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720" r:id="rId4"/>
    <p:sldMasterId id="2147483782" r:id="rId5"/>
  </p:sldMasterIdLst>
  <p:notesMasterIdLst>
    <p:notesMasterId r:id="rId41"/>
  </p:notesMasterIdLst>
  <p:handoutMasterIdLst>
    <p:handoutMasterId r:id="rId42"/>
  </p:handoutMasterIdLst>
  <p:sldIdLst>
    <p:sldId id="9398" r:id="rId6"/>
    <p:sldId id="257" r:id="rId7"/>
    <p:sldId id="372" r:id="rId8"/>
    <p:sldId id="375" r:id="rId9"/>
    <p:sldId id="377" r:id="rId10"/>
    <p:sldId id="9399" r:id="rId11"/>
    <p:sldId id="9415" r:id="rId12"/>
    <p:sldId id="9414" r:id="rId13"/>
    <p:sldId id="256" r:id="rId14"/>
    <p:sldId id="9400" r:id="rId15"/>
    <p:sldId id="9364" r:id="rId16"/>
    <p:sldId id="9416" r:id="rId17"/>
    <p:sldId id="9372" r:id="rId18"/>
    <p:sldId id="264" r:id="rId19"/>
    <p:sldId id="266" r:id="rId20"/>
    <p:sldId id="262" r:id="rId21"/>
    <p:sldId id="263" r:id="rId22"/>
    <p:sldId id="258" r:id="rId23"/>
    <p:sldId id="265" r:id="rId24"/>
    <p:sldId id="270" r:id="rId25"/>
    <p:sldId id="271" r:id="rId26"/>
    <p:sldId id="272" r:id="rId27"/>
    <p:sldId id="273" r:id="rId28"/>
    <p:sldId id="9366" r:id="rId29"/>
    <p:sldId id="9401" r:id="rId30"/>
    <p:sldId id="9403" r:id="rId31"/>
    <p:sldId id="9406" r:id="rId32"/>
    <p:sldId id="9407" r:id="rId33"/>
    <p:sldId id="9408" r:id="rId34"/>
    <p:sldId id="9409" r:id="rId35"/>
    <p:sldId id="9410" r:id="rId36"/>
    <p:sldId id="9405" r:id="rId37"/>
    <p:sldId id="9402" r:id="rId38"/>
    <p:sldId id="9412" r:id="rId39"/>
    <p:sldId id="269" r:id="rId4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Expand for How-To" id="{24D5E720-5281-458C-A0F7-2A15841DA0A2}">
          <p14:sldIdLst>
            <p14:sldId id="9398"/>
            <p14:sldId id="257"/>
            <p14:sldId id="372"/>
            <p14:sldId id="375"/>
            <p14:sldId id="377"/>
            <p14:sldId id="9399"/>
            <p14:sldId id="9415"/>
            <p14:sldId id="9414"/>
            <p14:sldId id="256"/>
            <p14:sldId id="9400"/>
          </p14:sldIdLst>
        </p14:section>
        <p14:section name="Presentation Slides" id="{194881CF-546C-46DE-BF83-993ACCD51C52}">
          <p14:sldIdLst>
            <p14:sldId id="9364"/>
            <p14:sldId id="9416"/>
            <p14:sldId id="9372"/>
            <p14:sldId id="264"/>
            <p14:sldId id="266"/>
            <p14:sldId id="262"/>
            <p14:sldId id="263"/>
            <p14:sldId id="258"/>
            <p14:sldId id="265"/>
            <p14:sldId id="270"/>
            <p14:sldId id="271"/>
            <p14:sldId id="272"/>
            <p14:sldId id="273"/>
            <p14:sldId id="9366"/>
            <p14:sldId id="9401"/>
            <p14:sldId id="9403"/>
            <p14:sldId id="9406"/>
            <p14:sldId id="9407"/>
            <p14:sldId id="9408"/>
            <p14:sldId id="9409"/>
            <p14:sldId id="9410"/>
            <p14:sldId id="9405"/>
            <p14:sldId id="9402"/>
            <p14:sldId id="9412"/>
            <p14:sldId id="269"/>
          </p14:sldIdLst>
        </p14:section>
        <p14:section name="Appendix" id="{78F3EC69-0508-42FE-B4B7-B1FD35CF1BD0}">
          <p14:sldIdLst/>
        </p14:section>
      </p14:sectionLst>
    </p:ext>
    <p:ext uri="{EFAFB233-063F-42B5-8137-9DF3F51BA10A}">
      <p15:sldGuideLst xmlns:p15="http://schemas.microsoft.com/office/powerpoint/2012/main">
        <p15:guide id="2" pos="3840" userDrawn="1">
          <p15:clr>
            <a:srgbClr val="A4A3A4"/>
          </p15:clr>
        </p15:guide>
        <p15:guide id="3" orient="horz" pos="216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F2F2F2"/>
    <a:srgbClr val="C5182D"/>
    <a:srgbClr val="E5233B"/>
    <a:srgbClr val="275937"/>
    <a:srgbClr val="739600"/>
    <a:srgbClr val="4B9E3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CD97647-28C2-43A1-8F0A-A79E6829E4C4}" v="60" dt="2023-01-06T13:55:33.477"/>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599" autoAdjust="0"/>
    <p:restoredTop sz="96516"/>
  </p:normalViewPr>
  <p:slideViewPr>
    <p:cSldViewPr snapToGrid="0" showGuides="1">
      <p:cViewPr varScale="1">
        <p:scale>
          <a:sx n="112" d="100"/>
          <a:sy n="112" d="100"/>
        </p:scale>
        <p:origin x="744" y="114"/>
      </p:cViewPr>
      <p:guideLst>
        <p:guide pos="3840"/>
        <p:guide orient="horz" pos="2160"/>
      </p:guideLst>
    </p:cSldViewPr>
  </p:slideViewPr>
  <p:notesTextViewPr>
    <p:cViewPr>
      <p:scale>
        <a:sx n="1" d="1"/>
        <a:sy n="1" d="1"/>
      </p:scale>
      <p:origin x="0" y="0"/>
    </p:cViewPr>
  </p:notesTextViewPr>
  <p:sorterViewPr>
    <p:cViewPr>
      <p:scale>
        <a:sx n="80" d="100"/>
        <a:sy n="80"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slide" Target="slides/slide34.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handoutMaster" Target="handoutMasters/handoutMaster1.xml"/><Relationship Id="rId47" Type="http://schemas.microsoft.com/office/2016/11/relationships/changesInfo" Target="changesInfos/changesInfo1.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theme" Target="theme/theme1.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slide" Target="slides/slide26.xml"/><Relationship Id="rId44"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presProps" Target="presProps.xml"/><Relationship Id="rId48" Type="http://schemas.microsoft.com/office/2015/10/relationships/revisionInfo" Target="revisionInfo.xml"/><Relationship Id="rId8" Type="http://schemas.openxmlformats.org/officeDocument/2006/relationships/slide" Target="slides/slide3.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tableStyles" Target="tableStyles.xml"/><Relationship Id="rId20" Type="http://schemas.openxmlformats.org/officeDocument/2006/relationships/slide" Target="slides/slide15.xml"/><Relationship Id="rId41"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hrissy Shea" userId="5b999129-b481-43cb-8564-eadb5010aa05" providerId="ADAL" clId="{1CD97647-28C2-43A1-8F0A-A79E6829E4C4}"/>
    <pc:docChg chg="undo custSel modSld modMainMaster addSection modSection">
      <pc:chgData name="Chrissy Shea" userId="5b999129-b481-43cb-8564-eadb5010aa05" providerId="ADAL" clId="{1CD97647-28C2-43A1-8F0A-A79E6829E4C4}" dt="2023-01-06T13:55:43.853" v="178" actId="14100"/>
      <pc:docMkLst>
        <pc:docMk/>
      </pc:docMkLst>
      <pc:sldChg chg="modSp mod">
        <pc:chgData name="Chrissy Shea" userId="5b999129-b481-43cb-8564-eadb5010aa05" providerId="ADAL" clId="{1CD97647-28C2-43A1-8F0A-A79E6829E4C4}" dt="2023-01-06T13:48:48.555" v="127" actId="27636"/>
        <pc:sldMkLst>
          <pc:docMk/>
          <pc:sldMk cId="693672104" sldId="263"/>
        </pc:sldMkLst>
        <pc:spChg chg="mod">
          <ac:chgData name="Chrissy Shea" userId="5b999129-b481-43cb-8564-eadb5010aa05" providerId="ADAL" clId="{1CD97647-28C2-43A1-8F0A-A79E6829E4C4}" dt="2023-01-06T13:48:48.555" v="127" actId="27636"/>
          <ac:spMkLst>
            <pc:docMk/>
            <pc:sldMk cId="693672104" sldId="263"/>
            <ac:spMk id="9" creationId="{5C5C7AE9-E959-EBB0-368D-DEF38577D69D}"/>
          </ac:spMkLst>
        </pc:spChg>
      </pc:sldChg>
      <pc:sldChg chg="modSp mod">
        <pc:chgData name="Chrissy Shea" userId="5b999129-b481-43cb-8564-eadb5010aa05" providerId="ADAL" clId="{1CD97647-28C2-43A1-8F0A-A79E6829E4C4}" dt="2023-01-06T13:49:33.615" v="138" actId="27636"/>
        <pc:sldMkLst>
          <pc:docMk/>
          <pc:sldMk cId="1862496068" sldId="273"/>
        </pc:sldMkLst>
        <pc:spChg chg="mod">
          <ac:chgData name="Chrissy Shea" userId="5b999129-b481-43cb-8564-eadb5010aa05" providerId="ADAL" clId="{1CD97647-28C2-43A1-8F0A-A79E6829E4C4}" dt="2023-01-06T13:49:33.615" v="138" actId="27636"/>
          <ac:spMkLst>
            <pc:docMk/>
            <pc:sldMk cId="1862496068" sldId="273"/>
            <ac:spMk id="5" creationId="{C3DCAB9B-28FB-3BDA-9EA3-AEA0F10A36A9}"/>
          </ac:spMkLst>
        </pc:spChg>
      </pc:sldChg>
      <pc:sldChg chg="modSp mod">
        <pc:chgData name="Chrissy Shea" userId="5b999129-b481-43cb-8564-eadb5010aa05" providerId="ADAL" clId="{1CD97647-28C2-43A1-8F0A-A79E6829E4C4}" dt="2023-01-06T13:49:40.126" v="141" actId="27636"/>
        <pc:sldMkLst>
          <pc:docMk/>
          <pc:sldMk cId="903136518" sldId="9366"/>
        </pc:sldMkLst>
        <pc:spChg chg="mod">
          <ac:chgData name="Chrissy Shea" userId="5b999129-b481-43cb-8564-eadb5010aa05" providerId="ADAL" clId="{1CD97647-28C2-43A1-8F0A-A79E6829E4C4}" dt="2023-01-06T13:49:40.126" v="141" actId="27636"/>
          <ac:spMkLst>
            <pc:docMk/>
            <pc:sldMk cId="903136518" sldId="9366"/>
            <ac:spMk id="9" creationId="{D65172A8-170F-CFE0-6DF2-F37F17712A5A}"/>
          </ac:spMkLst>
        </pc:spChg>
      </pc:sldChg>
      <pc:sldMasterChg chg="addSp delSp modSp mod addSldLayout modSldLayout sldLayoutOrd">
        <pc:chgData name="Chrissy Shea" userId="5b999129-b481-43cb-8564-eadb5010aa05" providerId="ADAL" clId="{1CD97647-28C2-43A1-8F0A-A79E6829E4C4}" dt="2023-01-06T13:55:43.853" v="178" actId="14100"/>
        <pc:sldMasterMkLst>
          <pc:docMk/>
          <pc:sldMasterMk cId="3904520397" sldId="2147483720"/>
        </pc:sldMasterMkLst>
        <pc:spChg chg="add del mod">
          <ac:chgData name="Chrissy Shea" userId="5b999129-b481-43cb-8564-eadb5010aa05" providerId="ADAL" clId="{1CD97647-28C2-43A1-8F0A-A79E6829E4C4}" dt="2023-01-06T13:45:15.209" v="46" actId="478"/>
          <ac:spMkLst>
            <pc:docMk/>
            <pc:sldMasterMk cId="3904520397" sldId="2147483720"/>
            <ac:spMk id="4" creationId="{94EDF8E1-9C76-F22A-12C1-E5D5E394DD27}"/>
          </ac:spMkLst>
        </pc:spChg>
        <pc:sldLayoutChg chg="modSp mod">
          <pc:chgData name="Chrissy Shea" userId="5b999129-b481-43cb-8564-eadb5010aa05" providerId="ADAL" clId="{1CD97647-28C2-43A1-8F0A-A79E6829E4C4}" dt="2023-01-06T13:48:18.667" v="122" actId="12"/>
          <pc:sldLayoutMkLst>
            <pc:docMk/>
            <pc:sldMasterMk cId="3904520397" sldId="2147483720"/>
            <pc:sldLayoutMk cId="1063824834" sldId="2147483729"/>
          </pc:sldLayoutMkLst>
          <pc:spChg chg="mod">
            <ac:chgData name="Chrissy Shea" userId="5b999129-b481-43cb-8564-eadb5010aa05" providerId="ADAL" clId="{1CD97647-28C2-43A1-8F0A-A79E6829E4C4}" dt="2023-01-06T13:48:18.667" v="122" actId="12"/>
            <ac:spMkLst>
              <pc:docMk/>
              <pc:sldMasterMk cId="3904520397" sldId="2147483720"/>
              <pc:sldLayoutMk cId="1063824834" sldId="2147483729"/>
              <ac:spMk id="14" creationId="{03F1FA7E-60B6-4F02-D147-903668FE4996}"/>
            </ac:spMkLst>
          </pc:spChg>
        </pc:sldLayoutChg>
        <pc:sldLayoutChg chg="addSp delSp modSp mod">
          <pc:chgData name="Chrissy Shea" userId="5b999129-b481-43cb-8564-eadb5010aa05" providerId="ADAL" clId="{1CD97647-28C2-43A1-8F0A-A79E6829E4C4}" dt="2023-01-06T13:48:56.016" v="129" actId="14100"/>
          <pc:sldLayoutMkLst>
            <pc:docMk/>
            <pc:sldMasterMk cId="3904520397" sldId="2147483720"/>
            <pc:sldLayoutMk cId="1512671004" sldId="2147483730"/>
          </pc:sldLayoutMkLst>
          <pc:spChg chg="add mod">
            <ac:chgData name="Chrissy Shea" userId="5b999129-b481-43cb-8564-eadb5010aa05" providerId="ADAL" clId="{1CD97647-28C2-43A1-8F0A-A79E6829E4C4}" dt="2023-01-06T13:48:56.016" v="129" actId="14100"/>
            <ac:spMkLst>
              <pc:docMk/>
              <pc:sldMasterMk cId="3904520397" sldId="2147483720"/>
              <pc:sldLayoutMk cId="1512671004" sldId="2147483730"/>
              <ac:spMk id="2" creationId="{9E7035EB-DB57-AA46-D97F-963FB9928512}"/>
            </ac:spMkLst>
          </pc:spChg>
          <pc:spChg chg="del mod">
            <ac:chgData name="Chrissy Shea" userId="5b999129-b481-43cb-8564-eadb5010aa05" providerId="ADAL" clId="{1CD97647-28C2-43A1-8F0A-A79E6829E4C4}" dt="2023-01-06T13:48:47.666" v="125" actId="478"/>
            <ac:spMkLst>
              <pc:docMk/>
              <pc:sldMasterMk cId="3904520397" sldId="2147483720"/>
              <pc:sldLayoutMk cId="1512671004" sldId="2147483730"/>
              <ac:spMk id="14" creationId="{03F1FA7E-60B6-4F02-D147-903668FE4996}"/>
            </ac:spMkLst>
          </pc:spChg>
        </pc:sldLayoutChg>
        <pc:sldLayoutChg chg="addSp delSp modSp mod">
          <pc:chgData name="Chrissy Shea" userId="5b999129-b481-43cb-8564-eadb5010aa05" providerId="ADAL" clId="{1CD97647-28C2-43A1-8F0A-A79E6829E4C4}" dt="2023-01-06T13:49:20.521" v="135" actId="20577"/>
          <pc:sldLayoutMkLst>
            <pc:docMk/>
            <pc:sldMasterMk cId="3904520397" sldId="2147483720"/>
            <pc:sldLayoutMk cId="15036901" sldId="2147483735"/>
          </pc:sldLayoutMkLst>
          <pc:spChg chg="add mod">
            <ac:chgData name="Chrissy Shea" userId="5b999129-b481-43cb-8564-eadb5010aa05" providerId="ADAL" clId="{1CD97647-28C2-43A1-8F0A-A79E6829E4C4}" dt="2023-01-06T13:49:20.521" v="135" actId="20577"/>
            <ac:spMkLst>
              <pc:docMk/>
              <pc:sldMasterMk cId="3904520397" sldId="2147483720"/>
              <pc:sldLayoutMk cId="15036901" sldId="2147483735"/>
              <ac:spMk id="3" creationId="{AE53E372-9009-41E4-4035-9F237BDBAAE8}"/>
            </ac:spMkLst>
          </pc:spChg>
          <pc:spChg chg="del">
            <ac:chgData name="Chrissy Shea" userId="5b999129-b481-43cb-8564-eadb5010aa05" providerId="ADAL" clId="{1CD97647-28C2-43A1-8F0A-A79E6829E4C4}" dt="2023-01-06T13:49:09.822" v="130" actId="478"/>
            <ac:spMkLst>
              <pc:docMk/>
              <pc:sldMasterMk cId="3904520397" sldId="2147483720"/>
              <pc:sldLayoutMk cId="15036901" sldId="2147483735"/>
              <ac:spMk id="23" creationId="{8D50CA53-B019-A58E-A976-BD0DCA64B659}"/>
            </ac:spMkLst>
          </pc:spChg>
        </pc:sldLayoutChg>
        <pc:sldLayoutChg chg="addSp delSp modSp mod">
          <pc:chgData name="Chrissy Shea" userId="5b999129-b481-43cb-8564-eadb5010aa05" providerId="ADAL" clId="{1CD97647-28C2-43A1-8F0A-A79E6829E4C4}" dt="2023-01-06T13:49:33.534" v="137"/>
          <pc:sldLayoutMkLst>
            <pc:docMk/>
            <pc:sldMasterMk cId="3904520397" sldId="2147483720"/>
            <pc:sldLayoutMk cId="4247406599" sldId="2147483739"/>
          </pc:sldLayoutMkLst>
          <pc:spChg chg="add mod">
            <ac:chgData name="Chrissy Shea" userId="5b999129-b481-43cb-8564-eadb5010aa05" providerId="ADAL" clId="{1CD97647-28C2-43A1-8F0A-A79E6829E4C4}" dt="2023-01-06T13:49:33.534" v="137"/>
            <ac:spMkLst>
              <pc:docMk/>
              <pc:sldMasterMk cId="3904520397" sldId="2147483720"/>
              <pc:sldLayoutMk cId="4247406599" sldId="2147483739"/>
              <ac:spMk id="2" creationId="{3F61F534-ED71-9BAA-6F08-2F9EEDF9F105}"/>
            </ac:spMkLst>
          </pc:spChg>
          <pc:spChg chg="del">
            <ac:chgData name="Chrissy Shea" userId="5b999129-b481-43cb-8564-eadb5010aa05" providerId="ADAL" clId="{1CD97647-28C2-43A1-8F0A-A79E6829E4C4}" dt="2023-01-06T13:49:32.966" v="136" actId="478"/>
            <ac:spMkLst>
              <pc:docMk/>
              <pc:sldMasterMk cId="3904520397" sldId="2147483720"/>
              <pc:sldLayoutMk cId="4247406599" sldId="2147483739"/>
              <ac:spMk id="4" creationId="{2C9CD26A-870A-3368-FC2C-579F9AA32870}"/>
            </ac:spMkLst>
          </pc:spChg>
        </pc:sldLayoutChg>
        <pc:sldLayoutChg chg="addSp delSp modSp mod">
          <pc:chgData name="Chrissy Shea" userId="5b999129-b481-43cb-8564-eadb5010aa05" providerId="ADAL" clId="{1CD97647-28C2-43A1-8F0A-A79E6829E4C4}" dt="2023-01-06T13:49:47.164" v="142" actId="1076"/>
          <pc:sldLayoutMkLst>
            <pc:docMk/>
            <pc:sldMasterMk cId="3904520397" sldId="2147483720"/>
            <pc:sldLayoutMk cId="3686147066" sldId="2147483740"/>
          </pc:sldLayoutMkLst>
          <pc:spChg chg="add mod">
            <ac:chgData name="Chrissy Shea" userId="5b999129-b481-43cb-8564-eadb5010aa05" providerId="ADAL" clId="{1CD97647-28C2-43A1-8F0A-A79E6829E4C4}" dt="2023-01-06T13:49:47.164" v="142" actId="1076"/>
            <ac:spMkLst>
              <pc:docMk/>
              <pc:sldMasterMk cId="3904520397" sldId="2147483720"/>
              <pc:sldLayoutMk cId="3686147066" sldId="2147483740"/>
              <ac:spMk id="4" creationId="{0ACA35CC-5BC9-E6D5-E109-FD27B58360BC}"/>
            </ac:spMkLst>
          </pc:spChg>
          <pc:spChg chg="del">
            <ac:chgData name="Chrissy Shea" userId="5b999129-b481-43cb-8564-eadb5010aa05" providerId="ADAL" clId="{1CD97647-28C2-43A1-8F0A-A79E6829E4C4}" dt="2023-01-06T13:49:39.608" v="139" actId="478"/>
            <ac:spMkLst>
              <pc:docMk/>
              <pc:sldMasterMk cId="3904520397" sldId="2147483720"/>
              <pc:sldLayoutMk cId="3686147066" sldId="2147483740"/>
              <ac:spMk id="8" creationId="{6E93C406-6F69-8427-C05D-71EDC8957113}"/>
            </ac:spMkLst>
          </pc:spChg>
        </pc:sldLayoutChg>
        <pc:sldLayoutChg chg="addSp delSp modSp mod">
          <pc:chgData name="Chrissy Shea" userId="5b999129-b481-43cb-8564-eadb5010aa05" providerId="ADAL" clId="{1CD97647-28C2-43A1-8F0A-A79E6829E4C4}" dt="2023-01-06T13:50:00.341" v="145" actId="1076"/>
          <pc:sldLayoutMkLst>
            <pc:docMk/>
            <pc:sldMasterMk cId="3904520397" sldId="2147483720"/>
            <pc:sldLayoutMk cId="3282390289" sldId="2147483741"/>
          </pc:sldLayoutMkLst>
          <pc:spChg chg="add mod">
            <ac:chgData name="Chrissy Shea" userId="5b999129-b481-43cb-8564-eadb5010aa05" providerId="ADAL" clId="{1CD97647-28C2-43A1-8F0A-A79E6829E4C4}" dt="2023-01-06T13:50:00.341" v="145" actId="1076"/>
            <ac:spMkLst>
              <pc:docMk/>
              <pc:sldMasterMk cId="3904520397" sldId="2147483720"/>
              <pc:sldLayoutMk cId="3282390289" sldId="2147483741"/>
              <ac:spMk id="2" creationId="{824FF96F-69CD-05C0-F823-A23EC620B1F5}"/>
            </ac:spMkLst>
          </pc:spChg>
          <pc:spChg chg="del">
            <ac:chgData name="Chrissy Shea" userId="5b999129-b481-43cb-8564-eadb5010aa05" providerId="ADAL" clId="{1CD97647-28C2-43A1-8F0A-A79E6829E4C4}" dt="2023-01-06T13:49:51.346" v="143" actId="478"/>
            <ac:spMkLst>
              <pc:docMk/>
              <pc:sldMasterMk cId="3904520397" sldId="2147483720"/>
              <pc:sldLayoutMk cId="3282390289" sldId="2147483741"/>
              <ac:spMk id="8" creationId="{6E93C406-6F69-8427-C05D-71EDC8957113}"/>
            </ac:spMkLst>
          </pc:spChg>
        </pc:sldLayoutChg>
        <pc:sldLayoutChg chg="addSp delSp modSp mod">
          <pc:chgData name="Chrissy Shea" userId="5b999129-b481-43cb-8564-eadb5010aa05" providerId="ADAL" clId="{1CD97647-28C2-43A1-8F0A-A79E6829E4C4}" dt="2023-01-06T13:51:44.888" v="147"/>
          <pc:sldLayoutMkLst>
            <pc:docMk/>
            <pc:sldMasterMk cId="3904520397" sldId="2147483720"/>
            <pc:sldLayoutMk cId="2198117149" sldId="2147483742"/>
          </pc:sldLayoutMkLst>
          <pc:spChg chg="add mod">
            <ac:chgData name="Chrissy Shea" userId="5b999129-b481-43cb-8564-eadb5010aa05" providerId="ADAL" clId="{1CD97647-28C2-43A1-8F0A-A79E6829E4C4}" dt="2023-01-06T13:51:44.888" v="147"/>
            <ac:spMkLst>
              <pc:docMk/>
              <pc:sldMasterMk cId="3904520397" sldId="2147483720"/>
              <pc:sldLayoutMk cId="2198117149" sldId="2147483742"/>
              <ac:spMk id="2" creationId="{5BA416B6-8FF3-71C7-AD9B-99F6C565019E}"/>
            </ac:spMkLst>
          </pc:spChg>
          <pc:spChg chg="del">
            <ac:chgData name="Chrissy Shea" userId="5b999129-b481-43cb-8564-eadb5010aa05" providerId="ADAL" clId="{1CD97647-28C2-43A1-8F0A-A79E6829E4C4}" dt="2023-01-06T13:51:44.346" v="146" actId="478"/>
            <ac:spMkLst>
              <pc:docMk/>
              <pc:sldMasterMk cId="3904520397" sldId="2147483720"/>
              <pc:sldLayoutMk cId="2198117149" sldId="2147483742"/>
              <ac:spMk id="7" creationId="{2284D5F4-50C4-D5C3-D807-DB3300BB388A}"/>
            </ac:spMkLst>
          </pc:spChg>
        </pc:sldLayoutChg>
        <pc:sldLayoutChg chg="addSp delSp modSp mod">
          <pc:chgData name="Chrissy Shea" userId="5b999129-b481-43cb-8564-eadb5010aa05" providerId="ADAL" clId="{1CD97647-28C2-43A1-8F0A-A79E6829E4C4}" dt="2023-01-06T13:51:52.956" v="151"/>
          <pc:sldLayoutMkLst>
            <pc:docMk/>
            <pc:sldMasterMk cId="3904520397" sldId="2147483720"/>
            <pc:sldLayoutMk cId="824168665" sldId="2147483743"/>
          </pc:sldLayoutMkLst>
          <pc:spChg chg="add mod">
            <ac:chgData name="Chrissy Shea" userId="5b999129-b481-43cb-8564-eadb5010aa05" providerId="ADAL" clId="{1CD97647-28C2-43A1-8F0A-A79E6829E4C4}" dt="2023-01-06T13:51:52.956" v="151"/>
            <ac:spMkLst>
              <pc:docMk/>
              <pc:sldMasterMk cId="3904520397" sldId="2147483720"/>
              <pc:sldLayoutMk cId="824168665" sldId="2147483743"/>
              <ac:spMk id="3" creationId="{834141C2-20BC-129C-5374-45D116D06367}"/>
            </ac:spMkLst>
          </pc:spChg>
          <pc:spChg chg="del">
            <ac:chgData name="Chrissy Shea" userId="5b999129-b481-43cb-8564-eadb5010aa05" providerId="ADAL" clId="{1CD97647-28C2-43A1-8F0A-A79E6829E4C4}" dt="2023-01-06T13:51:52.392" v="150" actId="478"/>
            <ac:spMkLst>
              <pc:docMk/>
              <pc:sldMasterMk cId="3904520397" sldId="2147483720"/>
              <pc:sldLayoutMk cId="824168665" sldId="2147483743"/>
              <ac:spMk id="8" creationId="{5E8C946F-E24A-79D1-896C-AE57E989A378}"/>
            </ac:spMkLst>
          </pc:spChg>
        </pc:sldLayoutChg>
        <pc:sldLayoutChg chg="addSp delSp modSp mod">
          <pc:chgData name="Chrissy Shea" userId="5b999129-b481-43cb-8564-eadb5010aa05" providerId="ADAL" clId="{1CD97647-28C2-43A1-8F0A-A79E6829E4C4}" dt="2023-01-06T13:52:11.960" v="157" actId="478"/>
          <pc:sldLayoutMkLst>
            <pc:docMk/>
            <pc:sldMasterMk cId="3904520397" sldId="2147483720"/>
            <pc:sldLayoutMk cId="314440502" sldId="2147483744"/>
          </pc:sldLayoutMkLst>
          <pc:spChg chg="add del mod ord">
            <ac:chgData name="Chrissy Shea" userId="5b999129-b481-43cb-8564-eadb5010aa05" providerId="ADAL" clId="{1CD97647-28C2-43A1-8F0A-A79E6829E4C4}" dt="2023-01-06T13:52:09.217" v="156" actId="478"/>
            <ac:spMkLst>
              <pc:docMk/>
              <pc:sldMasterMk cId="3904520397" sldId="2147483720"/>
              <pc:sldLayoutMk cId="314440502" sldId="2147483744"/>
              <ac:spMk id="4" creationId="{2BB5232A-8B67-A5D7-4B6B-4B573D69CA3C}"/>
            </ac:spMkLst>
          </pc:spChg>
          <pc:spChg chg="del">
            <ac:chgData name="Chrissy Shea" userId="5b999129-b481-43cb-8564-eadb5010aa05" providerId="ADAL" clId="{1CD97647-28C2-43A1-8F0A-A79E6829E4C4}" dt="2023-01-06T13:52:11.960" v="157" actId="478"/>
            <ac:spMkLst>
              <pc:docMk/>
              <pc:sldMasterMk cId="3904520397" sldId="2147483720"/>
              <pc:sldLayoutMk cId="314440502" sldId="2147483744"/>
              <ac:spMk id="26" creationId="{AF6A70AE-7BD3-CEB9-105D-A90696ABE6CB}"/>
            </ac:spMkLst>
          </pc:spChg>
        </pc:sldLayoutChg>
        <pc:sldLayoutChg chg="addSp delSp modSp mod">
          <pc:chgData name="Chrissy Shea" userId="5b999129-b481-43cb-8564-eadb5010aa05" providerId="ADAL" clId="{1CD97647-28C2-43A1-8F0A-A79E6829E4C4}" dt="2023-01-06T13:52:34.301" v="162"/>
          <pc:sldLayoutMkLst>
            <pc:docMk/>
            <pc:sldMasterMk cId="3904520397" sldId="2147483720"/>
            <pc:sldLayoutMk cId="4025381450" sldId="2147483745"/>
          </pc:sldLayoutMkLst>
          <pc:spChg chg="add del mod">
            <ac:chgData name="Chrissy Shea" userId="5b999129-b481-43cb-8564-eadb5010aa05" providerId="ADAL" clId="{1CD97647-28C2-43A1-8F0A-A79E6829E4C4}" dt="2023-01-06T13:52:33.462" v="161" actId="478"/>
            <ac:spMkLst>
              <pc:docMk/>
              <pc:sldMasterMk cId="3904520397" sldId="2147483720"/>
              <pc:sldLayoutMk cId="4025381450" sldId="2147483745"/>
              <ac:spMk id="6" creationId="{0551CC26-D8CF-6564-5AAA-8E89A1B2A459}"/>
            </ac:spMkLst>
          </pc:spChg>
          <pc:spChg chg="del">
            <ac:chgData name="Chrissy Shea" userId="5b999129-b481-43cb-8564-eadb5010aa05" providerId="ADAL" clId="{1CD97647-28C2-43A1-8F0A-A79E6829E4C4}" dt="2023-01-06T13:52:16.327" v="158" actId="478"/>
            <ac:spMkLst>
              <pc:docMk/>
              <pc:sldMasterMk cId="3904520397" sldId="2147483720"/>
              <pc:sldLayoutMk cId="4025381450" sldId="2147483745"/>
              <ac:spMk id="10" creationId="{2C697038-CDB0-AD46-FAAB-DD317D35898F}"/>
            </ac:spMkLst>
          </pc:spChg>
          <pc:spChg chg="add mod">
            <ac:chgData name="Chrissy Shea" userId="5b999129-b481-43cb-8564-eadb5010aa05" providerId="ADAL" clId="{1CD97647-28C2-43A1-8F0A-A79E6829E4C4}" dt="2023-01-06T13:52:34.301" v="162"/>
            <ac:spMkLst>
              <pc:docMk/>
              <pc:sldMasterMk cId="3904520397" sldId="2147483720"/>
              <pc:sldLayoutMk cId="4025381450" sldId="2147483745"/>
              <ac:spMk id="11" creationId="{96C06EDB-1485-236C-A930-970BB3C0A2CF}"/>
            </ac:spMkLst>
          </pc:spChg>
        </pc:sldLayoutChg>
        <pc:sldLayoutChg chg="addSp delSp modSp mod">
          <pc:chgData name="Chrissy Shea" userId="5b999129-b481-43cb-8564-eadb5010aa05" providerId="ADAL" clId="{1CD97647-28C2-43A1-8F0A-A79E6829E4C4}" dt="2023-01-06T13:52:38.605" v="164"/>
          <pc:sldLayoutMkLst>
            <pc:docMk/>
            <pc:sldMasterMk cId="3904520397" sldId="2147483720"/>
            <pc:sldLayoutMk cId="3066456306" sldId="2147483746"/>
          </pc:sldLayoutMkLst>
          <pc:spChg chg="add mod">
            <ac:chgData name="Chrissy Shea" userId="5b999129-b481-43cb-8564-eadb5010aa05" providerId="ADAL" clId="{1CD97647-28C2-43A1-8F0A-A79E6829E4C4}" dt="2023-01-06T13:52:38.605" v="164"/>
            <ac:spMkLst>
              <pc:docMk/>
              <pc:sldMasterMk cId="3904520397" sldId="2147483720"/>
              <pc:sldLayoutMk cId="3066456306" sldId="2147483746"/>
              <ac:spMk id="6" creationId="{FE3BFB6F-FFE1-C7DA-DC24-729EFF3E4593}"/>
            </ac:spMkLst>
          </pc:spChg>
          <pc:spChg chg="del">
            <ac:chgData name="Chrissy Shea" userId="5b999129-b481-43cb-8564-eadb5010aa05" providerId="ADAL" clId="{1CD97647-28C2-43A1-8F0A-A79E6829E4C4}" dt="2023-01-06T13:52:38.152" v="163" actId="478"/>
            <ac:spMkLst>
              <pc:docMk/>
              <pc:sldMasterMk cId="3904520397" sldId="2147483720"/>
              <pc:sldLayoutMk cId="3066456306" sldId="2147483746"/>
              <ac:spMk id="10" creationId="{7098A2F4-003A-3CAD-03DC-5B078DC917E0}"/>
            </ac:spMkLst>
          </pc:spChg>
        </pc:sldLayoutChg>
        <pc:sldLayoutChg chg="addSp delSp modSp mod">
          <pc:chgData name="Chrissy Shea" userId="5b999129-b481-43cb-8564-eadb5010aa05" providerId="ADAL" clId="{1CD97647-28C2-43A1-8F0A-A79E6829E4C4}" dt="2023-01-06T13:52:48.913" v="167" actId="14100"/>
          <pc:sldLayoutMkLst>
            <pc:docMk/>
            <pc:sldMasterMk cId="3904520397" sldId="2147483720"/>
            <pc:sldLayoutMk cId="3116713773" sldId="2147483747"/>
          </pc:sldLayoutMkLst>
          <pc:spChg chg="add mod">
            <ac:chgData name="Chrissy Shea" userId="5b999129-b481-43cb-8564-eadb5010aa05" providerId="ADAL" clId="{1CD97647-28C2-43A1-8F0A-A79E6829E4C4}" dt="2023-01-06T13:52:48.913" v="167" actId="14100"/>
            <ac:spMkLst>
              <pc:docMk/>
              <pc:sldMasterMk cId="3904520397" sldId="2147483720"/>
              <pc:sldLayoutMk cId="3116713773" sldId="2147483747"/>
              <ac:spMk id="3" creationId="{48FEEE5F-B0DB-82FE-42FD-E248DCBBD9A2}"/>
            </ac:spMkLst>
          </pc:spChg>
          <pc:spChg chg="del">
            <ac:chgData name="Chrissy Shea" userId="5b999129-b481-43cb-8564-eadb5010aa05" providerId="ADAL" clId="{1CD97647-28C2-43A1-8F0A-A79E6829E4C4}" dt="2023-01-06T13:52:42.617" v="165" actId="478"/>
            <ac:spMkLst>
              <pc:docMk/>
              <pc:sldMasterMk cId="3904520397" sldId="2147483720"/>
              <pc:sldLayoutMk cId="3116713773" sldId="2147483747"/>
              <ac:spMk id="19" creationId="{FFE9EA7F-A6C9-B141-AC53-8DAD49499FAA}"/>
            </ac:spMkLst>
          </pc:spChg>
        </pc:sldLayoutChg>
        <pc:sldLayoutChg chg="addSp delSp modSp mod">
          <pc:chgData name="Chrissy Shea" userId="5b999129-b481-43cb-8564-eadb5010aa05" providerId="ADAL" clId="{1CD97647-28C2-43A1-8F0A-A79E6829E4C4}" dt="2023-01-06T13:51:49.003" v="149"/>
          <pc:sldLayoutMkLst>
            <pc:docMk/>
            <pc:sldMasterMk cId="3904520397" sldId="2147483720"/>
            <pc:sldLayoutMk cId="2505958171" sldId="2147483781"/>
          </pc:sldLayoutMkLst>
          <pc:spChg chg="del">
            <ac:chgData name="Chrissy Shea" userId="5b999129-b481-43cb-8564-eadb5010aa05" providerId="ADAL" clId="{1CD97647-28C2-43A1-8F0A-A79E6829E4C4}" dt="2023-01-06T13:51:48.536" v="148" actId="478"/>
            <ac:spMkLst>
              <pc:docMk/>
              <pc:sldMasterMk cId="3904520397" sldId="2147483720"/>
              <pc:sldLayoutMk cId="2505958171" sldId="2147483781"/>
              <ac:spMk id="8" creationId="{5E8C946F-E24A-79D1-896C-AE57E989A378}"/>
            </ac:spMkLst>
          </pc:spChg>
          <pc:spChg chg="add mod">
            <ac:chgData name="Chrissy Shea" userId="5b999129-b481-43cb-8564-eadb5010aa05" providerId="ADAL" clId="{1CD97647-28C2-43A1-8F0A-A79E6829E4C4}" dt="2023-01-06T13:51:49.003" v="149"/>
            <ac:spMkLst>
              <pc:docMk/>
              <pc:sldMasterMk cId="3904520397" sldId="2147483720"/>
              <pc:sldLayoutMk cId="2505958171" sldId="2147483781"/>
              <ac:spMk id="9" creationId="{C85089D1-8552-3F27-6BA7-51D4C179944D}"/>
            </ac:spMkLst>
          </pc:spChg>
        </pc:sldLayoutChg>
        <pc:sldLayoutChg chg="delSp add mod replId modTransition">
          <pc:chgData name="Chrissy Shea" userId="5b999129-b481-43cb-8564-eadb5010aa05" providerId="ADAL" clId="{1CD97647-28C2-43A1-8F0A-A79E6829E4C4}" dt="2023-01-06T13:53:25.861" v="172" actId="478"/>
          <pc:sldLayoutMkLst>
            <pc:docMk/>
            <pc:sldMasterMk cId="3904520397" sldId="2147483720"/>
            <pc:sldLayoutMk cId="2542687555" sldId="2147483784"/>
          </pc:sldLayoutMkLst>
          <pc:picChg chg="del">
            <ac:chgData name="Chrissy Shea" userId="5b999129-b481-43cb-8564-eadb5010aa05" providerId="ADAL" clId="{1CD97647-28C2-43A1-8F0A-A79E6829E4C4}" dt="2023-01-06T13:53:25.861" v="172" actId="478"/>
            <ac:picMkLst>
              <pc:docMk/>
              <pc:sldMasterMk cId="3904520397" sldId="2147483720"/>
              <pc:sldLayoutMk cId="2542687555" sldId="2147483784"/>
              <ac:picMk id="15" creationId="{DDEBE2A7-C479-A6BB-B2B2-07444421346D}"/>
            </ac:picMkLst>
          </pc:picChg>
        </pc:sldLayoutChg>
        <pc:sldLayoutChg chg="addSp delSp modSp add mod ord modTransition">
          <pc:chgData name="Chrissy Shea" userId="5b999129-b481-43cb-8564-eadb5010aa05" providerId="ADAL" clId="{1CD97647-28C2-43A1-8F0A-A79E6829E4C4}" dt="2023-01-06T13:55:43.853" v="178" actId="14100"/>
          <pc:sldLayoutMkLst>
            <pc:docMk/>
            <pc:sldMasterMk cId="3904520397" sldId="2147483720"/>
            <pc:sldLayoutMk cId="2673779660" sldId="2147483785"/>
          </pc:sldLayoutMkLst>
          <pc:spChg chg="add mod">
            <ac:chgData name="Chrissy Shea" userId="5b999129-b481-43cb-8564-eadb5010aa05" providerId="ADAL" clId="{1CD97647-28C2-43A1-8F0A-A79E6829E4C4}" dt="2023-01-06T13:55:43.853" v="178" actId="14100"/>
            <ac:spMkLst>
              <pc:docMk/>
              <pc:sldMasterMk cId="3904520397" sldId="2147483720"/>
              <pc:sldLayoutMk cId="2673779660" sldId="2147483785"/>
              <ac:spMk id="5" creationId="{226FEEE6-F94C-6B58-DAA6-18CFCC0C6C88}"/>
            </ac:spMkLst>
          </pc:spChg>
          <pc:picChg chg="del">
            <ac:chgData name="Chrissy Shea" userId="5b999129-b481-43cb-8564-eadb5010aa05" providerId="ADAL" clId="{1CD97647-28C2-43A1-8F0A-A79E6829E4C4}" dt="2023-01-06T13:55:06.407" v="175" actId="478"/>
            <ac:picMkLst>
              <pc:docMk/>
              <pc:sldMasterMk cId="3904520397" sldId="2147483720"/>
              <pc:sldLayoutMk cId="2673779660" sldId="2147483785"/>
              <ac:picMk id="3" creationId="{2824DDF5-C71D-01C3-E51B-06965EE6BF73}"/>
            </ac:picMkLst>
          </pc:picChg>
        </pc:sldLayoutChg>
      </pc:sldMasterChg>
      <pc:sldMasterChg chg="modSldLayout">
        <pc:chgData name="Chrissy Shea" userId="5b999129-b481-43cb-8564-eadb5010aa05" providerId="ADAL" clId="{1CD97647-28C2-43A1-8F0A-A79E6829E4C4}" dt="2023-01-06T13:52:58.513" v="170" actId="14100"/>
        <pc:sldMasterMkLst>
          <pc:docMk/>
          <pc:sldMasterMk cId="981328886" sldId="2147483782"/>
        </pc:sldMasterMkLst>
        <pc:sldLayoutChg chg="addSp delSp modSp mod">
          <pc:chgData name="Chrissy Shea" userId="5b999129-b481-43cb-8564-eadb5010aa05" providerId="ADAL" clId="{1CD97647-28C2-43A1-8F0A-A79E6829E4C4}" dt="2023-01-06T13:52:58.513" v="170" actId="14100"/>
          <pc:sldLayoutMkLst>
            <pc:docMk/>
            <pc:sldMasterMk cId="981328886" sldId="2147483782"/>
            <pc:sldLayoutMk cId="1407389679" sldId="2147483783"/>
          </pc:sldLayoutMkLst>
          <pc:spChg chg="add mod">
            <ac:chgData name="Chrissy Shea" userId="5b999129-b481-43cb-8564-eadb5010aa05" providerId="ADAL" clId="{1CD97647-28C2-43A1-8F0A-A79E6829E4C4}" dt="2023-01-06T13:52:58.513" v="170" actId="14100"/>
            <ac:spMkLst>
              <pc:docMk/>
              <pc:sldMasterMk cId="981328886" sldId="2147483782"/>
              <pc:sldLayoutMk cId="1407389679" sldId="2147483783"/>
              <ac:spMk id="2" creationId="{781608D2-2BB5-79D1-B49C-C698E8B11316}"/>
            </ac:spMkLst>
          </pc:spChg>
          <pc:spChg chg="del">
            <ac:chgData name="Chrissy Shea" userId="5b999129-b481-43cb-8564-eadb5010aa05" providerId="ADAL" clId="{1CD97647-28C2-43A1-8F0A-A79E6829E4C4}" dt="2023-01-06T13:52:54.662" v="168" actId="478"/>
            <ac:spMkLst>
              <pc:docMk/>
              <pc:sldMasterMk cId="981328886" sldId="2147483782"/>
              <pc:sldLayoutMk cId="1407389679" sldId="2147483783"/>
              <ac:spMk id="9" creationId="{564D6AED-64B1-4F35-B16F-6E0728427671}"/>
            </ac:spMkLst>
          </pc:spChg>
        </pc:sldLayoutChg>
      </pc:sldMaster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0B48AB88-266E-2F4D-128E-56F58FCF061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b="1" dirty="0">
              <a:latin typeface="Montserrat" pitchFamily="2" charset="77"/>
            </a:endParaRPr>
          </a:p>
        </p:txBody>
      </p:sp>
      <p:sp>
        <p:nvSpPr>
          <p:cNvPr id="3" name="Date Placeholder 2">
            <a:extLst>
              <a:ext uri="{FF2B5EF4-FFF2-40B4-BE49-F238E27FC236}">
                <a16:creationId xmlns:a16="http://schemas.microsoft.com/office/drawing/2014/main" id="{E4D55455-AC39-AED8-55A5-B982CE1A848E}"/>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A27F7B1-F7E6-0443-A240-8DB83443F20A}" type="datetimeFigureOut">
              <a:rPr lang="en-US" b="1" smtClean="0">
                <a:latin typeface="Montserrat" pitchFamily="2" charset="77"/>
              </a:rPr>
              <a:t>1/6/2023</a:t>
            </a:fld>
            <a:endParaRPr lang="en-US" b="1" dirty="0">
              <a:latin typeface="Montserrat" pitchFamily="2" charset="77"/>
            </a:endParaRPr>
          </a:p>
        </p:txBody>
      </p:sp>
      <p:sp>
        <p:nvSpPr>
          <p:cNvPr id="4" name="Footer Placeholder 3">
            <a:extLst>
              <a:ext uri="{FF2B5EF4-FFF2-40B4-BE49-F238E27FC236}">
                <a16:creationId xmlns:a16="http://schemas.microsoft.com/office/drawing/2014/main" id="{73392009-2813-7E3F-6109-96FC389CC909}"/>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b="1" dirty="0">
              <a:latin typeface="Montserrat" pitchFamily="2" charset="77"/>
            </a:endParaRPr>
          </a:p>
        </p:txBody>
      </p:sp>
      <p:sp>
        <p:nvSpPr>
          <p:cNvPr id="5" name="Slide Number Placeholder 4">
            <a:extLst>
              <a:ext uri="{FF2B5EF4-FFF2-40B4-BE49-F238E27FC236}">
                <a16:creationId xmlns:a16="http://schemas.microsoft.com/office/drawing/2014/main" id="{B84BFFFB-5A03-45EB-0826-B012AE4B0B5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94465A4-8F49-CA47-AFCA-370C12B233CD}" type="slidenum">
              <a:rPr lang="en-US" b="1" smtClean="0">
                <a:latin typeface="Montserrat" pitchFamily="2" charset="77"/>
              </a:rPr>
              <a:t>‹#›</a:t>
            </a:fld>
            <a:endParaRPr lang="en-US" b="1" dirty="0">
              <a:latin typeface="Montserrat" pitchFamily="2" charset="77"/>
            </a:endParaRPr>
          </a:p>
        </p:txBody>
      </p:sp>
    </p:spTree>
    <p:extLst>
      <p:ext uri="{BB962C8B-B14F-4D97-AF65-F5344CB8AC3E}">
        <p14:creationId xmlns:p14="http://schemas.microsoft.com/office/powerpoint/2010/main" val="165868835"/>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b="1" i="0">
                <a:latin typeface="Montserrat" pitchFamily="2" charset="77"/>
              </a:defRPr>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b="1" i="0">
                <a:latin typeface="Montserrat" pitchFamily="2" charset="77"/>
              </a:defRPr>
            </a:lvl1pPr>
          </a:lstStyle>
          <a:p>
            <a:fld id="{00C05ABC-C280-924C-AC04-FBE397A24A0E}" type="datetimeFigureOut">
              <a:rPr lang="en-US" smtClean="0"/>
              <a:pPr/>
              <a:t>1/6/2023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b="1" i="0">
                <a:latin typeface="Montserrat" pitchFamily="2" charset="77"/>
              </a:defRPr>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b="1" i="0">
                <a:latin typeface="Montserrat" pitchFamily="2" charset="77"/>
              </a:defRPr>
            </a:lvl1pPr>
          </a:lstStyle>
          <a:p>
            <a:fld id="{A794D6CE-8324-EC42-BF07-29E6DD58E24A}" type="slidenum">
              <a:rPr lang="en-US" smtClean="0"/>
              <a:pPr/>
              <a:t>‹#›</a:t>
            </a:fld>
            <a:endParaRPr lang="en-US" dirty="0"/>
          </a:p>
        </p:txBody>
      </p:sp>
    </p:spTree>
    <p:extLst>
      <p:ext uri="{BB962C8B-B14F-4D97-AF65-F5344CB8AC3E}">
        <p14:creationId xmlns:p14="http://schemas.microsoft.com/office/powerpoint/2010/main" val="1920370091"/>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b="1" i="0" kern="1200">
        <a:solidFill>
          <a:schemeClr val="tx1"/>
        </a:solidFill>
        <a:latin typeface="Montserrat" pitchFamily="2" charset="77"/>
        <a:ea typeface="+mn-ea"/>
        <a:cs typeface="+mn-cs"/>
      </a:defRPr>
    </a:lvl1pPr>
    <a:lvl2pPr marL="457200" algn="l" defTabSz="914400" rtl="0" eaLnBrk="1" latinLnBrk="0" hangingPunct="1">
      <a:defRPr sz="1200" b="1" i="0" kern="1200">
        <a:solidFill>
          <a:schemeClr val="tx1"/>
        </a:solidFill>
        <a:latin typeface="Montserrat" pitchFamily="2" charset="77"/>
        <a:ea typeface="+mn-ea"/>
        <a:cs typeface="+mn-cs"/>
      </a:defRPr>
    </a:lvl2pPr>
    <a:lvl3pPr marL="914400" algn="l" defTabSz="914400" rtl="0" eaLnBrk="1" latinLnBrk="0" hangingPunct="1">
      <a:defRPr sz="1200" b="1" i="0" kern="1200">
        <a:solidFill>
          <a:schemeClr val="tx1"/>
        </a:solidFill>
        <a:latin typeface="Montserrat" pitchFamily="2" charset="77"/>
        <a:ea typeface="+mn-ea"/>
        <a:cs typeface="+mn-cs"/>
      </a:defRPr>
    </a:lvl3pPr>
    <a:lvl4pPr marL="1371600" algn="l" defTabSz="914400" rtl="0" eaLnBrk="1" latinLnBrk="0" hangingPunct="1">
      <a:defRPr sz="1200" b="1" i="0" kern="1200">
        <a:solidFill>
          <a:schemeClr val="tx1"/>
        </a:solidFill>
        <a:latin typeface="Montserrat" pitchFamily="2" charset="77"/>
        <a:ea typeface="+mn-ea"/>
        <a:cs typeface="+mn-cs"/>
      </a:defRPr>
    </a:lvl4pPr>
    <a:lvl5pPr marL="1828800" algn="l" defTabSz="914400" rtl="0" eaLnBrk="1" latinLnBrk="0" hangingPunct="1">
      <a:defRPr sz="1200" b="1" i="0" kern="1200">
        <a:solidFill>
          <a:schemeClr val="tx1"/>
        </a:solidFill>
        <a:latin typeface="Montserrat" pitchFamily="2" charset="77"/>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C5274F98-9201-2F4B-A332-F1C955F873F6}" type="slidenum">
              <a:rPr lang="en-US" smtClean="0"/>
              <a:t>2</a:t>
            </a:fld>
            <a:endParaRPr lang="en-US"/>
          </a:p>
        </p:txBody>
      </p:sp>
    </p:spTree>
    <p:extLst>
      <p:ext uri="{BB962C8B-B14F-4D97-AF65-F5344CB8AC3E}">
        <p14:creationId xmlns:p14="http://schemas.microsoft.com/office/powerpoint/2010/main" val="130271953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1.xml"/><Relationship Id="rId5" Type="http://schemas.openxmlformats.org/officeDocument/2006/relationships/image" Target="../media/image6.svg"/><Relationship Id="rId4" Type="http://schemas.openxmlformats.org/officeDocument/2006/relationships/image" Target="../media/image5.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1.xml"/><Relationship Id="rId5" Type="http://schemas.openxmlformats.org/officeDocument/2006/relationships/image" Target="../media/image6.svg"/><Relationship Id="rId4"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824DDF5-C71D-01C3-E51B-06965EE6BF73}"/>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0"/>
            <a:ext cx="12192000" cy="6922008"/>
          </a:xfrm>
          <a:prstGeom prst="rect">
            <a:avLst/>
          </a:prstGeom>
          <a:solidFill>
            <a:schemeClr val="accent4"/>
          </a:solidFill>
        </p:spPr>
      </p:pic>
      <p:grpSp>
        <p:nvGrpSpPr>
          <p:cNvPr id="26" name="Group 25">
            <a:extLst>
              <a:ext uri="{FF2B5EF4-FFF2-40B4-BE49-F238E27FC236}">
                <a16:creationId xmlns:a16="http://schemas.microsoft.com/office/drawing/2014/main" id="{31F355C5-4CDD-1C12-9338-0C1E2A09735A}"/>
              </a:ext>
            </a:extLst>
          </p:cNvPr>
          <p:cNvGrpSpPr/>
          <p:nvPr userDrawn="1"/>
        </p:nvGrpSpPr>
        <p:grpSpPr>
          <a:xfrm>
            <a:off x="1582770" y="3519455"/>
            <a:ext cx="3327334" cy="235269"/>
            <a:chOff x="5239046" y="4868069"/>
            <a:chExt cx="1717557" cy="121445"/>
          </a:xfrm>
        </p:grpSpPr>
        <p:sp>
          <p:nvSpPr>
            <p:cNvPr id="27" name="Graphic 12">
              <a:extLst>
                <a:ext uri="{FF2B5EF4-FFF2-40B4-BE49-F238E27FC236}">
                  <a16:creationId xmlns:a16="http://schemas.microsoft.com/office/drawing/2014/main" id="{3CDCA3B4-59BE-B8ED-019C-2D8A7C758885}"/>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28" name="Straight Connector 27">
              <a:extLst>
                <a:ext uri="{FF2B5EF4-FFF2-40B4-BE49-F238E27FC236}">
                  <a16:creationId xmlns:a16="http://schemas.microsoft.com/office/drawing/2014/main" id="{185BBC07-2575-D089-C1EA-4CCBA08625F3}"/>
                </a:ext>
              </a:extLst>
            </p:cNvPr>
            <p:cNvCxnSpPr>
              <a:cxnSpLocks/>
            </p:cNvCxnSpPr>
            <p:nvPr/>
          </p:nvCxnSpPr>
          <p:spPr>
            <a:xfrm>
              <a:off x="6248788"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8B65ACC-A074-A456-2A28-99F533DFF067}"/>
                </a:ext>
              </a:extLst>
            </p:cNvPr>
            <p:cNvCxnSpPr>
              <a:cxnSpLocks/>
            </p:cNvCxnSpPr>
            <p:nvPr/>
          </p:nvCxnSpPr>
          <p:spPr>
            <a:xfrm>
              <a:off x="5239046"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30" name="Text Placeholder 13">
            <a:extLst>
              <a:ext uri="{FF2B5EF4-FFF2-40B4-BE49-F238E27FC236}">
                <a16:creationId xmlns:a16="http://schemas.microsoft.com/office/drawing/2014/main" id="{9C06C348-B417-16F6-A702-F83609EA0955}"/>
              </a:ext>
            </a:extLst>
          </p:cNvPr>
          <p:cNvSpPr>
            <a:spLocks noGrp="1"/>
          </p:cNvSpPr>
          <p:nvPr>
            <p:ph type="body" sz="quarter" idx="19" hasCustomPrompt="1"/>
          </p:nvPr>
        </p:nvSpPr>
        <p:spPr>
          <a:xfrm>
            <a:off x="387350" y="1940145"/>
            <a:ext cx="5740543" cy="1397000"/>
          </a:xfrm>
        </p:spPr>
        <p:txBody>
          <a:bodyPr anchor="ctr">
            <a:normAutofit/>
          </a:bodyPr>
          <a:lstStyle>
            <a:lvl1pPr algn="ctr">
              <a:lnSpc>
                <a:spcPts val="3620"/>
              </a:lnSpc>
              <a:defRPr sz="3600" b="1" i="0">
                <a:solidFill>
                  <a:schemeClr val="bg1"/>
                </a:solidFill>
                <a:latin typeface="Montserrat ExtraBold" pitchFamily="2" charset="77"/>
                <a:cs typeface="Gotham Black" pitchFamily="2" charset="0"/>
              </a:defRPr>
            </a:lvl1pPr>
          </a:lstStyle>
          <a:p>
            <a:pPr lvl="0"/>
            <a:r>
              <a:rPr lang="en-US" dirty="0"/>
              <a:t>Headline in Montserrat </a:t>
            </a:r>
            <a:br>
              <a:rPr lang="en-US" dirty="0"/>
            </a:br>
            <a:r>
              <a:rPr lang="en-US" dirty="0"/>
              <a:t>extra bold 36pt</a:t>
            </a:r>
          </a:p>
        </p:txBody>
      </p:sp>
      <p:sp>
        <p:nvSpPr>
          <p:cNvPr id="31" name="Text Placeholder 15">
            <a:extLst>
              <a:ext uri="{FF2B5EF4-FFF2-40B4-BE49-F238E27FC236}">
                <a16:creationId xmlns:a16="http://schemas.microsoft.com/office/drawing/2014/main" id="{2EA18019-A495-C07C-A651-F8E2A59AF5EE}"/>
              </a:ext>
            </a:extLst>
          </p:cNvPr>
          <p:cNvSpPr>
            <a:spLocks noGrp="1"/>
          </p:cNvSpPr>
          <p:nvPr>
            <p:ph type="body" sz="quarter" idx="20" hasCustomPrompt="1"/>
          </p:nvPr>
        </p:nvSpPr>
        <p:spPr>
          <a:xfrm>
            <a:off x="387350" y="3897367"/>
            <a:ext cx="5718174" cy="752475"/>
          </a:xfrm>
        </p:spPr>
        <p:txBody>
          <a:bodyPr anchor="ctr">
            <a:normAutofit/>
          </a:bodyPr>
          <a:lstStyle>
            <a:lvl1pPr algn="ctr">
              <a:lnSpc>
                <a:spcPct val="100000"/>
              </a:lnSpc>
              <a:defRPr sz="2100" b="1" i="0">
                <a:solidFill>
                  <a:schemeClr val="bg1"/>
                </a:solidFill>
                <a:latin typeface="Montserrat" pitchFamily="2" charset="77"/>
                <a:cs typeface="Gotham Bold" pitchFamily="2" charset="0"/>
              </a:defRPr>
            </a:lvl1pPr>
          </a:lstStyle>
          <a:p>
            <a:pPr lvl="0"/>
            <a:r>
              <a:rPr lang="en-US" dirty="0"/>
              <a:t>00.00.00</a:t>
            </a:r>
          </a:p>
        </p:txBody>
      </p:sp>
      <p:grpSp>
        <p:nvGrpSpPr>
          <p:cNvPr id="4121" name="Graphic 4119">
            <a:extLst>
              <a:ext uri="{FF2B5EF4-FFF2-40B4-BE49-F238E27FC236}">
                <a16:creationId xmlns:a16="http://schemas.microsoft.com/office/drawing/2014/main" id="{655FE7C8-9998-712C-A86A-E489D6C85AAF}"/>
              </a:ext>
            </a:extLst>
          </p:cNvPr>
          <p:cNvGrpSpPr/>
          <p:nvPr/>
        </p:nvGrpSpPr>
        <p:grpSpPr>
          <a:xfrm>
            <a:off x="2246142" y="1389753"/>
            <a:ext cx="1977860" cy="528838"/>
            <a:chOff x="2178742" y="-1107180"/>
            <a:chExt cx="2171851" cy="580707"/>
          </a:xfrm>
          <a:solidFill>
            <a:schemeClr val="tx1"/>
          </a:solidFill>
        </p:grpSpPr>
        <p:sp>
          <p:nvSpPr>
            <p:cNvPr id="4122" name="Freeform 4121">
              <a:extLst>
                <a:ext uri="{FF2B5EF4-FFF2-40B4-BE49-F238E27FC236}">
                  <a16:creationId xmlns:a16="http://schemas.microsoft.com/office/drawing/2014/main" id="{CC14F4C2-AA45-3D9D-AA2C-89823388DE97}"/>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3" name="Freeform 4122">
              <a:extLst>
                <a:ext uri="{FF2B5EF4-FFF2-40B4-BE49-F238E27FC236}">
                  <a16:creationId xmlns:a16="http://schemas.microsoft.com/office/drawing/2014/main" id="{78EFEBC4-9679-62FB-A9F5-E9E8569EA8DA}"/>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4" name="Freeform 4123">
              <a:extLst>
                <a:ext uri="{FF2B5EF4-FFF2-40B4-BE49-F238E27FC236}">
                  <a16:creationId xmlns:a16="http://schemas.microsoft.com/office/drawing/2014/main" id="{D943B897-0B55-4DE6-AA0E-D8C570D15FD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5" name="Freeform 4124">
              <a:extLst>
                <a:ext uri="{FF2B5EF4-FFF2-40B4-BE49-F238E27FC236}">
                  <a16:creationId xmlns:a16="http://schemas.microsoft.com/office/drawing/2014/main" id="{D5B21B86-EE8C-E181-B664-20035B22B594}"/>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6" name="Freeform 4125">
              <a:extLst>
                <a:ext uri="{FF2B5EF4-FFF2-40B4-BE49-F238E27FC236}">
                  <a16:creationId xmlns:a16="http://schemas.microsoft.com/office/drawing/2014/main" id="{D51880F6-FF12-37E5-32E3-E86A2B88051D}"/>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7" name="Freeform 4126">
              <a:extLst>
                <a:ext uri="{FF2B5EF4-FFF2-40B4-BE49-F238E27FC236}">
                  <a16:creationId xmlns:a16="http://schemas.microsoft.com/office/drawing/2014/main" id="{00021140-6718-0DF9-443E-41AACA416173}"/>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8" name="Freeform 4127">
              <a:extLst>
                <a:ext uri="{FF2B5EF4-FFF2-40B4-BE49-F238E27FC236}">
                  <a16:creationId xmlns:a16="http://schemas.microsoft.com/office/drawing/2014/main" id="{A718CE0A-B49A-2812-E994-2CF75DA4CFB4}"/>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9" name="Freeform 4128">
              <a:extLst>
                <a:ext uri="{FF2B5EF4-FFF2-40B4-BE49-F238E27FC236}">
                  <a16:creationId xmlns:a16="http://schemas.microsoft.com/office/drawing/2014/main" id="{FB015F4B-45B1-E5A7-FEC8-078538999611}"/>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0" name="Freeform 4129">
              <a:extLst>
                <a:ext uri="{FF2B5EF4-FFF2-40B4-BE49-F238E27FC236}">
                  <a16:creationId xmlns:a16="http://schemas.microsoft.com/office/drawing/2014/main" id="{281EB6A2-35A7-3C15-DEA4-C45082C633DB}"/>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1" name="Freeform 4130">
              <a:extLst>
                <a:ext uri="{FF2B5EF4-FFF2-40B4-BE49-F238E27FC236}">
                  <a16:creationId xmlns:a16="http://schemas.microsoft.com/office/drawing/2014/main" id="{E0FECF6C-F834-CE97-0624-344DAE45043E}"/>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2" name="Freeform 4131">
              <a:extLst>
                <a:ext uri="{FF2B5EF4-FFF2-40B4-BE49-F238E27FC236}">
                  <a16:creationId xmlns:a16="http://schemas.microsoft.com/office/drawing/2014/main" id="{36476CB0-F461-43C2-A2FF-1C0B0EA26BC6}"/>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3" name="Freeform 4132">
              <a:extLst>
                <a:ext uri="{FF2B5EF4-FFF2-40B4-BE49-F238E27FC236}">
                  <a16:creationId xmlns:a16="http://schemas.microsoft.com/office/drawing/2014/main" id="{A3A82ED0-04BB-DF2D-D61F-29AAD28423B3}"/>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4" name="Freeform 4133">
              <a:extLst>
                <a:ext uri="{FF2B5EF4-FFF2-40B4-BE49-F238E27FC236}">
                  <a16:creationId xmlns:a16="http://schemas.microsoft.com/office/drawing/2014/main" id="{B793EE96-F832-B272-85F7-391AF43007F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5" name="Freeform 4134">
              <a:extLst>
                <a:ext uri="{FF2B5EF4-FFF2-40B4-BE49-F238E27FC236}">
                  <a16:creationId xmlns:a16="http://schemas.microsoft.com/office/drawing/2014/main" id="{8BA7E49D-95CC-17D1-BDD9-6AA4F5732716}"/>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6" name="Freeform 4135">
              <a:extLst>
                <a:ext uri="{FF2B5EF4-FFF2-40B4-BE49-F238E27FC236}">
                  <a16:creationId xmlns:a16="http://schemas.microsoft.com/office/drawing/2014/main" id="{DE8A9C66-EF39-DE9E-3E7A-F649C6D3F11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7" name="Freeform 4136">
              <a:extLst>
                <a:ext uri="{FF2B5EF4-FFF2-40B4-BE49-F238E27FC236}">
                  <a16:creationId xmlns:a16="http://schemas.microsoft.com/office/drawing/2014/main" id="{9485E1A8-3A61-EA09-AB59-DF5F70D695B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8" name="Freeform 4137">
              <a:extLst>
                <a:ext uri="{FF2B5EF4-FFF2-40B4-BE49-F238E27FC236}">
                  <a16:creationId xmlns:a16="http://schemas.microsoft.com/office/drawing/2014/main" id="{6E2B9A7B-1C02-105A-9F71-06B0368C1AAE}"/>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9" name="Freeform 4138">
              <a:extLst>
                <a:ext uri="{FF2B5EF4-FFF2-40B4-BE49-F238E27FC236}">
                  <a16:creationId xmlns:a16="http://schemas.microsoft.com/office/drawing/2014/main" id="{705DA7C9-53F5-BD3B-D3BF-F97765B28872}"/>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40" name="Freeform 4139">
              <a:extLst>
                <a:ext uri="{FF2B5EF4-FFF2-40B4-BE49-F238E27FC236}">
                  <a16:creationId xmlns:a16="http://schemas.microsoft.com/office/drawing/2014/main" id="{6FC13308-E22E-98E5-0A57-03525858FDD9}"/>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41" name="Freeform 4140">
              <a:extLst>
                <a:ext uri="{FF2B5EF4-FFF2-40B4-BE49-F238E27FC236}">
                  <a16:creationId xmlns:a16="http://schemas.microsoft.com/office/drawing/2014/main" id="{CBE03EE6-3CB7-E901-DC27-3DE8CF03B009}"/>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2" name="Picture Placeholder 98">
            <a:extLst>
              <a:ext uri="{FF2B5EF4-FFF2-40B4-BE49-F238E27FC236}">
                <a16:creationId xmlns:a16="http://schemas.microsoft.com/office/drawing/2014/main" id="{789B11F7-D245-1A45-D03C-E933C203E56C}"/>
              </a:ext>
            </a:extLst>
          </p:cNvPr>
          <p:cNvSpPr>
            <a:spLocks noGrp="1"/>
          </p:cNvSpPr>
          <p:nvPr>
            <p:ph type="pic" sz="quarter" idx="21" hasCustomPrompt="1"/>
          </p:nvPr>
        </p:nvSpPr>
        <p:spPr>
          <a:xfrm>
            <a:off x="3724105" y="5215565"/>
            <a:ext cx="2043112" cy="679450"/>
          </a:xfrm>
        </p:spPr>
        <p:txBody>
          <a:bodyPr anchor="ctr">
            <a:normAutofit/>
          </a:bodyPr>
          <a:lstStyle>
            <a:lvl1pPr algn="ctr">
              <a:lnSpc>
                <a:spcPct val="100000"/>
              </a:lnSpc>
              <a:defRPr sz="1200" b="0"/>
            </a:lvl1pPr>
          </a:lstStyle>
          <a:p>
            <a:r>
              <a:rPr lang="en-US" dirty="0"/>
              <a:t>Insert partner logo</a:t>
            </a:r>
          </a:p>
        </p:txBody>
      </p:sp>
      <p:pic>
        <p:nvPicPr>
          <p:cNvPr id="4" name="Picture 3">
            <a:extLst>
              <a:ext uri="{FF2B5EF4-FFF2-40B4-BE49-F238E27FC236}">
                <a16:creationId xmlns:a16="http://schemas.microsoft.com/office/drawing/2014/main" id="{397E3624-294C-0F1E-5910-D4DCF748E1B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82684" y="5221179"/>
            <a:ext cx="2006258" cy="608456"/>
          </a:xfrm>
          <a:prstGeom prst="rect">
            <a:avLst/>
          </a:prstGeom>
        </p:spPr>
      </p:pic>
    </p:spTree>
    <p:extLst>
      <p:ext uri="{BB962C8B-B14F-4D97-AF65-F5344CB8AC3E}">
        <p14:creationId xmlns:p14="http://schemas.microsoft.com/office/powerpoint/2010/main" val="3041365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017350F-84C2-5A73-F55A-EB06751686C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b="831"/>
          <a:stretch/>
        </p:blipFill>
        <p:spPr>
          <a:xfrm>
            <a:off x="0" y="59754"/>
            <a:ext cx="12192000" cy="6811693"/>
          </a:xfrm>
          <a:prstGeom prst="rect">
            <a:avLst/>
          </a:prstGeom>
          <a:solidFill>
            <a:schemeClr val="accent4"/>
          </a:solidFill>
        </p:spPr>
      </p:pic>
      <p:sp>
        <p:nvSpPr>
          <p:cNvPr id="7" name="Text Placeholder 13">
            <a:extLst>
              <a:ext uri="{FF2B5EF4-FFF2-40B4-BE49-F238E27FC236}">
                <a16:creationId xmlns:a16="http://schemas.microsoft.com/office/drawing/2014/main" id="{C0F11DD1-76E6-8B91-7B1A-110FE227DB93}"/>
              </a:ext>
            </a:extLst>
          </p:cNvPr>
          <p:cNvSpPr>
            <a:spLocks noGrp="1"/>
          </p:cNvSpPr>
          <p:nvPr>
            <p:ph type="body" sz="quarter" idx="19" hasCustomPrompt="1"/>
          </p:nvPr>
        </p:nvSpPr>
        <p:spPr>
          <a:xfrm>
            <a:off x="8286752" y="2957596"/>
            <a:ext cx="3770570" cy="742775"/>
          </a:xfrm>
        </p:spPr>
        <p:txBody>
          <a:bodyPr anchor="ctr">
            <a:normAutofit/>
          </a:bodyPr>
          <a:lstStyle>
            <a:lvl1pPr algn="ctr">
              <a:defRPr sz="2400" b="1" i="0">
                <a:solidFill>
                  <a:schemeClr val="bg1"/>
                </a:solidFill>
                <a:latin typeface="Montserrat ExtraBold" pitchFamily="2" charset="77"/>
                <a:cs typeface="Gotham Black" pitchFamily="2" charset="0"/>
              </a:defRPr>
            </a:lvl1pPr>
          </a:lstStyle>
          <a:p>
            <a:pPr lvl="0"/>
            <a:r>
              <a:rPr lang="en-US" dirty="0"/>
              <a:t>Capabilities</a:t>
            </a:r>
          </a:p>
        </p:txBody>
      </p:sp>
      <p:sp>
        <p:nvSpPr>
          <p:cNvPr id="8" name="Picture Placeholder 98">
            <a:extLst>
              <a:ext uri="{FF2B5EF4-FFF2-40B4-BE49-F238E27FC236}">
                <a16:creationId xmlns:a16="http://schemas.microsoft.com/office/drawing/2014/main" id="{169C8369-4524-0081-9D23-38D97BC6AA1B}"/>
              </a:ext>
            </a:extLst>
          </p:cNvPr>
          <p:cNvSpPr>
            <a:spLocks noGrp="1"/>
          </p:cNvSpPr>
          <p:nvPr>
            <p:ph type="pic" sz="quarter" idx="21" hasCustomPrompt="1"/>
          </p:nvPr>
        </p:nvSpPr>
        <p:spPr>
          <a:xfrm>
            <a:off x="9150481" y="5704662"/>
            <a:ext cx="2043112" cy="679450"/>
          </a:xfrm>
        </p:spPr>
        <p:txBody>
          <a:bodyPr anchor="ctr">
            <a:normAutofit/>
          </a:bodyPr>
          <a:lstStyle>
            <a:lvl1pPr algn="ctr">
              <a:lnSpc>
                <a:spcPct val="100000"/>
              </a:lnSpc>
              <a:defRPr sz="1200" b="0"/>
            </a:lvl1pPr>
          </a:lstStyle>
          <a:p>
            <a:r>
              <a:rPr lang="en-US" dirty="0"/>
              <a:t>Insert partner logo</a:t>
            </a:r>
          </a:p>
        </p:txBody>
      </p:sp>
    </p:spTree>
    <p:extLst>
      <p:ext uri="{BB962C8B-B14F-4D97-AF65-F5344CB8AC3E}">
        <p14:creationId xmlns:p14="http://schemas.microsoft.com/office/powerpoint/2010/main" val="384705647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31F355C5-4CDD-1C12-9338-0C1E2A09735A}"/>
              </a:ext>
            </a:extLst>
          </p:cNvPr>
          <p:cNvGrpSpPr/>
          <p:nvPr userDrawn="1"/>
        </p:nvGrpSpPr>
        <p:grpSpPr>
          <a:xfrm>
            <a:off x="1582770" y="3519455"/>
            <a:ext cx="3327334" cy="235269"/>
            <a:chOff x="5239046" y="4868069"/>
            <a:chExt cx="1717557" cy="121445"/>
          </a:xfrm>
        </p:grpSpPr>
        <p:sp>
          <p:nvSpPr>
            <p:cNvPr id="27" name="Graphic 12">
              <a:extLst>
                <a:ext uri="{FF2B5EF4-FFF2-40B4-BE49-F238E27FC236}">
                  <a16:creationId xmlns:a16="http://schemas.microsoft.com/office/drawing/2014/main" id="{3CDCA3B4-59BE-B8ED-019C-2D8A7C758885}"/>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28" name="Straight Connector 27">
              <a:extLst>
                <a:ext uri="{FF2B5EF4-FFF2-40B4-BE49-F238E27FC236}">
                  <a16:creationId xmlns:a16="http://schemas.microsoft.com/office/drawing/2014/main" id="{185BBC07-2575-D089-C1EA-4CCBA08625F3}"/>
                </a:ext>
              </a:extLst>
            </p:cNvPr>
            <p:cNvCxnSpPr>
              <a:cxnSpLocks/>
            </p:cNvCxnSpPr>
            <p:nvPr/>
          </p:nvCxnSpPr>
          <p:spPr>
            <a:xfrm>
              <a:off x="6248788"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8B65ACC-A074-A456-2A28-99F533DFF067}"/>
                </a:ext>
              </a:extLst>
            </p:cNvPr>
            <p:cNvCxnSpPr>
              <a:cxnSpLocks/>
            </p:cNvCxnSpPr>
            <p:nvPr/>
          </p:nvCxnSpPr>
          <p:spPr>
            <a:xfrm>
              <a:off x="5239046"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30" name="Text Placeholder 13">
            <a:extLst>
              <a:ext uri="{FF2B5EF4-FFF2-40B4-BE49-F238E27FC236}">
                <a16:creationId xmlns:a16="http://schemas.microsoft.com/office/drawing/2014/main" id="{9C06C348-B417-16F6-A702-F83609EA0955}"/>
              </a:ext>
            </a:extLst>
          </p:cNvPr>
          <p:cNvSpPr>
            <a:spLocks noGrp="1"/>
          </p:cNvSpPr>
          <p:nvPr>
            <p:ph type="body" sz="quarter" idx="19" hasCustomPrompt="1"/>
          </p:nvPr>
        </p:nvSpPr>
        <p:spPr>
          <a:xfrm>
            <a:off x="387350" y="1940145"/>
            <a:ext cx="5740543" cy="1397000"/>
          </a:xfrm>
        </p:spPr>
        <p:txBody>
          <a:bodyPr anchor="ctr">
            <a:normAutofit/>
          </a:bodyPr>
          <a:lstStyle>
            <a:lvl1pPr algn="ctr">
              <a:lnSpc>
                <a:spcPts val="3620"/>
              </a:lnSpc>
              <a:defRPr sz="3600" b="1" i="0">
                <a:solidFill>
                  <a:schemeClr val="bg1"/>
                </a:solidFill>
                <a:latin typeface="Montserrat ExtraBold" pitchFamily="2" charset="77"/>
                <a:cs typeface="Gotham Black" pitchFamily="2" charset="0"/>
              </a:defRPr>
            </a:lvl1pPr>
          </a:lstStyle>
          <a:p>
            <a:pPr lvl="0"/>
            <a:r>
              <a:rPr lang="en-US" dirty="0"/>
              <a:t>Headline in Montserrat </a:t>
            </a:r>
            <a:br>
              <a:rPr lang="en-US" dirty="0"/>
            </a:br>
            <a:r>
              <a:rPr lang="en-US" dirty="0"/>
              <a:t>extra bold 36pt</a:t>
            </a:r>
          </a:p>
        </p:txBody>
      </p:sp>
      <p:sp>
        <p:nvSpPr>
          <p:cNvPr id="31" name="Text Placeholder 15">
            <a:extLst>
              <a:ext uri="{FF2B5EF4-FFF2-40B4-BE49-F238E27FC236}">
                <a16:creationId xmlns:a16="http://schemas.microsoft.com/office/drawing/2014/main" id="{2EA18019-A495-C07C-A651-F8E2A59AF5EE}"/>
              </a:ext>
            </a:extLst>
          </p:cNvPr>
          <p:cNvSpPr>
            <a:spLocks noGrp="1"/>
          </p:cNvSpPr>
          <p:nvPr>
            <p:ph type="body" sz="quarter" idx="20" hasCustomPrompt="1"/>
          </p:nvPr>
        </p:nvSpPr>
        <p:spPr>
          <a:xfrm>
            <a:off x="387350" y="3897367"/>
            <a:ext cx="5718174" cy="752475"/>
          </a:xfrm>
        </p:spPr>
        <p:txBody>
          <a:bodyPr anchor="ctr">
            <a:normAutofit/>
          </a:bodyPr>
          <a:lstStyle>
            <a:lvl1pPr algn="ctr">
              <a:lnSpc>
                <a:spcPct val="100000"/>
              </a:lnSpc>
              <a:defRPr sz="2100" b="1" i="0">
                <a:solidFill>
                  <a:schemeClr val="bg1"/>
                </a:solidFill>
                <a:latin typeface="Montserrat" pitchFamily="2" charset="77"/>
                <a:cs typeface="Gotham Bold" pitchFamily="2" charset="0"/>
              </a:defRPr>
            </a:lvl1pPr>
          </a:lstStyle>
          <a:p>
            <a:pPr lvl="0"/>
            <a:r>
              <a:rPr lang="en-US" dirty="0"/>
              <a:t>00.00.00</a:t>
            </a:r>
          </a:p>
        </p:txBody>
      </p:sp>
      <p:grpSp>
        <p:nvGrpSpPr>
          <p:cNvPr id="4121" name="Graphic 4119">
            <a:extLst>
              <a:ext uri="{FF2B5EF4-FFF2-40B4-BE49-F238E27FC236}">
                <a16:creationId xmlns:a16="http://schemas.microsoft.com/office/drawing/2014/main" id="{655FE7C8-9998-712C-A86A-E489D6C85AAF}"/>
              </a:ext>
            </a:extLst>
          </p:cNvPr>
          <p:cNvGrpSpPr/>
          <p:nvPr/>
        </p:nvGrpSpPr>
        <p:grpSpPr>
          <a:xfrm>
            <a:off x="2246142" y="1389753"/>
            <a:ext cx="1977860" cy="528838"/>
            <a:chOff x="2178742" y="-1107180"/>
            <a:chExt cx="2171851" cy="580707"/>
          </a:xfrm>
          <a:solidFill>
            <a:schemeClr val="tx1"/>
          </a:solidFill>
        </p:grpSpPr>
        <p:sp>
          <p:nvSpPr>
            <p:cNvPr id="4122" name="Freeform 4121">
              <a:extLst>
                <a:ext uri="{FF2B5EF4-FFF2-40B4-BE49-F238E27FC236}">
                  <a16:creationId xmlns:a16="http://schemas.microsoft.com/office/drawing/2014/main" id="{CC14F4C2-AA45-3D9D-AA2C-89823388DE97}"/>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3" name="Freeform 4122">
              <a:extLst>
                <a:ext uri="{FF2B5EF4-FFF2-40B4-BE49-F238E27FC236}">
                  <a16:creationId xmlns:a16="http://schemas.microsoft.com/office/drawing/2014/main" id="{78EFEBC4-9679-62FB-A9F5-E9E8569EA8DA}"/>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4" name="Freeform 4123">
              <a:extLst>
                <a:ext uri="{FF2B5EF4-FFF2-40B4-BE49-F238E27FC236}">
                  <a16:creationId xmlns:a16="http://schemas.microsoft.com/office/drawing/2014/main" id="{D943B897-0B55-4DE6-AA0E-D8C570D15FD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5" name="Freeform 4124">
              <a:extLst>
                <a:ext uri="{FF2B5EF4-FFF2-40B4-BE49-F238E27FC236}">
                  <a16:creationId xmlns:a16="http://schemas.microsoft.com/office/drawing/2014/main" id="{D5B21B86-EE8C-E181-B664-20035B22B594}"/>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6" name="Freeform 4125">
              <a:extLst>
                <a:ext uri="{FF2B5EF4-FFF2-40B4-BE49-F238E27FC236}">
                  <a16:creationId xmlns:a16="http://schemas.microsoft.com/office/drawing/2014/main" id="{D51880F6-FF12-37E5-32E3-E86A2B88051D}"/>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7" name="Freeform 4126">
              <a:extLst>
                <a:ext uri="{FF2B5EF4-FFF2-40B4-BE49-F238E27FC236}">
                  <a16:creationId xmlns:a16="http://schemas.microsoft.com/office/drawing/2014/main" id="{00021140-6718-0DF9-443E-41AACA416173}"/>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8" name="Freeform 4127">
              <a:extLst>
                <a:ext uri="{FF2B5EF4-FFF2-40B4-BE49-F238E27FC236}">
                  <a16:creationId xmlns:a16="http://schemas.microsoft.com/office/drawing/2014/main" id="{A718CE0A-B49A-2812-E994-2CF75DA4CFB4}"/>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29" name="Freeform 4128">
              <a:extLst>
                <a:ext uri="{FF2B5EF4-FFF2-40B4-BE49-F238E27FC236}">
                  <a16:creationId xmlns:a16="http://schemas.microsoft.com/office/drawing/2014/main" id="{FB015F4B-45B1-E5A7-FEC8-078538999611}"/>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0" name="Freeform 4129">
              <a:extLst>
                <a:ext uri="{FF2B5EF4-FFF2-40B4-BE49-F238E27FC236}">
                  <a16:creationId xmlns:a16="http://schemas.microsoft.com/office/drawing/2014/main" id="{281EB6A2-35A7-3C15-DEA4-C45082C633DB}"/>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1" name="Freeform 4130">
              <a:extLst>
                <a:ext uri="{FF2B5EF4-FFF2-40B4-BE49-F238E27FC236}">
                  <a16:creationId xmlns:a16="http://schemas.microsoft.com/office/drawing/2014/main" id="{E0FECF6C-F834-CE97-0624-344DAE45043E}"/>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2" name="Freeform 4131">
              <a:extLst>
                <a:ext uri="{FF2B5EF4-FFF2-40B4-BE49-F238E27FC236}">
                  <a16:creationId xmlns:a16="http://schemas.microsoft.com/office/drawing/2014/main" id="{36476CB0-F461-43C2-A2FF-1C0B0EA26BC6}"/>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3" name="Freeform 4132">
              <a:extLst>
                <a:ext uri="{FF2B5EF4-FFF2-40B4-BE49-F238E27FC236}">
                  <a16:creationId xmlns:a16="http://schemas.microsoft.com/office/drawing/2014/main" id="{A3A82ED0-04BB-DF2D-D61F-29AAD28423B3}"/>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4" name="Freeform 4133">
              <a:extLst>
                <a:ext uri="{FF2B5EF4-FFF2-40B4-BE49-F238E27FC236}">
                  <a16:creationId xmlns:a16="http://schemas.microsoft.com/office/drawing/2014/main" id="{B793EE96-F832-B272-85F7-391AF43007F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5" name="Freeform 4134">
              <a:extLst>
                <a:ext uri="{FF2B5EF4-FFF2-40B4-BE49-F238E27FC236}">
                  <a16:creationId xmlns:a16="http://schemas.microsoft.com/office/drawing/2014/main" id="{8BA7E49D-95CC-17D1-BDD9-6AA4F5732716}"/>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6" name="Freeform 4135">
              <a:extLst>
                <a:ext uri="{FF2B5EF4-FFF2-40B4-BE49-F238E27FC236}">
                  <a16:creationId xmlns:a16="http://schemas.microsoft.com/office/drawing/2014/main" id="{DE8A9C66-EF39-DE9E-3E7A-F649C6D3F11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7" name="Freeform 4136">
              <a:extLst>
                <a:ext uri="{FF2B5EF4-FFF2-40B4-BE49-F238E27FC236}">
                  <a16:creationId xmlns:a16="http://schemas.microsoft.com/office/drawing/2014/main" id="{9485E1A8-3A61-EA09-AB59-DF5F70D695B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8" name="Freeform 4137">
              <a:extLst>
                <a:ext uri="{FF2B5EF4-FFF2-40B4-BE49-F238E27FC236}">
                  <a16:creationId xmlns:a16="http://schemas.microsoft.com/office/drawing/2014/main" id="{6E2B9A7B-1C02-105A-9F71-06B0368C1AAE}"/>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39" name="Freeform 4138">
              <a:extLst>
                <a:ext uri="{FF2B5EF4-FFF2-40B4-BE49-F238E27FC236}">
                  <a16:creationId xmlns:a16="http://schemas.microsoft.com/office/drawing/2014/main" id="{705DA7C9-53F5-BD3B-D3BF-F97765B28872}"/>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40" name="Freeform 4139">
              <a:extLst>
                <a:ext uri="{FF2B5EF4-FFF2-40B4-BE49-F238E27FC236}">
                  <a16:creationId xmlns:a16="http://schemas.microsoft.com/office/drawing/2014/main" id="{6FC13308-E22E-98E5-0A57-03525858FDD9}"/>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141" name="Freeform 4140">
              <a:extLst>
                <a:ext uri="{FF2B5EF4-FFF2-40B4-BE49-F238E27FC236}">
                  <a16:creationId xmlns:a16="http://schemas.microsoft.com/office/drawing/2014/main" id="{CBE03EE6-3CB7-E901-DC27-3DE8CF03B009}"/>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2" name="Picture Placeholder 98">
            <a:extLst>
              <a:ext uri="{FF2B5EF4-FFF2-40B4-BE49-F238E27FC236}">
                <a16:creationId xmlns:a16="http://schemas.microsoft.com/office/drawing/2014/main" id="{789B11F7-D245-1A45-D03C-E933C203E56C}"/>
              </a:ext>
            </a:extLst>
          </p:cNvPr>
          <p:cNvSpPr>
            <a:spLocks noGrp="1"/>
          </p:cNvSpPr>
          <p:nvPr>
            <p:ph type="pic" sz="quarter" idx="21" hasCustomPrompt="1"/>
          </p:nvPr>
        </p:nvSpPr>
        <p:spPr>
          <a:xfrm>
            <a:off x="3724105" y="5215565"/>
            <a:ext cx="2043112" cy="679450"/>
          </a:xfrm>
        </p:spPr>
        <p:txBody>
          <a:bodyPr anchor="ctr">
            <a:normAutofit/>
          </a:bodyPr>
          <a:lstStyle>
            <a:lvl1pPr algn="ctr">
              <a:lnSpc>
                <a:spcPct val="100000"/>
              </a:lnSpc>
              <a:defRPr sz="1200" b="0"/>
            </a:lvl1pPr>
          </a:lstStyle>
          <a:p>
            <a:r>
              <a:rPr lang="en-US" dirty="0"/>
              <a:t>Insert partner logo</a:t>
            </a:r>
          </a:p>
        </p:txBody>
      </p:sp>
      <p:pic>
        <p:nvPicPr>
          <p:cNvPr id="4" name="Picture 3">
            <a:extLst>
              <a:ext uri="{FF2B5EF4-FFF2-40B4-BE49-F238E27FC236}">
                <a16:creationId xmlns:a16="http://schemas.microsoft.com/office/drawing/2014/main" id="{397E3624-294C-0F1E-5910-D4DCF748E1B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82684" y="5221179"/>
            <a:ext cx="2006258" cy="608456"/>
          </a:xfrm>
          <a:prstGeom prst="rect">
            <a:avLst/>
          </a:prstGeom>
        </p:spPr>
      </p:pic>
      <p:sp>
        <p:nvSpPr>
          <p:cNvPr id="5" name="Picture Placeholder 7">
            <a:extLst>
              <a:ext uri="{FF2B5EF4-FFF2-40B4-BE49-F238E27FC236}">
                <a16:creationId xmlns:a16="http://schemas.microsoft.com/office/drawing/2014/main" id="{226FEEE6-F94C-6B58-DAA6-18CFCC0C6C88}"/>
              </a:ext>
            </a:extLst>
          </p:cNvPr>
          <p:cNvSpPr>
            <a:spLocks noGrp="1"/>
          </p:cNvSpPr>
          <p:nvPr>
            <p:ph type="pic" sz="quarter" idx="15" hasCustomPrompt="1"/>
          </p:nvPr>
        </p:nvSpPr>
        <p:spPr>
          <a:xfrm>
            <a:off x="6126020" y="298449"/>
            <a:ext cx="5740543" cy="6187805"/>
          </a:xfrm>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Tree>
    <p:extLst>
      <p:ext uri="{BB962C8B-B14F-4D97-AF65-F5344CB8AC3E}">
        <p14:creationId xmlns:p14="http://schemas.microsoft.com/office/powerpoint/2010/main" val="2673779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761CAF7D-9AA4-9816-1293-461671E7EBC1}"/>
              </a:ext>
            </a:extLst>
          </p:cNvPr>
          <p:cNvGrpSpPr/>
          <p:nvPr/>
        </p:nvGrpSpPr>
        <p:grpSpPr>
          <a:xfrm>
            <a:off x="3388133" y="3764678"/>
            <a:ext cx="5558604" cy="235269"/>
            <a:chOff x="4659618" y="4868069"/>
            <a:chExt cx="2869330" cy="121445"/>
          </a:xfrm>
        </p:grpSpPr>
        <p:sp>
          <p:nvSpPr>
            <p:cNvPr id="20" name="Graphic 12">
              <a:extLst>
                <a:ext uri="{FF2B5EF4-FFF2-40B4-BE49-F238E27FC236}">
                  <a16:creationId xmlns:a16="http://schemas.microsoft.com/office/drawing/2014/main" id="{4AAD3704-EE9F-DA04-C47B-5AEECD4C9BB6}"/>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21" name="Straight Connector 20">
              <a:extLst>
                <a:ext uri="{FF2B5EF4-FFF2-40B4-BE49-F238E27FC236}">
                  <a16:creationId xmlns:a16="http://schemas.microsoft.com/office/drawing/2014/main" id="{E8432F54-AA61-2802-9484-CED053B44A41}"/>
                </a:ext>
              </a:extLst>
            </p:cNvPr>
            <p:cNvCxnSpPr/>
            <p:nvPr/>
          </p:nvCxnSpPr>
          <p:spPr>
            <a:xfrm>
              <a:off x="624878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8236BCA-C0E3-DC7A-42C2-9CA681D3981A}"/>
                </a:ext>
              </a:extLst>
            </p:cNvPr>
            <p:cNvCxnSpPr/>
            <p:nvPr/>
          </p:nvCxnSpPr>
          <p:spPr>
            <a:xfrm>
              <a:off x="465961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7" name="Text Placeholder 26">
            <a:extLst>
              <a:ext uri="{FF2B5EF4-FFF2-40B4-BE49-F238E27FC236}">
                <a16:creationId xmlns:a16="http://schemas.microsoft.com/office/drawing/2014/main" id="{15C197D2-BD57-A4A0-28C5-81A5108E1758}"/>
              </a:ext>
            </a:extLst>
          </p:cNvPr>
          <p:cNvSpPr>
            <a:spLocks noGrp="1"/>
          </p:cNvSpPr>
          <p:nvPr>
            <p:ph type="body" sz="quarter" idx="16" hasCustomPrompt="1"/>
          </p:nvPr>
        </p:nvSpPr>
        <p:spPr>
          <a:xfrm>
            <a:off x="0" y="2252493"/>
            <a:ext cx="12192000" cy="1397180"/>
          </a:xfrm>
        </p:spPr>
        <p:txBody>
          <a:bodyPr anchor="ctr">
            <a:normAutofit/>
          </a:bodyPr>
          <a:lstStyle>
            <a:lvl1pPr algn="ctr">
              <a:lnSpc>
                <a:spcPts val="4900"/>
              </a:lnSpc>
              <a:defRPr sz="4800" b="1" i="0">
                <a:solidFill>
                  <a:schemeClr val="bg1"/>
                </a:solidFill>
                <a:latin typeface="Montserrat ExtraBold" pitchFamily="2" charset="77"/>
              </a:defRPr>
            </a:lvl1pPr>
          </a:lstStyle>
          <a:p>
            <a:pPr lvl="0"/>
            <a:r>
              <a:rPr lang="en-US" dirty="0"/>
              <a:t>Cover Headline in</a:t>
            </a:r>
            <a:br>
              <a:rPr lang="en-US" dirty="0"/>
            </a:br>
            <a:r>
              <a:rPr lang="en-US" dirty="0"/>
              <a:t>Montserrat extra bold 48pt </a:t>
            </a:r>
          </a:p>
        </p:txBody>
      </p:sp>
      <p:sp>
        <p:nvSpPr>
          <p:cNvPr id="29" name="Text Placeholder 28">
            <a:extLst>
              <a:ext uri="{FF2B5EF4-FFF2-40B4-BE49-F238E27FC236}">
                <a16:creationId xmlns:a16="http://schemas.microsoft.com/office/drawing/2014/main" id="{828744D2-4B99-5EAC-AEC4-546BA0A17E9F}"/>
              </a:ext>
            </a:extLst>
          </p:cNvPr>
          <p:cNvSpPr>
            <a:spLocks noGrp="1"/>
          </p:cNvSpPr>
          <p:nvPr>
            <p:ph type="body" sz="quarter" idx="17" hasCustomPrompt="1"/>
          </p:nvPr>
        </p:nvSpPr>
        <p:spPr>
          <a:xfrm>
            <a:off x="0" y="4157336"/>
            <a:ext cx="12192000" cy="496887"/>
          </a:xfrm>
        </p:spPr>
        <p:txBody>
          <a:bodyPr anchor="ctr">
            <a:normAutofit/>
          </a:bodyPr>
          <a:lstStyle>
            <a:lvl1pPr algn="ctr">
              <a:lnSpc>
                <a:spcPct val="100000"/>
              </a:lnSpc>
              <a:defRPr sz="1800" b="1" i="0">
                <a:solidFill>
                  <a:schemeClr val="accent2"/>
                </a:solidFill>
                <a:latin typeface="Montserrat" pitchFamily="2" charset="77"/>
              </a:defRPr>
            </a:lvl1pPr>
          </a:lstStyle>
          <a:p>
            <a:pPr lvl="0"/>
            <a:r>
              <a:rPr lang="en-US" dirty="0"/>
              <a:t>Subhead in Montserrat Bold 18pt</a:t>
            </a:r>
          </a:p>
        </p:txBody>
      </p:sp>
      <p:pic>
        <p:nvPicPr>
          <p:cNvPr id="64" name="Graphic 63">
            <a:extLst>
              <a:ext uri="{FF2B5EF4-FFF2-40B4-BE49-F238E27FC236}">
                <a16:creationId xmlns:a16="http://schemas.microsoft.com/office/drawing/2014/main" id="{5D3D0D93-D07E-74C5-126C-9B2EF7FE9FF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4935133" y="5297580"/>
            <a:ext cx="2462784" cy="837348"/>
          </a:xfrm>
          <a:prstGeom prst="rect">
            <a:avLst/>
          </a:prstGeom>
        </p:spPr>
      </p:pic>
      <p:sp>
        <p:nvSpPr>
          <p:cNvPr id="65" name="Rectangle 64">
            <a:extLst>
              <a:ext uri="{FF2B5EF4-FFF2-40B4-BE49-F238E27FC236}">
                <a16:creationId xmlns:a16="http://schemas.microsoft.com/office/drawing/2014/main" id="{33C779E3-E793-1F8E-C30C-82801AAD5C86}"/>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66" name="Graphic 4119">
            <a:extLst>
              <a:ext uri="{FF2B5EF4-FFF2-40B4-BE49-F238E27FC236}">
                <a16:creationId xmlns:a16="http://schemas.microsoft.com/office/drawing/2014/main" id="{1832634C-8DCD-BC3F-34BF-29A35DEE82B9}"/>
              </a:ext>
            </a:extLst>
          </p:cNvPr>
          <p:cNvGrpSpPr/>
          <p:nvPr userDrawn="1"/>
        </p:nvGrpSpPr>
        <p:grpSpPr>
          <a:xfrm>
            <a:off x="5095703" y="1729308"/>
            <a:ext cx="1977860" cy="528838"/>
            <a:chOff x="2178742" y="-1107180"/>
            <a:chExt cx="2171851" cy="580707"/>
          </a:xfrm>
          <a:solidFill>
            <a:schemeClr val="tx1"/>
          </a:solidFill>
        </p:grpSpPr>
        <p:sp>
          <p:nvSpPr>
            <p:cNvPr id="67" name="Freeform 66">
              <a:extLst>
                <a:ext uri="{FF2B5EF4-FFF2-40B4-BE49-F238E27FC236}">
                  <a16:creationId xmlns:a16="http://schemas.microsoft.com/office/drawing/2014/main" id="{2E0C1AC8-A2C8-C5F6-8206-06AEAF78FE0A}"/>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FC6AA5F5-A775-8FD1-BF18-6D7AE688265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7955F97A-17F2-1D69-A4F3-D05A1E75890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D33900D4-1233-AC64-486A-BF4733AA6D04}"/>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9365369F-62EC-DE43-3A46-D9CDF6089C8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DBCBB165-FC3C-F627-9BFB-2936863B10DC}"/>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05181F66-21DD-E4C7-BE0D-A27714BDD976}"/>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82044DD9-EF7C-3E67-0855-861BA9FFDF4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4432AB96-2BBC-4467-3004-F9DEA82DA135}"/>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EED7F568-C79C-B13A-6EB2-BD6CE1D63114}"/>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34C95445-5A80-9427-5EBC-AEBCE68F35B4}"/>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65FF8749-0B95-586E-CBFF-670212EF2786}"/>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D9E46992-108C-D9BD-34F8-AAAD41F5072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80AECA3D-9D69-CA92-9766-C2577ECC44D9}"/>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E712BE00-4DFF-7719-E36B-FE6E937DA71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4D819646-4AE4-EB17-777A-12268C81722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EFF838E1-46B2-238A-192B-C50B2CBA8B39}"/>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691F3AF7-DBD3-FC0C-011A-1A091C62B9FE}"/>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A61C1D35-D798-4BE8-7EED-D885E6578051}"/>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97DDEED3-0F68-250D-6DB7-DE65585DB7B9}"/>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27504702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4" name="Picture Placeholder 4">
            <a:extLst>
              <a:ext uri="{FF2B5EF4-FFF2-40B4-BE49-F238E27FC236}">
                <a16:creationId xmlns:a16="http://schemas.microsoft.com/office/drawing/2014/main" id="{E42F088D-AC26-4C91-3ED8-A1CC7D5169B7}"/>
              </a:ext>
            </a:extLst>
          </p:cNvPr>
          <p:cNvSpPr>
            <a:spLocks noGrp="1"/>
          </p:cNvSpPr>
          <p:nvPr>
            <p:ph type="pic" sz="quarter" idx="17" hasCustomPrompt="1"/>
          </p:nvPr>
        </p:nvSpPr>
        <p:spPr>
          <a:xfrm>
            <a:off x="401638" y="365125"/>
            <a:ext cx="11388725" cy="6048375"/>
          </a:xfrm>
        </p:spPr>
        <p:txBody>
          <a:bodyPr anchor="t">
            <a:normAutofit/>
          </a:bodyPr>
          <a:lstStyle>
            <a:lvl1pPr algn="ctr">
              <a:lnSpc>
                <a:spcPct val="100000"/>
              </a:lnSpc>
              <a:defRPr sz="1400" b="0" i="0">
                <a:latin typeface="Montserrat" pitchFamily="2" charset="77"/>
              </a:defRPr>
            </a:lvl1pPr>
          </a:lstStyle>
          <a:p>
            <a:r>
              <a:rPr lang="en-US" dirty="0"/>
              <a:t>Click on icon in center to add image, then send to back for copy to display correctly</a:t>
            </a: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401636" y="2661729"/>
            <a:ext cx="11388725" cy="1376377"/>
          </a:xfrm>
        </p:spPr>
        <p:txBody>
          <a:bodyPr anchor="ctr">
            <a:noAutofit/>
          </a:bodyPr>
          <a:lstStyle>
            <a:lvl1pPr algn="ctr">
              <a:lnSpc>
                <a:spcPts val="4500"/>
              </a:lnSpc>
              <a:defRPr sz="4800" b="1" i="0">
                <a:solidFill>
                  <a:schemeClr val="bg1"/>
                </a:solidFill>
                <a:effectLst/>
                <a:latin typeface="Montserrat ExtraBold" pitchFamily="2" charset="77"/>
              </a:defRPr>
            </a:lvl1pPr>
          </a:lstStyle>
          <a:p>
            <a:pPr lvl="0"/>
            <a:r>
              <a:rPr lang="en-US" dirty="0"/>
              <a:t>Headline Here in </a:t>
            </a:r>
            <a:br>
              <a:rPr lang="en-US" dirty="0"/>
            </a:br>
            <a:r>
              <a:rPr lang="en-US" dirty="0"/>
              <a:t>Montserrat extra bold 48pt</a:t>
            </a:r>
          </a:p>
        </p:txBody>
      </p:sp>
      <p:sp>
        <p:nvSpPr>
          <p:cNvPr id="50" name="Slide Number Placeholder 4">
            <a:extLst>
              <a:ext uri="{FF2B5EF4-FFF2-40B4-BE49-F238E27FC236}">
                <a16:creationId xmlns:a16="http://schemas.microsoft.com/office/drawing/2014/main" id="{7D2DC3C6-977D-642D-41AF-8E96EB07F54B}"/>
              </a:ext>
            </a:extLst>
          </p:cNvPr>
          <p:cNvSpPr>
            <a:spLocks noGrp="1"/>
          </p:cNvSpPr>
          <p:nvPr>
            <p:ph type="sldNum" sz="quarter" idx="4"/>
          </p:nvPr>
        </p:nvSpPr>
        <p:spPr>
          <a:xfrm>
            <a:off x="8610600" y="6368542"/>
            <a:ext cx="2743200" cy="365125"/>
          </a:xfrm>
          <a:prstGeom prst="rect">
            <a:avLst/>
          </a:prstGeom>
        </p:spPr>
        <p:txBody>
          <a:bodyPr vert="horz" lIns="91440" tIns="45720" rIns="91440" bIns="45720" rtlCol="0" anchor="ctr"/>
          <a:lstStyle>
            <a:lvl1pPr algn="r">
              <a:defRPr sz="1200" b="0" i="0">
                <a:solidFill>
                  <a:schemeClr val="accent6"/>
                </a:solidFill>
                <a:latin typeface="Montserrat" pitchFamily="2" charset="77"/>
              </a:defRPr>
            </a:lvl1pPr>
          </a:lstStyle>
          <a:p>
            <a:fld id="{7C880EF5-9874-874E-BB18-59724C37FBA3}" type="slidenum">
              <a:rPr lang="en-US" smtClean="0"/>
              <a:pPr/>
              <a:t>‹#›</a:t>
            </a:fld>
            <a:endParaRPr lang="en-US" dirty="0"/>
          </a:p>
        </p:txBody>
      </p:sp>
      <p:sp>
        <p:nvSpPr>
          <p:cNvPr id="55" name="Rectangle 54">
            <a:extLst>
              <a:ext uri="{FF2B5EF4-FFF2-40B4-BE49-F238E27FC236}">
                <a16:creationId xmlns:a16="http://schemas.microsoft.com/office/drawing/2014/main" id="{F4461F10-051F-0B9D-C7D5-251A07D12543}"/>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Tree>
    <p:extLst>
      <p:ext uri="{BB962C8B-B14F-4D97-AF65-F5344CB8AC3E}">
        <p14:creationId xmlns:p14="http://schemas.microsoft.com/office/powerpoint/2010/main" val="36233701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3_Title Slide">
    <p:spTree>
      <p:nvGrpSpPr>
        <p:cNvPr id="1" name=""/>
        <p:cNvGrpSpPr/>
        <p:nvPr/>
      </p:nvGrpSpPr>
      <p:grpSpPr>
        <a:xfrm>
          <a:off x="0" y="0"/>
          <a:ext cx="0" cy="0"/>
          <a:chOff x="0" y="0"/>
          <a:chExt cx="0" cy="0"/>
        </a:xfrm>
      </p:grpSpPr>
      <p:pic>
        <p:nvPicPr>
          <p:cNvPr id="5" name="Picture 4" descr="Logo&#10;&#10;Description automatically generated">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0" y="0"/>
            <a:ext cx="12192000" cy="6778038"/>
          </a:xfrm>
          <a:prstGeom prst="rect">
            <a:avLst/>
          </a:prstGeom>
        </p:spPr>
      </p:pic>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44FF8C62-62ED-2F0C-5A40-ECB0719A9179}"/>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7C880EF5-9874-874E-BB18-59724C37FBA3}" type="slidenum">
              <a:rPr lang="en-US" smtClean="0"/>
              <a:pPr/>
              <a:t>‹#›</a:t>
            </a:fld>
            <a:endParaRPr lang="en-US" dirty="0"/>
          </a:p>
        </p:txBody>
      </p:sp>
      <p:sp>
        <p:nvSpPr>
          <p:cNvPr id="49" name="Rectangle 48">
            <a:extLst>
              <a:ext uri="{FF2B5EF4-FFF2-40B4-BE49-F238E27FC236}">
                <a16:creationId xmlns:a16="http://schemas.microsoft.com/office/drawing/2014/main" id="{B10B2B89-3CBB-0617-C53D-08EBDA0557BD}"/>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50" name="Graphic 4119">
            <a:extLst>
              <a:ext uri="{FF2B5EF4-FFF2-40B4-BE49-F238E27FC236}">
                <a16:creationId xmlns:a16="http://schemas.microsoft.com/office/drawing/2014/main" id="{AEFD14E3-ADB6-9CF8-555A-B45F4BECA4DB}"/>
              </a:ext>
            </a:extLst>
          </p:cNvPr>
          <p:cNvGrpSpPr/>
          <p:nvPr userDrawn="1"/>
        </p:nvGrpSpPr>
        <p:grpSpPr>
          <a:xfrm>
            <a:off x="4810142" y="1963058"/>
            <a:ext cx="2611186" cy="698176"/>
            <a:chOff x="2178742" y="-1107180"/>
            <a:chExt cx="2171851" cy="580707"/>
          </a:xfrm>
          <a:solidFill>
            <a:srgbClr val="FFFFFF"/>
          </a:solidFill>
        </p:grpSpPr>
        <p:sp>
          <p:nvSpPr>
            <p:cNvPr id="51" name="Freeform 50">
              <a:extLst>
                <a:ext uri="{FF2B5EF4-FFF2-40B4-BE49-F238E27FC236}">
                  <a16:creationId xmlns:a16="http://schemas.microsoft.com/office/drawing/2014/main" id="{D947E34C-8969-C670-A099-3C22B5E4309A}"/>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45BD7FD5-8C0C-4734-20CA-EE897BE6F4C2}"/>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85628B65-3C8E-8996-5119-CA34EB57146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CD7D61B1-8105-BD93-8C4B-3544C01DBC2F}"/>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957179AE-69BC-7B7F-B554-0D7BFD140534}"/>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3D1B08F7-9B7B-2C70-FA0D-F69BA4AD069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AED8EC5C-D7E3-E781-340E-47806F15202E}"/>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643E3568-E4D3-5ECD-6362-18890DC1D913}"/>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F92E865E-1115-677D-30E4-4F59C0B72BF5}"/>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942A3853-5099-8791-C4F4-72688EA4F4E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356C841B-B8EA-66A6-A1D4-5ECCEDD5AB67}"/>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B6F46FA5-9E2A-CE87-F55C-E611F0A45071}"/>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EB2AF0F2-3A39-114E-4B35-0EFF2D36A06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B884AB0E-6327-EA15-CCC9-30A350C87E77}"/>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EBDC4E2A-88C8-62FB-0350-E52C88A408D8}"/>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5FA40A87-FBD7-BD27-37F0-6B5218E5BCF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8B9415D5-4875-62AC-A450-05A3D0823716}"/>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998ACCEF-0FEA-6E31-C3BA-BCFD1783C069}"/>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3CBBBD4E-6DCB-025A-FC32-D8C59EA5B9E0}"/>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1446ADDB-B34D-2058-1A24-F767154FB83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21109093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4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101462"/>
            <a:ext cx="12192000" cy="6879499"/>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71502"/>
            <a:ext cx="12192000" cy="1365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7C880EF5-9874-874E-BB18-59724C37FBA3}" type="slidenum">
              <a:rPr lang="en-US" smtClean="0"/>
              <a:pPr/>
              <a:t>‹#›</a:t>
            </a:fld>
            <a:endParaRPr lang="en-US" dirty="0"/>
          </a:p>
        </p:txBody>
      </p:sp>
      <p:grpSp>
        <p:nvGrpSpPr>
          <p:cNvPr id="70" name="Graphic 4119">
            <a:extLst>
              <a:ext uri="{FF2B5EF4-FFF2-40B4-BE49-F238E27FC236}">
                <a16:creationId xmlns:a16="http://schemas.microsoft.com/office/drawing/2014/main" id="{2D295BF9-E91F-99C6-CD18-FB9B881B6801}"/>
              </a:ext>
            </a:extLst>
          </p:cNvPr>
          <p:cNvGrpSpPr/>
          <p:nvPr userDrawn="1"/>
        </p:nvGrpSpPr>
        <p:grpSpPr>
          <a:xfrm>
            <a:off x="4790360" y="1963553"/>
            <a:ext cx="2611186" cy="698176"/>
            <a:chOff x="2178742" y="-1107180"/>
            <a:chExt cx="2171851" cy="580707"/>
          </a:xfrm>
          <a:solidFill>
            <a:srgbClr val="FFFFFF"/>
          </a:solidFill>
        </p:grpSpPr>
        <p:sp>
          <p:nvSpPr>
            <p:cNvPr id="71" name="Freeform 70">
              <a:extLst>
                <a:ext uri="{FF2B5EF4-FFF2-40B4-BE49-F238E27FC236}">
                  <a16:creationId xmlns:a16="http://schemas.microsoft.com/office/drawing/2014/main" id="{CFA08D82-2707-48EA-AFCA-9939255BB2F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0BE102E8-0252-FF8E-5859-A45675B5C4F4}"/>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297CDA0E-002A-09DF-8DEC-685188FF2AA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7032B2F0-D67D-05F3-D25B-F0CD8A2BBF45}"/>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E09B98AC-4C41-E2ED-EB5B-5690CB39F210}"/>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529CC8E8-7451-A44F-135E-BCDB9082FBC4}"/>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3DAC48A1-4A0E-888B-C41C-748DCB8D3BA7}"/>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06D1D0FB-73CE-0110-31AD-CE58BE6002C0}"/>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C8D8D31A-0EA3-8D53-78F6-2EF20E5A4850}"/>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CAD2480E-8996-697D-E855-C241872905B7}"/>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2470F738-39DE-3D25-E3AF-E3567F2C0E62}"/>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9F4FECDD-5E83-D6F5-46A6-FBBD1EFAF6FF}"/>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09B919DC-B071-EAE7-BF51-06E75A574A65}"/>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5B15314A-4E5C-6F6B-026B-8E799BA0020B}"/>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2AF23383-A66C-CD6A-C8EB-0D71FBE7A10D}"/>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E2B7E9B2-BB43-203B-885F-8504D1B92EB9}"/>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7" name="Freeform 86">
              <a:extLst>
                <a:ext uri="{FF2B5EF4-FFF2-40B4-BE49-F238E27FC236}">
                  <a16:creationId xmlns:a16="http://schemas.microsoft.com/office/drawing/2014/main" id="{E5EB975B-48A0-1B6E-B40B-7053D96DBDC8}"/>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8" name="Freeform 87">
              <a:extLst>
                <a:ext uri="{FF2B5EF4-FFF2-40B4-BE49-F238E27FC236}">
                  <a16:creationId xmlns:a16="http://schemas.microsoft.com/office/drawing/2014/main" id="{BD10E668-CC7D-F66A-B768-888FCAD98BB4}"/>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9" name="Freeform 88">
              <a:extLst>
                <a:ext uri="{FF2B5EF4-FFF2-40B4-BE49-F238E27FC236}">
                  <a16:creationId xmlns:a16="http://schemas.microsoft.com/office/drawing/2014/main" id="{9DD2ABCD-A6FC-9695-28E6-8C8E94A883A5}"/>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0" name="Freeform 89">
              <a:extLst>
                <a:ext uri="{FF2B5EF4-FFF2-40B4-BE49-F238E27FC236}">
                  <a16:creationId xmlns:a16="http://schemas.microsoft.com/office/drawing/2014/main" id="{074574DE-23A7-C537-D487-BF6214E81ACE}"/>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26672389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5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101462"/>
            <a:ext cx="12192000" cy="6959461"/>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p:nvSpPr>
        <p:spPr>
          <a:xfrm>
            <a:off x="0" y="6758887"/>
            <a:ext cx="12192000" cy="136525"/>
          </a:xfrm>
          <a:prstGeom prst="rect">
            <a:avLst/>
          </a:prstGeom>
          <a:solidFill>
            <a:srgbClr val="C518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12F0344F-224E-490F-DD83-9F4076485DED}"/>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7C880EF5-9874-874E-BB18-59724C37FBA3}" type="slidenum">
              <a:rPr lang="en-US" smtClean="0"/>
              <a:pPr/>
              <a:t>‹#›</a:t>
            </a:fld>
            <a:endParaRPr lang="en-US" dirty="0"/>
          </a:p>
        </p:txBody>
      </p:sp>
      <p:grpSp>
        <p:nvGrpSpPr>
          <p:cNvPr id="3" name="Graphic 4119">
            <a:extLst>
              <a:ext uri="{FF2B5EF4-FFF2-40B4-BE49-F238E27FC236}">
                <a16:creationId xmlns:a16="http://schemas.microsoft.com/office/drawing/2014/main" id="{9EB8ED51-7D8D-E5E9-F61D-59B2CD6E23EF}"/>
              </a:ext>
            </a:extLst>
          </p:cNvPr>
          <p:cNvGrpSpPr/>
          <p:nvPr userDrawn="1"/>
        </p:nvGrpSpPr>
        <p:grpSpPr>
          <a:xfrm>
            <a:off x="4810142" y="1963058"/>
            <a:ext cx="2611186" cy="698176"/>
            <a:chOff x="2178742" y="-1107180"/>
            <a:chExt cx="2171851" cy="580707"/>
          </a:xfrm>
          <a:solidFill>
            <a:srgbClr val="FFFFFF"/>
          </a:solidFill>
        </p:grpSpPr>
        <p:sp>
          <p:nvSpPr>
            <p:cNvPr id="4" name="Freeform 3">
              <a:extLst>
                <a:ext uri="{FF2B5EF4-FFF2-40B4-BE49-F238E27FC236}">
                  <a16:creationId xmlns:a16="http://schemas.microsoft.com/office/drawing/2014/main" id="{9317A8A1-E631-D0B1-EEF2-05310E9445CB}"/>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 name="Freeform 5">
              <a:extLst>
                <a:ext uri="{FF2B5EF4-FFF2-40B4-BE49-F238E27FC236}">
                  <a16:creationId xmlns:a16="http://schemas.microsoft.com/office/drawing/2014/main" id="{1B2C8A6F-3389-DD19-CAC3-D5B21A95BA67}"/>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 name="Freeform 6">
              <a:extLst>
                <a:ext uri="{FF2B5EF4-FFF2-40B4-BE49-F238E27FC236}">
                  <a16:creationId xmlns:a16="http://schemas.microsoft.com/office/drawing/2014/main" id="{E7A519A6-AA15-ECE5-FFE1-DE459D301575}"/>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 name="Freeform 8">
              <a:extLst>
                <a:ext uri="{FF2B5EF4-FFF2-40B4-BE49-F238E27FC236}">
                  <a16:creationId xmlns:a16="http://schemas.microsoft.com/office/drawing/2014/main" id="{CEDE3E9A-8EF5-724E-CF29-114CB1FEF33C}"/>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0" name="Freeform 9">
              <a:extLst>
                <a:ext uri="{FF2B5EF4-FFF2-40B4-BE49-F238E27FC236}">
                  <a16:creationId xmlns:a16="http://schemas.microsoft.com/office/drawing/2014/main" id="{A053FE04-FDDF-D7D4-DFA0-CD5CD8B6A39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1" name="Freeform 10">
              <a:extLst>
                <a:ext uri="{FF2B5EF4-FFF2-40B4-BE49-F238E27FC236}">
                  <a16:creationId xmlns:a16="http://schemas.microsoft.com/office/drawing/2014/main" id="{2E288ECB-D3FB-BAFE-6572-763E11B28E1E}"/>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3" name="Freeform 12">
              <a:extLst>
                <a:ext uri="{FF2B5EF4-FFF2-40B4-BE49-F238E27FC236}">
                  <a16:creationId xmlns:a16="http://schemas.microsoft.com/office/drawing/2014/main" id="{CAD090E3-296D-765D-B19C-5245E48330F2}"/>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4" name="Freeform 13">
              <a:extLst>
                <a:ext uri="{FF2B5EF4-FFF2-40B4-BE49-F238E27FC236}">
                  <a16:creationId xmlns:a16="http://schemas.microsoft.com/office/drawing/2014/main" id="{B5454929-4938-FF78-C611-3ADDFF28B34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5" name="Freeform 14">
              <a:extLst>
                <a:ext uri="{FF2B5EF4-FFF2-40B4-BE49-F238E27FC236}">
                  <a16:creationId xmlns:a16="http://schemas.microsoft.com/office/drawing/2014/main" id="{D1A0BCDE-96BC-22F0-DB9B-EA9A96FFEF7E}"/>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6" name="Freeform 15">
              <a:extLst>
                <a:ext uri="{FF2B5EF4-FFF2-40B4-BE49-F238E27FC236}">
                  <a16:creationId xmlns:a16="http://schemas.microsoft.com/office/drawing/2014/main" id="{77A5F4AB-4659-F0AC-80A3-791BB93DDEF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7" name="Freeform 16">
              <a:extLst>
                <a:ext uri="{FF2B5EF4-FFF2-40B4-BE49-F238E27FC236}">
                  <a16:creationId xmlns:a16="http://schemas.microsoft.com/office/drawing/2014/main" id="{6DF5C0BA-D0E9-ED00-22FC-38FC21996AD7}"/>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8" name="Freeform 17">
              <a:extLst>
                <a:ext uri="{FF2B5EF4-FFF2-40B4-BE49-F238E27FC236}">
                  <a16:creationId xmlns:a16="http://schemas.microsoft.com/office/drawing/2014/main" id="{9C9CC6B8-526A-B3F5-AA1A-B035A80AC35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9" name="Freeform 18">
              <a:extLst>
                <a:ext uri="{FF2B5EF4-FFF2-40B4-BE49-F238E27FC236}">
                  <a16:creationId xmlns:a16="http://schemas.microsoft.com/office/drawing/2014/main" id="{8C50B01F-A388-AED2-7EF3-89DCE54A2FE4}"/>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0" name="Freeform 19">
              <a:extLst>
                <a:ext uri="{FF2B5EF4-FFF2-40B4-BE49-F238E27FC236}">
                  <a16:creationId xmlns:a16="http://schemas.microsoft.com/office/drawing/2014/main" id="{BA366953-E71B-965E-9C9B-C4DC13E98D17}"/>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1" name="Freeform 20">
              <a:extLst>
                <a:ext uri="{FF2B5EF4-FFF2-40B4-BE49-F238E27FC236}">
                  <a16:creationId xmlns:a16="http://schemas.microsoft.com/office/drawing/2014/main" id="{4915C484-C5DA-D8C0-B6E1-7CEEF66DF1D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2" name="Freeform 21">
              <a:extLst>
                <a:ext uri="{FF2B5EF4-FFF2-40B4-BE49-F238E27FC236}">
                  <a16:creationId xmlns:a16="http://schemas.microsoft.com/office/drawing/2014/main" id="{485F72BE-78F2-C55C-BEF2-6D554F9C8D0C}"/>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3" name="Freeform 22">
              <a:extLst>
                <a:ext uri="{FF2B5EF4-FFF2-40B4-BE49-F238E27FC236}">
                  <a16:creationId xmlns:a16="http://schemas.microsoft.com/office/drawing/2014/main" id="{B4A97D54-5223-C900-01C9-80D3A96085DA}"/>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4" name="Freeform 23">
              <a:extLst>
                <a:ext uri="{FF2B5EF4-FFF2-40B4-BE49-F238E27FC236}">
                  <a16:creationId xmlns:a16="http://schemas.microsoft.com/office/drawing/2014/main" id="{703D61D2-C0B0-A7FC-7AB2-0B54278EC87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5" name="Freeform 24">
              <a:extLst>
                <a:ext uri="{FF2B5EF4-FFF2-40B4-BE49-F238E27FC236}">
                  <a16:creationId xmlns:a16="http://schemas.microsoft.com/office/drawing/2014/main" id="{18FDACB3-EAFF-CE0D-950A-2C364B1B0495}"/>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6" name="Freeform 25">
              <a:extLst>
                <a:ext uri="{FF2B5EF4-FFF2-40B4-BE49-F238E27FC236}">
                  <a16:creationId xmlns:a16="http://schemas.microsoft.com/office/drawing/2014/main" id="{DFFDFEEE-D10E-8BD7-A01E-A0D38EDE02E6}"/>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42207228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DC6F5A53-29B1-5E65-7003-6A875AD24ECA}"/>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12192000" cy="6858000"/>
          </a:xfrm>
          <a:prstGeom prst="rect">
            <a:avLst/>
          </a:prstGeom>
        </p:spPr>
      </p:pic>
      <p:pic>
        <p:nvPicPr>
          <p:cNvPr id="11" name="Picture 10">
            <a:extLst>
              <a:ext uri="{FF2B5EF4-FFF2-40B4-BE49-F238E27FC236}">
                <a16:creationId xmlns:a16="http://schemas.microsoft.com/office/drawing/2014/main" id="{F56E145C-EF60-AA04-9FF0-8AD53ACEE7A1}"/>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9050" y="-12192"/>
            <a:ext cx="12192000" cy="6753559"/>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0" y="2740811"/>
            <a:ext cx="12172950" cy="1376377"/>
          </a:xfrm>
        </p:spPr>
        <p:txBody>
          <a:bodyPr anchor="ctr">
            <a:noAutofit/>
          </a:bodyPr>
          <a:lstStyle>
            <a:lvl1pPr algn="ctr">
              <a:lnSpc>
                <a:spcPts val="4500"/>
              </a:lnSpc>
              <a:defRPr sz="4800" b="1" i="0">
                <a:solidFill>
                  <a:schemeClr val="accent4"/>
                </a:solidFill>
                <a:effectLst>
                  <a:glow rad="673100">
                    <a:schemeClr val="accent5">
                      <a:alpha val="12000"/>
                    </a:schemeClr>
                  </a:glow>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4" name="Slide Number Placeholder 4">
            <a:extLst>
              <a:ext uri="{FF2B5EF4-FFF2-40B4-BE49-F238E27FC236}">
                <a16:creationId xmlns:a16="http://schemas.microsoft.com/office/drawing/2014/main" id="{3A0C51A7-B805-869A-20D6-215BF18C2AA3}"/>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pic>
        <p:nvPicPr>
          <p:cNvPr id="10" name="Picture 9">
            <a:extLst>
              <a:ext uri="{FF2B5EF4-FFF2-40B4-BE49-F238E27FC236}">
                <a16:creationId xmlns:a16="http://schemas.microsoft.com/office/drawing/2014/main" id="{A2CEDA0A-AF42-D737-A6EB-AC94C9AE54B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12192000" cy="6858000"/>
          </a:xfrm>
          <a:prstGeom prst="rect">
            <a:avLst/>
          </a:prstGeom>
        </p:spPr>
      </p:pic>
      <p:pic>
        <p:nvPicPr>
          <p:cNvPr id="21" name="Picture 20">
            <a:extLst>
              <a:ext uri="{FF2B5EF4-FFF2-40B4-BE49-F238E27FC236}">
                <a16:creationId xmlns:a16="http://schemas.microsoft.com/office/drawing/2014/main" id="{FEE43C5D-0810-5E7A-45D9-6B679CFD232E}"/>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9050" y="-12192"/>
            <a:ext cx="12192000" cy="6753559"/>
          </a:xfrm>
          <a:prstGeom prst="rect">
            <a:avLst/>
          </a:prstGeom>
        </p:spPr>
      </p:pic>
      <p:sp>
        <p:nvSpPr>
          <p:cNvPr id="22" name="Rectangle 21">
            <a:extLst>
              <a:ext uri="{FF2B5EF4-FFF2-40B4-BE49-F238E27FC236}">
                <a16:creationId xmlns:a16="http://schemas.microsoft.com/office/drawing/2014/main" id="{F40E68FF-55A3-6837-60BF-507C88706642}"/>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pic>
        <p:nvPicPr>
          <p:cNvPr id="36" name="Picture 35">
            <a:extLst>
              <a:ext uri="{FF2B5EF4-FFF2-40B4-BE49-F238E27FC236}">
                <a16:creationId xmlns:a16="http://schemas.microsoft.com/office/drawing/2014/main" id="{DCB3B10E-7E61-3727-F138-1C54DB46C7BA}"/>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12192000" cy="6858000"/>
          </a:xfrm>
          <a:prstGeom prst="rect">
            <a:avLst/>
          </a:prstGeom>
        </p:spPr>
      </p:pic>
      <p:pic>
        <p:nvPicPr>
          <p:cNvPr id="37" name="Picture 36">
            <a:extLst>
              <a:ext uri="{FF2B5EF4-FFF2-40B4-BE49-F238E27FC236}">
                <a16:creationId xmlns:a16="http://schemas.microsoft.com/office/drawing/2014/main" id="{6FB95597-22A6-14E3-FA77-A98E67F8F59D}"/>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9050" y="-12192"/>
            <a:ext cx="12192000" cy="6753559"/>
          </a:xfrm>
          <a:prstGeom prst="rect">
            <a:avLst/>
          </a:prstGeom>
        </p:spPr>
      </p:pic>
      <p:sp>
        <p:nvSpPr>
          <p:cNvPr id="38" name="Rectangle 37">
            <a:extLst>
              <a:ext uri="{FF2B5EF4-FFF2-40B4-BE49-F238E27FC236}">
                <a16:creationId xmlns:a16="http://schemas.microsoft.com/office/drawing/2014/main" id="{42CADF9A-1184-81E5-7124-E09E8DD5578B}"/>
              </a:ext>
            </a:extLst>
          </p:cNvPr>
          <p:cNvSpPr/>
          <p:nvPr userDrawn="1"/>
        </p:nvSpPr>
        <p:spPr>
          <a:xfrm>
            <a:off x="6350" y="6753622"/>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52" name="Graphic 4119">
            <a:extLst>
              <a:ext uri="{FF2B5EF4-FFF2-40B4-BE49-F238E27FC236}">
                <a16:creationId xmlns:a16="http://schemas.microsoft.com/office/drawing/2014/main" id="{EBC0FF6C-31BB-B5FB-BE64-5F66537FC72D}"/>
              </a:ext>
            </a:extLst>
          </p:cNvPr>
          <p:cNvGrpSpPr/>
          <p:nvPr userDrawn="1"/>
        </p:nvGrpSpPr>
        <p:grpSpPr>
          <a:xfrm>
            <a:off x="4810142" y="2010551"/>
            <a:ext cx="2611186" cy="698176"/>
            <a:chOff x="2178742" y="-1107180"/>
            <a:chExt cx="2171851" cy="580707"/>
          </a:xfrm>
          <a:solidFill>
            <a:srgbClr val="FFFFFF"/>
          </a:solidFill>
          <a:effectLst>
            <a:outerShdw blurRad="996579" dist="270470" dir="5400000" sx="131400" sy="131400" algn="ctr" rotWithShape="0">
              <a:srgbClr val="000000">
                <a:alpha val="99000"/>
              </a:srgbClr>
            </a:outerShdw>
          </a:effectLst>
        </p:grpSpPr>
        <p:sp>
          <p:nvSpPr>
            <p:cNvPr id="53" name="Freeform 52">
              <a:extLst>
                <a:ext uri="{FF2B5EF4-FFF2-40B4-BE49-F238E27FC236}">
                  <a16:creationId xmlns:a16="http://schemas.microsoft.com/office/drawing/2014/main" id="{7A5DB0EC-30E9-8BB2-8016-D4D4E3CC63BC}"/>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CBFE5E67-05F2-C438-8DB6-CB527CD3E73D}"/>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70CB901F-1903-7E34-2B53-1E8A3994313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9F8A9F57-9460-64F7-B2B3-F7E6B5335FCC}"/>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DBD3A106-9226-9D9A-5353-5BDB083EFB52}"/>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66F67ED1-CCAE-88E1-F712-139A14371B78}"/>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85988774-1532-112E-95FD-C9EF5C1CF226}"/>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1F33B323-116B-85CD-8A90-9798EC292A2B}"/>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63DCDF2C-B17D-152D-E7C5-6F84E385741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B862F8DD-C15E-E17D-59B1-EA8532C0FCC6}"/>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D66CA730-421A-8A3B-9D9A-E29D8ECAB73B}"/>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7BFC9C34-BB19-DF66-A2AD-5D19AC045D4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68BEFA1A-A3FA-422E-054E-AA2BC1087780}"/>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C29A77E7-DBDF-AE9D-F409-7B1F52BF89AA}"/>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F6156C3A-C8F2-3703-5847-B1558F0B183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C01801D3-8CFB-13CB-7787-00DF78C87FA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4D5DED25-8B58-088D-397A-3320A7679480}"/>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09006239-D630-B842-FF79-72FF6D2D195F}"/>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757ADDC4-D912-58BE-DC29-5A707FABA432}"/>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46027CEF-B405-99A7-45D0-68D892CFFF9E}"/>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solidFill>
                <a:schemeClr val="accent5">
                  <a:lumMod val="20000"/>
                  <a:lumOff val="80000"/>
                </a:schemeClr>
              </a:solidFill>
              <a:prstDash val="solid"/>
              <a:miter/>
            </a:ln>
          </p:spPr>
          <p:txBody>
            <a:bodyPr rtlCol="0" anchor="ctr"/>
            <a:lstStyle/>
            <a:p>
              <a:endParaRPr lang="en-US" b="0" i="0" dirty="0">
                <a:latin typeface="Proxima Nova Rg" panose="02000506030000020004" pitchFamily="2" charset="77"/>
              </a:endParaRPr>
            </a:p>
          </p:txBody>
        </p:sp>
      </p:grpSp>
      <p:sp>
        <p:nvSpPr>
          <p:cNvPr id="73" name="Text Placeholder 7">
            <a:extLst>
              <a:ext uri="{FF2B5EF4-FFF2-40B4-BE49-F238E27FC236}">
                <a16:creationId xmlns:a16="http://schemas.microsoft.com/office/drawing/2014/main" id="{1CAB18BA-F79B-624E-6640-7B964B8E3C56}"/>
              </a:ext>
            </a:extLst>
          </p:cNvPr>
          <p:cNvSpPr>
            <a:spLocks noGrp="1"/>
          </p:cNvSpPr>
          <p:nvPr>
            <p:ph type="body" sz="quarter" idx="22" hasCustomPrompt="1"/>
          </p:nvPr>
        </p:nvSpPr>
        <p:spPr>
          <a:xfrm>
            <a:off x="0" y="2661729"/>
            <a:ext cx="12205991" cy="1376377"/>
          </a:xfrm>
          <a:effectLst>
            <a:glow rad="84143">
              <a:schemeClr val="accent4">
                <a:satMod val="175000"/>
                <a:alpha val="40000"/>
              </a:schemeClr>
            </a:glow>
          </a:effectLst>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Tree>
    <p:extLst>
      <p:ext uri="{BB962C8B-B14F-4D97-AF65-F5344CB8AC3E}">
        <p14:creationId xmlns:p14="http://schemas.microsoft.com/office/powerpoint/2010/main" val="4164020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8" name="Text Placeholder 9">
            <a:extLst>
              <a:ext uri="{FF2B5EF4-FFF2-40B4-BE49-F238E27FC236}">
                <a16:creationId xmlns:a16="http://schemas.microsoft.com/office/drawing/2014/main" id="{1977BF52-BC1D-D3AE-367B-25EA1E63B130}"/>
              </a:ext>
            </a:extLst>
          </p:cNvPr>
          <p:cNvSpPr>
            <a:spLocks noGrp="1"/>
          </p:cNvSpPr>
          <p:nvPr>
            <p:ph type="body" sz="quarter" idx="14" hasCustomPrompt="1"/>
          </p:nvPr>
        </p:nvSpPr>
        <p:spPr>
          <a:xfrm>
            <a:off x="942133" y="1084329"/>
            <a:ext cx="6846031"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4" name="Text Placeholder 13">
            <a:extLst>
              <a:ext uri="{FF2B5EF4-FFF2-40B4-BE49-F238E27FC236}">
                <a16:creationId xmlns:a16="http://schemas.microsoft.com/office/drawing/2014/main" id="{03F1FA7E-60B6-4F02-D147-903668FE4996}"/>
              </a:ext>
            </a:extLst>
          </p:cNvPr>
          <p:cNvSpPr>
            <a:spLocks noGrp="1"/>
          </p:cNvSpPr>
          <p:nvPr>
            <p:ph type="body" sz="quarter" idx="16" hasCustomPrompt="1"/>
          </p:nvPr>
        </p:nvSpPr>
        <p:spPr>
          <a:xfrm>
            <a:off x="959428" y="2329552"/>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grpSp>
        <p:nvGrpSpPr>
          <p:cNvPr id="3" name="Group 2">
            <a:extLst>
              <a:ext uri="{FF2B5EF4-FFF2-40B4-BE49-F238E27FC236}">
                <a16:creationId xmlns:a16="http://schemas.microsoft.com/office/drawing/2014/main" id="{7E351132-87C8-C39E-7C71-C2ACFEC0AA35}"/>
              </a:ext>
            </a:extLst>
          </p:cNvPr>
          <p:cNvGrpSpPr/>
          <p:nvPr/>
        </p:nvGrpSpPr>
        <p:grpSpPr>
          <a:xfrm>
            <a:off x="6502325" y="2141672"/>
            <a:ext cx="209441" cy="3532610"/>
            <a:chOff x="10807083" y="412365"/>
            <a:chExt cx="209441" cy="3532610"/>
          </a:xfrm>
        </p:grpSpPr>
        <p:sp>
          <p:nvSpPr>
            <p:cNvPr id="6" name="Graphic 12">
              <a:extLst>
                <a:ext uri="{FF2B5EF4-FFF2-40B4-BE49-F238E27FC236}">
                  <a16:creationId xmlns:a16="http://schemas.microsoft.com/office/drawing/2014/main" id="{2C0BDA20-6499-B418-19DA-3FC82BB27C43}"/>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18" name="Straight Connector 17">
              <a:extLst>
                <a:ext uri="{FF2B5EF4-FFF2-40B4-BE49-F238E27FC236}">
                  <a16:creationId xmlns:a16="http://schemas.microsoft.com/office/drawing/2014/main" id="{8DE494AE-9880-E1D6-46DB-809E4341EBFE}"/>
                </a:ext>
              </a:extLst>
            </p:cNvPr>
            <p:cNvCxnSpPr>
              <a:cxnSpLocks/>
            </p:cNvCxnSpPr>
            <p:nvPr/>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2205497-AB00-F9B6-568C-2D97F9E83CB9}"/>
                </a:ext>
              </a:extLst>
            </p:cNvPr>
            <p:cNvCxnSpPr>
              <a:cxnSpLocks/>
            </p:cNvCxnSpPr>
            <p:nvPr/>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0" name="Rectangle 19">
            <a:extLst>
              <a:ext uri="{FF2B5EF4-FFF2-40B4-BE49-F238E27FC236}">
                <a16:creationId xmlns:a16="http://schemas.microsoft.com/office/drawing/2014/main" id="{BBD5E516-40FE-AFD0-FBE4-B932BCBF57C6}"/>
              </a:ext>
            </a:extLst>
          </p:cNvPr>
          <p:cNvSpPr/>
          <p:nvPr userDrawn="1"/>
        </p:nvSpPr>
        <p:spPr>
          <a:xfrm>
            <a:off x="7118096" y="1793104"/>
            <a:ext cx="4363991" cy="4239798"/>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1" name="Picture Placeholder 3">
            <a:extLst>
              <a:ext uri="{FF2B5EF4-FFF2-40B4-BE49-F238E27FC236}">
                <a16:creationId xmlns:a16="http://schemas.microsoft.com/office/drawing/2014/main" id="{4C0D9657-AE65-569C-D3E2-0C52C20E5B41}"/>
              </a:ext>
            </a:extLst>
          </p:cNvPr>
          <p:cNvSpPr>
            <a:spLocks noGrp="1"/>
          </p:cNvSpPr>
          <p:nvPr>
            <p:ph type="pic" sz="quarter" idx="34" hasCustomPrompt="1"/>
          </p:nvPr>
        </p:nvSpPr>
        <p:spPr>
          <a:xfrm>
            <a:off x="7280549" y="1992107"/>
            <a:ext cx="4010676" cy="3867595"/>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latin typeface="Montserrat" pitchFamily="2" charset="77"/>
              </a:defRPr>
            </a:lvl1pPr>
          </a:lstStyle>
          <a:p>
            <a:r>
              <a:rPr lang="en-US" dirty="0"/>
              <a:t>Insert Photo</a:t>
            </a:r>
          </a:p>
        </p:txBody>
      </p:sp>
      <p:sp>
        <p:nvSpPr>
          <p:cNvPr id="4" name="Slide Number Placeholder 4">
            <a:extLst>
              <a:ext uri="{FF2B5EF4-FFF2-40B4-BE49-F238E27FC236}">
                <a16:creationId xmlns:a16="http://schemas.microsoft.com/office/drawing/2014/main" id="{075DAE72-7A3B-8A85-CB8F-404623DC0393}"/>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9" name="Text Placeholder 8">
            <a:extLst>
              <a:ext uri="{FF2B5EF4-FFF2-40B4-BE49-F238E27FC236}">
                <a16:creationId xmlns:a16="http://schemas.microsoft.com/office/drawing/2014/main" id="{56277041-3FD2-AB23-F7C6-F0A987B82EB2}"/>
              </a:ext>
            </a:extLst>
          </p:cNvPr>
          <p:cNvSpPr>
            <a:spLocks noGrp="1"/>
          </p:cNvSpPr>
          <p:nvPr>
            <p:ph type="body" sz="quarter" idx="35" hasCustomPrompt="1"/>
          </p:nvPr>
        </p:nvSpPr>
        <p:spPr>
          <a:xfrm>
            <a:off x="958850" y="1881505"/>
            <a:ext cx="5543550" cy="308278"/>
          </a:xfrm>
        </p:spPr>
        <p:txBody>
          <a:bodyPr>
            <a:normAutofit/>
          </a:bodyPr>
          <a:lstStyle>
            <a:lvl1pPr>
              <a:defRPr sz="1800">
                <a:solidFill>
                  <a:schemeClr val="tx1"/>
                </a:solidFill>
              </a:defRPr>
            </a:lvl1pPr>
          </a:lstStyle>
          <a:p>
            <a:pPr lvl="0"/>
            <a:r>
              <a:rPr lang="en-US" dirty="0"/>
              <a:t>Subhead goes here in Montserrat bold 18pts</a:t>
            </a:r>
          </a:p>
        </p:txBody>
      </p:sp>
      <p:sp>
        <p:nvSpPr>
          <p:cNvPr id="67" name="Rectangle 66">
            <a:extLst>
              <a:ext uri="{FF2B5EF4-FFF2-40B4-BE49-F238E27FC236}">
                <a16:creationId xmlns:a16="http://schemas.microsoft.com/office/drawing/2014/main" id="{C933395D-9AF3-F7D1-BDF0-C164BEA42F7A}"/>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69" name="Graphic 4119">
            <a:extLst>
              <a:ext uri="{FF2B5EF4-FFF2-40B4-BE49-F238E27FC236}">
                <a16:creationId xmlns:a16="http://schemas.microsoft.com/office/drawing/2014/main" id="{09E61D8F-3AAF-5037-1C98-6AE30B75ADB7}"/>
              </a:ext>
            </a:extLst>
          </p:cNvPr>
          <p:cNvGrpSpPr/>
          <p:nvPr userDrawn="1"/>
        </p:nvGrpSpPr>
        <p:grpSpPr>
          <a:xfrm>
            <a:off x="1363827" y="715985"/>
            <a:ext cx="1813299" cy="484838"/>
            <a:chOff x="2178742" y="-1107180"/>
            <a:chExt cx="2171851" cy="580707"/>
          </a:xfrm>
          <a:solidFill>
            <a:schemeClr val="tx1"/>
          </a:solidFill>
        </p:grpSpPr>
        <p:sp>
          <p:nvSpPr>
            <p:cNvPr id="70" name="Freeform 69">
              <a:extLst>
                <a:ext uri="{FF2B5EF4-FFF2-40B4-BE49-F238E27FC236}">
                  <a16:creationId xmlns:a16="http://schemas.microsoft.com/office/drawing/2014/main" id="{0ACC24B9-0C20-1EB6-D4F7-AC2BF659F807}"/>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F12F5342-A7B2-4F89-655B-ECD42ACBEA1F}"/>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19C1528E-713C-3FF6-8F0F-19C0B37B565F}"/>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B193F7A8-E87E-259D-1824-2A3BDEA18C51}"/>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31E11537-047F-27A1-60A5-E7D6E6991EA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4EDD4F20-AEDE-4184-0E79-33753977DCB2}"/>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8D4FF16F-F940-92AD-3F79-64BE604CFF41}"/>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1DE96F1B-22CD-C4CD-9FA7-BE2B4A10E44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A000CD3E-E10E-9A30-4CE9-AE4FCEBA66B4}"/>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DD9BE62F-4DAF-1033-60CB-6F4F11F98320}"/>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C9DE5BC1-3A40-3C20-6734-667760A2D2D4}"/>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B967F138-EA21-3445-1B14-4625DDE8C80D}"/>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970BF26F-27A5-1C88-FD2E-17741C629E61}"/>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41E19E80-DD58-91EF-7523-36259E01259B}"/>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4F9FC229-0CBE-BFCA-7CBC-1532DD057FA7}"/>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CD5159EB-0F96-0AC9-039B-E353063E4EB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76A1DC1A-45C5-0619-A492-93114C83B31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7" name="Freeform 86">
              <a:extLst>
                <a:ext uri="{FF2B5EF4-FFF2-40B4-BE49-F238E27FC236}">
                  <a16:creationId xmlns:a16="http://schemas.microsoft.com/office/drawing/2014/main" id="{E5FC46D8-6BC7-A835-2994-334D4CA041FC}"/>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8" name="Freeform 87">
              <a:extLst>
                <a:ext uri="{FF2B5EF4-FFF2-40B4-BE49-F238E27FC236}">
                  <a16:creationId xmlns:a16="http://schemas.microsoft.com/office/drawing/2014/main" id="{7B9B94DE-BD6A-C79C-23A1-C9181DD59FAF}"/>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9" name="Freeform 88">
              <a:extLst>
                <a:ext uri="{FF2B5EF4-FFF2-40B4-BE49-F238E27FC236}">
                  <a16:creationId xmlns:a16="http://schemas.microsoft.com/office/drawing/2014/main" id="{8603DE14-F041-CF34-8A10-8E526F9CB6C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106382483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57731A41-A16B-779E-B92F-A1C5F9C34ADE}"/>
              </a:ext>
            </a:extLst>
          </p:cNvPr>
          <p:cNvSpPr/>
          <p:nvPr/>
        </p:nvSpPr>
        <p:spPr>
          <a:xfrm>
            <a:off x="8699426" y="2096287"/>
            <a:ext cx="3034484" cy="2619981"/>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4" name="Picture Placeholder 3">
            <a:extLst>
              <a:ext uri="{FF2B5EF4-FFF2-40B4-BE49-F238E27FC236}">
                <a16:creationId xmlns:a16="http://schemas.microsoft.com/office/drawing/2014/main" id="{C494E75F-1CF4-FDB7-8A53-DA4AB407208D}"/>
              </a:ext>
            </a:extLst>
          </p:cNvPr>
          <p:cNvSpPr>
            <a:spLocks noGrp="1"/>
          </p:cNvSpPr>
          <p:nvPr>
            <p:ph type="pic" sz="quarter" idx="13" hasCustomPrompt="1"/>
          </p:nvPr>
        </p:nvSpPr>
        <p:spPr>
          <a:xfrm>
            <a:off x="8771443" y="2184197"/>
            <a:ext cx="2899262" cy="2466757"/>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3" name="Rectangle 2">
            <a:extLst>
              <a:ext uri="{FF2B5EF4-FFF2-40B4-BE49-F238E27FC236}">
                <a16:creationId xmlns:a16="http://schemas.microsoft.com/office/drawing/2014/main" id="{DC8C0823-36CF-7AC4-543A-3BA3E6F45300}"/>
              </a:ext>
            </a:extLst>
          </p:cNvPr>
          <p:cNvSpPr/>
          <p:nvPr/>
        </p:nvSpPr>
        <p:spPr>
          <a:xfrm>
            <a:off x="8699427" y="517225"/>
            <a:ext cx="3034484" cy="1489995"/>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6" name="Picture Placeholder 3">
            <a:extLst>
              <a:ext uri="{FF2B5EF4-FFF2-40B4-BE49-F238E27FC236}">
                <a16:creationId xmlns:a16="http://schemas.microsoft.com/office/drawing/2014/main" id="{D2FDEE4A-1810-5E91-6FCB-8F0924379E0E}"/>
              </a:ext>
            </a:extLst>
          </p:cNvPr>
          <p:cNvSpPr>
            <a:spLocks noGrp="1"/>
          </p:cNvSpPr>
          <p:nvPr>
            <p:ph type="pic" sz="quarter" idx="18" hasCustomPrompt="1"/>
          </p:nvPr>
        </p:nvSpPr>
        <p:spPr>
          <a:xfrm>
            <a:off x="8771443" y="604258"/>
            <a:ext cx="2899262" cy="1340222"/>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18" name="Rectangle 17">
            <a:extLst>
              <a:ext uri="{FF2B5EF4-FFF2-40B4-BE49-F238E27FC236}">
                <a16:creationId xmlns:a16="http://schemas.microsoft.com/office/drawing/2014/main" id="{D125FBDD-B2EF-FBE3-F95C-32EC18845612}"/>
              </a:ext>
            </a:extLst>
          </p:cNvPr>
          <p:cNvSpPr/>
          <p:nvPr/>
        </p:nvSpPr>
        <p:spPr>
          <a:xfrm>
            <a:off x="6686971" y="513490"/>
            <a:ext cx="1934370" cy="1934370"/>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19" name="Picture Placeholder 3">
            <a:extLst>
              <a:ext uri="{FF2B5EF4-FFF2-40B4-BE49-F238E27FC236}">
                <a16:creationId xmlns:a16="http://schemas.microsoft.com/office/drawing/2014/main" id="{372102D8-AE4A-E8A2-4E2C-35DEF08B7E73}"/>
              </a:ext>
            </a:extLst>
          </p:cNvPr>
          <p:cNvSpPr>
            <a:spLocks noGrp="1"/>
          </p:cNvSpPr>
          <p:nvPr>
            <p:ph type="pic" sz="quarter" idx="19" hasCustomPrompt="1"/>
          </p:nvPr>
        </p:nvSpPr>
        <p:spPr>
          <a:xfrm>
            <a:off x="6750790" y="580896"/>
            <a:ext cx="1806732" cy="1804770"/>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20" name="Rectangle 19">
            <a:extLst>
              <a:ext uri="{FF2B5EF4-FFF2-40B4-BE49-F238E27FC236}">
                <a16:creationId xmlns:a16="http://schemas.microsoft.com/office/drawing/2014/main" id="{F325C7AF-09E3-1B17-C058-A2AEC752E469}"/>
              </a:ext>
            </a:extLst>
          </p:cNvPr>
          <p:cNvSpPr/>
          <p:nvPr/>
        </p:nvSpPr>
        <p:spPr>
          <a:xfrm>
            <a:off x="6686971" y="4803249"/>
            <a:ext cx="3340319" cy="1489995"/>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1" name="Picture Placeholder 3">
            <a:extLst>
              <a:ext uri="{FF2B5EF4-FFF2-40B4-BE49-F238E27FC236}">
                <a16:creationId xmlns:a16="http://schemas.microsoft.com/office/drawing/2014/main" id="{7133D333-3060-B4C0-C9EE-AD954266D13B}"/>
              </a:ext>
            </a:extLst>
          </p:cNvPr>
          <p:cNvSpPr>
            <a:spLocks noGrp="1"/>
          </p:cNvSpPr>
          <p:nvPr>
            <p:ph type="pic" sz="quarter" idx="20" hasCustomPrompt="1"/>
          </p:nvPr>
        </p:nvSpPr>
        <p:spPr>
          <a:xfrm>
            <a:off x="6740740" y="4864789"/>
            <a:ext cx="3233969" cy="1365715"/>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22" name="Rectangle 21">
            <a:extLst>
              <a:ext uri="{FF2B5EF4-FFF2-40B4-BE49-F238E27FC236}">
                <a16:creationId xmlns:a16="http://schemas.microsoft.com/office/drawing/2014/main" id="{E85F8EC4-9312-C3E4-7926-2AC22BB93CAB}"/>
              </a:ext>
            </a:extLst>
          </p:cNvPr>
          <p:cNvSpPr/>
          <p:nvPr/>
        </p:nvSpPr>
        <p:spPr>
          <a:xfrm>
            <a:off x="10121278" y="4802838"/>
            <a:ext cx="1612632" cy="1490406"/>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3" name="Picture Placeholder 3">
            <a:extLst>
              <a:ext uri="{FF2B5EF4-FFF2-40B4-BE49-F238E27FC236}">
                <a16:creationId xmlns:a16="http://schemas.microsoft.com/office/drawing/2014/main" id="{E8ED8193-26CE-AFA7-9404-6CD855689247}"/>
              </a:ext>
            </a:extLst>
          </p:cNvPr>
          <p:cNvSpPr>
            <a:spLocks noGrp="1"/>
          </p:cNvSpPr>
          <p:nvPr>
            <p:ph type="pic" sz="quarter" idx="21" hasCustomPrompt="1"/>
          </p:nvPr>
        </p:nvSpPr>
        <p:spPr>
          <a:xfrm>
            <a:off x="10187368" y="4864788"/>
            <a:ext cx="1483337" cy="1365349"/>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grpSp>
        <p:nvGrpSpPr>
          <p:cNvPr id="24" name="Group 23">
            <a:extLst>
              <a:ext uri="{FF2B5EF4-FFF2-40B4-BE49-F238E27FC236}">
                <a16:creationId xmlns:a16="http://schemas.microsoft.com/office/drawing/2014/main" id="{F29E6BFD-29A2-71DA-87C1-E719FB152708}"/>
              </a:ext>
            </a:extLst>
          </p:cNvPr>
          <p:cNvGrpSpPr/>
          <p:nvPr userDrawn="1"/>
        </p:nvGrpSpPr>
        <p:grpSpPr>
          <a:xfrm>
            <a:off x="1090761" y="1796130"/>
            <a:ext cx="4873904" cy="206289"/>
            <a:chOff x="4659618" y="4868069"/>
            <a:chExt cx="2869330" cy="121445"/>
          </a:xfrm>
        </p:grpSpPr>
        <p:sp>
          <p:nvSpPr>
            <p:cNvPr id="25" name="Graphic 12">
              <a:extLst>
                <a:ext uri="{FF2B5EF4-FFF2-40B4-BE49-F238E27FC236}">
                  <a16:creationId xmlns:a16="http://schemas.microsoft.com/office/drawing/2014/main" id="{A80CFC0F-1944-2E58-6E79-0C006D34909D}"/>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26" name="Straight Connector 25">
              <a:extLst>
                <a:ext uri="{FF2B5EF4-FFF2-40B4-BE49-F238E27FC236}">
                  <a16:creationId xmlns:a16="http://schemas.microsoft.com/office/drawing/2014/main" id="{6E9C14AB-A79A-E984-ACB5-984F3223E90E}"/>
                </a:ext>
              </a:extLst>
            </p:cNvPr>
            <p:cNvCxnSpPr/>
            <p:nvPr/>
          </p:nvCxnSpPr>
          <p:spPr>
            <a:xfrm>
              <a:off x="624878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5B6E0EA-CA01-0D30-29F3-B84932376BCF}"/>
                </a:ext>
              </a:extLst>
            </p:cNvPr>
            <p:cNvCxnSpPr/>
            <p:nvPr/>
          </p:nvCxnSpPr>
          <p:spPr>
            <a:xfrm>
              <a:off x="465961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9" name="Rectangle 28">
            <a:extLst>
              <a:ext uri="{FF2B5EF4-FFF2-40B4-BE49-F238E27FC236}">
                <a16:creationId xmlns:a16="http://schemas.microsoft.com/office/drawing/2014/main" id="{8075ACA3-6D36-FFE3-3F4F-88EA0B4DF732}"/>
              </a:ext>
            </a:extLst>
          </p:cNvPr>
          <p:cNvSpPr/>
          <p:nvPr/>
        </p:nvSpPr>
        <p:spPr>
          <a:xfrm>
            <a:off x="6686971" y="2543251"/>
            <a:ext cx="1934370" cy="2173017"/>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32" name="Picture Placeholder 31">
            <a:extLst>
              <a:ext uri="{FF2B5EF4-FFF2-40B4-BE49-F238E27FC236}">
                <a16:creationId xmlns:a16="http://schemas.microsoft.com/office/drawing/2014/main" id="{4FFBA21F-0EC8-A4D7-214A-2E5DD9B35DF2}"/>
              </a:ext>
            </a:extLst>
          </p:cNvPr>
          <p:cNvSpPr>
            <a:spLocks noGrp="1"/>
          </p:cNvSpPr>
          <p:nvPr>
            <p:ph type="pic" sz="quarter" idx="23" hasCustomPrompt="1"/>
          </p:nvPr>
        </p:nvSpPr>
        <p:spPr>
          <a:xfrm>
            <a:off x="6750050" y="2611438"/>
            <a:ext cx="1808163" cy="2039516"/>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latin typeface="Montserrat" pitchFamily="2" charset="77"/>
              </a:defRPr>
            </a:lvl1pPr>
          </a:lstStyle>
          <a:p>
            <a:r>
              <a:rPr lang="en-US" dirty="0"/>
              <a:t>Insert Photo</a:t>
            </a:r>
          </a:p>
        </p:txBody>
      </p:sp>
      <p:sp>
        <p:nvSpPr>
          <p:cNvPr id="12" name="Slide Number Placeholder 4">
            <a:extLst>
              <a:ext uri="{FF2B5EF4-FFF2-40B4-BE49-F238E27FC236}">
                <a16:creationId xmlns:a16="http://schemas.microsoft.com/office/drawing/2014/main" id="{B69D8D4A-8DF4-FB0B-AC25-0A49B96AAAC4}"/>
              </a:ext>
            </a:extLst>
          </p:cNvPr>
          <p:cNvSpPr>
            <a:spLocks noGrp="1"/>
          </p:cNvSpPr>
          <p:nvPr>
            <p:ph type="sldNum" sz="quarter" idx="24"/>
          </p:nvPr>
        </p:nvSpPr>
        <p:spPr>
          <a:xfrm>
            <a:off x="8610600" y="6356350"/>
            <a:ext cx="2743200" cy="365125"/>
          </a:xfrm>
        </p:spPr>
        <p:txBody>
          <a:bodyPr/>
          <a:lstStyle>
            <a:lvl1pPr>
              <a:defRPr b="0" i="0">
                <a:solidFill>
                  <a:schemeClr val="accent6"/>
                </a:solidFill>
                <a:latin typeface="Montserrat" pitchFamily="2" charset="77"/>
              </a:defRPr>
            </a:lvl1pPr>
          </a:lstStyle>
          <a:p>
            <a:fld id="{7C880EF5-9874-874E-BB18-59724C37FBA3}" type="slidenum">
              <a:rPr lang="en-US" smtClean="0"/>
              <a:pPr/>
              <a:t>‹#›</a:t>
            </a:fld>
            <a:endParaRPr lang="en-US" dirty="0"/>
          </a:p>
        </p:txBody>
      </p:sp>
      <p:sp>
        <p:nvSpPr>
          <p:cNvPr id="5" name="Text Placeholder 9">
            <a:extLst>
              <a:ext uri="{FF2B5EF4-FFF2-40B4-BE49-F238E27FC236}">
                <a16:creationId xmlns:a16="http://schemas.microsoft.com/office/drawing/2014/main" id="{5F97CF77-B6E0-BEA7-278F-F63EA2AAB762}"/>
              </a:ext>
            </a:extLst>
          </p:cNvPr>
          <p:cNvSpPr>
            <a:spLocks noGrp="1"/>
          </p:cNvSpPr>
          <p:nvPr>
            <p:ph type="body" sz="quarter" idx="25" hasCustomPrompt="1"/>
          </p:nvPr>
        </p:nvSpPr>
        <p:spPr>
          <a:xfrm>
            <a:off x="942134" y="630255"/>
            <a:ext cx="5312362" cy="1011958"/>
          </a:xfrm>
        </p:spPr>
        <p:txBody>
          <a:bodyPr anchor="ctr">
            <a:noAutofit/>
          </a:bodyPr>
          <a:lstStyle>
            <a:lvl1pPr>
              <a:lnSpc>
                <a:spcPts val="3720"/>
              </a:lnSpc>
              <a:defRPr sz="3600" b="1" i="0">
                <a:solidFill>
                  <a:schemeClr val="bg1"/>
                </a:solidFill>
                <a:latin typeface="Montserrat ExtraBold" pitchFamily="2" charset="77"/>
              </a:defRPr>
            </a:lvl1pPr>
          </a:lstStyle>
          <a:p>
            <a:pPr lvl="0"/>
            <a:r>
              <a:rPr lang="en-US" dirty="0"/>
              <a:t>Montserrat </a:t>
            </a:r>
            <a:br>
              <a:rPr lang="en-US" dirty="0"/>
            </a:br>
            <a:r>
              <a:rPr lang="en-US" dirty="0"/>
              <a:t>extra bold 36pt</a:t>
            </a:r>
          </a:p>
        </p:txBody>
      </p:sp>
      <p:sp>
        <p:nvSpPr>
          <p:cNvPr id="8" name="Text Placeholder 8">
            <a:extLst>
              <a:ext uri="{FF2B5EF4-FFF2-40B4-BE49-F238E27FC236}">
                <a16:creationId xmlns:a16="http://schemas.microsoft.com/office/drawing/2014/main" id="{30F3F4CA-41A7-1D58-F927-AE0E88BEA569}"/>
              </a:ext>
            </a:extLst>
          </p:cNvPr>
          <p:cNvSpPr>
            <a:spLocks noGrp="1"/>
          </p:cNvSpPr>
          <p:nvPr>
            <p:ph type="body" sz="quarter" idx="35" hasCustomPrompt="1"/>
          </p:nvPr>
        </p:nvSpPr>
        <p:spPr>
          <a:xfrm>
            <a:off x="958850" y="2252059"/>
            <a:ext cx="5543550" cy="308278"/>
          </a:xfrm>
        </p:spPr>
        <p:txBody>
          <a:bodyPr>
            <a:normAutofit/>
          </a:bodyPr>
          <a:lstStyle>
            <a:lvl1pPr>
              <a:defRPr sz="1800">
                <a:solidFill>
                  <a:schemeClr val="tx1"/>
                </a:solidFill>
              </a:defRPr>
            </a:lvl1pPr>
          </a:lstStyle>
          <a:p>
            <a:pPr lvl="0"/>
            <a:r>
              <a:rPr lang="en-US" dirty="0"/>
              <a:t>Subhead goes here in Montserrat bold 18pts</a:t>
            </a:r>
          </a:p>
        </p:txBody>
      </p:sp>
      <p:pic>
        <p:nvPicPr>
          <p:cNvPr id="51" name="Graphic 50">
            <a:extLst>
              <a:ext uri="{FF2B5EF4-FFF2-40B4-BE49-F238E27FC236}">
                <a16:creationId xmlns:a16="http://schemas.microsoft.com/office/drawing/2014/main" id="{0681BE16-1FF7-FFCF-6ADD-A1F8EDA4600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2122223" y="5130224"/>
            <a:ext cx="2462784" cy="837348"/>
          </a:xfrm>
          <a:prstGeom prst="rect">
            <a:avLst/>
          </a:prstGeom>
        </p:spPr>
      </p:pic>
      <p:sp>
        <p:nvSpPr>
          <p:cNvPr id="52" name="Rectangle 51">
            <a:extLst>
              <a:ext uri="{FF2B5EF4-FFF2-40B4-BE49-F238E27FC236}">
                <a16:creationId xmlns:a16="http://schemas.microsoft.com/office/drawing/2014/main" id="{1C1DE375-70C4-2D9D-1041-260F2B87A3C0}"/>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 name="Text Placeholder 13">
            <a:extLst>
              <a:ext uri="{FF2B5EF4-FFF2-40B4-BE49-F238E27FC236}">
                <a16:creationId xmlns:a16="http://schemas.microsoft.com/office/drawing/2014/main" id="{9E7035EB-DB57-AA46-D97F-963FB9928512}"/>
              </a:ext>
            </a:extLst>
          </p:cNvPr>
          <p:cNvSpPr>
            <a:spLocks noGrp="1"/>
          </p:cNvSpPr>
          <p:nvPr>
            <p:ph type="body" sz="quarter" idx="16" hasCustomPrompt="1"/>
          </p:nvPr>
        </p:nvSpPr>
        <p:spPr>
          <a:xfrm>
            <a:off x="959428" y="2611437"/>
            <a:ext cx="5136569" cy="251878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151267100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1_Title Only">
    <p:spTree>
      <p:nvGrpSpPr>
        <p:cNvPr id="1" name=""/>
        <p:cNvGrpSpPr/>
        <p:nvPr/>
      </p:nvGrpSpPr>
      <p:grpSpPr>
        <a:xfrm>
          <a:off x="0" y="0"/>
          <a:ext cx="0" cy="0"/>
          <a:chOff x="0" y="0"/>
          <a:chExt cx="0" cy="0"/>
        </a:xfrm>
      </p:grpSpPr>
      <p:sp>
        <p:nvSpPr>
          <p:cNvPr id="8" name="Text Placeholder 9">
            <a:extLst>
              <a:ext uri="{FF2B5EF4-FFF2-40B4-BE49-F238E27FC236}">
                <a16:creationId xmlns:a16="http://schemas.microsoft.com/office/drawing/2014/main" id="{690F7DF9-B5D2-2BD3-4151-D3BEA1220797}"/>
              </a:ext>
            </a:extLst>
          </p:cNvPr>
          <p:cNvSpPr>
            <a:spLocks noGrp="1"/>
          </p:cNvSpPr>
          <p:nvPr>
            <p:ph type="body" sz="quarter" idx="13" hasCustomPrompt="1"/>
          </p:nvPr>
        </p:nvSpPr>
        <p:spPr>
          <a:xfrm>
            <a:off x="881303" y="2856997"/>
            <a:ext cx="7180131"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pic>
        <p:nvPicPr>
          <p:cNvPr id="13" name="Graphic 12">
            <a:extLst>
              <a:ext uri="{FF2B5EF4-FFF2-40B4-BE49-F238E27FC236}">
                <a16:creationId xmlns:a16="http://schemas.microsoft.com/office/drawing/2014/main" id="{B594D236-7AEF-D958-1731-CC92E277A7F0}"/>
              </a:ext>
            </a:extLst>
          </p:cNvPr>
          <p:cNvPicPr>
            <a:picLocks noChangeAspect="1"/>
          </p:cNvPicPr>
          <p:nvPr userDrawn="1"/>
        </p:nvPicPr>
        <p:blipFill rotWithShape="1">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l="19422" t="29974" r="14686" b="28423"/>
          <a:stretch/>
        </p:blipFill>
        <p:spPr>
          <a:xfrm rot="774579">
            <a:off x="-980905" y="3903373"/>
            <a:ext cx="5453713" cy="3443329"/>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sp>
        <p:nvSpPr>
          <p:cNvPr id="3" name="Slide Number Placeholder 4">
            <a:extLst>
              <a:ext uri="{FF2B5EF4-FFF2-40B4-BE49-F238E27FC236}">
                <a16:creationId xmlns:a16="http://schemas.microsoft.com/office/drawing/2014/main" id="{7CD68BF5-C1BB-B265-B503-E8C8E3F99041}"/>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pic>
        <p:nvPicPr>
          <p:cNvPr id="55" name="Graphic 54">
            <a:extLst>
              <a:ext uri="{FF2B5EF4-FFF2-40B4-BE49-F238E27FC236}">
                <a16:creationId xmlns:a16="http://schemas.microsoft.com/office/drawing/2014/main" id="{E96C112C-4D00-5D23-6548-DBD7EA21614B}"/>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07970" y="2661363"/>
            <a:ext cx="2462784" cy="837348"/>
          </a:xfrm>
          <a:prstGeom prst="rect">
            <a:avLst/>
          </a:prstGeom>
        </p:spPr>
      </p:pic>
      <p:sp>
        <p:nvSpPr>
          <p:cNvPr id="56" name="Rectangle 55">
            <a:extLst>
              <a:ext uri="{FF2B5EF4-FFF2-40B4-BE49-F238E27FC236}">
                <a16:creationId xmlns:a16="http://schemas.microsoft.com/office/drawing/2014/main" id="{B3BEDDF3-D882-D6AC-0E38-42FF6A9F124F}"/>
              </a:ext>
            </a:extLst>
          </p:cNvPr>
          <p:cNvSpPr/>
          <p:nvPr userDrawn="1"/>
        </p:nvSpPr>
        <p:spPr>
          <a:xfrm>
            <a:off x="-2" y="6753559"/>
            <a:ext cx="12192001" cy="1365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57" name="Graphic 4119">
            <a:extLst>
              <a:ext uri="{FF2B5EF4-FFF2-40B4-BE49-F238E27FC236}">
                <a16:creationId xmlns:a16="http://schemas.microsoft.com/office/drawing/2014/main" id="{42E8397D-ADA3-1562-7C56-F3C5C353F906}"/>
              </a:ext>
            </a:extLst>
          </p:cNvPr>
          <p:cNvGrpSpPr/>
          <p:nvPr userDrawn="1"/>
        </p:nvGrpSpPr>
        <p:grpSpPr>
          <a:xfrm>
            <a:off x="1361076" y="2370354"/>
            <a:ext cx="1813299" cy="484838"/>
            <a:chOff x="2178742" y="-1107180"/>
            <a:chExt cx="2171851" cy="580707"/>
          </a:xfrm>
          <a:solidFill>
            <a:schemeClr val="tx1"/>
          </a:solidFill>
        </p:grpSpPr>
        <p:sp>
          <p:nvSpPr>
            <p:cNvPr id="58" name="Freeform 57">
              <a:extLst>
                <a:ext uri="{FF2B5EF4-FFF2-40B4-BE49-F238E27FC236}">
                  <a16:creationId xmlns:a16="http://schemas.microsoft.com/office/drawing/2014/main" id="{B6805B98-B949-F431-0454-836BC0E1138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4EAF4E4E-FDF6-EB28-8E96-69AA1AB534F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DBDC91FA-1AA8-147C-35B6-1487BE5CF3A4}"/>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A9186F90-9DA1-7004-860F-3CFDC4E007B1}"/>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F0B1F123-3637-7B79-7984-B91CC649E435}"/>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0DA8520F-76BF-1961-20DC-3206FF7915D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0C27670E-B717-1FA2-4B51-810CB51BE45E}"/>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66161D87-74B0-7AD4-3865-6E437F72F343}"/>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2DD2A9C0-2B3A-8DFA-32ED-1961CA1250C3}"/>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D4F79AC2-C6CF-7F26-362C-00531BE51729}"/>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8406BBE5-7C96-6539-440A-E1E3A21A55B6}"/>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BC8C6057-9E89-0A65-17F4-B2115E2B7AB1}"/>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7EA4412C-32D1-D93B-8C8E-60172D82E51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A12EBE22-9FE6-5711-BF90-7FA51E7742A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E22FDE64-32EB-ACE3-3F8E-5919CED2AB80}"/>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CFBB4699-3B01-A8EE-8D02-C16915AA8E73}"/>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0DF91448-A475-2E5D-C775-1C524BFC0468}"/>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32CFAD55-D7D8-4FA9-0A53-F976485EFB00}"/>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9999B250-CC89-8629-8EFC-3615642BDE0A}"/>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FD56AFCB-35F6-C0DC-0B6F-B9F6D9F2566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73968635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7_Title Only">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C16C185C-863C-D5F9-1D30-C36AA9BD467A}"/>
              </a:ext>
            </a:extLst>
          </p:cNvPr>
          <p:cNvPicPr>
            <a:picLocks noChangeAspect="1"/>
          </p:cNvPicPr>
          <p:nvPr userDrawn="1"/>
        </p:nvPicPr>
        <p:blipFill rotWithShape="1">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l="19422" t="29974" r="14686" b="28423"/>
          <a:stretch/>
        </p:blipFill>
        <p:spPr>
          <a:xfrm rot="774579">
            <a:off x="-980905" y="3903373"/>
            <a:ext cx="5453713" cy="3443329"/>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sp>
        <p:nvSpPr>
          <p:cNvPr id="6" name="Slide Number Placeholder 4">
            <a:extLst>
              <a:ext uri="{FF2B5EF4-FFF2-40B4-BE49-F238E27FC236}">
                <a16:creationId xmlns:a16="http://schemas.microsoft.com/office/drawing/2014/main" id="{2086C911-3E54-E4B0-3058-F67E50D50353}"/>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pic>
        <p:nvPicPr>
          <p:cNvPr id="15" name="Graphic 14">
            <a:extLst>
              <a:ext uri="{FF2B5EF4-FFF2-40B4-BE49-F238E27FC236}">
                <a16:creationId xmlns:a16="http://schemas.microsoft.com/office/drawing/2014/main" id="{DDEBE2A7-C479-A6BB-B2B2-07444421346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9015864" y="5625037"/>
            <a:ext cx="2462784" cy="837348"/>
          </a:xfrm>
          <a:prstGeom prst="rect">
            <a:avLst/>
          </a:prstGeom>
        </p:spPr>
      </p:pic>
    </p:spTree>
    <p:extLst>
      <p:ext uri="{BB962C8B-B14F-4D97-AF65-F5344CB8AC3E}">
        <p14:creationId xmlns:p14="http://schemas.microsoft.com/office/powerpoint/2010/main" val="414765612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10_Title Only">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C16C185C-863C-D5F9-1D30-C36AA9BD467A}"/>
              </a:ext>
            </a:extLst>
          </p:cNvPr>
          <p:cNvPicPr>
            <a:picLocks noChangeAspect="1"/>
          </p:cNvPicPr>
          <p:nvPr userDrawn="1"/>
        </p:nvPicPr>
        <p:blipFill rotWithShape="1">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l="19422" t="29974" r="14686" b="28423"/>
          <a:stretch/>
        </p:blipFill>
        <p:spPr>
          <a:xfrm rot="774579">
            <a:off x="-980905" y="3903373"/>
            <a:ext cx="5453713" cy="3443329"/>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sp>
        <p:nvSpPr>
          <p:cNvPr id="6" name="Slide Number Placeholder 4">
            <a:extLst>
              <a:ext uri="{FF2B5EF4-FFF2-40B4-BE49-F238E27FC236}">
                <a16:creationId xmlns:a16="http://schemas.microsoft.com/office/drawing/2014/main" id="{2086C911-3E54-E4B0-3058-F67E50D50353}"/>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Tree>
    <p:extLst>
      <p:ext uri="{BB962C8B-B14F-4D97-AF65-F5344CB8AC3E}">
        <p14:creationId xmlns:p14="http://schemas.microsoft.com/office/powerpoint/2010/main" val="25426875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4_Title Only">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2C1EC55C-BAC4-979A-627C-CEA0CDD75CAC}"/>
              </a:ext>
            </a:extLst>
          </p:cNvPr>
          <p:cNvSpPr>
            <a:spLocks noGrp="1"/>
          </p:cNvSpPr>
          <p:nvPr>
            <p:ph type="pic" sz="quarter" idx="15" hasCustomPrompt="1"/>
          </p:nvPr>
        </p:nvSpPr>
        <p:spPr>
          <a:xfrm>
            <a:off x="338138" y="298450"/>
            <a:ext cx="11528425" cy="2490968"/>
          </a:xfrm>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3" name="Text Placeholder 9">
            <a:extLst>
              <a:ext uri="{FF2B5EF4-FFF2-40B4-BE49-F238E27FC236}">
                <a16:creationId xmlns:a16="http://schemas.microsoft.com/office/drawing/2014/main" id="{6D342095-033E-BDA4-0C7B-3E404D1FF373}"/>
              </a:ext>
            </a:extLst>
          </p:cNvPr>
          <p:cNvSpPr>
            <a:spLocks noGrp="1"/>
          </p:cNvSpPr>
          <p:nvPr>
            <p:ph type="body" sz="quarter" idx="13" hasCustomPrompt="1"/>
          </p:nvPr>
        </p:nvSpPr>
        <p:spPr>
          <a:xfrm>
            <a:off x="923846" y="3304726"/>
            <a:ext cx="7064016"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0" name="Picture Placeholder 9">
            <a:extLst>
              <a:ext uri="{FF2B5EF4-FFF2-40B4-BE49-F238E27FC236}">
                <a16:creationId xmlns:a16="http://schemas.microsoft.com/office/drawing/2014/main" id="{472792C3-4CC9-0136-7350-E6AA980E8EBB}"/>
              </a:ext>
            </a:extLst>
          </p:cNvPr>
          <p:cNvSpPr>
            <a:spLocks noGrp="1"/>
          </p:cNvSpPr>
          <p:nvPr>
            <p:ph type="pic" sz="quarter" idx="16" hasCustomPrompt="1"/>
          </p:nvPr>
        </p:nvSpPr>
        <p:spPr>
          <a:xfrm>
            <a:off x="2025925" y="4274047"/>
            <a:ext cx="1193800" cy="1192213"/>
          </a:xfrm>
          <a:prstGeom prst="ellipse">
            <a:avLst/>
          </a:prstGeom>
          <a:solidFill>
            <a:schemeClr val="tx2"/>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12" name="Text Placeholder 11">
            <a:extLst>
              <a:ext uri="{FF2B5EF4-FFF2-40B4-BE49-F238E27FC236}">
                <a16:creationId xmlns:a16="http://schemas.microsoft.com/office/drawing/2014/main" id="{901CF8EF-73EC-5C31-9874-F9AF13F50EDE}"/>
              </a:ext>
            </a:extLst>
          </p:cNvPr>
          <p:cNvSpPr>
            <a:spLocks noGrp="1"/>
          </p:cNvSpPr>
          <p:nvPr>
            <p:ph type="body" sz="quarter" idx="17" hasCustomPrompt="1"/>
          </p:nvPr>
        </p:nvSpPr>
        <p:spPr>
          <a:xfrm>
            <a:off x="1407473" y="5653468"/>
            <a:ext cx="2430705"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Copy description goes here 18pts</a:t>
            </a:r>
          </a:p>
        </p:txBody>
      </p:sp>
      <p:sp>
        <p:nvSpPr>
          <p:cNvPr id="13" name="Picture Placeholder 9">
            <a:extLst>
              <a:ext uri="{FF2B5EF4-FFF2-40B4-BE49-F238E27FC236}">
                <a16:creationId xmlns:a16="http://schemas.microsoft.com/office/drawing/2014/main" id="{724B17C4-882A-B31F-8AF6-64C339D7587C}"/>
              </a:ext>
            </a:extLst>
          </p:cNvPr>
          <p:cNvSpPr>
            <a:spLocks noGrp="1"/>
          </p:cNvSpPr>
          <p:nvPr>
            <p:ph type="pic" sz="quarter" idx="18" hasCustomPrompt="1"/>
          </p:nvPr>
        </p:nvSpPr>
        <p:spPr>
          <a:xfrm>
            <a:off x="5499100" y="4274047"/>
            <a:ext cx="1193800" cy="1192213"/>
          </a:xfrm>
          <a:prstGeom prst="ellipse">
            <a:avLst/>
          </a:prstGeom>
          <a:solidFill>
            <a:schemeClr val="tx1"/>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14" name="Text Placeholder 11">
            <a:extLst>
              <a:ext uri="{FF2B5EF4-FFF2-40B4-BE49-F238E27FC236}">
                <a16:creationId xmlns:a16="http://schemas.microsoft.com/office/drawing/2014/main" id="{E5A790BE-F117-2D6C-8FB8-D9FCA9E69150}"/>
              </a:ext>
            </a:extLst>
          </p:cNvPr>
          <p:cNvSpPr>
            <a:spLocks noGrp="1"/>
          </p:cNvSpPr>
          <p:nvPr>
            <p:ph type="body" sz="quarter" idx="19" hasCustomPrompt="1"/>
          </p:nvPr>
        </p:nvSpPr>
        <p:spPr>
          <a:xfrm>
            <a:off x="4886997" y="5653468"/>
            <a:ext cx="2430705"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Copy description goes here 18pts</a:t>
            </a:r>
          </a:p>
        </p:txBody>
      </p:sp>
      <p:sp>
        <p:nvSpPr>
          <p:cNvPr id="15" name="Picture Placeholder 9">
            <a:extLst>
              <a:ext uri="{FF2B5EF4-FFF2-40B4-BE49-F238E27FC236}">
                <a16:creationId xmlns:a16="http://schemas.microsoft.com/office/drawing/2014/main" id="{25C030EC-C6F6-1E0D-B60B-0F7BE3680D07}"/>
              </a:ext>
            </a:extLst>
          </p:cNvPr>
          <p:cNvSpPr>
            <a:spLocks noGrp="1"/>
          </p:cNvSpPr>
          <p:nvPr>
            <p:ph type="pic" sz="quarter" idx="20" hasCustomPrompt="1"/>
          </p:nvPr>
        </p:nvSpPr>
        <p:spPr>
          <a:xfrm>
            <a:off x="8984973" y="4274047"/>
            <a:ext cx="1193800" cy="1192213"/>
          </a:xfrm>
          <a:prstGeom prst="ellipse">
            <a:avLst/>
          </a:prstGeom>
          <a:solidFill>
            <a:schemeClr val="accent1"/>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16" name="Text Placeholder 11">
            <a:extLst>
              <a:ext uri="{FF2B5EF4-FFF2-40B4-BE49-F238E27FC236}">
                <a16:creationId xmlns:a16="http://schemas.microsoft.com/office/drawing/2014/main" id="{0B45BDA3-B6D7-4298-D299-666D64BBB9F2}"/>
              </a:ext>
            </a:extLst>
          </p:cNvPr>
          <p:cNvSpPr>
            <a:spLocks noGrp="1"/>
          </p:cNvSpPr>
          <p:nvPr>
            <p:ph type="body" sz="quarter" idx="21" hasCustomPrompt="1"/>
          </p:nvPr>
        </p:nvSpPr>
        <p:spPr>
          <a:xfrm>
            <a:off x="8366521" y="5653468"/>
            <a:ext cx="2430705"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Copy description goes here 18pts</a:t>
            </a:r>
          </a:p>
        </p:txBody>
      </p:sp>
      <p:sp>
        <p:nvSpPr>
          <p:cNvPr id="6" name="Slide Number Placeholder 4">
            <a:extLst>
              <a:ext uri="{FF2B5EF4-FFF2-40B4-BE49-F238E27FC236}">
                <a16:creationId xmlns:a16="http://schemas.microsoft.com/office/drawing/2014/main" id="{47E395EB-B351-16C0-47B9-C6F64FA69A92}"/>
              </a:ext>
            </a:extLst>
          </p:cNvPr>
          <p:cNvSpPr>
            <a:spLocks noGrp="1"/>
          </p:cNvSpPr>
          <p:nvPr>
            <p:ph type="sldNum" sz="quarter" idx="22"/>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56" name="Rectangle 55">
            <a:extLst>
              <a:ext uri="{FF2B5EF4-FFF2-40B4-BE49-F238E27FC236}">
                <a16:creationId xmlns:a16="http://schemas.microsoft.com/office/drawing/2014/main" id="{DF4C3BBD-816C-0C56-A537-0FD6CEEE4E6D}"/>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57" name="Graphic 4119">
            <a:extLst>
              <a:ext uri="{FF2B5EF4-FFF2-40B4-BE49-F238E27FC236}">
                <a16:creationId xmlns:a16="http://schemas.microsoft.com/office/drawing/2014/main" id="{59634DD7-122B-0950-9F5E-A195356DE9A1}"/>
              </a:ext>
            </a:extLst>
          </p:cNvPr>
          <p:cNvGrpSpPr/>
          <p:nvPr userDrawn="1"/>
        </p:nvGrpSpPr>
        <p:grpSpPr>
          <a:xfrm>
            <a:off x="1368827" y="2866542"/>
            <a:ext cx="1813299" cy="484838"/>
            <a:chOff x="2178742" y="-1107180"/>
            <a:chExt cx="2171851" cy="580707"/>
          </a:xfrm>
          <a:solidFill>
            <a:schemeClr val="tx1"/>
          </a:solidFill>
        </p:grpSpPr>
        <p:sp>
          <p:nvSpPr>
            <p:cNvPr id="58" name="Freeform 57">
              <a:extLst>
                <a:ext uri="{FF2B5EF4-FFF2-40B4-BE49-F238E27FC236}">
                  <a16:creationId xmlns:a16="http://schemas.microsoft.com/office/drawing/2014/main" id="{39DD86AD-1B49-8485-7F6F-C59E3B95720D}"/>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53A74667-335C-572B-2AB1-09A1A5ACE02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7714151B-7E4A-BF56-FEF7-A0D973301D7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BD4659D7-9D5F-4036-7322-1D5DE6778FDC}"/>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CDC74D64-996A-2D56-1F92-32EE40511C85}"/>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7005937B-0767-90C8-FD5C-74519D08DF54}"/>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F6251594-519F-3175-67F0-B4CF79420949}"/>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C7BAB0D5-4535-0617-36B7-CB1DA42F65D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E8C481B5-7FBE-41A2-9BAD-658F4389A8F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8DC022DE-9D6B-979F-2402-99FAFAB02416}"/>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918358F9-649F-CE54-5300-831A13BF2EC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E849D38D-7CFC-A789-5EF0-26FBA061B62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728C14DF-7B1C-9E32-7B5B-E6397D06F453}"/>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74F04B48-9D7D-BD7E-EBE1-BC6010B9E040}"/>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41ED3BAC-7D6D-90B4-4637-B5CFF5EFC0E6}"/>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9FD64DFC-5E18-9BBD-C016-081C53A1C85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9843A152-FD04-5894-6F1C-7D75E50FDAE4}"/>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7ECF75EC-A7F7-D49C-D0B1-ED2C030A9DA7}"/>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0AE0E6DA-53BB-105F-476A-8F20603D00E4}"/>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D084A956-18D8-65A8-36C5-59AD355FD9D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411761400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5_Title Only">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472792C3-4CC9-0136-7350-E6AA980E8EBB}"/>
              </a:ext>
            </a:extLst>
          </p:cNvPr>
          <p:cNvSpPr>
            <a:spLocks noGrp="1"/>
          </p:cNvSpPr>
          <p:nvPr>
            <p:ph type="pic" sz="quarter" idx="16" hasCustomPrompt="1"/>
          </p:nvPr>
        </p:nvSpPr>
        <p:spPr>
          <a:xfrm>
            <a:off x="1434595" y="3715617"/>
            <a:ext cx="1193800" cy="1192213"/>
          </a:xfrm>
          <a:prstGeom prst="ellipse">
            <a:avLst/>
          </a:prstGeom>
          <a:solidFill>
            <a:schemeClr val="tx1"/>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12" name="Text Placeholder 11">
            <a:extLst>
              <a:ext uri="{FF2B5EF4-FFF2-40B4-BE49-F238E27FC236}">
                <a16:creationId xmlns:a16="http://schemas.microsoft.com/office/drawing/2014/main" id="{901CF8EF-73EC-5C31-9874-F9AF13F50EDE}"/>
              </a:ext>
            </a:extLst>
          </p:cNvPr>
          <p:cNvSpPr>
            <a:spLocks noGrp="1"/>
          </p:cNvSpPr>
          <p:nvPr>
            <p:ph type="body" sz="quarter" idx="17" hasCustomPrompt="1"/>
          </p:nvPr>
        </p:nvSpPr>
        <p:spPr>
          <a:xfrm>
            <a:off x="826223" y="5041259"/>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bold 14pts</a:t>
            </a:r>
          </a:p>
        </p:txBody>
      </p:sp>
      <p:sp>
        <p:nvSpPr>
          <p:cNvPr id="6" name="Text Placeholder 9">
            <a:extLst>
              <a:ext uri="{FF2B5EF4-FFF2-40B4-BE49-F238E27FC236}">
                <a16:creationId xmlns:a16="http://schemas.microsoft.com/office/drawing/2014/main" id="{9E1DD180-C9C6-1212-16B7-CA235DD8B341}"/>
              </a:ext>
            </a:extLst>
          </p:cNvPr>
          <p:cNvSpPr>
            <a:spLocks noGrp="1"/>
          </p:cNvSpPr>
          <p:nvPr>
            <p:ph type="body" sz="quarter" idx="13" hasCustomPrompt="1"/>
          </p:nvPr>
        </p:nvSpPr>
        <p:spPr>
          <a:xfrm>
            <a:off x="923846" y="1047753"/>
            <a:ext cx="6989265"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7" name="Text Placeholder 16">
            <a:extLst>
              <a:ext uri="{FF2B5EF4-FFF2-40B4-BE49-F238E27FC236}">
                <a16:creationId xmlns:a16="http://schemas.microsoft.com/office/drawing/2014/main" id="{523B4BE2-8464-4CF2-AA12-DACDCBC99A46}"/>
              </a:ext>
            </a:extLst>
          </p:cNvPr>
          <p:cNvSpPr>
            <a:spLocks noGrp="1"/>
          </p:cNvSpPr>
          <p:nvPr>
            <p:ph type="body" sz="quarter" idx="22" hasCustomPrompt="1"/>
          </p:nvPr>
        </p:nvSpPr>
        <p:spPr>
          <a:xfrm>
            <a:off x="804083" y="5460416"/>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18" name="Picture Placeholder 9">
            <a:extLst>
              <a:ext uri="{FF2B5EF4-FFF2-40B4-BE49-F238E27FC236}">
                <a16:creationId xmlns:a16="http://schemas.microsoft.com/office/drawing/2014/main" id="{93FA39E3-6F3F-4BD2-79B4-6308A18C3F5F}"/>
              </a:ext>
            </a:extLst>
          </p:cNvPr>
          <p:cNvSpPr>
            <a:spLocks noGrp="1"/>
          </p:cNvSpPr>
          <p:nvPr>
            <p:ph type="pic" sz="quarter" idx="23" hasCustomPrompt="1"/>
          </p:nvPr>
        </p:nvSpPr>
        <p:spPr>
          <a:xfrm>
            <a:off x="4210273" y="3715617"/>
            <a:ext cx="1193800" cy="1192213"/>
          </a:xfrm>
          <a:prstGeom prst="ellipse">
            <a:avLst/>
          </a:prstGeom>
          <a:solidFill>
            <a:schemeClr val="tx2"/>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19" name="Text Placeholder 11">
            <a:extLst>
              <a:ext uri="{FF2B5EF4-FFF2-40B4-BE49-F238E27FC236}">
                <a16:creationId xmlns:a16="http://schemas.microsoft.com/office/drawing/2014/main" id="{C27F0C18-A7AC-441B-97D9-6E8FC46177BE}"/>
              </a:ext>
            </a:extLst>
          </p:cNvPr>
          <p:cNvSpPr>
            <a:spLocks noGrp="1"/>
          </p:cNvSpPr>
          <p:nvPr>
            <p:ph type="body" sz="quarter" idx="24" hasCustomPrompt="1"/>
          </p:nvPr>
        </p:nvSpPr>
        <p:spPr>
          <a:xfrm>
            <a:off x="3601901" y="5041259"/>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bold 14pts</a:t>
            </a:r>
          </a:p>
        </p:txBody>
      </p:sp>
      <p:sp>
        <p:nvSpPr>
          <p:cNvPr id="21" name="Picture Placeholder 9">
            <a:extLst>
              <a:ext uri="{FF2B5EF4-FFF2-40B4-BE49-F238E27FC236}">
                <a16:creationId xmlns:a16="http://schemas.microsoft.com/office/drawing/2014/main" id="{B4FCAB28-42D9-09E9-6F69-5B3EF2221E88}"/>
              </a:ext>
            </a:extLst>
          </p:cNvPr>
          <p:cNvSpPr>
            <a:spLocks noGrp="1"/>
          </p:cNvSpPr>
          <p:nvPr>
            <p:ph type="pic" sz="quarter" idx="26" hasCustomPrompt="1"/>
          </p:nvPr>
        </p:nvSpPr>
        <p:spPr>
          <a:xfrm>
            <a:off x="6944638" y="3715617"/>
            <a:ext cx="1193800" cy="1192213"/>
          </a:xfrm>
          <a:prstGeom prst="ellipse">
            <a:avLst/>
          </a:prstGeom>
          <a:solidFill>
            <a:schemeClr val="accent1"/>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22" name="Text Placeholder 11">
            <a:extLst>
              <a:ext uri="{FF2B5EF4-FFF2-40B4-BE49-F238E27FC236}">
                <a16:creationId xmlns:a16="http://schemas.microsoft.com/office/drawing/2014/main" id="{45B59FFA-4809-6BBD-427F-8A1F47491101}"/>
              </a:ext>
            </a:extLst>
          </p:cNvPr>
          <p:cNvSpPr>
            <a:spLocks noGrp="1"/>
          </p:cNvSpPr>
          <p:nvPr>
            <p:ph type="body" sz="quarter" idx="27" hasCustomPrompt="1"/>
          </p:nvPr>
        </p:nvSpPr>
        <p:spPr>
          <a:xfrm>
            <a:off x="6336266" y="5041259"/>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bold 14pts</a:t>
            </a:r>
          </a:p>
        </p:txBody>
      </p:sp>
      <p:sp>
        <p:nvSpPr>
          <p:cNvPr id="24" name="Text Placeholder 16">
            <a:extLst>
              <a:ext uri="{FF2B5EF4-FFF2-40B4-BE49-F238E27FC236}">
                <a16:creationId xmlns:a16="http://schemas.microsoft.com/office/drawing/2014/main" id="{B9A4E150-6FDA-E06D-BF5A-30F85DDFDA99}"/>
              </a:ext>
            </a:extLst>
          </p:cNvPr>
          <p:cNvSpPr>
            <a:spLocks noGrp="1"/>
          </p:cNvSpPr>
          <p:nvPr>
            <p:ph type="body" sz="quarter" idx="28" hasCustomPrompt="1"/>
          </p:nvPr>
        </p:nvSpPr>
        <p:spPr>
          <a:xfrm>
            <a:off x="3589037" y="5460416"/>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25" name="Text Placeholder 16">
            <a:extLst>
              <a:ext uri="{FF2B5EF4-FFF2-40B4-BE49-F238E27FC236}">
                <a16:creationId xmlns:a16="http://schemas.microsoft.com/office/drawing/2014/main" id="{2976A63F-AFBB-7C3F-A84E-42E7E376421D}"/>
              </a:ext>
            </a:extLst>
          </p:cNvPr>
          <p:cNvSpPr>
            <a:spLocks noGrp="1"/>
          </p:cNvSpPr>
          <p:nvPr>
            <p:ph type="body" sz="quarter" idx="29" hasCustomPrompt="1"/>
          </p:nvPr>
        </p:nvSpPr>
        <p:spPr>
          <a:xfrm>
            <a:off x="6322077" y="5460416"/>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26" name="Picture Placeholder 9">
            <a:extLst>
              <a:ext uri="{FF2B5EF4-FFF2-40B4-BE49-F238E27FC236}">
                <a16:creationId xmlns:a16="http://schemas.microsoft.com/office/drawing/2014/main" id="{27CA35C1-4E9A-09F7-E223-4BD1C76BD85B}"/>
              </a:ext>
            </a:extLst>
          </p:cNvPr>
          <p:cNvSpPr>
            <a:spLocks noGrp="1"/>
          </p:cNvSpPr>
          <p:nvPr>
            <p:ph type="pic" sz="quarter" idx="30" hasCustomPrompt="1"/>
          </p:nvPr>
        </p:nvSpPr>
        <p:spPr>
          <a:xfrm>
            <a:off x="9718588" y="3715617"/>
            <a:ext cx="1193800" cy="1192213"/>
          </a:xfrm>
          <a:prstGeom prst="ellipse">
            <a:avLst/>
          </a:prstGeom>
          <a:solidFill>
            <a:schemeClr val="bg2"/>
          </a:solidFill>
          <a:ln>
            <a:noFill/>
          </a:ln>
        </p:spPr>
        <p:txBody>
          <a:bodyPr anchor="ctr">
            <a:normAutofit/>
          </a:bodyPr>
          <a:lstStyle>
            <a:lvl1pPr algn="ctr">
              <a:defRPr sz="1200" b="1" i="0">
                <a:solidFill>
                  <a:schemeClr val="accent4"/>
                </a:solidFill>
                <a:latin typeface="Montserrat" pitchFamily="2" charset="77"/>
              </a:defRPr>
            </a:lvl1pPr>
          </a:lstStyle>
          <a:p>
            <a:r>
              <a:rPr lang="en-US" dirty="0"/>
              <a:t>Insert Graphic</a:t>
            </a:r>
          </a:p>
        </p:txBody>
      </p:sp>
      <p:sp>
        <p:nvSpPr>
          <p:cNvPr id="27" name="Text Placeholder 11">
            <a:extLst>
              <a:ext uri="{FF2B5EF4-FFF2-40B4-BE49-F238E27FC236}">
                <a16:creationId xmlns:a16="http://schemas.microsoft.com/office/drawing/2014/main" id="{C6098177-C9F9-55C8-2B69-815ED07E0759}"/>
              </a:ext>
            </a:extLst>
          </p:cNvPr>
          <p:cNvSpPr>
            <a:spLocks noGrp="1"/>
          </p:cNvSpPr>
          <p:nvPr>
            <p:ph type="body" sz="quarter" idx="31" hasCustomPrompt="1"/>
          </p:nvPr>
        </p:nvSpPr>
        <p:spPr>
          <a:xfrm>
            <a:off x="9110216" y="5041259"/>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bold 14pts</a:t>
            </a:r>
          </a:p>
        </p:txBody>
      </p:sp>
      <p:sp>
        <p:nvSpPr>
          <p:cNvPr id="28" name="Text Placeholder 16">
            <a:extLst>
              <a:ext uri="{FF2B5EF4-FFF2-40B4-BE49-F238E27FC236}">
                <a16:creationId xmlns:a16="http://schemas.microsoft.com/office/drawing/2014/main" id="{CCAA1867-20FA-3C8F-A9B9-E2BDB12E3B10}"/>
              </a:ext>
            </a:extLst>
          </p:cNvPr>
          <p:cNvSpPr>
            <a:spLocks noGrp="1"/>
          </p:cNvSpPr>
          <p:nvPr>
            <p:ph type="body" sz="quarter" idx="32" hasCustomPrompt="1"/>
          </p:nvPr>
        </p:nvSpPr>
        <p:spPr>
          <a:xfrm>
            <a:off x="9096027" y="5460416"/>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4" name="Slide Number Placeholder 4">
            <a:extLst>
              <a:ext uri="{FF2B5EF4-FFF2-40B4-BE49-F238E27FC236}">
                <a16:creationId xmlns:a16="http://schemas.microsoft.com/office/drawing/2014/main" id="{E6AC3EE2-F0B4-CF64-CB76-E629FBED54E4}"/>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35" name="Text Placeholder 34">
            <a:extLst>
              <a:ext uri="{FF2B5EF4-FFF2-40B4-BE49-F238E27FC236}">
                <a16:creationId xmlns:a16="http://schemas.microsoft.com/office/drawing/2014/main" id="{9633B506-7462-6D29-ADF6-95A40878D2A6}"/>
              </a:ext>
            </a:extLst>
          </p:cNvPr>
          <p:cNvSpPr>
            <a:spLocks noGrp="1"/>
          </p:cNvSpPr>
          <p:nvPr>
            <p:ph type="body" sz="quarter" idx="33" hasCustomPrompt="1"/>
          </p:nvPr>
        </p:nvSpPr>
        <p:spPr>
          <a:xfrm>
            <a:off x="923925" y="1675090"/>
            <a:ext cx="6021388" cy="1625600"/>
          </a:xfrm>
        </p:spPr>
        <p:txBody>
          <a:bodyPr>
            <a:normAutofit/>
          </a:bodyPr>
          <a:lstStyle>
            <a:lvl1pPr>
              <a:defRPr sz="1400" b="0" i="0">
                <a:solidFill>
                  <a:schemeClr val="accent6"/>
                </a:solidFill>
                <a:latin typeface="Montserrat" pitchFamily="2" charset="77"/>
                <a:cs typeface="Gotham Book" pitchFamily="2" charset="0"/>
              </a:defRPr>
            </a:lvl1pPr>
            <a:lvl2pPr>
              <a:defRPr sz="1200" b="0" i="0">
                <a:solidFill>
                  <a:schemeClr val="accent5">
                    <a:lumMod val="50000"/>
                    <a:lumOff val="50000"/>
                  </a:schemeClr>
                </a:solidFill>
                <a:latin typeface="Gotham Book" pitchFamily="2" charset="0"/>
                <a:cs typeface="Gotham Book" pitchFamily="2" charset="0"/>
              </a:defRPr>
            </a:lvl2pPr>
            <a:lvl3pPr>
              <a:defRPr sz="1200" b="0" i="0">
                <a:solidFill>
                  <a:schemeClr val="accent5">
                    <a:lumMod val="50000"/>
                    <a:lumOff val="50000"/>
                  </a:schemeClr>
                </a:solidFill>
                <a:latin typeface="Gotham Book" pitchFamily="2" charset="0"/>
                <a:cs typeface="Gotham Book" pitchFamily="2" charset="0"/>
              </a:defRPr>
            </a:lvl3pPr>
            <a:lvl4pPr>
              <a:defRPr sz="1200" b="0" i="0">
                <a:solidFill>
                  <a:schemeClr val="accent5">
                    <a:lumMod val="50000"/>
                    <a:lumOff val="50000"/>
                  </a:schemeClr>
                </a:solidFill>
                <a:latin typeface="Gotham Book" pitchFamily="2" charset="0"/>
                <a:cs typeface="Gotham Book" pitchFamily="2" charset="0"/>
              </a:defRPr>
            </a:lvl4pPr>
            <a:lvl5pPr>
              <a:defRPr sz="1200" b="0" i="0">
                <a:solidFill>
                  <a:schemeClr val="accent5">
                    <a:lumMod val="50000"/>
                    <a:lumOff val="50000"/>
                  </a:schemeClr>
                </a:solidFill>
                <a:latin typeface="Gotham Book" pitchFamily="2" charset="0"/>
                <a:cs typeface="Gotham Book" pitchFamily="2" charset="0"/>
              </a:defRPr>
            </a:lvl5pPr>
          </a:lstStyle>
          <a:p>
            <a:pPr lvl="0"/>
            <a:r>
              <a:rPr lang="en-US" dirty="0"/>
              <a:t>Montserrat regular 14pt body copy goes here .</a:t>
            </a:r>
          </a:p>
        </p:txBody>
      </p:sp>
      <p:pic>
        <p:nvPicPr>
          <p:cNvPr id="65" name="Graphic 64">
            <a:extLst>
              <a:ext uri="{FF2B5EF4-FFF2-40B4-BE49-F238E27FC236}">
                <a16:creationId xmlns:a16="http://schemas.microsoft.com/office/drawing/2014/main" id="{591D9AC8-9782-256F-802F-BE6A74F7BF2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919279" y="896957"/>
            <a:ext cx="2462784" cy="837348"/>
          </a:xfrm>
          <a:prstGeom prst="rect">
            <a:avLst/>
          </a:prstGeom>
        </p:spPr>
      </p:pic>
      <p:sp>
        <p:nvSpPr>
          <p:cNvPr id="66" name="Rectangle 65">
            <a:extLst>
              <a:ext uri="{FF2B5EF4-FFF2-40B4-BE49-F238E27FC236}">
                <a16:creationId xmlns:a16="http://schemas.microsoft.com/office/drawing/2014/main" id="{8ADE1B42-C204-F979-C15F-1286B029306C}"/>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67" name="Graphic 4119">
            <a:extLst>
              <a:ext uri="{FF2B5EF4-FFF2-40B4-BE49-F238E27FC236}">
                <a16:creationId xmlns:a16="http://schemas.microsoft.com/office/drawing/2014/main" id="{CEC3D3C9-3A25-D073-5F8C-0AFC8B9A3195}"/>
              </a:ext>
            </a:extLst>
          </p:cNvPr>
          <p:cNvGrpSpPr/>
          <p:nvPr userDrawn="1"/>
        </p:nvGrpSpPr>
        <p:grpSpPr>
          <a:xfrm>
            <a:off x="1303355" y="634197"/>
            <a:ext cx="1813299" cy="484838"/>
            <a:chOff x="2178742" y="-1107180"/>
            <a:chExt cx="2171851" cy="580707"/>
          </a:xfrm>
          <a:solidFill>
            <a:schemeClr val="tx1"/>
          </a:solidFill>
        </p:grpSpPr>
        <p:sp>
          <p:nvSpPr>
            <p:cNvPr id="68" name="Freeform 67">
              <a:extLst>
                <a:ext uri="{FF2B5EF4-FFF2-40B4-BE49-F238E27FC236}">
                  <a16:creationId xmlns:a16="http://schemas.microsoft.com/office/drawing/2014/main" id="{C47E7FAD-B361-0748-8B96-3BEFF3681982}"/>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508ACA43-4588-1565-FE9C-0DB604874821}"/>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C3E1F28C-77DF-A202-274B-12E0D7604CE2}"/>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BA79FBB3-62A7-0F3F-79A4-0D766CDD6F82}"/>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2A1A525F-7BBF-4276-69FB-55367ED7033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6C64C555-2DBF-1645-7EB2-73618FE7ADC0}"/>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BB5A7B88-A6C8-9A0E-A291-F04E3E21405C}"/>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D6187827-A25F-FA36-2B65-366CC85CE4FE}"/>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E4C81ACE-B51D-6325-903A-CCC681B18B84}"/>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F17F7F21-3295-3277-0CDE-D10E32217CF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1B403E2F-A1FA-C7C8-F7F0-77D5B5DBB882}"/>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076C048A-43FA-597A-0CB3-CDF1FE3BA59E}"/>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530D35F2-DE99-ED3F-3621-FB0FC19B489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2A71819E-50DB-EF7B-72F3-FFC9413E37B0}"/>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C2EDD032-8CB9-63CF-B129-1C09F41E7FB4}"/>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54DFB8F3-F4F8-BD38-FC03-8953CDFE35C3}"/>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BD011D00-9FB9-3D16-C7D1-71902E293CF1}"/>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ADBB874B-C357-6C77-5538-2902C0198748}"/>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EC556F3E-8CDF-8AAB-170B-562E11E3BCCE}"/>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7" name="Freeform 86">
              <a:extLst>
                <a:ext uri="{FF2B5EF4-FFF2-40B4-BE49-F238E27FC236}">
                  <a16:creationId xmlns:a16="http://schemas.microsoft.com/office/drawing/2014/main" id="{56548D92-01FE-CBA2-31C9-43E23641A3E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26024651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6_Title Only">
    <p:spTree>
      <p:nvGrpSpPr>
        <p:cNvPr id="1" name=""/>
        <p:cNvGrpSpPr/>
        <p:nvPr/>
      </p:nvGrpSpPr>
      <p:grpSpPr>
        <a:xfrm>
          <a:off x="0" y="0"/>
          <a:ext cx="0" cy="0"/>
          <a:chOff x="0" y="0"/>
          <a:chExt cx="0" cy="0"/>
        </a:xfrm>
      </p:grpSpPr>
      <p:sp>
        <p:nvSpPr>
          <p:cNvPr id="21" name="Text Placeholder 9">
            <a:extLst>
              <a:ext uri="{FF2B5EF4-FFF2-40B4-BE49-F238E27FC236}">
                <a16:creationId xmlns:a16="http://schemas.microsoft.com/office/drawing/2014/main" id="{1A8F97A2-083B-A853-D7A9-672C71042CB3}"/>
              </a:ext>
            </a:extLst>
          </p:cNvPr>
          <p:cNvSpPr>
            <a:spLocks noGrp="1"/>
          </p:cNvSpPr>
          <p:nvPr>
            <p:ph type="body" sz="quarter" idx="14" hasCustomPrompt="1"/>
          </p:nvPr>
        </p:nvSpPr>
        <p:spPr>
          <a:xfrm>
            <a:off x="923846" y="1047753"/>
            <a:ext cx="8188618" cy="619083"/>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24" name="Text Placeholder 13">
            <a:extLst>
              <a:ext uri="{FF2B5EF4-FFF2-40B4-BE49-F238E27FC236}">
                <a16:creationId xmlns:a16="http://schemas.microsoft.com/office/drawing/2014/main" id="{47E66D65-8AB5-EBEC-52C8-2329CAA8776C}"/>
              </a:ext>
            </a:extLst>
          </p:cNvPr>
          <p:cNvSpPr>
            <a:spLocks noGrp="1"/>
          </p:cNvSpPr>
          <p:nvPr>
            <p:ph type="body" sz="quarter" idx="17" hasCustomPrompt="1"/>
          </p:nvPr>
        </p:nvSpPr>
        <p:spPr>
          <a:xfrm>
            <a:off x="959428" y="1909342"/>
            <a:ext cx="5648376"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grpSp>
        <p:nvGrpSpPr>
          <p:cNvPr id="25" name="Group 24">
            <a:extLst>
              <a:ext uri="{FF2B5EF4-FFF2-40B4-BE49-F238E27FC236}">
                <a16:creationId xmlns:a16="http://schemas.microsoft.com/office/drawing/2014/main" id="{9FE1B5E5-518B-D771-4EED-BC18C1D1EE83}"/>
              </a:ext>
            </a:extLst>
          </p:cNvPr>
          <p:cNvGrpSpPr/>
          <p:nvPr userDrawn="1"/>
        </p:nvGrpSpPr>
        <p:grpSpPr>
          <a:xfrm>
            <a:off x="6398366" y="2141672"/>
            <a:ext cx="209441" cy="3532610"/>
            <a:chOff x="10807083" y="412365"/>
            <a:chExt cx="209441" cy="3532610"/>
          </a:xfrm>
        </p:grpSpPr>
        <p:sp>
          <p:nvSpPr>
            <p:cNvPr id="26" name="Graphic 12">
              <a:extLst>
                <a:ext uri="{FF2B5EF4-FFF2-40B4-BE49-F238E27FC236}">
                  <a16:creationId xmlns:a16="http://schemas.microsoft.com/office/drawing/2014/main" id="{D6031890-CAF1-6293-9AD8-4ACB252E406F}"/>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27" name="Straight Connector 26">
              <a:extLst>
                <a:ext uri="{FF2B5EF4-FFF2-40B4-BE49-F238E27FC236}">
                  <a16:creationId xmlns:a16="http://schemas.microsoft.com/office/drawing/2014/main" id="{4789A1E6-5C04-6A39-B5F1-9D9A07C99DF2}"/>
                </a:ext>
              </a:extLst>
            </p:cNvPr>
            <p:cNvCxnSpPr>
              <a:cxnSpLocks/>
            </p:cNvCxnSpPr>
            <p:nvPr/>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6695758B-6F1C-84BA-7189-3AB0482A88B1}"/>
                </a:ext>
              </a:extLst>
            </p:cNvPr>
            <p:cNvCxnSpPr>
              <a:cxnSpLocks/>
            </p:cNvCxnSpPr>
            <p:nvPr/>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9" name="Rectangle 28">
            <a:extLst>
              <a:ext uri="{FF2B5EF4-FFF2-40B4-BE49-F238E27FC236}">
                <a16:creationId xmlns:a16="http://schemas.microsoft.com/office/drawing/2014/main" id="{A8A3F6A2-9089-D6CB-BDA9-625A491F4A20}"/>
              </a:ext>
            </a:extLst>
          </p:cNvPr>
          <p:cNvSpPr/>
          <p:nvPr/>
        </p:nvSpPr>
        <p:spPr>
          <a:xfrm>
            <a:off x="7118096" y="1793104"/>
            <a:ext cx="4363991" cy="4239798"/>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30" name="Picture Placeholder 3">
            <a:extLst>
              <a:ext uri="{FF2B5EF4-FFF2-40B4-BE49-F238E27FC236}">
                <a16:creationId xmlns:a16="http://schemas.microsoft.com/office/drawing/2014/main" id="{358F6CD0-B455-BA6F-60DD-E209F95FEBA7}"/>
              </a:ext>
            </a:extLst>
          </p:cNvPr>
          <p:cNvSpPr>
            <a:spLocks noGrp="1"/>
          </p:cNvSpPr>
          <p:nvPr>
            <p:ph type="pic" sz="quarter" idx="34" hasCustomPrompt="1"/>
          </p:nvPr>
        </p:nvSpPr>
        <p:spPr>
          <a:xfrm>
            <a:off x="7280549" y="1992107"/>
            <a:ext cx="4010676" cy="3867595"/>
          </a:xfrm>
          <a:solidFill>
            <a:srgbClr val="FFFFFF"/>
          </a:solidFill>
          <a:effectLst>
            <a:outerShdw blurRad="50800" dist="38100" dir="8100000" algn="tr" rotWithShape="0">
              <a:prstClr val="black">
                <a:alpha val="15000"/>
              </a:prstClr>
            </a:outerShdw>
          </a:effectLst>
        </p:spPr>
        <p:txBody>
          <a:bodyPr anchor="ctr">
            <a:normAutofit/>
          </a:bodyPr>
          <a:lstStyle>
            <a:lvl1pPr algn="ctr">
              <a:lnSpc>
                <a:spcPct val="100000"/>
              </a:lnSpc>
              <a:defRPr sz="1200" b="0" i="0">
                <a:latin typeface="Montserrat" pitchFamily="2" charset="77"/>
              </a:defRPr>
            </a:lvl1pPr>
          </a:lstStyle>
          <a:p>
            <a:r>
              <a:rPr lang="en-US" dirty="0"/>
              <a:t>Insert Photo</a:t>
            </a:r>
          </a:p>
        </p:txBody>
      </p:sp>
      <p:sp>
        <p:nvSpPr>
          <p:cNvPr id="31" name="Text Placeholder 9">
            <a:extLst>
              <a:ext uri="{FF2B5EF4-FFF2-40B4-BE49-F238E27FC236}">
                <a16:creationId xmlns:a16="http://schemas.microsoft.com/office/drawing/2014/main" id="{5A87E653-0CF9-D88C-532D-C026B69971C0}"/>
              </a:ext>
            </a:extLst>
          </p:cNvPr>
          <p:cNvSpPr>
            <a:spLocks noGrp="1"/>
          </p:cNvSpPr>
          <p:nvPr>
            <p:ph type="body" sz="quarter" idx="37" hasCustomPrompt="1"/>
          </p:nvPr>
        </p:nvSpPr>
        <p:spPr>
          <a:xfrm>
            <a:off x="1208998" y="3829884"/>
            <a:ext cx="4886997" cy="1037051"/>
          </a:xfrm>
        </p:spPr>
        <p:txBody>
          <a:bodyPr>
            <a:noAutofit/>
          </a:bodyPr>
          <a:lstStyle>
            <a:lvl1pPr marL="0" indent="0">
              <a:lnSpc>
                <a:spcPct val="100000"/>
              </a:lnSpc>
              <a:buFont typeface="Arial" panose="020B0604020202020204" pitchFamily="34" charset="0"/>
              <a:buNone/>
              <a:defRPr sz="1400" b="1" i="0">
                <a:solidFill>
                  <a:schemeClr val="bg1"/>
                </a:solidFill>
                <a:latin typeface="Montserrat" pitchFamily="2" charset="77"/>
                <a:cs typeface="Gotham Medium" pitchFamily="2" charset="0"/>
              </a:defRPr>
            </a:lvl1pPr>
          </a:lstStyle>
          <a:p>
            <a:pPr lvl="0"/>
            <a:r>
              <a:rPr lang="en-US" dirty="0"/>
              <a:t>• Bullet points goes here in Montserrat bold 14pts</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US" dirty="0"/>
              <a:t>• Bullet points goes here in Montserrat bold 14pts</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US" dirty="0"/>
              <a:t>• Bullet points goes here in Montserrat bold 14pts</a:t>
            </a:r>
          </a:p>
        </p:txBody>
      </p:sp>
      <p:sp>
        <p:nvSpPr>
          <p:cNvPr id="2" name="Slide Number Placeholder 4">
            <a:extLst>
              <a:ext uri="{FF2B5EF4-FFF2-40B4-BE49-F238E27FC236}">
                <a16:creationId xmlns:a16="http://schemas.microsoft.com/office/drawing/2014/main" id="{44ABC44A-B90E-D5EF-8FB0-B2D95E191668}"/>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pic>
        <p:nvPicPr>
          <p:cNvPr id="73" name="Graphic 72">
            <a:extLst>
              <a:ext uri="{FF2B5EF4-FFF2-40B4-BE49-F238E27FC236}">
                <a16:creationId xmlns:a16="http://schemas.microsoft.com/office/drawing/2014/main" id="{B240ABEB-CFB8-A640-B3EB-94EA36A80BE3}"/>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2122223" y="5130224"/>
            <a:ext cx="2462784" cy="837348"/>
          </a:xfrm>
          <a:prstGeom prst="rect">
            <a:avLst/>
          </a:prstGeom>
        </p:spPr>
      </p:pic>
      <p:sp>
        <p:nvSpPr>
          <p:cNvPr id="74" name="Rectangle 73">
            <a:extLst>
              <a:ext uri="{FF2B5EF4-FFF2-40B4-BE49-F238E27FC236}">
                <a16:creationId xmlns:a16="http://schemas.microsoft.com/office/drawing/2014/main" id="{FE9034D4-F5DE-0990-AD30-355A6FDBD3D2}"/>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75" name="Graphic 4119">
            <a:extLst>
              <a:ext uri="{FF2B5EF4-FFF2-40B4-BE49-F238E27FC236}">
                <a16:creationId xmlns:a16="http://schemas.microsoft.com/office/drawing/2014/main" id="{EFADEB89-7A1B-E157-B320-F01B53A4F2FA}"/>
              </a:ext>
            </a:extLst>
          </p:cNvPr>
          <p:cNvGrpSpPr/>
          <p:nvPr userDrawn="1"/>
        </p:nvGrpSpPr>
        <p:grpSpPr>
          <a:xfrm>
            <a:off x="1317527" y="704410"/>
            <a:ext cx="1813299" cy="484838"/>
            <a:chOff x="2178742" y="-1107180"/>
            <a:chExt cx="2171851" cy="580707"/>
          </a:xfrm>
          <a:solidFill>
            <a:schemeClr val="tx1"/>
          </a:solidFill>
        </p:grpSpPr>
        <p:sp>
          <p:nvSpPr>
            <p:cNvPr id="76" name="Freeform 75">
              <a:extLst>
                <a:ext uri="{FF2B5EF4-FFF2-40B4-BE49-F238E27FC236}">
                  <a16:creationId xmlns:a16="http://schemas.microsoft.com/office/drawing/2014/main" id="{86322796-319D-5C49-9EDD-A3BE52634C74}"/>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182DE8F0-FFF3-6907-2B9F-E5674EC9B46D}"/>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9FFF9BD7-73BF-F81C-744C-241924DEF59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ABD8AD4C-548E-C8D3-9742-B13E86A1DC5A}"/>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4AD82231-AD85-8223-0607-7E000E9FE08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EC8D8897-E686-0744-9CD4-6894F23E414E}"/>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186FD25F-6411-0A4D-76E5-80A976DDA279}"/>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12EC24F3-F18E-2A3A-875E-2E8B8369E985}"/>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4A2B0811-71C8-701E-1E94-4C184C1BCF3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DE955C7A-851C-16F9-7B73-05531726F3B4}"/>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870C2834-A882-34EA-E11F-FDCA968471D5}"/>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7" name="Freeform 86">
              <a:extLst>
                <a:ext uri="{FF2B5EF4-FFF2-40B4-BE49-F238E27FC236}">
                  <a16:creationId xmlns:a16="http://schemas.microsoft.com/office/drawing/2014/main" id="{70B0F5DB-2EEB-D056-D275-B5029A23636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8" name="Freeform 87">
              <a:extLst>
                <a:ext uri="{FF2B5EF4-FFF2-40B4-BE49-F238E27FC236}">
                  <a16:creationId xmlns:a16="http://schemas.microsoft.com/office/drawing/2014/main" id="{C195702D-2329-1707-6DB0-CC54A4B2B3B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9" name="Freeform 88">
              <a:extLst>
                <a:ext uri="{FF2B5EF4-FFF2-40B4-BE49-F238E27FC236}">
                  <a16:creationId xmlns:a16="http://schemas.microsoft.com/office/drawing/2014/main" id="{92A7B10A-558B-601A-64E8-19C400131BDF}"/>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0" name="Freeform 89">
              <a:extLst>
                <a:ext uri="{FF2B5EF4-FFF2-40B4-BE49-F238E27FC236}">
                  <a16:creationId xmlns:a16="http://schemas.microsoft.com/office/drawing/2014/main" id="{694D44E0-5CB0-4241-BCE8-50742BCD4A80}"/>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1" name="Freeform 90">
              <a:extLst>
                <a:ext uri="{FF2B5EF4-FFF2-40B4-BE49-F238E27FC236}">
                  <a16:creationId xmlns:a16="http://schemas.microsoft.com/office/drawing/2014/main" id="{97F610A9-E128-F361-4B78-26EC06A13429}"/>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2" name="Freeform 91">
              <a:extLst>
                <a:ext uri="{FF2B5EF4-FFF2-40B4-BE49-F238E27FC236}">
                  <a16:creationId xmlns:a16="http://schemas.microsoft.com/office/drawing/2014/main" id="{AA5075D4-B787-BA2E-974C-22115B437D1B}"/>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3" name="Freeform 92">
              <a:extLst>
                <a:ext uri="{FF2B5EF4-FFF2-40B4-BE49-F238E27FC236}">
                  <a16:creationId xmlns:a16="http://schemas.microsoft.com/office/drawing/2014/main" id="{28CDB4AE-2D7D-DE6B-BA4E-3BC17F4A3665}"/>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4" name="Freeform 93">
              <a:extLst>
                <a:ext uri="{FF2B5EF4-FFF2-40B4-BE49-F238E27FC236}">
                  <a16:creationId xmlns:a16="http://schemas.microsoft.com/office/drawing/2014/main" id="{4A865770-BCBB-0A5A-643A-58FFBDCB8220}"/>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5" name="Freeform 94">
              <a:extLst>
                <a:ext uri="{FF2B5EF4-FFF2-40B4-BE49-F238E27FC236}">
                  <a16:creationId xmlns:a16="http://schemas.microsoft.com/office/drawing/2014/main" id="{FE9056D9-D6E1-D13D-88EF-195362921786}"/>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3" name="Text Placeholder 13">
            <a:extLst>
              <a:ext uri="{FF2B5EF4-FFF2-40B4-BE49-F238E27FC236}">
                <a16:creationId xmlns:a16="http://schemas.microsoft.com/office/drawing/2014/main" id="{AE53E372-9009-41E4-4035-9F237BDBAAE8}"/>
              </a:ext>
            </a:extLst>
          </p:cNvPr>
          <p:cNvSpPr>
            <a:spLocks noGrp="1"/>
          </p:cNvSpPr>
          <p:nvPr>
            <p:ph type="body" sz="quarter" idx="16" hasCustomPrompt="1"/>
          </p:nvPr>
        </p:nvSpPr>
        <p:spPr>
          <a:xfrm>
            <a:off x="959428" y="2329552"/>
            <a:ext cx="5136569" cy="1450745"/>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457200" indent="0">
              <a:buFont typeface="Arial" panose="020B0604020202020204" pitchFamily="34" charset="0"/>
              <a:buNone/>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	</a:t>
            </a:r>
          </a:p>
        </p:txBody>
      </p:sp>
    </p:spTree>
    <p:extLst>
      <p:ext uri="{BB962C8B-B14F-4D97-AF65-F5344CB8AC3E}">
        <p14:creationId xmlns:p14="http://schemas.microsoft.com/office/powerpoint/2010/main" val="150369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8_Title Only">
    <p:spTree>
      <p:nvGrpSpPr>
        <p:cNvPr id="1" name=""/>
        <p:cNvGrpSpPr/>
        <p:nvPr/>
      </p:nvGrpSpPr>
      <p:grpSpPr>
        <a:xfrm>
          <a:off x="0" y="0"/>
          <a:ext cx="0" cy="0"/>
          <a:chOff x="0" y="0"/>
          <a:chExt cx="0" cy="0"/>
        </a:xfrm>
      </p:grpSpPr>
      <p:sp>
        <p:nvSpPr>
          <p:cNvPr id="24" name="Picture Placeholder 23">
            <a:extLst>
              <a:ext uri="{FF2B5EF4-FFF2-40B4-BE49-F238E27FC236}">
                <a16:creationId xmlns:a16="http://schemas.microsoft.com/office/drawing/2014/main" id="{3542FF4E-2C92-F653-B41C-C11CB50FD30F}"/>
              </a:ext>
            </a:extLst>
          </p:cNvPr>
          <p:cNvSpPr>
            <a:spLocks noGrp="1"/>
          </p:cNvSpPr>
          <p:nvPr>
            <p:ph type="pic" sz="quarter" idx="23" hasCustomPrompt="1"/>
          </p:nvPr>
        </p:nvSpPr>
        <p:spPr>
          <a:xfrm>
            <a:off x="361738" y="1560513"/>
            <a:ext cx="6045200" cy="5160962"/>
          </a:xfrm>
        </p:spPr>
        <p:txBody>
          <a:bodyPr anchor="ctr">
            <a:normAutofit/>
          </a:bodyPr>
          <a:lstStyle>
            <a:lvl1pPr algn="ctr">
              <a:lnSpc>
                <a:spcPct val="100000"/>
              </a:lnSpc>
              <a:defRPr sz="1800" b="0" i="0">
                <a:latin typeface="Montserrat" pitchFamily="2" charset="77"/>
                <a:cs typeface="Gotham Book" pitchFamily="2" charset="0"/>
              </a:defRPr>
            </a:lvl1pPr>
          </a:lstStyle>
          <a:p>
            <a:r>
              <a:rPr lang="en-US" dirty="0"/>
              <a:t>Insert Photo</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18" name="Freeform 17">
            <a:extLst>
              <a:ext uri="{FF2B5EF4-FFF2-40B4-BE49-F238E27FC236}">
                <a16:creationId xmlns:a16="http://schemas.microsoft.com/office/drawing/2014/main" id="{88EDABFE-7C13-6F88-27E7-933E4952165B}"/>
              </a:ext>
            </a:extLst>
          </p:cNvPr>
          <p:cNvSpPr/>
          <p:nvPr userDrawn="1"/>
        </p:nvSpPr>
        <p:spPr>
          <a:xfrm>
            <a:off x="1993515" y="1571641"/>
            <a:ext cx="2699962" cy="23291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sp>
        <p:nvSpPr>
          <p:cNvPr id="22" name="Text Placeholder 21">
            <a:extLst>
              <a:ext uri="{FF2B5EF4-FFF2-40B4-BE49-F238E27FC236}">
                <a16:creationId xmlns:a16="http://schemas.microsoft.com/office/drawing/2014/main" id="{C072C09F-E05F-3CD5-80CA-9BCA26B843C1}"/>
              </a:ext>
            </a:extLst>
          </p:cNvPr>
          <p:cNvSpPr>
            <a:spLocks noGrp="1"/>
          </p:cNvSpPr>
          <p:nvPr>
            <p:ph type="body" sz="quarter" idx="22" hasCustomPrompt="1"/>
          </p:nvPr>
        </p:nvSpPr>
        <p:spPr>
          <a:xfrm>
            <a:off x="6769099" y="1567799"/>
            <a:ext cx="4666155" cy="365125"/>
          </a:xfrm>
        </p:spPr>
        <p:txBody>
          <a:bodyPr>
            <a:noAutofit/>
          </a:bodyPr>
          <a:lstStyle>
            <a:lvl1pPr>
              <a:defRPr sz="1800" b="1" i="0">
                <a:solidFill>
                  <a:schemeClr val="tx1"/>
                </a:solidFill>
                <a:latin typeface="Montserrat" pitchFamily="2" charset="77"/>
              </a:defRPr>
            </a:lvl1pPr>
          </a:lstStyle>
          <a:p>
            <a:pPr lvl="0"/>
            <a:r>
              <a:rPr lang="en-US" dirty="0"/>
              <a:t>Lead-in copy 18pt Montserrat bold </a:t>
            </a:r>
          </a:p>
        </p:txBody>
      </p:sp>
      <p:sp>
        <p:nvSpPr>
          <p:cNvPr id="26" name="Text Placeholder 25">
            <a:extLst>
              <a:ext uri="{FF2B5EF4-FFF2-40B4-BE49-F238E27FC236}">
                <a16:creationId xmlns:a16="http://schemas.microsoft.com/office/drawing/2014/main" id="{67858294-74FE-7DC6-7410-95434215AAB4}"/>
              </a:ext>
            </a:extLst>
          </p:cNvPr>
          <p:cNvSpPr>
            <a:spLocks noGrp="1"/>
          </p:cNvSpPr>
          <p:nvPr>
            <p:ph type="body" sz="quarter" idx="24" hasCustomPrompt="1"/>
          </p:nvPr>
        </p:nvSpPr>
        <p:spPr>
          <a:xfrm>
            <a:off x="6769100" y="2028825"/>
            <a:ext cx="4143375" cy="2865438"/>
          </a:xfrm>
        </p:spPr>
        <p:txBody>
          <a:bodyPr>
            <a:normAutofit/>
          </a:bodyPr>
          <a:lstStyle>
            <a:lvl1pPr marL="0" indent="0">
              <a:lnSpc>
                <a:spcPts val="2080"/>
              </a:lnSpc>
              <a:buFont typeface="Arial" panose="020B0604020202020204" pitchFamily="34" charset="0"/>
              <a:buNone/>
              <a:defRPr sz="1400" b="1" i="0">
                <a:solidFill>
                  <a:schemeClr val="accent6"/>
                </a:solidFill>
                <a:latin typeface="Montserrat" pitchFamily="2" charset="77"/>
                <a:cs typeface="Gotham Medium" pitchFamily="2" charset="0"/>
              </a:defRPr>
            </a:lvl1pPr>
            <a:lvl2pPr>
              <a:defRPr sz="1400" b="0" i="0">
                <a:latin typeface="Gotham Medium" pitchFamily="2" charset="0"/>
                <a:cs typeface="Gotham Medium" pitchFamily="2" charset="0"/>
              </a:defRPr>
            </a:lvl2pPr>
            <a:lvl3pPr>
              <a:defRPr sz="1400" b="0" i="0">
                <a:latin typeface="Gotham Medium" pitchFamily="2" charset="0"/>
                <a:cs typeface="Gotham Medium" pitchFamily="2" charset="0"/>
              </a:defRPr>
            </a:lvl3pPr>
            <a:lvl4pPr>
              <a:defRPr sz="1400" b="0" i="0">
                <a:latin typeface="Gotham Medium" pitchFamily="2" charset="0"/>
                <a:cs typeface="Gotham Medium" pitchFamily="2" charset="0"/>
              </a:defRPr>
            </a:lvl4pPr>
            <a:lvl5pPr>
              <a:defRPr sz="1400" b="0" i="0">
                <a:latin typeface="Gotham Medium" pitchFamily="2" charset="0"/>
                <a:cs typeface="Gotham Medium" pitchFamily="2" charset="0"/>
              </a:defRPr>
            </a:lvl5pPr>
          </a:lstStyle>
          <a:p>
            <a:pPr lvl="0"/>
            <a:r>
              <a:rPr lang="en-US" dirty="0"/>
              <a:t>Agenda bullet point copy </a:t>
            </a:r>
            <a:br>
              <a:rPr lang="en-US" dirty="0"/>
            </a:br>
            <a:r>
              <a:rPr lang="en-US" dirty="0"/>
              <a:t>in Montserrat regular 14pt.</a:t>
            </a:r>
          </a:p>
          <a:p>
            <a:pPr marL="285750" marR="0" lvl="0" indent="-285750" algn="l" defTabSz="914400" rtl="0" eaLnBrk="1" fontAlgn="auto" latinLnBrk="0" hangingPunct="1">
              <a:lnSpc>
                <a:spcPts val="20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regular 14pt.</a:t>
            </a:r>
          </a:p>
          <a:p>
            <a:pPr marL="285750" marR="0" lvl="0" indent="-285750" algn="l" defTabSz="914400" rtl="0" eaLnBrk="1" fontAlgn="auto" latinLnBrk="0" hangingPunct="1">
              <a:lnSpc>
                <a:spcPts val="20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regular 14pt.</a:t>
            </a:r>
          </a:p>
          <a:p>
            <a:pPr marL="285750" marR="0" lvl="0" indent="-285750" algn="l" defTabSz="914400" rtl="0" eaLnBrk="1" fontAlgn="auto" latinLnBrk="0" hangingPunct="1">
              <a:lnSpc>
                <a:spcPts val="20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regular 14pt.</a:t>
            </a:r>
          </a:p>
        </p:txBody>
      </p:sp>
      <p:sp>
        <p:nvSpPr>
          <p:cNvPr id="5" name="Freeform 4">
            <a:extLst>
              <a:ext uri="{FF2B5EF4-FFF2-40B4-BE49-F238E27FC236}">
                <a16:creationId xmlns:a16="http://schemas.microsoft.com/office/drawing/2014/main" id="{56E692FC-D6C0-8B7E-A796-A943ED3B24A3}"/>
              </a:ext>
            </a:extLst>
          </p:cNvPr>
          <p:cNvSpPr/>
          <p:nvPr/>
        </p:nvSpPr>
        <p:spPr>
          <a:xfrm>
            <a:off x="2555571" y="728156"/>
            <a:ext cx="687723" cy="469266"/>
          </a:xfrm>
          <a:custGeom>
            <a:avLst/>
            <a:gdLst>
              <a:gd name="connsiteX0" fmla="*/ 632670 w 687723"/>
              <a:gd name="connsiteY0" fmla="*/ 290653 h 469266"/>
              <a:gd name="connsiteX1" fmla="*/ 619689 w 687723"/>
              <a:gd name="connsiteY1" fmla="*/ 298772 h 469266"/>
              <a:gd name="connsiteX2" fmla="*/ 613199 w 687723"/>
              <a:gd name="connsiteY2" fmla="*/ 303643 h 469266"/>
              <a:gd name="connsiteX3" fmla="*/ 602651 w 687723"/>
              <a:gd name="connsiteY3" fmla="*/ 310138 h 469266"/>
              <a:gd name="connsiteX4" fmla="*/ 598595 w 687723"/>
              <a:gd name="connsiteY4" fmla="*/ 312574 h 469266"/>
              <a:gd name="connsiteX5" fmla="*/ 497180 w 687723"/>
              <a:gd name="connsiteY5" fmla="*/ 358851 h 469266"/>
              <a:gd name="connsiteX6" fmla="*/ 465539 w 687723"/>
              <a:gd name="connsiteY6" fmla="*/ 366970 h 469266"/>
              <a:gd name="connsiteX7" fmla="*/ 448501 w 687723"/>
              <a:gd name="connsiteY7" fmla="*/ 368594 h 469266"/>
              <a:gd name="connsiteX8" fmla="*/ 420917 w 687723"/>
              <a:gd name="connsiteY8" fmla="*/ 365346 h 469266"/>
              <a:gd name="connsiteX9" fmla="*/ 414426 w 687723"/>
              <a:gd name="connsiteY9" fmla="*/ 348297 h 469266"/>
              <a:gd name="connsiteX10" fmla="*/ 430653 w 687723"/>
              <a:gd name="connsiteY10" fmla="*/ 315821 h 469266"/>
              <a:gd name="connsiteX11" fmla="*/ 431464 w 687723"/>
              <a:gd name="connsiteY11" fmla="*/ 317445 h 469266"/>
              <a:gd name="connsiteX12" fmla="*/ 466351 w 687723"/>
              <a:gd name="connsiteY12" fmla="*/ 298772 h 469266"/>
              <a:gd name="connsiteX13" fmla="*/ 473653 w 687723"/>
              <a:gd name="connsiteY13" fmla="*/ 296336 h 469266"/>
              <a:gd name="connsiteX14" fmla="*/ 510162 w 687723"/>
              <a:gd name="connsiteY14" fmla="*/ 280911 h 469266"/>
              <a:gd name="connsiteX15" fmla="*/ 514218 w 687723"/>
              <a:gd name="connsiteY15" fmla="*/ 279287 h 469266"/>
              <a:gd name="connsiteX16" fmla="*/ 534501 w 687723"/>
              <a:gd name="connsiteY16" fmla="*/ 261425 h 469266"/>
              <a:gd name="connsiteX17" fmla="*/ 538558 w 687723"/>
              <a:gd name="connsiteY17" fmla="*/ 257366 h 469266"/>
              <a:gd name="connsiteX18" fmla="*/ 545859 w 687723"/>
              <a:gd name="connsiteY18" fmla="*/ 243564 h 469266"/>
              <a:gd name="connsiteX19" fmla="*/ 546671 w 687723"/>
              <a:gd name="connsiteY19" fmla="*/ 242752 h 469266"/>
              <a:gd name="connsiteX20" fmla="*/ 538558 w 687723"/>
              <a:gd name="connsiteY20" fmla="*/ 214336 h 469266"/>
              <a:gd name="connsiteX21" fmla="*/ 538558 w 687723"/>
              <a:gd name="connsiteY21" fmla="*/ 210277 h 469266"/>
              <a:gd name="connsiteX22" fmla="*/ 538558 w 687723"/>
              <a:gd name="connsiteY22" fmla="*/ 209465 h 469266"/>
              <a:gd name="connsiteX23" fmla="*/ 529633 w 687723"/>
              <a:gd name="connsiteY23" fmla="*/ 207029 h 469266"/>
              <a:gd name="connsiteX24" fmla="*/ 510973 w 687723"/>
              <a:gd name="connsiteY24" fmla="*/ 202970 h 469266"/>
              <a:gd name="connsiteX25" fmla="*/ 499615 w 687723"/>
              <a:gd name="connsiteY25" fmla="*/ 202970 h 469266"/>
              <a:gd name="connsiteX26" fmla="*/ 489067 w 687723"/>
              <a:gd name="connsiteY26" fmla="*/ 209465 h 469266"/>
              <a:gd name="connsiteX27" fmla="*/ 439577 w 687723"/>
              <a:gd name="connsiteY27" fmla="*/ 252495 h 469266"/>
              <a:gd name="connsiteX28" fmla="*/ 432275 w 687723"/>
              <a:gd name="connsiteY28" fmla="*/ 258990 h 469266"/>
              <a:gd name="connsiteX29" fmla="*/ 414426 w 687723"/>
              <a:gd name="connsiteY29" fmla="*/ 280911 h 469266"/>
              <a:gd name="connsiteX30" fmla="*/ 407936 w 687723"/>
              <a:gd name="connsiteY30" fmla="*/ 293089 h 469266"/>
              <a:gd name="connsiteX31" fmla="*/ 404691 w 687723"/>
              <a:gd name="connsiteY31" fmla="*/ 295524 h 469266"/>
              <a:gd name="connsiteX32" fmla="*/ 376295 w 687723"/>
              <a:gd name="connsiteY32" fmla="*/ 315010 h 469266"/>
              <a:gd name="connsiteX33" fmla="*/ 350333 w 687723"/>
              <a:gd name="connsiteY33" fmla="*/ 328811 h 469266"/>
              <a:gd name="connsiteX34" fmla="*/ 347899 w 687723"/>
              <a:gd name="connsiteY34" fmla="*/ 329623 h 469266"/>
              <a:gd name="connsiteX35" fmla="*/ 323559 w 687723"/>
              <a:gd name="connsiteY35" fmla="*/ 336930 h 469266"/>
              <a:gd name="connsiteX36" fmla="*/ 313823 w 687723"/>
              <a:gd name="connsiteY36" fmla="*/ 336118 h 469266"/>
              <a:gd name="connsiteX37" fmla="*/ 311389 w 687723"/>
              <a:gd name="connsiteY37" fmla="*/ 324752 h 469266"/>
              <a:gd name="connsiteX38" fmla="*/ 313823 w 687723"/>
              <a:gd name="connsiteY38" fmla="*/ 312574 h 469266"/>
              <a:gd name="connsiteX39" fmla="*/ 316257 w 687723"/>
              <a:gd name="connsiteY39" fmla="*/ 306079 h 469266"/>
              <a:gd name="connsiteX40" fmla="*/ 320314 w 687723"/>
              <a:gd name="connsiteY40" fmla="*/ 294713 h 469266"/>
              <a:gd name="connsiteX41" fmla="*/ 324370 w 687723"/>
              <a:gd name="connsiteY41" fmla="*/ 276851 h 469266"/>
              <a:gd name="connsiteX42" fmla="*/ 321936 w 687723"/>
              <a:gd name="connsiteY42" fmla="*/ 262237 h 469266"/>
              <a:gd name="connsiteX43" fmla="*/ 315446 w 687723"/>
              <a:gd name="connsiteY43" fmla="*/ 256554 h 469266"/>
              <a:gd name="connsiteX44" fmla="*/ 310578 w 687723"/>
              <a:gd name="connsiteY44" fmla="*/ 253307 h 469266"/>
              <a:gd name="connsiteX45" fmla="*/ 291107 w 687723"/>
              <a:gd name="connsiteY45" fmla="*/ 250871 h 469266"/>
              <a:gd name="connsiteX46" fmla="*/ 235126 w 687723"/>
              <a:gd name="connsiteY46" fmla="*/ 288217 h 469266"/>
              <a:gd name="connsiteX47" fmla="*/ 221333 w 687723"/>
              <a:gd name="connsiteY47" fmla="*/ 297960 h 469266"/>
              <a:gd name="connsiteX48" fmla="*/ 227012 w 687723"/>
              <a:gd name="connsiteY48" fmla="*/ 288217 h 469266"/>
              <a:gd name="connsiteX49" fmla="*/ 231880 w 687723"/>
              <a:gd name="connsiteY49" fmla="*/ 279287 h 469266"/>
              <a:gd name="connsiteX50" fmla="*/ 232692 w 687723"/>
              <a:gd name="connsiteY50" fmla="*/ 277663 h 469266"/>
              <a:gd name="connsiteX51" fmla="*/ 247295 w 687723"/>
              <a:gd name="connsiteY51" fmla="*/ 256554 h 469266"/>
              <a:gd name="connsiteX52" fmla="*/ 250541 w 687723"/>
              <a:gd name="connsiteY52" fmla="*/ 251683 h 469266"/>
              <a:gd name="connsiteX53" fmla="*/ 258654 w 687723"/>
              <a:gd name="connsiteY53" fmla="*/ 237881 h 469266"/>
              <a:gd name="connsiteX54" fmla="*/ 262711 w 687723"/>
              <a:gd name="connsiteY54" fmla="*/ 233010 h 469266"/>
              <a:gd name="connsiteX55" fmla="*/ 267578 w 687723"/>
              <a:gd name="connsiteY55" fmla="*/ 226515 h 469266"/>
              <a:gd name="connsiteX56" fmla="*/ 274069 w 687723"/>
              <a:gd name="connsiteY56" fmla="*/ 216772 h 469266"/>
              <a:gd name="connsiteX57" fmla="*/ 280559 w 687723"/>
              <a:gd name="connsiteY57" fmla="*/ 208653 h 469266"/>
              <a:gd name="connsiteX58" fmla="*/ 282182 w 687723"/>
              <a:gd name="connsiteY58" fmla="*/ 206218 h 469266"/>
              <a:gd name="connsiteX59" fmla="*/ 286239 w 687723"/>
              <a:gd name="connsiteY59" fmla="*/ 201346 h 469266"/>
              <a:gd name="connsiteX60" fmla="*/ 291918 w 687723"/>
              <a:gd name="connsiteY60" fmla="*/ 194039 h 469266"/>
              <a:gd name="connsiteX61" fmla="*/ 294352 w 687723"/>
              <a:gd name="connsiteY61" fmla="*/ 189168 h 469266"/>
              <a:gd name="connsiteX62" fmla="*/ 299220 w 687723"/>
              <a:gd name="connsiteY62" fmla="*/ 181861 h 469266"/>
              <a:gd name="connsiteX63" fmla="*/ 308144 w 687723"/>
              <a:gd name="connsiteY63" fmla="*/ 169683 h 469266"/>
              <a:gd name="connsiteX64" fmla="*/ 337351 w 687723"/>
              <a:gd name="connsiteY64" fmla="*/ 129901 h 469266"/>
              <a:gd name="connsiteX65" fmla="*/ 343031 w 687723"/>
              <a:gd name="connsiteY65" fmla="*/ 122594 h 469266"/>
              <a:gd name="connsiteX66" fmla="*/ 350333 w 687723"/>
              <a:gd name="connsiteY66" fmla="*/ 112039 h 469266"/>
              <a:gd name="connsiteX67" fmla="*/ 358446 w 687723"/>
              <a:gd name="connsiteY67" fmla="*/ 101485 h 469266"/>
              <a:gd name="connsiteX68" fmla="*/ 364125 w 687723"/>
              <a:gd name="connsiteY68" fmla="*/ 94178 h 469266"/>
              <a:gd name="connsiteX69" fmla="*/ 370615 w 687723"/>
              <a:gd name="connsiteY69" fmla="*/ 77941 h 469266"/>
              <a:gd name="connsiteX70" fmla="*/ 342219 w 687723"/>
              <a:gd name="connsiteY70" fmla="*/ 58455 h 469266"/>
              <a:gd name="connsiteX71" fmla="*/ 330861 w 687723"/>
              <a:gd name="connsiteY71" fmla="*/ 65762 h 469266"/>
              <a:gd name="connsiteX72" fmla="*/ 326804 w 687723"/>
              <a:gd name="connsiteY72" fmla="*/ 70634 h 469266"/>
              <a:gd name="connsiteX73" fmla="*/ 317880 w 687723"/>
              <a:gd name="connsiteY73" fmla="*/ 82812 h 469266"/>
              <a:gd name="connsiteX74" fmla="*/ 299220 w 687723"/>
              <a:gd name="connsiteY74" fmla="*/ 108792 h 469266"/>
              <a:gd name="connsiteX75" fmla="*/ 297597 w 687723"/>
              <a:gd name="connsiteY75" fmla="*/ 111228 h 469266"/>
              <a:gd name="connsiteX76" fmla="*/ 296786 w 687723"/>
              <a:gd name="connsiteY76" fmla="*/ 115287 h 469266"/>
              <a:gd name="connsiteX77" fmla="*/ 229447 w 687723"/>
              <a:gd name="connsiteY77" fmla="*/ 114475 h 469266"/>
              <a:gd name="connsiteX78" fmla="*/ 211598 w 687723"/>
              <a:gd name="connsiteY78" fmla="*/ 113663 h 469266"/>
              <a:gd name="connsiteX79" fmla="*/ 212409 w 687723"/>
              <a:gd name="connsiteY79" fmla="*/ 112039 h 469266"/>
              <a:gd name="connsiteX80" fmla="*/ 217277 w 687723"/>
              <a:gd name="connsiteY80" fmla="*/ 105544 h 469266"/>
              <a:gd name="connsiteX81" fmla="*/ 222956 w 687723"/>
              <a:gd name="connsiteY81" fmla="*/ 99049 h 469266"/>
              <a:gd name="connsiteX82" fmla="*/ 239994 w 687723"/>
              <a:gd name="connsiteY82" fmla="*/ 78752 h 469266"/>
              <a:gd name="connsiteX83" fmla="*/ 257843 w 687723"/>
              <a:gd name="connsiteY83" fmla="*/ 59267 h 469266"/>
              <a:gd name="connsiteX84" fmla="*/ 275691 w 687723"/>
              <a:gd name="connsiteY84" fmla="*/ 39782 h 469266"/>
              <a:gd name="connsiteX85" fmla="*/ 281371 w 687723"/>
              <a:gd name="connsiteY85" fmla="*/ 30851 h 469266"/>
              <a:gd name="connsiteX86" fmla="*/ 283805 w 687723"/>
              <a:gd name="connsiteY86" fmla="*/ 24356 h 469266"/>
              <a:gd name="connsiteX87" fmla="*/ 282993 w 687723"/>
              <a:gd name="connsiteY87" fmla="*/ 17861 h 469266"/>
              <a:gd name="connsiteX88" fmla="*/ 269201 w 687723"/>
              <a:gd name="connsiteY88" fmla="*/ 2436 h 469266"/>
              <a:gd name="connsiteX89" fmla="*/ 259465 w 687723"/>
              <a:gd name="connsiteY89" fmla="*/ 0 h 469266"/>
              <a:gd name="connsiteX90" fmla="*/ 225390 w 687723"/>
              <a:gd name="connsiteY90" fmla="*/ 28416 h 469266"/>
              <a:gd name="connsiteX91" fmla="*/ 202673 w 687723"/>
              <a:gd name="connsiteY91" fmla="*/ 55208 h 469266"/>
              <a:gd name="connsiteX92" fmla="*/ 198616 w 687723"/>
              <a:gd name="connsiteY92" fmla="*/ 60891 h 469266"/>
              <a:gd name="connsiteX93" fmla="*/ 192126 w 687723"/>
              <a:gd name="connsiteY93" fmla="*/ 69010 h 469266"/>
              <a:gd name="connsiteX94" fmla="*/ 166164 w 687723"/>
              <a:gd name="connsiteY94" fmla="*/ 104733 h 469266"/>
              <a:gd name="connsiteX95" fmla="*/ 168598 w 687723"/>
              <a:gd name="connsiteY95" fmla="*/ 104733 h 469266"/>
              <a:gd name="connsiteX96" fmla="*/ 171032 w 687723"/>
              <a:gd name="connsiteY96" fmla="*/ 105544 h 469266"/>
              <a:gd name="connsiteX97" fmla="*/ 163730 w 687723"/>
              <a:gd name="connsiteY97" fmla="*/ 107168 h 469266"/>
              <a:gd name="connsiteX98" fmla="*/ 162919 w 687723"/>
              <a:gd name="connsiteY98" fmla="*/ 107980 h 469266"/>
              <a:gd name="connsiteX99" fmla="*/ 159673 w 687723"/>
              <a:gd name="connsiteY99" fmla="*/ 112851 h 469266"/>
              <a:gd name="connsiteX100" fmla="*/ 153994 w 687723"/>
              <a:gd name="connsiteY100" fmla="*/ 119346 h 469266"/>
              <a:gd name="connsiteX101" fmla="*/ 147504 w 687723"/>
              <a:gd name="connsiteY101" fmla="*/ 123406 h 469266"/>
              <a:gd name="connsiteX102" fmla="*/ 67184 w 687723"/>
              <a:gd name="connsiteY102" fmla="*/ 141267 h 469266"/>
              <a:gd name="connsiteX103" fmla="*/ 45278 w 687723"/>
              <a:gd name="connsiteY103" fmla="*/ 145327 h 469266"/>
              <a:gd name="connsiteX104" fmla="*/ 41221 w 687723"/>
              <a:gd name="connsiteY104" fmla="*/ 147762 h 469266"/>
              <a:gd name="connsiteX105" fmla="*/ 63127 w 687723"/>
              <a:gd name="connsiteY105" fmla="*/ 168059 h 469266"/>
              <a:gd name="connsiteX106" fmla="*/ 85032 w 687723"/>
              <a:gd name="connsiteY106" fmla="*/ 165624 h 469266"/>
              <a:gd name="connsiteX107" fmla="*/ 105315 w 687723"/>
              <a:gd name="connsiteY107" fmla="*/ 159940 h 469266"/>
              <a:gd name="connsiteX108" fmla="*/ 115862 w 687723"/>
              <a:gd name="connsiteY108" fmla="*/ 157505 h 469266"/>
              <a:gd name="connsiteX109" fmla="*/ 121542 w 687723"/>
              <a:gd name="connsiteY109" fmla="*/ 155881 h 469266"/>
              <a:gd name="connsiteX110" fmla="*/ 123976 w 687723"/>
              <a:gd name="connsiteY110" fmla="*/ 155881 h 469266"/>
              <a:gd name="connsiteX111" fmla="*/ 115862 w 687723"/>
              <a:gd name="connsiteY111" fmla="*/ 171307 h 469266"/>
              <a:gd name="connsiteX112" fmla="*/ 102070 w 687723"/>
              <a:gd name="connsiteY112" fmla="*/ 189168 h 469266"/>
              <a:gd name="connsiteX113" fmla="*/ 89089 w 687723"/>
              <a:gd name="connsiteY113" fmla="*/ 209465 h 469266"/>
              <a:gd name="connsiteX114" fmla="*/ 82598 w 687723"/>
              <a:gd name="connsiteY114" fmla="*/ 220020 h 469266"/>
              <a:gd name="connsiteX115" fmla="*/ 78542 w 687723"/>
              <a:gd name="connsiteY115" fmla="*/ 225703 h 469266"/>
              <a:gd name="connsiteX116" fmla="*/ 75297 w 687723"/>
              <a:gd name="connsiteY116" fmla="*/ 231386 h 469266"/>
              <a:gd name="connsiteX117" fmla="*/ 73674 w 687723"/>
              <a:gd name="connsiteY117" fmla="*/ 234633 h 469266"/>
              <a:gd name="connsiteX118" fmla="*/ 61504 w 687723"/>
              <a:gd name="connsiteY118" fmla="*/ 252495 h 469266"/>
              <a:gd name="connsiteX119" fmla="*/ 49335 w 687723"/>
              <a:gd name="connsiteY119" fmla="*/ 271168 h 469266"/>
              <a:gd name="connsiteX120" fmla="*/ 19316 w 687723"/>
              <a:gd name="connsiteY120" fmla="*/ 328811 h 469266"/>
              <a:gd name="connsiteX121" fmla="*/ 16071 w 687723"/>
              <a:gd name="connsiteY121" fmla="*/ 454653 h 469266"/>
              <a:gd name="connsiteX122" fmla="*/ 45278 w 687723"/>
              <a:gd name="connsiteY122" fmla="*/ 469267 h 469266"/>
              <a:gd name="connsiteX123" fmla="*/ 46089 w 687723"/>
              <a:gd name="connsiteY123" fmla="*/ 464395 h 469266"/>
              <a:gd name="connsiteX124" fmla="*/ 29863 w 687723"/>
              <a:gd name="connsiteY124" fmla="*/ 445722 h 469266"/>
              <a:gd name="connsiteX125" fmla="*/ 29052 w 687723"/>
              <a:gd name="connsiteY125" fmla="*/ 426237 h 469266"/>
              <a:gd name="connsiteX126" fmla="*/ 29052 w 687723"/>
              <a:gd name="connsiteY126" fmla="*/ 424613 h 469266"/>
              <a:gd name="connsiteX127" fmla="*/ 27429 w 687723"/>
              <a:gd name="connsiteY127" fmla="*/ 419742 h 469266"/>
              <a:gd name="connsiteX128" fmla="*/ 28240 w 687723"/>
              <a:gd name="connsiteY128" fmla="*/ 414871 h 469266"/>
              <a:gd name="connsiteX129" fmla="*/ 32297 w 687723"/>
              <a:gd name="connsiteY129" fmla="*/ 405940 h 469266"/>
              <a:gd name="connsiteX130" fmla="*/ 42033 w 687723"/>
              <a:gd name="connsiteY130" fmla="*/ 377524 h 469266"/>
              <a:gd name="connsiteX131" fmla="*/ 42844 w 687723"/>
              <a:gd name="connsiteY131" fmla="*/ 371841 h 469266"/>
              <a:gd name="connsiteX132" fmla="*/ 43655 w 687723"/>
              <a:gd name="connsiteY132" fmla="*/ 365346 h 469266"/>
              <a:gd name="connsiteX133" fmla="*/ 46089 w 687723"/>
              <a:gd name="connsiteY133" fmla="*/ 361287 h 469266"/>
              <a:gd name="connsiteX134" fmla="*/ 46901 w 687723"/>
              <a:gd name="connsiteY134" fmla="*/ 358039 h 469266"/>
              <a:gd name="connsiteX135" fmla="*/ 46089 w 687723"/>
              <a:gd name="connsiteY135" fmla="*/ 355604 h 469266"/>
              <a:gd name="connsiteX136" fmla="*/ 45278 w 687723"/>
              <a:gd name="connsiteY136" fmla="*/ 358039 h 469266"/>
              <a:gd name="connsiteX137" fmla="*/ 43655 w 687723"/>
              <a:gd name="connsiteY137" fmla="*/ 359663 h 469266"/>
              <a:gd name="connsiteX138" fmla="*/ 41221 w 687723"/>
              <a:gd name="connsiteY138" fmla="*/ 362099 h 469266"/>
              <a:gd name="connsiteX139" fmla="*/ 39599 w 687723"/>
              <a:gd name="connsiteY139" fmla="*/ 364534 h 469266"/>
              <a:gd name="connsiteX140" fmla="*/ 42033 w 687723"/>
              <a:gd name="connsiteY140" fmla="*/ 357227 h 469266"/>
              <a:gd name="connsiteX141" fmla="*/ 46901 w 687723"/>
              <a:gd name="connsiteY141" fmla="*/ 351544 h 469266"/>
              <a:gd name="connsiteX142" fmla="*/ 47712 w 687723"/>
              <a:gd name="connsiteY142" fmla="*/ 353980 h 469266"/>
              <a:gd name="connsiteX143" fmla="*/ 48523 w 687723"/>
              <a:gd name="connsiteY143" fmla="*/ 354792 h 469266"/>
              <a:gd name="connsiteX144" fmla="*/ 49335 w 687723"/>
              <a:gd name="connsiteY144" fmla="*/ 353980 h 469266"/>
              <a:gd name="connsiteX145" fmla="*/ 50146 w 687723"/>
              <a:gd name="connsiteY145" fmla="*/ 353168 h 469266"/>
              <a:gd name="connsiteX146" fmla="*/ 58259 w 687723"/>
              <a:gd name="connsiteY146" fmla="*/ 343425 h 469266"/>
              <a:gd name="connsiteX147" fmla="*/ 59070 w 687723"/>
              <a:gd name="connsiteY147" fmla="*/ 336930 h 469266"/>
              <a:gd name="connsiteX148" fmla="*/ 59070 w 687723"/>
              <a:gd name="connsiteY148" fmla="*/ 334495 h 469266"/>
              <a:gd name="connsiteX149" fmla="*/ 70429 w 687723"/>
              <a:gd name="connsiteY149" fmla="*/ 318257 h 469266"/>
              <a:gd name="connsiteX150" fmla="*/ 72051 w 687723"/>
              <a:gd name="connsiteY150" fmla="*/ 308514 h 469266"/>
              <a:gd name="connsiteX151" fmla="*/ 72051 w 687723"/>
              <a:gd name="connsiteY151" fmla="*/ 307703 h 469266"/>
              <a:gd name="connsiteX152" fmla="*/ 102070 w 687723"/>
              <a:gd name="connsiteY152" fmla="*/ 263861 h 469266"/>
              <a:gd name="connsiteX153" fmla="*/ 111806 w 687723"/>
              <a:gd name="connsiteY153" fmla="*/ 249247 h 469266"/>
              <a:gd name="connsiteX154" fmla="*/ 123164 w 687723"/>
              <a:gd name="connsiteY154" fmla="*/ 230574 h 469266"/>
              <a:gd name="connsiteX155" fmla="*/ 136145 w 687723"/>
              <a:gd name="connsiteY155" fmla="*/ 211901 h 469266"/>
              <a:gd name="connsiteX156" fmla="*/ 145070 w 687723"/>
              <a:gd name="connsiteY156" fmla="*/ 199723 h 469266"/>
              <a:gd name="connsiteX157" fmla="*/ 153994 w 687723"/>
              <a:gd name="connsiteY157" fmla="*/ 187544 h 469266"/>
              <a:gd name="connsiteX158" fmla="*/ 155617 w 687723"/>
              <a:gd name="connsiteY158" fmla="*/ 185109 h 469266"/>
              <a:gd name="connsiteX159" fmla="*/ 171032 w 687723"/>
              <a:gd name="connsiteY159" fmla="*/ 164000 h 469266"/>
              <a:gd name="connsiteX160" fmla="*/ 182390 w 687723"/>
              <a:gd name="connsiteY160" fmla="*/ 147762 h 469266"/>
              <a:gd name="connsiteX161" fmla="*/ 187258 w 687723"/>
              <a:gd name="connsiteY161" fmla="*/ 140455 h 469266"/>
              <a:gd name="connsiteX162" fmla="*/ 191315 w 687723"/>
              <a:gd name="connsiteY162" fmla="*/ 137208 h 469266"/>
              <a:gd name="connsiteX163" fmla="*/ 193749 w 687723"/>
              <a:gd name="connsiteY163" fmla="*/ 134772 h 469266"/>
              <a:gd name="connsiteX164" fmla="*/ 208352 w 687723"/>
              <a:gd name="connsiteY164" fmla="*/ 130713 h 469266"/>
              <a:gd name="connsiteX165" fmla="*/ 211598 w 687723"/>
              <a:gd name="connsiteY165" fmla="*/ 129901 h 469266"/>
              <a:gd name="connsiteX166" fmla="*/ 217277 w 687723"/>
              <a:gd name="connsiteY166" fmla="*/ 129089 h 469266"/>
              <a:gd name="connsiteX167" fmla="*/ 221333 w 687723"/>
              <a:gd name="connsiteY167" fmla="*/ 128277 h 469266"/>
              <a:gd name="connsiteX168" fmla="*/ 239182 w 687723"/>
              <a:gd name="connsiteY168" fmla="*/ 123406 h 469266"/>
              <a:gd name="connsiteX169" fmla="*/ 289484 w 687723"/>
              <a:gd name="connsiteY169" fmla="*/ 120158 h 469266"/>
              <a:gd name="connsiteX170" fmla="*/ 286239 w 687723"/>
              <a:gd name="connsiteY170" fmla="*/ 125841 h 469266"/>
              <a:gd name="connsiteX171" fmla="*/ 283805 w 687723"/>
              <a:gd name="connsiteY171" fmla="*/ 129901 h 469266"/>
              <a:gd name="connsiteX172" fmla="*/ 282182 w 687723"/>
              <a:gd name="connsiteY172" fmla="*/ 131525 h 469266"/>
              <a:gd name="connsiteX173" fmla="*/ 280559 w 687723"/>
              <a:gd name="connsiteY173" fmla="*/ 133960 h 469266"/>
              <a:gd name="connsiteX174" fmla="*/ 278126 w 687723"/>
              <a:gd name="connsiteY174" fmla="*/ 137208 h 469266"/>
              <a:gd name="connsiteX175" fmla="*/ 275691 w 687723"/>
              <a:gd name="connsiteY175" fmla="*/ 139643 h 469266"/>
              <a:gd name="connsiteX176" fmla="*/ 273258 w 687723"/>
              <a:gd name="connsiteY176" fmla="*/ 142079 h 469266"/>
              <a:gd name="connsiteX177" fmla="*/ 270824 w 687723"/>
              <a:gd name="connsiteY177" fmla="*/ 146138 h 469266"/>
              <a:gd name="connsiteX178" fmla="*/ 269201 w 687723"/>
              <a:gd name="connsiteY178" fmla="*/ 149386 h 469266"/>
              <a:gd name="connsiteX179" fmla="*/ 266767 w 687723"/>
              <a:gd name="connsiteY179" fmla="*/ 152634 h 469266"/>
              <a:gd name="connsiteX180" fmla="*/ 261088 w 687723"/>
              <a:gd name="connsiteY180" fmla="*/ 160752 h 469266"/>
              <a:gd name="connsiteX181" fmla="*/ 255409 w 687723"/>
              <a:gd name="connsiteY181" fmla="*/ 168059 h 469266"/>
              <a:gd name="connsiteX182" fmla="*/ 249729 w 687723"/>
              <a:gd name="connsiteY182" fmla="*/ 175366 h 469266"/>
              <a:gd name="connsiteX183" fmla="*/ 247295 w 687723"/>
              <a:gd name="connsiteY183" fmla="*/ 178614 h 469266"/>
              <a:gd name="connsiteX184" fmla="*/ 245673 w 687723"/>
              <a:gd name="connsiteY184" fmla="*/ 181049 h 469266"/>
              <a:gd name="connsiteX185" fmla="*/ 244050 w 687723"/>
              <a:gd name="connsiteY185" fmla="*/ 182673 h 469266"/>
              <a:gd name="connsiteX186" fmla="*/ 235937 w 687723"/>
              <a:gd name="connsiteY186" fmla="*/ 195663 h 469266"/>
              <a:gd name="connsiteX187" fmla="*/ 234315 w 687723"/>
              <a:gd name="connsiteY187" fmla="*/ 198099 h 469266"/>
              <a:gd name="connsiteX188" fmla="*/ 227824 w 687723"/>
              <a:gd name="connsiteY188" fmla="*/ 209465 h 469266"/>
              <a:gd name="connsiteX189" fmla="*/ 221333 w 687723"/>
              <a:gd name="connsiteY189" fmla="*/ 219208 h 469266"/>
              <a:gd name="connsiteX190" fmla="*/ 217277 w 687723"/>
              <a:gd name="connsiteY190" fmla="*/ 223267 h 469266"/>
              <a:gd name="connsiteX191" fmla="*/ 214032 w 687723"/>
              <a:gd name="connsiteY191" fmla="*/ 228138 h 469266"/>
              <a:gd name="connsiteX192" fmla="*/ 212409 w 687723"/>
              <a:gd name="connsiteY192" fmla="*/ 229762 h 469266"/>
              <a:gd name="connsiteX193" fmla="*/ 210786 w 687723"/>
              <a:gd name="connsiteY193" fmla="*/ 232198 h 469266"/>
              <a:gd name="connsiteX194" fmla="*/ 207541 w 687723"/>
              <a:gd name="connsiteY194" fmla="*/ 237881 h 469266"/>
              <a:gd name="connsiteX195" fmla="*/ 203484 w 687723"/>
              <a:gd name="connsiteY195" fmla="*/ 244376 h 469266"/>
              <a:gd name="connsiteX196" fmla="*/ 201862 w 687723"/>
              <a:gd name="connsiteY196" fmla="*/ 246812 h 469266"/>
              <a:gd name="connsiteX197" fmla="*/ 201051 w 687723"/>
              <a:gd name="connsiteY197" fmla="*/ 247623 h 469266"/>
              <a:gd name="connsiteX198" fmla="*/ 199428 w 687723"/>
              <a:gd name="connsiteY198" fmla="*/ 252495 h 469266"/>
              <a:gd name="connsiteX199" fmla="*/ 197805 w 687723"/>
              <a:gd name="connsiteY199" fmla="*/ 257366 h 469266"/>
              <a:gd name="connsiteX200" fmla="*/ 196994 w 687723"/>
              <a:gd name="connsiteY200" fmla="*/ 258178 h 469266"/>
              <a:gd name="connsiteX201" fmla="*/ 193749 w 687723"/>
              <a:gd name="connsiteY201" fmla="*/ 258178 h 469266"/>
              <a:gd name="connsiteX202" fmla="*/ 193749 w 687723"/>
              <a:gd name="connsiteY202" fmla="*/ 259802 h 469266"/>
              <a:gd name="connsiteX203" fmla="*/ 192126 w 687723"/>
              <a:gd name="connsiteY203" fmla="*/ 265485 h 469266"/>
              <a:gd name="connsiteX204" fmla="*/ 188881 w 687723"/>
              <a:gd name="connsiteY204" fmla="*/ 271980 h 469266"/>
              <a:gd name="connsiteX205" fmla="*/ 188881 w 687723"/>
              <a:gd name="connsiteY205" fmla="*/ 273604 h 469266"/>
              <a:gd name="connsiteX206" fmla="*/ 176711 w 687723"/>
              <a:gd name="connsiteY206" fmla="*/ 290653 h 469266"/>
              <a:gd name="connsiteX207" fmla="*/ 175088 w 687723"/>
              <a:gd name="connsiteY207" fmla="*/ 294713 h 469266"/>
              <a:gd name="connsiteX208" fmla="*/ 169409 w 687723"/>
              <a:gd name="connsiteY208" fmla="*/ 307703 h 469266"/>
              <a:gd name="connsiteX209" fmla="*/ 168598 w 687723"/>
              <a:gd name="connsiteY209" fmla="*/ 310138 h 469266"/>
              <a:gd name="connsiteX210" fmla="*/ 162919 w 687723"/>
              <a:gd name="connsiteY210" fmla="*/ 331247 h 469266"/>
              <a:gd name="connsiteX211" fmla="*/ 169409 w 687723"/>
              <a:gd name="connsiteY211" fmla="*/ 358851 h 469266"/>
              <a:gd name="connsiteX212" fmla="*/ 178334 w 687723"/>
              <a:gd name="connsiteY212" fmla="*/ 362910 h 469266"/>
              <a:gd name="connsiteX213" fmla="*/ 184824 w 687723"/>
              <a:gd name="connsiteY213" fmla="*/ 362099 h 469266"/>
              <a:gd name="connsiteX214" fmla="*/ 187258 w 687723"/>
              <a:gd name="connsiteY214" fmla="*/ 358851 h 469266"/>
              <a:gd name="connsiteX215" fmla="*/ 189692 w 687723"/>
              <a:gd name="connsiteY215" fmla="*/ 355604 h 469266"/>
              <a:gd name="connsiteX216" fmla="*/ 210786 w 687723"/>
              <a:gd name="connsiteY216" fmla="*/ 337742 h 469266"/>
              <a:gd name="connsiteX217" fmla="*/ 227012 w 687723"/>
              <a:gd name="connsiteY217" fmla="*/ 322316 h 469266"/>
              <a:gd name="connsiteX218" fmla="*/ 234315 w 687723"/>
              <a:gd name="connsiteY218" fmla="*/ 315010 h 469266"/>
              <a:gd name="connsiteX219" fmla="*/ 235126 w 687723"/>
              <a:gd name="connsiteY219" fmla="*/ 311762 h 469266"/>
              <a:gd name="connsiteX220" fmla="*/ 235937 w 687723"/>
              <a:gd name="connsiteY220" fmla="*/ 311762 h 469266"/>
              <a:gd name="connsiteX221" fmla="*/ 237560 w 687723"/>
              <a:gd name="connsiteY221" fmla="*/ 310138 h 469266"/>
              <a:gd name="connsiteX222" fmla="*/ 239994 w 687723"/>
              <a:gd name="connsiteY222" fmla="*/ 308514 h 469266"/>
              <a:gd name="connsiteX223" fmla="*/ 241616 w 687723"/>
              <a:gd name="connsiteY223" fmla="*/ 306891 h 469266"/>
              <a:gd name="connsiteX224" fmla="*/ 243239 w 687723"/>
              <a:gd name="connsiteY224" fmla="*/ 305267 h 469266"/>
              <a:gd name="connsiteX225" fmla="*/ 244050 w 687723"/>
              <a:gd name="connsiteY225" fmla="*/ 304455 h 469266"/>
              <a:gd name="connsiteX226" fmla="*/ 250541 w 687723"/>
              <a:gd name="connsiteY226" fmla="*/ 299584 h 469266"/>
              <a:gd name="connsiteX227" fmla="*/ 252163 w 687723"/>
              <a:gd name="connsiteY227" fmla="*/ 298772 h 469266"/>
              <a:gd name="connsiteX228" fmla="*/ 256220 w 687723"/>
              <a:gd name="connsiteY228" fmla="*/ 294713 h 469266"/>
              <a:gd name="connsiteX229" fmla="*/ 261088 w 687723"/>
              <a:gd name="connsiteY229" fmla="*/ 290653 h 469266"/>
              <a:gd name="connsiteX230" fmla="*/ 265956 w 687723"/>
              <a:gd name="connsiteY230" fmla="*/ 285782 h 469266"/>
              <a:gd name="connsiteX231" fmla="*/ 269201 w 687723"/>
              <a:gd name="connsiteY231" fmla="*/ 282534 h 469266"/>
              <a:gd name="connsiteX232" fmla="*/ 270824 w 687723"/>
              <a:gd name="connsiteY232" fmla="*/ 283346 h 469266"/>
              <a:gd name="connsiteX233" fmla="*/ 271635 w 687723"/>
              <a:gd name="connsiteY233" fmla="*/ 283346 h 469266"/>
              <a:gd name="connsiteX234" fmla="*/ 278937 w 687723"/>
              <a:gd name="connsiteY234" fmla="*/ 278475 h 469266"/>
              <a:gd name="connsiteX235" fmla="*/ 281371 w 687723"/>
              <a:gd name="connsiteY235" fmla="*/ 276851 h 469266"/>
              <a:gd name="connsiteX236" fmla="*/ 282993 w 687723"/>
              <a:gd name="connsiteY236" fmla="*/ 273604 h 469266"/>
              <a:gd name="connsiteX237" fmla="*/ 282993 w 687723"/>
              <a:gd name="connsiteY237" fmla="*/ 276851 h 469266"/>
              <a:gd name="connsiteX238" fmla="*/ 281371 w 687723"/>
              <a:gd name="connsiteY238" fmla="*/ 286594 h 469266"/>
              <a:gd name="connsiteX239" fmla="*/ 283805 w 687723"/>
              <a:gd name="connsiteY239" fmla="*/ 325564 h 469266"/>
              <a:gd name="connsiteX240" fmla="*/ 286239 w 687723"/>
              <a:gd name="connsiteY240" fmla="*/ 328811 h 469266"/>
              <a:gd name="connsiteX241" fmla="*/ 318691 w 687723"/>
              <a:gd name="connsiteY241" fmla="*/ 355604 h 469266"/>
              <a:gd name="connsiteX242" fmla="*/ 330861 w 687723"/>
              <a:gd name="connsiteY242" fmla="*/ 358039 h 469266"/>
              <a:gd name="connsiteX243" fmla="*/ 343031 w 687723"/>
              <a:gd name="connsiteY243" fmla="*/ 360475 h 469266"/>
              <a:gd name="connsiteX244" fmla="*/ 346276 w 687723"/>
              <a:gd name="connsiteY244" fmla="*/ 358851 h 469266"/>
              <a:gd name="connsiteX245" fmla="*/ 352766 w 687723"/>
              <a:gd name="connsiteY245" fmla="*/ 354792 h 469266"/>
              <a:gd name="connsiteX246" fmla="*/ 361691 w 687723"/>
              <a:gd name="connsiteY246" fmla="*/ 349108 h 469266"/>
              <a:gd name="connsiteX247" fmla="*/ 373049 w 687723"/>
              <a:gd name="connsiteY247" fmla="*/ 340990 h 469266"/>
              <a:gd name="connsiteX248" fmla="*/ 386842 w 687723"/>
              <a:gd name="connsiteY248" fmla="*/ 330435 h 469266"/>
              <a:gd name="connsiteX249" fmla="*/ 386842 w 687723"/>
              <a:gd name="connsiteY249" fmla="*/ 336930 h 469266"/>
              <a:gd name="connsiteX250" fmla="*/ 395766 w 687723"/>
              <a:gd name="connsiteY250" fmla="*/ 359663 h 469266"/>
              <a:gd name="connsiteX251" fmla="*/ 423351 w 687723"/>
              <a:gd name="connsiteY251" fmla="*/ 383207 h 469266"/>
              <a:gd name="connsiteX252" fmla="*/ 463917 w 687723"/>
              <a:gd name="connsiteY252" fmla="*/ 387267 h 469266"/>
              <a:gd name="connsiteX253" fmla="*/ 480954 w 687723"/>
              <a:gd name="connsiteY253" fmla="*/ 385643 h 469266"/>
              <a:gd name="connsiteX254" fmla="*/ 480954 w 687723"/>
              <a:gd name="connsiteY254" fmla="*/ 384019 h 469266"/>
              <a:gd name="connsiteX255" fmla="*/ 478520 w 687723"/>
              <a:gd name="connsiteY255" fmla="*/ 383207 h 469266"/>
              <a:gd name="connsiteX256" fmla="*/ 493935 w 687723"/>
              <a:gd name="connsiteY256" fmla="*/ 380772 h 469266"/>
              <a:gd name="connsiteX257" fmla="*/ 544237 w 687723"/>
              <a:gd name="connsiteY257" fmla="*/ 363722 h 469266"/>
              <a:gd name="connsiteX258" fmla="*/ 545048 w 687723"/>
              <a:gd name="connsiteY258" fmla="*/ 364534 h 469266"/>
              <a:gd name="connsiteX259" fmla="*/ 545859 w 687723"/>
              <a:gd name="connsiteY259" fmla="*/ 364534 h 469266"/>
              <a:gd name="connsiteX260" fmla="*/ 554784 w 687723"/>
              <a:gd name="connsiteY260" fmla="*/ 359663 h 469266"/>
              <a:gd name="connsiteX261" fmla="*/ 575878 w 687723"/>
              <a:gd name="connsiteY261" fmla="*/ 348297 h 469266"/>
              <a:gd name="connsiteX262" fmla="*/ 592916 w 687723"/>
              <a:gd name="connsiteY262" fmla="*/ 332871 h 469266"/>
              <a:gd name="connsiteX263" fmla="*/ 596161 w 687723"/>
              <a:gd name="connsiteY263" fmla="*/ 330435 h 469266"/>
              <a:gd name="connsiteX264" fmla="*/ 599406 w 687723"/>
              <a:gd name="connsiteY264" fmla="*/ 325564 h 469266"/>
              <a:gd name="connsiteX265" fmla="*/ 595350 w 687723"/>
              <a:gd name="connsiteY265" fmla="*/ 327188 h 469266"/>
              <a:gd name="connsiteX266" fmla="*/ 591293 w 687723"/>
              <a:gd name="connsiteY266" fmla="*/ 329623 h 469266"/>
              <a:gd name="connsiteX267" fmla="*/ 583991 w 687723"/>
              <a:gd name="connsiteY267" fmla="*/ 332871 h 469266"/>
              <a:gd name="connsiteX268" fmla="*/ 579124 w 687723"/>
              <a:gd name="connsiteY268" fmla="*/ 334495 h 469266"/>
              <a:gd name="connsiteX269" fmla="*/ 595350 w 687723"/>
              <a:gd name="connsiteY269" fmla="*/ 323128 h 469266"/>
              <a:gd name="connsiteX270" fmla="*/ 602651 w 687723"/>
              <a:gd name="connsiteY270" fmla="*/ 317445 h 469266"/>
              <a:gd name="connsiteX271" fmla="*/ 608331 w 687723"/>
              <a:gd name="connsiteY271" fmla="*/ 313386 h 469266"/>
              <a:gd name="connsiteX272" fmla="*/ 621312 w 687723"/>
              <a:gd name="connsiteY272" fmla="*/ 305267 h 469266"/>
              <a:gd name="connsiteX273" fmla="*/ 633482 w 687723"/>
              <a:gd name="connsiteY273" fmla="*/ 295524 h 469266"/>
              <a:gd name="connsiteX274" fmla="*/ 655387 w 687723"/>
              <a:gd name="connsiteY274" fmla="*/ 275227 h 469266"/>
              <a:gd name="connsiteX275" fmla="*/ 659443 w 687723"/>
              <a:gd name="connsiteY275" fmla="*/ 271980 h 469266"/>
              <a:gd name="connsiteX276" fmla="*/ 662689 w 687723"/>
              <a:gd name="connsiteY276" fmla="*/ 268732 h 469266"/>
              <a:gd name="connsiteX277" fmla="*/ 672425 w 687723"/>
              <a:gd name="connsiteY277" fmla="*/ 260614 h 469266"/>
              <a:gd name="connsiteX278" fmla="*/ 687028 w 687723"/>
              <a:gd name="connsiteY278" fmla="*/ 246000 h 469266"/>
              <a:gd name="connsiteX279" fmla="*/ 632670 w 687723"/>
              <a:gd name="connsiteY279" fmla="*/ 290653 h 469266"/>
              <a:gd name="connsiteX280" fmla="*/ 37976 w 687723"/>
              <a:gd name="connsiteY280" fmla="*/ 322316 h 469266"/>
              <a:gd name="connsiteX281" fmla="*/ 38788 w 687723"/>
              <a:gd name="connsiteY281" fmla="*/ 319069 h 469266"/>
              <a:gd name="connsiteX282" fmla="*/ 38788 w 687723"/>
              <a:gd name="connsiteY282" fmla="*/ 323128 h 469266"/>
              <a:gd name="connsiteX283" fmla="*/ 37976 w 687723"/>
              <a:gd name="connsiteY283" fmla="*/ 322316 h 469266"/>
              <a:gd name="connsiteX284" fmla="*/ 37165 w 687723"/>
              <a:gd name="connsiteY284" fmla="*/ 346673 h 469266"/>
              <a:gd name="connsiteX285" fmla="*/ 38788 w 687723"/>
              <a:gd name="connsiteY285" fmla="*/ 345049 h 469266"/>
              <a:gd name="connsiteX286" fmla="*/ 37165 w 687723"/>
              <a:gd name="connsiteY286" fmla="*/ 350732 h 469266"/>
              <a:gd name="connsiteX287" fmla="*/ 37165 w 687723"/>
              <a:gd name="connsiteY287" fmla="*/ 346673 h 469266"/>
              <a:gd name="connsiteX288" fmla="*/ 29863 w 687723"/>
              <a:gd name="connsiteY288" fmla="*/ 333683 h 469266"/>
              <a:gd name="connsiteX289" fmla="*/ 30674 w 687723"/>
              <a:gd name="connsiteY289" fmla="*/ 332059 h 469266"/>
              <a:gd name="connsiteX290" fmla="*/ 31486 w 687723"/>
              <a:gd name="connsiteY290" fmla="*/ 331247 h 469266"/>
              <a:gd name="connsiteX291" fmla="*/ 33108 w 687723"/>
              <a:gd name="connsiteY291" fmla="*/ 332871 h 469266"/>
              <a:gd name="connsiteX292" fmla="*/ 29052 w 687723"/>
              <a:gd name="connsiteY292" fmla="*/ 334495 h 469266"/>
              <a:gd name="connsiteX293" fmla="*/ 29863 w 687723"/>
              <a:gd name="connsiteY293" fmla="*/ 333683 h 469266"/>
              <a:gd name="connsiteX294" fmla="*/ 20127 w 687723"/>
              <a:gd name="connsiteY294" fmla="*/ 361287 h 469266"/>
              <a:gd name="connsiteX295" fmla="*/ 20127 w 687723"/>
              <a:gd name="connsiteY295" fmla="*/ 356415 h 469266"/>
              <a:gd name="connsiteX296" fmla="*/ 20938 w 687723"/>
              <a:gd name="connsiteY296" fmla="*/ 357227 h 469266"/>
              <a:gd name="connsiteX297" fmla="*/ 20127 w 687723"/>
              <a:gd name="connsiteY297" fmla="*/ 361287 h 469266"/>
              <a:gd name="connsiteX298" fmla="*/ 33108 w 687723"/>
              <a:gd name="connsiteY298" fmla="*/ 402693 h 469266"/>
              <a:gd name="connsiteX299" fmla="*/ 31486 w 687723"/>
              <a:gd name="connsiteY299" fmla="*/ 414059 h 469266"/>
              <a:gd name="connsiteX300" fmla="*/ 29052 w 687723"/>
              <a:gd name="connsiteY300" fmla="*/ 420554 h 469266"/>
              <a:gd name="connsiteX301" fmla="*/ 29052 w 687723"/>
              <a:gd name="connsiteY301" fmla="*/ 417307 h 469266"/>
              <a:gd name="connsiteX302" fmla="*/ 29863 w 687723"/>
              <a:gd name="connsiteY302" fmla="*/ 408376 h 469266"/>
              <a:gd name="connsiteX303" fmla="*/ 33920 w 687723"/>
              <a:gd name="connsiteY303" fmla="*/ 391326 h 469266"/>
              <a:gd name="connsiteX304" fmla="*/ 33108 w 687723"/>
              <a:gd name="connsiteY304" fmla="*/ 402693 h 469266"/>
              <a:gd name="connsiteX305" fmla="*/ 37976 w 687723"/>
              <a:gd name="connsiteY305" fmla="*/ 380772 h 469266"/>
              <a:gd name="connsiteX306" fmla="*/ 36353 w 687723"/>
              <a:gd name="connsiteY306" fmla="*/ 379148 h 469266"/>
              <a:gd name="connsiteX307" fmla="*/ 39599 w 687723"/>
              <a:gd name="connsiteY307" fmla="*/ 375089 h 469266"/>
              <a:gd name="connsiteX308" fmla="*/ 37976 w 687723"/>
              <a:gd name="connsiteY308" fmla="*/ 380772 h 469266"/>
              <a:gd name="connsiteX309" fmla="*/ 42844 w 687723"/>
              <a:gd name="connsiteY309" fmla="*/ 379148 h 469266"/>
              <a:gd name="connsiteX310" fmla="*/ 43655 w 687723"/>
              <a:gd name="connsiteY310" fmla="*/ 380772 h 469266"/>
              <a:gd name="connsiteX311" fmla="*/ 41221 w 687723"/>
              <a:gd name="connsiteY311" fmla="*/ 382396 h 469266"/>
              <a:gd name="connsiteX312" fmla="*/ 39599 w 687723"/>
              <a:gd name="connsiteY312" fmla="*/ 380772 h 469266"/>
              <a:gd name="connsiteX313" fmla="*/ 42844 w 687723"/>
              <a:gd name="connsiteY313" fmla="*/ 379148 h 469266"/>
              <a:gd name="connsiteX314" fmla="*/ 44467 w 687723"/>
              <a:gd name="connsiteY314" fmla="*/ 335307 h 469266"/>
              <a:gd name="connsiteX315" fmla="*/ 40410 w 687723"/>
              <a:gd name="connsiteY315" fmla="*/ 338554 h 469266"/>
              <a:gd name="connsiteX316" fmla="*/ 41221 w 687723"/>
              <a:gd name="connsiteY316" fmla="*/ 336118 h 469266"/>
              <a:gd name="connsiteX317" fmla="*/ 42844 w 687723"/>
              <a:gd name="connsiteY317" fmla="*/ 334495 h 469266"/>
              <a:gd name="connsiteX318" fmla="*/ 46901 w 687723"/>
              <a:gd name="connsiteY318" fmla="*/ 328000 h 469266"/>
              <a:gd name="connsiteX319" fmla="*/ 44467 w 687723"/>
              <a:gd name="connsiteY319" fmla="*/ 335307 h 469266"/>
              <a:gd name="connsiteX320" fmla="*/ 132089 w 687723"/>
              <a:gd name="connsiteY320" fmla="*/ 163188 h 469266"/>
              <a:gd name="connsiteX321" fmla="*/ 132089 w 687723"/>
              <a:gd name="connsiteY321" fmla="*/ 165624 h 469266"/>
              <a:gd name="connsiteX322" fmla="*/ 131277 w 687723"/>
              <a:gd name="connsiteY322" fmla="*/ 165624 h 469266"/>
              <a:gd name="connsiteX323" fmla="*/ 132089 w 687723"/>
              <a:gd name="connsiteY323" fmla="*/ 163188 h 469266"/>
              <a:gd name="connsiteX324" fmla="*/ 117485 w 687723"/>
              <a:gd name="connsiteY324" fmla="*/ 182673 h 469266"/>
              <a:gd name="connsiteX325" fmla="*/ 119919 w 687723"/>
              <a:gd name="connsiteY325" fmla="*/ 181049 h 469266"/>
              <a:gd name="connsiteX326" fmla="*/ 115862 w 687723"/>
              <a:gd name="connsiteY326" fmla="*/ 185109 h 469266"/>
              <a:gd name="connsiteX327" fmla="*/ 117485 w 687723"/>
              <a:gd name="connsiteY327" fmla="*/ 182673 h 469266"/>
              <a:gd name="connsiteX328" fmla="*/ 100448 w 687723"/>
              <a:gd name="connsiteY328" fmla="*/ 207841 h 469266"/>
              <a:gd name="connsiteX329" fmla="*/ 104504 w 687723"/>
              <a:gd name="connsiteY329" fmla="*/ 204594 h 469266"/>
              <a:gd name="connsiteX330" fmla="*/ 104504 w 687723"/>
              <a:gd name="connsiteY330" fmla="*/ 203782 h 469266"/>
              <a:gd name="connsiteX331" fmla="*/ 103693 w 687723"/>
              <a:gd name="connsiteY331" fmla="*/ 202158 h 469266"/>
              <a:gd name="connsiteX332" fmla="*/ 106938 w 687723"/>
              <a:gd name="connsiteY332" fmla="*/ 203782 h 469266"/>
              <a:gd name="connsiteX333" fmla="*/ 106127 w 687723"/>
              <a:gd name="connsiteY333" fmla="*/ 208653 h 469266"/>
              <a:gd name="connsiteX334" fmla="*/ 103693 w 687723"/>
              <a:gd name="connsiteY334" fmla="*/ 208653 h 469266"/>
              <a:gd name="connsiteX335" fmla="*/ 100448 w 687723"/>
              <a:gd name="connsiteY335" fmla="*/ 208653 h 469266"/>
              <a:gd name="connsiteX336" fmla="*/ 100448 w 687723"/>
              <a:gd name="connsiteY336" fmla="*/ 207841 h 469266"/>
              <a:gd name="connsiteX337" fmla="*/ 63938 w 687723"/>
              <a:gd name="connsiteY337" fmla="*/ 268732 h 469266"/>
              <a:gd name="connsiteX338" fmla="*/ 67995 w 687723"/>
              <a:gd name="connsiteY338" fmla="*/ 267920 h 469266"/>
              <a:gd name="connsiteX339" fmla="*/ 71240 w 687723"/>
              <a:gd name="connsiteY339" fmla="*/ 267920 h 469266"/>
              <a:gd name="connsiteX340" fmla="*/ 70429 w 687723"/>
              <a:gd name="connsiteY340" fmla="*/ 268732 h 469266"/>
              <a:gd name="connsiteX341" fmla="*/ 67184 w 687723"/>
              <a:gd name="connsiteY341" fmla="*/ 270356 h 469266"/>
              <a:gd name="connsiteX342" fmla="*/ 63938 w 687723"/>
              <a:gd name="connsiteY342" fmla="*/ 271168 h 469266"/>
              <a:gd name="connsiteX343" fmla="*/ 63938 w 687723"/>
              <a:gd name="connsiteY343" fmla="*/ 268732 h 469266"/>
              <a:gd name="connsiteX344" fmla="*/ 72051 w 687723"/>
              <a:gd name="connsiteY344" fmla="*/ 293901 h 469266"/>
              <a:gd name="connsiteX345" fmla="*/ 73674 w 687723"/>
              <a:gd name="connsiteY345" fmla="*/ 294713 h 469266"/>
              <a:gd name="connsiteX346" fmla="*/ 72051 w 687723"/>
              <a:gd name="connsiteY346" fmla="*/ 296336 h 469266"/>
              <a:gd name="connsiteX347" fmla="*/ 70429 w 687723"/>
              <a:gd name="connsiteY347" fmla="*/ 294713 h 469266"/>
              <a:gd name="connsiteX348" fmla="*/ 72051 w 687723"/>
              <a:gd name="connsiteY348" fmla="*/ 293901 h 469266"/>
              <a:gd name="connsiteX349" fmla="*/ 67995 w 687723"/>
              <a:gd name="connsiteY349" fmla="*/ 289841 h 469266"/>
              <a:gd name="connsiteX350" fmla="*/ 69617 w 687723"/>
              <a:gd name="connsiteY350" fmla="*/ 286594 h 469266"/>
              <a:gd name="connsiteX351" fmla="*/ 72051 w 687723"/>
              <a:gd name="connsiteY351" fmla="*/ 286594 h 469266"/>
              <a:gd name="connsiteX352" fmla="*/ 67995 w 687723"/>
              <a:gd name="connsiteY352" fmla="*/ 289841 h 469266"/>
              <a:gd name="connsiteX353" fmla="*/ 72051 w 687723"/>
              <a:gd name="connsiteY353" fmla="*/ 283346 h 469266"/>
              <a:gd name="connsiteX354" fmla="*/ 69617 w 687723"/>
              <a:gd name="connsiteY354" fmla="*/ 283346 h 469266"/>
              <a:gd name="connsiteX355" fmla="*/ 72051 w 687723"/>
              <a:gd name="connsiteY355" fmla="*/ 281722 h 469266"/>
              <a:gd name="connsiteX356" fmla="*/ 74485 w 687723"/>
              <a:gd name="connsiteY356" fmla="*/ 282534 h 469266"/>
              <a:gd name="connsiteX357" fmla="*/ 72051 w 687723"/>
              <a:gd name="connsiteY357" fmla="*/ 283346 h 469266"/>
              <a:gd name="connsiteX358" fmla="*/ 66372 w 687723"/>
              <a:gd name="connsiteY358" fmla="*/ 295524 h 469266"/>
              <a:gd name="connsiteX359" fmla="*/ 64749 w 687723"/>
              <a:gd name="connsiteY359" fmla="*/ 297960 h 469266"/>
              <a:gd name="connsiteX360" fmla="*/ 63127 w 687723"/>
              <a:gd name="connsiteY360" fmla="*/ 297148 h 469266"/>
              <a:gd name="connsiteX361" fmla="*/ 64749 w 687723"/>
              <a:gd name="connsiteY361" fmla="*/ 294713 h 469266"/>
              <a:gd name="connsiteX362" fmla="*/ 66372 w 687723"/>
              <a:gd name="connsiteY362" fmla="*/ 295524 h 469266"/>
              <a:gd name="connsiteX363" fmla="*/ 62316 w 687723"/>
              <a:gd name="connsiteY363" fmla="*/ 271980 h 469266"/>
              <a:gd name="connsiteX364" fmla="*/ 63938 w 687723"/>
              <a:gd name="connsiteY364" fmla="*/ 272792 h 469266"/>
              <a:gd name="connsiteX365" fmla="*/ 62316 w 687723"/>
              <a:gd name="connsiteY365" fmla="*/ 274416 h 469266"/>
              <a:gd name="connsiteX366" fmla="*/ 61504 w 687723"/>
              <a:gd name="connsiteY366" fmla="*/ 273604 h 469266"/>
              <a:gd name="connsiteX367" fmla="*/ 62316 w 687723"/>
              <a:gd name="connsiteY367" fmla="*/ 271980 h 469266"/>
              <a:gd name="connsiteX368" fmla="*/ 57448 w 687723"/>
              <a:gd name="connsiteY368" fmla="*/ 280099 h 469266"/>
              <a:gd name="connsiteX369" fmla="*/ 61504 w 687723"/>
              <a:gd name="connsiteY369" fmla="*/ 277663 h 469266"/>
              <a:gd name="connsiteX370" fmla="*/ 63127 w 687723"/>
              <a:gd name="connsiteY370" fmla="*/ 276851 h 469266"/>
              <a:gd name="connsiteX371" fmla="*/ 65561 w 687723"/>
              <a:gd name="connsiteY371" fmla="*/ 276039 h 469266"/>
              <a:gd name="connsiteX372" fmla="*/ 58259 w 687723"/>
              <a:gd name="connsiteY372" fmla="*/ 284158 h 469266"/>
              <a:gd name="connsiteX373" fmla="*/ 57448 w 687723"/>
              <a:gd name="connsiteY373" fmla="*/ 280099 h 469266"/>
              <a:gd name="connsiteX374" fmla="*/ 62316 w 687723"/>
              <a:gd name="connsiteY374" fmla="*/ 304455 h 469266"/>
              <a:gd name="connsiteX375" fmla="*/ 59882 w 687723"/>
              <a:gd name="connsiteY375" fmla="*/ 306079 h 469266"/>
              <a:gd name="connsiteX376" fmla="*/ 59882 w 687723"/>
              <a:gd name="connsiteY376" fmla="*/ 304455 h 469266"/>
              <a:gd name="connsiteX377" fmla="*/ 61504 w 687723"/>
              <a:gd name="connsiteY377" fmla="*/ 302831 h 469266"/>
              <a:gd name="connsiteX378" fmla="*/ 62316 w 687723"/>
              <a:gd name="connsiteY378" fmla="*/ 304455 h 469266"/>
              <a:gd name="connsiteX379" fmla="*/ 54202 w 687723"/>
              <a:gd name="connsiteY379" fmla="*/ 289029 h 469266"/>
              <a:gd name="connsiteX380" fmla="*/ 56636 w 687723"/>
              <a:gd name="connsiteY380" fmla="*/ 289029 h 469266"/>
              <a:gd name="connsiteX381" fmla="*/ 54202 w 687723"/>
              <a:gd name="connsiteY381" fmla="*/ 293089 h 469266"/>
              <a:gd name="connsiteX382" fmla="*/ 51769 w 687723"/>
              <a:gd name="connsiteY382" fmla="*/ 293901 h 469266"/>
              <a:gd name="connsiteX383" fmla="*/ 54202 w 687723"/>
              <a:gd name="connsiteY383" fmla="*/ 289029 h 469266"/>
              <a:gd name="connsiteX384" fmla="*/ 55014 w 687723"/>
              <a:gd name="connsiteY384" fmla="*/ 312574 h 469266"/>
              <a:gd name="connsiteX385" fmla="*/ 52580 w 687723"/>
              <a:gd name="connsiteY385" fmla="*/ 312574 h 469266"/>
              <a:gd name="connsiteX386" fmla="*/ 54202 w 687723"/>
              <a:gd name="connsiteY386" fmla="*/ 311762 h 469266"/>
              <a:gd name="connsiteX387" fmla="*/ 55014 w 687723"/>
              <a:gd name="connsiteY387" fmla="*/ 312574 h 469266"/>
              <a:gd name="connsiteX388" fmla="*/ 50146 w 687723"/>
              <a:gd name="connsiteY388" fmla="*/ 297960 h 469266"/>
              <a:gd name="connsiteX389" fmla="*/ 51769 w 687723"/>
              <a:gd name="connsiteY389" fmla="*/ 297960 h 469266"/>
              <a:gd name="connsiteX390" fmla="*/ 50146 w 687723"/>
              <a:gd name="connsiteY390" fmla="*/ 300396 h 469266"/>
              <a:gd name="connsiteX391" fmla="*/ 47712 w 687723"/>
              <a:gd name="connsiteY391" fmla="*/ 300396 h 469266"/>
              <a:gd name="connsiteX392" fmla="*/ 50146 w 687723"/>
              <a:gd name="connsiteY392" fmla="*/ 297960 h 469266"/>
              <a:gd name="connsiteX393" fmla="*/ 56636 w 687723"/>
              <a:gd name="connsiteY393" fmla="*/ 340990 h 469266"/>
              <a:gd name="connsiteX394" fmla="*/ 55014 w 687723"/>
              <a:gd name="connsiteY394" fmla="*/ 342613 h 469266"/>
              <a:gd name="connsiteX395" fmla="*/ 49335 w 687723"/>
              <a:gd name="connsiteY395" fmla="*/ 353168 h 469266"/>
              <a:gd name="connsiteX396" fmla="*/ 48523 w 687723"/>
              <a:gd name="connsiteY396" fmla="*/ 351544 h 469266"/>
              <a:gd name="connsiteX397" fmla="*/ 50146 w 687723"/>
              <a:gd name="connsiteY397" fmla="*/ 347485 h 469266"/>
              <a:gd name="connsiteX398" fmla="*/ 51769 w 687723"/>
              <a:gd name="connsiteY398" fmla="*/ 345049 h 469266"/>
              <a:gd name="connsiteX399" fmla="*/ 51769 w 687723"/>
              <a:gd name="connsiteY399" fmla="*/ 342613 h 469266"/>
              <a:gd name="connsiteX400" fmla="*/ 54202 w 687723"/>
              <a:gd name="connsiteY400" fmla="*/ 340178 h 469266"/>
              <a:gd name="connsiteX401" fmla="*/ 56636 w 687723"/>
              <a:gd name="connsiteY401" fmla="*/ 340990 h 469266"/>
              <a:gd name="connsiteX402" fmla="*/ 56636 w 687723"/>
              <a:gd name="connsiteY402" fmla="*/ 340990 h 469266"/>
              <a:gd name="connsiteX403" fmla="*/ 59070 w 687723"/>
              <a:gd name="connsiteY403" fmla="*/ 332059 h 469266"/>
              <a:gd name="connsiteX404" fmla="*/ 57448 w 687723"/>
              <a:gd name="connsiteY404" fmla="*/ 330435 h 469266"/>
              <a:gd name="connsiteX405" fmla="*/ 59070 w 687723"/>
              <a:gd name="connsiteY405" fmla="*/ 329623 h 469266"/>
              <a:gd name="connsiteX406" fmla="*/ 60693 w 687723"/>
              <a:gd name="connsiteY406" fmla="*/ 330435 h 469266"/>
              <a:gd name="connsiteX407" fmla="*/ 61504 w 687723"/>
              <a:gd name="connsiteY407" fmla="*/ 330435 h 469266"/>
              <a:gd name="connsiteX408" fmla="*/ 59070 w 687723"/>
              <a:gd name="connsiteY408" fmla="*/ 332059 h 469266"/>
              <a:gd name="connsiteX409" fmla="*/ 66372 w 687723"/>
              <a:gd name="connsiteY409" fmla="*/ 324752 h 469266"/>
              <a:gd name="connsiteX410" fmla="*/ 63938 w 687723"/>
              <a:gd name="connsiteY410" fmla="*/ 323128 h 469266"/>
              <a:gd name="connsiteX411" fmla="*/ 61504 w 687723"/>
              <a:gd name="connsiteY411" fmla="*/ 323128 h 469266"/>
              <a:gd name="connsiteX412" fmla="*/ 60693 w 687723"/>
              <a:gd name="connsiteY412" fmla="*/ 322316 h 469266"/>
              <a:gd name="connsiteX413" fmla="*/ 59070 w 687723"/>
              <a:gd name="connsiteY413" fmla="*/ 319069 h 469266"/>
              <a:gd name="connsiteX414" fmla="*/ 58259 w 687723"/>
              <a:gd name="connsiteY414" fmla="*/ 318257 h 469266"/>
              <a:gd name="connsiteX415" fmla="*/ 63127 w 687723"/>
              <a:gd name="connsiteY415" fmla="*/ 320693 h 469266"/>
              <a:gd name="connsiteX416" fmla="*/ 66372 w 687723"/>
              <a:gd name="connsiteY416" fmla="*/ 324752 h 469266"/>
              <a:gd name="connsiteX417" fmla="*/ 70429 w 687723"/>
              <a:gd name="connsiteY417" fmla="*/ 315821 h 469266"/>
              <a:gd name="connsiteX418" fmla="*/ 68806 w 687723"/>
              <a:gd name="connsiteY418" fmla="*/ 315010 h 469266"/>
              <a:gd name="connsiteX419" fmla="*/ 63127 w 687723"/>
              <a:gd name="connsiteY419" fmla="*/ 314198 h 469266"/>
              <a:gd name="connsiteX420" fmla="*/ 60693 w 687723"/>
              <a:gd name="connsiteY420" fmla="*/ 315010 h 469266"/>
              <a:gd name="connsiteX421" fmla="*/ 65561 w 687723"/>
              <a:gd name="connsiteY421" fmla="*/ 310138 h 469266"/>
              <a:gd name="connsiteX422" fmla="*/ 66372 w 687723"/>
              <a:gd name="connsiteY422" fmla="*/ 311762 h 469266"/>
              <a:gd name="connsiteX423" fmla="*/ 70429 w 687723"/>
              <a:gd name="connsiteY423" fmla="*/ 313386 h 469266"/>
              <a:gd name="connsiteX424" fmla="*/ 71240 w 687723"/>
              <a:gd name="connsiteY424" fmla="*/ 315010 h 469266"/>
              <a:gd name="connsiteX425" fmla="*/ 70429 w 687723"/>
              <a:gd name="connsiteY425" fmla="*/ 315821 h 469266"/>
              <a:gd name="connsiteX426" fmla="*/ 74485 w 687723"/>
              <a:gd name="connsiteY426" fmla="*/ 310950 h 469266"/>
              <a:gd name="connsiteX427" fmla="*/ 73674 w 687723"/>
              <a:gd name="connsiteY427" fmla="*/ 308514 h 469266"/>
              <a:gd name="connsiteX428" fmla="*/ 72863 w 687723"/>
              <a:gd name="connsiteY428" fmla="*/ 305267 h 469266"/>
              <a:gd name="connsiteX429" fmla="*/ 72863 w 687723"/>
              <a:gd name="connsiteY429" fmla="*/ 304455 h 469266"/>
              <a:gd name="connsiteX430" fmla="*/ 76919 w 687723"/>
              <a:gd name="connsiteY430" fmla="*/ 306079 h 469266"/>
              <a:gd name="connsiteX431" fmla="*/ 74485 w 687723"/>
              <a:gd name="connsiteY431" fmla="*/ 310950 h 469266"/>
              <a:gd name="connsiteX432" fmla="*/ 74485 w 687723"/>
              <a:gd name="connsiteY432" fmla="*/ 277663 h 469266"/>
              <a:gd name="connsiteX433" fmla="*/ 75297 w 687723"/>
              <a:gd name="connsiteY433" fmla="*/ 276039 h 469266"/>
              <a:gd name="connsiteX434" fmla="*/ 76919 w 687723"/>
              <a:gd name="connsiteY434" fmla="*/ 276851 h 469266"/>
              <a:gd name="connsiteX435" fmla="*/ 75297 w 687723"/>
              <a:gd name="connsiteY435" fmla="*/ 278475 h 469266"/>
              <a:gd name="connsiteX436" fmla="*/ 74485 w 687723"/>
              <a:gd name="connsiteY436" fmla="*/ 277663 h 469266"/>
              <a:gd name="connsiteX437" fmla="*/ 75297 w 687723"/>
              <a:gd name="connsiteY437" fmla="*/ 297148 h 469266"/>
              <a:gd name="connsiteX438" fmla="*/ 76919 w 687723"/>
              <a:gd name="connsiteY438" fmla="*/ 295524 h 469266"/>
              <a:gd name="connsiteX439" fmla="*/ 77731 w 687723"/>
              <a:gd name="connsiteY439" fmla="*/ 297148 h 469266"/>
              <a:gd name="connsiteX440" fmla="*/ 76108 w 687723"/>
              <a:gd name="connsiteY440" fmla="*/ 297960 h 469266"/>
              <a:gd name="connsiteX441" fmla="*/ 75297 w 687723"/>
              <a:gd name="connsiteY441" fmla="*/ 297148 h 469266"/>
              <a:gd name="connsiteX442" fmla="*/ 76919 w 687723"/>
              <a:gd name="connsiteY442" fmla="*/ 288217 h 469266"/>
              <a:gd name="connsiteX443" fmla="*/ 76108 w 687723"/>
              <a:gd name="connsiteY443" fmla="*/ 285782 h 469266"/>
              <a:gd name="connsiteX444" fmla="*/ 76919 w 687723"/>
              <a:gd name="connsiteY444" fmla="*/ 284970 h 469266"/>
              <a:gd name="connsiteX445" fmla="*/ 79353 w 687723"/>
              <a:gd name="connsiteY445" fmla="*/ 283346 h 469266"/>
              <a:gd name="connsiteX446" fmla="*/ 80165 w 687723"/>
              <a:gd name="connsiteY446" fmla="*/ 283346 h 469266"/>
              <a:gd name="connsiteX447" fmla="*/ 76919 w 687723"/>
              <a:gd name="connsiteY447" fmla="*/ 288217 h 469266"/>
              <a:gd name="connsiteX448" fmla="*/ 86655 w 687723"/>
              <a:gd name="connsiteY448" fmla="*/ 276851 h 469266"/>
              <a:gd name="connsiteX449" fmla="*/ 87466 w 687723"/>
              <a:gd name="connsiteY449" fmla="*/ 278475 h 469266"/>
              <a:gd name="connsiteX450" fmla="*/ 82598 w 687723"/>
              <a:gd name="connsiteY450" fmla="*/ 279287 h 469266"/>
              <a:gd name="connsiteX451" fmla="*/ 81787 w 687723"/>
              <a:gd name="connsiteY451" fmla="*/ 274416 h 469266"/>
              <a:gd name="connsiteX452" fmla="*/ 89089 w 687723"/>
              <a:gd name="connsiteY452" fmla="*/ 269544 h 469266"/>
              <a:gd name="connsiteX453" fmla="*/ 88278 w 687723"/>
              <a:gd name="connsiteY453" fmla="*/ 271980 h 469266"/>
              <a:gd name="connsiteX454" fmla="*/ 85844 w 687723"/>
              <a:gd name="connsiteY454" fmla="*/ 274416 h 469266"/>
              <a:gd name="connsiteX455" fmla="*/ 86655 w 687723"/>
              <a:gd name="connsiteY455" fmla="*/ 276851 h 469266"/>
              <a:gd name="connsiteX456" fmla="*/ 92334 w 687723"/>
              <a:gd name="connsiteY456" fmla="*/ 263861 h 469266"/>
              <a:gd name="connsiteX457" fmla="*/ 89900 w 687723"/>
              <a:gd name="connsiteY457" fmla="*/ 263049 h 469266"/>
              <a:gd name="connsiteX458" fmla="*/ 93145 w 687723"/>
              <a:gd name="connsiteY458" fmla="*/ 259802 h 469266"/>
              <a:gd name="connsiteX459" fmla="*/ 95580 w 687723"/>
              <a:gd name="connsiteY459" fmla="*/ 260614 h 469266"/>
              <a:gd name="connsiteX460" fmla="*/ 92334 w 687723"/>
              <a:gd name="connsiteY460" fmla="*/ 263861 h 469266"/>
              <a:gd name="connsiteX461" fmla="*/ 94768 w 687723"/>
              <a:gd name="connsiteY461" fmla="*/ 248435 h 469266"/>
              <a:gd name="connsiteX462" fmla="*/ 91523 w 687723"/>
              <a:gd name="connsiteY462" fmla="*/ 250871 h 469266"/>
              <a:gd name="connsiteX463" fmla="*/ 94768 w 687723"/>
              <a:gd name="connsiteY463" fmla="*/ 248435 h 469266"/>
              <a:gd name="connsiteX464" fmla="*/ 97202 w 687723"/>
              <a:gd name="connsiteY464" fmla="*/ 244376 h 469266"/>
              <a:gd name="connsiteX465" fmla="*/ 94768 w 687723"/>
              <a:gd name="connsiteY465" fmla="*/ 248435 h 469266"/>
              <a:gd name="connsiteX466" fmla="*/ 98013 w 687723"/>
              <a:gd name="connsiteY466" fmla="*/ 221643 h 469266"/>
              <a:gd name="connsiteX467" fmla="*/ 96391 w 687723"/>
              <a:gd name="connsiteY467" fmla="*/ 223267 h 469266"/>
              <a:gd name="connsiteX468" fmla="*/ 94768 w 687723"/>
              <a:gd name="connsiteY468" fmla="*/ 227326 h 469266"/>
              <a:gd name="connsiteX469" fmla="*/ 92334 w 687723"/>
              <a:gd name="connsiteY469" fmla="*/ 232198 h 469266"/>
              <a:gd name="connsiteX470" fmla="*/ 88278 w 687723"/>
              <a:gd name="connsiteY470" fmla="*/ 234633 h 469266"/>
              <a:gd name="connsiteX471" fmla="*/ 85032 w 687723"/>
              <a:gd name="connsiteY471" fmla="*/ 235445 h 469266"/>
              <a:gd name="connsiteX472" fmla="*/ 86655 w 687723"/>
              <a:gd name="connsiteY472" fmla="*/ 236257 h 469266"/>
              <a:gd name="connsiteX473" fmla="*/ 89089 w 687723"/>
              <a:gd name="connsiteY473" fmla="*/ 237881 h 469266"/>
              <a:gd name="connsiteX474" fmla="*/ 86655 w 687723"/>
              <a:gd name="connsiteY474" fmla="*/ 238693 h 469266"/>
              <a:gd name="connsiteX475" fmla="*/ 85032 w 687723"/>
              <a:gd name="connsiteY475" fmla="*/ 238693 h 469266"/>
              <a:gd name="connsiteX476" fmla="*/ 85032 w 687723"/>
              <a:gd name="connsiteY476" fmla="*/ 245188 h 469266"/>
              <a:gd name="connsiteX477" fmla="*/ 80976 w 687723"/>
              <a:gd name="connsiteY477" fmla="*/ 245188 h 469266"/>
              <a:gd name="connsiteX478" fmla="*/ 80976 w 687723"/>
              <a:gd name="connsiteY478" fmla="*/ 246812 h 469266"/>
              <a:gd name="connsiteX479" fmla="*/ 80976 w 687723"/>
              <a:gd name="connsiteY479" fmla="*/ 252495 h 469266"/>
              <a:gd name="connsiteX480" fmla="*/ 80165 w 687723"/>
              <a:gd name="connsiteY480" fmla="*/ 254930 h 469266"/>
              <a:gd name="connsiteX481" fmla="*/ 77731 w 687723"/>
              <a:gd name="connsiteY481" fmla="*/ 257366 h 469266"/>
              <a:gd name="connsiteX482" fmla="*/ 72863 w 687723"/>
              <a:gd name="connsiteY482" fmla="*/ 257366 h 469266"/>
              <a:gd name="connsiteX483" fmla="*/ 71240 w 687723"/>
              <a:gd name="connsiteY483" fmla="*/ 258990 h 469266"/>
              <a:gd name="connsiteX484" fmla="*/ 72863 w 687723"/>
              <a:gd name="connsiteY484" fmla="*/ 262237 h 469266"/>
              <a:gd name="connsiteX485" fmla="*/ 72863 w 687723"/>
              <a:gd name="connsiteY485" fmla="*/ 263049 h 469266"/>
              <a:gd name="connsiteX486" fmla="*/ 71240 w 687723"/>
              <a:gd name="connsiteY486" fmla="*/ 264673 h 469266"/>
              <a:gd name="connsiteX487" fmla="*/ 68806 w 687723"/>
              <a:gd name="connsiteY487" fmla="*/ 265485 h 469266"/>
              <a:gd name="connsiteX488" fmla="*/ 66372 w 687723"/>
              <a:gd name="connsiteY488" fmla="*/ 265485 h 469266"/>
              <a:gd name="connsiteX489" fmla="*/ 74485 w 687723"/>
              <a:gd name="connsiteY489" fmla="*/ 250871 h 469266"/>
              <a:gd name="connsiteX490" fmla="*/ 76919 w 687723"/>
              <a:gd name="connsiteY490" fmla="*/ 246812 h 469266"/>
              <a:gd name="connsiteX491" fmla="*/ 80976 w 687723"/>
              <a:gd name="connsiteY491" fmla="*/ 242752 h 469266"/>
              <a:gd name="connsiteX492" fmla="*/ 81787 w 687723"/>
              <a:gd name="connsiteY492" fmla="*/ 241940 h 469266"/>
              <a:gd name="connsiteX493" fmla="*/ 87466 w 687723"/>
              <a:gd name="connsiteY493" fmla="*/ 229762 h 469266"/>
              <a:gd name="connsiteX494" fmla="*/ 88278 w 687723"/>
              <a:gd name="connsiteY494" fmla="*/ 230574 h 469266"/>
              <a:gd name="connsiteX495" fmla="*/ 89900 w 687723"/>
              <a:gd name="connsiteY495" fmla="*/ 231386 h 469266"/>
              <a:gd name="connsiteX496" fmla="*/ 90712 w 687723"/>
              <a:gd name="connsiteY496" fmla="*/ 228138 h 469266"/>
              <a:gd name="connsiteX497" fmla="*/ 90712 w 687723"/>
              <a:gd name="connsiteY497" fmla="*/ 223267 h 469266"/>
              <a:gd name="connsiteX498" fmla="*/ 93145 w 687723"/>
              <a:gd name="connsiteY498" fmla="*/ 223267 h 469266"/>
              <a:gd name="connsiteX499" fmla="*/ 91523 w 687723"/>
              <a:gd name="connsiteY499" fmla="*/ 225703 h 469266"/>
              <a:gd name="connsiteX500" fmla="*/ 91523 w 687723"/>
              <a:gd name="connsiteY500" fmla="*/ 226515 h 469266"/>
              <a:gd name="connsiteX501" fmla="*/ 93957 w 687723"/>
              <a:gd name="connsiteY501" fmla="*/ 220831 h 469266"/>
              <a:gd name="connsiteX502" fmla="*/ 97202 w 687723"/>
              <a:gd name="connsiteY502" fmla="*/ 213525 h 469266"/>
              <a:gd name="connsiteX503" fmla="*/ 103693 w 687723"/>
              <a:gd name="connsiteY503" fmla="*/ 210277 h 469266"/>
              <a:gd name="connsiteX504" fmla="*/ 102881 w 687723"/>
              <a:gd name="connsiteY504" fmla="*/ 215148 h 469266"/>
              <a:gd name="connsiteX505" fmla="*/ 100448 w 687723"/>
              <a:gd name="connsiteY505" fmla="*/ 218396 h 469266"/>
              <a:gd name="connsiteX506" fmla="*/ 98013 w 687723"/>
              <a:gd name="connsiteY506" fmla="*/ 221643 h 469266"/>
              <a:gd name="connsiteX507" fmla="*/ 98825 w 687723"/>
              <a:gd name="connsiteY507" fmla="*/ 251683 h 469266"/>
              <a:gd name="connsiteX508" fmla="*/ 99636 w 687723"/>
              <a:gd name="connsiteY508" fmla="*/ 247623 h 469266"/>
              <a:gd name="connsiteX509" fmla="*/ 102070 w 687723"/>
              <a:gd name="connsiteY509" fmla="*/ 246000 h 469266"/>
              <a:gd name="connsiteX510" fmla="*/ 98825 w 687723"/>
              <a:gd name="connsiteY510" fmla="*/ 251683 h 469266"/>
              <a:gd name="connsiteX511" fmla="*/ 111806 w 687723"/>
              <a:gd name="connsiteY511" fmla="*/ 250059 h 469266"/>
              <a:gd name="connsiteX512" fmla="*/ 110183 w 687723"/>
              <a:gd name="connsiteY512" fmla="*/ 250059 h 469266"/>
              <a:gd name="connsiteX513" fmla="*/ 111806 w 687723"/>
              <a:gd name="connsiteY513" fmla="*/ 247623 h 469266"/>
              <a:gd name="connsiteX514" fmla="*/ 111806 w 687723"/>
              <a:gd name="connsiteY514" fmla="*/ 250059 h 469266"/>
              <a:gd name="connsiteX515" fmla="*/ 111806 w 687723"/>
              <a:gd name="connsiteY515" fmla="*/ 234633 h 469266"/>
              <a:gd name="connsiteX516" fmla="*/ 102070 w 687723"/>
              <a:gd name="connsiteY516" fmla="*/ 244376 h 469266"/>
              <a:gd name="connsiteX517" fmla="*/ 103693 w 687723"/>
              <a:gd name="connsiteY517" fmla="*/ 241128 h 469266"/>
              <a:gd name="connsiteX518" fmla="*/ 107749 w 687723"/>
              <a:gd name="connsiteY518" fmla="*/ 236257 h 469266"/>
              <a:gd name="connsiteX519" fmla="*/ 110995 w 687723"/>
              <a:gd name="connsiteY519" fmla="*/ 232198 h 469266"/>
              <a:gd name="connsiteX520" fmla="*/ 112617 w 687723"/>
              <a:gd name="connsiteY520" fmla="*/ 232198 h 469266"/>
              <a:gd name="connsiteX521" fmla="*/ 111806 w 687723"/>
              <a:gd name="connsiteY521" fmla="*/ 234633 h 469266"/>
              <a:gd name="connsiteX522" fmla="*/ 108561 w 687723"/>
              <a:gd name="connsiteY522" fmla="*/ 203782 h 469266"/>
              <a:gd name="connsiteX523" fmla="*/ 110183 w 687723"/>
              <a:gd name="connsiteY523" fmla="*/ 201346 h 469266"/>
              <a:gd name="connsiteX524" fmla="*/ 111806 w 687723"/>
              <a:gd name="connsiteY524" fmla="*/ 202970 h 469266"/>
              <a:gd name="connsiteX525" fmla="*/ 110183 w 687723"/>
              <a:gd name="connsiteY525" fmla="*/ 205406 h 469266"/>
              <a:gd name="connsiteX526" fmla="*/ 108561 w 687723"/>
              <a:gd name="connsiteY526" fmla="*/ 203782 h 469266"/>
              <a:gd name="connsiteX527" fmla="*/ 110995 w 687723"/>
              <a:gd name="connsiteY527" fmla="*/ 198099 h 469266"/>
              <a:gd name="connsiteX528" fmla="*/ 106938 w 687723"/>
              <a:gd name="connsiteY528" fmla="*/ 198099 h 469266"/>
              <a:gd name="connsiteX529" fmla="*/ 110995 w 687723"/>
              <a:gd name="connsiteY529" fmla="*/ 197287 h 469266"/>
              <a:gd name="connsiteX530" fmla="*/ 110995 w 687723"/>
              <a:gd name="connsiteY530" fmla="*/ 198099 h 469266"/>
              <a:gd name="connsiteX531" fmla="*/ 116674 w 687723"/>
              <a:gd name="connsiteY531" fmla="*/ 226515 h 469266"/>
              <a:gd name="connsiteX532" fmla="*/ 115051 w 687723"/>
              <a:gd name="connsiteY532" fmla="*/ 224079 h 469266"/>
              <a:gd name="connsiteX533" fmla="*/ 116674 w 687723"/>
              <a:gd name="connsiteY533" fmla="*/ 222455 h 469266"/>
              <a:gd name="connsiteX534" fmla="*/ 116674 w 687723"/>
              <a:gd name="connsiteY534" fmla="*/ 226515 h 469266"/>
              <a:gd name="connsiteX535" fmla="*/ 116674 w 687723"/>
              <a:gd name="connsiteY535" fmla="*/ 193228 h 469266"/>
              <a:gd name="connsiteX536" fmla="*/ 115862 w 687723"/>
              <a:gd name="connsiteY536" fmla="*/ 192416 h 469266"/>
              <a:gd name="connsiteX537" fmla="*/ 116674 w 687723"/>
              <a:gd name="connsiteY537" fmla="*/ 191604 h 469266"/>
              <a:gd name="connsiteX538" fmla="*/ 118296 w 687723"/>
              <a:gd name="connsiteY538" fmla="*/ 192416 h 469266"/>
              <a:gd name="connsiteX539" fmla="*/ 116674 w 687723"/>
              <a:gd name="connsiteY539" fmla="*/ 193228 h 469266"/>
              <a:gd name="connsiteX540" fmla="*/ 116674 w 687723"/>
              <a:gd name="connsiteY540" fmla="*/ 189980 h 469266"/>
              <a:gd name="connsiteX541" fmla="*/ 111806 w 687723"/>
              <a:gd name="connsiteY541" fmla="*/ 191604 h 469266"/>
              <a:gd name="connsiteX542" fmla="*/ 112617 w 687723"/>
              <a:gd name="connsiteY542" fmla="*/ 190792 h 469266"/>
              <a:gd name="connsiteX543" fmla="*/ 117485 w 687723"/>
              <a:gd name="connsiteY543" fmla="*/ 188356 h 469266"/>
              <a:gd name="connsiteX544" fmla="*/ 116674 w 687723"/>
              <a:gd name="connsiteY544" fmla="*/ 189980 h 469266"/>
              <a:gd name="connsiteX545" fmla="*/ 121542 w 687723"/>
              <a:gd name="connsiteY545" fmla="*/ 221643 h 469266"/>
              <a:gd name="connsiteX546" fmla="*/ 119919 w 687723"/>
              <a:gd name="connsiteY546" fmla="*/ 220831 h 469266"/>
              <a:gd name="connsiteX547" fmla="*/ 122353 w 687723"/>
              <a:gd name="connsiteY547" fmla="*/ 220020 h 469266"/>
              <a:gd name="connsiteX548" fmla="*/ 123976 w 687723"/>
              <a:gd name="connsiteY548" fmla="*/ 220831 h 469266"/>
              <a:gd name="connsiteX549" fmla="*/ 121542 w 687723"/>
              <a:gd name="connsiteY549" fmla="*/ 221643 h 469266"/>
              <a:gd name="connsiteX550" fmla="*/ 125598 w 687723"/>
              <a:gd name="connsiteY550" fmla="*/ 211089 h 469266"/>
              <a:gd name="connsiteX551" fmla="*/ 124787 w 687723"/>
              <a:gd name="connsiteY551" fmla="*/ 210277 h 469266"/>
              <a:gd name="connsiteX552" fmla="*/ 125598 w 687723"/>
              <a:gd name="connsiteY552" fmla="*/ 208653 h 469266"/>
              <a:gd name="connsiteX553" fmla="*/ 127221 w 687723"/>
              <a:gd name="connsiteY553" fmla="*/ 209465 h 469266"/>
              <a:gd name="connsiteX554" fmla="*/ 125598 w 687723"/>
              <a:gd name="connsiteY554" fmla="*/ 211089 h 469266"/>
              <a:gd name="connsiteX555" fmla="*/ 132900 w 687723"/>
              <a:gd name="connsiteY555" fmla="*/ 202158 h 469266"/>
              <a:gd name="connsiteX556" fmla="*/ 132900 w 687723"/>
              <a:gd name="connsiteY556" fmla="*/ 200534 h 469266"/>
              <a:gd name="connsiteX557" fmla="*/ 135334 w 687723"/>
              <a:gd name="connsiteY557" fmla="*/ 199723 h 469266"/>
              <a:gd name="connsiteX558" fmla="*/ 132900 w 687723"/>
              <a:gd name="connsiteY558" fmla="*/ 202158 h 469266"/>
              <a:gd name="connsiteX559" fmla="*/ 127221 w 687723"/>
              <a:gd name="connsiteY559" fmla="*/ 176178 h 469266"/>
              <a:gd name="connsiteX560" fmla="*/ 127221 w 687723"/>
              <a:gd name="connsiteY560" fmla="*/ 173742 h 469266"/>
              <a:gd name="connsiteX561" fmla="*/ 126409 w 687723"/>
              <a:gd name="connsiteY561" fmla="*/ 172931 h 469266"/>
              <a:gd name="connsiteX562" fmla="*/ 124787 w 687723"/>
              <a:gd name="connsiteY562" fmla="*/ 176178 h 469266"/>
              <a:gd name="connsiteX563" fmla="*/ 121542 w 687723"/>
              <a:gd name="connsiteY563" fmla="*/ 179426 h 469266"/>
              <a:gd name="connsiteX564" fmla="*/ 122353 w 687723"/>
              <a:gd name="connsiteY564" fmla="*/ 177802 h 469266"/>
              <a:gd name="connsiteX565" fmla="*/ 123164 w 687723"/>
              <a:gd name="connsiteY565" fmla="*/ 176178 h 469266"/>
              <a:gd name="connsiteX566" fmla="*/ 125598 w 687723"/>
              <a:gd name="connsiteY566" fmla="*/ 171307 h 469266"/>
              <a:gd name="connsiteX567" fmla="*/ 128844 w 687723"/>
              <a:gd name="connsiteY567" fmla="*/ 169683 h 469266"/>
              <a:gd name="connsiteX568" fmla="*/ 133711 w 687723"/>
              <a:gd name="connsiteY568" fmla="*/ 168871 h 469266"/>
              <a:gd name="connsiteX569" fmla="*/ 136145 w 687723"/>
              <a:gd name="connsiteY569" fmla="*/ 167247 h 469266"/>
              <a:gd name="connsiteX570" fmla="*/ 127221 w 687723"/>
              <a:gd name="connsiteY570" fmla="*/ 176178 h 469266"/>
              <a:gd name="connsiteX571" fmla="*/ 154805 w 687723"/>
              <a:gd name="connsiteY571" fmla="*/ 176990 h 469266"/>
              <a:gd name="connsiteX572" fmla="*/ 153183 w 687723"/>
              <a:gd name="connsiteY572" fmla="*/ 176178 h 469266"/>
              <a:gd name="connsiteX573" fmla="*/ 155617 w 687723"/>
              <a:gd name="connsiteY573" fmla="*/ 175366 h 469266"/>
              <a:gd name="connsiteX574" fmla="*/ 157240 w 687723"/>
              <a:gd name="connsiteY574" fmla="*/ 176178 h 469266"/>
              <a:gd name="connsiteX575" fmla="*/ 154805 w 687723"/>
              <a:gd name="connsiteY575" fmla="*/ 176990 h 469266"/>
              <a:gd name="connsiteX576" fmla="*/ 160485 w 687723"/>
              <a:gd name="connsiteY576" fmla="*/ 172119 h 469266"/>
              <a:gd name="connsiteX577" fmla="*/ 159673 w 687723"/>
              <a:gd name="connsiteY577" fmla="*/ 171307 h 469266"/>
              <a:gd name="connsiteX578" fmla="*/ 162107 w 687723"/>
              <a:gd name="connsiteY578" fmla="*/ 171307 h 469266"/>
              <a:gd name="connsiteX579" fmla="*/ 160485 w 687723"/>
              <a:gd name="connsiteY579" fmla="*/ 172119 h 469266"/>
              <a:gd name="connsiteX580" fmla="*/ 164541 w 687723"/>
              <a:gd name="connsiteY580" fmla="*/ 166435 h 469266"/>
              <a:gd name="connsiteX581" fmla="*/ 164541 w 687723"/>
              <a:gd name="connsiteY581" fmla="*/ 166435 h 469266"/>
              <a:gd name="connsiteX582" fmla="*/ 166164 w 687723"/>
              <a:gd name="connsiteY582" fmla="*/ 164000 h 469266"/>
              <a:gd name="connsiteX583" fmla="*/ 164541 w 687723"/>
              <a:gd name="connsiteY583" fmla="*/ 166435 h 469266"/>
              <a:gd name="connsiteX584" fmla="*/ 167787 w 687723"/>
              <a:gd name="connsiteY584" fmla="*/ 120158 h 469266"/>
              <a:gd name="connsiteX585" fmla="*/ 166164 w 687723"/>
              <a:gd name="connsiteY585" fmla="*/ 118535 h 469266"/>
              <a:gd name="connsiteX586" fmla="*/ 166975 w 687723"/>
              <a:gd name="connsiteY586" fmla="*/ 116099 h 469266"/>
              <a:gd name="connsiteX587" fmla="*/ 168598 w 687723"/>
              <a:gd name="connsiteY587" fmla="*/ 116911 h 469266"/>
              <a:gd name="connsiteX588" fmla="*/ 167787 w 687723"/>
              <a:gd name="connsiteY588" fmla="*/ 120158 h 469266"/>
              <a:gd name="connsiteX589" fmla="*/ 179145 w 687723"/>
              <a:gd name="connsiteY589" fmla="*/ 109604 h 469266"/>
              <a:gd name="connsiteX590" fmla="*/ 176711 w 687723"/>
              <a:gd name="connsiteY590" fmla="*/ 107980 h 469266"/>
              <a:gd name="connsiteX591" fmla="*/ 179145 w 687723"/>
              <a:gd name="connsiteY591" fmla="*/ 107980 h 469266"/>
              <a:gd name="connsiteX592" fmla="*/ 179145 w 687723"/>
              <a:gd name="connsiteY592" fmla="*/ 109604 h 469266"/>
              <a:gd name="connsiteX593" fmla="*/ 184824 w 687723"/>
              <a:gd name="connsiteY593" fmla="*/ 99049 h 469266"/>
              <a:gd name="connsiteX594" fmla="*/ 184013 w 687723"/>
              <a:gd name="connsiteY594" fmla="*/ 99861 h 469266"/>
              <a:gd name="connsiteX595" fmla="*/ 182390 w 687723"/>
              <a:gd name="connsiteY595" fmla="*/ 102297 h 469266"/>
              <a:gd name="connsiteX596" fmla="*/ 180768 w 687723"/>
              <a:gd name="connsiteY596" fmla="*/ 100673 h 469266"/>
              <a:gd name="connsiteX597" fmla="*/ 183202 w 687723"/>
              <a:gd name="connsiteY597" fmla="*/ 96614 h 469266"/>
              <a:gd name="connsiteX598" fmla="*/ 184824 w 687723"/>
              <a:gd name="connsiteY598" fmla="*/ 95802 h 469266"/>
              <a:gd name="connsiteX599" fmla="*/ 184824 w 687723"/>
              <a:gd name="connsiteY599" fmla="*/ 99049 h 469266"/>
              <a:gd name="connsiteX600" fmla="*/ 270824 w 687723"/>
              <a:gd name="connsiteY600" fmla="*/ 182673 h 469266"/>
              <a:gd name="connsiteX601" fmla="*/ 272446 w 687723"/>
              <a:gd name="connsiteY601" fmla="*/ 181861 h 469266"/>
              <a:gd name="connsiteX602" fmla="*/ 270824 w 687723"/>
              <a:gd name="connsiteY602" fmla="*/ 185109 h 469266"/>
              <a:gd name="connsiteX603" fmla="*/ 270824 w 687723"/>
              <a:gd name="connsiteY603" fmla="*/ 182673 h 469266"/>
              <a:gd name="connsiteX604" fmla="*/ 265956 w 687723"/>
              <a:gd name="connsiteY604" fmla="*/ 193228 h 469266"/>
              <a:gd name="connsiteX605" fmla="*/ 263522 w 687723"/>
              <a:gd name="connsiteY605" fmla="*/ 197287 h 469266"/>
              <a:gd name="connsiteX606" fmla="*/ 261899 w 687723"/>
              <a:gd name="connsiteY606" fmla="*/ 197287 h 469266"/>
              <a:gd name="connsiteX607" fmla="*/ 265956 w 687723"/>
              <a:gd name="connsiteY607" fmla="*/ 193228 h 469266"/>
              <a:gd name="connsiteX608" fmla="*/ 257843 w 687723"/>
              <a:gd name="connsiteY608" fmla="*/ 220831 h 469266"/>
              <a:gd name="connsiteX609" fmla="*/ 257031 w 687723"/>
              <a:gd name="connsiteY609" fmla="*/ 219208 h 469266"/>
              <a:gd name="connsiteX610" fmla="*/ 258654 w 687723"/>
              <a:gd name="connsiteY610" fmla="*/ 217584 h 469266"/>
              <a:gd name="connsiteX611" fmla="*/ 259465 w 687723"/>
              <a:gd name="connsiteY611" fmla="*/ 219208 h 469266"/>
              <a:gd name="connsiteX612" fmla="*/ 257843 w 687723"/>
              <a:gd name="connsiteY612" fmla="*/ 220831 h 469266"/>
              <a:gd name="connsiteX613" fmla="*/ 256220 w 687723"/>
              <a:gd name="connsiteY613" fmla="*/ 205406 h 469266"/>
              <a:gd name="connsiteX614" fmla="*/ 257843 w 687723"/>
              <a:gd name="connsiteY614" fmla="*/ 202970 h 469266"/>
              <a:gd name="connsiteX615" fmla="*/ 259465 w 687723"/>
              <a:gd name="connsiteY615" fmla="*/ 200534 h 469266"/>
              <a:gd name="connsiteX616" fmla="*/ 261088 w 687723"/>
              <a:gd name="connsiteY616" fmla="*/ 200534 h 469266"/>
              <a:gd name="connsiteX617" fmla="*/ 254597 w 687723"/>
              <a:gd name="connsiteY617" fmla="*/ 210277 h 469266"/>
              <a:gd name="connsiteX618" fmla="*/ 256220 w 687723"/>
              <a:gd name="connsiteY618" fmla="*/ 205406 h 469266"/>
              <a:gd name="connsiteX619" fmla="*/ 250541 w 687723"/>
              <a:gd name="connsiteY619" fmla="*/ 232198 h 469266"/>
              <a:gd name="connsiteX620" fmla="*/ 248107 w 687723"/>
              <a:gd name="connsiteY620" fmla="*/ 233822 h 469266"/>
              <a:gd name="connsiteX621" fmla="*/ 246484 w 687723"/>
              <a:gd name="connsiteY621" fmla="*/ 233822 h 469266"/>
              <a:gd name="connsiteX622" fmla="*/ 248107 w 687723"/>
              <a:gd name="connsiteY622" fmla="*/ 232198 h 469266"/>
              <a:gd name="connsiteX623" fmla="*/ 250541 w 687723"/>
              <a:gd name="connsiteY623" fmla="*/ 232198 h 469266"/>
              <a:gd name="connsiteX624" fmla="*/ 248107 w 687723"/>
              <a:gd name="connsiteY624" fmla="*/ 217584 h 469266"/>
              <a:gd name="connsiteX625" fmla="*/ 249729 w 687723"/>
              <a:gd name="connsiteY625" fmla="*/ 218396 h 469266"/>
              <a:gd name="connsiteX626" fmla="*/ 248107 w 687723"/>
              <a:gd name="connsiteY626" fmla="*/ 220020 h 469266"/>
              <a:gd name="connsiteX627" fmla="*/ 246484 w 687723"/>
              <a:gd name="connsiteY627" fmla="*/ 219208 h 469266"/>
              <a:gd name="connsiteX628" fmla="*/ 248107 w 687723"/>
              <a:gd name="connsiteY628" fmla="*/ 217584 h 469266"/>
              <a:gd name="connsiteX629" fmla="*/ 244862 w 687723"/>
              <a:gd name="connsiteY629" fmla="*/ 222455 h 469266"/>
              <a:gd name="connsiteX630" fmla="*/ 246484 w 687723"/>
              <a:gd name="connsiteY630" fmla="*/ 223267 h 469266"/>
              <a:gd name="connsiteX631" fmla="*/ 244862 w 687723"/>
              <a:gd name="connsiteY631" fmla="*/ 224891 h 469266"/>
              <a:gd name="connsiteX632" fmla="*/ 244050 w 687723"/>
              <a:gd name="connsiteY632" fmla="*/ 224079 h 469266"/>
              <a:gd name="connsiteX633" fmla="*/ 244862 w 687723"/>
              <a:gd name="connsiteY633" fmla="*/ 222455 h 469266"/>
              <a:gd name="connsiteX634" fmla="*/ 228635 w 687723"/>
              <a:gd name="connsiteY634" fmla="*/ 245188 h 469266"/>
              <a:gd name="connsiteX635" fmla="*/ 233503 w 687723"/>
              <a:gd name="connsiteY635" fmla="*/ 237881 h 469266"/>
              <a:gd name="connsiteX636" fmla="*/ 235937 w 687723"/>
              <a:gd name="connsiteY636" fmla="*/ 237069 h 469266"/>
              <a:gd name="connsiteX637" fmla="*/ 235126 w 687723"/>
              <a:gd name="connsiteY637" fmla="*/ 239505 h 469266"/>
              <a:gd name="connsiteX638" fmla="*/ 232692 w 687723"/>
              <a:gd name="connsiteY638" fmla="*/ 243564 h 469266"/>
              <a:gd name="connsiteX639" fmla="*/ 226201 w 687723"/>
              <a:gd name="connsiteY639" fmla="*/ 249247 h 469266"/>
              <a:gd name="connsiteX640" fmla="*/ 228635 w 687723"/>
              <a:gd name="connsiteY640" fmla="*/ 245188 h 469266"/>
              <a:gd name="connsiteX641" fmla="*/ 224579 w 687723"/>
              <a:gd name="connsiteY641" fmla="*/ 252495 h 469266"/>
              <a:gd name="connsiteX642" fmla="*/ 226201 w 687723"/>
              <a:gd name="connsiteY642" fmla="*/ 253307 h 469266"/>
              <a:gd name="connsiteX643" fmla="*/ 224579 w 687723"/>
              <a:gd name="connsiteY643" fmla="*/ 254930 h 469266"/>
              <a:gd name="connsiteX644" fmla="*/ 222956 w 687723"/>
              <a:gd name="connsiteY644" fmla="*/ 254119 h 469266"/>
              <a:gd name="connsiteX645" fmla="*/ 224579 w 687723"/>
              <a:gd name="connsiteY645" fmla="*/ 252495 h 469266"/>
              <a:gd name="connsiteX646" fmla="*/ 204296 w 687723"/>
              <a:gd name="connsiteY646" fmla="*/ 286594 h 469266"/>
              <a:gd name="connsiteX647" fmla="*/ 206730 w 687723"/>
              <a:gd name="connsiteY647" fmla="*/ 279287 h 469266"/>
              <a:gd name="connsiteX648" fmla="*/ 208352 w 687723"/>
              <a:gd name="connsiteY648" fmla="*/ 279287 h 469266"/>
              <a:gd name="connsiteX649" fmla="*/ 204296 w 687723"/>
              <a:gd name="connsiteY649" fmla="*/ 286594 h 469266"/>
              <a:gd name="connsiteX650" fmla="*/ 209975 w 687723"/>
              <a:gd name="connsiteY650" fmla="*/ 275227 h 469266"/>
              <a:gd name="connsiteX651" fmla="*/ 212409 w 687723"/>
              <a:gd name="connsiteY651" fmla="*/ 271168 h 469266"/>
              <a:gd name="connsiteX652" fmla="*/ 213220 w 687723"/>
              <a:gd name="connsiteY652" fmla="*/ 272792 h 469266"/>
              <a:gd name="connsiteX653" fmla="*/ 209975 w 687723"/>
              <a:gd name="connsiteY653" fmla="*/ 275227 h 469266"/>
              <a:gd name="connsiteX654" fmla="*/ 216465 w 687723"/>
              <a:gd name="connsiteY654" fmla="*/ 267109 h 469266"/>
              <a:gd name="connsiteX655" fmla="*/ 215654 w 687723"/>
              <a:gd name="connsiteY655" fmla="*/ 266297 h 469266"/>
              <a:gd name="connsiteX656" fmla="*/ 217277 w 687723"/>
              <a:gd name="connsiteY656" fmla="*/ 264673 h 469266"/>
              <a:gd name="connsiteX657" fmla="*/ 218088 w 687723"/>
              <a:gd name="connsiteY657" fmla="*/ 266297 h 469266"/>
              <a:gd name="connsiteX658" fmla="*/ 216465 w 687723"/>
              <a:gd name="connsiteY658" fmla="*/ 267109 h 469266"/>
              <a:gd name="connsiteX659" fmla="*/ 467973 w 687723"/>
              <a:gd name="connsiteY659" fmla="*/ 282534 h 469266"/>
              <a:gd name="connsiteX660" fmla="*/ 467162 w 687723"/>
              <a:gd name="connsiteY660" fmla="*/ 280911 h 469266"/>
              <a:gd name="connsiteX661" fmla="*/ 468784 w 687723"/>
              <a:gd name="connsiteY661" fmla="*/ 278475 h 469266"/>
              <a:gd name="connsiteX662" fmla="*/ 470407 w 687723"/>
              <a:gd name="connsiteY662" fmla="*/ 278475 h 469266"/>
              <a:gd name="connsiteX663" fmla="*/ 467973 w 687723"/>
              <a:gd name="connsiteY663" fmla="*/ 282534 h 469266"/>
              <a:gd name="connsiteX664" fmla="*/ 502049 w 687723"/>
              <a:gd name="connsiteY664" fmla="*/ 247623 h 469266"/>
              <a:gd name="connsiteX665" fmla="*/ 525576 w 687723"/>
              <a:gd name="connsiteY665" fmla="*/ 241128 h 469266"/>
              <a:gd name="connsiteX666" fmla="*/ 528011 w 687723"/>
              <a:gd name="connsiteY666" fmla="*/ 241128 h 469266"/>
              <a:gd name="connsiteX667" fmla="*/ 524765 w 687723"/>
              <a:gd name="connsiteY667" fmla="*/ 248435 h 469266"/>
              <a:gd name="connsiteX668" fmla="*/ 523954 w 687723"/>
              <a:gd name="connsiteY668" fmla="*/ 249247 h 469266"/>
              <a:gd name="connsiteX669" fmla="*/ 515841 w 687723"/>
              <a:gd name="connsiteY669" fmla="*/ 256554 h 469266"/>
              <a:gd name="connsiteX670" fmla="*/ 494747 w 687723"/>
              <a:gd name="connsiteY670" fmla="*/ 268732 h 469266"/>
              <a:gd name="connsiteX671" fmla="*/ 480954 w 687723"/>
              <a:gd name="connsiteY671" fmla="*/ 276039 h 469266"/>
              <a:gd name="connsiteX672" fmla="*/ 476898 w 687723"/>
              <a:gd name="connsiteY672" fmla="*/ 277663 h 469266"/>
              <a:gd name="connsiteX673" fmla="*/ 474464 w 687723"/>
              <a:gd name="connsiteY673" fmla="*/ 278475 h 469266"/>
              <a:gd name="connsiteX674" fmla="*/ 472841 w 687723"/>
              <a:gd name="connsiteY674" fmla="*/ 276851 h 469266"/>
              <a:gd name="connsiteX675" fmla="*/ 482577 w 687723"/>
              <a:gd name="connsiteY675" fmla="*/ 267109 h 469266"/>
              <a:gd name="connsiteX676" fmla="*/ 464728 w 687723"/>
              <a:gd name="connsiteY676" fmla="*/ 276851 h 469266"/>
              <a:gd name="connsiteX677" fmla="*/ 502049 w 687723"/>
              <a:gd name="connsiteY677" fmla="*/ 247623 h 469266"/>
              <a:gd name="connsiteX678" fmla="*/ 537746 w 687723"/>
              <a:gd name="connsiteY678" fmla="*/ 366158 h 469266"/>
              <a:gd name="connsiteX679" fmla="*/ 536935 w 687723"/>
              <a:gd name="connsiteY679" fmla="*/ 365346 h 469266"/>
              <a:gd name="connsiteX680" fmla="*/ 539369 w 687723"/>
              <a:gd name="connsiteY680" fmla="*/ 364534 h 469266"/>
              <a:gd name="connsiteX681" fmla="*/ 537746 w 687723"/>
              <a:gd name="connsiteY681" fmla="*/ 366158 h 469266"/>
              <a:gd name="connsiteX682" fmla="*/ 541803 w 687723"/>
              <a:gd name="connsiteY682" fmla="*/ 364534 h 469266"/>
              <a:gd name="connsiteX683" fmla="*/ 545048 w 687723"/>
              <a:gd name="connsiteY683" fmla="*/ 360475 h 469266"/>
              <a:gd name="connsiteX684" fmla="*/ 545859 w 687723"/>
              <a:gd name="connsiteY684" fmla="*/ 362099 h 469266"/>
              <a:gd name="connsiteX685" fmla="*/ 541803 w 687723"/>
              <a:gd name="connsiteY685" fmla="*/ 364534 h 469266"/>
              <a:gd name="connsiteX686" fmla="*/ 594538 w 687723"/>
              <a:gd name="connsiteY686" fmla="*/ 339366 h 469266"/>
              <a:gd name="connsiteX687" fmla="*/ 596973 w 687723"/>
              <a:gd name="connsiteY687" fmla="*/ 338554 h 469266"/>
              <a:gd name="connsiteX688" fmla="*/ 594538 w 687723"/>
              <a:gd name="connsiteY688" fmla="*/ 339366 h 469266"/>
              <a:gd name="connsiteX689" fmla="*/ 594538 w 687723"/>
              <a:gd name="connsiteY689" fmla="*/ 339366 h 469266"/>
              <a:gd name="connsiteX690" fmla="*/ 616444 w 687723"/>
              <a:gd name="connsiteY690" fmla="*/ 308514 h 469266"/>
              <a:gd name="connsiteX691" fmla="*/ 622123 w 687723"/>
              <a:gd name="connsiteY691" fmla="*/ 304455 h 469266"/>
              <a:gd name="connsiteX692" fmla="*/ 628614 w 687723"/>
              <a:gd name="connsiteY692" fmla="*/ 301208 h 469266"/>
              <a:gd name="connsiteX693" fmla="*/ 616444 w 687723"/>
              <a:gd name="connsiteY693" fmla="*/ 308514 h 469266"/>
              <a:gd name="connsiteX694" fmla="*/ 645651 w 687723"/>
              <a:gd name="connsiteY694" fmla="*/ 289841 h 469266"/>
              <a:gd name="connsiteX695" fmla="*/ 645651 w 687723"/>
              <a:gd name="connsiteY695" fmla="*/ 289841 h 469266"/>
              <a:gd name="connsiteX696" fmla="*/ 648085 w 687723"/>
              <a:gd name="connsiteY696" fmla="*/ 286594 h 469266"/>
              <a:gd name="connsiteX697" fmla="*/ 645651 w 687723"/>
              <a:gd name="connsiteY697" fmla="*/ 289841 h 46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Lst>
            <a:rect l="l" t="t" r="r" b="b"/>
            <a:pathLst>
              <a:path w="687723" h="469266">
                <a:moveTo>
                  <a:pt x="632670" y="290653"/>
                </a:moveTo>
                <a:cubicBezTo>
                  <a:pt x="628614" y="293089"/>
                  <a:pt x="622934" y="297148"/>
                  <a:pt x="619689" y="298772"/>
                </a:cubicBezTo>
                <a:cubicBezTo>
                  <a:pt x="616444" y="300396"/>
                  <a:pt x="613199" y="302831"/>
                  <a:pt x="613199" y="303643"/>
                </a:cubicBezTo>
                <a:cubicBezTo>
                  <a:pt x="612387" y="305267"/>
                  <a:pt x="605897" y="309326"/>
                  <a:pt x="602651" y="310138"/>
                </a:cubicBezTo>
                <a:cubicBezTo>
                  <a:pt x="601840" y="310138"/>
                  <a:pt x="599406" y="311762"/>
                  <a:pt x="598595" y="312574"/>
                </a:cubicBezTo>
                <a:cubicBezTo>
                  <a:pt x="589671" y="322316"/>
                  <a:pt x="516652" y="353168"/>
                  <a:pt x="497180" y="358851"/>
                </a:cubicBezTo>
                <a:cubicBezTo>
                  <a:pt x="492313" y="360475"/>
                  <a:pt x="474464" y="365346"/>
                  <a:pt x="465539" y="366970"/>
                </a:cubicBezTo>
                <a:cubicBezTo>
                  <a:pt x="461483" y="367782"/>
                  <a:pt x="454992" y="368594"/>
                  <a:pt x="448501" y="368594"/>
                </a:cubicBezTo>
                <a:cubicBezTo>
                  <a:pt x="437143" y="368594"/>
                  <a:pt x="424974" y="366970"/>
                  <a:pt x="420917" y="365346"/>
                </a:cubicBezTo>
                <a:cubicBezTo>
                  <a:pt x="416049" y="362910"/>
                  <a:pt x="412804" y="356415"/>
                  <a:pt x="414426" y="348297"/>
                </a:cubicBezTo>
                <a:cubicBezTo>
                  <a:pt x="416049" y="341802"/>
                  <a:pt x="425785" y="322316"/>
                  <a:pt x="430653" y="315821"/>
                </a:cubicBezTo>
                <a:lnTo>
                  <a:pt x="431464" y="317445"/>
                </a:lnTo>
                <a:cubicBezTo>
                  <a:pt x="440388" y="305267"/>
                  <a:pt x="451747" y="301208"/>
                  <a:pt x="466351" y="298772"/>
                </a:cubicBezTo>
                <a:cubicBezTo>
                  <a:pt x="467973" y="298772"/>
                  <a:pt x="471219" y="297960"/>
                  <a:pt x="473653" y="296336"/>
                </a:cubicBezTo>
                <a:cubicBezTo>
                  <a:pt x="480143" y="292277"/>
                  <a:pt x="508539" y="280911"/>
                  <a:pt x="510162" y="280911"/>
                </a:cubicBezTo>
                <a:cubicBezTo>
                  <a:pt x="510973" y="280911"/>
                  <a:pt x="512596" y="280099"/>
                  <a:pt x="514218" y="279287"/>
                </a:cubicBezTo>
                <a:cubicBezTo>
                  <a:pt x="524765" y="270356"/>
                  <a:pt x="532878" y="264673"/>
                  <a:pt x="534501" y="261425"/>
                </a:cubicBezTo>
                <a:cubicBezTo>
                  <a:pt x="535312" y="259802"/>
                  <a:pt x="536935" y="258178"/>
                  <a:pt x="538558" y="257366"/>
                </a:cubicBezTo>
                <a:cubicBezTo>
                  <a:pt x="540992" y="256554"/>
                  <a:pt x="545048" y="246812"/>
                  <a:pt x="545859" y="243564"/>
                </a:cubicBezTo>
                <a:lnTo>
                  <a:pt x="546671" y="242752"/>
                </a:lnTo>
                <a:cubicBezTo>
                  <a:pt x="550728" y="238693"/>
                  <a:pt x="544237" y="217584"/>
                  <a:pt x="538558" y="214336"/>
                </a:cubicBezTo>
                <a:cubicBezTo>
                  <a:pt x="536124" y="213525"/>
                  <a:pt x="536124" y="212713"/>
                  <a:pt x="538558" y="210277"/>
                </a:cubicBezTo>
                <a:cubicBezTo>
                  <a:pt x="540992" y="207841"/>
                  <a:pt x="540992" y="208653"/>
                  <a:pt x="538558" y="209465"/>
                </a:cubicBezTo>
                <a:cubicBezTo>
                  <a:pt x="536124" y="210277"/>
                  <a:pt x="534501" y="209465"/>
                  <a:pt x="529633" y="207029"/>
                </a:cubicBezTo>
                <a:cubicBezTo>
                  <a:pt x="523954" y="204594"/>
                  <a:pt x="519898" y="203782"/>
                  <a:pt x="510973" y="202970"/>
                </a:cubicBezTo>
                <a:lnTo>
                  <a:pt x="499615" y="202970"/>
                </a:lnTo>
                <a:lnTo>
                  <a:pt x="489067" y="209465"/>
                </a:lnTo>
                <a:cubicBezTo>
                  <a:pt x="480954" y="214336"/>
                  <a:pt x="440388" y="248435"/>
                  <a:pt x="439577" y="252495"/>
                </a:cubicBezTo>
                <a:cubicBezTo>
                  <a:pt x="439577" y="252495"/>
                  <a:pt x="436332" y="255742"/>
                  <a:pt x="432275" y="258990"/>
                </a:cubicBezTo>
                <a:cubicBezTo>
                  <a:pt x="427407" y="263049"/>
                  <a:pt x="417672" y="275227"/>
                  <a:pt x="414426" y="280911"/>
                </a:cubicBezTo>
                <a:cubicBezTo>
                  <a:pt x="411993" y="284970"/>
                  <a:pt x="409558" y="289029"/>
                  <a:pt x="407936" y="293089"/>
                </a:cubicBezTo>
                <a:cubicBezTo>
                  <a:pt x="406313" y="293901"/>
                  <a:pt x="405502" y="294713"/>
                  <a:pt x="404691" y="295524"/>
                </a:cubicBezTo>
                <a:cubicBezTo>
                  <a:pt x="394955" y="302019"/>
                  <a:pt x="382785" y="310950"/>
                  <a:pt x="376295" y="315010"/>
                </a:cubicBezTo>
                <a:cubicBezTo>
                  <a:pt x="371427" y="319069"/>
                  <a:pt x="352766" y="328811"/>
                  <a:pt x="350333" y="328811"/>
                </a:cubicBezTo>
                <a:cubicBezTo>
                  <a:pt x="349521" y="328811"/>
                  <a:pt x="347899" y="329623"/>
                  <a:pt x="347899" y="329623"/>
                </a:cubicBezTo>
                <a:cubicBezTo>
                  <a:pt x="347899" y="331247"/>
                  <a:pt x="331672" y="336930"/>
                  <a:pt x="323559" y="336930"/>
                </a:cubicBezTo>
                <a:cubicBezTo>
                  <a:pt x="320314" y="336930"/>
                  <a:pt x="315446" y="336930"/>
                  <a:pt x="313823" y="336118"/>
                </a:cubicBezTo>
                <a:cubicBezTo>
                  <a:pt x="311389" y="335307"/>
                  <a:pt x="311389" y="333683"/>
                  <a:pt x="311389" y="324752"/>
                </a:cubicBezTo>
                <a:cubicBezTo>
                  <a:pt x="311389" y="319881"/>
                  <a:pt x="313012" y="314198"/>
                  <a:pt x="313823" y="312574"/>
                </a:cubicBezTo>
                <a:cubicBezTo>
                  <a:pt x="314635" y="310950"/>
                  <a:pt x="316257" y="307703"/>
                  <a:pt x="316257" y="306079"/>
                </a:cubicBezTo>
                <a:cubicBezTo>
                  <a:pt x="316257" y="304455"/>
                  <a:pt x="318691" y="299584"/>
                  <a:pt x="320314" y="294713"/>
                </a:cubicBezTo>
                <a:cubicBezTo>
                  <a:pt x="321936" y="289841"/>
                  <a:pt x="323559" y="282534"/>
                  <a:pt x="324370" y="276851"/>
                </a:cubicBezTo>
                <a:cubicBezTo>
                  <a:pt x="325182" y="267920"/>
                  <a:pt x="325182" y="267109"/>
                  <a:pt x="321936" y="262237"/>
                </a:cubicBezTo>
                <a:cubicBezTo>
                  <a:pt x="319503" y="259802"/>
                  <a:pt x="317069" y="257366"/>
                  <a:pt x="315446" y="256554"/>
                </a:cubicBezTo>
                <a:cubicBezTo>
                  <a:pt x="313823" y="255742"/>
                  <a:pt x="312201" y="254930"/>
                  <a:pt x="310578" y="253307"/>
                </a:cubicBezTo>
                <a:cubicBezTo>
                  <a:pt x="306522" y="249247"/>
                  <a:pt x="297597" y="248435"/>
                  <a:pt x="291107" y="250871"/>
                </a:cubicBezTo>
                <a:cubicBezTo>
                  <a:pt x="277314" y="255742"/>
                  <a:pt x="255409" y="270356"/>
                  <a:pt x="235126" y="288217"/>
                </a:cubicBezTo>
                <a:cubicBezTo>
                  <a:pt x="222145" y="299584"/>
                  <a:pt x="221333" y="299584"/>
                  <a:pt x="221333" y="297960"/>
                </a:cubicBezTo>
                <a:cubicBezTo>
                  <a:pt x="221333" y="297148"/>
                  <a:pt x="223767" y="292277"/>
                  <a:pt x="227012" y="288217"/>
                </a:cubicBezTo>
                <a:cubicBezTo>
                  <a:pt x="230258" y="284158"/>
                  <a:pt x="231880" y="280099"/>
                  <a:pt x="231880" y="279287"/>
                </a:cubicBezTo>
                <a:cubicBezTo>
                  <a:pt x="231880" y="279287"/>
                  <a:pt x="231880" y="278475"/>
                  <a:pt x="232692" y="277663"/>
                </a:cubicBezTo>
                <a:cubicBezTo>
                  <a:pt x="234315" y="276851"/>
                  <a:pt x="247295" y="258178"/>
                  <a:pt x="247295" y="256554"/>
                </a:cubicBezTo>
                <a:cubicBezTo>
                  <a:pt x="247295" y="255742"/>
                  <a:pt x="248918" y="254119"/>
                  <a:pt x="250541" y="251683"/>
                </a:cubicBezTo>
                <a:cubicBezTo>
                  <a:pt x="253786" y="248435"/>
                  <a:pt x="260276" y="237881"/>
                  <a:pt x="258654" y="237881"/>
                </a:cubicBezTo>
                <a:cubicBezTo>
                  <a:pt x="258654" y="237881"/>
                  <a:pt x="259465" y="235445"/>
                  <a:pt x="262711" y="233010"/>
                </a:cubicBezTo>
                <a:cubicBezTo>
                  <a:pt x="265956" y="230574"/>
                  <a:pt x="267578" y="228138"/>
                  <a:pt x="267578" y="226515"/>
                </a:cubicBezTo>
                <a:cubicBezTo>
                  <a:pt x="267578" y="224891"/>
                  <a:pt x="270012" y="220831"/>
                  <a:pt x="274069" y="216772"/>
                </a:cubicBezTo>
                <a:cubicBezTo>
                  <a:pt x="277314" y="213525"/>
                  <a:pt x="280559" y="209465"/>
                  <a:pt x="280559" y="208653"/>
                </a:cubicBezTo>
                <a:cubicBezTo>
                  <a:pt x="280559" y="207841"/>
                  <a:pt x="282182" y="207029"/>
                  <a:pt x="282182" y="206218"/>
                </a:cubicBezTo>
                <a:cubicBezTo>
                  <a:pt x="282993" y="205406"/>
                  <a:pt x="284616" y="202970"/>
                  <a:pt x="286239" y="201346"/>
                </a:cubicBezTo>
                <a:cubicBezTo>
                  <a:pt x="287861" y="198911"/>
                  <a:pt x="290295" y="195663"/>
                  <a:pt x="291918" y="194039"/>
                </a:cubicBezTo>
                <a:cubicBezTo>
                  <a:pt x="293540" y="192416"/>
                  <a:pt x="294352" y="189980"/>
                  <a:pt x="294352" y="189168"/>
                </a:cubicBezTo>
                <a:cubicBezTo>
                  <a:pt x="294352" y="188356"/>
                  <a:pt x="296786" y="185109"/>
                  <a:pt x="299220" y="181861"/>
                </a:cubicBezTo>
                <a:cubicBezTo>
                  <a:pt x="301654" y="178614"/>
                  <a:pt x="305710" y="173742"/>
                  <a:pt x="308144" y="169683"/>
                </a:cubicBezTo>
                <a:cubicBezTo>
                  <a:pt x="313012" y="159129"/>
                  <a:pt x="330050" y="138832"/>
                  <a:pt x="337351" y="129901"/>
                </a:cubicBezTo>
                <a:cubicBezTo>
                  <a:pt x="338974" y="127465"/>
                  <a:pt x="341408" y="124218"/>
                  <a:pt x="343031" y="122594"/>
                </a:cubicBezTo>
                <a:cubicBezTo>
                  <a:pt x="344653" y="120158"/>
                  <a:pt x="347899" y="116099"/>
                  <a:pt x="350333" y="112039"/>
                </a:cubicBezTo>
                <a:cubicBezTo>
                  <a:pt x="352766" y="107980"/>
                  <a:pt x="356823" y="103921"/>
                  <a:pt x="358446" y="101485"/>
                </a:cubicBezTo>
                <a:cubicBezTo>
                  <a:pt x="360068" y="99049"/>
                  <a:pt x="362502" y="96614"/>
                  <a:pt x="364125" y="94178"/>
                </a:cubicBezTo>
                <a:cubicBezTo>
                  <a:pt x="367370" y="90119"/>
                  <a:pt x="370615" y="82000"/>
                  <a:pt x="370615" y="77941"/>
                </a:cubicBezTo>
                <a:cubicBezTo>
                  <a:pt x="370615" y="66574"/>
                  <a:pt x="352766" y="58455"/>
                  <a:pt x="342219" y="58455"/>
                </a:cubicBezTo>
                <a:cubicBezTo>
                  <a:pt x="337351" y="58455"/>
                  <a:pt x="333295" y="60891"/>
                  <a:pt x="330861" y="65762"/>
                </a:cubicBezTo>
                <a:cubicBezTo>
                  <a:pt x="329238" y="68198"/>
                  <a:pt x="327616" y="70634"/>
                  <a:pt x="326804" y="70634"/>
                </a:cubicBezTo>
                <a:cubicBezTo>
                  <a:pt x="325993" y="70634"/>
                  <a:pt x="321936" y="76317"/>
                  <a:pt x="317880" y="82812"/>
                </a:cubicBezTo>
                <a:cubicBezTo>
                  <a:pt x="308144" y="99049"/>
                  <a:pt x="300842" y="107168"/>
                  <a:pt x="299220" y="108792"/>
                </a:cubicBezTo>
                <a:cubicBezTo>
                  <a:pt x="298408" y="109604"/>
                  <a:pt x="297597" y="110416"/>
                  <a:pt x="297597" y="111228"/>
                </a:cubicBezTo>
                <a:cubicBezTo>
                  <a:pt x="297597" y="112851"/>
                  <a:pt x="296786" y="114475"/>
                  <a:pt x="296786" y="115287"/>
                </a:cubicBezTo>
                <a:cubicBezTo>
                  <a:pt x="286239" y="113663"/>
                  <a:pt x="256220" y="113663"/>
                  <a:pt x="229447" y="114475"/>
                </a:cubicBezTo>
                <a:cubicBezTo>
                  <a:pt x="216465" y="115287"/>
                  <a:pt x="211598" y="114475"/>
                  <a:pt x="211598" y="113663"/>
                </a:cubicBezTo>
                <a:cubicBezTo>
                  <a:pt x="211598" y="112851"/>
                  <a:pt x="211598" y="112039"/>
                  <a:pt x="212409" y="112039"/>
                </a:cubicBezTo>
                <a:cubicBezTo>
                  <a:pt x="213220" y="112039"/>
                  <a:pt x="214843" y="108792"/>
                  <a:pt x="217277" y="105544"/>
                </a:cubicBezTo>
                <a:cubicBezTo>
                  <a:pt x="219711" y="102297"/>
                  <a:pt x="222145" y="99049"/>
                  <a:pt x="222956" y="99049"/>
                </a:cubicBezTo>
                <a:cubicBezTo>
                  <a:pt x="224579" y="99049"/>
                  <a:pt x="237560" y="83624"/>
                  <a:pt x="239994" y="78752"/>
                </a:cubicBezTo>
                <a:cubicBezTo>
                  <a:pt x="240805" y="76317"/>
                  <a:pt x="248107" y="68198"/>
                  <a:pt x="257843" y="59267"/>
                </a:cubicBezTo>
                <a:cubicBezTo>
                  <a:pt x="266767" y="50337"/>
                  <a:pt x="274880" y="42218"/>
                  <a:pt x="275691" y="39782"/>
                </a:cubicBezTo>
                <a:cubicBezTo>
                  <a:pt x="276503" y="37347"/>
                  <a:pt x="279748" y="33287"/>
                  <a:pt x="281371" y="30851"/>
                </a:cubicBezTo>
                <a:cubicBezTo>
                  <a:pt x="282993" y="28416"/>
                  <a:pt x="284616" y="25168"/>
                  <a:pt x="283805" y="24356"/>
                </a:cubicBezTo>
                <a:cubicBezTo>
                  <a:pt x="282993" y="23545"/>
                  <a:pt x="282993" y="20297"/>
                  <a:pt x="282993" y="17861"/>
                </a:cubicBezTo>
                <a:cubicBezTo>
                  <a:pt x="282993" y="10554"/>
                  <a:pt x="278937" y="5683"/>
                  <a:pt x="269201" y="2436"/>
                </a:cubicBezTo>
                <a:cubicBezTo>
                  <a:pt x="264333" y="812"/>
                  <a:pt x="261899" y="0"/>
                  <a:pt x="259465" y="0"/>
                </a:cubicBezTo>
                <a:cubicBezTo>
                  <a:pt x="248107" y="0"/>
                  <a:pt x="231880" y="21109"/>
                  <a:pt x="225390" y="28416"/>
                </a:cubicBezTo>
                <a:cubicBezTo>
                  <a:pt x="222145" y="32475"/>
                  <a:pt x="205918" y="50337"/>
                  <a:pt x="202673" y="55208"/>
                </a:cubicBezTo>
                <a:cubicBezTo>
                  <a:pt x="201862" y="56020"/>
                  <a:pt x="200239" y="58455"/>
                  <a:pt x="198616" y="60891"/>
                </a:cubicBezTo>
                <a:cubicBezTo>
                  <a:pt x="197805" y="62515"/>
                  <a:pt x="194560" y="66574"/>
                  <a:pt x="192126" y="69010"/>
                </a:cubicBezTo>
                <a:cubicBezTo>
                  <a:pt x="188069" y="73881"/>
                  <a:pt x="166164" y="104733"/>
                  <a:pt x="166164" y="104733"/>
                </a:cubicBezTo>
                <a:cubicBezTo>
                  <a:pt x="166164" y="105544"/>
                  <a:pt x="167787" y="104733"/>
                  <a:pt x="168598" y="104733"/>
                </a:cubicBezTo>
                <a:cubicBezTo>
                  <a:pt x="170220" y="104733"/>
                  <a:pt x="171032" y="104733"/>
                  <a:pt x="171032" y="105544"/>
                </a:cubicBezTo>
                <a:cubicBezTo>
                  <a:pt x="171032" y="107168"/>
                  <a:pt x="166975" y="107980"/>
                  <a:pt x="163730" y="107168"/>
                </a:cubicBezTo>
                <a:cubicBezTo>
                  <a:pt x="163730" y="107168"/>
                  <a:pt x="162919" y="107168"/>
                  <a:pt x="162919" y="107980"/>
                </a:cubicBezTo>
                <a:cubicBezTo>
                  <a:pt x="162919" y="108792"/>
                  <a:pt x="161296" y="111228"/>
                  <a:pt x="159673" y="112851"/>
                </a:cubicBezTo>
                <a:cubicBezTo>
                  <a:pt x="157240" y="115287"/>
                  <a:pt x="154805" y="117723"/>
                  <a:pt x="153994" y="119346"/>
                </a:cubicBezTo>
                <a:cubicBezTo>
                  <a:pt x="153183" y="120970"/>
                  <a:pt x="149938" y="122594"/>
                  <a:pt x="147504" y="123406"/>
                </a:cubicBezTo>
                <a:cubicBezTo>
                  <a:pt x="101259" y="132337"/>
                  <a:pt x="94768" y="133960"/>
                  <a:pt x="67184" y="141267"/>
                </a:cubicBezTo>
                <a:cubicBezTo>
                  <a:pt x="56636" y="143703"/>
                  <a:pt x="46901" y="146138"/>
                  <a:pt x="45278" y="145327"/>
                </a:cubicBezTo>
                <a:cubicBezTo>
                  <a:pt x="42844" y="144515"/>
                  <a:pt x="42033" y="145327"/>
                  <a:pt x="41221" y="147762"/>
                </a:cubicBezTo>
                <a:cubicBezTo>
                  <a:pt x="37976" y="157505"/>
                  <a:pt x="49335" y="167247"/>
                  <a:pt x="63127" y="168059"/>
                </a:cubicBezTo>
                <a:cubicBezTo>
                  <a:pt x="70429" y="168871"/>
                  <a:pt x="83410" y="168059"/>
                  <a:pt x="85032" y="165624"/>
                </a:cubicBezTo>
                <a:cubicBezTo>
                  <a:pt x="85844" y="164812"/>
                  <a:pt x="103693" y="160752"/>
                  <a:pt x="105315" y="159940"/>
                </a:cubicBezTo>
                <a:cubicBezTo>
                  <a:pt x="109372" y="159129"/>
                  <a:pt x="114240" y="157505"/>
                  <a:pt x="115862" y="157505"/>
                </a:cubicBezTo>
                <a:cubicBezTo>
                  <a:pt x="117485" y="157505"/>
                  <a:pt x="119919" y="156693"/>
                  <a:pt x="121542" y="155881"/>
                </a:cubicBezTo>
                <a:cubicBezTo>
                  <a:pt x="123164" y="155881"/>
                  <a:pt x="123976" y="155069"/>
                  <a:pt x="123976" y="155881"/>
                </a:cubicBezTo>
                <a:cubicBezTo>
                  <a:pt x="123976" y="157505"/>
                  <a:pt x="116674" y="172119"/>
                  <a:pt x="115862" y="171307"/>
                </a:cubicBezTo>
                <a:cubicBezTo>
                  <a:pt x="115051" y="171307"/>
                  <a:pt x="102070" y="188356"/>
                  <a:pt x="102070" y="189168"/>
                </a:cubicBezTo>
                <a:cubicBezTo>
                  <a:pt x="102070" y="189980"/>
                  <a:pt x="90712" y="207841"/>
                  <a:pt x="89089" y="209465"/>
                </a:cubicBezTo>
                <a:cubicBezTo>
                  <a:pt x="87466" y="211089"/>
                  <a:pt x="82598" y="218396"/>
                  <a:pt x="82598" y="220020"/>
                </a:cubicBezTo>
                <a:cubicBezTo>
                  <a:pt x="82598" y="220831"/>
                  <a:pt x="80976" y="223267"/>
                  <a:pt x="78542" y="225703"/>
                </a:cubicBezTo>
                <a:cubicBezTo>
                  <a:pt x="75297" y="228950"/>
                  <a:pt x="74485" y="230574"/>
                  <a:pt x="75297" y="231386"/>
                </a:cubicBezTo>
                <a:cubicBezTo>
                  <a:pt x="76108" y="232198"/>
                  <a:pt x="75297" y="232198"/>
                  <a:pt x="73674" y="234633"/>
                </a:cubicBezTo>
                <a:cubicBezTo>
                  <a:pt x="72051" y="237069"/>
                  <a:pt x="66372" y="244376"/>
                  <a:pt x="61504" y="252495"/>
                </a:cubicBezTo>
                <a:cubicBezTo>
                  <a:pt x="56636" y="260614"/>
                  <a:pt x="50957" y="269544"/>
                  <a:pt x="49335" y="271168"/>
                </a:cubicBezTo>
                <a:cubicBezTo>
                  <a:pt x="43655" y="278475"/>
                  <a:pt x="24184" y="316633"/>
                  <a:pt x="19316" y="328811"/>
                </a:cubicBezTo>
                <a:cubicBezTo>
                  <a:pt x="-5023" y="388891"/>
                  <a:pt x="-6646" y="427049"/>
                  <a:pt x="16071" y="454653"/>
                </a:cubicBezTo>
                <a:cubicBezTo>
                  <a:pt x="22561" y="462772"/>
                  <a:pt x="35542" y="469267"/>
                  <a:pt x="45278" y="469267"/>
                </a:cubicBezTo>
                <a:cubicBezTo>
                  <a:pt x="55014" y="469267"/>
                  <a:pt x="55825" y="467643"/>
                  <a:pt x="46089" y="464395"/>
                </a:cubicBezTo>
                <a:cubicBezTo>
                  <a:pt x="36353" y="461148"/>
                  <a:pt x="33920" y="458712"/>
                  <a:pt x="29863" y="445722"/>
                </a:cubicBezTo>
                <a:cubicBezTo>
                  <a:pt x="26618" y="435980"/>
                  <a:pt x="25806" y="428673"/>
                  <a:pt x="29052" y="426237"/>
                </a:cubicBezTo>
                <a:cubicBezTo>
                  <a:pt x="30674" y="424613"/>
                  <a:pt x="29863" y="424613"/>
                  <a:pt x="29052" y="424613"/>
                </a:cubicBezTo>
                <a:cubicBezTo>
                  <a:pt x="28240" y="424613"/>
                  <a:pt x="27429" y="422990"/>
                  <a:pt x="27429" y="419742"/>
                </a:cubicBezTo>
                <a:cubicBezTo>
                  <a:pt x="27429" y="416495"/>
                  <a:pt x="28240" y="414871"/>
                  <a:pt x="28240" y="414871"/>
                </a:cubicBezTo>
                <a:cubicBezTo>
                  <a:pt x="29052" y="414871"/>
                  <a:pt x="31486" y="409188"/>
                  <a:pt x="32297" y="405940"/>
                </a:cubicBezTo>
                <a:cubicBezTo>
                  <a:pt x="32297" y="401069"/>
                  <a:pt x="37165" y="379960"/>
                  <a:pt x="42033" y="377524"/>
                </a:cubicBezTo>
                <a:cubicBezTo>
                  <a:pt x="44467" y="375901"/>
                  <a:pt x="44467" y="375089"/>
                  <a:pt x="42844" y="371841"/>
                </a:cubicBezTo>
                <a:cubicBezTo>
                  <a:pt x="41221" y="368594"/>
                  <a:pt x="42033" y="367782"/>
                  <a:pt x="43655" y="365346"/>
                </a:cubicBezTo>
                <a:cubicBezTo>
                  <a:pt x="45278" y="363722"/>
                  <a:pt x="46089" y="361287"/>
                  <a:pt x="46089" y="361287"/>
                </a:cubicBezTo>
                <a:cubicBezTo>
                  <a:pt x="46089" y="360475"/>
                  <a:pt x="46089" y="358851"/>
                  <a:pt x="46901" y="358039"/>
                </a:cubicBezTo>
                <a:cubicBezTo>
                  <a:pt x="47712" y="357227"/>
                  <a:pt x="46901" y="355604"/>
                  <a:pt x="46089" y="355604"/>
                </a:cubicBezTo>
                <a:cubicBezTo>
                  <a:pt x="44467" y="355604"/>
                  <a:pt x="44467" y="356415"/>
                  <a:pt x="45278" y="358039"/>
                </a:cubicBezTo>
                <a:cubicBezTo>
                  <a:pt x="46089" y="359663"/>
                  <a:pt x="45278" y="360475"/>
                  <a:pt x="43655" y="359663"/>
                </a:cubicBezTo>
                <a:cubicBezTo>
                  <a:pt x="42844" y="358851"/>
                  <a:pt x="41221" y="359663"/>
                  <a:pt x="41221" y="362099"/>
                </a:cubicBezTo>
                <a:cubicBezTo>
                  <a:pt x="40410" y="363722"/>
                  <a:pt x="40410" y="364534"/>
                  <a:pt x="39599" y="364534"/>
                </a:cubicBezTo>
                <a:cubicBezTo>
                  <a:pt x="39599" y="364534"/>
                  <a:pt x="40410" y="360475"/>
                  <a:pt x="42033" y="357227"/>
                </a:cubicBezTo>
                <a:cubicBezTo>
                  <a:pt x="44467" y="351544"/>
                  <a:pt x="45278" y="350732"/>
                  <a:pt x="46901" y="351544"/>
                </a:cubicBezTo>
                <a:cubicBezTo>
                  <a:pt x="47712" y="352356"/>
                  <a:pt x="48523" y="353980"/>
                  <a:pt x="47712" y="353980"/>
                </a:cubicBezTo>
                <a:cubicBezTo>
                  <a:pt x="47712" y="354792"/>
                  <a:pt x="47712" y="354792"/>
                  <a:pt x="48523" y="354792"/>
                </a:cubicBezTo>
                <a:cubicBezTo>
                  <a:pt x="49335" y="354792"/>
                  <a:pt x="49335" y="353980"/>
                  <a:pt x="49335" y="353980"/>
                </a:cubicBezTo>
                <a:cubicBezTo>
                  <a:pt x="49335" y="353168"/>
                  <a:pt x="50146" y="353168"/>
                  <a:pt x="50146" y="353168"/>
                </a:cubicBezTo>
                <a:cubicBezTo>
                  <a:pt x="51769" y="353980"/>
                  <a:pt x="55014" y="349920"/>
                  <a:pt x="58259" y="343425"/>
                </a:cubicBezTo>
                <a:cubicBezTo>
                  <a:pt x="59070" y="341802"/>
                  <a:pt x="59070" y="339366"/>
                  <a:pt x="59070" y="336930"/>
                </a:cubicBezTo>
                <a:cubicBezTo>
                  <a:pt x="59070" y="334495"/>
                  <a:pt x="59070" y="334495"/>
                  <a:pt x="59070" y="334495"/>
                </a:cubicBezTo>
                <a:cubicBezTo>
                  <a:pt x="60693" y="336118"/>
                  <a:pt x="65561" y="329623"/>
                  <a:pt x="70429" y="318257"/>
                </a:cubicBezTo>
                <a:cubicBezTo>
                  <a:pt x="73674" y="310950"/>
                  <a:pt x="73674" y="310138"/>
                  <a:pt x="72051" y="308514"/>
                </a:cubicBezTo>
                <a:cubicBezTo>
                  <a:pt x="70429" y="306891"/>
                  <a:pt x="70429" y="307703"/>
                  <a:pt x="72051" y="307703"/>
                </a:cubicBezTo>
                <a:cubicBezTo>
                  <a:pt x="74485" y="307703"/>
                  <a:pt x="85032" y="291465"/>
                  <a:pt x="102070" y="263861"/>
                </a:cubicBezTo>
                <a:cubicBezTo>
                  <a:pt x="107749" y="254930"/>
                  <a:pt x="110183" y="250871"/>
                  <a:pt x="111806" y="249247"/>
                </a:cubicBezTo>
                <a:cubicBezTo>
                  <a:pt x="112617" y="247623"/>
                  <a:pt x="122353" y="230574"/>
                  <a:pt x="123164" y="230574"/>
                </a:cubicBezTo>
                <a:cubicBezTo>
                  <a:pt x="124787" y="229762"/>
                  <a:pt x="136145" y="213525"/>
                  <a:pt x="136145" y="211901"/>
                </a:cubicBezTo>
                <a:cubicBezTo>
                  <a:pt x="136145" y="211089"/>
                  <a:pt x="140202" y="205406"/>
                  <a:pt x="145070" y="199723"/>
                </a:cubicBezTo>
                <a:cubicBezTo>
                  <a:pt x="149938" y="194039"/>
                  <a:pt x="153994" y="188356"/>
                  <a:pt x="153994" y="187544"/>
                </a:cubicBezTo>
                <a:cubicBezTo>
                  <a:pt x="153994" y="186732"/>
                  <a:pt x="154805" y="185921"/>
                  <a:pt x="155617" y="185109"/>
                </a:cubicBezTo>
                <a:cubicBezTo>
                  <a:pt x="162919" y="177802"/>
                  <a:pt x="164541" y="173742"/>
                  <a:pt x="171032" y="164000"/>
                </a:cubicBezTo>
                <a:cubicBezTo>
                  <a:pt x="175088" y="157505"/>
                  <a:pt x="179956" y="151010"/>
                  <a:pt x="182390" y="147762"/>
                </a:cubicBezTo>
                <a:cubicBezTo>
                  <a:pt x="184824" y="145327"/>
                  <a:pt x="186447" y="142079"/>
                  <a:pt x="187258" y="140455"/>
                </a:cubicBezTo>
                <a:cubicBezTo>
                  <a:pt x="188069" y="138832"/>
                  <a:pt x="189692" y="138020"/>
                  <a:pt x="191315" y="137208"/>
                </a:cubicBezTo>
                <a:cubicBezTo>
                  <a:pt x="192937" y="136396"/>
                  <a:pt x="193749" y="135584"/>
                  <a:pt x="193749" y="134772"/>
                </a:cubicBezTo>
                <a:cubicBezTo>
                  <a:pt x="193749" y="133148"/>
                  <a:pt x="201862" y="130713"/>
                  <a:pt x="208352" y="130713"/>
                </a:cubicBezTo>
                <a:cubicBezTo>
                  <a:pt x="209164" y="130713"/>
                  <a:pt x="211598" y="130713"/>
                  <a:pt x="211598" y="129901"/>
                </a:cubicBezTo>
                <a:cubicBezTo>
                  <a:pt x="212409" y="129089"/>
                  <a:pt x="214843" y="129089"/>
                  <a:pt x="217277" y="129089"/>
                </a:cubicBezTo>
                <a:cubicBezTo>
                  <a:pt x="219711" y="129089"/>
                  <a:pt x="221333" y="129089"/>
                  <a:pt x="221333" y="128277"/>
                </a:cubicBezTo>
                <a:cubicBezTo>
                  <a:pt x="221333" y="127465"/>
                  <a:pt x="231880" y="124218"/>
                  <a:pt x="239182" y="123406"/>
                </a:cubicBezTo>
                <a:cubicBezTo>
                  <a:pt x="257843" y="120970"/>
                  <a:pt x="275691" y="120158"/>
                  <a:pt x="289484" y="120158"/>
                </a:cubicBezTo>
                <a:cubicBezTo>
                  <a:pt x="288673" y="122594"/>
                  <a:pt x="287050" y="124218"/>
                  <a:pt x="286239" y="125841"/>
                </a:cubicBezTo>
                <a:cubicBezTo>
                  <a:pt x="284616" y="127465"/>
                  <a:pt x="283805" y="129089"/>
                  <a:pt x="283805" y="129901"/>
                </a:cubicBezTo>
                <a:cubicBezTo>
                  <a:pt x="283805" y="130713"/>
                  <a:pt x="282993" y="131525"/>
                  <a:pt x="282182" y="131525"/>
                </a:cubicBezTo>
                <a:cubicBezTo>
                  <a:pt x="281371" y="131525"/>
                  <a:pt x="280559" y="132337"/>
                  <a:pt x="280559" y="133960"/>
                </a:cubicBezTo>
                <a:cubicBezTo>
                  <a:pt x="280559" y="135584"/>
                  <a:pt x="278937" y="136396"/>
                  <a:pt x="278126" y="137208"/>
                </a:cubicBezTo>
                <a:cubicBezTo>
                  <a:pt x="276503" y="138832"/>
                  <a:pt x="275691" y="139643"/>
                  <a:pt x="275691" y="139643"/>
                </a:cubicBezTo>
                <a:cubicBezTo>
                  <a:pt x="276503" y="140455"/>
                  <a:pt x="274880" y="141267"/>
                  <a:pt x="273258" y="142079"/>
                </a:cubicBezTo>
                <a:cubicBezTo>
                  <a:pt x="271635" y="142891"/>
                  <a:pt x="270824" y="144515"/>
                  <a:pt x="270824" y="146138"/>
                </a:cubicBezTo>
                <a:cubicBezTo>
                  <a:pt x="270824" y="146950"/>
                  <a:pt x="270824" y="148574"/>
                  <a:pt x="269201" y="149386"/>
                </a:cubicBezTo>
                <a:cubicBezTo>
                  <a:pt x="268390" y="150198"/>
                  <a:pt x="266767" y="151822"/>
                  <a:pt x="266767" y="152634"/>
                </a:cubicBezTo>
                <a:cubicBezTo>
                  <a:pt x="266767" y="153445"/>
                  <a:pt x="264333" y="157505"/>
                  <a:pt x="261088" y="160752"/>
                </a:cubicBezTo>
                <a:cubicBezTo>
                  <a:pt x="257031" y="164000"/>
                  <a:pt x="255409" y="167247"/>
                  <a:pt x="255409" y="168059"/>
                </a:cubicBezTo>
                <a:cubicBezTo>
                  <a:pt x="257031" y="169683"/>
                  <a:pt x="252163" y="174554"/>
                  <a:pt x="249729" y="175366"/>
                </a:cubicBezTo>
                <a:cubicBezTo>
                  <a:pt x="248107" y="175366"/>
                  <a:pt x="247295" y="176990"/>
                  <a:pt x="247295" y="178614"/>
                </a:cubicBezTo>
                <a:cubicBezTo>
                  <a:pt x="247295" y="180237"/>
                  <a:pt x="247295" y="181049"/>
                  <a:pt x="245673" y="181049"/>
                </a:cubicBezTo>
                <a:cubicBezTo>
                  <a:pt x="244050" y="181049"/>
                  <a:pt x="244050" y="181049"/>
                  <a:pt x="244050" y="182673"/>
                </a:cubicBezTo>
                <a:cubicBezTo>
                  <a:pt x="244862" y="185109"/>
                  <a:pt x="237560" y="196475"/>
                  <a:pt x="235937" y="195663"/>
                </a:cubicBezTo>
                <a:cubicBezTo>
                  <a:pt x="235937" y="195663"/>
                  <a:pt x="235126" y="196475"/>
                  <a:pt x="234315" y="198099"/>
                </a:cubicBezTo>
                <a:cubicBezTo>
                  <a:pt x="234315" y="199723"/>
                  <a:pt x="231069" y="204594"/>
                  <a:pt x="227824" y="209465"/>
                </a:cubicBezTo>
                <a:cubicBezTo>
                  <a:pt x="224579" y="214336"/>
                  <a:pt x="221333" y="219208"/>
                  <a:pt x="221333" y="219208"/>
                </a:cubicBezTo>
                <a:cubicBezTo>
                  <a:pt x="221333" y="220020"/>
                  <a:pt x="219711" y="221643"/>
                  <a:pt x="217277" y="223267"/>
                </a:cubicBezTo>
                <a:cubicBezTo>
                  <a:pt x="214843" y="225703"/>
                  <a:pt x="213220" y="227326"/>
                  <a:pt x="214032" y="228138"/>
                </a:cubicBezTo>
                <a:cubicBezTo>
                  <a:pt x="214032" y="228950"/>
                  <a:pt x="214032" y="228950"/>
                  <a:pt x="212409" y="229762"/>
                </a:cubicBezTo>
                <a:cubicBezTo>
                  <a:pt x="210786" y="230574"/>
                  <a:pt x="210786" y="231386"/>
                  <a:pt x="210786" y="232198"/>
                </a:cubicBezTo>
                <a:cubicBezTo>
                  <a:pt x="211598" y="233010"/>
                  <a:pt x="209975" y="235445"/>
                  <a:pt x="207541" y="237881"/>
                </a:cubicBezTo>
                <a:cubicBezTo>
                  <a:pt x="205107" y="240317"/>
                  <a:pt x="203484" y="242752"/>
                  <a:pt x="203484" y="244376"/>
                </a:cubicBezTo>
                <a:cubicBezTo>
                  <a:pt x="203484" y="245188"/>
                  <a:pt x="202673" y="246812"/>
                  <a:pt x="201862" y="246812"/>
                </a:cubicBezTo>
                <a:cubicBezTo>
                  <a:pt x="201051" y="246812"/>
                  <a:pt x="200239" y="247623"/>
                  <a:pt x="201051" y="247623"/>
                </a:cubicBezTo>
                <a:cubicBezTo>
                  <a:pt x="201862" y="247623"/>
                  <a:pt x="201051" y="250059"/>
                  <a:pt x="199428" y="252495"/>
                </a:cubicBezTo>
                <a:cubicBezTo>
                  <a:pt x="197805" y="254119"/>
                  <a:pt x="197805" y="256554"/>
                  <a:pt x="197805" y="257366"/>
                </a:cubicBezTo>
                <a:cubicBezTo>
                  <a:pt x="197805" y="258178"/>
                  <a:pt x="197805" y="258178"/>
                  <a:pt x="196994" y="258178"/>
                </a:cubicBezTo>
                <a:cubicBezTo>
                  <a:pt x="196183" y="258178"/>
                  <a:pt x="194560" y="258178"/>
                  <a:pt x="193749" y="258178"/>
                </a:cubicBezTo>
                <a:cubicBezTo>
                  <a:pt x="192126" y="258178"/>
                  <a:pt x="192126" y="258990"/>
                  <a:pt x="193749" y="259802"/>
                </a:cubicBezTo>
                <a:cubicBezTo>
                  <a:pt x="196183" y="260614"/>
                  <a:pt x="196183" y="261425"/>
                  <a:pt x="192126" y="265485"/>
                </a:cubicBezTo>
                <a:cubicBezTo>
                  <a:pt x="189692" y="267920"/>
                  <a:pt x="188069" y="270356"/>
                  <a:pt x="188881" y="271980"/>
                </a:cubicBezTo>
                <a:cubicBezTo>
                  <a:pt x="188881" y="273604"/>
                  <a:pt x="188881" y="273604"/>
                  <a:pt x="188881" y="273604"/>
                </a:cubicBezTo>
                <a:cubicBezTo>
                  <a:pt x="186447" y="272792"/>
                  <a:pt x="175900" y="287406"/>
                  <a:pt x="176711" y="290653"/>
                </a:cubicBezTo>
                <a:cubicBezTo>
                  <a:pt x="176711" y="291465"/>
                  <a:pt x="175900" y="293089"/>
                  <a:pt x="175088" y="294713"/>
                </a:cubicBezTo>
                <a:cubicBezTo>
                  <a:pt x="172655" y="297960"/>
                  <a:pt x="168598" y="306079"/>
                  <a:pt x="169409" y="307703"/>
                </a:cubicBezTo>
                <a:cubicBezTo>
                  <a:pt x="170220" y="308514"/>
                  <a:pt x="169409" y="310138"/>
                  <a:pt x="168598" y="310138"/>
                </a:cubicBezTo>
                <a:cubicBezTo>
                  <a:pt x="166164" y="310138"/>
                  <a:pt x="163730" y="321505"/>
                  <a:pt x="162919" y="331247"/>
                </a:cubicBezTo>
                <a:cubicBezTo>
                  <a:pt x="162107" y="347485"/>
                  <a:pt x="163730" y="353168"/>
                  <a:pt x="169409" y="358851"/>
                </a:cubicBezTo>
                <a:cubicBezTo>
                  <a:pt x="173466" y="362910"/>
                  <a:pt x="174277" y="363722"/>
                  <a:pt x="178334" y="362910"/>
                </a:cubicBezTo>
                <a:cubicBezTo>
                  <a:pt x="180768" y="362099"/>
                  <a:pt x="183202" y="362099"/>
                  <a:pt x="184824" y="362099"/>
                </a:cubicBezTo>
                <a:cubicBezTo>
                  <a:pt x="186447" y="362099"/>
                  <a:pt x="186447" y="360475"/>
                  <a:pt x="187258" y="358851"/>
                </a:cubicBezTo>
                <a:cubicBezTo>
                  <a:pt x="188069" y="357227"/>
                  <a:pt x="188881" y="355604"/>
                  <a:pt x="189692" y="355604"/>
                </a:cubicBezTo>
                <a:cubicBezTo>
                  <a:pt x="191315" y="355604"/>
                  <a:pt x="203484" y="345861"/>
                  <a:pt x="210786" y="337742"/>
                </a:cubicBezTo>
                <a:cubicBezTo>
                  <a:pt x="219711" y="328000"/>
                  <a:pt x="225390" y="322316"/>
                  <a:pt x="227012" y="322316"/>
                </a:cubicBezTo>
                <a:cubicBezTo>
                  <a:pt x="228635" y="322316"/>
                  <a:pt x="234315" y="317445"/>
                  <a:pt x="234315" y="315010"/>
                </a:cubicBezTo>
                <a:cubicBezTo>
                  <a:pt x="234315" y="314198"/>
                  <a:pt x="235126" y="312574"/>
                  <a:pt x="235126" y="311762"/>
                </a:cubicBezTo>
                <a:cubicBezTo>
                  <a:pt x="235126" y="310138"/>
                  <a:pt x="235937" y="310138"/>
                  <a:pt x="235937" y="311762"/>
                </a:cubicBezTo>
                <a:cubicBezTo>
                  <a:pt x="236748" y="313386"/>
                  <a:pt x="236748" y="312574"/>
                  <a:pt x="237560" y="310138"/>
                </a:cubicBezTo>
                <a:cubicBezTo>
                  <a:pt x="238371" y="308514"/>
                  <a:pt x="239182" y="307703"/>
                  <a:pt x="239994" y="308514"/>
                </a:cubicBezTo>
                <a:cubicBezTo>
                  <a:pt x="240805" y="308514"/>
                  <a:pt x="241616" y="308514"/>
                  <a:pt x="241616" y="306891"/>
                </a:cubicBezTo>
                <a:cubicBezTo>
                  <a:pt x="241616" y="305267"/>
                  <a:pt x="242428" y="304455"/>
                  <a:pt x="243239" y="305267"/>
                </a:cubicBezTo>
                <a:cubicBezTo>
                  <a:pt x="244050" y="306891"/>
                  <a:pt x="244862" y="306079"/>
                  <a:pt x="244050" y="304455"/>
                </a:cubicBezTo>
                <a:cubicBezTo>
                  <a:pt x="242428" y="302019"/>
                  <a:pt x="248918" y="297148"/>
                  <a:pt x="250541" y="299584"/>
                </a:cubicBezTo>
                <a:cubicBezTo>
                  <a:pt x="251352" y="300396"/>
                  <a:pt x="252163" y="300396"/>
                  <a:pt x="252163" y="298772"/>
                </a:cubicBezTo>
                <a:cubicBezTo>
                  <a:pt x="252975" y="297148"/>
                  <a:pt x="254597" y="295524"/>
                  <a:pt x="256220" y="294713"/>
                </a:cubicBezTo>
                <a:cubicBezTo>
                  <a:pt x="257843" y="293901"/>
                  <a:pt x="260276" y="292277"/>
                  <a:pt x="261088" y="290653"/>
                </a:cubicBezTo>
                <a:cubicBezTo>
                  <a:pt x="261899" y="288217"/>
                  <a:pt x="263522" y="286594"/>
                  <a:pt x="265956" y="285782"/>
                </a:cubicBezTo>
                <a:cubicBezTo>
                  <a:pt x="267578" y="284970"/>
                  <a:pt x="269201" y="283346"/>
                  <a:pt x="269201" y="282534"/>
                </a:cubicBezTo>
                <a:cubicBezTo>
                  <a:pt x="269201" y="281722"/>
                  <a:pt x="270012" y="281722"/>
                  <a:pt x="270824" y="283346"/>
                </a:cubicBezTo>
                <a:cubicBezTo>
                  <a:pt x="270824" y="285782"/>
                  <a:pt x="271635" y="284970"/>
                  <a:pt x="271635" y="283346"/>
                </a:cubicBezTo>
                <a:cubicBezTo>
                  <a:pt x="271635" y="280099"/>
                  <a:pt x="278126" y="276039"/>
                  <a:pt x="278937" y="278475"/>
                </a:cubicBezTo>
                <a:cubicBezTo>
                  <a:pt x="278937" y="279287"/>
                  <a:pt x="280559" y="278475"/>
                  <a:pt x="281371" y="276851"/>
                </a:cubicBezTo>
                <a:lnTo>
                  <a:pt x="282993" y="273604"/>
                </a:lnTo>
                <a:lnTo>
                  <a:pt x="282993" y="276851"/>
                </a:lnTo>
                <a:cubicBezTo>
                  <a:pt x="282993" y="278475"/>
                  <a:pt x="282182" y="283346"/>
                  <a:pt x="281371" y="286594"/>
                </a:cubicBezTo>
                <a:cubicBezTo>
                  <a:pt x="277314" y="303643"/>
                  <a:pt x="277314" y="321505"/>
                  <a:pt x="283805" y="325564"/>
                </a:cubicBezTo>
                <a:cubicBezTo>
                  <a:pt x="284616" y="326376"/>
                  <a:pt x="286239" y="328000"/>
                  <a:pt x="286239" y="328811"/>
                </a:cubicBezTo>
                <a:cubicBezTo>
                  <a:pt x="286239" y="331247"/>
                  <a:pt x="310578" y="356415"/>
                  <a:pt x="318691" y="355604"/>
                </a:cubicBezTo>
                <a:cubicBezTo>
                  <a:pt x="321125" y="355604"/>
                  <a:pt x="325993" y="356415"/>
                  <a:pt x="330861" y="358039"/>
                </a:cubicBezTo>
                <a:cubicBezTo>
                  <a:pt x="337351" y="358851"/>
                  <a:pt x="340597" y="360475"/>
                  <a:pt x="343031" y="360475"/>
                </a:cubicBezTo>
                <a:cubicBezTo>
                  <a:pt x="344653" y="360475"/>
                  <a:pt x="345465" y="359663"/>
                  <a:pt x="346276" y="358851"/>
                </a:cubicBezTo>
                <a:cubicBezTo>
                  <a:pt x="347087" y="358039"/>
                  <a:pt x="350333" y="355604"/>
                  <a:pt x="352766" y="354792"/>
                </a:cubicBezTo>
                <a:cubicBezTo>
                  <a:pt x="356012" y="353980"/>
                  <a:pt x="359257" y="351544"/>
                  <a:pt x="361691" y="349108"/>
                </a:cubicBezTo>
                <a:cubicBezTo>
                  <a:pt x="364125" y="346673"/>
                  <a:pt x="368993" y="343425"/>
                  <a:pt x="373049" y="340990"/>
                </a:cubicBezTo>
                <a:cubicBezTo>
                  <a:pt x="377106" y="338554"/>
                  <a:pt x="382785" y="334495"/>
                  <a:pt x="386842" y="330435"/>
                </a:cubicBezTo>
                <a:cubicBezTo>
                  <a:pt x="386842" y="332871"/>
                  <a:pt x="386842" y="334495"/>
                  <a:pt x="386842" y="336930"/>
                </a:cubicBezTo>
                <a:cubicBezTo>
                  <a:pt x="387653" y="343425"/>
                  <a:pt x="389276" y="348297"/>
                  <a:pt x="395766" y="359663"/>
                </a:cubicBezTo>
                <a:cubicBezTo>
                  <a:pt x="404691" y="375901"/>
                  <a:pt x="409558" y="379148"/>
                  <a:pt x="423351" y="383207"/>
                </a:cubicBezTo>
                <a:cubicBezTo>
                  <a:pt x="431464" y="385643"/>
                  <a:pt x="450124" y="387267"/>
                  <a:pt x="463917" y="387267"/>
                </a:cubicBezTo>
                <a:cubicBezTo>
                  <a:pt x="472030" y="387267"/>
                  <a:pt x="478520" y="386455"/>
                  <a:pt x="480954" y="385643"/>
                </a:cubicBezTo>
                <a:cubicBezTo>
                  <a:pt x="484200" y="384019"/>
                  <a:pt x="484200" y="384019"/>
                  <a:pt x="480954" y="384019"/>
                </a:cubicBezTo>
                <a:cubicBezTo>
                  <a:pt x="479332" y="384019"/>
                  <a:pt x="478520" y="384019"/>
                  <a:pt x="478520" y="383207"/>
                </a:cubicBezTo>
                <a:cubicBezTo>
                  <a:pt x="480143" y="382396"/>
                  <a:pt x="485011" y="381584"/>
                  <a:pt x="493935" y="380772"/>
                </a:cubicBezTo>
                <a:cubicBezTo>
                  <a:pt x="507728" y="379148"/>
                  <a:pt x="532067" y="371029"/>
                  <a:pt x="544237" y="363722"/>
                </a:cubicBezTo>
                <a:cubicBezTo>
                  <a:pt x="545859" y="362910"/>
                  <a:pt x="546671" y="362910"/>
                  <a:pt x="545048" y="364534"/>
                </a:cubicBezTo>
                <a:cubicBezTo>
                  <a:pt x="543425" y="366158"/>
                  <a:pt x="543425" y="366158"/>
                  <a:pt x="545859" y="364534"/>
                </a:cubicBezTo>
                <a:cubicBezTo>
                  <a:pt x="547482" y="363722"/>
                  <a:pt x="551539" y="361287"/>
                  <a:pt x="554784" y="359663"/>
                </a:cubicBezTo>
                <a:cubicBezTo>
                  <a:pt x="558841" y="358039"/>
                  <a:pt x="567765" y="353168"/>
                  <a:pt x="575878" y="348297"/>
                </a:cubicBezTo>
                <a:cubicBezTo>
                  <a:pt x="588859" y="340990"/>
                  <a:pt x="592916" y="336930"/>
                  <a:pt x="592916" y="332871"/>
                </a:cubicBezTo>
                <a:cubicBezTo>
                  <a:pt x="592916" y="332059"/>
                  <a:pt x="594538" y="331247"/>
                  <a:pt x="596161" y="330435"/>
                </a:cubicBezTo>
                <a:cubicBezTo>
                  <a:pt x="600218" y="329623"/>
                  <a:pt x="602651" y="325564"/>
                  <a:pt x="599406" y="325564"/>
                </a:cubicBezTo>
                <a:cubicBezTo>
                  <a:pt x="597784" y="325564"/>
                  <a:pt x="596973" y="326376"/>
                  <a:pt x="595350" y="327188"/>
                </a:cubicBezTo>
                <a:cubicBezTo>
                  <a:pt x="594538" y="328000"/>
                  <a:pt x="592916" y="329623"/>
                  <a:pt x="591293" y="329623"/>
                </a:cubicBezTo>
                <a:cubicBezTo>
                  <a:pt x="590482" y="330435"/>
                  <a:pt x="586425" y="331247"/>
                  <a:pt x="583991" y="332871"/>
                </a:cubicBezTo>
                <a:cubicBezTo>
                  <a:pt x="581557" y="334495"/>
                  <a:pt x="579124" y="335307"/>
                  <a:pt x="579124" y="334495"/>
                </a:cubicBezTo>
                <a:cubicBezTo>
                  <a:pt x="579124" y="333683"/>
                  <a:pt x="593727" y="323940"/>
                  <a:pt x="595350" y="323128"/>
                </a:cubicBezTo>
                <a:cubicBezTo>
                  <a:pt x="597784" y="322316"/>
                  <a:pt x="601029" y="319069"/>
                  <a:pt x="602651" y="317445"/>
                </a:cubicBezTo>
                <a:cubicBezTo>
                  <a:pt x="604274" y="315821"/>
                  <a:pt x="606708" y="314198"/>
                  <a:pt x="608331" y="313386"/>
                </a:cubicBezTo>
                <a:cubicBezTo>
                  <a:pt x="610765" y="312574"/>
                  <a:pt x="616444" y="309326"/>
                  <a:pt x="621312" y="305267"/>
                </a:cubicBezTo>
                <a:cubicBezTo>
                  <a:pt x="626180" y="301208"/>
                  <a:pt x="631859" y="297148"/>
                  <a:pt x="633482" y="295524"/>
                </a:cubicBezTo>
                <a:cubicBezTo>
                  <a:pt x="638349" y="292277"/>
                  <a:pt x="655387" y="276039"/>
                  <a:pt x="655387" y="275227"/>
                </a:cubicBezTo>
                <a:cubicBezTo>
                  <a:pt x="655387" y="274416"/>
                  <a:pt x="657010" y="272792"/>
                  <a:pt x="659443" y="271980"/>
                </a:cubicBezTo>
                <a:cubicBezTo>
                  <a:pt x="661066" y="271168"/>
                  <a:pt x="662689" y="269544"/>
                  <a:pt x="662689" y="268732"/>
                </a:cubicBezTo>
                <a:cubicBezTo>
                  <a:pt x="662689" y="267920"/>
                  <a:pt x="666745" y="263861"/>
                  <a:pt x="672425" y="260614"/>
                </a:cubicBezTo>
                <a:cubicBezTo>
                  <a:pt x="674859" y="258178"/>
                  <a:pt x="686217" y="249247"/>
                  <a:pt x="687028" y="246000"/>
                </a:cubicBezTo>
                <a:cubicBezTo>
                  <a:pt x="693519" y="249247"/>
                  <a:pt x="652953" y="276039"/>
                  <a:pt x="632670" y="290653"/>
                </a:cubicBezTo>
                <a:close/>
                <a:moveTo>
                  <a:pt x="37976" y="322316"/>
                </a:moveTo>
                <a:cubicBezTo>
                  <a:pt x="37976" y="320693"/>
                  <a:pt x="38788" y="319069"/>
                  <a:pt x="38788" y="319069"/>
                </a:cubicBezTo>
                <a:cubicBezTo>
                  <a:pt x="40410" y="319069"/>
                  <a:pt x="39599" y="319881"/>
                  <a:pt x="38788" y="323128"/>
                </a:cubicBezTo>
                <a:cubicBezTo>
                  <a:pt x="37976" y="324752"/>
                  <a:pt x="37165" y="324752"/>
                  <a:pt x="37976" y="322316"/>
                </a:cubicBezTo>
                <a:close/>
                <a:moveTo>
                  <a:pt x="37165" y="346673"/>
                </a:moveTo>
                <a:cubicBezTo>
                  <a:pt x="37976" y="345049"/>
                  <a:pt x="38788" y="345049"/>
                  <a:pt x="38788" y="345049"/>
                </a:cubicBezTo>
                <a:cubicBezTo>
                  <a:pt x="39599" y="345861"/>
                  <a:pt x="37976" y="350732"/>
                  <a:pt x="37165" y="350732"/>
                </a:cubicBezTo>
                <a:cubicBezTo>
                  <a:pt x="35542" y="349920"/>
                  <a:pt x="35542" y="349108"/>
                  <a:pt x="37165" y="346673"/>
                </a:cubicBezTo>
                <a:close/>
                <a:moveTo>
                  <a:pt x="29863" y="333683"/>
                </a:moveTo>
                <a:cubicBezTo>
                  <a:pt x="30674" y="333683"/>
                  <a:pt x="30674" y="332871"/>
                  <a:pt x="30674" y="332059"/>
                </a:cubicBezTo>
                <a:cubicBezTo>
                  <a:pt x="30674" y="331247"/>
                  <a:pt x="30674" y="331247"/>
                  <a:pt x="31486" y="331247"/>
                </a:cubicBezTo>
                <a:cubicBezTo>
                  <a:pt x="32297" y="332059"/>
                  <a:pt x="33108" y="332059"/>
                  <a:pt x="33108" y="332871"/>
                </a:cubicBezTo>
                <a:cubicBezTo>
                  <a:pt x="33108" y="333683"/>
                  <a:pt x="29863" y="335307"/>
                  <a:pt x="29052" y="334495"/>
                </a:cubicBezTo>
                <a:cubicBezTo>
                  <a:pt x="29052" y="334495"/>
                  <a:pt x="29052" y="333683"/>
                  <a:pt x="29863" y="333683"/>
                </a:cubicBezTo>
                <a:close/>
                <a:moveTo>
                  <a:pt x="20127" y="361287"/>
                </a:moveTo>
                <a:cubicBezTo>
                  <a:pt x="18505" y="362099"/>
                  <a:pt x="19316" y="358851"/>
                  <a:pt x="20127" y="356415"/>
                </a:cubicBezTo>
                <a:cubicBezTo>
                  <a:pt x="20938" y="354792"/>
                  <a:pt x="20938" y="355604"/>
                  <a:pt x="20938" y="357227"/>
                </a:cubicBezTo>
                <a:cubicBezTo>
                  <a:pt x="21750" y="358851"/>
                  <a:pt x="20938" y="360475"/>
                  <a:pt x="20127" y="361287"/>
                </a:cubicBezTo>
                <a:close/>
                <a:moveTo>
                  <a:pt x="33108" y="402693"/>
                </a:moveTo>
                <a:cubicBezTo>
                  <a:pt x="32297" y="405128"/>
                  <a:pt x="32297" y="410000"/>
                  <a:pt x="31486" y="414059"/>
                </a:cubicBezTo>
                <a:cubicBezTo>
                  <a:pt x="30674" y="418118"/>
                  <a:pt x="29863" y="420554"/>
                  <a:pt x="29052" y="420554"/>
                </a:cubicBezTo>
                <a:cubicBezTo>
                  <a:pt x="28240" y="420554"/>
                  <a:pt x="27429" y="419742"/>
                  <a:pt x="29052" y="417307"/>
                </a:cubicBezTo>
                <a:cubicBezTo>
                  <a:pt x="29863" y="415683"/>
                  <a:pt x="29863" y="411623"/>
                  <a:pt x="29863" y="408376"/>
                </a:cubicBezTo>
                <a:cubicBezTo>
                  <a:pt x="29863" y="401881"/>
                  <a:pt x="32297" y="391326"/>
                  <a:pt x="33920" y="391326"/>
                </a:cubicBezTo>
                <a:cubicBezTo>
                  <a:pt x="34731" y="391326"/>
                  <a:pt x="33920" y="396198"/>
                  <a:pt x="33108" y="402693"/>
                </a:cubicBezTo>
                <a:close/>
                <a:moveTo>
                  <a:pt x="37976" y="380772"/>
                </a:moveTo>
                <a:cubicBezTo>
                  <a:pt x="34731" y="386455"/>
                  <a:pt x="33920" y="385643"/>
                  <a:pt x="36353" y="379148"/>
                </a:cubicBezTo>
                <a:cubicBezTo>
                  <a:pt x="37165" y="375901"/>
                  <a:pt x="38788" y="374277"/>
                  <a:pt x="39599" y="375089"/>
                </a:cubicBezTo>
                <a:cubicBezTo>
                  <a:pt x="40410" y="375901"/>
                  <a:pt x="40410" y="376712"/>
                  <a:pt x="37976" y="380772"/>
                </a:cubicBezTo>
                <a:close/>
                <a:moveTo>
                  <a:pt x="42844" y="379148"/>
                </a:moveTo>
                <a:cubicBezTo>
                  <a:pt x="43655" y="379148"/>
                  <a:pt x="43655" y="379960"/>
                  <a:pt x="43655" y="380772"/>
                </a:cubicBezTo>
                <a:cubicBezTo>
                  <a:pt x="43655" y="381584"/>
                  <a:pt x="42844" y="382396"/>
                  <a:pt x="41221" y="382396"/>
                </a:cubicBezTo>
                <a:cubicBezTo>
                  <a:pt x="39599" y="382396"/>
                  <a:pt x="39599" y="381584"/>
                  <a:pt x="39599" y="380772"/>
                </a:cubicBezTo>
                <a:cubicBezTo>
                  <a:pt x="41221" y="379960"/>
                  <a:pt x="42033" y="379148"/>
                  <a:pt x="42844" y="379148"/>
                </a:cubicBezTo>
                <a:close/>
                <a:moveTo>
                  <a:pt x="44467" y="335307"/>
                </a:moveTo>
                <a:cubicBezTo>
                  <a:pt x="42033" y="340178"/>
                  <a:pt x="40410" y="341802"/>
                  <a:pt x="40410" y="338554"/>
                </a:cubicBezTo>
                <a:cubicBezTo>
                  <a:pt x="40410" y="337742"/>
                  <a:pt x="41221" y="336118"/>
                  <a:pt x="41221" y="336118"/>
                </a:cubicBezTo>
                <a:cubicBezTo>
                  <a:pt x="42033" y="336118"/>
                  <a:pt x="42033" y="335307"/>
                  <a:pt x="42844" y="334495"/>
                </a:cubicBezTo>
                <a:cubicBezTo>
                  <a:pt x="42844" y="332871"/>
                  <a:pt x="45278" y="328000"/>
                  <a:pt x="46901" y="328000"/>
                </a:cubicBezTo>
                <a:cubicBezTo>
                  <a:pt x="46901" y="328811"/>
                  <a:pt x="46089" y="331247"/>
                  <a:pt x="44467" y="335307"/>
                </a:cubicBezTo>
                <a:close/>
                <a:moveTo>
                  <a:pt x="132089" y="163188"/>
                </a:moveTo>
                <a:cubicBezTo>
                  <a:pt x="133711" y="161564"/>
                  <a:pt x="133711" y="162376"/>
                  <a:pt x="132089" y="165624"/>
                </a:cubicBezTo>
                <a:cubicBezTo>
                  <a:pt x="131277" y="166435"/>
                  <a:pt x="131277" y="167247"/>
                  <a:pt x="131277" y="165624"/>
                </a:cubicBezTo>
                <a:cubicBezTo>
                  <a:pt x="130466" y="164812"/>
                  <a:pt x="131277" y="163188"/>
                  <a:pt x="132089" y="163188"/>
                </a:cubicBezTo>
                <a:close/>
                <a:moveTo>
                  <a:pt x="117485" y="182673"/>
                </a:moveTo>
                <a:cubicBezTo>
                  <a:pt x="118296" y="181049"/>
                  <a:pt x="119919" y="181049"/>
                  <a:pt x="119919" y="181049"/>
                </a:cubicBezTo>
                <a:cubicBezTo>
                  <a:pt x="120730" y="181861"/>
                  <a:pt x="116674" y="185921"/>
                  <a:pt x="115862" y="185109"/>
                </a:cubicBezTo>
                <a:cubicBezTo>
                  <a:pt x="115862" y="185109"/>
                  <a:pt x="116674" y="184297"/>
                  <a:pt x="117485" y="182673"/>
                </a:cubicBezTo>
                <a:close/>
                <a:moveTo>
                  <a:pt x="100448" y="207841"/>
                </a:moveTo>
                <a:cubicBezTo>
                  <a:pt x="101259" y="206218"/>
                  <a:pt x="102881" y="204594"/>
                  <a:pt x="104504" y="204594"/>
                </a:cubicBezTo>
                <a:cubicBezTo>
                  <a:pt x="106938" y="204594"/>
                  <a:pt x="106938" y="205406"/>
                  <a:pt x="104504" y="203782"/>
                </a:cubicBezTo>
                <a:cubicBezTo>
                  <a:pt x="103693" y="202970"/>
                  <a:pt x="103693" y="202158"/>
                  <a:pt x="103693" y="202158"/>
                </a:cubicBezTo>
                <a:cubicBezTo>
                  <a:pt x="104504" y="202158"/>
                  <a:pt x="106127" y="202970"/>
                  <a:pt x="106938" y="203782"/>
                </a:cubicBezTo>
                <a:cubicBezTo>
                  <a:pt x="109372" y="206218"/>
                  <a:pt x="108561" y="206218"/>
                  <a:pt x="106127" y="208653"/>
                </a:cubicBezTo>
                <a:cubicBezTo>
                  <a:pt x="104504" y="210277"/>
                  <a:pt x="103693" y="210277"/>
                  <a:pt x="103693" y="208653"/>
                </a:cubicBezTo>
                <a:cubicBezTo>
                  <a:pt x="102881" y="207841"/>
                  <a:pt x="102070" y="207841"/>
                  <a:pt x="100448" y="208653"/>
                </a:cubicBezTo>
                <a:cubicBezTo>
                  <a:pt x="98825" y="211089"/>
                  <a:pt x="98825" y="211089"/>
                  <a:pt x="100448" y="207841"/>
                </a:cubicBezTo>
                <a:close/>
                <a:moveTo>
                  <a:pt x="63938" y="268732"/>
                </a:moveTo>
                <a:cubicBezTo>
                  <a:pt x="64749" y="268732"/>
                  <a:pt x="67184" y="268732"/>
                  <a:pt x="67995" y="267920"/>
                </a:cubicBezTo>
                <a:cubicBezTo>
                  <a:pt x="69617" y="266297"/>
                  <a:pt x="70429" y="267109"/>
                  <a:pt x="71240" y="267920"/>
                </a:cubicBezTo>
                <a:cubicBezTo>
                  <a:pt x="72051" y="268732"/>
                  <a:pt x="71240" y="269544"/>
                  <a:pt x="70429" y="268732"/>
                </a:cubicBezTo>
                <a:cubicBezTo>
                  <a:pt x="69617" y="267920"/>
                  <a:pt x="67995" y="268732"/>
                  <a:pt x="67184" y="270356"/>
                </a:cubicBezTo>
                <a:cubicBezTo>
                  <a:pt x="65561" y="272792"/>
                  <a:pt x="65561" y="272792"/>
                  <a:pt x="63938" y="271168"/>
                </a:cubicBezTo>
                <a:cubicBezTo>
                  <a:pt x="61504" y="270356"/>
                  <a:pt x="61504" y="267920"/>
                  <a:pt x="63938" y="268732"/>
                </a:cubicBezTo>
                <a:close/>
                <a:moveTo>
                  <a:pt x="72051" y="293901"/>
                </a:moveTo>
                <a:cubicBezTo>
                  <a:pt x="72863" y="293901"/>
                  <a:pt x="73674" y="294713"/>
                  <a:pt x="73674" y="294713"/>
                </a:cubicBezTo>
                <a:cubicBezTo>
                  <a:pt x="73674" y="295524"/>
                  <a:pt x="72863" y="296336"/>
                  <a:pt x="72051" y="296336"/>
                </a:cubicBezTo>
                <a:cubicBezTo>
                  <a:pt x="71240" y="296336"/>
                  <a:pt x="70429" y="295524"/>
                  <a:pt x="70429" y="294713"/>
                </a:cubicBezTo>
                <a:cubicBezTo>
                  <a:pt x="70429" y="294713"/>
                  <a:pt x="70429" y="293901"/>
                  <a:pt x="72051" y="293901"/>
                </a:cubicBezTo>
                <a:close/>
                <a:moveTo>
                  <a:pt x="67995" y="289841"/>
                </a:moveTo>
                <a:cubicBezTo>
                  <a:pt x="66372" y="289841"/>
                  <a:pt x="67184" y="287406"/>
                  <a:pt x="69617" y="286594"/>
                </a:cubicBezTo>
                <a:cubicBezTo>
                  <a:pt x="71240" y="286594"/>
                  <a:pt x="72051" y="285782"/>
                  <a:pt x="72051" y="286594"/>
                </a:cubicBezTo>
                <a:cubicBezTo>
                  <a:pt x="72863" y="286594"/>
                  <a:pt x="69617" y="289841"/>
                  <a:pt x="67995" y="289841"/>
                </a:cubicBezTo>
                <a:close/>
                <a:moveTo>
                  <a:pt x="72051" y="283346"/>
                </a:moveTo>
                <a:cubicBezTo>
                  <a:pt x="71240" y="283346"/>
                  <a:pt x="69617" y="283346"/>
                  <a:pt x="69617" y="283346"/>
                </a:cubicBezTo>
                <a:cubicBezTo>
                  <a:pt x="69617" y="283346"/>
                  <a:pt x="70429" y="282534"/>
                  <a:pt x="72051" y="281722"/>
                </a:cubicBezTo>
                <a:cubicBezTo>
                  <a:pt x="72863" y="281722"/>
                  <a:pt x="74485" y="281722"/>
                  <a:pt x="74485" y="282534"/>
                </a:cubicBezTo>
                <a:cubicBezTo>
                  <a:pt x="74485" y="282534"/>
                  <a:pt x="73674" y="283346"/>
                  <a:pt x="72051" y="283346"/>
                </a:cubicBezTo>
                <a:close/>
                <a:moveTo>
                  <a:pt x="66372" y="295524"/>
                </a:moveTo>
                <a:cubicBezTo>
                  <a:pt x="66372" y="296336"/>
                  <a:pt x="65561" y="297960"/>
                  <a:pt x="64749" y="297960"/>
                </a:cubicBezTo>
                <a:cubicBezTo>
                  <a:pt x="63938" y="297960"/>
                  <a:pt x="63127" y="297960"/>
                  <a:pt x="63127" y="297148"/>
                </a:cubicBezTo>
                <a:cubicBezTo>
                  <a:pt x="63127" y="296336"/>
                  <a:pt x="63938" y="295524"/>
                  <a:pt x="64749" y="294713"/>
                </a:cubicBezTo>
                <a:cubicBezTo>
                  <a:pt x="65561" y="293901"/>
                  <a:pt x="66372" y="294713"/>
                  <a:pt x="66372" y="295524"/>
                </a:cubicBezTo>
                <a:close/>
                <a:moveTo>
                  <a:pt x="62316" y="271980"/>
                </a:moveTo>
                <a:cubicBezTo>
                  <a:pt x="63127" y="271980"/>
                  <a:pt x="63938" y="271980"/>
                  <a:pt x="63938" y="272792"/>
                </a:cubicBezTo>
                <a:cubicBezTo>
                  <a:pt x="63938" y="273604"/>
                  <a:pt x="63127" y="273604"/>
                  <a:pt x="62316" y="274416"/>
                </a:cubicBezTo>
                <a:cubicBezTo>
                  <a:pt x="61504" y="275227"/>
                  <a:pt x="61504" y="274416"/>
                  <a:pt x="61504" y="273604"/>
                </a:cubicBezTo>
                <a:cubicBezTo>
                  <a:pt x="60693" y="272792"/>
                  <a:pt x="61504" y="271980"/>
                  <a:pt x="62316" y="271980"/>
                </a:cubicBezTo>
                <a:close/>
                <a:moveTo>
                  <a:pt x="57448" y="280099"/>
                </a:moveTo>
                <a:cubicBezTo>
                  <a:pt x="59070" y="276039"/>
                  <a:pt x="61504" y="274416"/>
                  <a:pt x="61504" y="277663"/>
                </a:cubicBezTo>
                <a:cubicBezTo>
                  <a:pt x="61504" y="278475"/>
                  <a:pt x="62316" y="278475"/>
                  <a:pt x="63127" y="276851"/>
                </a:cubicBezTo>
                <a:cubicBezTo>
                  <a:pt x="63938" y="275227"/>
                  <a:pt x="65561" y="274416"/>
                  <a:pt x="65561" y="276039"/>
                </a:cubicBezTo>
                <a:cubicBezTo>
                  <a:pt x="65561" y="277663"/>
                  <a:pt x="59882" y="284158"/>
                  <a:pt x="58259" y="284158"/>
                </a:cubicBezTo>
                <a:cubicBezTo>
                  <a:pt x="55825" y="284158"/>
                  <a:pt x="55825" y="283346"/>
                  <a:pt x="57448" y="280099"/>
                </a:cubicBezTo>
                <a:close/>
                <a:moveTo>
                  <a:pt x="62316" y="304455"/>
                </a:moveTo>
                <a:cubicBezTo>
                  <a:pt x="62316" y="305267"/>
                  <a:pt x="61504" y="306079"/>
                  <a:pt x="59882" y="306079"/>
                </a:cubicBezTo>
                <a:cubicBezTo>
                  <a:pt x="58259" y="306079"/>
                  <a:pt x="58259" y="305267"/>
                  <a:pt x="59882" y="304455"/>
                </a:cubicBezTo>
                <a:cubicBezTo>
                  <a:pt x="60693" y="302831"/>
                  <a:pt x="61504" y="302831"/>
                  <a:pt x="61504" y="302831"/>
                </a:cubicBezTo>
                <a:cubicBezTo>
                  <a:pt x="61504" y="302831"/>
                  <a:pt x="62316" y="302831"/>
                  <a:pt x="62316" y="304455"/>
                </a:cubicBezTo>
                <a:close/>
                <a:moveTo>
                  <a:pt x="54202" y="289029"/>
                </a:moveTo>
                <a:lnTo>
                  <a:pt x="56636" y="289029"/>
                </a:lnTo>
                <a:cubicBezTo>
                  <a:pt x="56636" y="289029"/>
                  <a:pt x="55014" y="290653"/>
                  <a:pt x="54202" y="293089"/>
                </a:cubicBezTo>
                <a:cubicBezTo>
                  <a:pt x="52580" y="295524"/>
                  <a:pt x="52580" y="296336"/>
                  <a:pt x="51769" y="293901"/>
                </a:cubicBezTo>
                <a:cubicBezTo>
                  <a:pt x="50146" y="290653"/>
                  <a:pt x="50957" y="289029"/>
                  <a:pt x="54202" y="289029"/>
                </a:cubicBezTo>
                <a:close/>
                <a:moveTo>
                  <a:pt x="55014" y="312574"/>
                </a:moveTo>
                <a:cubicBezTo>
                  <a:pt x="54202" y="312574"/>
                  <a:pt x="53391" y="313386"/>
                  <a:pt x="52580" y="312574"/>
                </a:cubicBezTo>
                <a:cubicBezTo>
                  <a:pt x="52580" y="312574"/>
                  <a:pt x="52580" y="311762"/>
                  <a:pt x="54202" y="311762"/>
                </a:cubicBezTo>
                <a:cubicBezTo>
                  <a:pt x="56636" y="310950"/>
                  <a:pt x="57448" y="311762"/>
                  <a:pt x="55014" y="312574"/>
                </a:cubicBezTo>
                <a:close/>
                <a:moveTo>
                  <a:pt x="50146" y="297960"/>
                </a:moveTo>
                <a:cubicBezTo>
                  <a:pt x="51769" y="297960"/>
                  <a:pt x="51769" y="297148"/>
                  <a:pt x="51769" y="297960"/>
                </a:cubicBezTo>
                <a:cubicBezTo>
                  <a:pt x="51769" y="298772"/>
                  <a:pt x="50957" y="298772"/>
                  <a:pt x="50146" y="300396"/>
                </a:cubicBezTo>
                <a:cubicBezTo>
                  <a:pt x="49335" y="301208"/>
                  <a:pt x="47712" y="301208"/>
                  <a:pt x="47712" y="300396"/>
                </a:cubicBezTo>
                <a:cubicBezTo>
                  <a:pt x="48523" y="298772"/>
                  <a:pt x="49335" y="297960"/>
                  <a:pt x="50146" y="297960"/>
                </a:cubicBezTo>
                <a:close/>
                <a:moveTo>
                  <a:pt x="56636" y="340990"/>
                </a:moveTo>
                <a:cubicBezTo>
                  <a:pt x="55825" y="340990"/>
                  <a:pt x="55014" y="341802"/>
                  <a:pt x="55014" y="342613"/>
                </a:cubicBezTo>
                <a:cubicBezTo>
                  <a:pt x="55014" y="345049"/>
                  <a:pt x="50957" y="353168"/>
                  <a:pt x="49335" y="353168"/>
                </a:cubicBezTo>
                <a:cubicBezTo>
                  <a:pt x="48523" y="353168"/>
                  <a:pt x="48523" y="352356"/>
                  <a:pt x="48523" y="351544"/>
                </a:cubicBezTo>
                <a:cubicBezTo>
                  <a:pt x="49335" y="350732"/>
                  <a:pt x="50146" y="349108"/>
                  <a:pt x="50146" y="347485"/>
                </a:cubicBezTo>
                <a:cubicBezTo>
                  <a:pt x="50146" y="346673"/>
                  <a:pt x="51769" y="345049"/>
                  <a:pt x="51769" y="345049"/>
                </a:cubicBezTo>
                <a:cubicBezTo>
                  <a:pt x="52580" y="345049"/>
                  <a:pt x="52580" y="343425"/>
                  <a:pt x="51769" y="342613"/>
                </a:cubicBezTo>
                <a:cubicBezTo>
                  <a:pt x="51769" y="340178"/>
                  <a:pt x="51769" y="340178"/>
                  <a:pt x="54202" y="340178"/>
                </a:cubicBezTo>
                <a:cubicBezTo>
                  <a:pt x="55825" y="340178"/>
                  <a:pt x="56636" y="340178"/>
                  <a:pt x="56636" y="340990"/>
                </a:cubicBezTo>
                <a:cubicBezTo>
                  <a:pt x="57448" y="340178"/>
                  <a:pt x="57448" y="340990"/>
                  <a:pt x="56636" y="340990"/>
                </a:cubicBezTo>
                <a:close/>
                <a:moveTo>
                  <a:pt x="59070" y="332059"/>
                </a:moveTo>
                <a:cubicBezTo>
                  <a:pt x="57448" y="332059"/>
                  <a:pt x="57448" y="332059"/>
                  <a:pt x="57448" y="330435"/>
                </a:cubicBezTo>
                <a:cubicBezTo>
                  <a:pt x="58259" y="328811"/>
                  <a:pt x="58259" y="328811"/>
                  <a:pt x="59070" y="329623"/>
                </a:cubicBezTo>
                <a:cubicBezTo>
                  <a:pt x="59070" y="330435"/>
                  <a:pt x="59882" y="331247"/>
                  <a:pt x="60693" y="330435"/>
                </a:cubicBezTo>
                <a:cubicBezTo>
                  <a:pt x="61504" y="329623"/>
                  <a:pt x="61504" y="329623"/>
                  <a:pt x="61504" y="330435"/>
                </a:cubicBezTo>
                <a:cubicBezTo>
                  <a:pt x="62316" y="331247"/>
                  <a:pt x="62316" y="331247"/>
                  <a:pt x="59070" y="332059"/>
                </a:cubicBezTo>
                <a:close/>
                <a:moveTo>
                  <a:pt x="66372" y="324752"/>
                </a:moveTo>
                <a:cubicBezTo>
                  <a:pt x="65561" y="324752"/>
                  <a:pt x="64749" y="323940"/>
                  <a:pt x="63938" y="323128"/>
                </a:cubicBezTo>
                <a:cubicBezTo>
                  <a:pt x="63127" y="322316"/>
                  <a:pt x="63127" y="322316"/>
                  <a:pt x="61504" y="323128"/>
                </a:cubicBezTo>
                <a:cubicBezTo>
                  <a:pt x="60693" y="323940"/>
                  <a:pt x="60693" y="323940"/>
                  <a:pt x="60693" y="322316"/>
                </a:cubicBezTo>
                <a:cubicBezTo>
                  <a:pt x="60693" y="320693"/>
                  <a:pt x="59882" y="319069"/>
                  <a:pt x="59070" y="319069"/>
                </a:cubicBezTo>
                <a:cubicBezTo>
                  <a:pt x="58259" y="319069"/>
                  <a:pt x="58259" y="319069"/>
                  <a:pt x="58259" y="318257"/>
                </a:cubicBezTo>
                <a:cubicBezTo>
                  <a:pt x="59070" y="317445"/>
                  <a:pt x="60693" y="319069"/>
                  <a:pt x="63127" y="320693"/>
                </a:cubicBezTo>
                <a:cubicBezTo>
                  <a:pt x="65561" y="322316"/>
                  <a:pt x="67184" y="324752"/>
                  <a:pt x="66372" y="324752"/>
                </a:cubicBezTo>
                <a:close/>
                <a:moveTo>
                  <a:pt x="70429" y="315821"/>
                </a:moveTo>
                <a:cubicBezTo>
                  <a:pt x="69617" y="315821"/>
                  <a:pt x="68806" y="315010"/>
                  <a:pt x="68806" y="315010"/>
                </a:cubicBezTo>
                <a:cubicBezTo>
                  <a:pt x="68806" y="312574"/>
                  <a:pt x="64749" y="311762"/>
                  <a:pt x="63127" y="314198"/>
                </a:cubicBezTo>
                <a:cubicBezTo>
                  <a:pt x="62316" y="315010"/>
                  <a:pt x="61504" y="315010"/>
                  <a:pt x="60693" y="315010"/>
                </a:cubicBezTo>
                <a:cubicBezTo>
                  <a:pt x="59882" y="314198"/>
                  <a:pt x="63127" y="310950"/>
                  <a:pt x="65561" y="310138"/>
                </a:cubicBezTo>
                <a:cubicBezTo>
                  <a:pt x="66372" y="310138"/>
                  <a:pt x="67184" y="310138"/>
                  <a:pt x="66372" y="311762"/>
                </a:cubicBezTo>
                <a:cubicBezTo>
                  <a:pt x="65561" y="312574"/>
                  <a:pt x="67184" y="313386"/>
                  <a:pt x="70429" y="313386"/>
                </a:cubicBezTo>
                <a:cubicBezTo>
                  <a:pt x="71240" y="313386"/>
                  <a:pt x="71240" y="314198"/>
                  <a:pt x="71240" y="315010"/>
                </a:cubicBezTo>
                <a:cubicBezTo>
                  <a:pt x="71240" y="315010"/>
                  <a:pt x="70429" y="315821"/>
                  <a:pt x="70429" y="315821"/>
                </a:cubicBezTo>
                <a:close/>
                <a:moveTo>
                  <a:pt x="74485" y="310950"/>
                </a:moveTo>
                <a:cubicBezTo>
                  <a:pt x="73674" y="310138"/>
                  <a:pt x="72863" y="309326"/>
                  <a:pt x="73674" y="308514"/>
                </a:cubicBezTo>
                <a:cubicBezTo>
                  <a:pt x="74485" y="307703"/>
                  <a:pt x="73674" y="306079"/>
                  <a:pt x="72863" y="305267"/>
                </a:cubicBezTo>
                <a:cubicBezTo>
                  <a:pt x="71240" y="303643"/>
                  <a:pt x="71240" y="304455"/>
                  <a:pt x="72863" y="304455"/>
                </a:cubicBezTo>
                <a:cubicBezTo>
                  <a:pt x="73674" y="304455"/>
                  <a:pt x="76108" y="305267"/>
                  <a:pt x="76919" y="306079"/>
                </a:cubicBezTo>
                <a:cubicBezTo>
                  <a:pt x="80165" y="308514"/>
                  <a:pt x="77731" y="313386"/>
                  <a:pt x="74485" y="310950"/>
                </a:cubicBezTo>
                <a:close/>
                <a:moveTo>
                  <a:pt x="74485" y="277663"/>
                </a:moveTo>
                <a:cubicBezTo>
                  <a:pt x="74485" y="276851"/>
                  <a:pt x="75297" y="276039"/>
                  <a:pt x="75297" y="276039"/>
                </a:cubicBezTo>
                <a:cubicBezTo>
                  <a:pt x="76108" y="276039"/>
                  <a:pt x="76919" y="276039"/>
                  <a:pt x="76919" y="276851"/>
                </a:cubicBezTo>
                <a:cubicBezTo>
                  <a:pt x="76919" y="276851"/>
                  <a:pt x="76108" y="277663"/>
                  <a:pt x="75297" y="278475"/>
                </a:cubicBezTo>
                <a:cubicBezTo>
                  <a:pt x="75297" y="278475"/>
                  <a:pt x="74485" y="278475"/>
                  <a:pt x="74485" y="277663"/>
                </a:cubicBezTo>
                <a:close/>
                <a:moveTo>
                  <a:pt x="75297" y="297148"/>
                </a:moveTo>
                <a:cubicBezTo>
                  <a:pt x="76108" y="296336"/>
                  <a:pt x="76108" y="295524"/>
                  <a:pt x="76919" y="295524"/>
                </a:cubicBezTo>
                <a:cubicBezTo>
                  <a:pt x="77731" y="295524"/>
                  <a:pt x="77731" y="296336"/>
                  <a:pt x="77731" y="297148"/>
                </a:cubicBezTo>
                <a:cubicBezTo>
                  <a:pt x="77731" y="297960"/>
                  <a:pt x="76919" y="297960"/>
                  <a:pt x="76108" y="297960"/>
                </a:cubicBezTo>
                <a:cubicBezTo>
                  <a:pt x="74485" y="297960"/>
                  <a:pt x="74485" y="297960"/>
                  <a:pt x="75297" y="297148"/>
                </a:cubicBezTo>
                <a:close/>
                <a:moveTo>
                  <a:pt x="76919" y="288217"/>
                </a:moveTo>
                <a:cubicBezTo>
                  <a:pt x="76108" y="288217"/>
                  <a:pt x="76108" y="286594"/>
                  <a:pt x="76108" y="285782"/>
                </a:cubicBezTo>
                <a:cubicBezTo>
                  <a:pt x="76108" y="284970"/>
                  <a:pt x="76919" y="284970"/>
                  <a:pt x="76919" y="284970"/>
                </a:cubicBezTo>
                <a:cubicBezTo>
                  <a:pt x="77731" y="285782"/>
                  <a:pt x="78542" y="284970"/>
                  <a:pt x="79353" y="283346"/>
                </a:cubicBezTo>
                <a:cubicBezTo>
                  <a:pt x="79353" y="281722"/>
                  <a:pt x="80165" y="281722"/>
                  <a:pt x="80165" y="283346"/>
                </a:cubicBezTo>
                <a:cubicBezTo>
                  <a:pt x="79353" y="286594"/>
                  <a:pt x="78542" y="289029"/>
                  <a:pt x="76919" y="288217"/>
                </a:cubicBezTo>
                <a:close/>
                <a:moveTo>
                  <a:pt x="86655" y="276851"/>
                </a:moveTo>
                <a:cubicBezTo>
                  <a:pt x="89900" y="276039"/>
                  <a:pt x="89900" y="276039"/>
                  <a:pt x="87466" y="278475"/>
                </a:cubicBezTo>
                <a:cubicBezTo>
                  <a:pt x="86655" y="279287"/>
                  <a:pt x="84221" y="280099"/>
                  <a:pt x="82598" y="279287"/>
                </a:cubicBezTo>
                <a:cubicBezTo>
                  <a:pt x="80165" y="278475"/>
                  <a:pt x="80165" y="278475"/>
                  <a:pt x="81787" y="274416"/>
                </a:cubicBezTo>
                <a:cubicBezTo>
                  <a:pt x="84221" y="269544"/>
                  <a:pt x="89089" y="266297"/>
                  <a:pt x="89089" y="269544"/>
                </a:cubicBezTo>
                <a:cubicBezTo>
                  <a:pt x="89089" y="270356"/>
                  <a:pt x="88278" y="271980"/>
                  <a:pt x="88278" y="271980"/>
                </a:cubicBezTo>
                <a:cubicBezTo>
                  <a:pt x="88278" y="271980"/>
                  <a:pt x="86655" y="272792"/>
                  <a:pt x="85844" y="274416"/>
                </a:cubicBezTo>
                <a:cubicBezTo>
                  <a:pt x="84221" y="277663"/>
                  <a:pt x="84221" y="277663"/>
                  <a:pt x="86655" y="276851"/>
                </a:cubicBezTo>
                <a:close/>
                <a:moveTo>
                  <a:pt x="92334" y="263861"/>
                </a:moveTo>
                <a:cubicBezTo>
                  <a:pt x="90712" y="263861"/>
                  <a:pt x="89900" y="263049"/>
                  <a:pt x="89900" y="263049"/>
                </a:cubicBezTo>
                <a:cubicBezTo>
                  <a:pt x="89900" y="263049"/>
                  <a:pt x="91523" y="261425"/>
                  <a:pt x="93145" y="259802"/>
                </a:cubicBezTo>
                <a:cubicBezTo>
                  <a:pt x="95580" y="257366"/>
                  <a:pt x="95580" y="257366"/>
                  <a:pt x="95580" y="260614"/>
                </a:cubicBezTo>
                <a:cubicBezTo>
                  <a:pt x="94768" y="263049"/>
                  <a:pt x="93957" y="263861"/>
                  <a:pt x="92334" y="263861"/>
                </a:cubicBezTo>
                <a:close/>
                <a:moveTo>
                  <a:pt x="94768" y="248435"/>
                </a:moveTo>
                <a:lnTo>
                  <a:pt x="91523" y="250871"/>
                </a:lnTo>
                <a:lnTo>
                  <a:pt x="94768" y="248435"/>
                </a:lnTo>
                <a:cubicBezTo>
                  <a:pt x="95580" y="246000"/>
                  <a:pt x="97202" y="244376"/>
                  <a:pt x="97202" y="244376"/>
                </a:cubicBezTo>
                <a:cubicBezTo>
                  <a:pt x="98825" y="244376"/>
                  <a:pt x="97202" y="245188"/>
                  <a:pt x="94768" y="248435"/>
                </a:cubicBezTo>
                <a:close/>
                <a:moveTo>
                  <a:pt x="98013" y="221643"/>
                </a:moveTo>
                <a:cubicBezTo>
                  <a:pt x="97202" y="221643"/>
                  <a:pt x="97202" y="222455"/>
                  <a:pt x="96391" y="223267"/>
                </a:cubicBezTo>
                <a:cubicBezTo>
                  <a:pt x="96391" y="224891"/>
                  <a:pt x="95580" y="226515"/>
                  <a:pt x="94768" y="227326"/>
                </a:cubicBezTo>
                <a:cubicBezTo>
                  <a:pt x="93957" y="228138"/>
                  <a:pt x="92334" y="230574"/>
                  <a:pt x="92334" y="232198"/>
                </a:cubicBezTo>
                <a:cubicBezTo>
                  <a:pt x="92334" y="233822"/>
                  <a:pt x="90712" y="234633"/>
                  <a:pt x="88278" y="234633"/>
                </a:cubicBezTo>
                <a:cubicBezTo>
                  <a:pt x="85844" y="234633"/>
                  <a:pt x="85032" y="234633"/>
                  <a:pt x="85032" y="235445"/>
                </a:cubicBezTo>
                <a:cubicBezTo>
                  <a:pt x="85032" y="236257"/>
                  <a:pt x="85844" y="236257"/>
                  <a:pt x="86655" y="236257"/>
                </a:cubicBezTo>
                <a:cubicBezTo>
                  <a:pt x="87466" y="236257"/>
                  <a:pt x="88278" y="237069"/>
                  <a:pt x="89089" y="237881"/>
                </a:cubicBezTo>
                <a:cubicBezTo>
                  <a:pt x="89900" y="239505"/>
                  <a:pt x="89089" y="239505"/>
                  <a:pt x="86655" y="238693"/>
                </a:cubicBezTo>
                <a:cubicBezTo>
                  <a:pt x="85032" y="237881"/>
                  <a:pt x="84221" y="238693"/>
                  <a:pt x="85032" y="238693"/>
                </a:cubicBezTo>
                <a:cubicBezTo>
                  <a:pt x="87466" y="239505"/>
                  <a:pt x="87466" y="242752"/>
                  <a:pt x="85032" y="245188"/>
                </a:cubicBezTo>
                <a:cubicBezTo>
                  <a:pt x="84221" y="246000"/>
                  <a:pt x="82598" y="246000"/>
                  <a:pt x="80976" y="245188"/>
                </a:cubicBezTo>
                <a:cubicBezTo>
                  <a:pt x="79353" y="244376"/>
                  <a:pt x="80165" y="244376"/>
                  <a:pt x="80976" y="246812"/>
                </a:cubicBezTo>
                <a:cubicBezTo>
                  <a:pt x="81787" y="249247"/>
                  <a:pt x="82598" y="250871"/>
                  <a:pt x="80976" y="252495"/>
                </a:cubicBezTo>
                <a:cubicBezTo>
                  <a:pt x="80165" y="254119"/>
                  <a:pt x="80165" y="254930"/>
                  <a:pt x="80165" y="254930"/>
                </a:cubicBezTo>
                <a:cubicBezTo>
                  <a:pt x="80976" y="254930"/>
                  <a:pt x="79353" y="256554"/>
                  <a:pt x="77731" y="257366"/>
                </a:cubicBezTo>
                <a:cubicBezTo>
                  <a:pt x="74485" y="259802"/>
                  <a:pt x="73674" y="259802"/>
                  <a:pt x="72863" y="257366"/>
                </a:cubicBezTo>
                <a:cubicBezTo>
                  <a:pt x="72051" y="254930"/>
                  <a:pt x="71240" y="255742"/>
                  <a:pt x="71240" y="258990"/>
                </a:cubicBezTo>
                <a:cubicBezTo>
                  <a:pt x="71240" y="261425"/>
                  <a:pt x="72051" y="262237"/>
                  <a:pt x="72863" y="262237"/>
                </a:cubicBezTo>
                <a:cubicBezTo>
                  <a:pt x="73674" y="261425"/>
                  <a:pt x="73674" y="262237"/>
                  <a:pt x="72863" y="263049"/>
                </a:cubicBezTo>
                <a:cubicBezTo>
                  <a:pt x="72863" y="264673"/>
                  <a:pt x="72051" y="265485"/>
                  <a:pt x="71240" y="264673"/>
                </a:cubicBezTo>
                <a:cubicBezTo>
                  <a:pt x="70429" y="263861"/>
                  <a:pt x="69617" y="264673"/>
                  <a:pt x="68806" y="265485"/>
                </a:cubicBezTo>
                <a:cubicBezTo>
                  <a:pt x="67995" y="266297"/>
                  <a:pt x="67184" y="266297"/>
                  <a:pt x="66372" y="265485"/>
                </a:cubicBezTo>
                <a:cubicBezTo>
                  <a:pt x="65561" y="263861"/>
                  <a:pt x="70429" y="254930"/>
                  <a:pt x="74485" y="250871"/>
                </a:cubicBezTo>
                <a:cubicBezTo>
                  <a:pt x="75297" y="250059"/>
                  <a:pt x="76919" y="247623"/>
                  <a:pt x="76919" y="246812"/>
                </a:cubicBezTo>
                <a:cubicBezTo>
                  <a:pt x="76919" y="243564"/>
                  <a:pt x="79353" y="241940"/>
                  <a:pt x="80976" y="242752"/>
                </a:cubicBezTo>
                <a:cubicBezTo>
                  <a:pt x="81787" y="242752"/>
                  <a:pt x="81787" y="242752"/>
                  <a:pt x="81787" y="241940"/>
                </a:cubicBezTo>
                <a:cubicBezTo>
                  <a:pt x="81787" y="239505"/>
                  <a:pt x="85844" y="229762"/>
                  <a:pt x="87466" y="229762"/>
                </a:cubicBezTo>
                <a:cubicBezTo>
                  <a:pt x="88278" y="229762"/>
                  <a:pt x="88278" y="230574"/>
                  <a:pt x="88278" y="230574"/>
                </a:cubicBezTo>
                <a:cubicBezTo>
                  <a:pt x="87466" y="231386"/>
                  <a:pt x="88278" y="231386"/>
                  <a:pt x="89900" y="231386"/>
                </a:cubicBezTo>
                <a:cubicBezTo>
                  <a:pt x="92334" y="230574"/>
                  <a:pt x="93145" y="228138"/>
                  <a:pt x="90712" y="228138"/>
                </a:cubicBezTo>
                <a:cubicBezTo>
                  <a:pt x="88278" y="228138"/>
                  <a:pt x="89089" y="224891"/>
                  <a:pt x="90712" y="223267"/>
                </a:cubicBezTo>
                <a:cubicBezTo>
                  <a:pt x="92334" y="221643"/>
                  <a:pt x="93145" y="221643"/>
                  <a:pt x="93145" y="223267"/>
                </a:cubicBezTo>
                <a:cubicBezTo>
                  <a:pt x="93145" y="224891"/>
                  <a:pt x="93145" y="225703"/>
                  <a:pt x="91523" y="225703"/>
                </a:cubicBezTo>
                <a:cubicBezTo>
                  <a:pt x="89089" y="225703"/>
                  <a:pt x="89089" y="226515"/>
                  <a:pt x="91523" y="226515"/>
                </a:cubicBezTo>
                <a:cubicBezTo>
                  <a:pt x="94768" y="226515"/>
                  <a:pt x="95580" y="224891"/>
                  <a:pt x="93957" y="220831"/>
                </a:cubicBezTo>
                <a:cubicBezTo>
                  <a:pt x="93145" y="218396"/>
                  <a:pt x="93145" y="217584"/>
                  <a:pt x="97202" y="213525"/>
                </a:cubicBezTo>
                <a:cubicBezTo>
                  <a:pt x="99636" y="211089"/>
                  <a:pt x="102881" y="209465"/>
                  <a:pt x="103693" y="210277"/>
                </a:cubicBezTo>
                <a:cubicBezTo>
                  <a:pt x="106127" y="211089"/>
                  <a:pt x="105315" y="215148"/>
                  <a:pt x="102881" y="215148"/>
                </a:cubicBezTo>
                <a:cubicBezTo>
                  <a:pt x="102070" y="215148"/>
                  <a:pt x="100448" y="216772"/>
                  <a:pt x="100448" y="218396"/>
                </a:cubicBezTo>
                <a:cubicBezTo>
                  <a:pt x="99636" y="220020"/>
                  <a:pt x="98825" y="221643"/>
                  <a:pt x="98013" y="221643"/>
                </a:cubicBezTo>
                <a:close/>
                <a:moveTo>
                  <a:pt x="98825" y="251683"/>
                </a:moveTo>
                <a:cubicBezTo>
                  <a:pt x="98013" y="250059"/>
                  <a:pt x="98825" y="249247"/>
                  <a:pt x="99636" y="247623"/>
                </a:cubicBezTo>
                <a:cubicBezTo>
                  <a:pt x="100448" y="246812"/>
                  <a:pt x="102070" y="246000"/>
                  <a:pt x="102070" y="246000"/>
                </a:cubicBezTo>
                <a:cubicBezTo>
                  <a:pt x="100448" y="251683"/>
                  <a:pt x="98825" y="253307"/>
                  <a:pt x="98825" y="251683"/>
                </a:cubicBezTo>
                <a:close/>
                <a:moveTo>
                  <a:pt x="111806" y="250059"/>
                </a:moveTo>
                <a:cubicBezTo>
                  <a:pt x="110183" y="251683"/>
                  <a:pt x="110183" y="251683"/>
                  <a:pt x="110183" y="250059"/>
                </a:cubicBezTo>
                <a:cubicBezTo>
                  <a:pt x="110183" y="249247"/>
                  <a:pt x="110995" y="247623"/>
                  <a:pt x="111806" y="247623"/>
                </a:cubicBezTo>
                <a:cubicBezTo>
                  <a:pt x="113428" y="247623"/>
                  <a:pt x="113428" y="247623"/>
                  <a:pt x="111806" y="250059"/>
                </a:cubicBezTo>
                <a:close/>
                <a:moveTo>
                  <a:pt x="111806" y="234633"/>
                </a:moveTo>
                <a:cubicBezTo>
                  <a:pt x="110183" y="237881"/>
                  <a:pt x="102881" y="245188"/>
                  <a:pt x="102070" y="244376"/>
                </a:cubicBezTo>
                <a:cubicBezTo>
                  <a:pt x="101259" y="243564"/>
                  <a:pt x="102070" y="241940"/>
                  <a:pt x="103693" y="241128"/>
                </a:cubicBezTo>
                <a:cubicBezTo>
                  <a:pt x="105315" y="239505"/>
                  <a:pt x="106938" y="237069"/>
                  <a:pt x="107749" y="236257"/>
                </a:cubicBezTo>
                <a:cubicBezTo>
                  <a:pt x="108561" y="235445"/>
                  <a:pt x="109372" y="233010"/>
                  <a:pt x="110995" y="232198"/>
                </a:cubicBezTo>
                <a:cubicBezTo>
                  <a:pt x="111806" y="231386"/>
                  <a:pt x="112617" y="231386"/>
                  <a:pt x="112617" y="232198"/>
                </a:cubicBezTo>
                <a:cubicBezTo>
                  <a:pt x="112617" y="231386"/>
                  <a:pt x="112617" y="233010"/>
                  <a:pt x="111806" y="234633"/>
                </a:cubicBezTo>
                <a:close/>
                <a:moveTo>
                  <a:pt x="108561" y="203782"/>
                </a:moveTo>
                <a:cubicBezTo>
                  <a:pt x="108561" y="202970"/>
                  <a:pt x="109372" y="202158"/>
                  <a:pt x="110183" y="201346"/>
                </a:cubicBezTo>
                <a:cubicBezTo>
                  <a:pt x="110995" y="201346"/>
                  <a:pt x="111806" y="201346"/>
                  <a:pt x="111806" y="202970"/>
                </a:cubicBezTo>
                <a:cubicBezTo>
                  <a:pt x="111806" y="203782"/>
                  <a:pt x="110995" y="205406"/>
                  <a:pt x="110183" y="205406"/>
                </a:cubicBezTo>
                <a:cubicBezTo>
                  <a:pt x="109372" y="205406"/>
                  <a:pt x="108561" y="204594"/>
                  <a:pt x="108561" y="203782"/>
                </a:cubicBezTo>
                <a:close/>
                <a:moveTo>
                  <a:pt x="110995" y="198099"/>
                </a:moveTo>
                <a:cubicBezTo>
                  <a:pt x="106938" y="199723"/>
                  <a:pt x="104504" y="198911"/>
                  <a:pt x="106938" y="198099"/>
                </a:cubicBezTo>
                <a:cubicBezTo>
                  <a:pt x="107749" y="197287"/>
                  <a:pt x="109372" y="196475"/>
                  <a:pt x="110995" y="197287"/>
                </a:cubicBezTo>
                <a:cubicBezTo>
                  <a:pt x="113428" y="197287"/>
                  <a:pt x="113428" y="197287"/>
                  <a:pt x="110995" y="198099"/>
                </a:cubicBezTo>
                <a:close/>
                <a:moveTo>
                  <a:pt x="116674" y="226515"/>
                </a:moveTo>
                <a:cubicBezTo>
                  <a:pt x="115862" y="226515"/>
                  <a:pt x="115051" y="225703"/>
                  <a:pt x="115051" y="224079"/>
                </a:cubicBezTo>
                <a:cubicBezTo>
                  <a:pt x="115862" y="222455"/>
                  <a:pt x="116674" y="221643"/>
                  <a:pt x="116674" y="222455"/>
                </a:cubicBezTo>
                <a:cubicBezTo>
                  <a:pt x="119108" y="223267"/>
                  <a:pt x="118296" y="226515"/>
                  <a:pt x="116674" y="226515"/>
                </a:cubicBezTo>
                <a:close/>
                <a:moveTo>
                  <a:pt x="116674" y="193228"/>
                </a:moveTo>
                <a:cubicBezTo>
                  <a:pt x="115862" y="194039"/>
                  <a:pt x="115862" y="193228"/>
                  <a:pt x="115862" y="192416"/>
                </a:cubicBezTo>
                <a:cubicBezTo>
                  <a:pt x="115862" y="191604"/>
                  <a:pt x="116674" y="191604"/>
                  <a:pt x="116674" y="191604"/>
                </a:cubicBezTo>
                <a:cubicBezTo>
                  <a:pt x="117485" y="191604"/>
                  <a:pt x="118296" y="191604"/>
                  <a:pt x="118296" y="192416"/>
                </a:cubicBezTo>
                <a:cubicBezTo>
                  <a:pt x="118296" y="192416"/>
                  <a:pt x="117485" y="192416"/>
                  <a:pt x="116674" y="193228"/>
                </a:cubicBezTo>
                <a:close/>
                <a:moveTo>
                  <a:pt x="116674" y="189980"/>
                </a:moveTo>
                <a:cubicBezTo>
                  <a:pt x="115051" y="189980"/>
                  <a:pt x="112617" y="190792"/>
                  <a:pt x="111806" y="191604"/>
                </a:cubicBezTo>
                <a:cubicBezTo>
                  <a:pt x="110995" y="192416"/>
                  <a:pt x="110995" y="191604"/>
                  <a:pt x="112617" y="190792"/>
                </a:cubicBezTo>
                <a:cubicBezTo>
                  <a:pt x="114240" y="189168"/>
                  <a:pt x="115862" y="188356"/>
                  <a:pt x="117485" y="188356"/>
                </a:cubicBezTo>
                <a:cubicBezTo>
                  <a:pt x="120730" y="188356"/>
                  <a:pt x="120730" y="189980"/>
                  <a:pt x="116674" y="189980"/>
                </a:cubicBezTo>
                <a:close/>
                <a:moveTo>
                  <a:pt x="121542" y="221643"/>
                </a:moveTo>
                <a:cubicBezTo>
                  <a:pt x="120730" y="221643"/>
                  <a:pt x="119919" y="221643"/>
                  <a:pt x="119919" y="220831"/>
                </a:cubicBezTo>
                <a:cubicBezTo>
                  <a:pt x="119919" y="220020"/>
                  <a:pt x="120730" y="219208"/>
                  <a:pt x="122353" y="220020"/>
                </a:cubicBezTo>
                <a:cubicBezTo>
                  <a:pt x="123164" y="220020"/>
                  <a:pt x="123976" y="220831"/>
                  <a:pt x="123976" y="220831"/>
                </a:cubicBezTo>
                <a:cubicBezTo>
                  <a:pt x="123976" y="220831"/>
                  <a:pt x="123164" y="221643"/>
                  <a:pt x="121542" y="221643"/>
                </a:cubicBezTo>
                <a:close/>
                <a:moveTo>
                  <a:pt x="125598" y="211089"/>
                </a:moveTo>
                <a:cubicBezTo>
                  <a:pt x="124787" y="211901"/>
                  <a:pt x="124787" y="211089"/>
                  <a:pt x="124787" y="210277"/>
                </a:cubicBezTo>
                <a:cubicBezTo>
                  <a:pt x="124787" y="209465"/>
                  <a:pt x="125598" y="208653"/>
                  <a:pt x="125598" y="208653"/>
                </a:cubicBezTo>
                <a:cubicBezTo>
                  <a:pt x="126409" y="208653"/>
                  <a:pt x="127221" y="208653"/>
                  <a:pt x="127221" y="209465"/>
                </a:cubicBezTo>
                <a:cubicBezTo>
                  <a:pt x="127221" y="210277"/>
                  <a:pt x="126409" y="210277"/>
                  <a:pt x="125598" y="211089"/>
                </a:cubicBezTo>
                <a:close/>
                <a:moveTo>
                  <a:pt x="132900" y="202158"/>
                </a:moveTo>
                <a:cubicBezTo>
                  <a:pt x="132089" y="202158"/>
                  <a:pt x="132089" y="201346"/>
                  <a:pt x="132900" y="200534"/>
                </a:cubicBezTo>
                <a:cubicBezTo>
                  <a:pt x="133711" y="199723"/>
                  <a:pt x="135334" y="198911"/>
                  <a:pt x="135334" y="199723"/>
                </a:cubicBezTo>
                <a:cubicBezTo>
                  <a:pt x="136145" y="200534"/>
                  <a:pt x="135334" y="202158"/>
                  <a:pt x="132900" y="202158"/>
                </a:cubicBezTo>
                <a:close/>
                <a:moveTo>
                  <a:pt x="127221" y="176178"/>
                </a:moveTo>
                <a:cubicBezTo>
                  <a:pt x="126409" y="176178"/>
                  <a:pt x="127221" y="175366"/>
                  <a:pt x="127221" y="173742"/>
                </a:cubicBezTo>
                <a:cubicBezTo>
                  <a:pt x="127221" y="172119"/>
                  <a:pt x="127221" y="172119"/>
                  <a:pt x="126409" y="172931"/>
                </a:cubicBezTo>
                <a:cubicBezTo>
                  <a:pt x="125598" y="172931"/>
                  <a:pt x="124787" y="174554"/>
                  <a:pt x="124787" y="176178"/>
                </a:cubicBezTo>
                <a:cubicBezTo>
                  <a:pt x="124787" y="178614"/>
                  <a:pt x="122353" y="181049"/>
                  <a:pt x="121542" y="179426"/>
                </a:cubicBezTo>
                <a:cubicBezTo>
                  <a:pt x="120730" y="178614"/>
                  <a:pt x="121542" y="178614"/>
                  <a:pt x="122353" y="177802"/>
                </a:cubicBezTo>
                <a:cubicBezTo>
                  <a:pt x="123164" y="176990"/>
                  <a:pt x="123976" y="176990"/>
                  <a:pt x="123164" y="176178"/>
                </a:cubicBezTo>
                <a:cubicBezTo>
                  <a:pt x="123164" y="176178"/>
                  <a:pt x="123976" y="173742"/>
                  <a:pt x="125598" y="171307"/>
                </a:cubicBezTo>
                <a:cubicBezTo>
                  <a:pt x="128844" y="168059"/>
                  <a:pt x="128844" y="167247"/>
                  <a:pt x="128844" y="169683"/>
                </a:cubicBezTo>
                <a:cubicBezTo>
                  <a:pt x="128844" y="172931"/>
                  <a:pt x="130466" y="172119"/>
                  <a:pt x="133711" y="168871"/>
                </a:cubicBezTo>
                <a:cubicBezTo>
                  <a:pt x="134523" y="167247"/>
                  <a:pt x="136145" y="166435"/>
                  <a:pt x="136145" y="167247"/>
                </a:cubicBezTo>
                <a:cubicBezTo>
                  <a:pt x="136145" y="168871"/>
                  <a:pt x="128844" y="176178"/>
                  <a:pt x="127221" y="176178"/>
                </a:cubicBezTo>
                <a:close/>
                <a:moveTo>
                  <a:pt x="154805" y="176990"/>
                </a:moveTo>
                <a:cubicBezTo>
                  <a:pt x="153994" y="176990"/>
                  <a:pt x="153183" y="176178"/>
                  <a:pt x="153183" y="176178"/>
                </a:cubicBezTo>
                <a:cubicBezTo>
                  <a:pt x="153994" y="175366"/>
                  <a:pt x="154805" y="175366"/>
                  <a:pt x="155617" y="175366"/>
                </a:cubicBezTo>
                <a:cubicBezTo>
                  <a:pt x="156428" y="175366"/>
                  <a:pt x="157240" y="175366"/>
                  <a:pt x="157240" y="176178"/>
                </a:cubicBezTo>
                <a:cubicBezTo>
                  <a:pt x="157240" y="176178"/>
                  <a:pt x="155617" y="176990"/>
                  <a:pt x="154805" y="176990"/>
                </a:cubicBezTo>
                <a:close/>
                <a:moveTo>
                  <a:pt x="160485" y="172119"/>
                </a:moveTo>
                <a:cubicBezTo>
                  <a:pt x="158862" y="172119"/>
                  <a:pt x="158862" y="172119"/>
                  <a:pt x="159673" y="171307"/>
                </a:cubicBezTo>
                <a:cubicBezTo>
                  <a:pt x="160485" y="170495"/>
                  <a:pt x="162107" y="170495"/>
                  <a:pt x="162107" y="171307"/>
                </a:cubicBezTo>
                <a:cubicBezTo>
                  <a:pt x="162107" y="171307"/>
                  <a:pt x="162107" y="172119"/>
                  <a:pt x="160485" y="172119"/>
                </a:cubicBezTo>
                <a:close/>
                <a:moveTo>
                  <a:pt x="164541" y="166435"/>
                </a:moveTo>
                <a:cubicBezTo>
                  <a:pt x="162107" y="168871"/>
                  <a:pt x="162107" y="168059"/>
                  <a:pt x="164541" y="166435"/>
                </a:cubicBezTo>
                <a:cubicBezTo>
                  <a:pt x="165353" y="164812"/>
                  <a:pt x="166164" y="164000"/>
                  <a:pt x="166164" y="164000"/>
                </a:cubicBezTo>
                <a:cubicBezTo>
                  <a:pt x="166975" y="164000"/>
                  <a:pt x="166164" y="164812"/>
                  <a:pt x="164541" y="166435"/>
                </a:cubicBezTo>
                <a:close/>
                <a:moveTo>
                  <a:pt x="167787" y="120158"/>
                </a:moveTo>
                <a:cubicBezTo>
                  <a:pt x="166164" y="122594"/>
                  <a:pt x="166164" y="122594"/>
                  <a:pt x="166164" y="118535"/>
                </a:cubicBezTo>
                <a:cubicBezTo>
                  <a:pt x="166164" y="116099"/>
                  <a:pt x="166164" y="115287"/>
                  <a:pt x="166975" y="116099"/>
                </a:cubicBezTo>
                <a:cubicBezTo>
                  <a:pt x="166975" y="116911"/>
                  <a:pt x="167787" y="116911"/>
                  <a:pt x="168598" y="116911"/>
                </a:cubicBezTo>
                <a:cubicBezTo>
                  <a:pt x="170220" y="116911"/>
                  <a:pt x="169409" y="117723"/>
                  <a:pt x="167787" y="120158"/>
                </a:cubicBezTo>
                <a:close/>
                <a:moveTo>
                  <a:pt x="179145" y="109604"/>
                </a:moveTo>
                <a:cubicBezTo>
                  <a:pt x="177522" y="110416"/>
                  <a:pt x="175088" y="109604"/>
                  <a:pt x="176711" y="107980"/>
                </a:cubicBezTo>
                <a:cubicBezTo>
                  <a:pt x="177522" y="107168"/>
                  <a:pt x="178334" y="107168"/>
                  <a:pt x="179145" y="107980"/>
                </a:cubicBezTo>
                <a:cubicBezTo>
                  <a:pt x="180768" y="108792"/>
                  <a:pt x="180768" y="108792"/>
                  <a:pt x="179145" y="109604"/>
                </a:cubicBezTo>
                <a:close/>
                <a:moveTo>
                  <a:pt x="184824" y="99049"/>
                </a:moveTo>
                <a:cubicBezTo>
                  <a:pt x="184013" y="99049"/>
                  <a:pt x="183202" y="99861"/>
                  <a:pt x="184013" y="99861"/>
                </a:cubicBezTo>
                <a:cubicBezTo>
                  <a:pt x="184824" y="99861"/>
                  <a:pt x="184013" y="101485"/>
                  <a:pt x="182390" y="102297"/>
                </a:cubicBezTo>
                <a:cubicBezTo>
                  <a:pt x="179145" y="103109"/>
                  <a:pt x="178334" y="103109"/>
                  <a:pt x="180768" y="100673"/>
                </a:cubicBezTo>
                <a:cubicBezTo>
                  <a:pt x="182390" y="99049"/>
                  <a:pt x="183202" y="97426"/>
                  <a:pt x="183202" y="96614"/>
                </a:cubicBezTo>
                <a:cubicBezTo>
                  <a:pt x="183202" y="95802"/>
                  <a:pt x="184013" y="94990"/>
                  <a:pt x="184824" y="95802"/>
                </a:cubicBezTo>
                <a:cubicBezTo>
                  <a:pt x="186447" y="96614"/>
                  <a:pt x="186447" y="99049"/>
                  <a:pt x="184824" y="99049"/>
                </a:cubicBezTo>
                <a:close/>
                <a:moveTo>
                  <a:pt x="270824" y="182673"/>
                </a:moveTo>
                <a:cubicBezTo>
                  <a:pt x="271635" y="181861"/>
                  <a:pt x="272446" y="181049"/>
                  <a:pt x="272446" y="181861"/>
                </a:cubicBezTo>
                <a:cubicBezTo>
                  <a:pt x="273258" y="182673"/>
                  <a:pt x="272446" y="184297"/>
                  <a:pt x="270824" y="185109"/>
                </a:cubicBezTo>
                <a:cubicBezTo>
                  <a:pt x="270012" y="186732"/>
                  <a:pt x="269201" y="185109"/>
                  <a:pt x="270824" y="182673"/>
                </a:cubicBezTo>
                <a:close/>
                <a:moveTo>
                  <a:pt x="265956" y="193228"/>
                </a:moveTo>
                <a:cubicBezTo>
                  <a:pt x="265956" y="193228"/>
                  <a:pt x="264333" y="194851"/>
                  <a:pt x="263522" y="197287"/>
                </a:cubicBezTo>
                <a:cubicBezTo>
                  <a:pt x="262711" y="200534"/>
                  <a:pt x="261899" y="200534"/>
                  <a:pt x="261899" y="197287"/>
                </a:cubicBezTo>
                <a:cubicBezTo>
                  <a:pt x="261899" y="194851"/>
                  <a:pt x="263522" y="194039"/>
                  <a:pt x="265956" y="193228"/>
                </a:cubicBezTo>
                <a:close/>
                <a:moveTo>
                  <a:pt x="257843" y="220831"/>
                </a:moveTo>
                <a:cubicBezTo>
                  <a:pt x="257031" y="220831"/>
                  <a:pt x="257031" y="220020"/>
                  <a:pt x="257031" y="219208"/>
                </a:cubicBezTo>
                <a:cubicBezTo>
                  <a:pt x="257843" y="218396"/>
                  <a:pt x="257843" y="217584"/>
                  <a:pt x="258654" y="217584"/>
                </a:cubicBezTo>
                <a:cubicBezTo>
                  <a:pt x="258654" y="217584"/>
                  <a:pt x="259465" y="218396"/>
                  <a:pt x="259465" y="219208"/>
                </a:cubicBezTo>
                <a:cubicBezTo>
                  <a:pt x="258654" y="220020"/>
                  <a:pt x="257843" y="220831"/>
                  <a:pt x="257843" y="220831"/>
                </a:cubicBezTo>
                <a:close/>
                <a:moveTo>
                  <a:pt x="256220" y="205406"/>
                </a:moveTo>
                <a:cubicBezTo>
                  <a:pt x="257031" y="205406"/>
                  <a:pt x="257843" y="204594"/>
                  <a:pt x="257843" y="202970"/>
                </a:cubicBezTo>
                <a:cubicBezTo>
                  <a:pt x="257843" y="202158"/>
                  <a:pt x="258654" y="200534"/>
                  <a:pt x="259465" y="200534"/>
                </a:cubicBezTo>
                <a:cubicBezTo>
                  <a:pt x="260276" y="199723"/>
                  <a:pt x="261088" y="200534"/>
                  <a:pt x="261088" y="200534"/>
                </a:cubicBezTo>
                <a:cubicBezTo>
                  <a:pt x="261088" y="202158"/>
                  <a:pt x="255409" y="210277"/>
                  <a:pt x="254597" y="210277"/>
                </a:cubicBezTo>
                <a:cubicBezTo>
                  <a:pt x="252975" y="209465"/>
                  <a:pt x="255409" y="205406"/>
                  <a:pt x="256220" y="205406"/>
                </a:cubicBezTo>
                <a:close/>
                <a:moveTo>
                  <a:pt x="250541" y="232198"/>
                </a:moveTo>
                <a:cubicBezTo>
                  <a:pt x="250541" y="232198"/>
                  <a:pt x="249729" y="233010"/>
                  <a:pt x="248107" y="233822"/>
                </a:cubicBezTo>
                <a:cubicBezTo>
                  <a:pt x="246484" y="235445"/>
                  <a:pt x="246484" y="235445"/>
                  <a:pt x="246484" y="233822"/>
                </a:cubicBezTo>
                <a:cubicBezTo>
                  <a:pt x="246484" y="233010"/>
                  <a:pt x="247295" y="232198"/>
                  <a:pt x="248107" y="232198"/>
                </a:cubicBezTo>
                <a:cubicBezTo>
                  <a:pt x="249729" y="232198"/>
                  <a:pt x="250541" y="232198"/>
                  <a:pt x="250541" y="232198"/>
                </a:cubicBezTo>
                <a:close/>
                <a:moveTo>
                  <a:pt x="248107" y="217584"/>
                </a:moveTo>
                <a:cubicBezTo>
                  <a:pt x="248918" y="217584"/>
                  <a:pt x="249729" y="217584"/>
                  <a:pt x="249729" y="218396"/>
                </a:cubicBezTo>
                <a:cubicBezTo>
                  <a:pt x="249729" y="219208"/>
                  <a:pt x="248918" y="219208"/>
                  <a:pt x="248107" y="220020"/>
                </a:cubicBezTo>
                <a:cubicBezTo>
                  <a:pt x="247295" y="220831"/>
                  <a:pt x="246484" y="220020"/>
                  <a:pt x="246484" y="219208"/>
                </a:cubicBezTo>
                <a:cubicBezTo>
                  <a:pt x="246484" y="218396"/>
                  <a:pt x="247295" y="217584"/>
                  <a:pt x="248107" y="217584"/>
                </a:cubicBezTo>
                <a:close/>
                <a:moveTo>
                  <a:pt x="244862" y="222455"/>
                </a:moveTo>
                <a:cubicBezTo>
                  <a:pt x="245673" y="222455"/>
                  <a:pt x="246484" y="222455"/>
                  <a:pt x="246484" y="223267"/>
                </a:cubicBezTo>
                <a:cubicBezTo>
                  <a:pt x="246484" y="223267"/>
                  <a:pt x="245673" y="224079"/>
                  <a:pt x="244862" y="224891"/>
                </a:cubicBezTo>
                <a:cubicBezTo>
                  <a:pt x="244050" y="225703"/>
                  <a:pt x="244050" y="224891"/>
                  <a:pt x="244050" y="224079"/>
                </a:cubicBezTo>
                <a:cubicBezTo>
                  <a:pt x="244050" y="222455"/>
                  <a:pt x="244050" y="222455"/>
                  <a:pt x="244862" y="222455"/>
                </a:cubicBezTo>
                <a:close/>
                <a:moveTo>
                  <a:pt x="228635" y="245188"/>
                </a:moveTo>
                <a:cubicBezTo>
                  <a:pt x="230258" y="242752"/>
                  <a:pt x="231880" y="240317"/>
                  <a:pt x="233503" y="237881"/>
                </a:cubicBezTo>
                <a:cubicBezTo>
                  <a:pt x="234315" y="236257"/>
                  <a:pt x="235937" y="236257"/>
                  <a:pt x="235937" y="237069"/>
                </a:cubicBezTo>
                <a:cubicBezTo>
                  <a:pt x="236748" y="237881"/>
                  <a:pt x="235937" y="238693"/>
                  <a:pt x="235126" y="239505"/>
                </a:cubicBezTo>
                <a:cubicBezTo>
                  <a:pt x="234315" y="240317"/>
                  <a:pt x="232692" y="241940"/>
                  <a:pt x="232692" y="243564"/>
                </a:cubicBezTo>
                <a:cubicBezTo>
                  <a:pt x="232692" y="246000"/>
                  <a:pt x="226201" y="251683"/>
                  <a:pt x="226201" y="249247"/>
                </a:cubicBezTo>
                <a:cubicBezTo>
                  <a:pt x="226201" y="248435"/>
                  <a:pt x="227012" y="246812"/>
                  <a:pt x="228635" y="245188"/>
                </a:cubicBezTo>
                <a:close/>
                <a:moveTo>
                  <a:pt x="224579" y="252495"/>
                </a:moveTo>
                <a:cubicBezTo>
                  <a:pt x="225390" y="252495"/>
                  <a:pt x="226201" y="252495"/>
                  <a:pt x="226201" y="253307"/>
                </a:cubicBezTo>
                <a:cubicBezTo>
                  <a:pt x="226201" y="254119"/>
                  <a:pt x="225390" y="254119"/>
                  <a:pt x="224579" y="254930"/>
                </a:cubicBezTo>
                <a:cubicBezTo>
                  <a:pt x="223767" y="254930"/>
                  <a:pt x="222956" y="254930"/>
                  <a:pt x="222956" y="254119"/>
                </a:cubicBezTo>
                <a:cubicBezTo>
                  <a:pt x="222956" y="252495"/>
                  <a:pt x="223767" y="252495"/>
                  <a:pt x="224579" y="252495"/>
                </a:cubicBezTo>
                <a:close/>
                <a:moveTo>
                  <a:pt x="204296" y="286594"/>
                </a:moveTo>
                <a:cubicBezTo>
                  <a:pt x="203484" y="285782"/>
                  <a:pt x="205107" y="280099"/>
                  <a:pt x="206730" y="279287"/>
                </a:cubicBezTo>
                <a:cubicBezTo>
                  <a:pt x="208352" y="278475"/>
                  <a:pt x="208352" y="278475"/>
                  <a:pt x="208352" y="279287"/>
                </a:cubicBezTo>
                <a:cubicBezTo>
                  <a:pt x="209164" y="280099"/>
                  <a:pt x="205107" y="286594"/>
                  <a:pt x="204296" y="286594"/>
                </a:cubicBezTo>
                <a:close/>
                <a:moveTo>
                  <a:pt x="209975" y="275227"/>
                </a:moveTo>
                <a:cubicBezTo>
                  <a:pt x="209164" y="274416"/>
                  <a:pt x="210786" y="271168"/>
                  <a:pt x="212409" y="271168"/>
                </a:cubicBezTo>
                <a:cubicBezTo>
                  <a:pt x="213220" y="271168"/>
                  <a:pt x="213220" y="271980"/>
                  <a:pt x="213220" y="272792"/>
                </a:cubicBezTo>
                <a:cubicBezTo>
                  <a:pt x="213220" y="274416"/>
                  <a:pt x="210786" y="276039"/>
                  <a:pt x="209975" y="275227"/>
                </a:cubicBezTo>
                <a:close/>
                <a:moveTo>
                  <a:pt x="216465" y="267109"/>
                </a:moveTo>
                <a:cubicBezTo>
                  <a:pt x="215654" y="267109"/>
                  <a:pt x="215654" y="266297"/>
                  <a:pt x="215654" y="266297"/>
                </a:cubicBezTo>
                <a:cubicBezTo>
                  <a:pt x="216465" y="265485"/>
                  <a:pt x="217277" y="264673"/>
                  <a:pt x="217277" y="264673"/>
                </a:cubicBezTo>
                <a:cubicBezTo>
                  <a:pt x="217277" y="264673"/>
                  <a:pt x="218088" y="265485"/>
                  <a:pt x="218088" y="266297"/>
                </a:cubicBezTo>
                <a:cubicBezTo>
                  <a:pt x="217277" y="266297"/>
                  <a:pt x="217277" y="267109"/>
                  <a:pt x="216465" y="267109"/>
                </a:cubicBezTo>
                <a:close/>
                <a:moveTo>
                  <a:pt x="467973" y="282534"/>
                </a:moveTo>
                <a:cubicBezTo>
                  <a:pt x="466351" y="282534"/>
                  <a:pt x="465539" y="282534"/>
                  <a:pt x="467162" y="280911"/>
                </a:cubicBezTo>
                <a:cubicBezTo>
                  <a:pt x="467973" y="279287"/>
                  <a:pt x="468784" y="278475"/>
                  <a:pt x="468784" y="278475"/>
                </a:cubicBezTo>
                <a:cubicBezTo>
                  <a:pt x="468784" y="278475"/>
                  <a:pt x="469596" y="278475"/>
                  <a:pt x="470407" y="278475"/>
                </a:cubicBezTo>
                <a:cubicBezTo>
                  <a:pt x="471219" y="278475"/>
                  <a:pt x="469596" y="281722"/>
                  <a:pt x="467973" y="282534"/>
                </a:cubicBezTo>
                <a:close/>
                <a:moveTo>
                  <a:pt x="502049" y="247623"/>
                </a:moveTo>
                <a:cubicBezTo>
                  <a:pt x="510162" y="245188"/>
                  <a:pt x="520709" y="241940"/>
                  <a:pt x="525576" y="241128"/>
                </a:cubicBezTo>
                <a:cubicBezTo>
                  <a:pt x="526388" y="241128"/>
                  <a:pt x="527199" y="241128"/>
                  <a:pt x="528011" y="241128"/>
                </a:cubicBezTo>
                <a:cubicBezTo>
                  <a:pt x="526388" y="243564"/>
                  <a:pt x="525576" y="249247"/>
                  <a:pt x="524765" y="248435"/>
                </a:cubicBezTo>
                <a:cubicBezTo>
                  <a:pt x="524765" y="247623"/>
                  <a:pt x="524765" y="248435"/>
                  <a:pt x="523954" y="249247"/>
                </a:cubicBezTo>
                <a:cubicBezTo>
                  <a:pt x="523143" y="250871"/>
                  <a:pt x="522331" y="253307"/>
                  <a:pt x="515841" y="256554"/>
                </a:cubicBezTo>
                <a:cubicBezTo>
                  <a:pt x="511784" y="258990"/>
                  <a:pt x="495558" y="268732"/>
                  <a:pt x="494747" y="268732"/>
                </a:cubicBezTo>
                <a:cubicBezTo>
                  <a:pt x="493935" y="268732"/>
                  <a:pt x="484200" y="273604"/>
                  <a:pt x="480954" y="276039"/>
                </a:cubicBezTo>
                <a:cubicBezTo>
                  <a:pt x="480143" y="276851"/>
                  <a:pt x="478520" y="277663"/>
                  <a:pt x="476898" y="277663"/>
                </a:cubicBezTo>
                <a:cubicBezTo>
                  <a:pt x="476086" y="277663"/>
                  <a:pt x="475275" y="277663"/>
                  <a:pt x="474464" y="278475"/>
                </a:cubicBezTo>
                <a:cubicBezTo>
                  <a:pt x="472841" y="280911"/>
                  <a:pt x="472030" y="279287"/>
                  <a:pt x="472841" y="276851"/>
                </a:cubicBezTo>
                <a:cubicBezTo>
                  <a:pt x="473653" y="274416"/>
                  <a:pt x="480143" y="269544"/>
                  <a:pt x="482577" y="267109"/>
                </a:cubicBezTo>
                <a:lnTo>
                  <a:pt x="464728" y="276851"/>
                </a:lnTo>
                <a:cubicBezTo>
                  <a:pt x="474464" y="267109"/>
                  <a:pt x="489879" y="255742"/>
                  <a:pt x="502049" y="247623"/>
                </a:cubicBezTo>
                <a:close/>
                <a:moveTo>
                  <a:pt x="537746" y="366158"/>
                </a:moveTo>
                <a:cubicBezTo>
                  <a:pt x="536124" y="366158"/>
                  <a:pt x="536124" y="366158"/>
                  <a:pt x="536935" y="365346"/>
                </a:cubicBezTo>
                <a:cubicBezTo>
                  <a:pt x="536935" y="364534"/>
                  <a:pt x="538558" y="364534"/>
                  <a:pt x="539369" y="364534"/>
                </a:cubicBezTo>
                <a:cubicBezTo>
                  <a:pt x="540992" y="365346"/>
                  <a:pt x="540181" y="366158"/>
                  <a:pt x="537746" y="366158"/>
                </a:cubicBezTo>
                <a:close/>
                <a:moveTo>
                  <a:pt x="541803" y="364534"/>
                </a:moveTo>
                <a:cubicBezTo>
                  <a:pt x="540992" y="363722"/>
                  <a:pt x="543425" y="360475"/>
                  <a:pt x="545048" y="360475"/>
                </a:cubicBezTo>
                <a:cubicBezTo>
                  <a:pt x="545859" y="360475"/>
                  <a:pt x="545859" y="361287"/>
                  <a:pt x="545859" y="362099"/>
                </a:cubicBezTo>
                <a:cubicBezTo>
                  <a:pt x="545859" y="363722"/>
                  <a:pt x="543425" y="365346"/>
                  <a:pt x="541803" y="364534"/>
                </a:cubicBezTo>
                <a:close/>
                <a:moveTo>
                  <a:pt x="594538" y="339366"/>
                </a:moveTo>
                <a:cubicBezTo>
                  <a:pt x="595350" y="338554"/>
                  <a:pt x="596973" y="337742"/>
                  <a:pt x="596973" y="338554"/>
                </a:cubicBezTo>
                <a:cubicBezTo>
                  <a:pt x="596973" y="338554"/>
                  <a:pt x="596161" y="339366"/>
                  <a:pt x="594538" y="339366"/>
                </a:cubicBezTo>
                <a:cubicBezTo>
                  <a:pt x="592916" y="340178"/>
                  <a:pt x="592916" y="340178"/>
                  <a:pt x="594538" y="339366"/>
                </a:cubicBezTo>
                <a:close/>
                <a:moveTo>
                  <a:pt x="616444" y="308514"/>
                </a:moveTo>
                <a:cubicBezTo>
                  <a:pt x="616444" y="308514"/>
                  <a:pt x="618878" y="306079"/>
                  <a:pt x="622123" y="304455"/>
                </a:cubicBezTo>
                <a:cubicBezTo>
                  <a:pt x="625369" y="302019"/>
                  <a:pt x="628614" y="301208"/>
                  <a:pt x="628614" y="301208"/>
                </a:cubicBezTo>
                <a:cubicBezTo>
                  <a:pt x="627802" y="302019"/>
                  <a:pt x="616444" y="309326"/>
                  <a:pt x="616444" y="308514"/>
                </a:cubicBezTo>
                <a:close/>
                <a:moveTo>
                  <a:pt x="645651" y="289841"/>
                </a:moveTo>
                <a:cubicBezTo>
                  <a:pt x="643217" y="291465"/>
                  <a:pt x="643217" y="291465"/>
                  <a:pt x="645651" y="289841"/>
                </a:cubicBezTo>
                <a:cubicBezTo>
                  <a:pt x="646463" y="288217"/>
                  <a:pt x="648085" y="286594"/>
                  <a:pt x="648085" y="286594"/>
                </a:cubicBezTo>
                <a:cubicBezTo>
                  <a:pt x="648896" y="286594"/>
                  <a:pt x="648085" y="288217"/>
                  <a:pt x="645651" y="289841"/>
                </a:cubicBezTo>
                <a:close/>
              </a:path>
            </a:pathLst>
          </a:custGeom>
          <a:solidFill>
            <a:schemeClr val="tx1"/>
          </a:solidFill>
          <a:ln w="3810" cap="flat">
            <a:noFill/>
            <a:prstDash val="solid"/>
            <a:miter/>
          </a:ln>
        </p:spPr>
        <p:txBody>
          <a:bodyPr rtlCol="0" anchor="ctr"/>
          <a:lstStyle/>
          <a:p>
            <a:endParaRPr lang="en-US" b="1" i="0" dirty="0">
              <a:latin typeface="Montserrat" pitchFamily="2" charset="77"/>
            </a:endParaRPr>
          </a:p>
        </p:txBody>
      </p:sp>
      <p:sp>
        <p:nvSpPr>
          <p:cNvPr id="8" name="TextBox 7">
            <a:extLst>
              <a:ext uri="{FF2B5EF4-FFF2-40B4-BE49-F238E27FC236}">
                <a16:creationId xmlns:a16="http://schemas.microsoft.com/office/drawing/2014/main" id="{604E3486-5A3B-117B-8C6A-06D235F0DB38}"/>
              </a:ext>
            </a:extLst>
          </p:cNvPr>
          <p:cNvSpPr txBox="1"/>
          <p:nvPr/>
        </p:nvSpPr>
        <p:spPr>
          <a:xfrm>
            <a:off x="1993515" y="919364"/>
            <a:ext cx="2770509" cy="830997"/>
          </a:xfrm>
          <a:prstGeom prst="rect">
            <a:avLst/>
          </a:prstGeom>
          <a:noFill/>
        </p:spPr>
        <p:txBody>
          <a:bodyPr wrap="square" rtlCol="0">
            <a:spAutoFit/>
          </a:bodyPr>
          <a:lstStyle/>
          <a:p>
            <a:pPr lvl="0" algn="ctr"/>
            <a:r>
              <a:rPr lang="en-US" sz="4800" b="1" i="0" dirty="0">
                <a:solidFill>
                  <a:schemeClr val="bg1"/>
                </a:solidFill>
                <a:latin typeface="Montserrat ExtraBold" pitchFamily="2" charset="77"/>
                <a:cs typeface="Gotham Black" pitchFamily="2" charset="0"/>
              </a:rPr>
              <a:t>Agenda</a:t>
            </a:r>
          </a:p>
        </p:txBody>
      </p:sp>
      <p:sp>
        <p:nvSpPr>
          <p:cNvPr id="9" name="Freeform 17">
            <a:extLst>
              <a:ext uri="{FF2B5EF4-FFF2-40B4-BE49-F238E27FC236}">
                <a16:creationId xmlns:a16="http://schemas.microsoft.com/office/drawing/2014/main" id="{BC9594E2-8637-2CCE-5DCE-388D2152C2EF}"/>
              </a:ext>
            </a:extLst>
          </p:cNvPr>
          <p:cNvSpPr/>
          <p:nvPr userDrawn="1"/>
        </p:nvSpPr>
        <p:spPr>
          <a:xfrm>
            <a:off x="1993515" y="1571641"/>
            <a:ext cx="2699962" cy="23291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sp>
        <p:nvSpPr>
          <p:cNvPr id="12" name="TextBox 11">
            <a:extLst>
              <a:ext uri="{FF2B5EF4-FFF2-40B4-BE49-F238E27FC236}">
                <a16:creationId xmlns:a16="http://schemas.microsoft.com/office/drawing/2014/main" id="{938C8252-7F37-0079-97BE-73EF50E9D1DB}"/>
              </a:ext>
            </a:extLst>
          </p:cNvPr>
          <p:cNvSpPr txBox="1"/>
          <p:nvPr/>
        </p:nvSpPr>
        <p:spPr>
          <a:xfrm>
            <a:off x="1993515" y="919364"/>
            <a:ext cx="2770509" cy="830997"/>
          </a:xfrm>
          <a:prstGeom prst="rect">
            <a:avLst/>
          </a:prstGeom>
          <a:noFill/>
        </p:spPr>
        <p:txBody>
          <a:bodyPr wrap="square" rtlCol="0">
            <a:spAutoFit/>
          </a:bodyPr>
          <a:lstStyle/>
          <a:p>
            <a:pPr lvl="0" algn="ctr"/>
            <a:r>
              <a:rPr lang="en-US" sz="4800" b="1" i="0" dirty="0">
                <a:solidFill>
                  <a:schemeClr val="bg1"/>
                </a:solidFill>
                <a:latin typeface="Montserrat ExtraBold" pitchFamily="2" charset="77"/>
                <a:cs typeface="Gotham Black" pitchFamily="2" charset="0"/>
              </a:rPr>
              <a:t>Agenda</a:t>
            </a:r>
          </a:p>
        </p:txBody>
      </p:sp>
      <p:sp>
        <p:nvSpPr>
          <p:cNvPr id="15" name="Freeform 17">
            <a:extLst>
              <a:ext uri="{FF2B5EF4-FFF2-40B4-BE49-F238E27FC236}">
                <a16:creationId xmlns:a16="http://schemas.microsoft.com/office/drawing/2014/main" id="{CD81F46E-CD96-107C-E369-8AD6E33A7AF2}"/>
              </a:ext>
            </a:extLst>
          </p:cNvPr>
          <p:cNvSpPr/>
          <p:nvPr userDrawn="1"/>
        </p:nvSpPr>
        <p:spPr>
          <a:xfrm>
            <a:off x="1993515" y="1571641"/>
            <a:ext cx="2699962" cy="23291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sp>
        <p:nvSpPr>
          <p:cNvPr id="20" name="TextBox 19">
            <a:extLst>
              <a:ext uri="{FF2B5EF4-FFF2-40B4-BE49-F238E27FC236}">
                <a16:creationId xmlns:a16="http://schemas.microsoft.com/office/drawing/2014/main" id="{25A47F38-8C79-8365-C09C-F338A109D97C}"/>
              </a:ext>
            </a:extLst>
          </p:cNvPr>
          <p:cNvSpPr txBox="1"/>
          <p:nvPr userDrawn="1"/>
        </p:nvSpPr>
        <p:spPr>
          <a:xfrm>
            <a:off x="1993515" y="919364"/>
            <a:ext cx="2770509" cy="830997"/>
          </a:xfrm>
          <a:prstGeom prst="rect">
            <a:avLst/>
          </a:prstGeom>
          <a:noFill/>
        </p:spPr>
        <p:txBody>
          <a:bodyPr wrap="square" rtlCol="0">
            <a:spAutoFit/>
          </a:bodyPr>
          <a:lstStyle/>
          <a:p>
            <a:pPr lvl="0" algn="ctr"/>
            <a:r>
              <a:rPr lang="en-US" sz="4800" b="1" i="0" dirty="0">
                <a:solidFill>
                  <a:schemeClr val="bg1"/>
                </a:solidFill>
                <a:latin typeface="Montserrat ExtraBold" pitchFamily="2" charset="77"/>
                <a:cs typeface="Gotham Black" pitchFamily="2" charset="0"/>
              </a:rPr>
              <a:t>Agenda</a:t>
            </a:r>
          </a:p>
        </p:txBody>
      </p:sp>
      <p:pic>
        <p:nvPicPr>
          <p:cNvPr id="21" name="Graphic 20">
            <a:extLst>
              <a:ext uri="{FF2B5EF4-FFF2-40B4-BE49-F238E27FC236}">
                <a16:creationId xmlns:a16="http://schemas.microsoft.com/office/drawing/2014/main" id="{F869FD3A-9436-FD6F-C0B0-99E5E8C46C1E}"/>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938063" y="5408091"/>
            <a:ext cx="2462784" cy="837348"/>
          </a:xfrm>
          <a:prstGeom prst="rect">
            <a:avLst/>
          </a:prstGeom>
        </p:spPr>
      </p:pic>
      <p:sp>
        <p:nvSpPr>
          <p:cNvPr id="23" name="Rectangle 22">
            <a:extLst>
              <a:ext uri="{FF2B5EF4-FFF2-40B4-BE49-F238E27FC236}">
                <a16:creationId xmlns:a16="http://schemas.microsoft.com/office/drawing/2014/main" id="{87552A29-6AF5-0544-385D-8AA27F5119A2}"/>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Tree>
    <p:extLst>
      <p:ext uri="{BB962C8B-B14F-4D97-AF65-F5344CB8AC3E}">
        <p14:creationId xmlns:p14="http://schemas.microsoft.com/office/powerpoint/2010/main" val="2028115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750"/>
                            </p:stCondLst>
                            <p:childTnLst>
                              <p:par>
                                <p:cTn id="9" presetID="22" presetClass="entr" presetSubtype="8" fill="hold" grpId="0" nodeType="afterEffect">
                                  <p:stCondLst>
                                    <p:cond delay="25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500"/>
                                        <p:tgtEl>
                                          <p:spTgt spid="9"/>
                                        </p:tgtEl>
                                      </p:cBhvr>
                                    </p:animEffect>
                                  </p:childTnLst>
                                </p:cTn>
                              </p:par>
                            </p:childTnLst>
                          </p:cTn>
                        </p:par>
                        <p:par>
                          <p:cTn id="12" fill="hold">
                            <p:stCondLst>
                              <p:cond delay="1500"/>
                            </p:stCondLst>
                            <p:childTnLst>
                              <p:par>
                                <p:cTn id="13" presetID="22" presetClass="entr" presetSubtype="8" fill="hold" grpId="0" nodeType="afterEffect">
                                  <p:stCondLst>
                                    <p:cond delay="250"/>
                                  </p:stCondLst>
                                  <p:childTnLst>
                                    <p:set>
                                      <p:cBhvr>
                                        <p:cTn id="14" dur="1" fill="hold">
                                          <p:stCondLst>
                                            <p:cond delay="0"/>
                                          </p:stCondLst>
                                        </p:cTn>
                                        <p:tgtEl>
                                          <p:spTgt spid="15"/>
                                        </p:tgtEl>
                                        <p:attrNameLst>
                                          <p:attrName>style.visibility</p:attrName>
                                        </p:attrNameLst>
                                      </p:cBhvr>
                                      <p:to>
                                        <p:strVal val="visible"/>
                                      </p:to>
                                    </p:set>
                                    <p:animEffect transition="in" filter="wipe(left)">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9" grpId="0" animBg="1"/>
      <p:bldP spid="15" grpId="0" animBg="1"/>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9_Title Only">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6D342095-033E-BDA4-0C7B-3E404D1FF373}"/>
              </a:ext>
            </a:extLst>
          </p:cNvPr>
          <p:cNvSpPr>
            <a:spLocks noGrp="1"/>
          </p:cNvSpPr>
          <p:nvPr>
            <p:ph type="body" sz="quarter" idx="13" hasCustomPrompt="1"/>
          </p:nvPr>
        </p:nvSpPr>
        <p:spPr>
          <a:xfrm>
            <a:off x="923846" y="1047753"/>
            <a:ext cx="6769726"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10" name="Rectangle 9">
            <a:extLst>
              <a:ext uri="{FF2B5EF4-FFF2-40B4-BE49-F238E27FC236}">
                <a16:creationId xmlns:a16="http://schemas.microsoft.com/office/drawing/2014/main" id="{97C8F7FB-A886-C89C-E4F9-E1F4F06C800F}"/>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Tree>
    <p:extLst>
      <p:ext uri="{BB962C8B-B14F-4D97-AF65-F5344CB8AC3E}">
        <p14:creationId xmlns:p14="http://schemas.microsoft.com/office/powerpoint/2010/main" val="211020727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2_Title Only">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6D342095-033E-BDA4-0C7B-3E404D1FF373}"/>
              </a:ext>
            </a:extLst>
          </p:cNvPr>
          <p:cNvSpPr>
            <a:spLocks noGrp="1"/>
          </p:cNvSpPr>
          <p:nvPr>
            <p:ph type="body" sz="quarter" idx="13" hasCustomPrompt="1"/>
          </p:nvPr>
        </p:nvSpPr>
        <p:spPr>
          <a:xfrm>
            <a:off x="923845" y="1047753"/>
            <a:ext cx="7021975"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49" name="Rectangle 48">
            <a:extLst>
              <a:ext uri="{FF2B5EF4-FFF2-40B4-BE49-F238E27FC236}">
                <a16:creationId xmlns:a16="http://schemas.microsoft.com/office/drawing/2014/main" id="{4E698A4D-2777-9FE0-1297-6A7BB4B6F83F}"/>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50" name="Graphic 4119">
            <a:extLst>
              <a:ext uri="{FF2B5EF4-FFF2-40B4-BE49-F238E27FC236}">
                <a16:creationId xmlns:a16="http://schemas.microsoft.com/office/drawing/2014/main" id="{A02FA5AB-F3AA-5913-02C6-C3BBF66B4D0C}"/>
              </a:ext>
            </a:extLst>
          </p:cNvPr>
          <p:cNvGrpSpPr/>
          <p:nvPr userDrawn="1"/>
        </p:nvGrpSpPr>
        <p:grpSpPr>
          <a:xfrm>
            <a:off x="1282802" y="669685"/>
            <a:ext cx="1813299" cy="484838"/>
            <a:chOff x="2178742" y="-1107180"/>
            <a:chExt cx="2171851" cy="580707"/>
          </a:xfrm>
          <a:solidFill>
            <a:schemeClr val="tx1"/>
          </a:solidFill>
        </p:grpSpPr>
        <p:sp>
          <p:nvSpPr>
            <p:cNvPr id="51" name="Freeform 50">
              <a:extLst>
                <a:ext uri="{FF2B5EF4-FFF2-40B4-BE49-F238E27FC236}">
                  <a16:creationId xmlns:a16="http://schemas.microsoft.com/office/drawing/2014/main" id="{4C809C07-FF27-C64B-0103-7F7C310082A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3B94E74D-F6EB-FDC2-8C9E-34E110EC914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F71CFE49-470B-4873-168A-27AF2131DF1F}"/>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26505548-F03D-A3A3-E17C-048F9A4CBBCB}"/>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781DD4EA-B7E0-E80A-3CF0-DE217E88618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E5CD3A85-D2CF-8CB9-47C7-08419E9C7EDC}"/>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253781B5-31F1-AB56-D883-38591A2B9D8C}"/>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C5C07C2F-BBD2-EEB8-028F-8F9F5354620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58855B9B-356D-4696-9BD3-8DB60838C3C6}"/>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E83E4336-A7A8-19B7-EB82-9A4DB9383A57}"/>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4C5AB373-8AC4-F607-43AD-D101F32B7803}"/>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99690DA6-35CC-114A-2037-305B9ACFE34D}"/>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C3B329E6-8229-F68B-66AD-A83712BCC57C}"/>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385FBBAE-F777-E5B8-C8F5-08735FB95450}"/>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DBB712F4-CF1B-8CCA-49AE-27EACBE911BE}"/>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58FADFA3-01AD-E0D5-9F9D-DCCF66081834}"/>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BD459D31-22A4-B8DF-A265-02871B08D6A3}"/>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B1710B0C-5012-5917-C513-B424A2E16A6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1A71104E-394D-8E6B-AA1E-56ADB007FF53}"/>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417BC6F7-18DD-041D-8088-1ABE5CC7A6B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14001289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10" name="Text Placeholder 13">
            <a:extLst>
              <a:ext uri="{FF2B5EF4-FFF2-40B4-BE49-F238E27FC236}">
                <a16:creationId xmlns:a16="http://schemas.microsoft.com/office/drawing/2014/main" id="{D637AF5E-63BE-6C17-9F76-232007B0984A}"/>
              </a:ext>
            </a:extLst>
          </p:cNvPr>
          <p:cNvSpPr>
            <a:spLocks noGrp="1"/>
          </p:cNvSpPr>
          <p:nvPr>
            <p:ph type="body" sz="quarter" idx="17" hasCustomPrompt="1"/>
          </p:nvPr>
        </p:nvSpPr>
        <p:spPr>
          <a:xfrm>
            <a:off x="959428" y="1793104"/>
            <a:ext cx="5798724" cy="367839"/>
          </a:xfrm>
        </p:spPr>
        <p:txBody>
          <a:bodyPr>
            <a:noAutofit/>
          </a:bodyPr>
          <a:lstStyle>
            <a:lvl1pPr>
              <a:defRPr sz="1800" b="1" i="0">
                <a:solidFill>
                  <a:schemeClr val="accent2"/>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17" name="Freeform 16">
            <a:extLst>
              <a:ext uri="{FF2B5EF4-FFF2-40B4-BE49-F238E27FC236}">
                <a16:creationId xmlns:a16="http://schemas.microsoft.com/office/drawing/2014/main" id="{AC2F1F4F-4D32-8AFE-9122-22730129C75C}"/>
              </a:ext>
            </a:extLst>
          </p:cNvPr>
          <p:cNvSpPr/>
          <p:nvPr userDrawn="1"/>
        </p:nvSpPr>
        <p:spPr>
          <a:xfrm>
            <a:off x="9069251" y="-2798010"/>
            <a:ext cx="2468492" cy="2807368"/>
          </a:xfrm>
          <a:custGeom>
            <a:avLst/>
            <a:gdLst>
              <a:gd name="connsiteX0" fmla="*/ 0 w 1646415"/>
              <a:gd name="connsiteY0" fmla="*/ 0 h 1418732"/>
              <a:gd name="connsiteX1" fmla="*/ 1646416 w 1646415"/>
              <a:gd name="connsiteY1" fmla="*/ 0 h 1418732"/>
              <a:gd name="connsiteX2" fmla="*/ 1646416 w 1646415"/>
              <a:gd name="connsiteY2" fmla="*/ 1418732 h 1418732"/>
              <a:gd name="connsiteX3" fmla="*/ 824924 w 1646415"/>
              <a:gd name="connsiteY3" fmla="*/ 1192193 h 1418732"/>
              <a:gd name="connsiteX4" fmla="*/ 0 w 1646415"/>
              <a:gd name="connsiteY4" fmla="*/ 1418732 h 1418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415" h="1418732">
                <a:moveTo>
                  <a:pt x="0" y="0"/>
                </a:moveTo>
                <a:lnTo>
                  <a:pt x="1646416" y="0"/>
                </a:lnTo>
                <a:lnTo>
                  <a:pt x="1646416" y="1418732"/>
                </a:lnTo>
                <a:lnTo>
                  <a:pt x="824924" y="1192193"/>
                </a:lnTo>
                <a:lnTo>
                  <a:pt x="0" y="1418732"/>
                </a:lnTo>
                <a:close/>
              </a:path>
            </a:pathLst>
          </a:custGeom>
          <a:solidFill>
            <a:schemeClr val="accent2"/>
          </a:solidFill>
          <a:ln w="11430" cap="flat">
            <a:noFill/>
            <a:prstDash val="solid"/>
            <a:miter/>
          </a:ln>
        </p:spPr>
        <p:txBody>
          <a:bodyPr rtlCol="0" anchor="ctr"/>
          <a:lstStyle/>
          <a:p>
            <a:endParaRPr lang="en-US" b="1" i="0" dirty="0">
              <a:latin typeface="Montserrat" pitchFamily="2" charset="77"/>
            </a:endParaRPr>
          </a:p>
        </p:txBody>
      </p:sp>
      <p:sp>
        <p:nvSpPr>
          <p:cNvPr id="23" name="Text Placeholder 22">
            <a:extLst>
              <a:ext uri="{FF2B5EF4-FFF2-40B4-BE49-F238E27FC236}">
                <a16:creationId xmlns:a16="http://schemas.microsoft.com/office/drawing/2014/main" id="{DDE38ECD-C167-F6CB-1F99-F1F249D67678}"/>
              </a:ext>
            </a:extLst>
          </p:cNvPr>
          <p:cNvSpPr>
            <a:spLocks noGrp="1"/>
          </p:cNvSpPr>
          <p:nvPr>
            <p:ph type="body" sz="quarter" idx="18" hasCustomPrompt="1"/>
          </p:nvPr>
        </p:nvSpPr>
        <p:spPr>
          <a:xfrm>
            <a:off x="9089129" y="908572"/>
            <a:ext cx="2468492" cy="470556"/>
          </a:xfrm>
          <a:noFill/>
        </p:spPr>
        <p:txBody>
          <a:bodyPr anchor="ctr">
            <a:normAutofit/>
          </a:bodyPr>
          <a:lstStyle>
            <a:lvl1pPr algn="ctr">
              <a:defRPr sz="2200" b="1" i="0" baseline="0">
                <a:solidFill>
                  <a:srgbClr val="FFFFFF"/>
                </a:solidFill>
                <a:latin typeface="Montserrat" pitchFamily="2" charset="77"/>
              </a:defRPr>
            </a:lvl1pPr>
          </a:lstStyle>
          <a:p>
            <a:pPr lvl="0"/>
            <a:r>
              <a:rPr lang="en-US" dirty="0"/>
              <a:t>Short Headline</a:t>
            </a:r>
          </a:p>
        </p:txBody>
      </p:sp>
      <p:sp>
        <p:nvSpPr>
          <p:cNvPr id="5" name="Slide Number Placeholder 4">
            <a:extLst>
              <a:ext uri="{FF2B5EF4-FFF2-40B4-BE49-F238E27FC236}">
                <a16:creationId xmlns:a16="http://schemas.microsoft.com/office/drawing/2014/main" id="{20D655C7-BE38-2EBD-9627-7B24FA48CCF5}"/>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27" name="Text Placeholder 26">
            <a:extLst>
              <a:ext uri="{FF2B5EF4-FFF2-40B4-BE49-F238E27FC236}">
                <a16:creationId xmlns:a16="http://schemas.microsoft.com/office/drawing/2014/main" id="{AC64CDAA-FD3D-DE84-6615-667BAEA992E8}"/>
              </a:ext>
            </a:extLst>
          </p:cNvPr>
          <p:cNvSpPr>
            <a:spLocks noGrp="1"/>
          </p:cNvSpPr>
          <p:nvPr>
            <p:ph type="body" sz="quarter" idx="22" hasCustomPrompt="1"/>
          </p:nvPr>
        </p:nvSpPr>
        <p:spPr>
          <a:xfrm>
            <a:off x="8991893" y="1289420"/>
            <a:ext cx="2623207" cy="914400"/>
          </a:xfrm>
          <a:noFill/>
        </p:spPr>
        <p:txBody>
          <a:bodyPr anchor="ctr">
            <a:noAutofit/>
          </a:bodyPr>
          <a:lstStyle>
            <a:lvl1pPr algn="ctr">
              <a:lnSpc>
                <a:spcPts val="1580"/>
              </a:lnSpc>
              <a:defRPr sz="1400" b="0" i="0">
                <a:solidFill>
                  <a:srgbClr val="FFFFFF"/>
                </a:solidFill>
                <a:latin typeface="Montserrat" pitchFamily="2" charset="77"/>
                <a:cs typeface="Gotham Book" pitchFamily="2" charset="0"/>
              </a:defRPr>
            </a:lvl1pPr>
            <a:lvl2pPr>
              <a:defRPr sz="1400">
                <a:solidFill>
                  <a:schemeClr val="accent4"/>
                </a:solidFill>
              </a:defRPr>
            </a:lvl2pPr>
            <a:lvl3pPr>
              <a:defRPr sz="1400">
                <a:solidFill>
                  <a:schemeClr val="accent4"/>
                </a:solidFill>
              </a:defRPr>
            </a:lvl3pPr>
            <a:lvl4pPr>
              <a:defRPr sz="1400">
                <a:solidFill>
                  <a:schemeClr val="accent4"/>
                </a:solidFill>
              </a:defRPr>
            </a:lvl4pPr>
            <a:lvl5pPr>
              <a:defRPr sz="1400">
                <a:solidFill>
                  <a:schemeClr val="accent4"/>
                </a:solidFill>
              </a:defRPr>
            </a:lvl5pPr>
          </a:lstStyle>
          <a:p>
            <a:pPr lvl="0"/>
            <a:r>
              <a:rPr lang="en-US" dirty="0"/>
              <a:t>Short copy description goes here in </a:t>
            </a:r>
            <a:r>
              <a:rPr lang="en-US" dirty="0" err="1"/>
              <a:t>Montsearrat</a:t>
            </a:r>
            <a:r>
              <a:rPr lang="en-US" dirty="0"/>
              <a:t> regular 14pt</a:t>
            </a:r>
          </a:p>
        </p:txBody>
      </p:sp>
      <p:sp>
        <p:nvSpPr>
          <p:cNvPr id="28" name="Text Placeholder 9">
            <a:extLst>
              <a:ext uri="{FF2B5EF4-FFF2-40B4-BE49-F238E27FC236}">
                <a16:creationId xmlns:a16="http://schemas.microsoft.com/office/drawing/2014/main" id="{A0BDC76A-7B01-CF44-6EAA-7BC70ECD861D}"/>
              </a:ext>
            </a:extLst>
          </p:cNvPr>
          <p:cNvSpPr>
            <a:spLocks noGrp="1"/>
          </p:cNvSpPr>
          <p:nvPr>
            <p:ph type="body" sz="quarter" idx="23" hasCustomPrompt="1"/>
          </p:nvPr>
        </p:nvSpPr>
        <p:spPr>
          <a:xfrm>
            <a:off x="923846" y="1047753"/>
            <a:ext cx="6990444"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pic>
        <p:nvPicPr>
          <p:cNvPr id="59" name="Graphic 58">
            <a:extLst>
              <a:ext uri="{FF2B5EF4-FFF2-40B4-BE49-F238E27FC236}">
                <a16:creationId xmlns:a16="http://schemas.microsoft.com/office/drawing/2014/main" id="{A531FDC2-7FC4-26B4-C391-33740012A4EC}"/>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9002053" y="5628194"/>
            <a:ext cx="2462784" cy="837348"/>
          </a:xfrm>
          <a:prstGeom prst="rect">
            <a:avLst/>
          </a:prstGeom>
        </p:spPr>
      </p:pic>
      <p:sp>
        <p:nvSpPr>
          <p:cNvPr id="60" name="Rectangle 59">
            <a:extLst>
              <a:ext uri="{FF2B5EF4-FFF2-40B4-BE49-F238E27FC236}">
                <a16:creationId xmlns:a16="http://schemas.microsoft.com/office/drawing/2014/main" id="{099BD1C8-C169-D174-1D84-CB5716C161C4}"/>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61" name="Graphic 4119">
            <a:extLst>
              <a:ext uri="{FF2B5EF4-FFF2-40B4-BE49-F238E27FC236}">
                <a16:creationId xmlns:a16="http://schemas.microsoft.com/office/drawing/2014/main" id="{461B6608-9F25-1AE4-8EF3-79B8846890C6}"/>
              </a:ext>
            </a:extLst>
          </p:cNvPr>
          <p:cNvGrpSpPr/>
          <p:nvPr userDrawn="1"/>
        </p:nvGrpSpPr>
        <p:grpSpPr>
          <a:xfrm>
            <a:off x="9540501" y="228702"/>
            <a:ext cx="1546747" cy="413568"/>
            <a:chOff x="2178742" y="-1107180"/>
            <a:chExt cx="2171851" cy="580707"/>
          </a:xfrm>
          <a:solidFill>
            <a:srgbClr val="FFFFFF"/>
          </a:solidFill>
        </p:grpSpPr>
        <p:sp>
          <p:nvSpPr>
            <p:cNvPr id="62" name="Freeform 61">
              <a:extLst>
                <a:ext uri="{FF2B5EF4-FFF2-40B4-BE49-F238E27FC236}">
                  <a16:creationId xmlns:a16="http://schemas.microsoft.com/office/drawing/2014/main" id="{FF363950-380E-07FF-FD0F-E33F991F8D8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B5AC75BC-AC2C-2098-70F2-FAB8C5294E16}"/>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60029D4F-2F62-63DC-D514-5EFCFD20626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D726D007-2A9E-1E54-3BBE-31B202A759C2}"/>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FEC80F40-FCFE-87EA-0220-0039736718B7}"/>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F59FC9B0-DA51-40E9-F16A-0C20901F13EE}"/>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688A0AFC-22D7-8CFB-AE99-4689A25B01E1}"/>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3E838F3A-82A0-9297-C9F4-5102D157765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7847AE39-001E-970D-78BD-5CD81E69B7F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DCBB9990-F37C-51D2-0A3D-2B393F0257B4}"/>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EFB5DBC0-76AB-2021-3278-64968E0385D2}"/>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88B08418-0D09-116C-24A9-7C331B74D87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3B15B5F6-1C64-3795-27FD-355AFA781EBC}"/>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36EFCE78-8EE7-15A3-DB36-11346E721A5A}"/>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E9DBA519-E655-5497-CCE8-D06BD8A6E9CA}"/>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6EAD064C-A792-89EE-693E-17C8030E447D}"/>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F96B1051-FCC7-264C-DB88-9DE32C5486B2}"/>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63856245-934B-A542-A0FE-45E727801EF7}"/>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AF54F625-EED1-EA9C-9063-FDA8A4B8E202}"/>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2853A646-E546-B954-0AB6-D8027901CA74}"/>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2" name="Text Placeholder 13">
            <a:extLst>
              <a:ext uri="{FF2B5EF4-FFF2-40B4-BE49-F238E27FC236}">
                <a16:creationId xmlns:a16="http://schemas.microsoft.com/office/drawing/2014/main" id="{3F61F534-ED71-9BAA-6F08-2F9EEDF9F105}"/>
              </a:ext>
            </a:extLst>
          </p:cNvPr>
          <p:cNvSpPr>
            <a:spLocks noGrp="1"/>
          </p:cNvSpPr>
          <p:nvPr>
            <p:ph type="body" sz="quarter" idx="16" hasCustomPrompt="1"/>
          </p:nvPr>
        </p:nvSpPr>
        <p:spPr>
          <a:xfrm>
            <a:off x="959428" y="2329552"/>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4247406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afterEffect">
                                  <p:stCondLst>
                                    <p:cond delay="500"/>
                                  </p:stCondLst>
                                  <p:childTnLst>
                                    <p:animMotion origin="layout" path="M -2.08333E-6 7.40741E-7 L 0.00013 0.4044 " pathEditMode="relative" rAng="0" ptsTypes="AA">
                                      <p:cBhvr>
                                        <p:cTn id="6" dur="2000" fill="hold"/>
                                        <p:tgtEl>
                                          <p:spTgt spid="17"/>
                                        </p:tgtEl>
                                        <p:attrNameLst>
                                          <p:attrName>ppt_x</p:attrName>
                                          <p:attrName>ppt_y</p:attrName>
                                        </p:attrNameLst>
                                      </p:cBhvr>
                                      <p:rCtr x="0" y="20231"/>
                                    </p:animMotion>
                                  </p:childTnLst>
                                </p:cTn>
                              </p:par>
                            </p:childTnLst>
                          </p:cTn>
                        </p:par>
                        <p:par>
                          <p:cTn id="7" fill="hold">
                            <p:stCondLst>
                              <p:cond delay="2500"/>
                            </p:stCondLst>
                            <p:childTnLst>
                              <p:par>
                                <p:cTn id="8" presetID="10" presetClass="entr" presetSubtype="0" fill="hold" grpId="0" nodeType="afterEffect">
                                  <p:stCondLst>
                                    <p:cond delay="0"/>
                                  </p:stCondLst>
                                  <p:childTnLst>
                                    <p:set>
                                      <p:cBhvr>
                                        <p:cTn id="9" dur="1" fill="hold">
                                          <p:stCondLst>
                                            <p:cond delay="0"/>
                                          </p:stCondLst>
                                        </p:cTn>
                                        <p:tgtEl>
                                          <p:spTgt spid="23">
                                            <p:txEl>
                                              <p:pRg st="0" end="0"/>
                                            </p:txEl>
                                          </p:spTgt>
                                        </p:tgtEl>
                                        <p:attrNameLst>
                                          <p:attrName>style.visibility</p:attrName>
                                        </p:attrNameLst>
                                      </p:cBhvr>
                                      <p:to>
                                        <p:strVal val="visible"/>
                                      </p:to>
                                    </p:set>
                                    <p:animEffect transition="in" filter="fade">
                                      <p:cBhvr>
                                        <p:cTn id="10" dur="500"/>
                                        <p:tgtEl>
                                          <p:spTgt spid="23">
                                            <p:txEl>
                                              <p:pRg st="0" end="0"/>
                                            </p:txEl>
                                          </p:spTgt>
                                        </p:tgtEl>
                                      </p:cBhvr>
                                    </p:animEffect>
                                  </p:childTnLst>
                                </p:cTn>
                              </p:par>
                            </p:childTnLst>
                          </p:cTn>
                        </p:par>
                        <p:par>
                          <p:cTn id="11" fill="hold">
                            <p:stCondLst>
                              <p:cond delay="3000"/>
                            </p:stCondLst>
                            <p:childTnLst>
                              <p:par>
                                <p:cTn id="12" presetID="10" presetClass="entr" presetSubtype="0" fill="hold" grpId="0" nodeType="afterEffect">
                                  <p:stCondLst>
                                    <p:cond delay="0"/>
                                  </p:stCondLst>
                                  <p:childTnLst>
                                    <p:set>
                                      <p:cBhvr>
                                        <p:cTn id="13" dur="1" fill="hold">
                                          <p:stCondLst>
                                            <p:cond delay="0"/>
                                          </p:stCondLst>
                                        </p:cTn>
                                        <p:tgtEl>
                                          <p:spTgt spid="27">
                                            <p:txEl>
                                              <p:pRg st="0" end="0"/>
                                            </p:txEl>
                                          </p:spTgt>
                                        </p:tgtEl>
                                        <p:attrNameLst>
                                          <p:attrName>style.visibility</p:attrName>
                                        </p:attrNameLst>
                                      </p:cBhvr>
                                      <p:to>
                                        <p:strVal val="visible"/>
                                      </p:to>
                                    </p:set>
                                    <p:animEffect transition="in" filter="fade">
                                      <p:cBhvr>
                                        <p:cTn id="14"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6_Blank">
    <p:spTree>
      <p:nvGrpSpPr>
        <p:cNvPr id="1" name=""/>
        <p:cNvGrpSpPr/>
        <p:nvPr/>
      </p:nvGrpSpPr>
      <p:grpSpPr>
        <a:xfrm>
          <a:off x="0" y="0"/>
          <a:ext cx="0" cy="0"/>
          <a:chOff x="0" y="0"/>
          <a:chExt cx="0" cy="0"/>
        </a:xfrm>
      </p:grpSpPr>
      <p:sp>
        <p:nvSpPr>
          <p:cNvPr id="3" name="Slide Number Placeholder 4">
            <a:extLst>
              <a:ext uri="{FF2B5EF4-FFF2-40B4-BE49-F238E27FC236}">
                <a16:creationId xmlns:a16="http://schemas.microsoft.com/office/drawing/2014/main" id="{EF7D6AD8-11C9-C1A4-4E6C-5A9377EE9298}"/>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23" name="Picture Placeholder 22">
            <a:extLst>
              <a:ext uri="{FF2B5EF4-FFF2-40B4-BE49-F238E27FC236}">
                <a16:creationId xmlns:a16="http://schemas.microsoft.com/office/drawing/2014/main" id="{B787861B-F232-FA0F-8DE3-998E18E08A07}"/>
              </a:ext>
            </a:extLst>
          </p:cNvPr>
          <p:cNvSpPr>
            <a:spLocks noGrp="1"/>
          </p:cNvSpPr>
          <p:nvPr>
            <p:ph type="pic" sz="quarter" idx="22" hasCustomPrompt="1"/>
          </p:nvPr>
        </p:nvSpPr>
        <p:spPr>
          <a:xfrm>
            <a:off x="6497680" y="908050"/>
            <a:ext cx="5694320" cy="5072063"/>
          </a:xfrm>
          <a:ln>
            <a:noFill/>
          </a:ln>
        </p:spPr>
        <p:txBody>
          <a:bodyPr anchor="ctr">
            <a:normAutofit/>
          </a:bodyPr>
          <a:lstStyle>
            <a:lvl1pPr algn="ctr">
              <a:defRPr sz="1200" b="0" i="0">
                <a:latin typeface="Montserrat" pitchFamily="2" charset="77"/>
                <a:cs typeface="Gotham Book" pitchFamily="2" charset="0"/>
              </a:defRPr>
            </a:lvl1pPr>
          </a:lstStyle>
          <a:p>
            <a:r>
              <a:rPr lang="en-US" dirty="0"/>
              <a:t>Insert photo</a:t>
            </a:r>
          </a:p>
        </p:txBody>
      </p:sp>
      <p:sp>
        <p:nvSpPr>
          <p:cNvPr id="24" name="Text Placeholder 9">
            <a:extLst>
              <a:ext uri="{FF2B5EF4-FFF2-40B4-BE49-F238E27FC236}">
                <a16:creationId xmlns:a16="http://schemas.microsoft.com/office/drawing/2014/main" id="{A2AAD727-BC73-FF98-2EDA-6059F0E7FAE0}"/>
              </a:ext>
            </a:extLst>
          </p:cNvPr>
          <p:cNvSpPr>
            <a:spLocks noGrp="1"/>
          </p:cNvSpPr>
          <p:nvPr>
            <p:ph type="body" sz="quarter" idx="23" hasCustomPrompt="1"/>
          </p:nvPr>
        </p:nvSpPr>
        <p:spPr>
          <a:xfrm>
            <a:off x="923846" y="909655"/>
            <a:ext cx="4630739" cy="1249715"/>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a:t>
            </a:r>
            <a:br>
              <a:rPr lang="en-US" dirty="0"/>
            </a:br>
            <a:r>
              <a:rPr lang="en-US" dirty="0"/>
              <a:t>extra bold 36pt</a:t>
            </a:r>
          </a:p>
        </p:txBody>
      </p:sp>
      <p:sp>
        <p:nvSpPr>
          <p:cNvPr id="7" name="Text Placeholder 13">
            <a:extLst>
              <a:ext uri="{FF2B5EF4-FFF2-40B4-BE49-F238E27FC236}">
                <a16:creationId xmlns:a16="http://schemas.microsoft.com/office/drawing/2014/main" id="{6C77BCB8-AAD7-BAF0-022C-5C1F999590DB}"/>
              </a:ext>
            </a:extLst>
          </p:cNvPr>
          <p:cNvSpPr>
            <a:spLocks noGrp="1"/>
          </p:cNvSpPr>
          <p:nvPr>
            <p:ph type="body" sz="quarter" idx="17" hasCustomPrompt="1"/>
          </p:nvPr>
        </p:nvSpPr>
        <p:spPr>
          <a:xfrm>
            <a:off x="923846" y="2234311"/>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2" name="Rectangle 51">
            <a:extLst>
              <a:ext uri="{FF2B5EF4-FFF2-40B4-BE49-F238E27FC236}">
                <a16:creationId xmlns:a16="http://schemas.microsoft.com/office/drawing/2014/main" id="{428A1313-B109-92E3-C280-3C82FD539191}"/>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2" name="Graphic 4119">
            <a:extLst>
              <a:ext uri="{FF2B5EF4-FFF2-40B4-BE49-F238E27FC236}">
                <a16:creationId xmlns:a16="http://schemas.microsoft.com/office/drawing/2014/main" id="{065EAA15-286D-32E0-0CB5-C138BC5D4581}"/>
              </a:ext>
            </a:extLst>
          </p:cNvPr>
          <p:cNvGrpSpPr/>
          <p:nvPr userDrawn="1"/>
        </p:nvGrpSpPr>
        <p:grpSpPr>
          <a:xfrm>
            <a:off x="1425916" y="629766"/>
            <a:ext cx="1813299" cy="484838"/>
            <a:chOff x="2178742" y="-1107180"/>
            <a:chExt cx="2171851" cy="580707"/>
          </a:xfrm>
          <a:solidFill>
            <a:schemeClr val="tx1"/>
          </a:solidFill>
        </p:grpSpPr>
        <p:sp>
          <p:nvSpPr>
            <p:cNvPr id="6" name="Freeform 5">
              <a:extLst>
                <a:ext uri="{FF2B5EF4-FFF2-40B4-BE49-F238E27FC236}">
                  <a16:creationId xmlns:a16="http://schemas.microsoft.com/office/drawing/2014/main" id="{0A76C26D-89C0-B472-0FF4-50AE247ADAD0}"/>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9" name="Freeform 8">
              <a:extLst>
                <a:ext uri="{FF2B5EF4-FFF2-40B4-BE49-F238E27FC236}">
                  <a16:creationId xmlns:a16="http://schemas.microsoft.com/office/drawing/2014/main" id="{48127728-F848-3C93-D8AE-5293E315ADBF}"/>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0" name="Freeform 9">
              <a:extLst>
                <a:ext uri="{FF2B5EF4-FFF2-40B4-BE49-F238E27FC236}">
                  <a16:creationId xmlns:a16="http://schemas.microsoft.com/office/drawing/2014/main" id="{7CEF74FE-8E0B-D2DF-B72B-89E7D7B3EAEB}"/>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7" name="Freeform 36">
              <a:extLst>
                <a:ext uri="{FF2B5EF4-FFF2-40B4-BE49-F238E27FC236}">
                  <a16:creationId xmlns:a16="http://schemas.microsoft.com/office/drawing/2014/main" id="{A266FA07-6265-A7FC-E23A-69845D0EC385}"/>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8" name="Freeform 37">
              <a:extLst>
                <a:ext uri="{FF2B5EF4-FFF2-40B4-BE49-F238E27FC236}">
                  <a16:creationId xmlns:a16="http://schemas.microsoft.com/office/drawing/2014/main" id="{23FB15AC-62F2-7C00-3816-E4559AE2E9E0}"/>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D248C715-F888-D2BF-7273-78236C6910CB}"/>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0662CA7E-E418-0AEF-333C-8471BB10E5CF}"/>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6E088A2C-7AD2-716E-138A-84C7594ADDC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5C7A0A19-9151-10F5-0C22-F8839B21C18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97A95664-9AF3-78CE-E44F-BF4E7BEED74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BE8FDB3B-C5D3-50BE-6CF1-FE78BA459DED}"/>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86FB69DC-CD2E-3EAD-16AF-B1FC12845D98}"/>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B9EBD2BA-C6FE-E906-A63F-96EC8B1DF142}"/>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443AE256-A75D-AF00-3502-47D3BE69D84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741F860C-4718-6FCF-A13A-27EA409D13E1}"/>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D086C46A-E5B6-6D69-0D7C-FF96DF37A64D}"/>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EAC628A3-2099-197D-4A5B-A7807D09D857}"/>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A1F33E42-939B-8723-1169-D455836F948E}"/>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7C07B47E-0F99-0E3E-C53E-2D735933BCD7}"/>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03F5589F-1A1E-ADC3-4928-48230B18F344}"/>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4" name="Text Placeholder 13">
            <a:extLst>
              <a:ext uri="{FF2B5EF4-FFF2-40B4-BE49-F238E27FC236}">
                <a16:creationId xmlns:a16="http://schemas.microsoft.com/office/drawing/2014/main" id="{0ACA35CC-5BC9-E6D5-E109-FD27B58360BC}"/>
              </a:ext>
            </a:extLst>
          </p:cNvPr>
          <p:cNvSpPr>
            <a:spLocks noGrp="1"/>
          </p:cNvSpPr>
          <p:nvPr>
            <p:ph type="body" sz="quarter" idx="16" hasCustomPrompt="1"/>
          </p:nvPr>
        </p:nvSpPr>
        <p:spPr>
          <a:xfrm>
            <a:off x="923846" y="2611166"/>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368614706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2_Blank">
    <p:spTree>
      <p:nvGrpSpPr>
        <p:cNvPr id="1" name=""/>
        <p:cNvGrpSpPr/>
        <p:nvPr/>
      </p:nvGrpSpPr>
      <p:grpSpPr>
        <a:xfrm>
          <a:off x="0" y="0"/>
          <a:ext cx="0" cy="0"/>
          <a:chOff x="0" y="0"/>
          <a:chExt cx="0" cy="0"/>
        </a:xfrm>
      </p:grpSpPr>
      <p:sp>
        <p:nvSpPr>
          <p:cNvPr id="3" name="Slide Number Placeholder 4">
            <a:extLst>
              <a:ext uri="{FF2B5EF4-FFF2-40B4-BE49-F238E27FC236}">
                <a16:creationId xmlns:a16="http://schemas.microsoft.com/office/drawing/2014/main" id="{EF7D6AD8-11C9-C1A4-4E6C-5A9377EE9298}"/>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23" name="Picture Placeholder 22">
            <a:extLst>
              <a:ext uri="{FF2B5EF4-FFF2-40B4-BE49-F238E27FC236}">
                <a16:creationId xmlns:a16="http://schemas.microsoft.com/office/drawing/2014/main" id="{B787861B-F232-FA0F-8DE3-998E18E08A07}"/>
              </a:ext>
            </a:extLst>
          </p:cNvPr>
          <p:cNvSpPr>
            <a:spLocks noGrp="1"/>
          </p:cNvSpPr>
          <p:nvPr>
            <p:ph type="pic" sz="quarter" idx="22" hasCustomPrompt="1"/>
          </p:nvPr>
        </p:nvSpPr>
        <p:spPr>
          <a:xfrm>
            <a:off x="6497680" y="908050"/>
            <a:ext cx="5694320" cy="5072063"/>
          </a:xfrm>
          <a:ln>
            <a:noFill/>
          </a:ln>
        </p:spPr>
        <p:txBody>
          <a:bodyPr anchor="ctr">
            <a:normAutofit/>
          </a:bodyPr>
          <a:lstStyle>
            <a:lvl1pPr algn="ctr">
              <a:defRPr sz="1200" b="0" i="0">
                <a:latin typeface="Montserrat" pitchFamily="2" charset="77"/>
                <a:cs typeface="Gotham Book" pitchFamily="2" charset="0"/>
              </a:defRPr>
            </a:lvl1pPr>
          </a:lstStyle>
          <a:p>
            <a:r>
              <a:rPr lang="en-US" dirty="0"/>
              <a:t>Insert photo</a:t>
            </a:r>
          </a:p>
        </p:txBody>
      </p:sp>
      <p:sp>
        <p:nvSpPr>
          <p:cNvPr id="24" name="Text Placeholder 9">
            <a:extLst>
              <a:ext uri="{FF2B5EF4-FFF2-40B4-BE49-F238E27FC236}">
                <a16:creationId xmlns:a16="http://schemas.microsoft.com/office/drawing/2014/main" id="{A2AAD727-BC73-FF98-2EDA-6059F0E7FAE0}"/>
              </a:ext>
            </a:extLst>
          </p:cNvPr>
          <p:cNvSpPr>
            <a:spLocks noGrp="1"/>
          </p:cNvSpPr>
          <p:nvPr>
            <p:ph type="body" sz="quarter" idx="23" hasCustomPrompt="1"/>
          </p:nvPr>
        </p:nvSpPr>
        <p:spPr>
          <a:xfrm>
            <a:off x="923846" y="909655"/>
            <a:ext cx="4630739" cy="1249715"/>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a:t>
            </a:r>
            <a:br>
              <a:rPr lang="en-US" dirty="0"/>
            </a:br>
            <a:r>
              <a:rPr lang="en-US" dirty="0"/>
              <a:t>extra bold 36pt</a:t>
            </a:r>
          </a:p>
        </p:txBody>
      </p:sp>
      <p:sp>
        <p:nvSpPr>
          <p:cNvPr id="7" name="Text Placeholder 13">
            <a:extLst>
              <a:ext uri="{FF2B5EF4-FFF2-40B4-BE49-F238E27FC236}">
                <a16:creationId xmlns:a16="http://schemas.microsoft.com/office/drawing/2014/main" id="{6C77BCB8-AAD7-BAF0-022C-5C1F999590DB}"/>
              </a:ext>
            </a:extLst>
          </p:cNvPr>
          <p:cNvSpPr>
            <a:spLocks noGrp="1"/>
          </p:cNvSpPr>
          <p:nvPr>
            <p:ph type="body" sz="quarter" idx="17" hasCustomPrompt="1"/>
          </p:nvPr>
        </p:nvSpPr>
        <p:spPr>
          <a:xfrm>
            <a:off x="923846" y="2234311"/>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11" name="Rectangle 10">
            <a:extLst>
              <a:ext uri="{FF2B5EF4-FFF2-40B4-BE49-F238E27FC236}">
                <a16:creationId xmlns:a16="http://schemas.microsoft.com/office/drawing/2014/main" id="{99E9DAA6-5E95-2B82-764C-4EF4978A72C8}"/>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 name="Text Placeholder 13">
            <a:extLst>
              <a:ext uri="{FF2B5EF4-FFF2-40B4-BE49-F238E27FC236}">
                <a16:creationId xmlns:a16="http://schemas.microsoft.com/office/drawing/2014/main" id="{824FF96F-69CD-05C0-F823-A23EC620B1F5}"/>
              </a:ext>
            </a:extLst>
          </p:cNvPr>
          <p:cNvSpPr>
            <a:spLocks noGrp="1"/>
          </p:cNvSpPr>
          <p:nvPr>
            <p:ph type="body" sz="quarter" idx="16" hasCustomPrompt="1"/>
          </p:nvPr>
        </p:nvSpPr>
        <p:spPr>
          <a:xfrm>
            <a:off x="923846" y="2611166"/>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328239028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9_Blank">
    <p:spTree>
      <p:nvGrpSpPr>
        <p:cNvPr id="1" name=""/>
        <p:cNvGrpSpPr/>
        <p:nvPr/>
      </p:nvGrpSpPr>
      <p:grpSpPr>
        <a:xfrm>
          <a:off x="0" y="0"/>
          <a:ext cx="0" cy="0"/>
          <a:chOff x="0" y="0"/>
          <a:chExt cx="0" cy="0"/>
        </a:xfrm>
      </p:grpSpPr>
      <p:sp>
        <p:nvSpPr>
          <p:cNvPr id="3" name="Slide Number Placeholder 4">
            <a:extLst>
              <a:ext uri="{FF2B5EF4-FFF2-40B4-BE49-F238E27FC236}">
                <a16:creationId xmlns:a16="http://schemas.microsoft.com/office/drawing/2014/main" id="{EF7D6AD8-11C9-C1A4-4E6C-5A9377EE9298}"/>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4" name="Text Placeholder 9">
            <a:extLst>
              <a:ext uri="{FF2B5EF4-FFF2-40B4-BE49-F238E27FC236}">
                <a16:creationId xmlns:a16="http://schemas.microsoft.com/office/drawing/2014/main" id="{F4A1EF33-E997-7CDF-C3DE-3DD654E95F3C}"/>
              </a:ext>
            </a:extLst>
          </p:cNvPr>
          <p:cNvSpPr>
            <a:spLocks noGrp="1"/>
          </p:cNvSpPr>
          <p:nvPr>
            <p:ph type="body" sz="quarter" idx="23" hasCustomPrompt="1"/>
          </p:nvPr>
        </p:nvSpPr>
        <p:spPr>
          <a:xfrm>
            <a:off x="923846" y="1112855"/>
            <a:ext cx="6899354" cy="595719"/>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5" name="Text Placeholder 13">
            <a:extLst>
              <a:ext uri="{FF2B5EF4-FFF2-40B4-BE49-F238E27FC236}">
                <a16:creationId xmlns:a16="http://schemas.microsoft.com/office/drawing/2014/main" id="{958BC9C9-FF06-CAC2-BCD1-0ED3E22313E9}"/>
              </a:ext>
            </a:extLst>
          </p:cNvPr>
          <p:cNvSpPr>
            <a:spLocks noGrp="1"/>
          </p:cNvSpPr>
          <p:nvPr>
            <p:ph type="body" sz="quarter" idx="17" hasCustomPrompt="1"/>
          </p:nvPr>
        </p:nvSpPr>
        <p:spPr>
          <a:xfrm>
            <a:off x="923846" y="1827911"/>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12" name="Rectangle 11">
            <a:extLst>
              <a:ext uri="{FF2B5EF4-FFF2-40B4-BE49-F238E27FC236}">
                <a16:creationId xmlns:a16="http://schemas.microsoft.com/office/drawing/2014/main" id="{D3364A7E-678A-5B76-5AC6-EF797915E2C4}"/>
              </a:ext>
            </a:extLst>
          </p:cNvPr>
          <p:cNvSpPr/>
          <p:nvPr userDrawn="1"/>
        </p:nvSpPr>
        <p:spPr>
          <a:xfrm>
            <a:off x="-2" y="6753559"/>
            <a:ext cx="12192001" cy="1365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 name="Text Placeholder 13">
            <a:extLst>
              <a:ext uri="{FF2B5EF4-FFF2-40B4-BE49-F238E27FC236}">
                <a16:creationId xmlns:a16="http://schemas.microsoft.com/office/drawing/2014/main" id="{5BA416B6-8FF3-71C7-AD9B-99F6C565019E}"/>
              </a:ext>
            </a:extLst>
          </p:cNvPr>
          <p:cNvSpPr>
            <a:spLocks noGrp="1"/>
          </p:cNvSpPr>
          <p:nvPr>
            <p:ph type="body" sz="quarter" idx="16" hasCustomPrompt="1"/>
          </p:nvPr>
        </p:nvSpPr>
        <p:spPr>
          <a:xfrm>
            <a:off x="923846" y="2611166"/>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219811714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3_Blank">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110327D5-3FCA-B12F-3918-5EE2C4957F77}"/>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5" name="Text Placeholder 9">
            <a:extLst>
              <a:ext uri="{FF2B5EF4-FFF2-40B4-BE49-F238E27FC236}">
                <a16:creationId xmlns:a16="http://schemas.microsoft.com/office/drawing/2014/main" id="{82F0AE6D-ABBE-E8C8-D4E1-66EFF20432C6}"/>
              </a:ext>
            </a:extLst>
          </p:cNvPr>
          <p:cNvSpPr>
            <a:spLocks noGrp="1"/>
          </p:cNvSpPr>
          <p:nvPr>
            <p:ph type="body" sz="quarter" idx="23" hasCustomPrompt="1"/>
          </p:nvPr>
        </p:nvSpPr>
        <p:spPr>
          <a:xfrm>
            <a:off x="923846" y="1398923"/>
            <a:ext cx="7379326" cy="426824"/>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7" name="Text Placeholder 13">
            <a:extLst>
              <a:ext uri="{FF2B5EF4-FFF2-40B4-BE49-F238E27FC236}">
                <a16:creationId xmlns:a16="http://schemas.microsoft.com/office/drawing/2014/main" id="{145620BB-6DBF-7E4E-78B5-4D914914E47B}"/>
              </a:ext>
            </a:extLst>
          </p:cNvPr>
          <p:cNvSpPr>
            <a:spLocks noGrp="1"/>
          </p:cNvSpPr>
          <p:nvPr>
            <p:ph type="body" sz="quarter" idx="17" hasCustomPrompt="1"/>
          </p:nvPr>
        </p:nvSpPr>
        <p:spPr>
          <a:xfrm>
            <a:off x="923846" y="2048105"/>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1" name="Rectangle 50">
            <a:extLst>
              <a:ext uri="{FF2B5EF4-FFF2-40B4-BE49-F238E27FC236}">
                <a16:creationId xmlns:a16="http://schemas.microsoft.com/office/drawing/2014/main" id="{DD3D5AA3-065F-F080-7C0B-77BE9D43639B}"/>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3" name="Graphic 4119">
            <a:extLst>
              <a:ext uri="{FF2B5EF4-FFF2-40B4-BE49-F238E27FC236}">
                <a16:creationId xmlns:a16="http://schemas.microsoft.com/office/drawing/2014/main" id="{A0483643-C3C0-115C-C743-732BFCAFF158}"/>
              </a:ext>
            </a:extLst>
          </p:cNvPr>
          <p:cNvGrpSpPr/>
          <p:nvPr userDrawn="1"/>
        </p:nvGrpSpPr>
        <p:grpSpPr>
          <a:xfrm>
            <a:off x="1425916" y="937440"/>
            <a:ext cx="1813299" cy="484838"/>
            <a:chOff x="2178742" y="-1107180"/>
            <a:chExt cx="2171851" cy="580707"/>
          </a:xfrm>
          <a:solidFill>
            <a:schemeClr val="tx1"/>
          </a:solidFill>
        </p:grpSpPr>
        <p:sp>
          <p:nvSpPr>
            <p:cNvPr id="4" name="Freeform 3">
              <a:extLst>
                <a:ext uri="{FF2B5EF4-FFF2-40B4-BE49-F238E27FC236}">
                  <a16:creationId xmlns:a16="http://schemas.microsoft.com/office/drawing/2014/main" id="{9431C571-E6B2-B64C-ED49-5654BA2E017A}"/>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 name="Freeform 5">
              <a:extLst>
                <a:ext uri="{FF2B5EF4-FFF2-40B4-BE49-F238E27FC236}">
                  <a16:creationId xmlns:a16="http://schemas.microsoft.com/office/drawing/2014/main" id="{261C0514-7FB8-25D4-F0B2-7B58FE7C7BDC}"/>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2" name="Freeform 11">
              <a:extLst>
                <a:ext uri="{FF2B5EF4-FFF2-40B4-BE49-F238E27FC236}">
                  <a16:creationId xmlns:a16="http://schemas.microsoft.com/office/drawing/2014/main" id="{D2F0591C-12E9-728F-9577-BF4908EEFC4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6" name="Freeform 35">
              <a:extLst>
                <a:ext uri="{FF2B5EF4-FFF2-40B4-BE49-F238E27FC236}">
                  <a16:creationId xmlns:a16="http://schemas.microsoft.com/office/drawing/2014/main" id="{FD9F2B52-21AE-7691-48D4-3CBD799C9B9C}"/>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7" name="Freeform 36">
              <a:extLst>
                <a:ext uri="{FF2B5EF4-FFF2-40B4-BE49-F238E27FC236}">
                  <a16:creationId xmlns:a16="http://schemas.microsoft.com/office/drawing/2014/main" id="{F66F7AFE-9509-A358-6642-3AB37497A93E}"/>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2D316948-8BFE-547F-15BC-0BB2C3ACAE6E}"/>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8CB691EB-F627-82AB-C192-A4C536ECBCE3}"/>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061F667F-58E5-8EDF-413B-93BD0590994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901ABCDB-9F66-A50F-6EF6-59BADA181DD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0415C462-3897-6390-1BD8-980D8A97A3D5}"/>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38086123-BB2A-2A4E-9272-99B86C4C5767}"/>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A17F1EDC-1F3C-54BA-6EFF-E25737FC1205}"/>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A65D043B-56A8-BF0F-1C3E-035BBC516C43}"/>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72DB3AB6-2150-791B-78BC-783148730765}"/>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6B4C9DBD-D6B6-4560-CAFC-8D5D188B9AA5}"/>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5769F124-4689-2082-4704-F24A6B75F5CE}"/>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341F56BF-39B3-1F75-6F4E-EA3505E9B669}"/>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21C35F34-53FC-439D-FBB8-855202B6A355}"/>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9CF085BC-DECF-47CE-D82B-D3C4092E681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E04936C1-468D-3B98-76B9-B83EFA0C4F02}"/>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9" name="Text Placeholder 13">
            <a:extLst>
              <a:ext uri="{FF2B5EF4-FFF2-40B4-BE49-F238E27FC236}">
                <a16:creationId xmlns:a16="http://schemas.microsoft.com/office/drawing/2014/main" id="{C85089D1-8552-3F27-6BA7-51D4C179944D}"/>
              </a:ext>
            </a:extLst>
          </p:cNvPr>
          <p:cNvSpPr>
            <a:spLocks noGrp="1"/>
          </p:cNvSpPr>
          <p:nvPr>
            <p:ph type="body" sz="quarter" idx="16" hasCustomPrompt="1"/>
          </p:nvPr>
        </p:nvSpPr>
        <p:spPr>
          <a:xfrm>
            <a:off x="923846" y="2611166"/>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250595817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Blank">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110327D5-3FCA-B12F-3918-5EE2C4957F77}"/>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5" name="Text Placeholder 9">
            <a:extLst>
              <a:ext uri="{FF2B5EF4-FFF2-40B4-BE49-F238E27FC236}">
                <a16:creationId xmlns:a16="http://schemas.microsoft.com/office/drawing/2014/main" id="{82F0AE6D-ABBE-E8C8-D4E1-66EFF20432C6}"/>
              </a:ext>
            </a:extLst>
          </p:cNvPr>
          <p:cNvSpPr>
            <a:spLocks noGrp="1"/>
          </p:cNvSpPr>
          <p:nvPr>
            <p:ph type="body" sz="quarter" idx="23" hasCustomPrompt="1"/>
          </p:nvPr>
        </p:nvSpPr>
        <p:spPr>
          <a:xfrm>
            <a:off x="923846" y="1398923"/>
            <a:ext cx="7379326" cy="426824"/>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7" name="Text Placeholder 13">
            <a:extLst>
              <a:ext uri="{FF2B5EF4-FFF2-40B4-BE49-F238E27FC236}">
                <a16:creationId xmlns:a16="http://schemas.microsoft.com/office/drawing/2014/main" id="{145620BB-6DBF-7E4E-78B5-4D914914E47B}"/>
              </a:ext>
            </a:extLst>
          </p:cNvPr>
          <p:cNvSpPr>
            <a:spLocks noGrp="1"/>
          </p:cNvSpPr>
          <p:nvPr>
            <p:ph type="body" sz="quarter" idx="17" hasCustomPrompt="1"/>
          </p:nvPr>
        </p:nvSpPr>
        <p:spPr>
          <a:xfrm>
            <a:off x="923846" y="2048105"/>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1" name="Rectangle 50">
            <a:extLst>
              <a:ext uri="{FF2B5EF4-FFF2-40B4-BE49-F238E27FC236}">
                <a16:creationId xmlns:a16="http://schemas.microsoft.com/office/drawing/2014/main" id="{DD3D5AA3-065F-F080-7C0B-77BE9D43639B}"/>
              </a:ext>
            </a:extLst>
          </p:cNvPr>
          <p:cNvSpPr/>
          <p:nvPr userDrawn="1"/>
        </p:nvSpPr>
        <p:spPr>
          <a:xfrm>
            <a:off x="-2" y="6753559"/>
            <a:ext cx="12192001"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67" name="Graphic 4119">
            <a:extLst>
              <a:ext uri="{FF2B5EF4-FFF2-40B4-BE49-F238E27FC236}">
                <a16:creationId xmlns:a16="http://schemas.microsoft.com/office/drawing/2014/main" id="{FA658BAB-F745-FB7E-24A6-EF7E89FD993D}"/>
              </a:ext>
            </a:extLst>
          </p:cNvPr>
          <p:cNvGrpSpPr/>
          <p:nvPr userDrawn="1"/>
        </p:nvGrpSpPr>
        <p:grpSpPr>
          <a:xfrm>
            <a:off x="1425916" y="937440"/>
            <a:ext cx="1813299" cy="484838"/>
            <a:chOff x="2178742" y="-1107180"/>
            <a:chExt cx="2171851" cy="580707"/>
          </a:xfrm>
          <a:solidFill>
            <a:schemeClr val="tx1"/>
          </a:solidFill>
        </p:grpSpPr>
        <p:sp>
          <p:nvSpPr>
            <p:cNvPr id="68" name="Freeform 67">
              <a:extLst>
                <a:ext uri="{FF2B5EF4-FFF2-40B4-BE49-F238E27FC236}">
                  <a16:creationId xmlns:a16="http://schemas.microsoft.com/office/drawing/2014/main" id="{82D747D0-0CA0-828F-4F75-CB821F8258E0}"/>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7B7AE18C-21B6-5CB4-5FF1-9D2BC447DFC6}"/>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01B250F9-7EDE-1A27-08FB-42B22B16D4A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56102A54-4A75-714B-E6C2-57327EA08151}"/>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200094D7-A425-4304-6CF0-E8B4890D9A4F}"/>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3" name="Freeform 72">
              <a:extLst>
                <a:ext uri="{FF2B5EF4-FFF2-40B4-BE49-F238E27FC236}">
                  <a16:creationId xmlns:a16="http://schemas.microsoft.com/office/drawing/2014/main" id="{0E45881C-10BB-6B21-6618-AAE314DA15A6}"/>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4" name="Freeform 73">
              <a:extLst>
                <a:ext uri="{FF2B5EF4-FFF2-40B4-BE49-F238E27FC236}">
                  <a16:creationId xmlns:a16="http://schemas.microsoft.com/office/drawing/2014/main" id="{5E8DAFF9-FB7C-1EA7-F71F-707A2E64C903}"/>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5" name="Freeform 74">
              <a:extLst>
                <a:ext uri="{FF2B5EF4-FFF2-40B4-BE49-F238E27FC236}">
                  <a16:creationId xmlns:a16="http://schemas.microsoft.com/office/drawing/2014/main" id="{BB7D0D7E-4FB1-EE6B-7EF3-F161FAFEDC20}"/>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6" name="Freeform 75">
              <a:extLst>
                <a:ext uri="{FF2B5EF4-FFF2-40B4-BE49-F238E27FC236}">
                  <a16:creationId xmlns:a16="http://schemas.microsoft.com/office/drawing/2014/main" id="{E3294C70-4828-4206-29CE-26747FFCDE2C}"/>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7" name="Freeform 76">
              <a:extLst>
                <a:ext uri="{FF2B5EF4-FFF2-40B4-BE49-F238E27FC236}">
                  <a16:creationId xmlns:a16="http://schemas.microsoft.com/office/drawing/2014/main" id="{C3F6913D-A3B6-7CCB-EF93-213F72E2666C}"/>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8" name="Freeform 77">
              <a:extLst>
                <a:ext uri="{FF2B5EF4-FFF2-40B4-BE49-F238E27FC236}">
                  <a16:creationId xmlns:a16="http://schemas.microsoft.com/office/drawing/2014/main" id="{0C4AD952-567F-2562-4455-193FCF914B73}"/>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9" name="Freeform 78">
              <a:extLst>
                <a:ext uri="{FF2B5EF4-FFF2-40B4-BE49-F238E27FC236}">
                  <a16:creationId xmlns:a16="http://schemas.microsoft.com/office/drawing/2014/main" id="{04069B20-BAA9-A250-1748-1AFEED44FE78}"/>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0" name="Freeform 79">
              <a:extLst>
                <a:ext uri="{FF2B5EF4-FFF2-40B4-BE49-F238E27FC236}">
                  <a16:creationId xmlns:a16="http://schemas.microsoft.com/office/drawing/2014/main" id="{33E3431A-82AA-CB3B-2C50-C25FEDA9B0BF}"/>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1" name="Freeform 80">
              <a:extLst>
                <a:ext uri="{FF2B5EF4-FFF2-40B4-BE49-F238E27FC236}">
                  <a16:creationId xmlns:a16="http://schemas.microsoft.com/office/drawing/2014/main" id="{3F9F49F4-0A93-2065-56CA-376E8CFC9BAC}"/>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2" name="Freeform 81">
              <a:extLst>
                <a:ext uri="{FF2B5EF4-FFF2-40B4-BE49-F238E27FC236}">
                  <a16:creationId xmlns:a16="http://schemas.microsoft.com/office/drawing/2014/main" id="{CFF4B102-96E0-169C-E608-57FDF21D51E9}"/>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3" name="Freeform 82">
              <a:extLst>
                <a:ext uri="{FF2B5EF4-FFF2-40B4-BE49-F238E27FC236}">
                  <a16:creationId xmlns:a16="http://schemas.microsoft.com/office/drawing/2014/main" id="{9E1D0B88-AF45-5227-BAC7-F84692F9CFD4}"/>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4" name="Freeform 83">
              <a:extLst>
                <a:ext uri="{FF2B5EF4-FFF2-40B4-BE49-F238E27FC236}">
                  <a16:creationId xmlns:a16="http://schemas.microsoft.com/office/drawing/2014/main" id="{C4C79CAB-E8AA-2A37-E5B2-6C3B026D1787}"/>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5" name="Freeform 84">
              <a:extLst>
                <a:ext uri="{FF2B5EF4-FFF2-40B4-BE49-F238E27FC236}">
                  <a16:creationId xmlns:a16="http://schemas.microsoft.com/office/drawing/2014/main" id="{52A05FD4-838D-8F61-3CA8-B57D3DC05DA6}"/>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6" name="Freeform 85">
              <a:extLst>
                <a:ext uri="{FF2B5EF4-FFF2-40B4-BE49-F238E27FC236}">
                  <a16:creationId xmlns:a16="http://schemas.microsoft.com/office/drawing/2014/main" id="{1AC710CC-0F46-6D2D-BC7C-1C47E44627C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87" name="Freeform 86">
              <a:extLst>
                <a:ext uri="{FF2B5EF4-FFF2-40B4-BE49-F238E27FC236}">
                  <a16:creationId xmlns:a16="http://schemas.microsoft.com/office/drawing/2014/main" id="{CB22006B-AD4A-F331-5868-88663A0003D8}"/>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3" name="Text Placeholder 13">
            <a:extLst>
              <a:ext uri="{FF2B5EF4-FFF2-40B4-BE49-F238E27FC236}">
                <a16:creationId xmlns:a16="http://schemas.microsoft.com/office/drawing/2014/main" id="{834141C2-20BC-129C-5374-45D116D06367}"/>
              </a:ext>
            </a:extLst>
          </p:cNvPr>
          <p:cNvSpPr>
            <a:spLocks noGrp="1"/>
          </p:cNvSpPr>
          <p:nvPr>
            <p:ph type="body" sz="quarter" idx="16" hasCustomPrompt="1"/>
          </p:nvPr>
        </p:nvSpPr>
        <p:spPr>
          <a:xfrm>
            <a:off x="923846" y="2611166"/>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82416866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7_Blank">
    <p:spTree>
      <p:nvGrpSpPr>
        <p:cNvPr id="1" name=""/>
        <p:cNvGrpSpPr/>
        <p:nvPr/>
      </p:nvGrpSpPr>
      <p:grpSpPr>
        <a:xfrm>
          <a:off x="0" y="0"/>
          <a:ext cx="0" cy="0"/>
          <a:chOff x="0" y="0"/>
          <a:chExt cx="0" cy="0"/>
        </a:xfrm>
      </p:grpSpPr>
      <p:sp>
        <p:nvSpPr>
          <p:cNvPr id="4" name="Text Placeholder 13">
            <a:extLst>
              <a:ext uri="{FF2B5EF4-FFF2-40B4-BE49-F238E27FC236}">
                <a16:creationId xmlns:a16="http://schemas.microsoft.com/office/drawing/2014/main" id="{2BB5232A-8B67-A5D7-4B6B-4B573D69CA3C}"/>
              </a:ext>
            </a:extLst>
          </p:cNvPr>
          <p:cNvSpPr>
            <a:spLocks noGrp="1"/>
          </p:cNvSpPr>
          <p:nvPr>
            <p:ph type="body" sz="quarter" idx="24" hasCustomPrompt="1"/>
          </p:nvPr>
        </p:nvSpPr>
        <p:spPr>
          <a:xfrm>
            <a:off x="923846" y="2539211"/>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
        <p:nvSpPr>
          <p:cNvPr id="11" name="Rectangle 10">
            <a:extLst>
              <a:ext uri="{FF2B5EF4-FFF2-40B4-BE49-F238E27FC236}">
                <a16:creationId xmlns:a16="http://schemas.microsoft.com/office/drawing/2014/main" id="{E9AD6390-CFAA-B31D-7E73-3083B8D0A88F}"/>
              </a:ext>
            </a:extLst>
          </p:cNvPr>
          <p:cNvSpPr/>
          <p:nvPr userDrawn="1"/>
        </p:nvSpPr>
        <p:spPr>
          <a:xfrm>
            <a:off x="0" y="6753559"/>
            <a:ext cx="12192000" cy="13652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3" name="Slide Number Placeholder 4">
            <a:extLst>
              <a:ext uri="{FF2B5EF4-FFF2-40B4-BE49-F238E27FC236}">
                <a16:creationId xmlns:a16="http://schemas.microsoft.com/office/drawing/2014/main" id="{BB63A832-7C08-EAAF-E9A6-F9680C327AE4}"/>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24" name="Text Placeholder 9">
            <a:extLst>
              <a:ext uri="{FF2B5EF4-FFF2-40B4-BE49-F238E27FC236}">
                <a16:creationId xmlns:a16="http://schemas.microsoft.com/office/drawing/2014/main" id="{F25E6754-1866-33E3-2AD3-C26FBF3D0F55}"/>
              </a:ext>
            </a:extLst>
          </p:cNvPr>
          <p:cNvSpPr>
            <a:spLocks noGrp="1"/>
          </p:cNvSpPr>
          <p:nvPr>
            <p:ph type="body" sz="quarter" idx="23" hasCustomPrompt="1"/>
          </p:nvPr>
        </p:nvSpPr>
        <p:spPr>
          <a:xfrm>
            <a:off x="923846" y="1398923"/>
            <a:ext cx="7379326" cy="426824"/>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25" name="Text Placeholder 13">
            <a:extLst>
              <a:ext uri="{FF2B5EF4-FFF2-40B4-BE49-F238E27FC236}">
                <a16:creationId xmlns:a16="http://schemas.microsoft.com/office/drawing/2014/main" id="{B0B7721F-FA70-500A-8F5D-248849F6B76C}"/>
              </a:ext>
            </a:extLst>
          </p:cNvPr>
          <p:cNvSpPr>
            <a:spLocks noGrp="1"/>
          </p:cNvSpPr>
          <p:nvPr>
            <p:ph type="body" sz="quarter" idx="17" hasCustomPrompt="1"/>
          </p:nvPr>
        </p:nvSpPr>
        <p:spPr>
          <a:xfrm>
            <a:off x="923846" y="2048105"/>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1" name="Rectangle 50">
            <a:extLst>
              <a:ext uri="{FF2B5EF4-FFF2-40B4-BE49-F238E27FC236}">
                <a16:creationId xmlns:a16="http://schemas.microsoft.com/office/drawing/2014/main" id="{0052A5BE-3852-0208-A2E5-C9BB32991AB2}"/>
              </a:ext>
            </a:extLst>
          </p:cNvPr>
          <p:cNvSpPr/>
          <p:nvPr userDrawn="1"/>
        </p:nvSpPr>
        <p:spPr>
          <a:xfrm>
            <a:off x="-2" y="6753559"/>
            <a:ext cx="12192001" cy="1365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2" name="Graphic 4119">
            <a:extLst>
              <a:ext uri="{FF2B5EF4-FFF2-40B4-BE49-F238E27FC236}">
                <a16:creationId xmlns:a16="http://schemas.microsoft.com/office/drawing/2014/main" id="{CE07AA6C-E4CD-8E8D-5E8E-7DF805389CB1}"/>
              </a:ext>
            </a:extLst>
          </p:cNvPr>
          <p:cNvGrpSpPr/>
          <p:nvPr userDrawn="1"/>
        </p:nvGrpSpPr>
        <p:grpSpPr>
          <a:xfrm>
            <a:off x="1425916" y="937440"/>
            <a:ext cx="1813299" cy="484838"/>
            <a:chOff x="2178742" y="-1107180"/>
            <a:chExt cx="2171851" cy="580707"/>
          </a:xfrm>
          <a:solidFill>
            <a:schemeClr val="tx1"/>
          </a:solidFill>
        </p:grpSpPr>
        <p:sp>
          <p:nvSpPr>
            <p:cNvPr id="3" name="Freeform 2">
              <a:extLst>
                <a:ext uri="{FF2B5EF4-FFF2-40B4-BE49-F238E27FC236}">
                  <a16:creationId xmlns:a16="http://schemas.microsoft.com/office/drawing/2014/main" id="{E3ACFADC-A3C2-7878-9BB8-35F2B87FBBC0}"/>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0" name="Freeform 9">
              <a:extLst>
                <a:ext uri="{FF2B5EF4-FFF2-40B4-BE49-F238E27FC236}">
                  <a16:creationId xmlns:a16="http://schemas.microsoft.com/office/drawing/2014/main" id="{55334DF9-72B5-9843-374C-71AFC1B07F5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9" name="Freeform 18">
              <a:extLst>
                <a:ext uri="{FF2B5EF4-FFF2-40B4-BE49-F238E27FC236}">
                  <a16:creationId xmlns:a16="http://schemas.microsoft.com/office/drawing/2014/main" id="{AC825748-A663-E240-5A3D-5D20F6EC66E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0" name="Freeform 19">
              <a:extLst>
                <a:ext uri="{FF2B5EF4-FFF2-40B4-BE49-F238E27FC236}">
                  <a16:creationId xmlns:a16="http://schemas.microsoft.com/office/drawing/2014/main" id="{2F2F2449-C021-7329-03BD-4227B7EA8F7E}"/>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23A40745-DF88-87F9-EC8C-0A38588E9158}"/>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403DC885-8D38-791B-B899-C7109042FAB2}"/>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4A2E7CDA-1D2D-8CB5-2063-0FB55F8A2F3F}"/>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AC10CC58-D5C9-75E8-4FAD-DFE374E7E237}"/>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450A0009-D19D-7885-C45C-37903CF9EC34}"/>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695A597A-BA4E-9AEB-7FA9-544F2A5A597D}"/>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108EF7F6-A641-B0B1-E2B9-166DA292BCCE}"/>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CE1FBAED-74E5-9367-6E59-8EF824BE44E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A368C7E2-B5C4-AD84-5F6E-D9DD93160CB9}"/>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AF53C8CE-126B-FEBE-93B1-BC90B04207C3}"/>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C3C11F77-7CD1-C04C-D70E-174D32E9E593}"/>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0F2532F7-191F-67F1-D62F-2357AB230CA2}"/>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805E8BA0-3C0C-41C6-C675-0C80E7AFDE0B}"/>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C2BD789C-03D6-0B34-F9DE-00EF7ECC730E}"/>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C6B3C9FA-F170-F072-70DA-B485B6F573E2}"/>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C5EEE780-FBC1-56B2-A2D2-1F834D7EB920}"/>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Tree>
    <p:extLst>
      <p:ext uri="{BB962C8B-B14F-4D97-AF65-F5344CB8AC3E}">
        <p14:creationId xmlns:p14="http://schemas.microsoft.com/office/powerpoint/2010/main" val="31444050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0_Blank">
    <p:spTree>
      <p:nvGrpSpPr>
        <p:cNvPr id="1" name=""/>
        <p:cNvGrpSpPr/>
        <p:nvPr/>
      </p:nvGrpSpPr>
      <p:grpSpPr>
        <a:xfrm>
          <a:off x="0" y="0"/>
          <a:ext cx="0" cy="0"/>
          <a:chOff x="0" y="0"/>
          <a:chExt cx="0" cy="0"/>
        </a:xfrm>
      </p:grpSpPr>
      <p:sp>
        <p:nvSpPr>
          <p:cNvPr id="7" name="Slide Number Placeholder 4">
            <a:extLst>
              <a:ext uri="{FF2B5EF4-FFF2-40B4-BE49-F238E27FC236}">
                <a16:creationId xmlns:a16="http://schemas.microsoft.com/office/drawing/2014/main" id="{8614F77D-04DB-A460-14D9-37000E8F6903}"/>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8" name="Text Placeholder 9">
            <a:extLst>
              <a:ext uri="{FF2B5EF4-FFF2-40B4-BE49-F238E27FC236}">
                <a16:creationId xmlns:a16="http://schemas.microsoft.com/office/drawing/2014/main" id="{FD98A7F2-7FD0-F5BE-5185-5C7B4CDAC875}"/>
              </a:ext>
            </a:extLst>
          </p:cNvPr>
          <p:cNvSpPr>
            <a:spLocks noGrp="1"/>
          </p:cNvSpPr>
          <p:nvPr>
            <p:ph type="body" sz="quarter" idx="23" hasCustomPrompt="1"/>
          </p:nvPr>
        </p:nvSpPr>
        <p:spPr>
          <a:xfrm>
            <a:off x="923846" y="1398923"/>
            <a:ext cx="7379326" cy="426824"/>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9" name="Text Placeholder 13">
            <a:extLst>
              <a:ext uri="{FF2B5EF4-FFF2-40B4-BE49-F238E27FC236}">
                <a16:creationId xmlns:a16="http://schemas.microsoft.com/office/drawing/2014/main" id="{41E71786-0089-40FD-C7CE-15CDE3AF5009}"/>
              </a:ext>
            </a:extLst>
          </p:cNvPr>
          <p:cNvSpPr>
            <a:spLocks noGrp="1"/>
          </p:cNvSpPr>
          <p:nvPr>
            <p:ph type="body" sz="quarter" idx="17" hasCustomPrompt="1"/>
          </p:nvPr>
        </p:nvSpPr>
        <p:spPr>
          <a:xfrm>
            <a:off x="923846" y="2048105"/>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1" name="Rectangle 50">
            <a:extLst>
              <a:ext uri="{FF2B5EF4-FFF2-40B4-BE49-F238E27FC236}">
                <a16:creationId xmlns:a16="http://schemas.microsoft.com/office/drawing/2014/main" id="{F664110D-FC83-EBF2-30F6-411B29B51583}"/>
              </a:ext>
            </a:extLst>
          </p:cNvPr>
          <p:cNvSpPr/>
          <p:nvPr userDrawn="1"/>
        </p:nvSpPr>
        <p:spPr>
          <a:xfrm>
            <a:off x="0" y="6753559"/>
            <a:ext cx="12192000" cy="13652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2" name="Graphic 4119">
            <a:extLst>
              <a:ext uri="{FF2B5EF4-FFF2-40B4-BE49-F238E27FC236}">
                <a16:creationId xmlns:a16="http://schemas.microsoft.com/office/drawing/2014/main" id="{7AA406BC-F4D8-7460-D87D-1B2C8E7024C5}"/>
              </a:ext>
            </a:extLst>
          </p:cNvPr>
          <p:cNvGrpSpPr/>
          <p:nvPr userDrawn="1"/>
        </p:nvGrpSpPr>
        <p:grpSpPr>
          <a:xfrm>
            <a:off x="1425916" y="937440"/>
            <a:ext cx="1813299" cy="484838"/>
            <a:chOff x="2178742" y="-1107180"/>
            <a:chExt cx="2171851" cy="580707"/>
          </a:xfrm>
          <a:solidFill>
            <a:schemeClr val="tx1"/>
          </a:solidFill>
        </p:grpSpPr>
        <p:sp>
          <p:nvSpPr>
            <p:cNvPr id="3" name="Freeform 2">
              <a:extLst>
                <a:ext uri="{FF2B5EF4-FFF2-40B4-BE49-F238E27FC236}">
                  <a16:creationId xmlns:a16="http://schemas.microsoft.com/office/drawing/2014/main" id="{DCDB3E51-F952-ABF1-4A2D-FD900643E1E2}"/>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 name="Freeform 3">
              <a:extLst>
                <a:ext uri="{FF2B5EF4-FFF2-40B4-BE49-F238E27FC236}">
                  <a16:creationId xmlns:a16="http://schemas.microsoft.com/office/drawing/2014/main" id="{820CABEB-3604-6868-15F6-6E972C6B599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 name="Freeform 4">
              <a:extLst>
                <a:ext uri="{FF2B5EF4-FFF2-40B4-BE49-F238E27FC236}">
                  <a16:creationId xmlns:a16="http://schemas.microsoft.com/office/drawing/2014/main" id="{A30F5CD2-76EF-09FA-4DB8-D7F2605B772C}"/>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3" name="Freeform 32">
              <a:extLst>
                <a:ext uri="{FF2B5EF4-FFF2-40B4-BE49-F238E27FC236}">
                  <a16:creationId xmlns:a16="http://schemas.microsoft.com/office/drawing/2014/main" id="{0DF65DB4-A93F-E1B2-CA33-CE83407C1B10}"/>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4" name="Freeform 33">
              <a:extLst>
                <a:ext uri="{FF2B5EF4-FFF2-40B4-BE49-F238E27FC236}">
                  <a16:creationId xmlns:a16="http://schemas.microsoft.com/office/drawing/2014/main" id="{3BED6299-69C3-5FDD-EC06-D987CE3310F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001D8503-C5E8-FD96-9618-B31042BB1864}"/>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CD3D9A61-31C8-C5FB-83B2-E9A0BFDF8867}"/>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EF43352A-0961-39E9-3955-CE5D3BB7B022}"/>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B6FFD676-3813-5111-E7B2-B98F896CF7C2}"/>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32EC427C-6603-DF16-1650-B5C8E0F67A67}"/>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053462CE-54F7-B810-DC94-6641EFD538E8}"/>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03711C16-95B5-DE51-A4B4-B3BC0128FAA9}"/>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EFB7B1A6-585A-EB87-1F9E-C3500C90361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C5183453-F542-5B8F-B38E-EFD9C076463D}"/>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F8BF7B3F-82AD-776C-C9A7-97B043A4DA28}"/>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116CECD8-361B-8C1C-859D-2C19D1C0A01D}"/>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30314C99-BE7F-4F97-7C0A-B877CF4605ED}"/>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C526733A-3C9A-EAB7-B2D6-081341D339DA}"/>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F835B439-5AF7-10D3-243F-B6E636B5BE25}"/>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BA2581CE-A920-0F36-0E09-68E8DB74D301}"/>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11" name="Text Placeholder 13">
            <a:extLst>
              <a:ext uri="{FF2B5EF4-FFF2-40B4-BE49-F238E27FC236}">
                <a16:creationId xmlns:a16="http://schemas.microsoft.com/office/drawing/2014/main" id="{96C06EDB-1485-236C-A930-970BB3C0A2CF}"/>
              </a:ext>
            </a:extLst>
          </p:cNvPr>
          <p:cNvSpPr>
            <a:spLocks noGrp="1"/>
          </p:cNvSpPr>
          <p:nvPr>
            <p:ph type="body" sz="quarter" idx="24" hasCustomPrompt="1"/>
          </p:nvPr>
        </p:nvSpPr>
        <p:spPr>
          <a:xfrm>
            <a:off x="923846" y="2539211"/>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402538145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8_Blank">
    <p:spTree>
      <p:nvGrpSpPr>
        <p:cNvPr id="1" name=""/>
        <p:cNvGrpSpPr/>
        <p:nvPr/>
      </p:nvGrpSpPr>
      <p:grpSpPr>
        <a:xfrm>
          <a:off x="0" y="0"/>
          <a:ext cx="0" cy="0"/>
          <a:chOff x="0" y="0"/>
          <a:chExt cx="0" cy="0"/>
        </a:xfrm>
      </p:grpSpPr>
      <p:sp>
        <p:nvSpPr>
          <p:cNvPr id="7" name="Slide Number Placeholder 4">
            <a:extLst>
              <a:ext uri="{FF2B5EF4-FFF2-40B4-BE49-F238E27FC236}">
                <a16:creationId xmlns:a16="http://schemas.microsoft.com/office/drawing/2014/main" id="{5E2C18CF-FA86-AA45-1CA5-2534CECD554A}"/>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8" name="Text Placeholder 9">
            <a:extLst>
              <a:ext uri="{FF2B5EF4-FFF2-40B4-BE49-F238E27FC236}">
                <a16:creationId xmlns:a16="http://schemas.microsoft.com/office/drawing/2014/main" id="{119EDA29-E8FB-44BB-CEF1-2B4A1921B2BB}"/>
              </a:ext>
            </a:extLst>
          </p:cNvPr>
          <p:cNvSpPr>
            <a:spLocks noGrp="1"/>
          </p:cNvSpPr>
          <p:nvPr>
            <p:ph type="body" sz="quarter" idx="23" hasCustomPrompt="1"/>
          </p:nvPr>
        </p:nvSpPr>
        <p:spPr>
          <a:xfrm>
            <a:off x="923846" y="1398923"/>
            <a:ext cx="7379326" cy="426824"/>
          </a:xfrm>
        </p:spPr>
        <p:txBody>
          <a:bodyPr anchor="ctr">
            <a:noAutofit/>
          </a:bodyPr>
          <a:lstStyle>
            <a:lvl1pPr>
              <a:lnSpc>
                <a:spcPts val="3920"/>
              </a:lnSpc>
              <a:defRPr sz="3600" b="1" i="0">
                <a:solidFill>
                  <a:schemeClr val="bg1"/>
                </a:solidFill>
                <a:latin typeface="Montserrat ExtraBold" pitchFamily="2" charset="77"/>
              </a:defRPr>
            </a:lvl1pPr>
          </a:lstStyle>
          <a:p>
            <a:pPr lvl="0"/>
            <a:r>
              <a:rPr lang="en-US" dirty="0"/>
              <a:t>Montserrat extra bold 36pt</a:t>
            </a:r>
          </a:p>
        </p:txBody>
      </p:sp>
      <p:sp>
        <p:nvSpPr>
          <p:cNvPr id="9" name="Text Placeholder 13">
            <a:extLst>
              <a:ext uri="{FF2B5EF4-FFF2-40B4-BE49-F238E27FC236}">
                <a16:creationId xmlns:a16="http://schemas.microsoft.com/office/drawing/2014/main" id="{37E4FD3E-C434-D230-B22B-F489BC53A1A8}"/>
              </a:ext>
            </a:extLst>
          </p:cNvPr>
          <p:cNvSpPr>
            <a:spLocks noGrp="1"/>
          </p:cNvSpPr>
          <p:nvPr>
            <p:ph type="body" sz="quarter" idx="17" hasCustomPrompt="1"/>
          </p:nvPr>
        </p:nvSpPr>
        <p:spPr>
          <a:xfrm>
            <a:off x="923846" y="2048105"/>
            <a:ext cx="5798724"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51" name="Rectangle 50">
            <a:extLst>
              <a:ext uri="{FF2B5EF4-FFF2-40B4-BE49-F238E27FC236}">
                <a16:creationId xmlns:a16="http://schemas.microsoft.com/office/drawing/2014/main" id="{E95E5762-57EF-43C6-7585-097D7E6D9338}"/>
              </a:ext>
            </a:extLst>
          </p:cNvPr>
          <p:cNvSpPr/>
          <p:nvPr userDrawn="1"/>
        </p:nvSpPr>
        <p:spPr>
          <a:xfrm>
            <a:off x="0" y="6753559"/>
            <a:ext cx="12192000" cy="1365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grpSp>
        <p:nvGrpSpPr>
          <p:cNvPr id="2" name="Graphic 4119">
            <a:extLst>
              <a:ext uri="{FF2B5EF4-FFF2-40B4-BE49-F238E27FC236}">
                <a16:creationId xmlns:a16="http://schemas.microsoft.com/office/drawing/2014/main" id="{5509DA47-0A0A-51E6-E4B3-525F2D1ED9BB}"/>
              </a:ext>
            </a:extLst>
          </p:cNvPr>
          <p:cNvGrpSpPr/>
          <p:nvPr userDrawn="1"/>
        </p:nvGrpSpPr>
        <p:grpSpPr>
          <a:xfrm>
            <a:off x="1425916" y="937440"/>
            <a:ext cx="1813299" cy="484838"/>
            <a:chOff x="2178742" y="-1107180"/>
            <a:chExt cx="2171851" cy="580707"/>
          </a:xfrm>
          <a:solidFill>
            <a:schemeClr val="tx1"/>
          </a:solidFill>
        </p:grpSpPr>
        <p:sp>
          <p:nvSpPr>
            <p:cNvPr id="3" name="Freeform 2">
              <a:extLst>
                <a:ext uri="{FF2B5EF4-FFF2-40B4-BE49-F238E27FC236}">
                  <a16:creationId xmlns:a16="http://schemas.microsoft.com/office/drawing/2014/main" id="{7848EEDC-CBE8-8AE4-70B1-E71BA843962E}"/>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4" name="Freeform 3">
              <a:extLst>
                <a:ext uri="{FF2B5EF4-FFF2-40B4-BE49-F238E27FC236}">
                  <a16:creationId xmlns:a16="http://schemas.microsoft.com/office/drawing/2014/main" id="{54907577-3819-E4AC-1A7F-476783CAF389}"/>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 name="Freeform 4">
              <a:extLst>
                <a:ext uri="{FF2B5EF4-FFF2-40B4-BE49-F238E27FC236}">
                  <a16:creationId xmlns:a16="http://schemas.microsoft.com/office/drawing/2014/main" id="{DAEC983E-C05A-E2C2-2FC9-627A66F7469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3" name="Freeform 32">
              <a:extLst>
                <a:ext uri="{FF2B5EF4-FFF2-40B4-BE49-F238E27FC236}">
                  <a16:creationId xmlns:a16="http://schemas.microsoft.com/office/drawing/2014/main" id="{422C2638-1D96-366B-8326-04A4CE6223EE}"/>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4" name="Freeform 33">
              <a:extLst>
                <a:ext uri="{FF2B5EF4-FFF2-40B4-BE49-F238E27FC236}">
                  <a16:creationId xmlns:a16="http://schemas.microsoft.com/office/drawing/2014/main" id="{380E21E6-F5C2-A81E-68D2-F6CFBE92335F}"/>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2" name="Freeform 51">
              <a:extLst>
                <a:ext uri="{FF2B5EF4-FFF2-40B4-BE49-F238E27FC236}">
                  <a16:creationId xmlns:a16="http://schemas.microsoft.com/office/drawing/2014/main" id="{D36FB948-2C7C-164A-2593-523887D4AF8F}"/>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3" name="Freeform 52">
              <a:extLst>
                <a:ext uri="{FF2B5EF4-FFF2-40B4-BE49-F238E27FC236}">
                  <a16:creationId xmlns:a16="http://schemas.microsoft.com/office/drawing/2014/main" id="{8CD10233-22EB-A12A-660E-487809E855A5}"/>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5AD8E35C-262E-B5BD-5155-06D2CE855C3F}"/>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F27EBF7E-115B-32C1-BBBC-EF3D1CD2579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6EABEC53-D817-4562-D0EE-02FE194AE4D2}"/>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4C5E39CD-EF6B-9919-7090-93ED87DF2D0D}"/>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ECF2D4B7-8D54-A4DE-044B-38D5DB17063B}"/>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E0377494-CDF7-C32B-689D-C135C53AC43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55D5832A-EAD0-FDCE-5770-0A53EC04C695}"/>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8B662149-0296-C4B4-7A63-9422BABAD7F5}"/>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A2CE1755-B09C-D606-3B61-EE2A84DBAFF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71DE2CA2-27EB-880A-9D9D-36F498C09977}"/>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DD7D0DD6-3BC6-62F5-B052-0943E267F070}"/>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B246C656-327F-68A0-7481-27C90807F5C5}"/>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E7F5512F-4703-11A2-0F69-7AD80F126D48}"/>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6" name="Text Placeholder 13">
            <a:extLst>
              <a:ext uri="{FF2B5EF4-FFF2-40B4-BE49-F238E27FC236}">
                <a16:creationId xmlns:a16="http://schemas.microsoft.com/office/drawing/2014/main" id="{FE3BFB6F-FFE1-C7DA-DC24-729EFF3E4593}"/>
              </a:ext>
            </a:extLst>
          </p:cNvPr>
          <p:cNvSpPr>
            <a:spLocks noGrp="1"/>
          </p:cNvSpPr>
          <p:nvPr>
            <p:ph type="body" sz="quarter" idx="24" hasCustomPrompt="1"/>
          </p:nvPr>
        </p:nvSpPr>
        <p:spPr>
          <a:xfrm>
            <a:off x="923846" y="2539211"/>
            <a:ext cx="5136569" cy="3368947"/>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30664563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1_Blank">
    <p:spTree>
      <p:nvGrpSpPr>
        <p:cNvPr id="1" name=""/>
        <p:cNvGrpSpPr/>
        <p:nvPr/>
      </p:nvGrpSpPr>
      <p:grpSpPr>
        <a:xfrm>
          <a:off x="0" y="0"/>
          <a:ext cx="0" cy="0"/>
          <a:chOff x="0" y="0"/>
          <a:chExt cx="0" cy="0"/>
        </a:xfrm>
      </p:grpSpPr>
      <p:sp>
        <p:nvSpPr>
          <p:cNvPr id="8" name="Slide Number Placeholder 4">
            <a:extLst>
              <a:ext uri="{FF2B5EF4-FFF2-40B4-BE49-F238E27FC236}">
                <a16:creationId xmlns:a16="http://schemas.microsoft.com/office/drawing/2014/main" id="{EAA9B4CD-DBED-4751-6291-5286904C9175}"/>
              </a:ext>
            </a:extLst>
          </p:cNvPr>
          <p:cNvSpPr txBox="1">
            <a:spLocks/>
          </p:cNvSpPr>
          <p:nvPr/>
        </p:nvSpPr>
        <p:spPr>
          <a:xfrm>
            <a:off x="8946776" y="13715780"/>
            <a:ext cx="2743200" cy="365125"/>
          </a:xfrm>
          <a:prstGeom prst="rect">
            <a:avLst/>
          </a:prstGeom>
        </p:spPr>
        <p:txBody>
          <a:bodyPr anchor="ctr"/>
          <a:lstStyle>
            <a:defPPr>
              <a:defRPr lang="en-US"/>
            </a:defPPr>
            <a:lvl1pPr marL="0" algn="r" defTabSz="914400" rtl="0" eaLnBrk="1" latinLnBrk="0" hangingPunct="1">
              <a:defRPr sz="12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b="1" i="0" smtClean="0">
                <a:latin typeface="Montserrat" pitchFamily="2" charset="77"/>
              </a:rPr>
              <a:pPr/>
              <a:t>‹#›</a:t>
            </a:fld>
            <a:endParaRPr lang="en-US" b="1" i="0" dirty="0">
              <a:latin typeface="Montserrat" pitchFamily="2" charset="77"/>
            </a:endParaRPr>
          </a:p>
        </p:txBody>
      </p:sp>
      <p:sp>
        <p:nvSpPr>
          <p:cNvPr id="16" name="Slide Number Placeholder 4">
            <a:extLst>
              <a:ext uri="{FF2B5EF4-FFF2-40B4-BE49-F238E27FC236}">
                <a16:creationId xmlns:a16="http://schemas.microsoft.com/office/drawing/2014/main" id="{308240FB-301B-7D4F-E765-1FE27FB364C4}"/>
              </a:ext>
            </a:extLst>
          </p:cNvPr>
          <p:cNvSpPr>
            <a:spLocks noGrp="1"/>
          </p:cNvSpPr>
          <p:nvPr>
            <p:ph type="sldNum" sz="quarter" idx="23"/>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17" name="Text Placeholder 9">
            <a:extLst>
              <a:ext uri="{FF2B5EF4-FFF2-40B4-BE49-F238E27FC236}">
                <a16:creationId xmlns:a16="http://schemas.microsoft.com/office/drawing/2014/main" id="{73BC89B5-9E5B-C59E-68D3-393BB50E658B}"/>
              </a:ext>
            </a:extLst>
          </p:cNvPr>
          <p:cNvSpPr>
            <a:spLocks noGrp="1"/>
          </p:cNvSpPr>
          <p:nvPr>
            <p:ph type="body" sz="quarter" idx="24" hasCustomPrompt="1"/>
          </p:nvPr>
        </p:nvSpPr>
        <p:spPr>
          <a:xfrm>
            <a:off x="923846" y="1047753"/>
            <a:ext cx="7389836"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8" name="Text Placeholder 13">
            <a:extLst>
              <a:ext uri="{FF2B5EF4-FFF2-40B4-BE49-F238E27FC236}">
                <a16:creationId xmlns:a16="http://schemas.microsoft.com/office/drawing/2014/main" id="{5551A63E-C5E6-7A7F-8A37-FE5A3982B285}"/>
              </a:ext>
            </a:extLst>
          </p:cNvPr>
          <p:cNvSpPr>
            <a:spLocks noGrp="1"/>
          </p:cNvSpPr>
          <p:nvPr>
            <p:ph type="body" sz="quarter" idx="17" hasCustomPrompt="1"/>
          </p:nvPr>
        </p:nvSpPr>
        <p:spPr>
          <a:xfrm>
            <a:off x="923846" y="1677954"/>
            <a:ext cx="5557977" cy="367839"/>
          </a:xfrm>
        </p:spPr>
        <p:txBody>
          <a:bodyPr>
            <a:noAutofit/>
          </a:bodyPr>
          <a:lstStyle>
            <a:lvl1pPr>
              <a:defRPr sz="1800" b="1" i="0">
                <a:solidFill>
                  <a:schemeClr val="tx1"/>
                </a:solidFill>
                <a:latin typeface="Montserrat" pitchFamily="2" charset="77"/>
              </a:defRPr>
            </a:lvl1pPr>
            <a:lvl5pPr algn="l">
              <a:defRPr>
                <a:solidFill>
                  <a:schemeClr val="accent5"/>
                </a:solidFill>
              </a:defRPr>
            </a:lvl5pPr>
          </a:lstStyle>
          <a:p>
            <a:pPr lvl="0"/>
            <a:r>
              <a:rPr lang="en-US" dirty="0"/>
              <a:t>Subhead goes here in Montserrat bold 18pts</a:t>
            </a:r>
          </a:p>
        </p:txBody>
      </p:sp>
      <p:sp>
        <p:nvSpPr>
          <p:cNvPr id="6" name="Slide Number Placeholder 4">
            <a:extLst>
              <a:ext uri="{FF2B5EF4-FFF2-40B4-BE49-F238E27FC236}">
                <a16:creationId xmlns:a16="http://schemas.microsoft.com/office/drawing/2014/main" id="{735381D0-934C-7E88-39FF-061D8A4D896E}"/>
              </a:ext>
            </a:extLst>
          </p:cNvPr>
          <p:cNvSpPr txBox="1">
            <a:spLocks/>
          </p:cNvSpPr>
          <p:nvPr/>
        </p:nvSpPr>
        <p:spPr>
          <a:xfrm>
            <a:off x="8946776" y="13715780"/>
            <a:ext cx="2743200" cy="365125"/>
          </a:xfrm>
          <a:prstGeom prst="rect">
            <a:avLst/>
          </a:prstGeom>
        </p:spPr>
        <p:txBody>
          <a:bodyPr anchor="ctr"/>
          <a:lstStyle>
            <a:defPPr>
              <a:defRPr lang="en-US"/>
            </a:defPPr>
            <a:lvl1pPr marL="0" algn="r" defTabSz="914400" rtl="0" eaLnBrk="1" latinLnBrk="0" hangingPunct="1">
              <a:defRPr sz="12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b="1" i="0" smtClean="0">
                <a:latin typeface="Montserrat" pitchFamily="2" charset="77"/>
              </a:rPr>
              <a:pPr/>
              <a:t>‹#›</a:t>
            </a:fld>
            <a:endParaRPr lang="en-US" b="1" i="0" dirty="0">
              <a:latin typeface="Montserrat" pitchFamily="2" charset="77"/>
            </a:endParaRPr>
          </a:p>
        </p:txBody>
      </p:sp>
      <p:grpSp>
        <p:nvGrpSpPr>
          <p:cNvPr id="7" name="Group 6">
            <a:extLst>
              <a:ext uri="{FF2B5EF4-FFF2-40B4-BE49-F238E27FC236}">
                <a16:creationId xmlns:a16="http://schemas.microsoft.com/office/drawing/2014/main" id="{F91A9E0D-B13D-8174-1F39-659232FE2391}"/>
              </a:ext>
            </a:extLst>
          </p:cNvPr>
          <p:cNvGrpSpPr/>
          <p:nvPr/>
        </p:nvGrpSpPr>
        <p:grpSpPr>
          <a:xfrm>
            <a:off x="6748828" y="2141672"/>
            <a:ext cx="209441" cy="3532610"/>
            <a:chOff x="10807083" y="412365"/>
            <a:chExt cx="209441" cy="3532610"/>
          </a:xfrm>
        </p:grpSpPr>
        <p:sp>
          <p:nvSpPr>
            <p:cNvPr id="9" name="Graphic 12">
              <a:extLst>
                <a:ext uri="{FF2B5EF4-FFF2-40B4-BE49-F238E27FC236}">
                  <a16:creationId xmlns:a16="http://schemas.microsoft.com/office/drawing/2014/main" id="{AABBE7A7-F18D-7498-D3FC-972159F9DDFE}"/>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11" name="Straight Connector 10">
              <a:extLst>
                <a:ext uri="{FF2B5EF4-FFF2-40B4-BE49-F238E27FC236}">
                  <a16:creationId xmlns:a16="http://schemas.microsoft.com/office/drawing/2014/main" id="{B7247382-DB56-9119-F977-EA403A913F94}"/>
                </a:ext>
              </a:extLst>
            </p:cNvPr>
            <p:cNvCxnSpPr>
              <a:cxnSpLocks/>
            </p:cNvCxnSpPr>
            <p:nvPr/>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57A0ACC-C60D-7E20-58CB-518F074E07EE}"/>
                </a:ext>
              </a:extLst>
            </p:cNvPr>
            <p:cNvCxnSpPr>
              <a:cxnSpLocks/>
            </p:cNvCxnSpPr>
            <p:nvPr/>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4" name="Slide Number Placeholder 4">
            <a:extLst>
              <a:ext uri="{FF2B5EF4-FFF2-40B4-BE49-F238E27FC236}">
                <a16:creationId xmlns:a16="http://schemas.microsoft.com/office/drawing/2014/main" id="{330A0064-A55C-E4B5-72BC-2F44CC77ACA2}"/>
              </a:ext>
            </a:extLst>
          </p:cNvPr>
          <p:cNvSpPr txBox="1">
            <a:spLocks/>
          </p:cNvSpPr>
          <p:nvPr userDrawn="1"/>
        </p:nvSpPr>
        <p:spPr>
          <a:xfrm>
            <a:off x="8946776" y="13715780"/>
            <a:ext cx="2743200" cy="365125"/>
          </a:xfrm>
          <a:prstGeom prst="rect">
            <a:avLst/>
          </a:prstGeom>
        </p:spPr>
        <p:txBody>
          <a:bodyPr anchor="ctr"/>
          <a:lstStyle>
            <a:defPPr>
              <a:defRPr lang="en-US"/>
            </a:defPPr>
            <a:lvl1pPr marL="0" algn="r" defTabSz="914400" rtl="0" eaLnBrk="1" latinLnBrk="0" hangingPunct="1">
              <a:defRPr sz="12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b="1" i="0" smtClean="0">
                <a:latin typeface="Montserrat" pitchFamily="2" charset="77"/>
              </a:rPr>
              <a:pPr/>
              <a:t>‹#›</a:t>
            </a:fld>
            <a:endParaRPr lang="en-US" b="1" i="0" dirty="0">
              <a:latin typeface="Montserrat" pitchFamily="2" charset="77"/>
            </a:endParaRPr>
          </a:p>
        </p:txBody>
      </p:sp>
      <p:pic>
        <p:nvPicPr>
          <p:cNvPr id="30" name="Graphic 29">
            <a:extLst>
              <a:ext uri="{FF2B5EF4-FFF2-40B4-BE49-F238E27FC236}">
                <a16:creationId xmlns:a16="http://schemas.microsoft.com/office/drawing/2014/main" id="{129981FC-4FC9-ECD0-B911-A0FF3DB9EF9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9007736" y="5619681"/>
            <a:ext cx="2462784" cy="837348"/>
          </a:xfrm>
          <a:prstGeom prst="rect">
            <a:avLst/>
          </a:prstGeom>
        </p:spPr>
      </p:pic>
      <p:grpSp>
        <p:nvGrpSpPr>
          <p:cNvPr id="52" name="Graphic 4119">
            <a:extLst>
              <a:ext uri="{FF2B5EF4-FFF2-40B4-BE49-F238E27FC236}">
                <a16:creationId xmlns:a16="http://schemas.microsoft.com/office/drawing/2014/main" id="{D34D4057-3731-C079-F32D-D97D3CEADDA3}"/>
              </a:ext>
            </a:extLst>
          </p:cNvPr>
          <p:cNvGrpSpPr/>
          <p:nvPr userDrawn="1"/>
        </p:nvGrpSpPr>
        <p:grpSpPr>
          <a:xfrm>
            <a:off x="1363827" y="715985"/>
            <a:ext cx="1813299" cy="484838"/>
            <a:chOff x="2178742" y="-1107180"/>
            <a:chExt cx="2171851" cy="580707"/>
          </a:xfrm>
          <a:solidFill>
            <a:schemeClr val="tx1"/>
          </a:solidFill>
        </p:grpSpPr>
        <p:sp>
          <p:nvSpPr>
            <p:cNvPr id="53" name="Freeform 52">
              <a:extLst>
                <a:ext uri="{FF2B5EF4-FFF2-40B4-BE49-F238E27FC236}">
                  <a16:creationId xmlns:a16="http://schemas.microsoft.com/office/drawing/2014/main" id="{5B5E7B2E-54BE-9123-095B-5032BC76B471}"/>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4" name="Freeform 53">
              <a:extLst>
                <a:ext uri="{FF2B5EF4-FFF2-40B4-BE49-F238E27FC236}">
                  <a16:creationId xmlns:a16="http://schemas.microsoft.com/office/drawing/2014/main" id="{AC2A6E3B-F047-DFDC-9815-837E5C5548CE}"/>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5" name="Freeform 54">
              <a:extLst>
                <a:ext uri="{FF2B5EF4-FFF2-40B4-BE49-F238E27FC236}">
                  <a16:creationId xmlns:a16="http://schemas.microsoft.com/office/drawing/2014/main" id="{155021DA-C991-BC49-8895-58DE7EDA6ED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6" name="Freeform 55">
              <a:extLst>
                <a:ext uri="{FF2B5EF4-FFF2-40B4-BE49-F238E27FC236}">
                  <a16:creationId xmlns:a16="http://schemas.microsoft.com/office/drawing/2014/main" id="{D430BD9E-5AC6-AA2E-FA90-49E34726F616}"/>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7" name="Freeform 56">
              <a:extLst>
                <a:ext uri="{FF2B5EF4-FFF2-40B4-BE49-F238E27FC236}">
                  <a16:creationId xmlns:a16="http://schemas.microsoft.com/office/drawing/2014/main" id="{07F4F313-FEC6-4AA0-6358-3EA03E13557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8" name="Freeform 57">
              <a:extLst>
                <a:ext uri="{FF2B5EF4-FFF2-40B4-BE49-F238E27FC236}">
                  <a16:creationId xmlns:a16="http://schemas.microsoft.com/office/drawing/2014/main" id="{DC78E402-672D-1B57-102A-5A9055299D1F}"/>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59" name="Freeform 58">
              <a:extLst>
                <a:ext uri="{FF2B5EF4-FFF2-40B4-BE49-F238E27FC236}">
                  <a16:creationId xmlns:a16="http://schemas.microsoft.com/office/drawing/2014/main" id="{35128F83-DB69-CA28-47E8-0A5F0F739F0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0" name="Freeform 59">
              <a:extLst>
                <a:ext uri="{FF2B5EF4-FFF2-40B4-BE49-F238E27FC236}">
                  <a16:creationId xmlns:a16="http://schemas.microsoft.com/office/drawing/2014/main" id="{AE337122-4F0E-38A5-0821-AF14144E172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1" name="Freeform 60">
              <a:extLst>
                <a:ext uri="{FF2B5EF4-FFF2-40B4-BE49-F238E27FC236}">
                  <a16:creationId xmlns:a16="http://schemas.microsoft.com/office/drawing/2014/main" id="{4C4B3D3B-D150-A758-074F-F8F00219137F}"/>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2" name="Freeform 61">
              <a:extLst>
                <a:ext uri="{FF2B5EF4-FFF2-40B4-BE49-F238E27FC236}">
                  <a16:creationId xmlns:a16="http://schemas.microsoft.com/office/drawing/2014/main" id="{A1BF837D-835D-44E3-2A9B-A751754A0F5D}"/>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3" name="Freeform 62">
              <a:extLst>
                <a:ext uri="{FF2B5EF4-FFF2-40B4-BE49-F238E27FC236}">
                  <a16:creationId xmlns:a16="http://schemas.microsoft.com/office/drawing/2014/main" id="{4936E623-A9AA-A00B-FBBF-A84C68DEE4A8}"/>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4" name="Freeform 63">
              <a:extLst>
                <a:ext uri="{FF2B5EF4-FFF2-40B4-BE49-F238E27FC236}">
                  <a16:creationId xmlns:a16="http://schemas.microsoft.com/office/drawing/2014/main" id="{4EDA0151-BA34-A83A-4299-85AD998490E6}"/>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5" name="Freeform 64">
              <a:extLst>
                <a:ext uri="{FF2B5EF4-FFF2-40B4-BE49-F238E27FC236}">
                  <a16:creationId xmlns:a16="http://schemas.microsoft.com/office/drawing/2014/main" id="{F513EE29-0C30-982E-8D5D-09E3512FDA50}"/>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6" name="Freeform 65">
              <a:extLst>
                <a:ext uri="{FF2B5EF4-FFF2-40B4-BE49-F238E27FC236}">
                  <a16:creationId xmlns:a16="http://schemas.microsoft.com/office/drawing/2014/main" id="{AB3C2CB9-AD60-1A41-4E37-A1C93843F876}"/>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7" name="Freeform 66">
              <a:extLst>
                <a:ext uri="{FF2B5EF4-FFF2-40B4-BE49-F238E27FC236}">
                  <a16:creationId xmlns:a16="http://schemas.microsoft.com/office/drawing/2014/main" id="{4EDD2A13-BB43-43D5-E5F7-B92B86930B14}"/>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8" name="Freeform 67">
              <a:extLst>
                <a:ext uri="{FF2B5EF4-FFF2-40B4-BE49-F238E27FC236}">
                  <a16:creationId xmlns:a16="http://schemas.microsoft.com/office/drawing/2014/main" id="{3F31A370-5F94-ED1E-80F0-C19724FDB670}"/>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69" name="Freeform 68">
              <a:extLst>
                <a:ext uri="{FF2B5EF4-FFF2-40B4-BE49-F238E27FC236}">
                  <a16:creationId xmlns:a16="http://schemas.microsoft.com/office/drawing/2014/main" id="{EDF59566-A80E-A7AB-F3D4-5DA25FBF80F0}"/>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0" name="Freeform 69">
              <a:extLst>
                <a:ext uri="{FF2B5EF4-FFF2-40B4-BE49-F238E27FC236}">
                  <a16:creationId xmlns:a16="http://schemas.microsoft.com/office/drawing/2014/main" id="{6F73A5F7-2CD1-5BE4-6F50-A225610D9280}"/>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1" name="Freeform 70">
              <a:extLst>
                <a:ext uri="{FF2B5EF4-FFF2-40B4-BE49-F238E27FC236}">
                  <a16:creationId xmlns:a16="http://schemas.microsoft.com/office/drawing/2014/main" id="{F90A3C99-C21B-E9D5-2256-FAF6D082E2E8}"/>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72" name="Freeform 71">
              <a:extLst>
                <a:ext uri="{FF2B5EF4-FFF2-40B4-BE49-F238E27FC236}">
                  <a16:creationId xmlns:a16="http://schemas.microsoft.com/office/drawing/2014/main" id="{092B9289-8E49-D0A7-F9D8-EB7C6DAF16A0}"/>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2" name="Rectangle 1">
            <a:extLst>
              <a:ext uri="{FF2B5EF4-FFF2-40B4-BE49-F238E27FC236}">
                <a16:creationId xmlns:a16="http://schemas.microsoft.com/office/drawing/2014/main" id="{5BE3B440-1206-4491-7B68-B5F006BC10EF}"/>
              </a:ext>
            </a:extLst>
          </p:cNvPr>
          <p:cNvSpPr/>
          <p:nvPr userDrawn="1"/>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3" name="Text Placeholder 13">
            <a:extLst>
              <a:ext uri="{FF2B5EF4-FFF2-40B4-BE49-F238E27FC236}">
                <a16:creationId xmlns:a16="http://schemas.microsoft.com/office/drawing/2014/main" id="{48FEEE5F-B0DB-82FE-42FD-E248DCBBD9A2}"/>
              </a:ext>
            </a:extLst>
          </p:cNvPr>
          <p:cNvSpPr>
            <a:spLocks noGrp="1"/>
          </p:cNvSpPr>
          <p:nvPr>
            <p:ph type="body" sz="quarter" idx="25" hasCustomPrompt="1"/>
          </p:nvPr>
        </p:nvSpPr>
        <p:spPr>
          <a:xfrm>
            <a:off x="923846" y="2134507"/>
            <a:ext cx="5136569" cy="3773652"/>
          </a:xfr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311671377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F8082970-4FF8-F345-6DD0-798AA8D794C9}"/>
              </a:ext>
            </a:extLst>
          </p:cNvPr>
          <p:cNvSpPr>
            <a:spLocks noGrp="1"/>
          </p:cNvSpPr>
          <p:nvPr>
            <p:ph type="sldNum" sz="quarter" idx="21"/>
          </p:nvPr>
        </p:nvSpPr>
        <p:spPr>
          <a:xfrm>
            <a:off x="8610600" y="6356350"/>
            <a:ext cx="2743200" cy="365125"/>
          </a:xfrm>
        </p:spPr>
        <p:txBody>
          <a:bodyPr/>
          <a:lstStyle>
            <a:lvl1pPr>
              <a:defRPr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2" name="Rectangle 1">
            <a:extLst>
              <a:ext uri="{FF2B5EF4-FFF2-40B4-BE49-F238E27FC236}">
                <a16:creationId xmlns:a16="http://schemas.microsoft.com/office/drawing/2014/main" id="{66367E67-23FC-755A-4F2F-FD8A5338B3E0}"/>
              </a:ext>
            </a:extLst>
          </p:cNvPr>
          <p:cNvSpPr/>
          <p:nvPr userDrawn="1"/>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Tree>
    <p:extLst>
      <p:ext uri="{BB962C8B-B14F-4D97-AF65-F5344CB8AC3E}">
        <p14:creationId xmlns:p14="http://schemas.microsoft.com/office/powerpoint/2010/main" val="40278807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4_Blank">
    <p:spTree>
      <p:nvGrpSpPr>
        <p:cNvPr id="1" name=""/>
        <p:cNvGrpSpPr/>
        <p:nvPr/>
      </p:nvGrpSpPr>
      <p:grpSpPr>
        <a:xfrm>
          <a:off x="0" y="0"/>
          <a:ext cx="0" cy="0"/>
          <a:chOff x="0" y="0"/>
          <a:chExt cx="0" cy="0"/>
        </a:xfrm>
      </p:grpSpPr>
      <p:sp>
        <p:nvSpPr>
          <p:cNvPr id="9" name="Freeform 1">
            <a:extLst>
              <a:ext uri="{FF2B5EF4-FFF2-40B4-BE49-F238E27FC236}">
                <a16:creationId xmlns:a16="http://schemas.microsoft.com/office/drawing/2014/main" id="{E44426B9-F59C-8E89-FEE9-1AA126CB1F55}"/>
              </a:ext>
            </a:extLst>
          </p:cNvPr>
          <p:cNvSpPr/>
          <p:nvPr userDrawn="1"/>
        </p:nvSpPr>
        <p:spPr>
          <a:xfrm>
            <a:off x="4176388" y="3415553"/>
            <a:ext cx="3828780" cy="31853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sp>
        <p:nvSpPr>
          <p:cNvPr id="2" name="Freeform 1">
            <a:extLst>
              <a:ext uri="{FF2B5EF4-FFF2-40B4-BE49-F238E27FC236}">
                <a16:creationId xmlns:a16="http://schemas.microsoft.com/office/drawing/2014/main" id="{A98E6D1F-DE69-D451-EB95-19F5F54FFE16}"/>
              </a:ext>
            </a:extLst>
          </p:cNvPr>
          <p:cNvSpPr/>
          <p:nvPr/>
        </p:nvSpPr>
        <p:spPr>
          <a:xfrm>
            <a:off x="4176388" y="3415553"/>
            <a:ext cx="3828780" cy="31853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sp>
        <p:nvSpPr>
          <p:cNvPr id="6" name="Freeform 1">
            <a:extLst>
              <a:ext uri="{FF2B5EF4-FFF2-40B4-BE49-F238E27FC236}">
                <a16:creationId xmlns:a16="http://schemas.microsoft.com/office/drawing/2014/main" id="{52D8B4A7-30D1-77AB-25C1-7D9A0A219B27}"/>
              </a:ext>
            </a:extLst>
          </p:cNvPr>
          <p:cNvSpPr/>
          <p:nvPr/>
        </p:nvSpPr>
        <p:spPr>
          <a:xfrm>
            <a:off x="4176388" y="3415553"/>
            <a:ext cx="3828780" cy="31853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i="0" dirty="0">
              <a:latin typeface="Montserrat" pitchFamily="2" charset="77"/>
            </a:endParaRPr>
          </a:p>
        </p:txBody>
      </p:sp>
      <p:pic>
        <p:nvPicPr>
          <p:cNvPr id="11" name="Graphic 10">
            <a:extLst>
              <a:ext uri="{FF2B5EF4-FFF2-40B4-BE49-F238E27FC236}">
                <a16:creationId xmlns:a16="http://schemas.microsoft.com/office/drawing/2014/main" id="{F17A6CE9-1678-7033-B9FA-3571769144C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4935133" y="5297580"/>
            <a:ext cx="2462784" cy="837348"/>
          </a:xfrm>
          <a:prstGeom prst="rect">
            <a:avLst/>
          </a:prstGeom>
        </p:spPr>
      </p:pic>
      <p:grpSp>
        <p:nvGrpSpPr>
          <p:cNvPr id="147" name="Graphic 5">
            <a:extLst>
              <a:ext uri="{FF2B5EF4-FFF2-40B4-BE49-F238E27FC236}">
                <a16:creationId xmlns:a16="http://schemas.microsoft.com/office/drawing/2014/main" id="{52E05927-2081-1CCE-EA31-D850FDDDBE72}"/>
              </a:ext>
            </a:extLst>
          </p:cNvPr>
          <p:cNvGrpSpPr/>
          <p:nvPr/>
        </p:nvGrpSpPr>
        <p:grpSpPr>
          <a:xfrm>
            <a:off x="4121002" y="2569295"/>
            <a:ext cx="3949996" cy="1187942"/>
            <a:chOff x="4652525" y="3213529"/>
            <a:chExt cx="2073018" cy="623450"/>
          </a:xfrm>
          <a:solidFill>
            <a:schemeClr val="bg1"/>
          </a:solidFill>
        </p:grpSpPr>
        <p:sp>
          <p:nvSpPr>
            <p:cNvPr id="148" name="Freeform 147">
              <a:extLst>
                <a:ext uri="{FF2B5EF4-FFF2-40B4-BE49-F238E27FC236}">
                  <a16:creationId xmlns:a16="http://schemas.microsoft.com/office/drawing/2014/main" id="{7F625773-E02E-E216-3F60-036E51585E77}"/>
                </a:ext>
              </a:extLst>
            </p:cNvPr>
            <p:cNvSpPr/>
            <p:nvPr/>
          </p:nvSpPr>
          <p:spPr>
            <a:xfrm>
              <a:off x="4652525" y="3213529"/>
              <a:ext cx="537527" cy="491796"/>
            </a:xfrm>
            <a:custGeom>
              <a:avLst/>
              <a:gdLst>
                <a:gd name="connsiteX0" fmla="*/ 208945 w 537527"/>
                <a:gd name="connsiteY0" fmla="*/ 173539 h 491796"/>
                <a:gd name="connsiteX1" fmla="*/ 210567 w 537527"/>
                <a:gd name="connsiteY1" fmla="*/ 171104 h 491796"/>
                <a:gd name="connsiteX2" fmla="*/ 236530 w 537527"/>
                <a:gd name="connsiteY2" fmla="*/ 136193 h 491796"/>
                <a:gd name="connsiteX3" fmla="*/ 248699 w 537527"/>
                <a:gd name="connsiteY3" fmla="*/ 121579 h 491796"/>
                <a:gd name="connsiteX4" fmla="*/ 260058 w 537527"/>
                <a:gd name="connsiteY4" fmla="*/ 107777 h 491796"/>
                <a:gd name="connsiteX5" fmla="*/ 286020 w 537527"/>
                <a:gd name="connsiteY5" fmla="*/ 76926 h 491796"/>
                <a:gd name="connsiteX6" fmla="*/ 295756 w 537527"/>
                <a:gd name="connsiteY6" fmla="*/ 64747 h 491796"/>
                <a:gd name="connsiteX7" fmla="*/ 302246 w 537527"/>
                <a:gd name="connsiteY7" fmla="*/ 56629 h 491796"/>
                <a:gd name="connsiteX8" fmla="*/ 303869 w 537527"/>
                <a:gd name="connsiteY8" fmla="*/ 45262 h 491796"/>
                <a:gd name="connsiteX9" fmla="*/ 303869 w 537527"/>
                <a:gd name="connsiteY9" fmla="*/ 42827 h 491796"/>
                <a:gd name="connsiteX10" fmla="*/ 303869 w 537527"/>
                <a:gd name="connsiteY10" fmla="*/ 42015 h 491796"/>
                <a:gd name="connsiteX11" fmla="*/ 303869 w 537527"/>
                <a:gd name="connsiteY11" fmla="*/ 39579 h 491796"/>
                <a:gd name="connsiteX12" fmla="*/ 307114 w 537527"/>
                <a:gd name="connsiteY12" fmla="*/ 37955 h 491796"/>
                <a:gd name="connsiteX13" fmla="*/ 311982 w 537527"/>
                <a:gd name="connsiteY13" fmla="*/ 38767 h 491796"/>
                <a:gd name="connsiteX14" fmla="*/ 311982 w 537527"/>
                <a:gd name="connsiteY14" fmla="*/ 41203 h 491796"/>
                <a:gd name="connsiteX15" fmla="*/ 318472 w 537527"/>
                <a:gd name="connsiteY15" fmla="*/ 42827 h 491796"/>
                <a:gd name="connsiteX16" fmla="*/ 325774 w 537527"/>
                <a:gd name="connsiteY16" fmla="*/ 42015 h 491796"/>
                <a:gd name="connsiteX17" fmla="*/ 329831 w 537527"/>
                <a:gd name="connsiteY17" fmla="*/ 41203 h 491796"/>
                <a:gd name="connsiteX18" fmla="*/ 333887 w 537527"/>
                <a:gd name="connsiteY18" fmla="*/ 39579 h 491796"/>
                <a:gd name="connsiteX19" fmla="*/ 328208 w 537527"/>
                <a:gd name="connsiteY19" fmla="*/ 38767 h 491796"/>
                <a:gd name="connsiteX20" fmla="*/ 318472 w 537527"/>
                <a:gd name="connsiteY20" fmla="*/ 37143 h 491796"/>
                <a:gd name="connsiteX21" fmla="*/ 324152 w 537527"/>
                <a:gd name="connsiteY21" fmla="*/ 33896 h 491796"/>
                <a:gd name="connsiteX22" fmla="*/ 329831 w 537527"/>
                <a:gd name="connsiteY22" fmla="*/ 33896 h 491796"/>
                <a:gd name="connsiteX23" fmla="*/ 332265 w 537527"/>
                <a:gd name="connsiteY23" fmla="*/ 35520 h 491796"/>
                <a:gd name="connsiteX24" fmla="*/ 333887 w 537527"/>
                <a:gd name="connsiteY24" fmla="*/ 33896 h 491796"/>
                <a:gd name="connsiteX25" fmla="*/ 335510 w 537527"/>
                <a:gd name="connsiteY25" fmla="*/ 32272 h 491796"/>
                <a:gd name="connsiteX26" fmla="*/ 337133 w 537527"/>
                <a:gd name="connsiteY26" fmla="*/ 33896 h 491796"/>
                <a:gd name="connsiteX27" fmla="*/ 338755 w 537527"/>
                <a:gd name="connsiteY27" fmla="*/ 36332 h 491796"/>
                <a:gd name="connsiteX28" fmla="*/ 361472 w 537527"/>
                <a:gd name="connsiteY28" fmla="*/ 39579 h 491796"/>
                <a:gd name="connsiteX29" fmla="*/ 366340 w 537527"/>
                <a:gd name="connsiteY29" fmla="*/ 39579 h 491796"/>
                <a:gd name="connsiteX30" fmla="*/ 367151 w 537527"/>
                <a:gd name="connsiteY30" fmla="*/ 38767 h 491796"/>
                <a:gd name="connsiteX31" fmla="*/ 355793 w 537527"/>
                <a:gd name="connsiteY31" fmla="*/ 37143 h 491796"/>
                <a:gd name="connsiteX32" fmla="*/ 349302 w 537527"/>
                <a:gd name="connsiteY32" fmla="*/ 35520 h 491796"/>
                <a:gd name="connsiteX33" fmla="*/ 346057 w 537527"/>
                <a:gd name="connsiteY33" fmla="*/ 33084 h 491796"/>
                <a:gd name="connsiteX34" fmla="*/ 342001 w 537527"/>
                <a:gd name="connsiteY34" fmla="*/ 32272 h 491796"/>
                <a:gd name="connsiteX35" fmla="*/ 346057 w 537527"/>
                <a:gd name="connsiteY35" fmla="*/ 32272 h 491796"/>
                <a:gd name="connsiteX36" fmla="*/ 350114 w 537527"/>
                <a:gd name="connsiteY36" fmla="*/ 30648 h 491796"/>
                <a:gd name="connsiteX37" fmla="*/ 325774 w 537527"/>
                <a:gd name="connsiteY37" fmla="*/ 29025 h 491796"/>
                <a:gd name="connsiteX38" fmla="*/ 316038 w 537527"/>
                <a:gd name="connsiteY38" fmla="*/ 29836 h 491796"/>
                <a:gd name="connsiteX39" fmla="*/ 306303 w 537527"/>
                <a:gd name="connsiteY39" fmla="*/ 29836 h 491796"/>
                <a:gd name="connsiteX40" fmla="*/ 305491 w 537527"/>
                <a:gd name="connsiteY40" fmla="*/ 28213 h 491796"/>
                <a:gd name="connsiteX41" fmla="*/ 304680 w 537527"/>
                <a:gd name="connsiteY41" fmla="*/ 25777 h 491796"/>
                <a:gd name="connsiteX42" fmla="*/ 302246 w 537527"/>
                <a:gd name="connsiteY42" fmla="*/ 26589 h 491796"/>
                <a:gd name="connsiteX43" fmla="*/ 291699 w 537527"/>
                <a:gd name="connsiteY43" fmla="*/ 23342 h 491796"/>
                <a:gd name="connsiteX44" fmla="*/ 272227 w 537527"/>
                <a:gd name="connsiteY44" fmla="*/ 33896 h 491796"/>
                <a:gd name="connsiteX45" fmla="*/ 271416 w 537527"/>
                <a:gd name="connsiteY45" fmla="*/ 31460 h 491796"/>
                <a:gd name="connsiteX46" fmla="*/ 269793 w 537527"/>
                <a:gd name="connsiteY46" fmla="*/ 29025 h 491796"/>
                <a:gd name="connsiteX47" fmla="*/ 267359 w 537527"/>
                <a:gd name="connsiteY47" fmla="*/ 27401 h 491796"/>
                <a:gd name="connsiteX48" fmla="*/ 264114 w 537527"/>
                <a:gd name="connsiteY48" fmla="*/ 28213 h 491796"/>
                <a:gd name="connsiteX49" fmla="*/ 259246 w 537527"/>
                <a:gd name="connsiteY49" fmla="*/ 29836 h 491796"/>
                <a:gd name="connsiteX50" fmla="*/ 238152 w 537527"/>
                <a:gd name="connsiteY50" fmla="*/ 27401 h 491796"/>
                <a:gd name="connsiteX51" fmla="*/ 235718 w 537527"/>
                <a:gd name="connsiteY51" fmla="*/ 27401 h 491796"/>
                <a:gd name="connsiteX52" fmla="*/ 239775 w 537527"/>
                <a:gd name="connsiteY52" fmla="*/ 23342 h 491796"/>
                <a:gd name="connsiteX53" fmla="*/ 243831 w 537527"/>
                <a:gd name="connsiteY53" fmla="*/ 22530 h 491796"/>
                <a:gd name="connsiteX54" fmla="*/ 250322 w 537527"/>
                <a:gd name="connsiteY54" fmla="*/ 21718 h 491796"/>
                <a:gd name="connsiteX55" fmla="*/ 256812 w 537527"/>
                <a:gd name="connsiteY55" fmla="*/ 20094 h 491796"/>
                <a:gd name="connsiteX56" fmla="*/ 260869 w 537527"/>
                <a:gd name="connsiteY56" fmla="*/ 19282 h 491796"/>
                <a:gd name="connsiteX57" fmla="*/ 266548 w 537527"/>
                <a:gd name="connsiteY57" fmla="*/ 17658 h 491796"/>
                <a:gd name="connsiteX58" fmla="*/ 270605 w 537527"/>
                <a:gd name="connsiteY58" fmla="*/ 17658 h 491796"/>
                <a:gd name="connsiteX59" fmla="*/ 275473 w 537527"/>
                <a:gd name="connsiteY59" fmla="*/ 17658 h 491796"/>
                <a:gd name="connsiteX60" fmla="*/ 281963 w 537527"/>
                <a:gd name="connsiteY60" fmla="*/ 16846 h 491796"/>
                <a:gd name="connsiteX61" fmla="*/ 286020 w 537527"/>
                <a:gd name="connsiteY61" fmla="*/ 16035 h 491796"/>
                <a:gd name="connsiteX62" fmla="*/ 292510 w 537527"/>
                <a:gd name="connsiteY62" fmla="*/ 16035 h 491796"/>
                <a:gd name="connsiteX63" fmla="*/ 301435 w 537527"/>
                <a:gd name="connsiteY63" fmla="*/ 15223 h 491796"/>
                <a:gd name="connsiteX64" fmla="*/ 307925 w 537527"/>
                <a:gd name="connsiteY64" fmla="*/ 14411 h 491796"/>
                <a:gd name="connsiteX65" fmla="*/ 314416 w 537527"/>
                <a:gd name="connsiteY65" fmla="*/ 13599 h 491796"/>
                <a:gd name="connsiteX66" fmla="*/ 324152 w 537527"/>
                <a:gd name="connsiteY66" fmla="*/ 13599 h 491796"/>
                <a:gd name="connsiteX67" fmla="*/ 330642 w 537527"/>
                <a:gd name="connsiteY67" fmla="*/ 13599 h 491796"/>
                <a:gd name="connsiteX68" fmla="*/ 336321 w 537527"/>
                <a:gd name="connsiteY68" fmla="*/ 12787 h 491796"/>
                <a:gd name="connsiteX69" fmla="*/ 346057 w 537527"/>
                <a:gd name="connsiteY69" fmla="*/ 11975 h 491796"/>
                <a:gd name="connsiteX70" fmla="*/ 353359 w 537527"/>
                <a:gd name="connsiteY70" fmla="*/ 13599 h 491796"/>
                <a:gd name="connsiteX71" fmla="*/ 354981 w 537527"/>
                <a:gd name="connsiteY71" fmla="*/ 13599 h 491796"/>
                <a:gd name="connsiteX72" fmla="*/ 375264 w 537527"/>
                <a:gd name="connsiteY72" fmla="*/ 11163 h 491796"/>
                <a:gd name="connsiteX73" fmla="*/ 407717 w 537527"/>
                <a:gd name="connsiteY73" fmla="*/ 12787 h 491796"/>
                <a:gd name="connsiteX74" fmla="*/ 425566 w 537527"/>
                <a:gd name="connsiteY74" fmla="*/ 13599 h 491796"/>
                <a:gd name="connsiteX75" fmla="*/ 443415 w 537527"/>
                <a:gd name="connsiteY75" fmla="*/ 16846 h 491796"/>
                <a:gd name="connsiteX76" fmla="*/ 471000 w 537527"/>
                <a:gd name="connsiteY76" fmla="*/ 28213 h 491796"/>
                <a:gd name="connsiteX77" fmla="*/ 462887 w 537527"/>
                <a:gd name="connsiteY77" fmla="*/ 28213 h 491796"/>
                <a:gd name="connsiteX78" fmla="*/ 460452 w 537527"/>
                <a:gd name="connsiteY78" fmla="*/ 26589 h 491796"/>
                <a:gd name="connsiteX79" fmla="*/ 454773 w 537527"/>
                <a:gd name="connsiteY79" fmla="*/ 28213 h 491796"/>
                <a:gd name="connsiteX80" fmla="*/ 450717 w 537527"/>
                <a:gd name="connsiteY80" fmla="*/ 29836 h 491796"/>
                <a:gd name="connsiteX81" fmla="*/ 450717 w 537527"/>
                <a:gd name="connsiteY81" fmla="*/ 28213 h 491796"/>
                <a:gd name="connsiteX82" fmla="*/ 449905 w 537527"/>
                <a:gd name="connsiteY82" fmla="*/ 24965 h 491796"/>
                <a:gd name="connsiteX83" fmla="*/ 450717 w 537527"/>
                <a:gd name="connsiteY83" fmla="*/ 23342 h 491796"/>
                <a:gd name="connsiteX84" fmla="*/ 449905 w 537527"/>
                <a:gd name="connsiteY84" fmla="*/ 21718 h 491796"/>
                <a:gd name="connsiteX85" fmla="*/ 444226 w 537527"/>
                <a:gd name="connsiteY85" fmla="*/ 20906 h 491796"/>
                <a:gd name="connsiteX86" fmla="*/ 415019 w 537527"/>
                <a:gd name="connsiteY86" fmla="*/ 17658 h 491796"/>
                <a:gd name="connsiteX87" fmla="*/ 414208 w 537527"/>
                <a:gd name="connsiteY87" fmla="*/ 21718 h 491796"/>
                <a:gd name="connsiteX88" fmla="*/ 416641 w 537527"/>
                <a:gd name="connsiteY88" fmla="*/ 22530 h 491796"/>
                <a:gd name="connsiteX89" fmla="*/ 418264 w 537527"/>
                <a:gd name="connsiteY89" fmla="*/ 22530 h 491796"/>
                <a:gd name="connsiteX90" fmla="*/ 417453 w 537527"/>
                <a:gd name="connsiteY90" fmla="*/ 24965 h 491796"/>
                <a:gd name="connsiteX91" fmla="*/ 413396 w 537527"/>
                <a:gd name="connsiteY91" fmla="*/ 23342 h 491796"/>
                <a:gd name="connsiteX92" fmla="*/ 410151 w 537527"/>
                <a:gd name="connsiteY92" fmla="*/ 21718 h 491796"/>
                <a:gd name="connsiteX93" fmla="*/ 408528 w 537527"/>
                <a:gd name="connsiteY93" fmla="*/ 20094 h 491796"/>
                <a:gd name="connsiteX94" fmla="*/ 407717 w 537527"/>
                <a:gd name="connsiteY94" fmla="*/ 17658 h 491796"/>
                <a:gd name="connsiteX95" fmla="*/ 402038 w 537527"/>
                <a:gd name="connsiteY95" fmla="*/ 21718 h 491796"/>
                <a:gd name="connsiteX96" fmla="*/ 402849 w 537527"/>
                <a:gd name="connsiteY96" fmla="*/ 20906 h 491796"/>
                <a:gd name="connsiteX97" fmla="*/ 404472 w 537527"/>
                <a:gd name="connsiteY97" fmla="*/ 21718 h 491796"/>
                <a:gd name="connsiteX98" fmla="*/ 402038 w 537527"/>
                <a:gd name="connsiteY98" fmla="*/ 24965 h 491796"/>
                <a:gd name="connsiteX99" fmla="*/ 399604 w 537527"/>
                <a:gd name="connsiteY99" fmla="*/ 20094 h 491796"/>
                <a:gd name="connsiteX100" fmla="*/ 398793 w 537527"/>
                <a:gd name="connsiteY100" fmla="*/ 18470 h 491796"/>
                <a:gd name="connsiteX101" fmla="*/ 395547 w 537527"/>
                <a:gd name="connsiteY101" fmla="*/ 20094 h 491796"/>
                <a:gd name="connsiteX102" fmla="*/ 394736 w 537527"/>
                <a:gd name="connsiteY102" fmla="*/ 21718 h 491796"/>
                <a:gd name="connsiteX103" fmla="*/ 393925 w 537527"/>
                <a:gd name="connsiteY103" fmla="*/ 23342 h 491796"/>
                <a:gd name="connsiteX104" fmla="*/ 393113 w 537527"/>
                <a:gd name="connsiteY104" fmla="*/ 20906 h 491796"/>
                <a:gd name="connsiteX105" fmla="*/ 389868 w 537527"/>
                <a:gd name="connsiteY105" fmla="*/ 17658 h 491796"/>
                <a:gd name="connsiteX106" fmla="*/ 383377 w 537527"/>
                <a:gd name="connsiteY106" fmla="*/ 15223 h 491796"/>
                <a:gd name="connsiteX107" fmla="*/ 381755 w 537527"/>
                <a:gd name="connsiteY107" fmla="*/ 15223 h 491796"/>
                <a:gd name="connsiteX108" fmla="*/ 379321 w 537527"/>
                <a:gd name="connsiteY108" fmla="*/ 16846 h 491796"/>
                <a:gd name="connsiteX109" fmla="*/ 378510 w 537527"/>
                <a:gd name="connsiteY109" fmla="*/ 21718 h 491796"/>
                <a:gd name="connsiteX110" fmla="*/ 374453 w 537527"/>
                <a:gd name="connsiteY110" fmla="*/ 24153 h 491796"/>
                <a:gd name="connsiteX111" fmla="*/ 365529 w 537527"/>
                <a:gd name="connsiteY111" fmla="*/ 21718 h 491796"/>
                <a:gd name="connsiteX112" fmla="*/ 360661 w 537527"/>
                <a:gd name="connsiteY112" fmla="*/ 21718 h 491796"/>
                <a:gd name="connsiteX113" fmla="*/ 357416 w 537527"/>
                <a:gd name="connsiteY113" fmla="*/ 25777 h 491796"/>
                <a:gd name="connsiteX114" fmla="*/ 353359 w 537527"/>
                <a:gd name="connsiteY114" fmla="*/ 26589 h 491796"/>
                <a:gd name="connsiteX115" fmla="*/ 355793 w 537527"/>
                <a:gd name="connsiteY115" fmla="*/ 28213 h 491796"/>
                <a:gd name="connsiteX116" fmla="*/ 359849 w 537527"/>
                <a:gd name="connsiteY116" fmla="*/ 30648 h 491796"/>
                <a:gd name="connsiteX117" fmla="*/ 366340 w 537527"/>
                <a:gd name="connsiteY117" fmla="*/ 31460 h 491796"/>
                <a:gd name="connsiteX118" fmla="*/ 371208 w 537527"/>
                <a:gd name="connsiteY118" fmla="*/ 29836 h 491796"/>
                <a:gd name="connsiteX119" fmla="*/ 373642 w 537527"/>
                <a:gd name="connsiteY119" fmla="*/ 28213 h 491796"/>
                <a:gd name="connsiteX120" fmla="*/ 376076 w 537527"/>
                <a:gd name="connsiteY120" fmla="*/ 29836 h 491796"/>
                <a:gd name="connsiteX121" fmla="*/ 385000 w 537527"/>
                <a:gd name="connsiteY121" fmla="*/ 31460 h 491796"/>
                <a:gd name="connsiteX122" fmla="*/ 386623 w 537527"/>
                <a:gd name="connsiteY122" fmla="*/ 29836 h 491796"/>
                <a:gd name="connsiteX123" fmla="*/ 389057 w 537527"/>
                <a:gd name="connsiteY123" fmla="*/ 28213 h 491796"/>
                <a:gd name="connsiteX124" fmla="*/ 391491 w 537527"/>
                <a:gd name="connsiteY124" fmla="*/ 29836 h 491796"/>
                <a:gd name="connsiteX125" fmla="*/ 399604 w 537527"/>
                <a:gd name="connsiteY125" fmla="*/ 31460 h 491796"/>
                <a:gd name="connsiteX126" fmla="*/ 412585 w 537527"/>
                <a:gd name="connsiteY126" fmla="*/ 29836 h 491796"/>
                <a:gd name="connsiteX127" fmla="*/ 416641 w 537527"/>
                <a:gd name="connsiteY127" fmla="*/ 28213 h 491796"/>
                <a:gd name="connsiteX128" fmla="*/ 415830 w 537527"/>
                <a:gd name="connsiteY128" fmla="*/ 30648 h 491796"/>
                <a:gd name="connsiteX129" fmla="*/ 421509 w 537527"/>
                <a:gd name="connsiteY129" fmla="*/ 33084 h 491796"/>
                <a:gd name="connsiteX130" fmla="*/ 430434 w 537527"/>
                <a:gd name="connsiteY130" fmla="*/ 33084 h 491796"/>
                <a:gd name="connsiteX131" fmla="*/ 434490 w 537527"/>
                <a:gd name="connsiteY131" fmla="*/ 32272 h 491796"/>
                <a:gd name="connsiteX132" fmla="*/ 436113 w 537527"/>
                <a:gd name="connsiteY132" fmla="*/ 33896 h 491796"/>
                <a:gd name="connsiteX133" fmla="*/ 437736 w 537527"/>
                <a:gd name="connsiteY133" fmla="*/ 35520 h 491796"/>
                <a:gd name="connsiteX134" fmla="*/ 452339 w 537527"/>
                <a:gd name="connsiteY134" fmla="*/ 37955 h 491796"/>
                <a:gd name="connsiteX135" fmla="*/ 455585 w 537527"/>
                <a:gd name="connsiteY135" fmla="*/ 40391 h 491796"/>
                <a:gd name="connsiteX136" fmla="*/ 449094 w 537527"/>
                <a:gd name="connsiteY136" fmla="*/ 40391 h 491796"/>
                <a:gd name="connsiteX137" fmla="*/ 445037 w 537527"/>
                <a:gd name="connsiteY137" fmla="*/ 40391 h 491796"/>
                <a:gd name="connsiteX138" fmla="*/ 454773 w 537527"/>
                <a:gd name="connsiteY138" fmla="*/ 44450 h 491796"/>
                <a:gd name="connsiteX139" fmla="*/ 497773 w 537527"/>
                <a:gd name="connsiteY139" fmla="*/ 56629 h 491796"/>
                <a:gd name="connsiteX140" fmla="*/ 503452 w 537527"/>
                <a:gd name="connsiteY140" fmla="*/ 58252 h 491796"/>
                <a:gd name="connsiteX141" fmla="*/ 508320 w 537527"/>
                <a:gd name="connsiteY141" fmla="*/ 60688 h 491796"/>
                <a:gd name="connsiteX142" fmla="*/ 513188 w 537527"/>
                <a:gd name="connsiteY142" fmla="*/ 64747 h 491796"/>
                <a:gd name="connsiteX143" fmla="*/ 517244 w 537527"/>
                <a:gd name="connsiteY143" fmla="*/ 72054 h 491796"/>
                <a:gd name="connsiteX144" fmla="*/ 500207 w 537527"/>
                <a:gd name="connsiteY144" fmla="*/ 102906 h 491796"/>
                <a:gd name="connsiteX145" fmla="*/ 493716 w 537527"/>
                <a:gd name="connsiteY145" fmla="*/ 114272 h 491796"/>
                <a:gd name="connsiteX146" fmla="*/ 496150 w 537527"/>
                <a:gd name="connsiteY146" fmla="*/ 112648 h 491796"/>
                <a:gd name="connsiteX147" fmla="*/ 498584 w 537527"/>
                <a:gd name="connsiteY147" fmla="*/ 111836 h 491796"/>
                <a:gd name="connsiteX148" fmla="*/ 509131 w 537527"/>
                <a:gd name="connsiteY148" fmla="*/ 106965 h 491796"/>
                <a:gd name="connsiteX149" fmla="*/ 517244 w 537527"/>
                <a:gd name="connsiteY149" fmla="*/ 102094 h 491796"/>
                <a:gd name="connsiteX150" fmla="*/ 519679 w 537527"/>
                <a:gd name="connsiteY150" fmla="*/ 104530 h 491796"/>
                <a:gd name="connsiteX151" fmla="*/ 521301 w 537527"/>
                <a:gd name="connsiteY151" fmla="*/ 104530 h 491796"/>
                <a:gd name="connsiteX152" fmla="*/ 522112 w 537527"/>
                <a:gd name="connsiteY152" fmla="*/ 103718 h 491796"/>
                <a:gd name="connsiteX153" fmla="*/ 526169 w 537527"/>
                <a:gd name="connsiteY153" fmla="*/ 104530 h 491796"/>
                <a:gd name="connsiteX154" fmla="*/ 531037 w 537527"/>
                <a:gd name="connsiteY154" fmla="*/ 102906 h 491796"/>
                <a:gd name="connsiteX155" fmla="*/ 533471 w 537527"/>
                <a:gd name="connsiteY155" fmla="*/ 100470 h 491796"/>
                <a:gd name="connsiteX156" fmla="*/ 535905 w 537527"/>
                <a:gd name="connsiteY156" fmla="*/ 95599 h 491796"/>
                <a:gd name="connsiteX157" fmla="*/ 537527 w 537527"/>
                <a:gd name="connsiteY157" fmla="*/ 89916 h 491796"/>
                <a:gd name="connsiteX158" fmla="*/ 533471 w 537527"/>
                <a:gd name="connsiteY158" fmla="*/ 75302 h 491796"/>
                <a:gd name="connsiteX159" fmla="*/ 532660 w 537527"/>
                <a:gd name="connsiteY159" fmla="*/ 67995 h 491796"/>
                <a:gd name="connsiteX160" fmla="*/ 509943 w 537527"/>
                <a:gd name="connsiteY160" fmla="*/ 35520 h 491796"/>
                <a:gd name="connsiteX161" fmla="*/ 478301 w 537527"/>
                <a:gd name="connsiteY161" fmla="*/ 16846 h 491796"/>
                <a:gd name="connsiteX162" fmla="*/ 466943 w 537527"/>
                <a:gd name="connsiteY162" fmla="*/ 13599 h 491796"/>
                <a:gd name="connsiteX163" fmla="*/ 440170 w 537527"/>
                <a:gd name="connsiteY163" fmla="*/ 7104 h 491796"/>
                <a:gd name="connsiteX164" fmla="*/ 395547 w 537527"/>
                <a:gd name="connsiteY164" fmla="*/ 1421 h 491796"/>
                <a:gd name="connsiteX165" fmla="*/ 386623 w 537527"/>
                <a:gd name="connsiteY165" fmla="*/ 1421 h 491796"/>
                <a:gd name="connsiteX166" fmla="*/ 349302 w 537527"/>
                <a:gd name="connsiteY166" fmla="*/ 1421 h 491796"/>
                <a:gd name="connsiteX167" fmla="*/ 334699 w 537527"/>
                <a:gd name="connsiteY167" fmla="*/ 609 h 491796"/>
                <a:gd name="connsiteX168" fmla="*/ 333076 w 537527"/>
                <a:gd name="connsiteY168" fmla="*/ 609 h 491796"/>
                <a:gd name="connsiteX169" fmla="*/ 326585 w 537527"/>
                <a:gd name="connsiteY169" fmla="*/ 2233 h 491796"/>
                <a:gd name="connsiteX170" fmla="*/ 305491 w 537527"/>
                <a:gd name="connsiteY170" fmla="*/ 3856 h 491796"/>
                <a:gd name="connsiteX171" fmla="*/ 291699 w 537527"/>
                <a:gd name="connsiteY171" fmla="*/ 4668 h 491796"/>
                <a:gd name="connsiteX172" fmla="*/ 253567 w 537527"/>
                <a:gd name="connsiteY172" fmla="*/ 9539 h 491796"/>
                <a:gd name="connsiteX173" fmla="*/ 243020 w 537527"/>
                <a:gd name="connsiteY173" fmla="*/ 10351 h 491796"/>
                <a:gd name="connsiteX174" fmla="*/ 234096 w 537527"/>
                <a:gd name="connsiteY174" fmla="*/ 11163 h 491796"/>
                <a:gd name="connsiteX175" fmla="*/ 225982 w 537527"/>
                <a:gd name="connsiteY175" fmla="*/ 12787 h 491796"/>
                <a:gd name="connsiteX176" fmla="*/ 221926 w 537527"/>
                <a:gd name="connsiteY176" fmla="*/ 11163 h 491796"/>
                <a:gd name="connsiteX177" fmla="*/ 218681 w 537527"/>
                <a:gd name="connsiteY177" fmla="*/ 9539 h 491796"/>
                <a:gd name="connsiteX178" fmla="*/ 214624 w 537527"/>
                <a:gd name="connsiteY178" fmla="*/ 12787 h 491796"/>
                <a:gd name="connsiteX179" fmla="*/ 211379 w 537527"/>
                <a:gd name="connsiteY179" fmla="*/ 13599 h 491796"/>
                <a:gd name="connsiteX180" fmla="*/ 190285 w 537527"/>
                <a:gd name="connsiteY180" fmla="*/ 16035 h 491796"/>
                <a:gd name="connsiteX181" fmla="*/ 184605 w 537527"/>
                <a:gd name="connsiteY181" fmla="*/ 16035 h 491796"/>
                <a:gd name="connsiteX182" fmla="*/ 178926 w 537527"/>
                <a:gd name="connsiteY182" fmla="*/ 16035 h 491796"/>
                <a:gd name="connsiteX183" fmla="*/ 168379 w 537527"/>
                <a:gd name="connsiteY183" fmla="*/ 18470 h 491796"/>
                <a:gd name="connsiteX184" fmla="*/ 137549 w 537527"/>
                <a:gd name="connsiteY184" fmla="*/ 22530 h 491796"/>
                <a:gd name="connsiteX185" fmla="*/ 129436 w 537527"/>
                <a:gd name="connsiteY185" fmla="*/ 22530 h 491796"/>
                <a:gd name="connsiteX186" fmla="*/ 128625 w 537527"/>
                <a:gd name="connsiteY186" fmla="*/ 22530 h 491796"/>
                <a:gd name="connsiteX187" fmla="*/ 122134 w 537527"/>
                <a:gd name="connsiteY187" fmla="*/ 24965 h 491796"/>
                <a:gd name="connsiteX188" fmla="*/ 75889 w 537527"/>
                <a:gd name="connsiteY188" fmla="*/ 29025 h 491796"/>
                <a:gd name="connsiteX189" fmla="*/ 49927 w 537527"/>
                <a:gd name="connsiteY189" fmla="*/ 29836 h 491796"/>
                <a:gd name="connsiteX190" fmla="*/ 31267 w 537527"/>
                <a:gd name="connsiteY190" fmla="*/ 29836 h 491796"/>
                <a:gd name="connsiteX191" fmla="*/ 20720 w 537527"/>
                <a:gd name="connsiteY191" fmla="*/ 29025 h 491796"/>
                <a:gd name="connsiteX192" fmla="*/ 20720 w 537527"/>
                <a:gd name="connsiteY192" fmla="*/ 24965 h 491796"/>
                <a:gd name="connsiteX193" fmla="*/ 15040 w 537527"/>
                <a:gd name="connsiteY193" fmla="*/ 19282 h 491796"/>
                <a:gd name="connsiteX194" fmla="*/ 437 w 537527"/>
                <a:gd name="connsiteY194" fmla="*/ 20906 h 491796"/>
                <a:gd name="connsiteX195" fmla="*/ 4493 w 537527"/>
                <a:gd name="connsiteY195" fmla="*/ 57440 h 491796"/>
                <a:gd name="connsiteX196" fmla="*/ 21531 w 537527"/>
                <a:gd name="connsiteY196" fmla="*/ 73678 h 491796"/>
                <a:gd name="connsiteX197" fmla="*/ 45059 w 537527"/>
                <a:gd name="connsiteY197" fmla="*/ 76114 h 491796"/>
                <a:gd name="connsiteX198" fmla="*/ 82380 w 537527"/>
                <a:gd name="connsiteY198" fmla="*/ 72054 h 491796"/>
                <a:gd name="connsiteX199" fmla="*/ 97795 w 537527"/>
                <a:gd name="connsiteY199" fmla="*/ 69619 h 491796"/>
                <a:gd name="connsiteX200" fmla="*/ 116455 w 537527"/>
                <a:gd name="connsiteY200" fmla="*/ 66371 h 491796"/>
                <a:gd name="connsiteX201" fmla="*/ 170813 w 537527"/>
                <a:gd name="connsiteY201" fmla="*/ 56629 h 491796"/>
                <a:gd name="connsiteX202" fmla="*/ 178926 w 537527"/>
                <a:gd name="connsiteY202" fmla="*/ 55005 h 491796"/>
                <a:gd name="connsiteX203" fmla="*/ 189473 w 537527"/>
                <a:gd name="connsiteY203" fmla="*/ 53381 h 491796"/>
                <a:gd name="connsiteX204" fmla="*/ 204888 w 537527"/>
                <a:gd name="connsiteY204" fmla="*/ 50945 h 491796"/>
                <a:gd name="connsiteX205" fmla="*/ 227605 w 537527"/>
                <a:gd name="connsiteY205" fmla="*/ 46886 h 491796"/>
                <a:gd name="connsiteX206" fmla="*/ 243831 w 537527"/>
                <a:gd name="connsiteY206" fmla="*/ 44450 h 491796"/>
                <a:gd name="connsiteX207" fmla="*/ 247077 w 537527"/>
                <a:gd name="connsiteY207" fmla="*/ 42015 h 491796"/>
                <a:gd name="connsiteX208" fmla="*/ 248699 w 537527"/>
                <a:gd name="connsiteY208" fmla="*/ 40391 h 491796"/>
                <a:gd name="connsiteX209" fmla="*/ 250322 w 537527"/>
                <a:gd name="connsiteY209" fmla="*/ 42015 h 491796"/>
                <a:gd name="connsiteX210" fmla="*/ 253567 w 537527"/>
                <a:gd name="connsiteY210" fmla="*/ 42827 h 491796"/>
                <a:gd name="connsiteX211" fmla="*/ 258435 w 537527"/>
                <a:gd name="connsiteY211" fmla="*/ 40391 h 491796"/>
                <a:gd name="connsiteX212" fmla="*/ 257624 w 537527"/>
                <a:gd name="connsiteY212" fmla="*/ 39579 h 491796"/>
                <a:gd name="connsiteX213" fmla="*/ 256812 w 537527"/>
                <a:gd name="connsiteY213" fmla="*/ 38767 h 491796"/>
                <a:gd name="connsiteX214" fmla="*/ 260058 w 537527"/>
                <a:gd name="connsiteY214" fmla="*/ 37143 h 491796"/>
                <a:gd name="connsiteX215" fmla="*/ 262492 w 537527"/>
                <a:gd name="connsiteY215" fmla="*/ 35520 h 491796"/>
                <a:gd name="connsiteX216" fmla="*/ 270605 w 537527"/>
                <a:gd name="connsiteY216" fmla="*/ 33896 h 491796"/>
                <a:gd name="connsiteX217" fmla="*/ 264926 w 537527"/>
                <a:gd name="connsiteY217" fmla="*/ 40391 h 491796"/>
                <a:gd name="connsiteX218" fmla="*/ 262492 w 537527"/>
                <a:gd name="connsiteY218" fmla="*/ 40391 h 491796"/>
                <a:gd name="connsiteX219" fmla="*/ 263303 w 537527"/>
                <a:gd name="connsiteY219" fmla="*/ 41203 h 491796"/>
                <a:gd name="connsiteX220" fmla="*/ 264926 w 537527"/>
                <a:gd name="connsiteY220" fmla="*/ 41203 h 491796"/>
                <a:gd name="connsiteX221" fmla="*/ 191907 w 537527"/>
                <a:gd name="connsiteY221" fmla="*/ 135381 h 491796"/>
                <a:gd name="connsiteX222" fmla="*/ 127002 w 537527"/>
                <a:gd name="connsiteY222" fmla="*/ 234430 h 491796"/>
                <a:gd name="connsiteX223" fmla="*/ 128625 w 537527"/>
                <a:gd name="connsiteY223" fmla="*/ 233618 h 491796"/>
                <a:gd name="connsiteX224" fmla="*/ 135926 w 537527"/>
                <a:gd name="connsiteY224" fmla="*/ 224688 h 491796"/>
                <a:gd name="connsiteX225" fmla="*/ 147285 w 537527"/>
                <a:gd name="connsiteY225" fmla="*/ 210074 h 491796"/>
                <a:gd name="connsiteX226" fmla="*/ 154587 w 537527"/>
                <a:gd name="connsiteY226" fmla="*/ 199519 h 491796"/>
                <a:gd name="connsiteX227" fmla="*/ 156209 w 537527"/>
                <a:gd name="connsiteY227" fmla="*/ 195460 h 491796"/>
                <a:gd name="connsiteX228" fmla="*/ 161077 w 537527"/>
                <a:gd name="connsiteY228" fmla="*/ 188153 h 491796"/>
                <a:gd name="connsiteX229" fmla="*/ 178115 w 537527"/>
                <a:gd name="connsiteY229" fmla="*/ 166233 h 491796"/>
                <a:gd name="connsiteX230" fmla="*/ 213813 w 537527"/>
                <a:gd name="connsiteY230" fmla="*/ 118331 h 491796"/>
                <a:gd name="connsiteX231" fmla="*/ 233284 w 537527"/>
                <a:gd name="connsiteY231" fmla="*/ 93975 h 491796"/>
                <a:gd name="connsiteX232" fmla="*/ 239775 w 537527"/>
                <a:gd name="connsiteY232" fmla="*/ 85856 h 491796"/>
                <a:gd name="connsiteX233" fmla="*/ 242209 w 537527"/>
                <a:gd name="connsiteY233" fmla="*/ 83421 h 491796"/>
                <a:gd name="connsiteX234" fmla="*/ 226794 w 537527"/>
                <a:gd name="connsiteY234" fmla="*/ 105342 h 491796"/>
                <a:gd name="connsiteX235" fmla="*/ 222737 w 537527"/>
                <a:gd name="connsiteY235" fmla="*/ 110213 h 491796"/>
                <a:gd name="connsiteX236" fmla="*/ 220303 w 537527"/>
                <a:gd name="connsiteY236" fmla="*/ 113460 h 491796"/>
                <a:gd name="connsiteX237" fmla="*/ 217869 w 537527"/>
                <a:gd name="connsiteY237" fmla="*/ 118331 h 491796"/>
                <a:gd name="connsiteX238" fmla="*/ 215435 w 537527"/>
                <a:gd name="connsiteY238" fmla="*/ 122391 h 491796"/>
                <a:gd name="connsiteX239" fmla="*/ 213001 w 537527"/>
                <a:gd name="connsiteY239" fmla="*/ 125639 h 491796"/>
                <a:gd name="connsiteX240" fmla="*/ 201643 w 537527"/>
                <a:gd name="connsiteY240" fmla="*/ 141876 h 491796"/>
                <a:gd name="connsiteX241" fmla="*/ 199209 w 537527"/>
                <a:gd name="connsiteY241" fmla="*/ 145936 h 491796"/>
                <a:gd name="connsiteX242" fmla="*/ 194341 w 537527"/>
                <a:gd name="connsiteY242" fmla="*/ 153242 h 491796"/>
                <a:gd name="connsiteX243" fmla="*/ 187851 w 537527"/>
                <a:gd name="connsiteY243" fmla="*/ 161361 h 491796"/>
                <a:gd name="connsiteX244" fmla="*/ 179738 w 537527"/>
                <a:gd name="connsiteY244" fmla="*/ 173539 h 491796"/>
                <a:gd name="connsiteX245" fmla="*/ 174058 w 537527"/>
                <a:gd name="connsiteY245" fmla="*/ 181658 h 491796"/>
                <a:gd name="connsiteX246" fmla="*/ 170002 w 537527"/>
                <a:gd name="connsiteY246" fmla="*/ 188153 h 491796"/>
                <a:gd name="connsiteX247" fmla="*/ 161888 w 537527"/>
                <a:gd name="connsiteY247" fmla="*/ 199519 h 491796"/>
                <a:gd name="connsiteX248" fmla="*/ 157832 w 537527"/>
                <a:gd name="connsiteY248" fmla="*/ 203579 h 491796"/>
                <a:gd name="connsiteX249" fmla="*/ 154587 w 537527"/>
                <a:gd name="connsiteY249" fmla="*/ 207638 h 491796"/>
                <a:gd name="connsiteX250" fmla="*/ 153775 w 537527"/>
                <a:gd name="connsiteY250" fmla="*/ 212510 h 491796"/>
                <a:gd name="connsiteX251" fmla="*/ 145662 w 537527"/>
                <a:gd name="connsiteY251" fmla="*/ 222252 h 491796"/>
                <a:gd name="connsiteX252" fmla="*/ 144039 w 537527"/>
                <a:gd name="connsiteY252" fmla="*/ 225500 h 491796"/>
                <a:gd name="connsiteX253" fmla="*/ 137549 w 537527"/>
                <a:gd name="connsiteY253" fmla="*/ 233618 h 491796"/>
                <a:gd name="connsiteX254" fmla="*/ 132681 w 537527"/>
                <a:gd name="connsiteY254" fmla="*/ 240925 h 491796"/>
                <a:gd name="connsiteX255" fmla="*/ 133492 w 537527"/>
                <a:gd name="connsiteY255" fmla="*/ 242549 h 491796"/>
                <a:gd name="connsiteX256" fmla="*/ 131870 w 537527"/>
                <a:gd name="connsiteY256" fmla="*/ 244173 h 491796"/>
                <a:gd name="connsiteX257" fmla="*/ 127002 w 537527"/>
                <a:gd name="connsiteY257" fmla="*/ 249044 h 491796"/>
                <a:gd name="connsiteX258" fmla="*/ 122134 w 537527"/>
                <a:gd name="connsiteY258" fmla="*/ 255539 h 491796"/>
                <a:gd name="connsiteX259" fmla="*/ 121323 w 537527"/>
                <a:gd name="connsiteY259" fmla="*/ 257163 h 491796"/>
                <a:gd name="connsiteX260" fmla="*/ 120511 w 537527"/>
                <a:gd name="connsiteY260" fmla="*/ 259599 h 491796"/>
                <a:gd name="connsiteX261" fmla="*/ 116455 w 537527"/>
                <a:gd name="connsiteY261" fmla="*/ 265282 h 491796"/>
                <a:gd name="connsiteX262" fmla="*/ 96172 w 537527"/>
                <a:gd name="connsiteY262" fmla="*/ 302628 h 491796"/>
                <a:gd name="connsiteX263" fmla="*/ 92927 w 537527"/>
                <a:gd name="connsiteY263" fmla="*/ 310747 h 491796"/>
                <a:gd name="connsiteX264" fmla="*/ 92115 w 537527"/>
                <a:gd name="connsiteY264" fmla="*/ 312371 h 491796"/>
                <a:gd name="connsiteX265" fmla="*/ 88870 w 537527"/>
                <a:gd name="connsiteY265" fmla="*/ 314807 h 491796"/>
                <a:gd name="connsiteX266" fmla="*/ 82380 w 537527"/>
                <a:gd name="connsiteY266" fmla="*/ 326985 h 491796"/>
                <a:gd name="connsiteX267" fmla="*/ 78323 w 537527"/>
                <a:gd name="connsiteY267" fmla="*/ 334292 h 491796"/>
                <a:gd name="connsiteX268" fmla="*/ 76700 w 537527"/>
                <a:gd name="connsiteY268" fmla="*/ 336727 h 491796"/>
                <a:gd name="connsiteX269" fmla="*/ 74267 w 537527"/>
                <a:gd name="connsiteY269" fmla="*/ 343222 h 491796"/>
                <a:gd name="connsiteX270" fmla="*/ 61285 w 537527"/>
                <a:gd name="connsiteY270" fmla="*/ 366767 h 491796"/>
                <a:gd name="connsiteX271" fmla="*/ 59663 w 537527"/>
                <a:gd name="connsiteY271" fmla="*/ 371638 h 491796"/>
                <a:gd name="connsiteX272" fmla="*/ 57229 w 537527"/>
                <a:gd name="connsiteY272" fmla="*/ 377321 h 491796"/>
                <a:gd name="connsiteX273" fmla="*/ 29644 w 537527"/>
                <a:gd name="connsiteY273" fmla="*/ 447143 h 491796"/>
                <a:gd name="connsiteX274" fmla="*/ 28021 w 537527"/>
                <a:gd name="connsiteY274" fmla="*/ 449579 h 491796"/>
                <a:gd name="connsiteX275" fmla="*/ 27210 w 537527"/>
                <a:gd name="connsiteY275" fmla="*/ 453638 h 491796"/>
                <a:gd name="connsiteX276" fmla="*/ 25588 w 537527"/>
                <a:gd name="connsiteY276" fmla="*/ 451202 h 491796"/>
                <a:gd name="connsiteX277" fmla="*/ 28021 w 537527"/>
                <a:gd name="connsiteY277" fmla="*/ 434965 h 491796"/>
                <a:gd name="connsiteX278" fmla="*/ 28833 w 537527"/>
                <a:gd name="connsiteY278" fmla="*/ 432529 h 491796"/>
                <a:gd name="connsiteX279" fmla="*/ 30455 w 537527"/>
                <a:gd name="connsiteY279" fmla="*/ 424410 h 491796"/>
                <a:gd name="connsiteX280" fmla="*/ 30455 w 537527"/>
                <a:gd name="connsiteY280" fmla="*/ 420351 h 491796"/>
                <a:gd name="connsiteX281" fmla="*/ 27210 w 537527"/>
                <a:gd name="connsiteY281" fmla="*/ 422786 h 491796"/>
                <a:gd name="connsiteX282" fmla="*/ 23154 w 537527"/>
                <a:gd name="connsiteY282" fmla="*/ 460133 h 491796"/>
                <a:gd name="connsiteX283" fmla="*/ 29644 w 537527"/>
                <a:gd name="connsiteY283" fmla="*/ 469876 h 491796"/>
                <a:gd name="connsiteX284" fmla="*/ 44248 w 537527"/>
                <a:gd name="connsiteY284" fmla="*/ 484489 h 491796"/>
                <a:gd name="connsiteX285" fmla="*/ 49927 w 537527"/>
                <a:gd name="connsiteY285" fmla="*/ 487737 h 491796"/>
                <a:gd name="connsiteX286" fmla="*/ 65342 w 537527"/>
                <a:gd name="connsiteY286" fmla="*/ 491796 h 491796"/>
                <a:gd name="connsiteX287" fmla="*/ 71832 w 537527"/>
                <a:gd name="connsiteY287" fmla="*/ 487737 h 491796"/>
                <a:gd name="connsiteX288" fmla="*/ 78323 w 537527"/>
                <a:gd name="connsiteY288" fmla="*/ 482866 h 491796"/>
                <a:gd name="connsiteX289" fmla="*/ 81568 w 537527"/>
                <a:gd name="connsiteY289" fmla="*/ 480430 h 491796"/>
                <a:gd name="connsiteX290" fmla="*/ 84002 w 537527"/>
                <a:gd name="connsiteY290" fmla="*/ 477994 h 491796"/>
                <a:gd name="connsiteX291" fmla="*/ 91304 w 537527"/>
                <a:gd name="connsiteY291" fmla="*/ 466628 h 491796"/>
                <a:gd name="connsiteX292" fmla="*/ 76700 w 537527"/>
                <a:gd name="connsiteY292" fmla="*/ 470688 h 491796"/>
                <a:gd name="connsiteX293" fmla="*/ 59663 w 537527"/>
                <a:gd name="connsiteY293" fmla="*/ 477183 h 491796"/>
                <a:gd name="connsiteX294" fmla="*/ 54795 w 537527"/>
                <a:gd name="connsiteY294" fmla="*/ 474747 h 491796"/>
                <a:gd name="connsiteX295" fmla="*/ 55606 w 537527"/>
                <a:gd name="connsiteY295" fmla="*/ 459321 h 491796"/>
                <a:gd name="connsiteX296" fmla="*/ 61285 w 537527"/>
                <a:gd name="connsiteY296" fmla="*/ 440648 h 491796"/>
                <a:gd name="connsiteX297" fmla="*/ 62908 w 537527"/>
                <a:gd name="connsiteY297" fmla="*/ 430905 h 491796"/>
                <a:gd name="connsiteX298" fmla="*/ 63719 w 537527"/>
                <a:gd name="connsiteY298" fmla="*/ 427658 h 491796"/>
                <a:gd name="connsiteX299" fmla="*/ 66153 w 537527"/>
                <a:gd name="connsiteY299" fmla="*/ 426034 h 491796"/>
                <a:gd name="connsiteX300" fmla="*/ 70210 w 537527"/>
                <a:gd name="connsiteY300" fmla="*/ 417915 h 491796"/>
                <a:gd name="connsiteX301" fmla="*/ 73455 w 537527"/>
                <a:gd name="connsiteY301" fmla="*/ 411420 h 491796"/>
                <a:gd name="connsiteX302" fmla="*/ 74267 w 537527"/>
                <a:gd name="connsiteY302" fmla="*/ 407361 h 491796"/>
                <a:gd name="connsiteX303" fmla="*/ 75889 w 537527"/>
                <a:gd name="connsiteY303" fmla="*/ 400054 h 491796"/>
                <a:gd name="connsiteX304" fmla="*/ 76700 w 537527"/>
                <a:gd name="connsiteY304" fmla="*/ 397618 h 491796"/>
                <a:gd name="connsiteX305" fmla="*/ 84814 w 537527"/>
                <a:gd name="connsiteY305" fmla="*/ 380569 h 491796"/>
                <a:gd name="connsiteX306" fmla="*/ 84814 w 537527"/>
                <a:gd name="connsiteY306" fmla="*/ 379757 h 491796"/>
                <a:gd name="connsiteX307" fmla="*/ 92115 w 537527"/>
                <a:gd name="connsiteY307" fmla="*/ 363519 h 491796"/>
                <a:gd name="connsiteX308" fmla="*/ 92115 w 537527"/>
                <a:gd name="connsiteY308" fmla="*/ 361084 h 491796"/>
                <a:gd name="connsiteX309" fmla="*/ 90493 w 537527"/>
                <a:gd name="connsiteY309" fmla="*/ 357836 h 491796"/>
                <a:gd name="connsiteX310" fmla="*/ 85625 w 537527"/>
                <a:gd name="connsiteY310" fmla="*/ 360272 h 491796"/>
                <a:gd name="connsiteX311" fmla="*/ 85625 w 537527"/>
                <a:gd name="connsiteY311" fmla="*/ 361895 h 491796"/>
                <a:gd name="connsiteX312" fmla="*/ 86436 w 537527"/>
                <a:gd name="connsiteY312" fmla="*/ 362707 h 491796"/>
                <a:gd name="connsiteX313" fmla="*/ 84002 w 537527"/>
                <a:gd name="connsiteY313" fmla="*/ 364331 h 491796"/>
                <a:gd name="connsiteX314" fmla="*/ 82380 w 537527"/>
                <a:gd name="connsiteY314" fmla="*/ 364331 h 491796"/>
                <a:gd name="connsiteX315" fmla="*/ 83191 w 537527"/>
                <a:gd name="connsiteY315" fmla="*/ 373262 h 491796"/>
                <a:gd name="connsiteX316" fmla="*/ 84814 w 537527"/>
                <a:gd name="connsiteY316" fmla="*/ 374074 h 491796"/>
                <a:gd name="connsiteX317" fmla="*/ 80757 w 537527"/>
                <a:gd name="connsiteY317" fmla="*/ 374074 h 491796"/>
                <a:gd name="connsiteX318" fmla="*/ 74267 w 537527"/>
                <a:gd name="connsiteY318" fmla="*/ 375698 h 491796"/>
                <a:gd name="connsiteX319" fmla="*/ 75889 w 537527"/>
                <a:gd name="connsiteY319" fmla="*/ 375698 h 491796"/>
                <a:gd name="connsiteX320" fmla="*/ 75889 w 537527"/>
                <a:gd name="connsiteY320" fmla="*/ 376509 h 491796"/>
                <a:gd name="connsiteX321" fmla="*/ 74267 w 537527"/>
                <a:gd name="connsiteY321" fmla="*/ 380569 h 491796"/>
                <a:gd name="connsiteX322" fmla="*/ 76700 w 537527"/>
                <a:gd name="connsiteY322" fmla="*/ 380569 h 491796"/>
                <a:gd name="connsiteX323" fmla="*/ 79134 w 537527"/>
                <a:gd name="connsiteY323" fmla="*/ 378945 h 491796"/>
                <a:gd name="connsiteX324" fmla="*/ 78323 w 537527"/>
                <a:gd name="connsiteY324" fmla="*/ 380569 h 491796"/>
                <a:gd name="connsiteX325" fmla="*/ 75078 w 537527"/>
                <a:gd name="connsiteY325" fmla="*/ 385440 h 491796"/>
                <a:gd name="connsiteX326" fmla="*/ 71832 w 537527"/>
                <a:gd name="connsiteY326" fmla="*/ 388688 h 491796"/>
                <a:gd name="connsiteX327" fmla="*/ 70210 w 537527"/>
                <a:gd name="connsiteY327" fmla="*/ 388688 h 491796"/>
                <a:gd name="connsiteX328" fmla="*/ 68587 w 537527"/>
                <a:gd name="connsiteY328" fmla="*/ 391123 h 491796"/>
                <a:gd name="connsiteX329" fmla="*/ 66153 w 537527"/>
                <a:gd name="connsiteY329" fmla="*/ 400054 h 491796"/>
                <a:gd name="connsiteX330" fmla="*/ 64531 w 537527"/>
                <a:gd name="connsiteY330" fmla="*/ 401678 h 491796"/>
                <a:gd name="connsiteX331" fmla="*/ 62097 w 537527"/>
                <a:gd name="connsiteY331" fmla="*/ 400866 h 491796"/>
                <a:gd name="connsiteX332" fmla="*/ 62908 w 537527"/>
                <a:gd name="connsiteY332" fmla="*/ 403301 h 491796"/>
                <a:gd name="connsiteX333" fmla="*/ 62908 w 537527"/>
                <a:gd name="connsiteY333" fmla="*/ 405737 h 491796"/>
                <a:gd name="connsiteX334" fmla="*/ 59663 w 537527"/>
                <a:gd name="connsiteY334" fmla="*/ 408173 h 491796"/>
                <a:gd name="connsiteX335" fmla="*/ 58040 w 537527"/>
                <a:gd name="connsiteY335" fmla="*/ 411420 h 491796"/>
                <a:gd name="connsiteX336" fmla="*/ 55606 w 537527"/>
                <a:gd name="connsiteY336" fmla="*/ 415480 h 491796"/>
                <a:gd name="connsiteX337" fmla="*/ 55606 w 537527"/>
                <a:gd name="connsiteY337" fmla="*/ 408985 h 491796"/>
                <a:gd name="connsiteX338" fmla="*/ 58851 w 537527"/>
                <a:gd name="connsiteY338" fmla="*/ 400054 h 491796"/>
                <a:gd name="connsiteX339" fmla="*/ 62908 w 537527"/>
                <a:gd name="connsiteY339" fmla="*/ 393559 h 491796"/>
                <a:gd name="connsiteX340" fmla="*/ 65342 w 537527"/>
                <a:gd name="connsiteY340" fmla="*/ 389500 h 491796"/>
                <a:gd name="connsiteX341" fmla="*/ 67776 w 537527"/>
                <a:gd name="connsiteY341" fmla="*/ 387064 h 491796"/>
                <a:gd name="connsiteX342" fmla="*/ 68587 w 537527"/>
                <a:gd name="connsiteY342" fmla="*/ 384628 h 491796"/>
                <a:gd name="connsiteX343" fmla="*/ 68587 w 537527"/>
                <a:gd name="connsiteY343" fmla="*/ 380569 h 491796"/>
                <a:gd name="connsiteX344" fmla="*/ 69399 w 537527"/>
                <a:gd name="connsiteY344" fmla="*/ 378133 h 491796"/>
                <a:gd name="connsiteX345" fmla="*/ 71021 w 537527"/>
                <a:gd name="connsiteY345" fmla="*/ 375698 h 491796"/>
                <a:gd name="connsiteX346" fmla="*/ 74267 w 537527"/>
                <a:gd name="connsiteY346" fmla="*/ 367579 h 491796"/>
                <a:gd name="connsiteX347" fmla="*/ 75078 w 537527"/>
                <a:gd name="connsiteY347" fmla="*/ 361084 h 491796"/>
                <a:gd name="connsiteX348" fmla="*/ 77512 w 537527"/>
                <a:gd name="connsiteY348" fmla="*/ 364331 h 491796"/>
                <a:gd name="connsiteX349" fmla="*/ 80757 w 537527"/>
                <a:gd name="connsiteY349" fmla="*/ 365955 h 491796"/>
                <a:gd name="connsiteX350" fmla="*/ 79946 w 537527"/>
                <a:gd name="connsiteY350" fmla="*/ 362707 h 491796"/>
                <a:gd name="connsiteX351" fmla="*/ 81568 w 537527"/>
                <a:gd name="connsiteY351" fmla="*/ 351341 h 491796"/>
                <a:gd name="connsiteX352" fmla="*/ 85625 w 537527"/>
                <a:gd name="connsiteY352" fmla="*/ 344846 h 491796"/>
                <a:gd name="connsiteX353" fmla="*/ 88870 w 537527"/>
                <a:gd name="connsiteY353" fmla="*/ 338351 h 491796"/>
                <a:gd name="connsiteX354" fmla="*/ 91304 w 537527"/>
                <a:gd name="connsiteY354" fmla="*/ 331856 h 491796"/>
                <a:gd name="connsiteX355" fmla="*/ 92927 w 537527"/>
                <a:gd name="connsiteY355" fmla="*/ 329420 h 491796"/>
                <a:gd name="connsiteX356" fmla="*/ 93738 w 537527"/>
                <a:gd name="connsiteY356" fmla="*/ 327797 h 491796"/>
                <a:gd name="connsiteX357" fmla="*/ 96172 w 537527"/>
                <a:gd name="connsiteY357" fmla="*/ 324549 h 491796"/>
                <a:gd name="connsiteX358" fmla="*/ 97795 w 537527"/>
                <a:gd name="connsiteY358" fmla="*/ 322925 h 491796"/>
                <a:gd name="connsiteX359" fmla="*/ 97795 w 537527"/>
                <a:gd name="connsiteY359" fmla="*/ 318866 h 491796"/>
                <a:gd name="connsiteX360" fmla="*/ 99417 w 537527"/>
                <a:gd name="connsiteY360" fmla="*/ 319678 h 491796"/>
                <a:gd name="connsiteX361" fmla="*/ 99417 w 537527"/>
                <a:gd name="connsiteY361" fmla="*/ 321301 h 491796"/>
                <a:gd name="connsiteX362" fmla="*/ 105908 w 537527"/>
                <a:gd name="connsiteY362" fmla="*/ 310747 h 491796"/>
                <a:gd name="connsiteX363" fmla="*/ 104285 w 537527"/>
                <a:gd name="connsiteY363" fmla="*/ 306688 h 491796"/>
                <a:gd name="connsiteX364" fmla="*/ 98606 w 537527"/>
                <a:gd name="connsiteY364" fmla="*/ 310747 h 491796"/>
                <a:gd name="connsiteX365" fmla="*/ 92927 w 537527"/>
                <a:gd name="connsiteY365" fmla="*/ 313183 h 491796"/>
                <a:gd name="connsiteX366" fmla="*/ 94549 w 537527"/>
                <a:gd name="connsiteY366" fmla="*/ 313183 h 491796"/>
                <a:gd name="connsiteX367" fmla="*/ 95361 w 537527"/>
                <a:gd name="connsiteY367" fmla="*/ 311559 h 491796"/>
                <a:gd name="connsiteX368" fmla="*/ 97795 w 537527"/>
                <a:gd name="connsiteY368" fmla="*/ 305064 h 491796"/>
                <a:gd name="connsiteX369" fmla="*/ 103474 w 537527"/>
                <a:gd name="connsiteY369" fmla="*/ 303440 h 491796"/>
                <a:gd name="connsiteX370" fmla="*/ 108342 w 537527"/>
                <a:gd name="connsiteY370" fmla="*/ 304252 h 491796"/>
                <a:gd name="connsiteX371" fmla="*/ 110776 w 537527"/>
                <a:gd name="connsiteY371" fmla="*/ 301816 h 491796"/>
                <a:gd name="connsiteX372" fmla="*/ 113210 w 537527"/>
                <a:gd name="connsiteY372" fmla="*/ 296945 h 491796"/>
                <a:gd name="connsiteX373" fmla="*/ 115643 w 537527"/>
                <a:gd name="connsiteY373" fmla="*/ 291262 h 491796"/>
                <a:gd name="connsiteX374" fmla="*/ 119700 w 537527"/>
                <a:gd name="connsiteY374" fmla="*/ 284767 h 491796"/>
                <a:gd name="connsiteX375" fmla="*/ 121323 w 537527"/>
                <a:gd name="connsiteY375" fmla="*/ 279896 h 491796"/>
                <a:gd name="connsiteX376" fmla="*/ 120511 w 537527"/>
                <a:gd name="connsiteY376" fmla="*/ 278272 h 491796"/>
                <a:gd name="connsiteX377" fmla="*/ 120511 w 537527"/>
                <a:gd name="connsiteY377" fmla="*/ 277460 h 491796"/>
                <a:gd name="connsiteX378" fmla="*/ 116455 w 537527"/>
                <a:gd name="connsiteY378" fmla="*/ 283143 h 491796"/>
                <a:gd name="connsiteX379" fmla="*/ 113210 w 537527"/>
                <a:gd name="connsiteY379" fmla="*/ 284767 h 491796"/>
                <a:gd name="connsiteX380" fmla="*/ 113210 w 537527"/>
                <a:gd name="connsiteY380" fmla="*/ 281519 h 491796"/>
                <a:gd name="connsiteX381" fmla="*/ 114832 w 537527"/>
                <a:gd name="connsiteY381" fmla="*/ 279084 h 491796"/>
                <a:gd name="connsiteX382" fmla="*/ 120511 w 537527"/>
                <a:gd name="connsiteY382" fmla="*/ 273401 h 491796"/>
                <a:gd name="connsiteX383" fmla="*/ 131870 w 537527"/>
                <a:gd name="connsiteY383" fmla="*/ 269341 h 491796"/>
                <a:gd name="connsiteX384" fmla="*/ 134304 w 537527"/>
                <a:gd name="connsiteY384" fmla="*/ 262034 h 491796"/>
                <a:gd name="connsiteX385" fmla="*/ 135115 w 537527"/>
                <a:gd name="connsiteY385" fmla="*/ 258787 h 491796"/>
                <a:gd name="connsiteX386" fmla="*/ 131870 w 537527"/>
                <a:gd name="connsiteY386" fmla="*/ 259599 h 491796"/>
                <a:gd name="connsiteX387" fmla="*/ 129436 w 537527"/>
                <a:gd name="connsiteY387" fmla="*/ 265282 h 491796"/>
                <a:gd name="connsiteX388" fmla="*/ 122134 w 537527"/>
                <a:gd name="connsiteY388" fmla="*/ 267718 h 491796"/>
                <a:gd name="connsiteX389" fmla="*/ 123757 w 537527"/>
                <a:gd name="connsiteY389" fmla="*/ 264470 h 491796"/>
                <a:gd name="connsiteX390" fmla="*/ 128625 w 537527"/>
                <a:gd name="connsiteY390" fmla="*/ 257975 h 491796"/>
                <a:gd name="connsiteX391" fmla="*/ 132681 w 537527"/>
                <a:gd name="connsiteY391" fmla="*/ 256351 h 491796"/>
                <a:gd name="connsiteX392" fmla="*/ 135115 w 537527"/>
                <a:gd name="connsiteY392" fmla="*/ 253104 h 491796"/>
                <a:gd name="connsiteX393" fmla="*/ 135926 w 537527"/>
                <a:gd name="connsiteY393" fmla="*/ 250668 h 491796"/>
                <a:gd name="connsiteX394" fmla="*/ 145662 w 537527"/>
                <a:gd name="connsiteY394" fmla="*/ 252292 h 491796"/>
                <a:gd name="connsiteX395" fmla="*/ 142417 w 537527"/>
                <a:gd name="connsiteY395" fmla="*/ 253104 h 491796"/>
                <a:gd name="connsiteX396" fmla="*/ 138360 w 537527"/>
                <a:gd name="connsiteY396" fmla="*/ 253915 h 491796"/>
                <a:gd name="connsiteX397" fmla="*/ 139983 w 537527"/>
                <a:gd name="connsiteY397" fmla="*/ 255539 h 491796"/>
                <a:gd name="connsiteX398" fmla="*/ 142417 w 537527"/>
                <a:gd name="connsiteY398" fmla="*/ 258787 h 491796"/>
                <a:gd name="connsiteX399" fmla="*/ 142417 w 537527"/>
                <a:gd name="connsiteY399" fmla="*/ 261222 h 491796"/>
                <a:gd name="connsiteX400" fmla="*/ 135115 w 537527"/>
                <a:gd name="connsiteY400" fmla="*/ 273401 h 491796"/>
                <a:gd name="connsiteX401" fmla="*/ 128625 w 537527"/>
                <a:gd name="connsiteY401" fmla="*/ 282331 h 491796"/>
                <a:gd name="connsiteX402" fmla="*/ 126191 w 537527"/>
                <a:gd name="connsiteY402" fmla="*/ 288826 h 491796"/>
                <a:gd name="connsiteX403" fmla="*/ 122945 w 537527"/>
                <a:gd name="connsiteY403" fmla="*/ 295321 h 491796"/>
                <a:gd name="connsiteX404" fmla="*/ 118078 w 537527"/>
                <a:gd name="connsiteY404" fmla="*/ 303440 h 491796"/>
                <a:gd name="connsiteX405" fmla="*/ 115643 w 537527"/>
                <a:gd name="connsiteY405" fmla="*/ 309123 h 491796"/>
                <a:gd name="connsiteX406" fmla="*/ 110776 w 537527"/>
                <a:gd name="connsiteY406" fmla="*/ 313995 h 491796"/>
                <a:gd name="connsiteX407" fmla="*/ 111587 w 537527"/>
                <a:gd name="connsiteY407" fmla="*/ 314807 h 491796"/>
                <a:gd name="connsiteX408" fmla="*/ 113210 w 537527"/>
                <a:gd name="connsiteY408" fmla="*/ 318866 h 491796"/>
                <a:gd name="connsiteX409" fmla="*/ 111587 w 537527"/>
                <a:gd name="connsiteY409" fmla="*/ 324549 h 491796"/>
                <a:gd name="connsiteX410" fmla="*/ 109964 w 537527"/>
                <a:gd name="connsiteY410" fmla="*/ 320490 h 491796"/>
                <a:gd name="connsiteX411" fmla="*/ 105096 w 537527"/>
                <a:gd name="connsiteY411" fmla="*/ 321301 h 491796"/>
                <a:gd name="connsiteX412" fmla="*/ 104285 w 537527"/>
                <a:gd name="connsiteY412" fmla="*/ 332668 h 491796"/>
                <a:gd name="connsiteX413" fmla="*/ 106719 w 537527"/>
                <a:gd name="connsiteY413" fmla="*/ 334292 h 491796"/>
                <a:gd name="connsiteX414" fmla="*/ 109964 w 537527"/>
                <a:gd name="connsiteY414" fmla="*/ 333480 h 491796"/>
                <a:gd name="connsiteX415" fmla="*/ 117266 w 537527"/>
                <a:gd name="connsiteY415" fmla="*/ 324549 h 491796"/>
                <a:gd name="connsiteX416" fmla="*/ 121323 w 537527"/>
                <a:gd name="connsiteY416" fmla="*/ 316430 h 491796"/>
                <a:gd name="connsiteX417" fmla="*/ 122134 w 537527"/>
                <a:gd name="connsiteY417" fmla="*/ 313995 h 491796"/>
                <a:gd name="connsiteX418" fmla="*/ 123757 w 537527"/>
                <a:gd name="connsiteY418" fmla="*/ 311559 h 491796"/>
                <a:gd name="connsiteX419" fmla="*/ 126191 w 537527"/>
                <a:gd name="connsiteY419" fmla="*/ 308312 h 491796"/>
                <a:gd name="connsiteX420" fmla="*/ 128625 w 537527"/>
                <a:gd name="connsiteY420" fmla="*/ 305064 h 491796"/>
                <a:gd name="connsiteX421" fmla="*/ 131870 w 537527"/>
                <a:gd name="connsiteY421" fmla="*/ 299381 h 491796"/>
                <a:gd name="connsiteX422" fmla="*/ 134304 w 537527"/>
                <a:gd name="connsiteY422" fmla="*/ 294510 h 491796"/>
                <a:gd name="connsiteX423" fmla="*/ 139172 w 537527"/>
                <a:gd name="connsiteY423" fmla="*/ 284767 h 491796"/>
                <a:gd name="connsiteX424" fmla="*/ 140794 w 537527"/>
                <a:gd name="connsiteY424" fmla="*/ 282331 h 491796"/>
                <a:gd name="connsiteX425" fmla="*/ 145662 w 537527"/>
                <a:gd name="connsiteY425" fmla="*/ 273401 h 491796"/>
                <a:gd name="connsiteX426" fmla="*/ 149719 w 537527"/>
                <a:gd name="connsiteY426" fmla="*/ 266094 h 491796"/>
                <a:gd name="connsiteX427" fmla="*/ 155398 w 537527"/>
                <a:gd name="connsiteY427" fmla="*/ 257163 h 491796"/>
                <a:gd name="connsiteX428" fmla="*/ 161077 w 537527"/>
                <a:gd name="connsiteY428" fmla="*/ 248232 h 491796"/>
                <a:gd name="connsiteX429" fmla="*/ 162700 w 537527"/>
                <a:gd name="connsiteY429" fmla="*/ 246609 h 491796"/>
                <a:gd name="connsiteX430" fmla="*/ 164322 w 537527"/>
                <a:gd name="connsiteY430" fmla="*/ 244173 h 491796"/>
                <a:gd name="connsiteX431" fmla="*/ 166756 w 537527"/>
                <a:gd name="connsiteY431" fmla="*/ 240925 h 491796"/>
                <a:gd name="connsiteX432" fmla="*/ 172435 w 537527"/>
                <a:gd name="connsiteY432" fmla="*/ 232807 h 491796"/>
                <a:gd name="connsiteX433" fmla="*/ 179738 w 537527"/>
                <a:gd name="connsiteY433" fmla="*/ 220628 h 491796"/>
                <a:gd name="connsiteX434" fmla="*/ 187039 w 537527"/>
                <a:gd name="connsiteY434" fmla="*/ 210886 h 491796"/>
                <a:gd name="connsiteX435" fmla="*/ 203266 w 537527"/>
                <a:gd name="connsiteY435" fmla="*/ 187341 h 491796"/>
                <a:gd name="connsiteX436" fmla="*/ 208945 w 537527"/>
                <a:gd name="connsiteY436" fmla="*/ 173539 h 491796"/>
                <a:gd name="connsiteX437" fmla="*/ 382566 w 537527"/>
                <a:gd name="connsiteY437" fmla="*/ 29025 h 491796"/>
                <a:gd name="connsiteX438" fmla="*/ 386623 w 537527"/>
                <a:gd name="connsiteY438" fmla="*/ 24153 h 491796"/>
                <a:gd name="connsiteX439" fmla="*/ 388245 w 537527"/>
                <a:gd name="connsiteY439" fmla="*/ 26589 h 491796"/>
                <a:gd name="connsiteX440" fmla="*/ 382566 w 537527"/>
                <a:gd name="connsiteY440" fmla="*/ 29025 h 491796"/>
                <a:gd name="connsiteX441" fmla="*/ 395547 w 537527"/>
                <a:gd name="connsiteY441" fmla="*/ 34708 h 491796"/>
                <a:gd name="connsiteX442" fmla="*/ 393113 w 537527"/>
                <a:gd name="connsiteY442" fmla="*/ 33896 h 491796"/>
                <a:gd name="connsiteX443" fmla="*/ 395547 w 537527"/>
                <a:gd name="connsiteY443" fmla="*/ 32272 h 491796"/>
                <a:gd name="connsiteX444" fmla="*/ 397981 w 537527"/>
                <a:gd name="connsiteY444" fmla="*/ 33084 h 491796"/>
                <a:gd name="connsiteX445" fmla="*/ 395547 w 537527"/>
                <a:gd name="connsiteY445" fmla="*/ 34708 h 491796"/>
                <a:gd name="connsiteX446" fmla="*/ 401227 w 537527"/>
                <a:gd name="connsiteY446" fmla="*/ 34708 h 491796"/>
                <a:gd name="connsiteX447" fmla="*/ 400415 w 537527"/>
                <a:gd name="connsiteY447" fmla="*/ 33084 h 491796"/>
                <a:gd name="connsiteX448" fmla="*/ 402849 w 537527"/>
                <a:gd name="connsiteY448" fmla="*/ 32272 h 491796"/>
                <a:gd name="connsiteX449" fmla="*/ 401227 w 537527"/>
                <a:gd name="connsiteY449" fmla="*/ 34708 h 491796"/>
                <a:gd name="connsiteX450" fmla="*/ 424755 w 537527"/>
                <a:gd name="connsiteY450" fmla="*/ 30648 h 491796"/>
                <a:gd name="connsiteX451" fmla="*/ 427189 w 537527"/>
                <a:gd name="connsiteY451" fmla="*/ 28213 h 491796"/>
                <a:gd name="connsiteX452" fmla="*/ 432868 w 537527"/>
                <a:gd name="connsiteY452" fmla="*/ 29025 h 491796"/>
                <a:gd name="connsiteX453" fmla="*/ 424755 w 537527"/>
                <a:gd name="connsiteY453" fmla="*/ 30648 h 491796"/>
                <a:gd name="connsiteX454" fmla="*/ 438547 w 537527"/>
                <a:gd name="connsiteY454" fmla="*/ 32272 h 491796"/>
                <a:gd name="connsiteX455" fmla="*/ 439358 w 537527"/>
                <a:gd name="connsiteY455" fmla="*/ 30648 h 491796"/>
                <a:gd name="connsiteX456" fmla="*/ 442604 w 537527"/>
                <a:gd name="connsiteY456" fmla="*/ 31460 h 491796"/>
                <a:gd name="connsiteX457" fmla="*/ 438547 w 537527"/>
                <a:gd name="connsiteY457" fmla="*/ 32272 h 491796"/>
                <a:gd name="connsiteX458" fmla="*/ 488848 w 537527"/>
                <a:gd name="connsiteY458" fmla="*/ 45262 h 491796"/>
                <a:gd name="connsiteX459" fmla="*/ 487226 w 537527"/>
                <a:gd name="connsiteY459" fmla="*/ 45262 h 491796"/>
                <a:gd name="connsiteX460" fmla="*/ 485603 w 537527"/>
                <a:gd name="connsiteY460" fmla="*/ 43639 h 491796"/>
                <a:gd name="connsiteX461" fmla="*/ 487226 w 537527"/>
                <a:gd name="connsiteY461" fmla="*/ 42827 h 491796"/>
                <a:gd name="connsiteX462" fmla="*/ 488848 w 537527"/>
                <a:gd name="connsiteY462" fmla="*/ 45262 h 491796"/>
                <a:gd name="connsiteX463" fmla="*/ 482358 w 537527"/>
                <a:gd name="connsiteY463" fmla="*/ 33084 h 491796"/>
                <a:gd name="connsiteX464" fmla="*/ 483981 w 537527"/>
                <a:gd name="connsiteY464" fmla="*/ 35520 h 491796"/>
                <a:gd name="connsiteX465" fmla="*/ 479113 w 537527"/>
                <a:gd name="connsiteY465" fmla="*/ 33896 h 491796"/>
                <a:gd name="connsiteX466" fmla="*/ 482358 w 537527"/>
                <a:gd name="connsiteY466" fmla="*/ 33084 h 491796"/>
                <a:gd name="connsiteX467" fmla="*/ 475056 w 537527"/>
                <a:gd name="connsiteY467" fmla="*/ 29836 h 491796"/>
                <a:gd name="connsiteX468" fmla="*/ 476679 w 537527"/>
                <a:gd name="connsiteY468" fmla="*/ 28213 h 491796"/>
                <a:gd name="connsiteX469" fmla="*/ 477490 w 537527"/>
                <a:gd name="connsiteY469" fmla="*/ 29836 h 491796"/>
                <a:gd name="connsiteX470" fmla="*/ 475868 w 537527"/>
                <a:gd name="connsiteY470" fmla="*/ 31460 h 491796"/>
                <a:gd name="connsiteX471" fmla="*/ 475056 w 537527"/>
                <a:gd name="connsiteY471" fmla="*/ 29836 h 491796"/>
                <a:gd name="connsiteX472" fmla="*/ 374453 w 537527"/>
                <a:gd name="connsiteY472" fmla="*/ 7104 h 491796"/>
                <a:gd name="connsiteX473" fmla="*/ 379321 w 537527"/>
                <a:gd name="connsiteY473" fmla="*/ 7916 h 491796"/>
                <a:gd name="connsiteX474" fmla="*/ 377698 w 537527"/>
                <a:gd name="connsiteY474" fmla="*/ 9539 h 491796"/>
                <a:gd name="connsiteX475" fmla="*/ 373642 w 537527"/>
                <a:gd name="connsiteY475" fmla="*/ 9539 h 491796"/>
                <a:gd name="connsiteX476" fmla="*/ 370397 w 537527"/>
                <a:gd name="connsiteY476" fmla="*/ 10351 h 491796"/>
                <a:gd name="connsiteX477" fmla="*/ 367963 w 537527"/>
                <a:gd name="connsiteY477" fmla="*/ 11163 h 491796"/>
                <a:gd name="connsiteX478" fmla="*/ 374453 w 537527"/>
                <a:gd name="connsiteY478" fmla="*/ 7104 h 491796"/>
                <a:gd name="connsiteX479" fmla="*/ 333887 w 537527"/>
                <a:gd name="connsiteY479" fmla="*/ 7916 h 491796"/>
                <a:gd name="connsiteX480" fmla="*/ 337133 w 537527"/>
                <a:gd name="connsiteY480" fmla="*/ 7104 h 491796"/>
                <a:gd name="connsiteX481" fmla="*/ 333076 w 537527"/>
                <a:gd name="connsiteY481" fmla="*/ 9539 h 491796"/>
                <a:gd name="connsiteX482" fmla="*/ 333887 w 537527"/>
                <a:gd name="connsiteY482" fmla="*/ 7916 h 491796"/>
                <a:gd name="connsiteX483" fmla="*/ 282774 w 537527"/>
                <a:gd name="connsiteY483" fmla="*/ 12787 h 491796"/>
                <a:gd name="connsiteX484" fmla="*/ 288454 w 537527"/>
                <a:gd name="connsiteY484" fmla="*/ 13599 h 491796"/>
                <a:gd name="connsiteX485" fmla="*/ 286831 w 537527"/>
                <a:gd name="connsiteY485" fmla="*/ 15223 h 491796"/>
                <a:gd name="connsiteX486" fmla="*/ 281152 w 537527"/>
                <a:gd name="connsiteY486" fmla="*/ 15223 h 491796"/>
                <a:gd name="connsiteX487" fmla="*/ 278718 w 537527"/>
                <a:gd name="connsiteY487" fmla="*/ 14411 h 491796"/>
                <a:gd name="connsiteX488" fmla="*/ 282774 w 537527"/>
                <a:gd name="connsiteY488" fmla="*/ 12787 h 491796"/>
                <a:gd name="connsiteX489" fmla="*/ 267359 w 537527"/>
                <a:gd name="connsiteY489" fmla="*/ 12787 h 491796"/>
                <a:gd name="connsiteX490" fmla="*/ 271416 w 537527"/>
                <a:gd name="connsiteY490" fmla="*/ 12787 h 491796"/>
                <a:gd name="connsiteX491" fmla="*/ 269793 w 537527"/>
                <a:gd name="connsiteY491" fmla="*/ 13599 h 491796"/>
                <a:gd name="connsiteX492" fmla="*/ 267359 w 537527"/>
                <a:gd name="connsiteY492" fmla="*/ 12787 h 491796"/>
                <a:gd name="connsiteX493" fmla="*/ 251133 w 537527"/>
                <a:gd name="connsiteY493" fmla="*/ 13599 h 491796"/>
                <a:gd name="connsiteX494" fmla="*/ 253567 w 537527"/>
                <a:gd name="connsiteY494" fmla="*/ 16035 h 491796"/>
                <a:gd name="connsiteX495" fmla="*/ 248699 w 537527"/>
                <a:gd name="connsiteY495" fmla="*/ 16035 h 491796"/>
                <a:gd name="connsiteX496" fmla="*/ 251133 w 537527"/>
                <a:gd name="connsiteY496" fmla="*/ 13599 h 491796"/>
                <a:gd name="connsiteX497" fmla="*/ 157021 w 537527"/>
                <a:gd name="connsiteY497" fmla="*/ 51757 h 491796"/>
                <a:gd name="connsiteX498" fmla="*/ 156209 w 537527"/>
                <a:gd name="connsiteY498" fmla="*/ 50134 h 491796"/>
                <a:gd name="connsiteX499" fmla="*/ 159455 w 537527"/>
                <a:gd name="connsiteY499" fmla="*/ 49322 h 491796"/>
                <a:gd name="connsiteX500" fmla="*/ 157021 w 537527"/>
                <a:gd name="connsiteY500" fmla="*/ 51757 h 491796"/>
                <a:gd name="connsiteX501" fmla="*/ 211379 w 537527"/>
                <a:gd name="connsiteY501" fmla="*/ 29836 h 491796"/>
                <a:gd name="connsiteX502" fmla="*/ 213813 w 537527"/>
                <a:gd name="connsiteY502" fmla="*/ 28213 h 491796"/>
                <a:gd name="connsiteX503" fmla="*/ 214624 w 537527"/>
                <a:gd name="connsiteY503" fmla="*/ 29836 h 491796"/>
                <a:gd name="connsiteX504" fmla="*/ 212190 w 537527"/>
                <a:gd name="connsiteY504" fmla="*/ 31460 h 491796"/>
                <a:gd name="connsiteX505" fmla="*/ 211379 w 537527"/>
                <a:gd name="connsiteY505" fmla="*/ 29836 h 491796"/>
                <a:gd name="connsiteX506" fmla="*/ 188662 w 537527"/>
                <a:gd name="connsiteY506" fmla="*/ 40391 h 491796"/>
                <a:gd name="connsiteX507" fmla="*/ 187039 w 537527"/>
                <a:gd name="connsiteY507" fmla="*/ 40391 h 491796"/>
                <a:gd name="connsiteX508" fmla="*/ 185417 w 537527"/>
                <a:gd name="connsiteY508" fmla="*/ 39579 h 491796"/>
                <a:gd name="connsiteX509" fmla="*/ 188662 w 537527"/>
                <a:gd name="connsiteY509" fmla="*/ 40391 h 491796"/>
                <a:gd name="connsiteX510" fmla="*/ 182983 w 537527"/>
                <a:gd name="connsiteY510" fmla="*/ 36332 h 491796"/>
                <a:gd name="connsiteX511" fmla="*/ 185417 w 537527"/>
                <a:gd name="connsiteY511" fmla="*/ 37143 h 491796"/>
                <a:gd name="connsiteX512" fmla="*/ 182983 w 537527"/>
                <a:gd name="connsiteY512" fmla="*/ 38767 h 491796"/>
                <a:gd name="connsiteX513" fmla="*/ 180549 w 537527"/>
                <a:gd name="connsiteY513" fmla="*/ 37955 h 491796"/>
                <a:gd name="connsiteX514" fmla="*/ 182983 w 537527"/>
                <a:gd name="connsiteY514" fmla="*/ 36332 h 491796"/>
                <a:gd name="connsiteX515" fmla="*/ 173247 w 537527"/>
                <a:gd name="connsiteY515" fmla="*/ 42015 h 491796"/>
                <a:gd name="connsiteX516" fmla="*/ 175681 w 537527"/>
                <a:gd name="connsiteY516" fmla="*/ 42827 h 491796"/>
                <a:gd name="connsiteX517" fmla="*/ 173247 w 537527"/>
                <a:gd name="connsiteY517" fmla="*/ 42827 h 491796"/>
                <a:gd name="connsiteX518" fmla="*/ 173247 w 537527"/>
                <a:gd name="connsiteY518" fmla="*/ 42015 h 491796"/>
                <a:gd name="connsiteX519" fmla="*/ 216247 w 537527"/>
                <a:gd name="connsiteY519" fmla="*/ 42015 h 491796"/>
                <a:gd name="connsiteX520" fmla="*/ 214624 w 537527"/>
                <a:gd name="connsiteY520" fmla="*/ 46074 h 491796"/>
                <a:gd name="connsiteX521" fmla="*/ 213001 w 537527"/>
                <a:gd name="connsiteY521" fmla="*/ 46886 h 491796"/>
                <a:gd name="connsiteX522" fmla="*/ 214624 w 537527"/>
                <a:gd name="connsiteY522" fmla="*/ 48510 h 491796"/>
                <a:gd name="connsiteX523" fmla="*/ 217058 w 537527"/>
                <a:gd name="connsiteY523" fmla="*/ 50945 h 491796"/>
                <a:gd name="connsiteX524" fmla="*/ 210567 w 537527"/>
                <a:gd name="connsiteY524" fmla="*/ 50134 h 491796"/>
                <a:gd name="connsiteX525" fmla="*/ 208945 w 537527"/>
                <a:gd name="connsiteY525" fmla="*/ 48510 h 491796"/>
                <a:gd name="connsiteX526" fmla="*/ 208945 w 537527"/>
                <a:gd name="connsiteY526" fmla="*/ 50134 h 491796"/>
                <a:gd name="connsiteX527" fmla="*/ 200832 w 537527"/>
                <a:gd name="connsiteY527" fmla="*/ 47698 h 491796"/>
                <a:gd name="connsiteX528" fmla="*/ 189473 w 537527"/>
                <a:gd name="connsiteY528" fmla="*/ 49322 h 491796"/>
                <a:gd name="connsiteX529" fmla="*/ 183794 w 537527"/>
                <a:gd name="connsiteY529" fmla="*/ 49322 h 491796"/>
                <a:gd name="connsiteX530" fmla="*/ 171624 w 537527"/>
                <a:gd name="connsiteY530" fmla="*/ 51757 h 491796"/>
                <a:gd name="connsiteX531" fmla="*/ 169190 w 537527"/>
                <a:gd name="connsiteY531" fmla="*/ 50945 h 491796"/>
                <a:gd name="connsiteX532" fmla="*/ 170813 w 537527"/>
                <a:gd name="connsiteY532" fmla="*/ 47698 h 491796"/>
                <a:gd name="connsiteX533" fmla="*/ 174870 w 537527"/>
                <a:gd name="connsiteY533" fmla="*/ 46886 h 491796"/>
                <a:gd name="connsiteX534" fmla="*/ 177303 w 537527"/>
                <a:gd name="connsiteY534" fmla="*/ 46886 h 491796"/>
                <a:gd name="connsiteX535" fmla="*/ 183794 w 537527"/>
                <a:gd name="connsiteY535" fmla="*/ 45262 h 491796"/>
                <a:gd name="connsiteX536" fmla="*/ 192718 w 537527"/>
                <a:gd name="connsiteY536" fmla="*/ 41203 h 491796"/>
                <a:gd name="connsiteX537" fmla="*/ 194341 w 537527"/>
                <a:gd name="connsiteY537" fmla="*/ 41203 h 491796"/>
                <a:gd name="connsiteX538" fmla="*/ 195964 w 537527"/>
                <a:gd name="connsiteY538" fmla="*/ 43639 h 491796"/>
                <a:gd name="connsiteX539" fmla="*/ 205699 w 537527"/>
                <a:gd name="connsiteY539" fmla="*/ 38767 h 491796"/>
                <a:gd name="connsiteX540" fmla="*/ 213001 w 537527"/>
                <a:gd name="connsiteY540" fmla="*/ 37143 h 491796"/>
                <a:gd name="connsiteX541" fmla="*/ 217869 w 537527"/>
                <a:gd name="connsiteY541" fmla="*/ 38767 h 491796"/>
                <a:gd name="connsiteX542" fmla="*/ 216247 w 537527"/>
                <a:gd name="connsiteY542" fmla="*/ 42015 h 491796"/>
                <a:gd name="connsiteX543" fmla="*/ 224360 w 537527"/>
                <a:gd name="connsiteY543" fmla="*/ 45262 h 491796"/>
                <a:gd name="connsiteX544" fmla="*/ 221926 w 537527"/>
                <a:gd name="connsiteY544" fmla="*/ 43639 h 491796"/>
                <a:gd name="connsiteX545" fmla="*/ 226794 w 537527"/>
                <a:gd name="connsiteY545" fmla="*/ 42827 h 491796"/>
                <a:gd name="connsiteX546" fmla="*/ 224360 w 537527"/>
                <a:gd name="connsiteY546" fmla="*/ 45262 h 491796"/>
                <a:gd name="connsiteX547" fmla="*/ 229228 w 537527"/>
                <a:gd name="connsiteY547" fmla="*/ 30648 h 491796"/>
                <a:gd name="connsiteX548" fmla="*/ 221926 w 537527"/>
                <a:gd name="connsiteY548" fmla="*/ 29836 h 491796"/>
                <a:gd name="connsiteX549" fmla="*/ 228416 w 537527"/>
                <a:gd name="connsiteY549" fmla="*/ 25777 h 491796"/>
                <a:gd name="connsiteX550" fmla="*/ 229228 w 537527"/>
                <a:gd name="connsiteY550" fmla="*/ 30648 h 491796"/>
                <a:gd name="connsiteX551" fmla="*/ 235718 w 537527"/>
                <a:gd name="connsiteY551" fmla="*/ 37955 h 491796"/>
                <a:gd name="connsiteX552" fmla="*/ 234096 w 537527"/>
                <a:gd name="connsiteY552" fmla="*/ 35520 h 491796"/>
                <a:gd name="connsiteX553" fmla="*/ 235718 w 537527"/>
                <a:gd name="connsiteY553" fmla="*/ 35520 h 491796"/>
                <a:gd name="connsiteX554" fmla="*/ 237341 w 537527"/>
                <a:gd name="connsiteY554" fmla="*/ 37955 h 491796"/>
                <a:gd name="connsiteX555" fmla="*/ 235718 w 537527"/>
                <a:gd name="connsiteY555" fmla="*/ 37955 h 491796"/>
                <a:gd name="connsiteX556" fmla="*/ 242209 w 537527"/>
                <a:gd name="connsiteY556" fmla="*/ 34708 h 491796"/>
                <a:gd name="connsiteX557" fmla="*/ 240586 w 537527"/>
                <a:gd name="connsiteY557" fmla="*/ 34708 h 491796"/>
                <a:gd name="connsiteX558" fmla="*/ 242209 w 537527"/>
                <a:gd name="connsiteY558" fmla="*/ 32272 h 491796"/>
                <a:gd name="connsiteX559" fmla="*/ 242209 w 537527"/>
                <a:gd name="connsiteY559" fmla="*/ 34708 h 491796"/>
                <a:gd name="connsiteX560" fmla="*/ 244643 w 537527"/>
                <a:gd name="connsiteY560" fmla="*/ 42827 h 491796"/>
                <a:gd name="connsiteX561" fmla="*/ 245454 w 537527"/>
                <a:gd name="connsiteY561" fmla="*/ 41203 h 491796"/>
                <a:gd name="connsiteX562" fmla="*/ 250322 w 537527"/>
                <a:gd name="connsiteY562" fmla="*/ 41203 h 491796"/>
                <a:gd name="connsiteX563" fmla="*/ 244643 w 537527"/>
                <a:gd name="connsiteY563" fmla="*/ 42827 h 491796"/>
                <a:gd name="connsiteX564" fmla="*/ 251133 w 537527"/>
                <a:gd name="connsiteY564" fmla="*/ 37143 h 491796"/>
                <a:gd name="connsiteX565" fmla="*/ 250322 w 537527"/>
                <a:gd name="connsiteY565" fmla="*/ 35520 h 491796"/>
                <a:gd name="connsiteX566" fmla="*/ 252756 w 537527"/>
                <a:gd name="connsiteY566" fmla="*/ 35520 h 491796"/>
                <a:gd name="connsiteX567" fmla="*/ 251133 w 537527"/>
                <a:gd name="connsiteY567" fmla="*/ 37143 h 491796"/>
                <a:gd name="connsiteX568" fmla="*/ 35323 w 537527"/>
                <a:gd name="connsiteY568" fmla="*/ 460945 h 491796"/>
                <a:gd name="connsiteX569" fmla="*/ 38568 w 537527"/>
                <a:gd name="connsiteY569" fmla="*/ 456886 h 491796"/>
                <a:gd name="connsiteX570" fmla="*/ 41003 w 537527"/>
                <a:gd name="connsiteY570" fmla="*/ 458509 h 491796"/>
                <a:gd name="connsiteX571" fmla="*/ 35323 w 537527"/>
                <a:gd name="connsiteY571" fmla="*/ 460945 h 491796"/>
                <a:gd name="connsiteX572" fmla="*/ 42625 w 537527"/>
                <a:gd name="connsiteY572" fmla="*/ 448767 h 491796"/>
                <a:gd name="connsiteX573" fmla="*/ 41003 w 537527"/>
                <a:gd name="connsiteY573" fmla="*/ 446331 h 491796"/>
                <a:gd name="connsiteX574" fmla="*/ 42625 w 537527"/>
                <a:gd name="connsiteY574" fmla="*/ 443895 h 491796"/>
                <a:gd name="connsiteX575" fmla="*/ 43436 w 537527"/>
                <a:gd name="connsiteY575" fmla="*/ 446331 h 491796"/>
                <a:gd name="connsiteX576" fmla="*/ 42625 w 537527"/>
                <a:gd name="connsiteY576" fmla="*/ 448767 h 491796"/>
                <a:gd name="connsiteX577" fmla="*/ 43436 w 537527"/>
                <a:gd name="connsiteY577" fmla="*/ 439024 h 491796"/>
                <a:gd name="connsiteX578" fmla="*/ 41003 w 537527"/>
                <a:gd name="connsiteY578" fmla="*/ 437400 h 491796"/>
                <a:gd name="connsiteX579" fmla="*/ 43436 w 537527"/>
                <a:gd name="connsiteY579" fmla="*/ 436589 h 491796"/>
                <a:gd name="connsiteX580" fmla="*/ 45871 w 537527"/>
                <a:gd name="connsiteY580" fmla="*/ 438212 h 491796"/>
                <a:gd name="connsiteX581" fmla="*/ 43436 w 537527"/>
                <a:gd name="connsiteY581" fmla="*/ 439024 h 491796"/>
                <a:gd name="connsiteX582" fmla="*/ 47493 w 537527"/>
                <a:gd name="connsiteY582" fmla="*/ 435777 h 491796"/>
                <a:gd name="connsiteX583" fmla="*/ 42625 w 537527"/>
                <a:gd name="connsiteY583" fmla="*/ 433341 h 491796"/>
                <a:gd name="connsiteX584" fmla="*/ 43436 w 537527"/>
                <a:gd name="connsiteY584" fmla="*/ 432529 h 491796"/>
                <a:gd name="connsiteX585" fmla="*/ 45871 w 537527"/>
                <a:gd name="connsiteY585" fmla="*/ 431717 h 491796"/>
                <a:gd name="connsiteX586" fmla="*/ 47493 w 537527"/>
                <a:gd name="connsiteY586" fmla="*/ 432529 h 491796"/>
                <a:gd name="connsiteX587" fmla="*/ 47493 w 537527"/>
                <a:gd name="connsiteY587" fmla="*/ 435777 h 491796"/>
                <a:gd name="connsiteX588" fmla="*/ 50738 w 537527"/>
                <a:gd name="connsiteY588" fmla="*/ 431717 h 491796"/>
                <a:gd name="connsiteX589" fmla="*/ 50738 w 537527"/>
                <a:gd name="connsiteY589" fmla="*/ 431717 h 491796"/>
                <a:gd name="connsiteX590" fmla="*/ 48304 w 537527"/>
                <a:gd name="connsiteY590" fmla="*/ 427658 h 491796"/>
                <a:gd name="connsiteX591" fmla="*/ 48304 w 537527"/>
                <a:gd name="connsiteY591" fmla="*/ 426034 h 491796"/>
                <a:gd name="connsiteX592" fmla="*/ 50738 w 537527"/>
                <a:gd name="connsiteY592" fmla="*/ 431717 h 491796"/>
                <a:gd name="connsiteX593" fmla="*/ 73455 w 537527"/>
                <a:gd name="connsiteY593" fmla="*/ 352965 h 491796"/>
                <a:gd name="connsiteX594" fmla="*/ 74267 w 537527"/>
                <a:gd name="connsiteY594" fmla="*/ 354589 h 491796"/>
                <a:gd name="connsiteX595" fmla="*/ 72644 w 537527"/>
                <a:gd name="connsiteY595" fmla="*/ 356212 h 491796"/>
                <a:gd name="connsiteX596" fmla="*/ 71832 w 537527"/>
                <a:gd name="connsiteY596" fmla="*/ 354589 h 491796"/>
                <a:gd name="connsiteX597" fmla="*/ 73455 w 537527"/>
                <a:gd name="connsiteY597" fmla="*/ 352965 h 491796"/>
                <a:gd name="connsiteX598" fmla="*/ 67776 w 537527"/>
                <a:gd name="connsiteY598" fmla="*/ 371638 h 491796"/>
                <a:gd name="connsiteX599" fmla="*/ 66153 w 537527"/>
                <a:gd name="connsiteY599" fmla="*/ 369203 h 491796"/>
                <a:gd name="connsiteX600" fmla="*/ 66965 w 537527"/>
                <a:gd name="connsiteY600" fmla="*/ 366767 h 491796"/>
                <a:gd name="connsiteX601" fmla="*/ 68587 w 537527"/>
                <a:gd name="connsiteY601" fmla="*/ 369203 h 491796"/>
                <a:gd name="connsiteX602" fmla="*/ 67776 w 537527"/>
                <a:gd name="connsiteY602" fmla="*/ 371638 h 491796"/>
                <a:gd name="connsiteX603" fmla="*/ 70210 w 537527"/>
                <a:gd name="connsiteY603" fmla="*/ 365143 h 491796"/>
                <a:gd name="connsiteX604" fmla="*/ 71832 w 537527"/>
                <a:gd name="connsiteY604" fmla="*/ 360272 h 491796"/>
                <a:gd name="connsiteX605" fmla="*/ 74267 w 537527"/>
                <a:gd name="connsiteY605" fmla="*/ 360272 h 491796"/>
                <a:gd name="connsiteX606" fmla="*/ 70210 w 537527"/>
                <a:gd name="connsiteY606" fmla="*/ 365143 h 491796"/>
                <a:gd name="connsiteX607" fmla="*/ 78323 w 537527"/>
                <a:gd name="connsiteY607" fmla="*/ 348906 h 491796"/>
                <a:gd name="connsiteX608" fmla="*/ 76700 w 537527"/>
                <a:gd name="connsiteY608" fmla="*/ 347282 h 491796"/>
                <a:gd name="connsiteX609" fmla="*/ 77512 w 537527"/>
                <a:gd name="connsiteY609" fmla="*/ 344846 h 491796"/>
                <a:gd name="connsiteX610" fmla="*/ 79134 w 537527"/>
                <a:gd name="connsiteY610" fmla="*/ 346470 h 491796"/>
                <a:gd name="connsiteX611" fmla="*/ 78323 w 537527"/>
                <a:gd name="connsiteY611" fmla="*/ 348906 h 491796"/>
                <a:gd name="connsiteX612" fmla="*/ 81568 w 537527"/>
                <a:gd name="connsiteY612" fmla="*/ 340787 h 491796"/>
                <a:gd name="connsiteX613" fmla="*/ 80757 w 537527"/>
                <a:gd name="connsiteY613" fmla="*/ 339975 h 491796"/>
                <a:gd name="connsiteX614" fmla="*/ 83191 w 537527"/>
                <a:gd name="connsiteY614" fmla="*/ 339975 h 491796"/>
                <a:gd name="connsiteX615" fmla="*/ 81568 w 537527"/>
                <a:gd name="connsiteY615" fmla="*/ 340787 h 491796"/>
                <a:gd name="connsiteX616" fmla="*/ 86436 w 537527"/>
                <a:gd name="connsiteY616" fmla="*/ 333480 h 491796"/>
                <a:gd name="connsiteX617" fmla="*/ 84814 w 537527"/>
                <a:gd name="connsiteY617" fmla="*/ 331044 h 491796"/>
                <a:gd name="connsiteX618" fmla="*/ 84814 w 537527"/>
                <a:gd name="connsiteY618" fmla="*/ 328609 h 491796"/>
                <a:gd name="connsiteX619" fmla="*/ 86436 w 537527"/>
                <a:gd name="connsiteY619" fmla="*/ 331044 h 491796"/>
                <a:gd name="connsiteX620" fmla="*/ 86436 w 537527"/>
                <a:gd name="connsiteY620" fmla="*/ 333480 h 491796"/>
                <a:gd name="connsiteX621" fmla="*/ 105096 w 537527"/>
                <a:gd name="connsiteY621" fmla="*/ 298569 h 491796"/>
                <a:gd name="connsiteX622" fmla="*/ 103474 w 537527"/>
                <a:gd name="connsiteY622" fmla="*/ 303440 h 491796"/>
                <a:gd name="connsiteX623" fmla="*/ 102663 w 537527"/>
                <a:gd name="connsiteY623" fmla="*/ 305064 h 491796"/>
                <a:gd name="connsiteX624" fmla="*/ 104285 w 537527"/>
                <a:gd name="connsiteY624" fmla="*/ 298569 h 491796"/>
                <a:gd name="connsiteX625" fmla="*/ 105096 w 537527"/>
                <a:gd name="connsiteY625" fmla="*/ 298569 h 491796"/>
                <a:gd name="connsiteX626" fmla="*/ 140794 w 537527"/>
                <a:gd name="connsiteY626" fmla="*/ 237678 h 491796"/>
                <a:gd name="connsiteX627" fmla="*/ 140794 w 537527"/>
                <a:gd name="connsiteY627" fmla="*/ 240113 h 491796"/>
                <a:gd name="connsiteX628" fmla="*/ 139172 w 537527"/>
                <a:gd name="connsiteY628" fmla="*/ 240925 h 491796"/>
                <a:gd name="connsiteX629" fmla="*/ 140794 w 537527"/>
                <a:gd name="connsiteY629" fmla="*/ 237678 h 491796"/>
                <a:gd name="connsiteX630" fmla="*/ 131870 w 537527"/>
                <a:gd name="connsiteY630" fmla="*/ 255539 h 491796"/>
                <a:gd name="connsiteX631" fmla="*/ 128625 w 537527"/>
                <a:gd name="connsiteY631" fmla="*/ 253104 h 491796"/>
                <a:gd name="connsiteX632" fmla="*/ 131059 w 537527"/>
                <a:gd name="connsiteY632" fmla="*/ 251480 h 491796"/>
                <a:gd name="connsiteX633" fmla="*/ 131870 w 537527"/>
                <a:gd name="connsiteY633" fmla="*/ 255539 h 491796"/>
                <a:gd name="connsiteX634" fmla="*/ 135926 w 537527"/>
                <a:gd name="connsiteY634" fmla="*/ 247421 h 491796"/>
                <a:gd name="connsiteX635" fmla="*/ 133492 w 537527"/>
                <a:gd name="connsiteY635" fmla="*/ 249856 h 491796"/>
                <a:gd name="connsiteX636" fmla="*/ 131870 w 537527"/>
                <a:gd name="connsiteY636" fmla="*/ 248232 h 491796"/>
                <a:gd name="connsiteX637" fmla="*/ 132681 w 537527"/>
                <a:gd name="connsiteY637" fmla="*/ 244173 h 491796"/>
                <a:gd name="connsiteX638" fmla="*/ 135926 w 537527"/>
                <a:gd name="connsiteY638" fmla="*/ 242549 h 491796"/>
                <a:gd name="connsiteX639" fmla="*/ 143228 w 537527"/>
                <a:gd name="connsiteY639" fmla="*/ 244985 h 491796"/>
                <a:gd name="connsiteX640" fmla="*/ 140794 w 537527"/>
                <a:gd name="connsiteY640" fmla="*/ 245797 h 491796"/>
                <a:gd name="connsiteX641" fmla="*/ 135926 w 537527"/>
                <a:gd name="connsiteY641" fmla="*/ 247421 h 491796"/>
                <a:gd name="connsiteX642" fmla="*/ 143228 w 537527"/>
                <a:gd name="connsiteY642" fmla="*/ 255539 h 491796"/>
                <a:gd name="connsiteX643" fmla="*/ 139983 w 537527"/>
                <a:gd name="connsiteY643" fmla="*/ 253915 h 491796"/>
                <a:gd name="connsiteX644" fmla="*/ 141606 w 537527"/>
                <a:gd name="connsiteY644" fmla="*/ 251480 h 491796"/>
                <a:gd name="connsiteX645" fmla="*/ 141606 w 537527"/>
                <a:gd name="connsiteY645" fmla="*/ 249856 h 491796"/>
                <a:gd name="connsiteX646" fmla="*/ 143228 w 537527"/>
                <a:gd name="connsiteY646" fmla="*/ 248232 h 491796"/>
                <a:gd name="connsiteX647" fmla="*/ 144851 w 537527"/>
                <a:gd name="connsiteY647" fmla="*/ 249856 h 491796"/>
                <a:gd name="connsiteX648" fmla="*/ 145662 w 537527"/>
                <a:gd name="connsiteY648" fmla="*/ 253104 h 491796"/>
                <a:gd name="connsiteX649" fmla="*/ 147285 w 537527"/>
                <a:gd name="connsiteY649" fmla="*/ 254727 h 491796"/>
                <a:gd name="connsiteX650" fmla="*/ 143228 w 537527"/>
                <a:gd name="connsiteY650" fmla="*/ 255539 h 491796"/>
                <a:gd name="connsiteX651" fmla="*/ 148096 w 537527"/>
                <a:gd name="connsiteY651" fmla="*/ 248232 h 491796"/>
                <a:gd name="connsiteX652" fmla="*/ 148907 w 537527"/>
                <a:gd name="connsiteY652" fmla="*/ 244985 h 491796"/>
                <a:gd name="connsiteX653" fmla="*/ 149719 w 537527"/>
                <a:gd name="connsiteY653" fmla="*/ 247421 h 491796"/>
                <a:gd name="connsiteX654" fmla="*/ 148096 w 537527"/>
                <a:gd name="connsiteY654" fmla="*/ 248232 h 491796"/>
                <a:gd name="connsiteX655" fmla="*/ 153775 w 537527"/>
                <a:gd name="connsiteY655" fmla="*/ 232807 h 491796"/>
                <a:gd name="connsiteX656" fmla="*/ 147285 w 537527"/>
                <a:gd name="connsiteY656" fmla="*/ 233618 h 491796"/>
                <a:gd name="connsiteX657" fmla="*/ 143228 w 537527"/>
                <a:gd name="connsiteY657" fmla="*/ 231183 h 491796"/>
                <a:gd name="connsiteX658" fmla="*/ 147285 w 537527"/>
                <a:gd name="connsiteY658" fmla="*/ 231183 h 491796"/>
                <a:gd name="connsiteX659" fmla="*/ 148907 w 537527"/>
                <a:gd name="connsiteY659" fmla="*/ 231995 h 491796"/>
                <a:gd name="connsiteX660" fmla="*/ 152153 w 537527"/>
                <a:gd name="connsiteY660" fmla="*/ 231183 h 491796"/>
                <a:gd name="connsiteX661" fmla="*/ 152153 w 537527"/>
                <a:gd name="connsiteY661" fmla="*/ 229559 h 491796"/>
                <a:gd name="connsiteX662" fmla="*/ 148907 w 537527"/>
                <a:gd name="connsiteY662" fmla="*/ 227935 h 491796"/>
                <a:gd name="connsiteX663" fmla="*/ 146474 w 537527"/>
                <a:gd name="connsiteY663" fmla="*/ 227124 h 491796"/>
                <a:gd name="connsiteX664" fmla="*/ 148096 w 537527"/>
                <a:gd name="connsiteY664" fmla="*/ 225500 h 491796"/>
                <a:gd name="connsiteX665" fmla="*/ 150530 w 537527"/>
                <a:gd name="connsiteY665" fmla="*/ 223064 h 491796"/>
                <a:gd name="connsiteX666" fmla="*/ 152964 w 537527"/>
                <a:gd name="connsiteY666" fmla="*/ 219816 h 491796"/>
                <a:gd name="connsiteX667" fmla="*/ 154587 w 537527"/>
                <a:gd name="connsiteY667" fmla="*/ 220628 h 491796"/>
                <a:gd name="connsiteX668" fmla="*/ 153775 w 537527"/>
                <a:gd name="connsiteY668" fmla="*/ 226312 h 491796"/>
                <a:gd name="connsiteX669" fmla="*/ 153775 w 537527"/>
                <a:gd name="connsiteY669" fmla="*/ 232807 h 491796"/>
                <a:gd name="connsiteX670" fmla="*/ 156209 w 537527"/>
                <a:gd name="connsiteY670" fmla="*/ 236054 h 491796"/>
                <a:gd name="connsiteX671" fmla="*/ 154587 w 537527"/>
                <a:gd name="connsiteY671" fmla="*/ 234430 h 491796"/>
                <a:gd name="connsiteX672" fmla="*/ 157021 w 537527"/>
                <a:gd name="connsiteY672" fmla="*/ 232807 h 491796"/>
                <a:gd name="connsiteX673" fmla="*/ 156209 w 537527"/>
                <a:gd name="connsiteY673" fmla="*/ 236054 h 491796"/>
                <a:gd name="connsiteX674" fmla="*/ 165945 w 537527"/>
                <a:gd name="connsiteY674" fmla="*/ 206015 h 491796"/>
                <a:gd name="connsiteX675" fmla="*/ 161888 w 537527"/>
                <a:gd name="connsiteY675" fmla="*/ 210886 h 491796"/>
                <a:gd name="connsiteX676" fmla="*/ 161077 w 537527"/>
                <a:gd name="connsiteY676" fmla="*/ 214133 h 491796"/>
                <a:gd name="connsiteX677" fmla="*/ 161888 w 537527"/>
                <a:gd name="connsiteY677" fmla="*/ 217381 h 491796"/>
                <a:gd name="connsiteX678" fmla="*/ 158643 w 537527"/>
                <a:gd name="connsiteY678" fmla="*/ 217381 h 491796"/>
                <a:gd name="connsiteX679" fmla="*/ 155398 w 537527"/>
                <a:gd name="connsiteY679" fmla="*/ 216569 h 491796"/>
                <a:gd name="connsiteX680" fmla="*/ 157021 w 537527"/>
                <a:gd name="connsiteY680" fmla="*/ 211698 h 491796"/>
                <a:gd name="connsiteX681" fmla="*/ 163511 w 537527"/>
                <a:gd name="connsiteY681" fmla="*/ 204391 h 491796"/>
                <a:gd name="connsiteX682" fmla="*/ 167568 w 537527"/>
                <a:gd name="connsiteY682" fmla="*/ 202767 h 491796"/>
                <a:gd name="connsiteX683" fmla="*/ 168379 w 537527"/>
                <a:gd name="connsiteY683" fmla="*/ 205203 h 491796"/>
                <a:gd name="connsiteX684" fmla="*/ 165945 w 537527"/>
                <a:gd name="connsiteY684" fmla="*/ 206015 h 491796"/>
                <a:gd name="connsiteX685" fmla="*/ 174058 w 537527"/>
                <a:gd name="connsiteY685" fmla="*/ 190589 h 491796"/>
                <a:gd name="connsiteX686" fmla="*/ 173247 w 537527"/>
                <a:gd name="connsiteY686" fmla="*/ 188965 h 491796"/>
                <a:gd name="connsiteX687" fmla="*/ 174870 w 537527"/>
                <a:gd name="connsiteY687" fmla="*/ 187341 h 491796"/>
                <a:gd name="connsiteX688" fmla="*/ 175681 w 537527"/>
                <a:gd name="connsiteY688" fmla="*/ 188965 h 491796"/>
                <a:gd name="connsiteX689" fmla="*/ 174058 w 537527"/>
                <a:gd name="connsiteY689" fmla="*/ 190589 h 491796"/>
                <a:gd name="connsiteX690" fmla="*/ 178115 w 537527"/>
                <a:gd name="connsiteY690" fmla="*/ 193024 h 491796"/>
                <a:gd name="connsiteX691" fmla="*/ 176492 w 537527"/>
                <a:gd name="connsiteY691" fmla="*/ 191401 h 491796"/>
                <a:gd name="connsiteX692" fmla="*/ 178926 w 537527"/>
                <a:gd name="connsiteY692" fmla="*/ 188965 h 491796"/>
                <a:gd name="connsiteX693" fmla="*/ 178115 w 537527"/>
                <a:gd name="connsiteY693" fmla="*/ 193024 h 491796"/>
                <a:gd name="connsiteX694" fmla="*/ 178926 w 537527"/>
                <a:gd name="connsiteY694" fmla="*/ 184906 h 491796"/>
                <a:gd name="connsiteX695" fmla="*/ 176492 w 537527"/>
                <a:gd name="connsiteY695" fmla="*/ 186530 h 491796"/>
                <a:gd name="connsiteX696" fmla="*/ 178115 w 537527"/>
                <a:gd name="connsiteY696" fmla="*/ 184094 h 491796"/>
                <a:gd name="connsiteX697" fmla="*/ 181360 w 537527"/>
                <a:gd name="connsiteY697" fmla="*/ 183282 h 491796"/>
                <a:gd name="connsiteX698" fmla="*/ 178926 w 537527"/>
                <a:gd name="connsiteY698" fmla="*/ 184906 h 491796"/>
                <a:gd name="connsiteX699" fmla="*/ 188662 w 537527"/>
                <a:gd name="connsiteY699" fmla="*/ 171104 h 491796"/>
                <a:gd name="connsiteX700" fmla="*/ 186228 w 537527"/>
                <a:gd name="connsiteY700" fmla="*/ 172727 h 491796"/>
                <a:gd name="connsiteX701" fmla="*/ 187851 w 537527"/>
                <a:gd name="connsiteY701" fmla="*/ 169480 h 491796"/>
                <a:gd name="connsiteX702" fmla="*/ 188662 w 537527"/>
                <a:gd name="connsiteY702" fmla="*/ 171104 h 49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37527" h="491796">
                  <a:moveTo>
                    <a:pt x="208945" y="173539"/>
                  </a:moveTo>
                  <a:cubicBezTo>
                    <a:pt x="208945" y="171916"/>
                    <a:pt x="209756" y="171104"/>
                    <a:pt x="210567" y="171104"/>
                  </a:cubicBezTo>
                  <a:cubicBezTo>
                    <a:pt x="212190" y="171104"/>
                    <a:pt x="225171" y="153242"/>
                    <a:pt x="236530" y="136193"/>
                  </a:cubicBezTo>
                  <a:cubicBezTo>
                    <a:pt x="238152" y="133757"/>
                    <a:pt x="243831" y="126450"/>
                    <a:pt x="248699" y="121579"/>
                  </a:cubicBezTo>
                  <a:cubicBezTo>
                    <a:pt x="253567" y="116708"/>
                    <a:pt x="258435" y="110213"/>
                    <a:pt x="260058" y="107777"/>
                  </a:cubicBezTo>
                  <a:cubicBezTo>
                    <a:pt x="271416" y="92351"/>
                    <a:pt x="281152" y="82609"/>
                    <a:pt x="286020" y="76926"/>
                  </a:cubicBezTo>
                  <a:cubicBezTo>
                    <a:pt x="289265" y="72866"/>
                    <a:pt x="293322" y="67183"/>
                    <a:pt x="295756" y="64747"/>
                  </a:cubicBezTo>
                  <a:cubicBezTo>
                    <a:pt x="298189" y="61500"/>
                    <a:pt x="300623" y="57440"/>
                    <a:pt x="302246" y="56629"/>
                  </a:cubicBezTo>
                  <a:cubicBezTo>
                    <a:pt x="303869" y="55005"/>
                    <a:pt x="304680" y="51757"/>
                    <a:pt x="303869" y="45262"/>
                  </a:cubicBezTo>
                  <a:cubicBezTo>
                    <a:pt x="303869" y="44450"/>
                    <a:pt x="303869" y="43639"/>
                    <a:pt x="303869" y="42827"/>
                  </a:cubicBezTo>
                  <a:cubicBezTo>
                    <a:pt x="307114" y="42827"/>
                    <a:pt x="307114" y="42827"/>
                    <a:pt x="303869" y="42015"/>
                  </a:cubicBezTo>
                  <a:cubicBezTo>
                    <a:pt x="303869" y="41203"/>
                    <a:pt x="303869" y="40391"/>
                    <a:pt x="303869" y="39579"/>
                  </a:cubicBezTo>
                  <a:cubicBezTo>
                    <a:pt x="306303" y="39579"/>
                    <a:pt x="307114" y="37955"/>
                    <a:pt x="307114" y="37955"/>
                  </a:cubicBezTo>
                  <a:cubicBezTo>
                    <a:pt x="306303" y="35520"/>
                    <a:pt x="309548" y="36332"/>
                    <a:pt x="311982" y="38767"/>
                  </a:cubicBezTo>
                  <a:cubicBezTo>
                    <a:pt x="313605" y="40391"/>
                    <a:pt x="313605" y="41203"/>
                    <a:pt x="311982" y="41203"/>
                  </a:cubicBezTo>
                  <a:cubicBezTo>
                    <a:pt x="310359" y="42015"/>
                    <a:pt x="311982" y="42827"/>
                    <a:pt x="318472" y="42827"/>
                  </a:cubicBezTo>
                  <a:cubicBezTo>
                    <a:pt x="323340" y="43639"/>
                    <a:pt x="326585" y="42827"/>
                    <a:pt x="325774" y="42015"/>
                  </a:cubicBezTo>
                  <a:cubicBezTo>
                    <a:pt x="325774" y="41203"/>
                    <a:pt x="327397" y="41203"/>
                    <a:pt x="329831" y="41203"/>
                  </a:cubicBezTo>
                  <a:cubicBezTo>
                    <a:pt x="332265" y="41203"/>
                    <a:pt x="333887" y="41203"/>
                    <a:pt x="333887" y="39579"/>
                  </a:cubicBezTo>
                  <a:cubicBezTo>
                    <a:pt x="333887" y="38767"/>
                    <a:pt x="331453" y="38767"/>
                    <a:pt x="328208" y="38767"/>
                  </a:cubicBezTo>
                  <a:cubicBezTo>
                    <a:pt x="321718" y="40391"/>
                    <a:pt x="318472" y="39579"/>
                    <a:pt x="318472" y="37143"/>
                  </a:cubicBezTo>
                  <a:cubicBezTo>
                    <a:pt x="318472" y="36332"/>
                    <a:pt x="320906" y="34708"/>
                    <a:pt x="324152" y="33896"/>
                  </a:cubicBezTo>
                  <a:cubicBezTo>
                    <a:pt x="327397" y="33896"/>
                    <a:pt x="330642" y="33896"/>
                    <a:pt x="329831" y="33896"/>
                  </a:cubicBezTo>
                  <a:cubicBezTo>
                    <a:pt x="329831" y="34708"/>
                    <a:pt x="330642" y="35520"/>
                    <a:pt x="332265" y="35520"/>
                  </a:cubicBezTo>
                  <a:cubicBezTo>
                    <a:pt x="333887" y="35520"/>
                    <a:pt x="333887" y="34708"/>
                    <a:pt x="333887" y="33896"/>
                  </a:cubicBezTo>
                  <a:cubicBezTo>
                    <a:pt x="333887" y="33084"/>
                    <a:pt x="333887" y="32272"/>
                    <a:pt x="335510" y="32272"/>
                  </a:cubicBezTo>
                  <a:cubicBezTo>
                    <a:pt x="337133" y="32272"/>
                    <a:pt x="337944" y="33084"/>
                    <a:pt x="337133" y="33896"/>
                  </a:cubicBezTo>
                  <a:cubicBezTo>
                    <a:pt x="337133" y="34708"/>
                    <a:pt x="337133" y="35520"/>
                    <a:pt x="338755" y="36332"/>
                  </a:cubicBezTo>
                  <a:cubicBezTo>
                    <a:pt x="342001" y="38767"/>
                    <a:pt x="360661" y="41203"/>
                    <a:pt x="361472" y="39579"/>
                  </a:cubicBezTo>
                  <a:cubicBezTo>
                    <a:pt x="361472" y="38767"/>
                    <a:pt x="363906" y="39579"/>
                    <a:pt x="366340" y="39579"/>
                  </a:cubicBezTo>
                  <a:cubicBezTo>
                    <a:pt x="370397" y="40391"/>
                    <a:pt x="370397" y="40391"/>
                    <a:pt x="367151" y="38767"/>
                  </a:cubicBezTo>
                  <a:cubicBezTo>
                    <a:pt x="365529" y="37955"/>
                    <a:pt x="359849" y="37143"/>
                    <a:pt x="355793" y="37143"/>
                  </a:cubicBezTo>
                  <a:cubicBezTo>
                    <a:pt x="350925" y="37143"/>
                    <a:pt x="348491" y="36332"/>
                    <a:pt x="349302" y="35520"/>
                  </a:cubicBezTo>
                  <a:cubicBezTo>
                    <a:pt x="350114" y="34708"/>
                    <a:pt x="348491" y="33896"/>
                    <a:pt x="346057" y="33084"/>
                  </a:cubicBezTo>
                  <a:lnTo>
                    <a:pt x="342001" y="32272"/>
                  </a:lnTo>
                  <a:lnTo>
                    <a:pt x="346057" y="32272"/>
                  </a:lnTo>
                  <a:cubicBezTo>
                    <a:pt x="348491" y="32272"/>
                    <a:pt x="350114" y="31460"/>
                    <a:pt x="350114" y="30648"/>
                  </a:cubicBezTo>
                  <a:cubicBezTo>
                    <a:pt x="350114" y="29836"/>
                    <a:pt x="329831" y="28213"/>
                    <a:pt x="325774" y="29025"/>
                  </a:cubicBezTo>
                  <a:cubicBezTo>
                    <a:pt x="324963" y="29025"/>
                    <a:pt x="320095" y="29836"/>
                    <a:pt x="316038" y="29836"/>
                  </a:cubicBezTo>
                  <a:cubicBezTo>
                    <a:pt x="311982" y="29836"/>
                    <a:pt x="307114" y="29836"/>
                    <a:pt x="306303" y="29836"/>
                  </a:cubicBezTo>
                  <a:cubicBezTo>
                    <a:pt x="305491" y="29836"/>
                    <a:pt x="304680" y="29836"/>
                    <a:pt x="305491" y="28213"/>
                  </a:cubicBezTo>
                  <a:cubicBezTo>
                    <a:pt x="306303" y="27401"/>
                    <a:pt x="305491" y="25777"/>
                    <a:pt x="304680" y="25777"/>
                  </a:cubicBezTo>
                  <a:cubicBezTo>
                    <a:pt x="303869" y="25777"/>
                    <a:pt x="303057" y="25777"/>
                    <a:pt x="302246" y="26589"/>
                  </a:cubicBezTo>
                  <a:cubicBezTo>
                    <a:pt x="299812" y="24153"/>
                    <a:pt x="294944" y="23342"/>
                    <a:pt x="291699" y="23342"/>
                  </a:cubicBezTo>
                  <a:cubicBezTo>
                    <a:pt x="285209" y="23342"/>
                    <a:pt x="277095" y="29836"/>
                    <a:pt x="272227" y="33896"/>
                  </a:cubicBezTo>
                  <a:cubicBezTo>
                    <a:pt x="270605" y="33896"/>
                    <a:pt x="270605" y="33896"/>
                    <a:pt x="271416" y="31460"/>
                  </a:cubicBezTo>
                  <a:cubicBezTo>
                    <a:pt x="272227" y="29836"/>
                    <a:pt x="271416" y="29025"/>
                    <a:pt x="269793" y="29025"/>
                  </a:cubicBezTo>
                  <a:cubicBezTo>
                    <a:pt x="268171" y="29025"/>
                    <a:pt x="266548" y="28213"/>
                    <a:pt x="267359" y="27401"/>
                  </a:cubicBezTo>
                  <a:cubicBezTo>
                    <a:pt x="267359" y="26589"/>
                    <a:pt x="265737" y="27401"/>
                    <a:pt x="264114" y="28213"/>
                  </a:cubicBezTo>
                  <a:cubicBezTo>
                    <a:pt x="262492" y="29836"/>
                    <a:pt x="260058" y="30648"/>
                    <a:pt x="259246" y="29836"/>
                  </a:cubicBezTo>
                  <a:cubicBezTo>
                    <a:pt x="256812" y="28213"/>
                    <a:pt x="238963" y="26589"/>
                    <a:pt x="238152" y="27401"/>
                  </a:cubicBezTo>
                  <a:cubicBezTo>
                    <a:pt x="237341" y="28213"/>
                    <a:pt x="236530" y="28213"/>
                    <a:pt x="235718" y="27401"/>
                  </a:cubicBezTo>
                  <a:cubicBezTo>
                    <a:pt x="234096" y="25777"/>
                    <a:pt x="237341" y="23342"/>
                    <a:pt x="239775" y="23342"/>
                  </a:cubicBezTo>
                  <a:cubicBezTo>
                    <a:pt x="240586" y="23342"/>
                    <a:pt x="242209" y="23342"/>
                    <a:pt x="243831" y="22530"/>
                  </a:cubicBezTo>
                  <a:cubicBezTo>
                    <a:pt x="244643" y="22530"/>
                    <a:pt x="247888" y="21718"/>
                    <a:pt x="250322" y="21718"/>
                  </a:cubicBezTo>
                  <a:cubicBezTo>
                    <a:pt x="253567" y="21718"/>
                    <a:pt x="256001" y="20906"/>
                    <a:pt x="256812" y="20094"/>
                  </a:cubicBezTo>
                  <a:cubicBezTo>
                    <a:pt x="257624" y="19282"/>
                    <a:pt x="259246" y="19282"/>
                    <a:pt x="260869" y="19282"/>
                  </a:cubicBezTo>
                  <a:cubicBezTo>
                    <a:pt x="262492" y="19282"/>
                    <a:pt x="264926" y="18470"/>
                    <a:pt x="266548" y="17658"/>
                  </a:cubicBezTo>
                  <a:cubicBezTo>
                    <a:pt x="268171" y="16035"/>
                    <a:pt x="269793" y="16035"/>
                    <a:pt x="270605" y="17658"/>
                  </a:cubicBezTo>
                  <a:cubicBezTo>
                    <a:pt x="270605" y="18470"/>
                    <a:pt x="273039" y="18470"/>
                    <a:pt x="275473" y="17658"/>
                  </a:cubicBezTo>
                  <a:cubicBezTo>
                    <a:pt x="277095" y="16846"/>
                    <a:pt x="280341" y="16035"/>
                    <a:pt x="281963" y="16846"/>
                  </a:cubicBezTo>
                  <a:cubicBezTo>
                    <a:pt x="282774" y="16846"/>
                    <a:pt x="285209" y="16846"/>
                    <a:pt x="286020" y="16035"/>
                  </a:cubicBezTo>
                  <a:cubicBezTo>
                    <a:pt x="286831" y="15223"/>
                    <a:pt x="290076" y="15223"/>
                    <a:pt x="292510" y="16035"/>
                  </a:cubicBezTo>
                  <a:cubicBezTo>
                    <a:pt x="294944" y="16035"/>
                    <a:pt x="299001" y="16846"/>
                    <a:pt x="301435" y="15223"/>
                  </a:cubicBezTo>
                  <a:cubicBezTo>
                    <a:pt x="303869" y="14411"/>
                    <a:pt x="307114" y="13599"/>
                    <a:pt x="307925" y="14411"/>
                  </a:cubicBezTo>
                  <a:cubicBezTo>
                    <a:pt x="309548" y="15223"/>
                    <a:pt x="311982" y="14411"/>
                    <a:pt x="314416" y="13599"/>
                  </a:cubicBezTo>
                  <a:cubicBezTo>
                    <a:pt x="316850" y="12787"/>
                    <a:pt x="320906" y="11975"/>
                    <a:pt x="324152" y="13599"/>
                  </a:cubicBezTo>
                  <a:cubicBezTo>
                    <a:pt x="327397" y="14411"/>
                    <a:pt x="329831" y="14411"/>
                    <a:pt x="330642" y="13599"/>
                  </a:cubicBezTo>
                  <a:cubicBezTo>
                    <a:pt x="331453" y="11975"/>
                    <a:pt x="333887" y="11975"/>
                    <a:pt x="336321" y="12787"/>
                  </a:cubicBezTo>
                  <a:cubicBezTo>
                    <a:pt x="338755" y="12787"/>
                    <a:pt x="343623" y="12787"/>
                    <a:pt x="346057" y="11975"/>
                  </a:cubicBezTo>
                  <a:cubicBezTo>
                    <a:pt x="352548" y="9539"/>
                    <a:pt x="353359" y="10351"/>
                    <a:pt x="353359" y="13599"/>
                  </a:cubicBezTo>
                  <a:cubicBezTo>
                    <a:pt x="353359" y="16035"/>
                    <a:pt x="353359" y="16035"/>
                    <a:pt x="354981" y="13599"/>
                  </a:cubicBezTo>
                  <a:cubicBezTo>
                    <a:pt x="356604" y="11975"/>
                    <a:pt x="365529" y="11163"/>
                    <a:pt x="375264" y="11163"/>
                  </a:cubicBezTo>
                  <a:cubicBezTo>
                    <a:pt x="389057" y="11163"/>
                    <a:pt x="403660" y="12787"/>
                    <a:pt x="407717" y="12787"/>
                  </a:cubicBezTo>
                  <a:cubicBezTo>
                    <a:pt x="416641" y="13599"/>
                    <a:pt x="424755" y="14411"/>
                    <a:pt x="425566" y="13599"/>
                  </a:cubicBezTo>
                  <a:cubicBezTo>
                    <a:pt x="426377" y="13599"/>
                    <a:pt x="434490" y="15223"/>
                    <a:pt x="443415" y="16846"/>
                  </a:cubicBezTo>
                  <a:cubicBezTo>
                    <a:pt x="468566" y="21718"/>
                    <a:pt x="480735" y="26589"/>
                    <a:pt x="471000" y="28213"/>
                  </a:cubicBezTo>
                  <a:cubicBezTo>
                    <a:pt x="462887" y="29025"/>
                    <a:pt x="462075" y="29025"/>
                    <a:pt x="462887" y="28213"/>
                  </a:cubicBezTo>
                  <a:cubicBezTo>
                    <a:pt x="463698" y="27401"/>
                    <a:pt x="462075" y="26589"/>
                    <a:pt x="460452" y="26589"/>
                  </a:cubicBezTo>
                  <a:cubicBezTo>
                    <a:pt x="458830" y="26589"/>
                    <a:pt x="455585" y="27401"/>
                    <a:pt x="454773" y="28213"/>
                  </a:cubicBezTo>
                  <a:cubicBezTo>
                    <a:pt x="453962" y="29025"/>
                    <a:pt x="452339" y="29836"/>
                    <a:pt x="450717" y="29836"/>
                  </a:cubicBezTo>
                  <a:cubicBezTo>
                    <a:pt x="449905" y="29836"/>
                    <a:pt x="449905" y="29025"/>
                    <a:pt x="450717" y="28213"/>
                  </a:cubicBezTo>
                  <a:cubicBezTo>
                    <a:pt x="451528" y="27401"/>
                    <a:pt x="450717" y="26589"/>
                    <a:pt x="449905" y="24965"/>
                  </a:cubicBezTo>
                  <a:cubicBezTo>
                    <a:pt x="449094" y="23342"/>
                    <a:pt x="449094" y="22530"/>
                    <a:pt x="450717" y="23342"/>
                  </a:cubicBezTo>
                  <a:cubicBezTo>
                    <a:pt x="451528" y="23342"/>
                    <a:pt x="451528" y="22530"/>
                    <a:pt x="449905" y="21718"/>
                  </a:cubicBezTo>
                  <a:cubicBezTo>
                    <a:pt x="448283" y="20906"/>
                    <a:pt x="445849" y="20906"/>
                    <a:pt x="444226" y="20906"/>
                  </a:cubicBezTo>
                  <a:cubicBezTo>
                    <a:pt x="440981" y="21718"/>
                    <a:pt x="417453" y="19282"/>
                    <a:pt x="415019" y="17658"/>
                  </a:cubicBezTo>
                  <a:cubicBezTo>
                    <a:pt x="412585" y="16035"/>
                    <a:pt x="411774" y="20094"/>
                    <a:pt x="414208" y="21718"/>
                  </a:cubicBezTo>
                  <a:cubicBezTo>
                    <a:pt x="415830" y="23342"/>
                    <a:pt x="415830" y="23342"/>
                    <a:pt x="416641" y="22530"/>
                  </a:cubicBezTo>
                  <a:cubicBezTo>
                    <a:pt x="416641" y="21718"/>
                    <a:pt x="417453" y="21718"/>
                    <a:pt x="418264" y="22530"/>
                  </a:cubicBezTo>
                  <a:cubicBezTo>
                    <a:pt x="419076" y="23342"/>
                    <a:pt x="419076" y="24153"/>
                    <a:pt x="417453" y="24965"/>
                  </a:cubicBezTo>
                  <a:cubicBezTo>
                    <a:pt x="414208" y="26589"/>
                    <a:pt x="411774" y="25777"/>
                    <a:pt x="413396" y="23342"/>
                  </a:cubicBezTo>
                  <a:cubicBezTo>
                    <a:pt x="413396" y="22530"/>
                    <a:pt x="412585" y="22530"/>
                    <a:pt x="410151" y="21718"/>
                  </a:cubicBezTo>
                  <a:cubicBezTo>
                    <a:pt x="407717" y="21718"/>
                    <a:pt x="406906" y="20906"/>
                    <a:pt x="408528" y="20094"/>
                  </a:cubicBezTo>
                  <a:cubicBezTo>
                    <a:pt x="410151" y="19282"/>
                    <a:pt x="409340" y="18470"/>
                    <a:pt x="407717" y="17658"/>
                  </a:cubicBezTo>
                  <a:cubicBezTo>
                    <a:pt x="404472" y="16846"/>
                    <a:pt x="400415" y="19282"/>
                    <a:pt x="402038" y="21718"/>
                  </a:cubicBezTo>
                  <a:cubicBezTo>
                    <a:pt x="402849" y="22530"/>
                    <a:pt x="402849" y="21718"/>
                    <a:pt x="402849" y="20906"/>
                  </a:cubicBezTo>
                  <a:cubicBezTo>
                    <a:pt x="402849" y="19282"/>
                    <a:pt x="403660" y="19282"/>
                    <a:pt x="404472" y="21718"/>
                  </a:cubicBezTo>
                  <a:cubicBezTo>
                    <a:pt x="406094" y="25777"/>
                    <a:pt x="405283" y="25777"/>
                    <a:pt x="402038" y="24965"/>
                  </a:cubicBezTo>
                  <a:cubicBezTo>
                    <a:pt x="400415" y="24153"/>
                    <a:pt x="399604" y="22530"/>
                    <a:pt x="399604" y="20094"/>
                  </a:cubicBezTo>
                  <a:cubicBezTo>
                    <a:pt x="399604" y="18470"/>
                    <a:pt x="398793" y="17658"/>
                    <a:pt x="398793" y="18470"/>
                  </a:cubicBezTo>
                  <a:cubicBezTo>
                    <a:pt x="398793" y="20094"/>
                    <a:pt x="397170" y="20094"/>
                    <a:pt x="395547" y="20094"/>
                  </a:cubicBezTo>
                  <a:cubicBezTo>
                    <a:pt x="394736" y="20094"/>
                    <a:pt x="393925" y="20906"/>
                    <a:pt x="394736" y="21718"/>
                  </a:cubicBezTo>
                  <a:cubicBezTo>
                    <a:pt x="395547" y="22530"/>
                    <a:pt x="394736" y="23342"/>
                    <a:pt x="393925" y="23342"/>
                  </a:cubicBezTo>
                  <a:cubicBezTo>
                    <a:pt x="393113" y="23342"/>
                    <a:pt x="392302" y="21718"/>
                    <a:pt x="393113" y="20906"/>
                  </a:cubicBezTo>
                  <a:cubicBezTo>
                    <a:pt x="393113" y="19282"/>
                    <a:pt x="391491" y="18470"/>
                    <a:pt x="389868" y="17658"/>
                  </a:cubicBezTo>
                  <a:cubicBezTo>
                    <a:pt x="388245" y="17658"/>
                    <a:pt x="385000" y="16035"/>
                    <a:pt x="383377" y="15223"/>
                  </a:cubicBezTo>
                  <a:cubicBezTo>
                    <a:pt x="381755" y="14411"/>
                    <a:pt x="380944" y="14411"/>
                    <a:pt x="381755" y="15223"/>
                  </a:cubicBezTo>
                  <a:cubicBezTo>
                    <a:pt x="382566" y="16035"/>
                    <a:pt x="381755" y="17658"/>
                    <a:pt x="379321" y="16846"/>
                  </a:cubicBezTo>
                  <a:cubicBezTo>
                    <a:pt x="374453" y="16035"/>
                    <a:pt x="374453" y="20094"/>
                    <a:pt x="378510" y="21718"/>
                  </a:cubicBezTo>
                  <a:cubicBezTo>
                    <a:pt x="380944" y="22530"/>
                    <a:pt x="380132" y="23342"/>
                    <a:pt x="374453" y="24153"/>
                  </a:cubicBezTo>
                  <a:cubicBezTo>
                    <a:pt x="367963" y="24965"/>
                    <a:pt x="367151" y="24965"/>
                    <a:pt x="365529" y="21718"/>
                  </a:cubicBezTo>
                  <a:cubicBezTo>
                    <a:pt x="363095" y="16846"/>
                    <a:pt x="361472" y="17658"/>
                    <a:pt x="360661" y="21718"/>
                  </a:cubicBezTo>
                  <a:cubicBezTo>
                    <a:pt x="360661" y="24965"/>
                    <a:pt x="359038" y="25777"/>
                    <a:pt x="357416" y="25777"/>
                  </a:cubicBezTo>
                  <a:cubicBezTo>
                    <a:pt x="355793" y="25777"/>
                    <a:pt x="354170" y="25777"/>
                    <a:pt x="353359" y="26589"/>
                  </a:cubicBezTo>
                  <a:cubicBezTo>
                    <a:pt x="352548" y="27401"/>
                    <a:pt x="354170" y="28213"/>
                    <a:pt x="355793" y="28213"/>
                  </a:cubicBezTo>
                  <a:cubicBezTo>
                    <a:pt x="357416" y="28213"/>
                    <a:pt x="359849" y="29025"/>
                    <a:pt x="359849" y="30648"/>
                  </a:cubicBezTo>
                  <a:cubicBezTo>
                    <a:pt x="359849" y="32272"/>
                    <a:pt x="362283" y="32272"/>
                    <a:pt x="366340" y="31460"/>
                  </a:cubicBezTo>
                  <a:cubicBezTo>
                    <a:pt x="368774" y="31460"/>
                    <a:pt x="371208" y="30648"/>
                    <a:pt x="371208" y="29836"/>
                  </a:cubicBezTo>
                  <a:cubicBezTo>
                    <a:pt x="370397" y="29025"/>
                    <a:pt x="372019" y="28213"/>
                    <a:pt x="373642" y="28213"/>
                  </a:cubicBezTo>
                  <a:cubicBezTo>
                    <a:pt x="375264" y="28213"/>
                    <a:pt x="376076" y="29025"/>
                    <a:pt x="376076" y="29836"/>
                  </a:cubicBezTo>
                  <a:cubicBezTo>
                    <a:pt x="374453" y="31460"/>
                    <a:pt x="380132" y="32272"/>
                    <a:pt x="385000" y="31460"/>
                  </a:cubicBezTo>
                  <a:cubicBezTo>
                    <a:pt x="387434" y="30648"/>
                    <a:pt x="388245" y="30648"/>
                    <a:pt x="386623" y="29836"/>
                  </a:cubicBezTo>
                  <a:cubicBezTo>
                    <a:pt x="385000" y="29025"/>
                    <a:pt x="386623" y="28213"/>
                    <a:pt x="389057" y="28213"/>
                  </a:cubicBezTo>
                  <a:cubicBezTo>
                    <a:pt x="393113" y="28213"/>
                    <a:pt x="393113" y="29025"/>
                    <a:pt x="391491" y="29836"/>
                  </a:cubicBezTo>
                  <a:cubicBezTo>
                    <a:pt x="389868" y="30648"/>
                    <a:pt x="392302" y="30648"/>
                    <a:pt x="399604" y="31460"/>
                  </a:cubicBezTo>
                  <a:cubicBezTo>
                    <a:pt x="406906" y="31460"/>
                    <a:pt x="410962" y="31460"/>
                    <a:pt x="412585" y="29836"/>
                  </a:cubicBezTo>
                  <a:cubicBezTo>
                    <a:pt x="414208" y="28213"/>
                    <a:pt x="415830" y="28213"/>
                    <a:pt x="416641" y="28213"/>
                  </a:cubicBezTo>
                  <a:cubicBezTo>
                    <a:pt x="417453" y="29025"/>
                    <a:pt x="417453" y="29836"/>
                    <a:pt x="415830" y="30648"/>
                  </a:cubicBezTo>
                  <a:cubicBezTo>
                    <a:pt x="414208" y="31460"/>
                    <a:pt x="416641" y="32272"/>
                    <a:pt x="421509" y="33084"/>
                  </a:cubicBezTo>
                  <a:cubicBezTo>
                    <a:pt x="426377" y="33084"/>
                    <a:pt x="430434" y="33084"/>
                    <a:pt x="430434" y="33084"/>
                  </a:cubicBezTo>
                  <a:cubicBezTo>
                    <a:pt x="431245" y="32272"/>
                    <a:pt x="432868" y="32272"/>
                    <a:pt x="434490" y="32272"/>
                  </a:cubicBezTo>
                  <a:cubicBezTo>
                    <a:pt x="436924" y="32272"/>
                    <a:pt x="437736" y="32272"/>
                    <a:pt x="436113" y="33896"/>
                  </a:cubicBezTo>
                  <a:cubicBezTo>
                    <a:pt x="433679" y="34708"/>
                    <a:pt x="434490" y="34708"/>
                    <a:pt x="437736" y="35520"/>
                  </a:cubicBezTo>
                  <a:cubicBezTo>
                    <a:pt x="442604" y="37143"/>
                    <a:pt x="447472" y="37143"/>
                    <a:pt x="452339" y="37955"/>
                  </a:cubicBezTo>
                  <a:cubicBezTo>
                    <a:pt x="458019" y="39579"/>
                    <a:pt x="458830" y="39579"/>
                    <a:pt x="455585" y="40391"/>
                  </a:cubicBezTo>
                  <a:cubicBezTo>
                    <a:pt x="453962" y="41203"/>
                    <a:pt x="450717" y="40391"/>
                    <a:pt x="449094" y="40391"/>
                  </a:cubicBezTo>
                  <a:cubicBezTo>
                    <a:pt x="447472" y="39579"/>
                    <a:pt x="445037" y="39579"/>
                    <a:pt x="445037" y="40391"/>
                  </a:cubicBezTo>
                  <a:cubicBezTo>
                    <a:pt x="445037" y="42827"/>
                    <a:pt x="449094" y="44450"/>
                    <a:pt x="454773" y="44450"/>
                  </a:cubicBezTo>
                  <a:cubicBezTo>
                    <a:pt x="462075" y="45262"/>
                    <a:pt x="496150" y="55005"/>
                    <a:pt x="497773" y="56629"/>
                  </a:cubicBezTo>
                  <a:cubicBezTo>
                    <a:pt x="497773" y="57440"/>
                    <a:pt x="501018" y="58252"/>
                    <a:pt x="503452" y="58252"/>
                  </a:cubicBezTo>
                  <a:cubicBezTo>
                    <a:pt x="505886" y="58252"/>
                    <a:pt x="508320" y="59064"/>
                    <a:pt x="508320" y="60688"/>
                  </a:cubicBezTo>
                  <a:cubicBezTo>
                    <a:pt x="508320" y="61500"/>
                    <a:pt x="510754" y="63124"/>
                    <a:pt x="513188" y="64747"/>
                  </a:cubicBezTo>
                  <a:cubicBezTo>
                    <a:pt x="517244" y="67995"/>
                    <a:pt x="518056" y="67183"/>
                    <a:pt x="517244" y="72054"/>
                  </a:cubicBezTo>
                  <a:cubicBezTo>
                    <a:pt x="515622" y="79361"/>
                    <a:pt x="507509" y="93975"/>
                    <a:pt x="500207" y="102906"/>
                  </a:cubicBezTo>
                  <a:cubicBezTo>
                    <a:pt x="495339" y="109401"/>
                    <a:pt x="492905" y="114272"/>
                    <a:pt x="493716" y="114272"/>
                  </a:cubicBezTo>
                  <a:cubicBezTo>
                    <a:pt x="494528" y="114272"/>
                    <a:pt x="495339" y="113460"/>
                    <a:pt x="496150" y="112648"/>
                  </a:cubicBezTo>
                  <a:cubicBezTo>
                    <a:pt x="497773" y="111025"/>
                    <a:pt x="499396" y="111025"/>
                    <a:pt x="498584" y="111836"/>
                  </a:cubicBezTo>
                  <a:cubicBezTo>
                    <a:pt x="498584" y="115084"/>
                    <a:pt x="501018" y="114272"/>
                    <a:pt x="509131" y="106965"/>
                  </a:cubicBezTo>
                  <a:cubicBezTo>
                    <a:pt x="513999" y="102906"/>
                    <a:pt x="515622" y="102094"/>
                    <a:pt x="517244" y="102094"/>
                  </a:cubicBezTo>
                  <a:cubicBezTo>
                    <a:pt x="518056" y="102094"/>
                    <a:pt x="518867" y="102906"/>
                    <a:pt x="519679" y="104530"/>
                  </a:cubicBezTo>
                  <a:cubicBezTo>
                    <a:pt x="521301" y="107777"/>
                    <a:pt x="521301" y="107777"/>
                    <a:pt x="521301" y="104530"/>
                  </a:cubicBezTo>
                  <a:cubicBezTo>
                    <a:pt x="520490" y="100470"/>
                    <a:pt x="520490" y="100470"/>
                    <a:pt x="522112" y="103718"/>
                  </a:cubicBezTo>
                  <a:cubicBezTo>
                    <a:pt x="523735" y="106153"/>
                    <a:pt x="523735" y="106153"/>
                    <a:pt x="526169" y="104530"/>
                  </a:cubicBezTo>
                  <a:cubicBezTo>
                    <a:pt x="527792" y="102906"/>
                    <a:pt x="529414" y="102094"/>
                    <a:pt x="531037" y="102906"/>
                  </a:cubicBezTo>
                  <a:cubicBezTo>
                    <a:pt x="532660" y="102906"/>
                    <a:pt x="533471" y="102094"/>
                    <a:pt x="533471" y="100470"/>
                  </a:cubicBezTo>
                  <a:cubicBezTo>
                    <a:pt x="533471" y="98846"/>
                    <a:pt x="534282" y="96411"/>
                    <a:pt x="535905" y="95599"/>
                  </a:cubicBezTo>
                  <a:cubicBezTo>
                    <a:pt x="537527" y="93975"/>
                    <a:pt x="537527" y="92351"/>
                    <a:pt x="537527" y="89916"/>
                  </a:cubicBezTo>
                  <a:cubicBezTo>
                    <a:pt x="536716" y="82609"/>
                    <a:pt x="534282" y="76114"/>
                    <a:pt x="533471" y="75302"/>
                  </a:cubicBezTo>
                  <a:cubicBezTo>
                    <a:pt x="531848" y="73678"/>
                    <a:pt x="531037" y="67995"/>
                    <a:pt x="532660" y="67995"/>
                  </a:cubicBezTo>
                  <a:cubicBezTo>
                    <a:pt x="535094" y="67995"/>
                    <a:pt x="518056" y="42015"/>
                    <a:pt x="509943" y="35520"/>
                  </a:cubicBezTo>
                  <a:cubicBezTo>
                    <a:pt x="501830" y="27401"/>
                    <a:pt x="487226" y="19282"/>
                    <a:pt x="478301" y="16846"/>
                  </a:cubicBezTo>
                  <a:cubicBezTo>
                    <a:pt x="475056" y="16035"/>
                    <a:pt x="469377" y="14411"/>
                    <a:pt x="466943" y="13599"/>
                  </a:cubicBezTo>
                  <a:cubicBezTo>
                    <a:pt x="461264" y="11163"/>
                    <a:pt x="458019" y="10351"/>
                    <a:pt x="440170" y="7104"/>
                  </a:cubicBezTo>
                  <a:cubicBezTo>
                    <a:pt x="427189" y="4668"/>
                    <a:pt x="395547" y="609"/>
                    <a:pt x="395547" y="1421"/>
                  </a:cubicBezTo>
                  <a:cubicBezTo>
                    <a:pt x="395547" y="2233"/>
                    <a:pt x="391491" y="2233"/>
                    <a:pt x="386623" y="1421"/>
                  </a:cubicBezTo>
                  <a:cubicBezTo>
                    <a:pt x="375264" y="609"/>
                    <a:pt x="369585" y="609"/>
                    <a:pt x="349302" y="1421"/>
                  </a:cubicBezTo>
                  <a:cubicBezTo>
                    <a:pt x="340378" y="1421"/>
                    <a:pt x="334699" y="1421"/>
                    <a:pt x="334699" y="609"/>
                  </a:cubicBezTo>
                  <a:cubicBezTo>
                    <a:pt x="334699" y="-203"/>
                    <a:pt x="333887" y="-203"/>
                    <a:pt x="333076" y="609"/>
                  </a:cubicBezTo>
                  <a:cubicBezTo>
                    <a:pt x="332265" y="1421"/>
                    <a:pt x="329019" y="2233"/>
                    <a:pt x="326585" y="2233"/>
                  </a:cubicBezTo>
                  <a:cubicBezTo>
                    <a:pt x="315227" y="3856"/>
                    <a:pt x="307925" y="3045"/>
                    <a:pt x="305491" y="3856"/>
                  </a:cubicBezTo>
                  <a:cubicBezTo>
                    <a:pt x="301435" y="4668"/>
                    <a:pt x="299001" y="5480"/>
                    <a:pt x="291699" y="4668"/>
                  </a:cubicBezTo>
                  <a:cubicBezTo>
                    <a:pt x="281963" y="3856"/>
                    <a:pt x="262492" y="7104"/>
                    <a:pt x="253567" y="9539"/>
                  </a:cubicBezTo>
                  <a:cubicBezTo>
                    <a:pt x="251133" y="10351"/>
                    <a:pt x="246265" y="10351"/>
                    <a:pt x="243020" y="10351"/>
                  </a:cubicBezTo>
                  <a:cubicBezTo>
                    <a:pt x="239775" y="10351"/>
                    <a:pt x="235718" y="10351"/>
                    <a:pt x="234096" y="11163"/>
                  </a:cubicBezTo>
                  <a:cubicBezTo>
                    <a:pt x="232473" y="11975"/>
                    <a:pt x="229228" y="12787"/>
                    <a:pt x="225982" y="12787"/>
                  </a:cubicBezTo>
                  <a:cubicBezTo>
                    <a:pt x="220303" y="12787"/>
                    <a:pt x="220303" y="13599"/>
                    <a:pt x="221926" y="11163"/>
                  </a:cubicBezTo>
                  <a:cubicBezTo>
                    <a:pt x="223549" y="8728"/>
                    <a:pt x="222737" y="8728"/>
                    <a:pt x="218681" y="9539"/>
                  </a:cubicBezTo>
                  <a:cubicBezTo>
                    <a:pt x="212190" y="9539"/>
                    <a:pt x="211379" y="11163"/>
                    <a:pt x="214624" y="12787"/>
                  </a:cubicBezTo>
                  <a:cubicBezTo>
                    <a:pt x="216247" y="13599"/>
                    <a:pt x="215435" y="13599"/>
                    <a:pt x="211379" y="13599"/>
                  </a:cubicBezTo>
                  <a:cubicBezTo>
                    <a:pt x="202454" y="13599"/>
                    <a:pt x="195152" y="13599"/>
                    <a:pt x="190285" y="16035"/>
                  </a:cubicBezTo>
                  <a:cubicBezTo>
                    <a:pt x="188662" y="16846"/>
                    <a:pt x="186228" y="16846"/>
                    <a:pt x="184605" y="16035"/>
                  </a:cubicBezTo>
                  <a:cubicBezTo>
                    <a:pt x="182983" y="15223"/>
                    <a:pt x="180549" y="16035"/>
                    <a:pt x="178926" y="16035"/>
                  </a:cubicBezTo>
                  <a:cubicBezTo>
                    <a:pt x="174058" y="16846"/>
                    <a:pt x="170002" y="19282"/>
                    <a:pt x="168379" y="18470"/>
                  </a:cubicBezTo>
                  <a:cubicBezTo>
                    <a:pt x="162700" y="17658"/>
                    <a:pt x="142417" y="21718"/>
                    <a:pt x="137549" y="22530"/>
                  </a:cubicBezTo>
                  <a:cubicBezTo>
                    <a:pt x="134304" y="22530"/>
                    <a:pt x="130247" y="22530"/>
                    <a:pt x="129436" y="22530"/>
                  </a:cubicBezTo>
                  <a:cubicBezTo>
                    <a:pt x="128625" y="21718"/>
                    <a:pt x="128625" y="21718"/>
                    <a:pt x="128625" y="22530"/>
                  </a:cubicBezTo>
                  <a:cubicBezTo>
                    <a:pt x="129436" y="23342"/>
                    <a:pt x="126191" y="24153"/>
                    <a:pt x="122134" y="24965"/>
                  </a:cubicBezTo>
                  <a:cubicBezTo>
                    <a:pt x="101040" y="29025"/>
                    <a:pt x="91304" y="28213"/>
                    <a:pt x="75889" y="29025"/>
                  </a:cubicBezTo>
                  <a:cubicBezTo>
                    <a:pt x="66965" y="29836"/>
                    <a:pt x="54795" y="29836"/>
                    <a:pt x="49927" y="29836"/>
                  </a:cubicBezTo>
                  <a:cubicBezTo>
                    <a:pt x="45059" y="29836"/>
                    <a:pt x="36135" y="30648"/>
                    <a:pt x="31267" y="29836"/>
                  </a:cubicBezTo>
                  <a:lnTo>
                    <a:pt x="20720" y="29025"/>
                  </a:lnTo>
                  <a:lnTo>
                    <a:pt x="20720" y="24965"/>
                  </a:lnTo>
                  <a:cubicBezTo>
                    <a:pt x="20720" y="20906"/>
                    <a:pt x="20720" y="20906"/>
                    <a:pt x="15040" y="19282"/>
                  </a:cubicBezTo>
                  <a:cubicBezTo>
                    <a:pt x="7739" y="17658"/>
                    <a:pt x="2059" y="18470"/>
                    <a:pt x="437" y="20906"/>
                  </a:cubicBezTo>
                  <a:cubicBezTo>
                    <a:pt x="-1186" y="23342"/>
                    <a:pt x="2059" y="50134"/>
                    <a:pt x="4493" y="57440"/>
                  </a:cubicBezTo>
                  <a:cubicBezTo>
                    <a:pt x="6927" y="65559"/>
                    <a:pt x="13418" y="71242"/>
                    <a:pt x="21531" y="73678"/>
                  </a:cubicBezTo>
                  <a:cubicBezTo>
                    <a:pt x="32078" y="76926"/>
                    <a:pt x="41814" y="78549"/>
                    <a:pt x="45059" y="76114"/>
                  </a:cubicBezTo>
                  <a:cubicBezTo>
                    <a:pt x="47493" y="74490"/>
                    <a:pt x="53172" y="74490"/>
                    <a:pt x="82380" y="72054"/>
                  </a:cubicBezTo>
                  <a:cubicBezTo>
                    <a:pt x="86436" y="72054"/>
                    <a:pt x="93738" y="70431"/>
                    <a:pt x="97795" y="69619"/>
                  </a:cubicBezTo>
                  <a:cubicBezTo>
                    <a:pt x="101040" y="68807"/>
                    <a:pt x="109964" y="67183"/>
                    <a:pt x="116455" y="66371"/>
                  </a:cubicBezTo>
                  <a:cubicBezTo>
                    <a:pt x="136738" y="63124"/>
                    <a:pt x="165134" y="58252"/>
                    <a:pt x="170813" y="56629"/>
                  </a:cubicBezTo>
                  <a:cubicBezTo>
                    <a:pt x="172435" y="56629"/>
                    <a:pt x="176492" y="55005"/>
                    <a:pt x="178926" y="55005"/>
                  </a:cubicBezTo>
                  <a:cubicBezTo>
                    <a:pt x="182983" y="55005"/>
                    <a:pt x="187039" y="54193"/>
                    <a:pt x="189473" y="53381"/>
                  </a:cubicBezTo>
                  <a:cubicBezTo>
                    <a:pt x="191907" y="52569"/>
                    <a:pt x="199209" y="51757"/>
                    <a:pt x="204888" y="50945"/>
                  </a:cubicBezTo>
                  <a:cubicBezTo>
                    <a:pt x="210567" y="50134"/>
                    <a:pt x="221114" y="48510"/>
                    <a:pt x="227605" y="46886"/>
                  </a:cubicBezTo>
                  <a:cubicBezTo>
                    <a:pt x="234096" y="45262"/>
                    <a:pt x="241397" y="45262"/>
                    <a:pt x="243831" y="44450"/>
                  </a:cubicBezTo>
                  <a:cubicBezTo>
                    <a:pt x="246265" y="44450"/>
                    <a:pt x="247888" y="42827"/>
                    <a:pt x="247077" y="42015"/>
                  </a:cubicBezTo>
                  <a:cubicBezTo>
                    <a:pt x="247077" y="41203"/>
                    <a:pt x="247077" y="40391"/>
                    <a:pt x="248699" y="40391"/>
                  </a:cubicBezTo>
                  <a:cubicBezTo>
                    <a:pt x="250322" y="40391"/>
                    <a:pt x="251133" y="41203"/>
                    <a:pt x="250322" y="42015"/>
                  </a:cubicBezTo>
                  <a:cubicBezTo>
                    <a:pt x="249510" y="42827"/>
                    <a:pt x="251133" y="42827"/>
                    <a:pt x="253567" y="42827"/>
                  </a:cubicBezTo>
                  <a:cubicBezTo>
                    <a:pt x="256001" y="42827"/>
                    <a:pt x="258435" y="42015"/>
                    <a:pt x="258435" y="40391"/>
                  </a:cubicBezTo>
                  <a:cubicBezTo>
                    <a:pt x="258435" y="38767"/>
                    <a:pt x="258435" y="38767"/>
                    <a:pt x="257624" y="39579"/>
                  </a:cubicBezTo>
                  <a:cubicBezTo>
                    <a:pt x="256001" y="40391"/>
                    <a:pt x="256001" y="39579"/>
                    <a:pt x="256812" y="38767"/>
                  </a:cubicBezTo>
                  <a:cubicBezTo>
                    <a:pt x="257624" y="37955"/>
                    <a:pt x="258435" y="37143"/>
                    <a:pt x="260058" y="37143"/>
                  </a:cubicBezTo>
                  <a:cubicBezTo>
                    <a:pt x="261680" y="37143"/>
                    <a:pt x="262492" y="36332"/>
                    <a:pt x="262492" y="35520"/>
                  </a:cubicBezTo>
                  <a:cubicBezTo>
                    <a:pt x="262492" y="33896"/>
                    <a:pt x="264926" y="33084"/>
                    <a:pt x="270605" y="33896"/>
                  </a:cubicBezTo>
                  <a:cubicBezTo>
                    <a:pt x="268982" y="35520"/>
                    <a:pt x="266548" y="37955"/>
                    <a:pt x="264926" y="40391"/>
                  </a:cubicBezTo>
                  <a:cubicBezTo>
                    <a:pt x="264114" y="39579"/>
                    <a:pt x="263303" y="39579"/>
                    <a:pt x="262492" y="40391"/>
                  </a:cubicBezTo>
                  <a:cubicBezTo>
                    <a:pt x="261680" y="41203"/>
                    <a:pt x="261680" y="41203"/>
                    <a:pt x="263303" y="41203"/>
                  </a:cubicBezTo>
                  <a:cubicBezTo>
                    <a:pt x="264114" y="41203"/>
                    <a:pt x="264926" y="41203"/>
                    <a:pt x="264926" y="41203"/>
                  </a:cubicBezTo>
                  <a:cubicBezTo>
                    <a:pt x="238963" y="71242"/>
                    <a:pt x="214624" y="102094"/>
                    <a:pt x="191907" y="135381"/>
                  </a:cubicBezTo>
                  <a:cubicBezTo>
                    <a:pt x="165945" y="172727"/>
                    <a:pt x="124568" y="231995"/>
                    <a:pt x="127002" y="234430"/>
                  </a:cubicBezTo>
                  <a:cubicBezTo>
                    <a:pt x="127813" y="235242"/>
                    <a:pt x="128625" y="234430"/>
                    <a:pt x="128625" y="233618"/>
                  </a:cubicBezTo>
                  <a:cubicBezTo>
                    <a:pt x="128625" y="231995"/>
                    <a:pt x="132681" y="228747"/>
                    <a:pt x="135926" y="224688"/>
                  </a:cubicBezTo>
                  <a:cubicBezTo>
                    <a:pt x="139172" y="220628"/>
                    <a:pt x="144851" y="214133"/>
                    <a:pt x="147285" y="210074"/>
                  </a:cubicBezTo>
                  <a:cubicBezTo>
                    <a:pt x="149719" y="205203"/>
                    <a:pt x="153775" y="200331"/>
                    <a:pt x="154587" y="199519"/>
                  </a:cubicBezTo>
                  <a:cubicBezTo>
                    <a:pt x="156209" y="198708"/>
                    <a:pt x="156209" y="197084"/>
                    <a:pt x="156209" y="195460"/>
                  </a:cubicBezTo>
                  <a:cubicBezTo>
                    <a:pt x="156209" y="193836"/>
                    <a:pt x="158643" y="191401"/>
                    <a:pt x="161077" y="188153"/>
                  </a:cubicBezTo>
                  <a:cubicBezTo>
                    <a:pt x="168379" y="180034"/>
                    <a:pt x="171624" y="175975"/>
                    <a:pt x="178115" y="166233"/>
                  </a:cubicBezTo>
                  <a:cubicBezTo>
                    <a:pt x="189473" y="149995"/>
                    <a:pt x="201643" y="133757"/>
                    <a:pt x="213813" y="118331"/>
                  </a:cubicBezTo>
                  <a:cubicBezTo>
                    <a:pt x="221926" y="107777"/>
                    <a:pt x="230850" y="96411"/>
                    <a:pt x="233284" y="93975"/>
                  </a:cubicBezTo>
                  <a:cubicBezTo>
                    <a:pt x="235718" y="91539"/>
                    <a:pt x="238152" y="87480"/>
                    <a:pt x="239775" y="85856"/>
                  </a:cubicBezTo>
                  <a:cubicBezTo>
                    <a:pt x="240586" y="84233"/>
                    <a:pt x="242209" y="82609"/>
                    <a:pt x="242209" y="83421"/>
                  </a:cubicBezTo>
                  <a:cubicBezTo>
                    <a:pt x="243020" y="84233"/>
                    <a:pt x="232473" y="98034"/>
                    <a:pt x="226794" y="105342"/>
                  </a:cubicBezTo>
                  <a:cubicBezTo>
                    <a:pt x="225171" y="107777"/>
                    <a:pt x="222737" y="110213"/>
                    <a:pt x="222737" y="110213"/>
                  </a:cubicBezTo>
                  <a:cubicBezTo>
                    <a:pt x="222737" y="111025"/>
                    <a:pt x="221926" y="112648"/>
                    <a:pt x="220303" y="113460"/>
                  </a:cubicBezTo>
                  <a:cubicBezTo>
                    <a:pt x="218681" y="114272"/>
                    <a:pt x="217869" y="117520"/>
                    <a:pt x="217869" y="118331"/>
                  </a:cubicBezTo>
                  <a:cubicBezTo>
                    <a:pt x="217869" y="119955"/>
                    <a:pt x="217058" y="121579"/>
                    <a:pt x="215435" y="122391"/>
                  </a:cubicBezTo>
                  <a:cubicBezTo>
                    <a:pt x="213813" y="123203"/>
                    <a:pt x="213001" y="124827"/>
                    <a:pt x="213001" y="125639"/>
                  </a:cubicBezTo>
                  <a:cubicBezTo>
                    <a:pt x="213001" y="127262"/>
                    <a:pt x="205699" y="137005"/>
                    <a:pt x="201643" y="141876"/>
                  </a:cubicBezTo>
                  <a:cubicBezTo>
                    <a:pt x="200832" y="143500"/>
                    <a:pt x="199209" y="145124"/>
                    <a:pt x="199209" y="145936"/>
                  </a:cubicBezTo>
                  <a:cubicBezTo>
                    <a:pt x="199209" y="146747"/>
                    <a:pt x="196775" y="149995"/>
                    <a:pt x="194341" y="153242"/>
                  </a:cubicBezTo>
                  <a:cubicBezTo>
                    <a:pt x="191907" y="156490"/>
                    <a:pt x="188662" y="160549"/>
                    <a:pt x="187851" y="161361"/>
                  </a:cubicBezTo>
                  <a:cubicBezTo>
                    <a:pt x="186228" y="164609"/>
                    <a:pt x="183794" y="168668"/>
                    <a:pt x="179738" y="173539"/>
                  </a:cubicBezTo>
                  <a:cubicBezTo>
                    <a:pt x="177303" y="175975"/>
                    <a:pt x="175681" y="180034"/>
                    <a:pt x="174058" y="181658"/>
                  </a:cubicBezTo>
                  <a:cubicBezTo>
                    <a:pt x="172435" y="184094"/>
                    <a:pt x="171624" y="186530"/>
                    <a:pt x="170002" y="188153"/>
                  </a:cubicBezTo>
                  <a:cubicBezTo>
                    <a:pt x="164322" y="193836"/>
                    <a:pt x="161888" y="198708"/>
                    <a:pt x="161888" y="199519"/>
                  </a:cubicBezTo>
                  <a:cubicBezTo>
                    <a:pt x="161888" y="200331"/>
                    <a:pt x="160266" y="201955"/>
                    <a:pt x="157832" y="203579"/>
                  </a:cubicBezTo>
                  <a:cubicBezTo>
                    <a:pt x="156209" y="205203"/>
                    <a:pt x="154587" y="207638"/>
                    <a:pt x="154587" y="207638"/>
                  </a:cubicBezTo>
                  <a:cubicBezTo>
                    <a:pt x="154587" y="210886"/>
                    <a:pt x="154587" y="213321"/>
                    <a:pt x="153775" y="212510"/>
                  </a:cubicBezTo>
                  <a:cubicBezTo>
                    <a:pt x="152153" y="210886"/>
                    <a:pt x="146474" y="219005"/>
                    <a:pt x="145662" y="222252"/>
                  </a:cubicBezTo>
                  <a:cubicBezTo>
                    <a:pt x="145662" y="223876"/>
                    <a:pt x="144851" y="226312"/>
                    <a:pt x="144039" y="225500"/>
                  </a:cubicBezTo>
                  <a:cubicBezTo>
                    <a:pt x="144039" y="225500"/>
                    <a:pt x="140794" y="229559"/>
                    <a:pt x="137549" y="233618"/>
                  </a:cubicBezTo>
                  <a:cubicBezTo>
                    <a:pt x="134304" y="238490"/>
                    <a:pt x="132681" y="241737"/>
                    <a:pt x="132681" y="240925"/>
                  </a:cubicBezTo>
                  <a:cubicBezTo>
                    <a:pt x="133492" y="240113"/>
                    <a:pt x="133492" y="240925"/>
                    <a:pt x="133492" y="242549"/>
                  </a:cubicBezTo>
                  <a:cubicBezTo>
                    <a:pt x="133492" y="243361"/>
                    <a:pt x="132681" y="244173"/>
                    <a:pt x="131870" y="244173"/>
                  </a:cubicBezTo>
                  <a:cubicBezTo>
                    <a:pt x="131059" y="244173"/>
                    <a:pt x="128625" y="245797"/>
                    <a:pt x="127002" y="249044"/>
                  </a:cubicBezTo>
                  <a:cubicBezTo>
                    <a:pt x="125379" y="252292"/>
                    <a:pt x="122945" y="255539"/>
                    <a:pt x="122134" y="255539"/>
                  </a:cubicBezTo>
                  <a:cubicBezTo>
                    <a:pt x="121323" y="255539"/>
                    <a:pt x="121323" y="256351"/>
                    <a:pt x="121323" y="257163"/>
                  </a:cubicBezTo>
                  <a:cubicBezTo>
                    <a:pt x="121323" y="257975"/>
                    <a:pt x="121323" y="258787"/>
                    <a:pt x="120511" y="259599"/>
                  </a:cubicBezTo>
                  <a:cubicBezTo>
                    <a:pt x="118889" y="260410"/>
                    <a:pt x="117266" y="262846"/>
                    <a:pt x="116455" y="265282"/>
                  </a:cubicBezTo>
                  <a:cubicBezTo>
                    <a:pt x="115643" y="270965"/>
                    <a:pt x="101851" y="293698"/>
                    <a:pt x="96172" y="302628"/>
                  </a:cubicBezTo>
                  <a:cubicBezTo>
                    <a:pt x="93738" y="305876"/>
                    <a:pt x="92115" y="309935"/>
                    <a:pt x="92927" y="310747"/>
                  </a:cubicBezTo>
                  <a:cubicBezTo>
                    <a:pt x="92927" y="312371"/>
                    <a:pt x="92927" y="313183"/>
                    <a:pt x="92115" y="312371"/>
                  </a:cubicBezTo>
                  <a:cubicBezTo>
                    <a:pt x="91304" y="311559"/>
                    <a:pt x="90493" y="313183"/>
                    <a:pt x="88870" y="314807"/>
                  </a:cubicBezTo>
                  <a:cubicBezTo>
                    <a:pt x="86436" y="318866"/>
                    <a:pt x="84002" y="322113"/>
                    <a:pt x="82380" y="326985"/>
                  </a:cubicBezTo>
                  <a:cubicBezTo>
                    <a:pt x="80757" y="331044"/>
                    <a:pt x="78323" y="334292"/>
                    <a:pt x="78323" y="334292"/>
                  </a:cubicBezTo>
                  <a:cubicBezTo>
                    <a:pt x="77512" y="334292"/>
                    <a:pt x="76700" y="335915"/>
                    <a:pt x="76700" y="336727"/>
                  </a:cubicBezTo>
                  <a:cubicBezTo>
                    <a:pt x="76700" y="338351"/>
                    <a:pt x="75889" y="340787"/>
                    <a:pt x="74267" y="343222"/>
                  </a:cubicBezTo>
                  <a:cubicBezTo>
                    <a:pt x="73455" y="345658"/>
                    <a:pt x="62097" y="365955"/>
                    <a:pt x="61285" y="366767"/>
                  </a:cubicBezTo>
                  <a:cubicBezTo>
                    <a:pt x="59663" y="367579"/>
                    <a:pt x="59663" y="369203"/>
                    <a:pt x="59663" y="371638"/>
                  </a:cubicBezTo>
                  <a:cubicBezTo>
                    <a:pt x="59663" y="373262"/>
                    <a:pt x="58040" y="375698"/>
                    <a:pt x="57229" y="377321"/>
                  </a:cubicBezTo>
                  <a:cubicBezTo>
                    <a:pt x="52361" y="385440"/>
                    <a:pt x="28833" y="439024"/>
                    <a:pt x="29644" y="447143"/>
                  </a:cubicBezTo>
                  <a:cubicBezTo>
                    <a:pt x="29644" y="447955"/>
                    <a:pt x="28833" y="449579"/>
                    <a:pt x="28021" y="449579"/>
                  </a:cubicBezTo>
                  <a:cubicBezTo>
                    <a:pt x="27210" y="449579"/>
                    <a:pt x="26399" y="451202"/>
                    <a:pt x="27210" y="453638"/>
                  </a:cubicBezTo>
                  <a:cubicBezTo>
                    <a:pt x="28021" y="459321"/>
                    <a:pt x="25588" y="457697"/>
                    <a:pt x="25588" y="451202"/>
                  </a:cubicBezTo>
                  <a:cubicBezTo>
                    <a:pt x="25588" y="444707"/>
                    <a:pt x="26399" y="435777"/>
                    <a:pt x="28021" y="434965"/>
                  </a:cubicBezTo>
                  <a:cubicBezTo>
                    <a:pt x="28833" y="434153"/>
                    <a:pt x="28833" y="433341"/>
                    <a:pt x="28833" y="432529"/>
                  </a:cubicBezTo>
                  <a:cubicBezTo>
                    <a:pt x="28021" y="429282"/>
                    <a:pt x="28833" y="426034"/>
                    <a:pt x="30455" y="424410"/>
                  </a:cubicBezTo>
                  <a:cubicBezTo>
                    <a:pt x="32078" y="422786"/>
                    <a:pt x="32078" y="421975"/>
                    <a:pt x="30455" y="420351"/>
                  </a:cubicBezTo>
                  <a:cubicBezTo>
                    <a:pt x="28833" y="418727"/>
                    <a:pt x="28021" y="419539"/>
                    <a:pt x="27210" y="422786"/>
                  </a:cubicBezTo>
                  <a:cubicBezTo>
                    <a:pt x="23154" y="434153"/>
                    <a:pt x="20720" y="458509"/>
                    <a:pt x="23154" y="460133"/>
                  </a:cubicBezTo>
                  <a:cubicBezTo>
                    <a:pt x="23965" y="460945"/>
                    <a:pt x="27210" y="465004"/>
                    <a:pt x="29644" y="469876"/>
                  </a:cubicBezTo>
                  <a:cubicBezTo>
                    <a:pt x="34512" y="478806"/>
                    <a:pt x="39380" y="484489"/>
                    <a:pt x="44248" y="484489"/>
                  </a:cubicBezTo>
                  <a:cubicBezTo>
                    <a:pt x="45059" y="484489"/>
                    <a:pt x="48304" y="486113"/>
                    <a:pt x="49927" y="487737"/>
                  </a:cubicBezTo>
                  <a:cubicBezTo>
                    <a:pt x="52361" y="490173"/>
                    <a:pt x="58040" y="491796"/>
                    <a:pt x="65342" y="491796"/>
                  </a:cubicBezTo>
                  <a:cubicBezTo>
                    <a:pt x="66965" y="491796"/>
                    <a:pt x="70210" y="490173"/>
                    <a:pt x="71832" y="487737"/>
                  </a:cubicBezTo>
                  <a:cubicBezTo>
                    <a:pt x="74267" y="485301"/>
                    <a:pt x="76700" y="483677"/>
                    <a:pt x="78323" y="482866"/>
                  </a:cubicBezTo>
                  <a:cubicBezTo>
                    <a:pt x="79946" y="482866"/>
                    <a:pt x="80757" y="482054"/>
                    <a:pt x="81568" y="480430"/>
                  </a:cubicBezTo>
                  <a:cubicBezTo>
                    <a:pt x="81568" y="479618"/>
                    <a:pt x="83191" y="477994"/>
                    <a:pt x="84002" y="477994"/>
                  </a:cubicBezTo>
                  <a:cubicBezTo>
                    <a:pt x="84814" y="477994"/>
                    <a:pt x="88870" y="472311"/>
                    <a:pt x="91304" y="466628"/>
                  </a:cubicBezTo>
                  <a:cubicBezTo>
                    <a:pt x="92927" y="464192"/>
                    <a:pt x="86436" y="465816"/>
                    <a:pt x="76700" y="470688"/>
                  </a:cubicBezTo>
                  <a:cubicBezTo>
                    <a:pt x="67776" y="474747"/>
                    <a:pt x="62908" y="477183"/>
                    <a:pt x="59663" y="477183"/>
                  </a:cubicBezTo>
                  <a:cubicBezTo>
                    <a:pt x="57229" y="477183"/>
                    <a:pt x="55606" y="476371"/>
                    <a:pt x="54795" y="474747"/>
                  </a:cubicBezTo>
                  <a:cubicBezTo>
                    <a:pt x="52361" y="471499"/>
                    <a:pt x="52361" y="469876"/>
                    <a:pt x="55606" y="459321"/>
                  </a:cubicBezTo>
                  <a:cubicBezTo>
                    <a:pt x="57229" y="452826"/>
                    <a:pt x="59663" y="443895"/>
                    <a:pt x="61285" y="440648"/>
                  </a:cubicBezTo>
                  <a:cubicBezTo>
                    <a:pt x="62908" y="436589"/>
                    <a:pt x="62908" y="432529"/>
                    <a:pt x="62908" y="430905"/>
                  </a:cubicBezTo>
                  <a:cubicBezTo>
                    <a:pt x="62908" y="428470"/>
                    <a:pt x="62097" y="427658"/>
                    <a:pt x="63719" y="427658"/>
                  </a:cubicBezTo>
                  <a:cubicBezTo>
                    <a:pt x="65342" y="427658"/>
                    <a:pt x="66153" y="426846"/>
                    <a:pt x="66153" y="426034"/>
                  </a:cubicBezTo>
                  <a:cubicBezTo>
                    <a:pt x="66153" y="425222"/>
                    <a:pt x="67776" y="421163"/>
                    <a:pt x="70210" y="417915"/>
                  </a:cubicBezTo>
                  <a:cubicBezTo>
                    <a:pt x="72644" y="414668"/>
                    <a:pt x="74267" y="411420"/>
                    <a:pt x="73455" y="411420"/>
                  </a:cubicBezTo>
                  <a:cubicBezTo>
                    <a:pt x="72644" y="411420"/>
                    <a:pt x="73455" y="409797"/>
                    <a:pt x="74267" y="407361"/>
                  </a:cubicBezTo>
                  <a:cubicBezTo>
                    <a:pt x="75078" y="404925"/>
                    <a:pt x="76700" y="402489"/>
                    <a:pt x="75889" y="400054"/>
                  </a:cubicBezTo>
                  <a:cubicBezTo>
                    <a:pt x="75078" y="398430"/>
                    <a:pt x="75889" y="397618"/>
                    <a:pt x="76700" y="397618"/>
                  </a:cubicBezTo>
                  <a:cubicBezTo>
                    <a:pt x="79134" y="396806"/>
                    <a:pt x="86436" y="383004"/>
                    <a:pt x="84814" y="380569"/>
                  </a:cubicBezTo>
                  <a:cubicBezTo>
                    <a:pt x="84002" y="379757"/>
                    <a:pt x="84814" y="378945"/>
                    <a:pt x="84814" y="379757"/>
                  </a:cubicBezTo>
                  <a:cubicBezTo>
                    <a:pt x="87247" y="381381"/>
                    <a:pt x="93738" y="365955"/>
                    <a:pt x="92115" y="363519"/>
                  </a:cubicBezTo>
                  <a:cubicBezTo>
                    <a:pt x="91304" y="362707"/>
                    <a:pt x="91304" y="361084"/>
                    <a:pt x="92115" y="361084"/>
                  </a:cubicBezTo>
                  <a:cubicBezTo>
                    <a:pt x="94549" y="359460"/>
                    <a:pt x="93738" y="357836"/>
                    <a:pt x="90493" y="357836"/>
                  </a:cubicBezTo>
                  <a:cubicBezTo>
                    <a:pt x="88870" y="357836"/>
                    <a:pt x="86436" y="358648"/>
                    <a:pt x="85625" y="360272"/>
                  </a:cubicBezTo>
                  <a:cubicBezTo>
                    <a:pt x="84002" y="362707"/>
                    <a:pt x="84814" y="362707"/>
                    <a:pt x="85625" y="361895"/>
                  </a:cubicBezTo>
                  <a:cubicBezTo>
                    <a:pt x="86436" y="361084"/>
                    <a:pt x="87247" y="361895"/>
                    <a:pt x="86436" y="362707"/>
                  </a:cubicBezTo>
                  <a:cubicBezTo>
                    <a:pt x="85625" y="363519"/>
                    <a:pt x="84814" y="364331"/>
                    <a:pt x="84002" y="364331"/>
                  </a:cubicBezTo>
                  <a:cubicBezTo>
                    <a:pt x="83191" y="363519"/>
                    <a:pt x="82380" y="364331"/>
                    <a:pt x="82380" y="364331"/>
                  </a:cubicBezTo>
                  <a:cubicBezTo>
                    <a:pt x="81568" y="371638"/>
                    <a:pt x="81568" y="374074"/>
                    <a:pt x="83191" y="373262"/>
                  </a:cubicBezTo>
                  <a:cubicBezTo>
                    <a:pt x="84002" y="373262"/>
                    <a:pt x="84814" y="373262"/>
                    <a:pt x="84814" y="374074"/>
                  </a:cubicBezTo>
                  <a:cubicBezTo>
                    <a:pt x="84814" y="377321"/>
                    <a:pt x="82380" y="377321"/>
                    <a:pt x="80757" y="374074"/>
                  </a:cubicBezTo>
                  <a:cubicBezTo>
                    <a:pt x="79946" y="371638"/>
                    <a:pt x="74267" y="372450"/>
                    <a:pt x="74267" y="375698"/>
                  </a:cubicBezTo>
                  <a:cubicBezTo>
                    <a:pt x="74267" y="376509"/>
                    <a:pt x="75078" y="376509"/>
                    <a:pt x="75889" y="375698"/>
                  </a:cubicBezTo>
                  <a:cubicBezTo>
                    <a:pt x="77512" y="374886"/>
                    <a:pt x="76700" y="374886"/>
                    <a:pt x="75889" y="376509"/>
                  </a:cubicBezTo>
                  <a:cubicBezTo>
                    <a:pt x="75078" y="377321"/>
                    <a:pt x="74267" y="379757"/>
                    <a:pt x="74267" y="380569"/>
                  </a:cubicBezTo>
                  <a:cubicBezTo>
                    <a:pt x="75078" y="383004"/>
                    <a:pt x="75078" y="383004"/>
                    <a:pt x="76700" y="380569"/>
                  </a:cubicBezTo>
                  <a:cubicBezTo>
                    <a:pt x="77512" y="378945"/>
                    <a:pt x="79134" y="378133"/>
                    <a:pt x="79134" y="378945"/>
                  </a:cubicBezTo>
                  <a:cubicBezTo>
                    <a:pt x="79134" y="380569"/>
                    <a:pt x="79134" y="380569"/>
                    <a:pt x="78323" y="380569"/>
                  </a:cubicBezTo>
                  <a:cubicBezTo>
                    <a:pt x="77512" y="380569"/>
                    <a:pt x="75889" y="383004"/>
                    <a:pt x="75078" y="385440"/>
                  </a:cubicBezTo>
                  <a:cubicBezTo>
                    <a:pt x="73455" y="389500"/>
                    <a:pt x="72644" y="390311"/>
                    <a:pt x="71832" y="388688"/>
                  </a:cubicBezTo>
                  <a:cubicBezTo>
                    <a:pt x="70210" y="387064"/>
                    <a:pt x="70210" y="387064"/>
                    <a:pt x="70210" y="388688"/>
                  </a:cubicBezTo>
                  <a:cubicBezTo>
                    <a:pt x="70210" y="390311"/>
                    <a:pt x="69399" y="391123"/>
                    <a:pt x="68587" y="391123"/>
                  </a:cubicBezTo>
                  <a:cubicBezTo>
                    <a:pt x="66153" y="391123"/>
                    <a:pt x="66153" y="391935"/>
                    <a:pt x="66153" y="400054"/>
                  </a:cubicBezTo>
                  <a:cubicBezTo>
                    <a:pt x="66153" y="404925"/>
                    <a:pt x="66153" y="404925"/>
                    <a:pt x="64531" y="401678"/>
                  </a:cubicBezTo>
                  <a:cubicBezTo>
                    <a:pt x="62908" y="398430"/>
                    <a:pt x="62097" y="398430"/>
                    <a:pt x="62097" y="400866"/>
                  </a:cubicBezTo>
                  <a:cubicBezTo>
                    <a:pt x="62097" y="402489"/>
                    <a:pt x="62097" y="403301"/>
                    <a:pt x="62908" y="403301"/>
                  </a:cubicBezTo>
                  <a:cubicBezTo>
                    <a:pt x="63719" y="403301"/>
                    <a:pt x="63719" y="404113"/>
                    <a:pt x="62908" y="405737"/>
                  </a:cubicBezTo>
                  <a:cubicBezTo>
                    <a:pt x="62097" y="408173"/>
                    <a:pt x="60474" y="408985"/>
                    <a:pt x="59663" y="408173"/>
                  </a:cubicBezTo>
                  <a:cubicBezTo>
                    <a:pt x="58851" y="408173"/>
                    <a:pt x="58040" y="409797"/>
                    <a:pt x="58040" y="411420"/>
                  </a:cubicBezTo>
                  <a:cubicBezTo>
                    <a:pt x="58040" y="413856"/>
                    <a:pt x="57229" y="415480"/>
                    <a:pt x="55606" y="415480"/>
                  </a:cubicBezTo>
                  <a:cubicBezTo>
                    <a:pt x="52361" y="416292"/>
                    <a:pt x="52361" y="415480"/>
                    <a:pt x="55606" y="408985"/>
                  </a:cubicBezTo>
                  <a:cubicBezTo>
                    <a:pt x="57229" y="405737"/>
                    <a:pt x="58851" y="401678"/>
                    <a:pt x="58851" y="400054"/>
                  </a:cubicBezTo>
                  <a:cubicBezTo>
                    <a:pt x="58851" y="397618"/>
                    <a:pt x="60474" y="395183"/>
                    <a:pt x="62908" y="393559"/>
                  </a:cubicBezTo>
                  <a:cubicBezTo>
                    <a:pt x="64531" y="392747"/>
                    <a:pt x="65342" y="391123"/>
                    <a:pt x="65342" y="389500"/>
                  </a:cubicBezTo>
                  <a:cubicBezTo>
                    <a:pt x="65342" y="387876"/>
                    <a:pt x="66153" y="387876"/>
                    <a:pt x="67776" y="387064"/>
                  </a:cubicBezTo>
                  <a:cubicBezTo>
                    <a:pt x="70210" y="386252"/>
                    <a:pt x="70210" y="385440"/>
                    <a:pt x="68587" y="384628"/>
                  </a:cubicBezTo>
                  <a:cubicBezTo>
                    <a:pt x="66153" y="383816"/>
                    <a:pt x="66965" y="383004"/>
                    <a:pt x="68587" y="380569"/>
                  </a:cubicBezTo>
                  <a:cubicBezTo>
                    <a:pt x="69399" y="379757"/>
                    <a:pt x="70210" y="378133"/>
                    <a:pt x="69399" y="378133"/>
                  </a:cubicBezTo>
                  <a:cubicBezTo>
                    <a:pt x="68587" y="378133"/>
                    <a:pt x="69399" y="377321"/>
                    <a:pt x="71021" y="375698"/>
                  </a:cubicBezTo>
                  <a:cubicBezTo>
                    <a:pt x="72644" y="374074"/>
                    <a:pt x="74267" y="370826"/>
                    <a:pt x="74267" y="367579"/>
                  </a:cubicBezTo>
                  <a:cubicBezTo>
                    <a:pt x="74267" y="365143"/>
                    <a:pt x="75078" y="361895"/>
                    <a:pt x="75078" y="361084"/>
                  </a:cubicBezTo>
                  <a:cubicBezTo>
                    <a:pt x="75078" y="361084"/>
                    <a:pt x="75889" y="361895"/>
                    <a:pt x="77512" y="364331"/>
                  </a:cubicBezTo>
                  <a:cubicBezTo>
                    <a:pt x="79134" y="366767"/>
                    <a:pt x="79946" y="366767"/>
                    <a:pt x="80757" y="365955"/>
                  </a:cubicBezTo>
                  <a:cubicBezTo>
                    <a:pt x="81568" y="365143"/>
                    <a:pt x="80757" y="363519"/>
                    <a:pt x="79946" y="362707"/>
                  </a:cubicBezTo>
                  <a:cubicBezTo>
                    <a:pt x="76700" y="359460"/>
                    <a:pt x="78323" y="354589"/>
                    <a:pt x="81568" y="351341"/>
                  </a:cubicBezTo>
                  <a:cubicBezTo>
                    <a:pt x="84002" y="349717"/>
                    <a:pt x="85625" y="346470"/>
                    <a:pt x="85625" y="344846"/>
                  </a:cubicBezTo>
                  <a:cubicBezTo>
                    <a:pt x="85625" y="343222"/>
                    <a:pt x="87247" y="340787"/>
                    <a:pt x="88870" y="338351"/>
                  </a:cubicBezTo>
                  <a:cubicBezTo>
                    <a:pt x="90493" y="335915"/>
                    <a:pt x="91304" y="334292"/>
                    <a:pt x="91304" y="331856"/>
                  </a:cubicBezTo>
                  <a:cubicBezTo>
                    <a:pt x="91304" y="329420"/>
                    <a:pt x="91304" y="327797"/>
                    <a:pt x="92927" y="329420"/>
                  </a:cubicBezTo>
                  <a:cubicBezTo>
                    <a:pt x="93738" y="330232"/>
                    <a:pt x="93738" y="329420"/>
                    <a:pt x="93738" y="327797"/>
                  </a:cubicBezTo>
                  <a:cubicBezTo>
                    <a:pt x="93738" y="326173"/>
                    <a:pt x="93738" y="325361"/>
                    <a:pt x="96172" y="324549"/>
                  </a:cubicBezTo>
                  <a:cubicBezTo>
                    <a:pt x="98606" y="323737"/>
                    <a:pt x="98606" y="322925"/>
                    <a:pt x="97795" y="322925"/>
                  </a:cubicBezTo>
                  <a:cubicBezTo>
                    <a:pt x="95361" y="321301"/>
                    <a:pt x="95361" y="319678"/>
                    <a:pt x="97795" y="318866"/>
                  </a:cubicBezTo>
                  <a:cubicBezTo>
                    <a:pt x="99417" y="318866"/>
                    <a:pt x="99417" y="318866"/>
                    <a:pt x="99417" y="319678"/>
                  </a:cubicBezTo>
                  <a:cubicBezTo>
                    <a:pt x="98606" y="320490"/>
                    <a:pt x="99417" y="321301"/>
                    <a:pt x="99417" y="321301"/>
                  </a:cubicBezTo>
                  <a:cubicBezTo>
                    <a:pt x="101040" y="321301"/>
                    <a:pt x="105096" y="314807"/>
                    <a:pt x="105908" y="310747"/>
                  </a:cubicBezTo>
                  <a:cubicBezTo>
                    <a:pt x="106719" y="308312"/>
                    <a:pt x="105908" y="306688"/>
                    <a:pt x="104285" y="306688"/>
                  </a:cubicBezTo>
                  <a:cubicBezTo>
                    <a:pt x="102663" y="306688"/>
                    <a:pt x="100228" y="308312"/>
                    <a:pt x="98606" y="310747"/>
                  </a:cubicBezTo>
                  <a:cubicBezTo>
                    <a:pt x="96172" y="314807"/>
                    <a:pt x="92927" y="316430"/>
                    <a:pt x="92927" y="313183"/>
                  </a:cubicBezTo>
                  <a:cubicBezTo>
                    <a:pt x="92927" y="312371"/>
                    <a:pt x="93738" y="312371"/>
                    <a:pt x="94549" y="313183"/>
                  </a:cubicBezTo>
                  <a:cubicBezTo>
                    <a:pt x="96172" y="313995"/>
                    <a:pt x="96172" y="313183"/>
                    <a:pt x="95361" y="311559"/>
                  </a:cubicBezTo>
                  <a:cubicBezTo>
                    <a:pt x="94549" y="310747"/>
                    <a:pt x="96172" y="307500"/>
                    <a:pt x="97795" y="305064"/>
                  </a:cubicBezTo>
                  <a:cubicBezTo>
                    <a:pt x="100228" y="301004"/>
                    <a:pt x="101040" y="301004"/>
                    <a:pt x="103474" y="303440"/>
                  </a:cubicBezTo>
                  <a:cubicBezTo>
                    <a:pt x="105908" y="305876"/>
                    <a:pt x="106719" y="305876"/>
                    <a:pt x="108342" y="304252"/>
                  </a:cubicBezTo>
                  <a:cubicBezTo>
                    <a:pt x="109964" y="303440"/>
                    <a:pt x="110776" y="301816"/>
                    <a:pt x="110776" y="301816"/>
                  </a:cubicBezTo>
                  <a:cubicBezTo>
                    <a:pt x="110776" y="301004"/>
                    <a:pt x="111587" y="299381"/>
                    <a:pt x="113210" y="296945"/>
                  </a:cubicBezTo>
                  <a:cubicBezTo>
                    <a:pt x="114832" y="294510"/>
                    <a:pt x="115643" y="292074"/>
                    <a:pt x="115643" y="291262"/>
                  </a:cubicBezTo>
                  <a:cubicBezTo>
                    <a:pt x="115643" y="290450"/>
                    <a:pt x="117266" y="287203"/>
                    <a:pt x="119700" y="284767"/>
                  </a:cubicBezTo>
                  <a:cubicBezTo>
                    <a:pt x="122945" y="280707"/>
                    <a:pt x="122945" y="279896"/>
                    <a:pt x="121323" y="279896"/>
                  </a:cubicBezTo>
                  <a:cubicBezTo>
                    <a:pt x="118889" y="279084"/>
                    <a:pt x="118889" y="279084"/>
                    <a:pt x="120511" y="278272"/>
                  </a:cubicBezTo>
                  <a:cubicBezTo>
                    <a:pt x="122134" y="277460"/>
                    <a:pt x="122134" y="276648"/>
                    <a:pt x="120511" y="277460"/>
                  </a:cubicBezTo>
                  <a:cubicBezTo>
                    <a:pt x="118889" y="277460"/>
                    <a:pt x="117266" y="279896"/>
                    <a:pt x="116455" y="283143"/>
                  </a:cubicBezTo>
                  <a:cubicBezTo>
                    <a:pt x="114021" y="288015"/>
                    <a:pt x="114021" y="288015"/>
                    <a:pt x="113210" y="284767"/>
                  </a:cubicBezTo>
                  <a:cubicBezTo>
                    <a:pt x="112398" y="283143"/>
                    <a:pt x="113210" y="281519"/>
                    <a:pt x="113210" y="281519"/>
                  </a:cubicBezTo>
                  <a:cubicBezTo>
                    <a:pt x="114021" y="281519"/>
                    <a:pt x="114832" y="279896"/>
                    <a:pt x="114832" y="279084"/>
                  </a:cubicBezTo>
                  <a:cubicBezTo>
                    <a:pt x="114021" y="275836"/>
                    <a:pt x="118889" y="271777"/>
                    <a:pt x="120511" y="273401"/>
                  </a:cubicBezTo>
                  <a:cubicBezTo>
                    <a:pt x="122134" y="275024"/>
                    <a:pt x="132681" y="270965"/>
                    <a:pt x="131870" y="269341"/>
                  </a:cubicBezTo>
                  <a:cubicBezTo>
                    <a:pt x="131870" y="268529"/>
                    <a:pt x="132681" y="265282"/>
                    <a:pt x="134304" y="262034"/>
                  </a:cubicBezTo>
                  <a:cubicBezTo>
                    <a:pt x="135926" y="258787"/>
                    <a:pt x="135926" y="257975"/>
                    <a:pt x="135115" y="258787"/>
                  </a:cubicBezTo>
                  <a:cubicBezTo>
                    <a:pt x="134304" y="259599"/>
                    <a:pt x="132681" y="260410"/>
                    <a:pt x="131870" y="259599"/>
                  </a:cubicBezTo>
                  <a:cubicBezTo>
                    <a:pt x="130247" y="257975"/>
                    <a:pt x="127813" y="262846"/>
                    <a:pt x="129436" y="265282"/>
                  </a:cubicBezTo>
                  <a:cubicBezTo>
                    <a:pt x="130247" y="266906"/>
                    <a:pt x="122945" y="268529"/>
                    <a:pt x="122134" y="267718"/>
                  </a:cubicBezTo>
                  <a:cubicBezTo>
                    <a:pt x="122134" y="267718"/>
                    <a:pt x="122134" y="266094"/>
                    <a:pt x="123757" y="264470"/>
                  </a:cubicBezTo>
                  <a:cubicBezTo>
                    <a:pt x="124568" y="262846"/>
                    <a:pt x="127002" y="260410"/>
                    <a:pt x="128625" y="257975"/>
                  </a:cubicBezTo>
                  <a:cubicBezTo>
                    <a:pt x="131059" y="254727"/>
                    <a:pt x="131059" y="254727"/>
                    <a:pt x="132681" y="256351"/>
                  </a:cubicBezTo>
                  <a:cubicBezTo>
                    <a:pt x="135115" y="258787"/>
                    <a:pt x="135115" y="257975"/>
                    <a:pt x="135115" y="253104"/>
                  </a:cubicBezTo>
                  <a:cubicBezTo>
                    <a:pt x="135115" y="251480"/>
                    <a:pt x="135926" y="250668"/>
                    <a:pt x="135926" y="250668"/>
                  </a:cubicBezTo>
                  <a:cubicBezTo>
                    <a:pt x="143228" y="250668"/>
                    <a:pt x="145662" y="250668"/>
                    <a:pt x="145662" y="252292"/>
                  </a:cubicBezTo>
                  <a:cubicBezTo>
                    <a:pt x="145662" y="253104"/>
                    <a:pt x="144851" y="253104"/>
                    <a:pt x="142417" y="253104"/>
                  </a:cubicBezTo>
                  <a:cubicBezTo>
                    <a:pt x="140794" y="253104"/>
                    <a:pt x="139172" y="253104"/>
                    <a:pt x="138360" y="253915"/>
                  </a:cubicBezTo>
                  <a:cubicBezTo>
                    <a:pt x="138360" y="254727"/>
                    <a:pt x="138360" y="255539"/>
                    <a:pt x="139983" y="255539"/>
                  </a:cubicBezTo>
                  <a:cubicBezTo>
                    <a:pt x="141606" y="255539"/>
                    <a:pt x="142417" y="256351"/>
                    <a:pt x="142417" y="258787"/>
                  </a:cubicBezTo>
                  <a:cubicBezTo>
                    <a:pt x="142417" y="260410"/>
                    <a:pt x="142417" y="261222"/>
                    <a:pt x="142417" y="261222"/>
                  </a:cubicBezTo>
                  <a:cubicBezTo>
                    <a:pt x="140794" y="260410"/>
                    <a:pt x="133492" y="270965"/>
                    <a:pt x="135115" y="273401"/>
                  </a:cubicBezTo>
                  <a:cubicBezTo>
                    <a:pt x="135926" y="275836"/>
                    <a:pt x="130247" y="283143"/>
                    <a:pt x="128625" y="282331"/>
                  </a:cubicBezTo>
                  <a:cubicBezTo>
                    <a:pt x="128625" y="282331"/>
                    <a:pt x="127002" y="284767"/>
                    <a:pt x="126191" y="288826"/>
                  </a:cubicBezTo>
                  <a:cubicBezTo>
                    <a:pt x="125379" y="292886"/>
                    <a:pt x="123757" y="295321"/>
                    <a:pt x="122945" y="295321"/>
                  </a:cubicBezTo>
                  <a:cubicBezTo>
                    <a:pt x="119700" y="294510"/>
                    <a:pt x="117266" y="297757"/>
                    <a:pt x="118078" y="303440"/>
                  </a:cubicBezTo>
                  <a:cubicBezTo>
                    <a:pt x="118889" y="308312"/>
                    <a:pt x="118078" y="308312"/>
                    <a:pt x="115643" y="309123"/>
                  </a:cubicBezTo>
                  <a:cubicBezTo>
                    <a:pt x="113210" y="309935"/>
                    <a:pt x="110776" y="311559"/>
                    <a:pt x="110776" y="313995"/>
                  </a:cubicBezTo>
                  <a:cubicBezTo>
                    <a:pt x="110776" y="314807"/>
                    <a:pt x="111587" y="314807"/>
                    <a:pt x="111587" y="314807"/>
                  </a:cubicBezTo>
                  <a:cubicBezTo>
                    <a:pt x="112398" y="314807"/>
                    <a:pt x="113210" y="316430"/>
                    <a:pt x="113210" y="318866"/>
                  </a:cubicBezTo>
                  <a:cubicBezTo>
                    <a:pt x="113210" y="321301"/>
                    <a:pt x="112398" y="324549"/>
                    <a:pt x="111587" y="324549"/>
                  </a:cubicBezTo>
                  <a:cubicBezTo>
                    <a:pt x="109964" y="325361"/>
                    <a:pt x="109153" y="323737"/>
                    <a:pt x="109964" y="320490"/>
                  </a:cubicBezTo>
                  <a:cubicBezTo>
                    <a:pt x="110776" y="314807"/>
                    <a:pt x="109153" y="314807"/>
                    <a:pt x="105096" y="321301"/>
                  </a:cubicBezTo>
                  <a:cubicBezTo>
                    <a:pt x="102663" y="326173"/>
                    <a:pt x="101040" y="333480"/>
                    <a:pt x="104285" y="332668"/>
                  </a:cubicBezTo>
                  <a:cubicBezTo>
                    <a:pt x="105096" y="332668"/>
                    <a:pt x="105908" y="332668"/>
                    <a:pt x="106719" y="334292"/>
                  </a:cubicBezTo>
                  <a:cubicBezTo>
                    <a:pt x="108342" y="335915"/>
                    <a:pt x="108342" y="335915"/>
                    <a:pt x="109964" y="333480"/>
                  </a:cubicBezTo>
                  <a:cubicBezTo>
                    <a:pt x="111587" y="331856"/>
                    <a:pt x="114021" y="327797"/>
                    <a:pt x="117266" y="324549"/>
                  </a:cubicBezTo>
                  <a:cubicBezTo>
                    <a:pt x="120511" y="320490"/>
                    <a:pt x="122134" y="318054"/>
                    <a:pt x="121323" y="316430"/>
                  </a:cubicBezTo>
                  <a:cubicBezTo>
                    <a:pt x="121323" y="314807"/>
                    <a:pt x="121323" y="313995"/>
                    <a:pt x="122134" y="313995"/>
                  </a:cubicBezTo>
                  <a:cubicBezTo>
                    <a:pt x="122945" y="313995"/>
                    <a:pt x="123757" y="313183"/>
                    <a:pt x="123757" y="311559"/>
                  </a:cubicBezTo>
                  <a:cubicBezTo>
                    <a:pt x="123757" y="310747"/>
                    <a:pt x="124568" y="309123"/>
                    <a:pt x="126191" y="308312"/>
                  </a:cubicBezTo>
                  <a:cubicBezTo>
                    <a:pt x="127002" y="308312"/>
                    <a:pt x="128625" y="306688"/>
                    <a:pt x="128625" y="305064"/>
                  </a:cubicBezTo>
                  <a:cubicBezTo>
                    <a:pt x="128625" y="303440"/>
                    <a:pt x="129436" y="301004"/>
                    <a:pt x="131870" y="299381"/>
                  </a:cubicBezTo>
                  <a:cubicBezTo>
                    <a:pt x="134304" y="297757"/>
                    <a:pt x="135115" y="295321"/>
                    <a:pt x="134304" y="294510"/>
                  </a:cubicBezTo>
                  <a:cubicBezTo>
                    <a:pt x="133492" y="292074"/>
                    <a:pt x="138360" y="283955"/>
                    <a:pt x="139172" y="284767"/>
                  </a:cubicBezTo>
                  <a:cubicBezTo>
                    <a:pt x="139983" y="284767"/>
                    <a:pt x="140794" y="283955"/>
                    <a:pt x="140794" y="282331"/>
                  </a:cubicBezTo>
                  <a:cubicBezTo>
                    <a:pt x="140794" y="280707"/>
                    <a:pt x="143228" y="276648"/>
                    <a:pt x="145662" y="273401"/>
                  </a:cubicBezTo>
                  <a:cubicBezTo>
                    <a:pt x="148096" y="270153"/>
                    <a:pt x="150530" y="266906"/>
                    <a:pt x="149719" y="266094"/>
                  </a:cubicBezTo>
                  <a:cubicBezTo>
                    <a:pt x="149719" y="265282"/>
                    <a:pt x="152153" y="261222"/>
                    <a:pt x="155398" y="257163"/>
                  </a:cubicBezTo>
                  <a:cubicBezTo>
                    <a:pt x="158643" y="253104"/>
                    <a:pt x="161077" y="249044"/>
                    <a:pt x="161077" y="248232"/>
                  </a:cubicBezTo>
                  <a:cubicBezTo>
                    <a:pt x="161077" y="247421"/>
                    <a:pt x="161888" y="246609"/>
                    <a:pt x="162700" y="246609"/>
                  </a:cubicBezTo>
                  <a:cubicBezTo>
                    <a:pt x="163511" y="246609"/>
                    <a:pt x="164322" y="245797"/>
                    <a:pt x="164322" y="244173"/>
                  </a:cubicBezTo>
                  <a:cubicBezTo>
                    <a:pt x="164322" y="242549"/>
                    <a:pt x="165134" y="240925"/>
                    <a:pt x="166756" y="240925"/>
                  </a:cubicBezTo>
                  <a:cubicBezTo>
                    <a:pt x="168379" y="240925"/>
                    <a:pt x="170002" y="236866"/>
                    <a:pt x="172435" y="232807"/>
                  </a:cubicBezTo>
                  <a:cubicBezTo>
                    <a:pt x="174870" y="228747"/>
                    <a:pt x="178115" y="223064"/>
                    <a:pt x="179738" y="220628"/>
                  </a:cubicBezTo>
                  <a:cubicBezTo>
                    <a:pt x="182171" y="217381"/>
                    <a:pt x="185417" y="213321"/>
                    <a:pt x="187039" y="210886"/>
                  </a:cubicBezTo>
                  <a:cubicBezTo>
                    <a:pt x="190285" y="206015"/>
                    <a:pt x="195964" y="196272"/>
                    <a:pt x="203266" y="187341"/>
                  </a:cubicBezTo>
                  <a:cubicBezTo>
                    <a:pt x="205699" y="180034"/>
                    <a:pt x="208134" y="175975"/>
                    <a:pt x="208945" y="173539"/>
                  </a:cubicBezTo>
                  <a:close/>
                  <a:moveTo>
                    <a:pt x="382566" y="29025"/>
                  </a:moveTo>
                  <a:cubicBezTo>
                    <a:pt x="381755" y="28213"/>
                    <a:pt x="385000" y="24153"/>
                    <a:pt x="386623" y="24153"/>
                  </a:cubicBezTo>
                  <a:cubicBezTo>
                    <a:pt x="387434" y="24153"/>
                    <a:pt x="388245" y="25777"/>
                    <a:pt x="388245" y="26589"/>
                  </a:cubicBezTo>
                  <a:cubicBezTo>
                    <a:pt x="387434" y="29025"/>
                    <a:pt x="383377" y="30648"/>
                    <a:pt x="382566" y="29025"/>
                  </a:cubicBezTo>
                  <a:close/>
                  <a:moveTo>
                    <a:pt x="395547" y="34708"/>
                  </a:moveTo>
                  <a:cubicBezTo>
                    <a:pt x="393925" y="35520"/>
                    <a:pt x="393113" y="34708"/>
                    <a:pt x="393113" y="33896"/>
                  </a:cubicBezTo>
                  <a:cubicBezTo>
                    <a:pt x="393113" y="33084"/>
                    <a:pt x="393925" y="32272"/>
                    <a:pt x="395547" y="32272"/>
                  </a:cubicBezTo>
                  <a:cubicBezTo>
                    <a:pt x="396359" y="32272"/>
                    <a:pt x="397981" y="33084"/>
                    <a:pt x="397981" y="33084"/>
                  </a:cubicBezTo>
                  <a:cubicBezTo>
                    <a:pt x="397170" y="33084"/>
                    <a:pt x="396359" y="33896"/>
                    <a:pt x="395547" y="34708"/>
                  </a:cubicBezTo>
                  <a:close/>
                  <a:moveTo>
                    <a:pt x="401227" y="34708"/>
                  </a:moveTo>
                  <a:cubicBezTo>
                    <a:pt x="400415" y="34708"/>
                    <a:pt x="399604" y="33896"/>
                    <a:pt x="400415" y="33084"/>
                  </a:cubicBezTo>
                  <a:cubicBezTo>
                    <a:pt x="400415" y="32272"/>
                    <a:pt x="402038" y="32272"/>
                    <a:pt x="402849" y="32272"/>
                  </a:cubicBezTo>
                  <a:cubicBezTo>
                    <a:pt x="403660" y="33896"/>
                    <a:pt x="403660" y="34708"/>
                    <a:pt x="401227" y="34708"/>
                  </a:cubicBezTo>
                  <a:close/>
                  <a:moveTo>
                    <a:pt x="424755" y="30648"/>
                  </a:moveTo>
                  <a:cubicBezTo>
                    <a:pt x="417453" y="29836"/>
                    <a:pt x="419076" y="28213"/>
                    <a:pt x="427189" y="28213"/>
                  </a:cubicBezTo>
                  <a:cubicBezTo>
                    <a:pt x="430434" y="28213"/>
                    <a:pt x="432868" y="28213"/>
                    <a:pt x="432868" y="29025"/>
                  </a:cubicBezTo>
                  <a:cubicBezTo>
                    <a:pt x="432868" y="30648"/>
                    <a:pt x="429623" y="30648"/>
                    <a:pt x="424755" y="30648"/>
                  </a:cubicBezTo>
                  <a:close/>
                  <a:moveTo>
                    <a:pt x="438547" y="32272"/>
                  </a:moveTo>
                  <a:cubicBezTo>
                    <a:pt x="436924" y="31460"/>
                    <a:pt x="436924" y="30648"/>
                    <a:pt x="439358" y="30648"/>
                  </a:cubicBezTo>
                  <a:cubicBezTo>
                    <a:pt x="440981" y="30648"/>
                    <a:pt x="441792" y="30648"/>
                    <a:pt x="442604" y="31460"/>
                  </a:cubicBezTo>
                  <a:cubicBezTo>
                    <a:pt x="442604" y="33084"/>
                    <a:pt x="440170" y="33896"/>
                    <a:pt x="438547" y="32272"/>
                  </a:cubicBezTo>
                  <a:close/>
                  <a:moveTo>
                    <a:pt x="488848" y="45262"/>
                  </a:moveTo>
                  <a:cubicBezTo>
                    <a:pt x="488848" y="46074"/>
                    <a:pt x="488037" y="46074"/>
                    <a:pt x="487226" y="45262"/>
                  </a:cubicBezTo>
                  <a:cubicBezTo>
                    <a:pt x="486415" y="44450"/>
                    <a:pt x="485603" y="43639"/>
                    <a:pt x="485603" y="43639"/>
                  </a:cubicBezTo>
                  <a:cubicBezTo>
                    <a:pt x="485603" y="43639"/>
                    <a:pt x="486415" y="42827"/>
                    <a:pt x="487226" y="42827"/>
                  </a:cubicBezTo>
                  <a:cubicBezTo>
                    <a:pt x="488037" y="42827"/>
                    <a:pt x="488848" y="44450"/>
                    <a:pt x="488848" y="45262"/>
                  </a:cubicBezTo>
                  <a:close/>
                  <a:moveTo>
                    <a:pt x="482358" y="33084"/>
                  </a:moveTo>
                  <a:cubicBezTo>
                    <a:pt x="487226" y="34708"/>
                    <a:pt x="488848" y="35520"/>
                    <a:pt x="483981" y="35520"/>
                  </a:cubicBezTo>
                  <a:cubicBezTo>
                    <a:pt x="481547" y="35520"/>
                    <a:pt x="479924" y="34708"/>
                    <a:pt x="479113" y="33896"/>
                  </a:cubicBezTo>
                  <a:cubicBezTo>
                    <a:pt x="479113" y="32272"/>
                    <a:pt x="480735" y="32272"/>
                    <a:pt x="482358" y="33084"/>
                  </a:cubicBezTo>
                  <a:close/>
                  <a:moveTo>
                    <a:pt x="475056" y="29836"/>
                  </a:moveTo>
                  <a:cubicBezTo>
                    <a:pt x="475868" y="29025"/>
                    <a:pt x="475868" y="28213"/>
                    <a:pt x="476679" y="28213"/>
                  </a:cubicBezTo>
                  <a:cubicBezTo>
                    <a:pt x="476679" y="28213"/>
                    <a:pt x="477490" y="29025"/>
                    <a:pt x="477490" y="29836"/>
                  </a:cubicBezTo>
                  <a:cubicBezTo>
                    <a:pt x="477490" y="30648"/>
                    <a:pt x="476679" y="31460"/>
                    <a:pt x="475868" y="31460"/>
                  </a:cubicBezTo>
                  <a:cubicBezTo>
                    <a:pt x="475056" y="31460"/>
                    <a:pt x="475056" y="30648"/>
                    <a:pt x="475056" y="29836"/>
                  </a:cubicBezTo>
                  <a:close/>
                  <a:moveTo>
                    <a:pt x="374453" y="7104"/>
                  </a:moveTo>
                  <a:cubicBezTo>
                    <a:pt x="376887" y="7104"/>
                    <a:pt x="378510" y="7104"/>
                    <a:pt x="379321" y="7916"/>
                  </a:cubicBezTo>
                  <a:cubicBezTo>
                    <a:pt x="379321" y="8728"/>
                    <a:pt x="379321" y="9539"/>
                    <a:pt x="377698" y="9539"/>
                  </a:cubicBezTo>
                  <a:cubicBezTo>
                    <a:pt x="376076" y="9539"/>
                    <a:pt x="374453" y="9539"/>
                    <a:pt x="373642" y="9539"/>
                  </a:cubicBezTo>
                  <a:cubicBezTo>
                    <a:pt x="372830" y="9539"/>
                    <a:pt x="371208" y="10351"/>
                    <a:pt x="370397" y="10351"/>
                  </a:cubicBezTo>
                  <a:cubicBezTo>
                    <a:pt x="369585" y="10351"/>
                    <a:pt x="368774" y="11163"/>
                    <a:pt x="367963" y="11163"/>
                  </a:cubicBezTo>
                  <a:cubicBezTo>
                    <a:pt x="365529" y="11163"/>
                    <a:pt x="370397" y="7916"/>
                    <a:pt x="374453" y="7104"/>
                  </a:cubicBezTo>
                  <a:close/>
                  <a:moveTo>
                    <a:pt x="333887" y="7916"/>
                  </a:moveTo>
                  <a:cubicBezTo>
                    <a:pt x="335510" y="7104"/>
                    <a:pt x="337133" y="7104"/>
                    <a:pt x="337133" y="7104"/>
                  </a:cubicBezTo>
                  <a:cubicBezTo>
                    <a:pt x="337944" y="8728"/>
                    <a:pt x="336321" y="9539"/>
                    <a:pt x="333076" y="9539"/>
                  </a:cubicBezTo>
                  <a:cubicBezTo>
                    <a:pt x="331453" y="9539"/>
                    <a:pt x="331453" y="8728"/>
                    <a:pt x="333887" y="7916"/>
                  </a:cubicBezTo>
                  <a:close/>
                  <a:moveTo>
                    <a:pt x="282774" y="12787"/>
                  </a:moveTo>
                  <a:cubicBezTo>
                    <a:pt x="284397" y="12787"/>
                    <a:pt x="286831" y="12787"/>
                    <a:pt x="288454" y="13599"/>
                  </a:cubicBezTo>
                  <a:cubicBezTo>
                    <a:pt x="290076" y="14411"/>
                    <a:pt x="289265" y="15223"/>
                    <a:pt x="286831" y="15223"/>
                  </a:cubicBezTo>
                  <a:cubicBezTo>
                    <a:pt x="285209" y="15223"/>
                    <a:pt x="282774" y="15223"/>
                    <a:pt x="281152" y="15223"/>
                  </a:cubicBezTo>
                  <a:cubicBezTo>
                    <a:pt x="279529" y="15223"/>
                    <a:pt x="278718" y="15223"/>
                    <a:pt x="278718" y="14411"/>
                  </a:cubicBezTo>
                  <a:cubicBezTo>
                    <a:pt x="279529" y="14411"/>
                    <a:pt x="281152" y="13599"/>
                    <a:pt x="282774" y="12787"/>
                  </a:cubicBezTo>
                  <a:close/>
                  <a:moveTo>
                    <a:pt x="267359" y="12787"/>
                  </a:moveTo>
                  <a:cubicBezTo>
                    <a:pt x="268171" y="12787"/>
                    <a:pt x="269793" y="12787"/>
                    <a:pt x="271416" y="12787"/>
                  </a:cubicBezTo>
                  <a:cubicBezTo>
                    <a:pt x="272227" y="13599"/>
                    <a:pt x="271416" y="13599"/>
                    <a:pt x="269793" y="13599"/>
                  </a:cubicBezTo>
                  <a:cubicBezTo>
                    <a:pt x="267359" y="12787"/>
                    <a:pt x="266548" y="12787"/>
                    <a:pt x="267359" y="12787"/>
                  </a:cubicBezTo>
                  <a:close/>
                  <a:moveTo>
                    <a:pt x="251133" y="13599"/>
                  </a:moveTo>
                  <a:cubicBezTo>
                    <a:pt x="253567" y="12787"/>
                    <a:pt x="254378" y="13599"/>
                    <a:pt x="253567" y="16035"/>
                  </a:cubicBezTo>
                  <a:cubicBezTo>
                    <a:pt x="252756" y="18470"/>
                    <a:pt x="248699" y="18470"/>
                    <a:pt x="248699" y="16035"/>
                  </a:cubicBezTo>
                  <a:cubicBezTo>
                    <a:pt x="248699" y="15223"/>
                    <a:pt x="250322" y="14411"/>
                    <a:pt x="251133" y="13599"/>
                  </a:cubicBezTo>
                  <a:close/>
                  <a:moveTo>
                    <a:pt x="157021" y="51757"/>
                  </a:moveTo>
                  <a:cubicBezTo>
                    <a:pt x="155398" y="51757"/>
                    <a:pt x="155398" y="50945"/>
                    <a:pt x="156209" y="50134"/>
                  </a:cubicBezTo>
                  <a:cubicBezTo>
                    <a:pt x="157021" y="49322"/>
                    <a:pt x="158643" y="48510"/>
                    <a:pt x="159455" y="49322"/>
                  </a:cubicBezTo>
                  <a:cubicBezTo>
                    <a:pt x="161888" y="50134"/>
                    <a:pt x="159455" y="51757"/>
                    <a:pt x="157021" y="51757"/>
                  </a:cubicBezTo>
                  <a:close/>
                  <a:moveTo>
                    <a:pt x="211379" y="29836"/>
                  </a:moveTo>
                  <a:cubicBezTo>
                    <a:pt x="211379" y="29025"/>
                    <a:pt x="213001" y="28213"/>
                    <a:pt x="213813" y="28213"/>
                  </a:cubicBezTo>
                  <a:cubicBezTo>
                    <a:pt x="214624" y="28213"/>
                    <a:pt x="214624" y="29025"/>
                    <a:pt x="214624" y="29836"/>
                  </a:cubicBezTo>
                  <a:cubicBezTo>
                    <a:pt x="214624" y="30648"/>
                    <a:pt x="213813" y="31460"/>
                    <a:pt x="212190" y="31460"/>
                  </a:cubicBezTo>
                  <a:cubicBezTo>
                    <a:pt x="211379" y="31460"/>
                    <a:pt x="210567" y="30648"/>
                    <a:pt x="211379" y="29836"/>
                  </a:cubicBezTo>
                  <a:close/>
                  <a:moveTo>
                    <a:pt x="188662" y="40391"/>
                  </a:moveTo>
                  <a:cubicBezTo>
                    <a:pt x="189473" y="41203"/>
                    <a:pt x="188662" y="41203"/>
                    <a:pt x="187039" y="40391"/>
                  </a:cubicBezTo>
                  <a:cubicBezTo>
                    <a:pt x="184605" y="40391"/>
                    <a:pt x="184605" y="39579"/>
                    <a:pt x="185417" y="39579"/>
                  </a:cubicBezTo>
                  <a:cubicBezTo>
                    <a:pt x="185417" y="39579"/>
                    <a:pt x="187851" y="39579"/>
                    <a:pt x="188662" y="40391"/>
                  </a:cubicBezTo>
                  <a:close/>
                  <a:moveTo>
                    <a:pt x="182983" y="36332"/>
                  </a:moveTo>
                  <a:cubicBezTo>
                    <a:pt x="183794" y="36332"/>
                    <a:pt x="185417" y="37143"/>
                    <a:pt x="185417" y="37143"/>
                  </a:cubicBezTo>
                  <a:cubicBezTo>
                    <a:pt x="185417" y="37143"/>
                    <a:pt x="183794" y="37955"/>
                    <a:pt x="182983" y="38767"/>
                  </a:cubicBezTo>
                  <a:cubicBezTo>
                    <a:pt x="182171" y="38767"/>
                    <a:pt x="180549" y="38767"/>
                    <a:pt x="180549" y="37955"/>
                  </a:cubicBezTo>
                  <a:cubicBezTo>
                    <a:pt x="180549" y="37143"/>
                    <a:pt x="182171" y="36332"/>
                    <a:pt x="182983" y="36332"/>
                  </a:cubicBezTo>
                  <a:close/>
                  <a:moveTo>
                    <a:pt x="173247" y="42015"/>
                  </a:moveTo>
                  <a:cubicBezTo>
                    <a:pt x="174058" y="42015"/>
                    <a:pt x="175681" y="42015"/>
                    <a:pt x="175681" y="42827"/>
                  </a:cubicBezTo>
                  <a:cubicBezTo>
                    <a:pt x="175681" y="42827"/>
                    <a:pt x="174870" y="43639"/>
                    <a:pt x="173247" y="42827"/>
                  </a:cubicBezTo>
                  <a:cubicBezTo>
                    <a:pt x="172435" y="42827"/>
                    <a:pt x="171624" y="42015"/>
                    <a:pt x="173247" y="42015"/>
                  </a:cubicBezTo>
                  <a:close/>
                  <a:moveTo>
                    <a:pt x="216247" y="42015"/>
                  </a:moveTo>
                  <a:cubicBezTo>
                    <a:pt x="214624" y="42827"/>
                    <a:pt x="213813" y="45262"/>
                    <a:pt x="214624" y="46074"/>
                  </a:cubicBezTo>
                  <a:cubicBezTo>
                    <a:pt x="215435" y="46886"/>
                    <a:pt x="214624" y="46886"/>
                    <a:pt x="213001" y="46886"/>
                  </a:cubicBezTo>
                  <a:cubicBezTo>
                    <a:pt x="212190" y="46886"/>
                    <a:pt x="212190" y="47698"/>
                    <a:pt x="214624" y="48510"/>
                  </a:cubicBezTo>
                  <a:cubicBezTo>
                    <a:pt x="217058" y="49322"/>
                    <a:pt x="217058" y="50134"/>
                    <a:pt x="217058" y="50945"/>
                  </a:cubicBezTo>
                  <a:cubicBezTo>
                    <a:pt x="215435" y="51757"/>
                    <a:pt x="210567" y="51757"/>
                    <a:pt x="210567" y="50134"/>
                  </a:cubicBezTo>
                  <a:cubicBezTo>
                    <a:pt x="210567" y="49322"/>
                    <a:pt x="209756" y="48510"/>
                    <a:pt x="208945" y="48510"/>
                  </a:cubicBezTo>
                  <a:cubicBezTo>
                    <a:pt x="208134" y="48510"/>
                    <a:pt x="208134" y="49322"/>
                    <a:pt x="208945" y="50134"/>
                  </a:cubicBezTo>
                  <a:cubicBezTo>
                    <a:pt x="209756" y="52569"/>
                    <a:pt x="201643" y="50134"/>
                    <a:pt x="200832" y="47698"/>
                  </a:cubicBezTo>
                  <a:cubicBezTo>
                    <a:pt x="200020" y="45262"/>
                    <a:pt x="189473" y="46886"/>
                    <a:pt x="189473" y="49322"/>
                  </a:cubicBezTo>
                  <a:cubicBezTo>
                    <a:pt x="189473" y="51757"/>
                    <a:pt x="186228" y="51757"/>
                    <a:pt x="183794" y="49322"/>
                  </a:cubicBezTo>
                  <a:cubicBezTo>
                    <a:pt x="182171" y="46886"/>
                    <a:pt x="173247" y="49322"/>
                    <a:pt x="171624" y="51757"/>
                  </a:cubicBezTo>
                  <a:cubicBezTo>
                    <a:pt x="170813" y="53381"/>
                    <a:pt x="170002" y="52569"/>
                    <a:pt x="169190" y="50945"/>
                  </a:cubicBezTo>
                  <a:cubicBezTo>
                    <a:pt x="168379" y="49322"/>
                    <a:pt x="168379" y="48510"/>
                    <a:pt x="170813" y="47698"/>
                  </a:cubicBezTo>
                  <a:cubicBezTo>
                    <a:pt x="172435" y="46886"/>
                    <a:pt x="174870" y="46886"/>
                    <a:pt x="174870" y="46886"/>
                  </a:cubicBezTo>
                  <a:cubicBezTo>
                    <a:pt x="175681" y="47698"/>
                    <a:pt x="176492" y="47698"/>
                    <a:pt x="177303" y="46886"/>
                  </a:cubicBezTo>
                  <a:cubicBezTo>
                    <a:pt x="177303" y="46074"/>
                    <a:pt x="180549" y="45262"/>
                    <a:pt x="183794" y="45262"/>
                  </a:cubicBezTo>
                  <a:cubicBezTo>
                    <a:pt x="187039" y="45262"/>
                    <a:pt x="191096" y="43639"/>
                    <a:pt x="192718" y="41203"/>
                  </a:cubicBezTo>
                  <a:cubicBezTo>
                    <a:pt x="194341" y="38767"/>
                    <a:pt x="195152" y="38767"/>
                    <a:pt x="194341" y="41203"/>
                  </a:cubicBezTo>
                  <a:cubicBezTo>
                    <a:pt x="193530" y="42827"/>
                    <a:pt x="194341" y="43639"/>
                    <a:pt x="195964" y="43639"/>
                  </a:cubicBezTo>
                  <a:cubicBezTo>
                    <a:pt x="198398" y="43639"/>
                    <a:pt x="208134" y="38767"/>
                    <a:pt x="205699" y="38767"/>
                  </a:cubicBezTo>
                  <a:cubicBezTo>
                    <a:pt x="203266" y="38767"/>
                    <a:pt x="210567" y="36332"/>
                    <a:pt x="213001" y="37143"/>
                  </a:cubicBezTo>
                  <a:cubicBezTo>
                    <a:pt x="214624" y="37143"/>
                    <a:pt x="217058" y="37955"/>
                    <a:pt x="217869" y="38767"/>
                  </a:cubicBezTo>
                  <a:cubicBezTo>
                    <a:pt x="218681" y="39579"/>
                    <a:pt x="218681" y="40391"/>
                    <a:pt x="216247" y="42015"/>
                  </a:cubicBezTo>
                  <a:close/>
                  <a:moveTo>
                    <a:pt x="224360" y="45262"/>
                  </a:moveTo>
                  <a:cubicBezTo>
                    <a:pt x="221926" y="45262"/>
                    <a:pt x="221114" y="44450"/>
                    <a:pt x="221926" y="43639"/>
                  </a:cubicBezTo>
                  <a:cubicBezTo>
                    <a:pt x="222737" y="42827"/>
                    <a:pt x="225171" y="42015"/>
                    <a:pt x="226794" y="42827"/>
                  </a:cubicBezTo>
                  <a:cubicBezTo>
                    <a:pt x="230850" y="43639"/>
                    <a:pt x="229228" y="45262"/>
                    <a:pt x="224360" y="45262"/>
                  </a:cubicBezTo>
                  <a:close/>
                  <a:moveTo>
                    <a:pt x="229228" y="30648"/>
                  </a:moveTo>
                  <a:cubicBezTo>
                    <a:pt x="228416" y="31460"/>
                    <a:pt x="221926" y="31460"/>
                    <a:pt x="221926" y="29836"/>
                  </a:cubicBezTo>
                  <a:cubicBezTo>
                    <a:pt x="221926" y="28213"/>
                    <a:pt x="225982" y="25777"/>
                    <a:pt x="228416" y="25777"/>
                  </a:cubicBezTo>
                  <a:cubicBezTo>
                    <a:pt x="230850" y="25777"/>
                    <a:pt x="231662" y="29025"/>
                    <a:pt x="229228" y="30648"/>
                  </a:cubicBezTo>
                  <a:close/>
                  <a:moveTo>
                    <a:pt x="235718" y="37955"/>
                  </a:moveTo>
                  <a:cubicBezTo>
                    <a:pt x="234907" y="37955"/>
                    <a:pt x="233284" y="37143"/>
                    <a:pt x="234096" y="35520"/>
                  </a:cubicBezTo>
                  <a:cubicBezTo>
                    <a:pt x="234096" y="34708"/>
                    <a:pt x="234096" y="34708"/>
                    <a:pt x="235718" y="35520"/>
                  </a:cubicBezTo>
                  <a:cubicBezTo>
                    <a:pt x="236530" y="36332"/>
                    <a:pt x="237341" y="37143"/>
                    <a:pt x="237341" y="37955"/>
                  </a:cubicBezTo>
                  <a:cubicBezTo>
                    <a:pt x="237341" y="37955"/>
                    <a:pt x="236530" y="37955"/>
                    <a:pt x="235718" y="37955"/>
                  </a:cubicBezTo>
                  <a:close/>
                  <a:moveTo>
                    <a:pt x="242209" y="34708"/>
                  </a:moveTo>
                  <a:cubicBezTo>
                    <a:pt x="241397" y="36332"/>
                    <a:pt x="240586" y="36332"/>
                    <a:pt x="240586" y="34708"/>
                  </a:cubicBezTo>
                  <a:cubicBezTo>
                    <a:pt x="240586" y="33896"/>
                    <a:pt x="241397" y="32272"/>
                    <a:pt x="242209" y="32272"/>
                  </a:cubicBezTo>
                  <a:cubicBezTo>
                    <a:pt x="243831" y="31460"/>
                    <a:pt x="243831" y="32272"/>
                    <a:pt x="242209" y="34708"/>
                  </a:cubicBezTo>
                  <a:close/>
                  <a:moveTo>
                    <a:pt x="244643" y="42827"/>
                  </a:moveTo>
                  <a:cubicBezTo>
                    <a:pt x="243020" y="42827"/>
                    <a:pt x="243020" y="42015"/>
                    <a:pt x="245454" y="41203"/>
                  </a:cubicBezTo>
                  <a:cubicBezTo>
                    <a:pt x="247888" y="40391"/>
                    <a:pt x="249510" y="40391"/>
                    <a:pt x="250322" y="41203"/>
                  </a:cubicBezTo>
                  <a:cubicBezTo>
                    <a:pt x="252756" y="41203"/>
                    <a:pt x="247888" y="42827"/>
                    <a:pt x="244643" y="42827"/>
                  </a:cubicBezTo>
                  <a:close/>
                  <a:moveTo>
                    <a:pt x="251133" y="37143"/>
                  </a:moveTo>
                  <a:cubicBezTo>
                    <a:pt x="250322" y="37143"/>
                    <a:pt x="249510" y="36332"/>
                    <a:pt x="250322" y="35520"/>
                  </a:cubicBezTo>
                  <a:cubicBezTo>
                    <a:pt x="251133" y="34708"/>
                    <a:pt x="251945" y="34708"/>
                    <a:pt x="252756" y="35520"/>
                  </a:cubicBezTo>
                  <a:cubicBezTo>
                    <a:pt x="254378" y="36332"/>
                    <a:pt x="253567" y="37143"/>
                    <a:pt x="251133" y="37143"/>
                  </a:cubicBezTo>
                  <a:close/>
                  <a:moveTo>
                    <a:pt x="35323" y="460945"/>
                  </a:moveTo>
                  <a:cubicBezTo>
                    <a:pt x="34512" y="459321"/>
                    <a:pt x="36135" y="456886"/>
                    <a:pt x="38568" y="456886"/>
                  </a:cubicBezTo>
                  <a:cubicBezTo>
                    <a:pt x="39380" y="456886"/>
                    <a:pt x="41003" y="457697"/>
                    <a:pt x="41003" y="458509"/>
                  </a:cubicBezTo>
                  <a:cubicBezTo>
                    <a:pt x="40191" y="460133"/>
                    <a:pt x="36135" y="462569"/>
                    <a:pt x="35323" y="460945"/>
                  </a:cubicBezTo>
                  <a:close/>
                  <a:moveTo>
                    <a:pt x="42625" y="448767"/>
                  </a:moveTo>
                  <a:cubicBezTo>
                    <a:pt x="40191" y="448767"/>
                    <a:pt x="40191" y="447955"/>
                    <a:pt x="41003" y="446331"/>
                  </a:cubicBezTo>
                  <a:cubicBezTo>
                    <a:pt x="41814" y="444707"/>
                    <a:pt x="42625" y="443895"/>
                    <a:pt x="42625" y="443895"/>
                  </a:cubicBezTo>
                  <a:cubicBezTo>
                    <a:pt x="42625" y="443895"/>
                    <a:pt x="43436" y="444707"/>
                    <a:pt x="43436" y="446331"/>
                  </a:cubicBezTo>
                  <a:cubicBezTo>
                    <a:pt x="45059" y="448767"/>
                    <a:pt x="45059" y="448767"/>
                    <a:pt x="42625" y="448767"/>
                  </a:cubicBezTo>
                  <a:close/>
                  <a:moveTo>
                    <a:pt x="43436" y="439024"/>
                  </a:moveTo>
                  <a:cubicBezTo>
                    <a:pt x="41814" y="439024"/>
                    <a:pt x="41003" y="438212"/>
                    <a:pt x="41003" y="437400"/>
                  </a:cubicBezTo>
                  <a:cubicBezTo>
                    <a:pt x="41003" y="436589"/>
                    <a:pt x="41814" y="435777"/>
                    <a:pt x="43436" y="436589"/>
                  </a:cubicBezTo>
                  <a:cubicBezTo>
                    <a:pt x="45059" y="436589"/>
                    <a:pt x="45871" y="438212"/>
                    <a:pt x="45871" y="438212"/>
                  </a:cubicBezTo>
                  <a:cubicBezTo>
                    <a:pt x="45059" y="439024"/>
                    <a:pt x="44248" y="439836"/>
                    <a:pt x="43436" y="439024"/>
                  </a:cubicBezTo>
                  <a:close/>
                  <a:moveTo>
                    <a:pt x="47493" y="435777"/>
                  </a:moveTo>
                  <a:cubicBezTo>
                    <a:pt x="45871" y="437400"/>
                    <a:pt x="42625" y="434965"/>
                    <a:pt x="42625" y="433341"/>
                  </a:cubicBezTo>
                  <a:cubicBezTo>
                    <a:pt x="42625" y="432529"/>
                    <a:pt x="42625" y="432529"/>
                    <a:pt x="43436" y="432529"/>
                  </a:cubicBezTo>
                  <a:cubicBezTo>
                    <a:pt x="44248" y="432529"/>
                    <a:pt x="45059" y="432529"/>
                    <a:pt x="45871" y="431717"/>
                  </a:cubicBezTo>
                  <a:cubicBezTo>
                    <a:pt x="47493" y="430094"/>
                    <a:pt x="47493" y="430905"/>
                    <a:pt x="47493" y="432529"/>
                  </a:cubicBezTo>
                  <a:cubicBezTo>
                    <a:pt x="48304" y="433341"/>
                    <a:pt x="47493" y="434965"/>
                    <a:pt x="47493" y="435777"/>
                  </a:cubicBezTo>
                  <a:close/>
                  <a:moveTo>
                    <a:pt x="50738" y="431717"/>
                  </a:moveTo>
                  <a:cubicBezTo>
                    <a:pt x="49927" y="431717"/>
                    <a:pt x="49116" y="431717"/>
                    <a:pt x="50738" y="431717"/>
                  </a:cubicBezTo>
                  <a:cubicBezTo>
                    <a:pt x="50738" y="430094"/>
                    <a:pt x="49927" y="429282"/>
                    <a:pt x="48304" y="427658"/>
                  </a:cubicBezTo>
                  <a:cubicBezTo>
                    <a:pt x="45871" y="426034"/>
                    <a:pt x="45871" y="426034"/>
                    <a:pt x="48304" y="426034"/>
                  </a:cubicBezTo>
                  <a:cubicBezTo>
                    <a:pt x="51550" y="426846"/>
                    <a:pt x="53172" y="430094"/>
                    <a:pt x="50738" y="431717"/>
                  </a:cubicBezTo>
                  <a:close/>
                  <a:moveTo>
                    <a:pt x="73455" y="352965"/>
                  </a:moveTo>
                  <a:cubicBezTo>
                    <a:pt x="73455" y="352965"/>
                    <a:pt x="74267" y="353777"/>
                    <a:pt x="74267" y="354589"/>
                  </a:cubicBezTo>
                  <a:cubicBezTo>
                    <a:pt x="74267" y="355401"/>
                    <a:pt x="73455" y="356212"/>
                    <a:pt x="72644" y="356212"/>
                  </a:cubicBezTo>
                  <a:cubicBezTo>
                    <a:pt x="71832" y="356212"/>
                    <a:pt x="71832" y="355401"/>
                    <a:pt x="71832" y="354589"/>
                  </a:cubicBezTo>
                  <a:cubicBezTo>
                    <a:pt x="71832" y="353777"/>
                    <a:pt x="73455" y="352965"/>
                    <a:pt x="73455" y="352965"/>
                  </a:cubicBezTo>
                  <a:close/>
                  <a:moveTo>
                    <a:pt x="67776" y="371638"/>
                  </a:moveTo>
                  <a:cubicBezTo>
                    <a:pt x="66965" y="371638"/>
                    <a:pt x="66153" y="370826"/>
                    <a:pt x="66153" y="369203"/>
                  </a:cubicBezTo>
                  <a:cubicBezTo>
                    <a:pt x="66153" y="367579"/>
                    <a:pt x="66153" y="366767"/>
                    <a:pt x="66965" y="366767"/>
                  </a:cubicBezTo>
                  <a:cubicBezTo>
                    <a:pt x="67776" y="367579"/>
                    <a:pt x="68587" y="368391"/>
                    <a:pt x="68587" y="369203"/>
                  </a:cubicBezTo>
                  <a:cubicBezTo>
                    <a:pt x="68587" y="370014"/>
                    <a:pt x="68587" y="370826"/>
                    <a:pt x="67776" y="371638"/>
                  </a:cubicBezTo>
                  <a:close/>
                  <a:moveTo>
                    <a:pt x="70210" y="365143"/>
                  </a:moveTo>
                  <a:cubicBezTo>
                    <a:pt x="67776" y="365143"/>
                    <a:pt x="68587" y="361084"/>
                    <a:pt x="71832" y="360272"/>
                  </a:cubicBezTo>
                  <a:cubicBezTo>
                    <a:pt x="73455" y="360272"/>
                    <a:pt x="74267" y="359460"/>
                    <a:pt x="74267" y="360272"/>
                  </a:cubicBezTo>
                  <a:cubicBezTo>
                    <a:pt x="74267" y="361084"/>
                    <a:pt x="71021" y="365143"/>
                    <a:pt x="70210" y="365143"/>
                  </a:cubicBezTo>
                  <a:close/>
                  <a:moveTo>
                    <a:pt x="78323" y="348906"/>
                  </a:moveTo>
                  <a:cubicBezTo>
                    <a:pt x="77512" y="349717"/>
                    <a:pt x="76700" y="348906"/>
                    <a:pt x="76700" y="347282"/>
                  </a:cubicBezTo>
                  <a:cubicBezTo>
                    <a:pt x="76700" y="345658"/>
                    <a:pt x="76700" y="344846"/>
                    <a:pt x="77512" y="344846"/>
                  </a:cubicBezTo>
                  <a:cubicBezTo>
                    <a:pt x="78323" y="344846"/>
                    <a:pt x="79134" y="345658"/>
                    <a:pt x="79134" y="346470"/>
                  </a:cubicBezTo>
                  <a:cubicBezTo>
                    <a:pt x="79946" y="347282"/>
                    <a:pt x="79134" y="348906"/>
                    <a:pt x="78323" y="348906"/>
                  </a:cubicBezTo>
                  <a:close/>
                  <a:moveTo>
                    <a:pt x="81568" y="340787"/>
                  </a:moveTo>
                  <a:cubicBezTo>
                    <a:pt x="79946" y="340787"/>
                    <a:pt x="79134" y="339975"/>
                    <a:pt x="80757" y="339975"/>
                  </a:cubicBezTo>
                  <a:cubicBezTo>
                    <a:pt x="81568" y="339975"/>
                    <a:pt x="83191" y="339163"/>
                    <a:pt x="83191" y="339975"/>
                  </a:cubicBezTo>
                  <a:cubicBezTo>
                    <a:pt x="84002" y="340787"/>
                    <a:pt x="83191" y="340787"/>
                    <a:pt x="81568" y="340787"/>
                  </a:cubicBezTo>
                  <a:close/>
                  <a:moveTo>
                    <a:pt x="86436" y="333480"/>
                  </a:moveTo>
                  <a:cubicBezTo>
                    <a:pt x="85625" y="333480"/>
                    <a:pt x="85625" y="331856"/>
                    <a:pt x="84814" y="331044"/>
                  </a:cubicBezTo>
                  <a:cubicBezTo>
                    <a:pt x="84814" y="330232"/>
                    <a:pt x="84814" y="328609"/>
                    <a:pt x="84814" y="328609"/>
                  </a:cubicBezTo>
                  <a:cubicBezTo>
                    <a:pt x="84814" y="328609"/>
                    <a:pt x="85625" y="329420"/>
                    <a:pt x="86436" y="331044"/>
                  </a:cubicBezTo>
                  <a:cubicBezTo>
                    <a:pt x="87247" y="332668"/>
                    <a:pt x="87247" y="333480"/>
                    <a:pt x="86436" y="333480"/>
                  </a:cubicBezTo>
                  <a:close/>
                  <a:moveTo>
                    <a:pt x="105096" y="298569"/>
                  </a:moveTo>
                  <a:cubicBezTo>
                    <a:pt x="103474" y="300193"/>
                    <a:pt x="103474" y="302628"/>
                    <a:pt x="103474" y="303440"/>
                  </a:cubicBezTo>
                  <a:cubicBezTo>
                    <a:pt x="103474" y="304252"/>
                    <a:pt x="103474" y="305064"/>
                    <a:pt x="102663" y="305064"/>
                  </a:cubicBezTo>
                  <a:cubicBezTo>
                    <a:pt x="100228" y="305876"/>
                    <a:pt x="100228" y="302628"/>
                    <a:pt x="104285" y="298569"/>
                  </a:cubicBezTo>
                  <a:cubicBezTo>
                    <a:pt x="106719" y="293698"/>
                    <a:pt x="107530" y="293698"/>
                    <a:pt x="105096" y="298569"/>
                  </a:cubicBezTo>
                  <a:close/>
                  <a:moveTo>
                    <a:pt x="140794" y="237678"/>
                  </a:moveTo>
                  <a:cubicBezTo>
                    <a:pt x="142417" y="236866"/>
                    <a:pt x="142417" y="236866"/>
                    <a:pt x="140794" y="240113"/>
                  </a:cubicBezTo>
                  <a:cubicBezTo>
                    <a:pt x="139983" y="241737"/>
                    <a:pt x="139172" y="241737"/>
                    <a:pt x="139172" y="240925"/>
                  </a:cubicBezTo>
                  <a:cubicBezTo>
                    <a:pt x="139172" y="239302"/>
                    <a:pt x="139983" y="237678"/>
                    <a:pt x="140794" y="237678"/>
                  </a:cubicBezTo>
                  <a:close/>
                  <a:moveTo>
                    <a:pt x="131870" y="255539"/>
                  </a:moveTo>
                  <a:cubicBezTo>
                    <a:pt x="131059" y="257163"/>
                    <a:pt x="128625" y="255539"/>
                    <a:pt x="128625" y="253104"/>
                  </a:cubicBezTo>
                  <a:cubicBezTo>
                    <a:pt x="128625" y="252292"/>
                    <a:pt x="129436" y="251480"/>
                    <a:pt x="131059" y="251480"/>
                  </a:cubicBezTo>
                  <a:cubicBezTo>
                    <a:pt x="132681" y="251480"/>
                    <a:pt x="133492" y="253915"/>
                    <a:pt x="131870" y="255539"/>
                  </a:cubicBezTo>
                  <a:close/>
                  <a:moveTo>
                    <a:pt x="135926" y="247421"/>
                  </a:moveTo>
                  <a:cubicBezTo>
                    <a:pt x="135926" y="248232"/>
                    <a:pt x="135115" y="249856"/>
                    <a:pt x="133492" y="249856"/>
                  </a:cubicBezTo>
                  <a:cubicBezTo>
                    <a:pt x="131059" y="249856"/>
                    <a:pt x="131059" y="249856"/>
                    <a:pt x="131870" y="248232"/>
                  </a:cubicBezTo>
                  <a:cubicBezTo>
                    <a:pt x="132681" y="247421"/>
                    <a:pt x="133492" y="245797"/>
                    <a:pt x="132681" y="244173"/>
                  </a:cubicBezTo>
                  <a:cubicBezTo>
                    <a:pt x="132681" y="242549"/>
                    <a:pt x="132681" y="242549"/>
                    <a:pt x="135926" y="242549"/>
                  </a:cubicBezTo>
                  <a:cubicBezTo>
                    <a:pt x="138360" y="242549"/>
                    <a:pt x="140794" y="244173"/>
                    <a:pt x="143228" y="244985"/>
                  </a:cubicBezTo>
                  <a:cubicBezTo>
                    <a:pt x="145662" y="246609"/>
                    <a:pt x="145662" y="246609"/>
                    <a:pt x="140794" y="245797"/>
                  </a:cubicBezTo>
                  <a:cubicBezTo>
                    <a:pt x="137549" y="246609"/>
                    <a:pt x="135926" y="246609"/>
                    <a:pt x="135926" y="247421"/>
                  </a:cubicBezTo>
                  <a:close/>
                  <a:moveTo>
                    <a:pt x="143228" y="255539"/>
                  </a:moveTo>
                  <a:cubicBezTo>
                    <a:pt x="140794" y="256351"/>
                    <a:pt x="139983" y="255539"/>
                    <a:pt x="139983" y="253915"/>
                  </a:cubicBezTo>
                  <a:cubicBezTo>
                    <a:pt x="139983" y="252292"/>
                    <a:pt x="140794" y="251480"/>
                    <a:pt x="141606" y="251480"/>
                  </a:cubicBezTo>
                  <a:cubicBezTo>
                    <a:pt x="142417" y="251480"/>
                    <a:pt x="142417" y="250668"/>
                    <a:pt x="141606" y="249856"/>
                  </a:cubicBezTo>
                  <a:cubicBezTo>
                    <a:pt x="140794" y="249044"/>
                    <a:pt x="141606" y="248232"/>
                    <a:pt x="143228" y="248232"/>
                  </a:cubicBezTo>
                  <a:cubicBezTo>
                    <a:pt x="144851" y="248232"/>
                    <a:pt x="144851" y="249044"/>
                    <a:pt x="144851" y="249856"/>
                  </a:cubicBezTo>
                  <a:cubicBezTo>
                    <a:pt x="144039" y="250668"/>
                    <a:pt x="144851" y="252292"/>
                    <a:pt x="145662" y="253104"/>
                  </a:cubicBezTo>
                  <a:cubicBezTo>
                    <a:pt x="146474" y="253915"/>
                    <a:pt x="147285" y="254727"/>
                    <a:pt x="147285" y="254727"/>
                  </a:cubicBezTo>
                  <a:cubicBezTo>
                    <a:pt x="146474" y="254727"/>
                    <a:pt x="144851" y="255539"/>
                    <a:pt x="143228" y="255539"/>
                  </a:cubicBezTo>
                  <a:close/>
                  <a:moveTo>
                    <a:pt x="148096" y="248232"/>
                  </a:moveTo>
                  <a:cubicBezTo>
                    <a:pt x="147285" y="247421"/>
                    <a:pt x="147285" y="244985"/>
                    <a:pt x="148907" y="244985"/>
                  </a:cubicBezTo>
                  <a:cubicBezTo>
                    <a:pt x="148907" y="244985"/>
                    <a:pt x="148907" y="245797"/>
                    <a:pt x="149719" y="247421"/>
                  </a:cubicBezTo>
                  <a:cubicBezTo>
                    <a:pt x="149719" y="248232"/>
                    <a:pt x="148907" y="249044"/>
                    <a:pt x="148096" y="248232"/>
                  </a:cubicBezTo>
                  <a:close/>
                  <a:moveTo>
                    <a:pt x="153775" y="232807"/>
                  </a:moveTo>
                  <a:cubicBezTo>
                    <a:pt x="153775" y="233618"/>
                    <a:pt x="150530" y="233618"/>
                    <a:pt x="147285" y="233618"/>
                  </a:cubicBezTo>
                  <a:cubicBezTo>
                    <a:pt x="142417" y="233618"/>
                    <a:pt x="141606" y="232807"/>
                    <a:pt x="143228" y="231183"/>
                  </a:cubicBezTo>
                  <a:cubicBezTo>
                    <a:pt x="145662" y="227935"/>
                    <a:pt x="147285" y="227124"/>
                    <a:pt x="147285" y="231183"/>
                  </a:cubicBezTo>
                  <a:cubicBezTo>
                    <a:pt x="147285" y="232807"/>
                    <a:pt x="147285" y="233618"/>
                    <a:pt x="148907" y="231995"/>
                  </a:cubicBezTo>
                  <a:cubicBezTo>
                    <a:pt x="149719" y="231183"/>
                    <a:pt x="151341" y="231183"/>
                    <a:pt x="152153" y="231183"/>
                  </a:cubicBezTo>
                  <a:cubicBezTo>
                    <a:pt x="152964" y="231995"/>
                    <a:pt x="152964" y="231183"/>
                    <a:pt x="152153" y="229559"/>
                  </a:cubicBezTo>
                  <a:cubicBezTo>
                    <a:pt x="151341" y="228747"/>
                    <a:pt x="150530" y="227124"/>
                    <a:pt x="148907" y="227935"/>
                  </a:cubicBezTo>
                  <a:cubicBezTo>
                    <a:pt x="148096" y="227935"/>
                    <a:pt x="146474" y="227935"/>
                    <a:pt x="146474" y="227124"/>
                  </a:cubicBezTo>
                  <a:cubicBezTo>
                    <a:pt x="145662" y="226312"/>
                    <a:pt x="146474" y="225500"/>
                    <a:pt x="148096" y="225500"/>
                  </a:cubicBezTo>
                  <a:cubicBezTo>
                    <a:pt x="149719" y="225500"/>
                    <a:pt x="150530" y="223876"/>
                    <a:pt x="150530" y="223064"/>
                  </a:cubicBezTo>
                  <a:cubicBezTo>
                    <a:pt x="150530" y="221440"/>
                    <a:pt x="151341" y="219816"/>
                    <a:pt x="152964" y="219816"/>
                  </a:cubicBezTo>
                  <a:cubicBezTo>
                    <a:pt x="154587" y="219816"/>
                    <a:pt x="154587" y="220628"/>
                    <a:pt x="154587" y="220628"/>
                  </a:cubicBezTo>
                  <a:cubicBezTo>
                    <a:pt x="152964" y="222252"/>
                    <a:pt x="152153" y="227124"/>
                    <a:pt x="153775" y="226312"/>
                  </a:cubicBezTo>
                  <a:cubicBezTo>
                    <a:pt x="154587" y="224688"/>
                    <a:pt x="154587" y="230371"/>
                    <a:pt x="153775" y="232807"/>
                  </a:cubicBezTo>
                  <a:close/>
                  <a:moveTo>
                    <a:pt x="156209" y="236054"/>
                  </a:moveTo>
                  <a:cubicBezTo>
                    <a:pt x="154587" y="236866"/>
                    <a:pt x="154587" y="236054"/>
                    <a:pt x="154587" y="234430"/>
                  </a:cubicBezTo>
                  <a:cubicBezTo>
                    <a:pt x="154587" y="232807"/>
                    <a:pt x="156209" y="232807"/>
                    <a:pt x="157021" y="232807"/>
                  </a:cubicBezTo>
                  <a:cubicBezTo>
                    <a:pt x="158643" y="234430"/>
                    <a:pt x="158643" y="235242"/>
                    <a:pt x="156209" y="236054"/>
                  </a:cubicBezTo>
                  <a:close/>
                  <a:moveTo>
                    <a:pt x="165945" y="206015"/>
                  </a:moveTo>
                  <a:cubicBezTo>
                    <a:pt x="165134" y="206015"/>
                    <a:pt x="163511" y="207638"/>
                    <a:pt x="161888" y="210886"/>
                  </a:cubicBezTo>
                  <a:cubicBezTo>
                    <a:pt x="159455" y="214945"/>
                    <a:pt x="159455" y="214945"/>
                    <a:pt x="161077" y="214133"/>
                  </a:cubicBezTo>
                  <a:cubicBezTo>
                    <a:pt x="163511" y="213321"/>
                    <a:pt x="164322" y="214945"/>
                    <a:pt x="161888" y="217381"/>
                  </a:cubicBezTo>
                  <a:cubicBezTo>
                    <a:pt x="160266" y="219005"/>
                    <a:pt x="159455" y="218193"/>
                    <a:pt x="158643" y="217381"/>
                  </a:cubicBezTo>
                  <a:cubicBezTo>
                    <a:pt x="157832" y="216569"/>
                    <a:pt x="156209" y="215757"/>
                    <a:pt x="155398" y="216569"/>
                  </a:cubicBezTo>
                  <a:cubicBezTo>
                    <a:pt x="152964" y="218193"/>
                    <a:pt x="152964" y="216569"/>
                    <a:pt x="157021" y="211698"/>
                  </a:cubicBezTo>
                  <a:cubicBezTo>
                    <a:pt x="158643" y="209262"/>
                    <a:pt x="161888" y="206015"/>
                    <a:pt x="163511" y="204391"/>
                  </a:cubicBezTo>
                  <a:cubicBezTo>
                    <a:pt x="165945" y="201955"/>
                    <a:pt x="168379" y="199519"/>
                    <a:pt x="167568" y="202767"/>
                  </a:cubicBezTo>
                  <a:cubicBezTo>
                    <a:pt x="166756" y="203579"/>
                    <a:pt x="167568" y="204391"/>
                    <a:pt x="168379" y="205203"/>
                  </a:cubicBezTo>
                  <a:cubicBezTo>
                    <a:pt x="169190" y="205203"/>
                    <a:pt x="167568" y="206015"/>
                    <a:pt x="165945" y="206015"/>
                  </a:cubicBezTo>
                  <a:close/>
                  <a:moveTo>
                    <a:pt x="174058" y="190589"/>
                  </a:moveTo>
                  <a:cubicBezTo>
                    <a:pt x="173247" y="190589"/>
                    <a:pt x="172435" y="189777"/>
                    <a:pt x="173247" y="188965"/>
                  </a:cubicBezTo>
                  <a:cubicBezTo>
                    <a:pt x="173247" y="188153"/>
                    <a:pt x="174058" y="187341"/>
                    <a:pt x="174870" y="187341"/>
                  </a:cubicBezTo>
                  <a:cubicBezTo>
                    <a:pt x="174870" y="187341"/>
                    <a:pt x="175681" y="188153"/>
                    <a:pt x="175681" y="188965"/>
                  </a:cubicBezTo>
                  <a:cubicBezTo>
                    <a:pt x="175681" y="190589"/>
                    <a:pt x="174870" y="190589"/>
                    <a:pt x="174058" y="190589"/>
                  </a:cubicBezTo>
                  <a:close/>
                  <a:moveTo>
                    <a:pt x="178115" y="193024"/>
                  </a:moveTo>
                  <a:cubicBezTo>
                    <a:pt x="176492" y="193836"/>
                    <a:pt x="175681" y="193024"/>
                    <a:pt x="176492" y="191401"/>
                  </a:cubicBezTo>
                  <a:cubicBezTo>
                    <a:pt x="177303" y="190589"/>
                    <a:pt x="178115" y="188965"/>
                    <a:pt x="178926" y="188965"/>
                  </a:cubicBezTo>
                  <a:cubicBezTo>
                    <a:pt x="180549" y="189777"/>
                    <a:pt x="179738" y="192213"/>
                    <a:pt x="178115" y="193024"/>
                  </a:cubicBezTo>
                  <a:close/>
                  <a:moveTo>
                    <a:pt x="178926" y="184906"/>
                  </a:moveTo>
                  <a:cubicBezTo>
                    <a:pt x="177303" y="186530"/>
                    <a:pt x="176492" y="186530"/>
                    <a:pt x="176492" y="186530"/>
                  </a:cubicBezTo>
                  <a:cubicBezTo>
                    <a:pt x="175681" y="185718"/>
                    <a:pt x="176492" y="184094"/>
                    <a:pt x="178115" y="184094"/>
                  </a:cubicBezTo>
                  <a:cubicBezTo>
                    <a:pt x="179738" y="183282"/>
                    <a:pt x="180549" y="182470"/>
                    <a:pt x="181360" y="183282"/>
                  </a:cubicBezTo>
                  <a:cubicBezTo>
                    <a:pt x="180549" y="182470"/>
                    <a:pt x="179738" y="184094"/>
                    <a:pt x="178926" y="184906"/>
                  </a:cubicBezTo>
                  <a:close/>
                  <a:moveTo>
                    <a:pt x="188662" y="171104"/>
                  </a:moveTo>
                  <a:cubicBezTo>
                    <a:pt x="187851" y="172727"/>
                    <a:pt x="186228" y="173539"/>
                    <a:pt x="186228" y="172727"/>
                  </a:cubicBezTo>
                  <a:cubicBezTo>
                    <a:pt x="186228" y="171916"/>
                    <a:pt x="186228" y="170292"/>
                    <a:pt x="187851" y="169480"/>
                  </a:cubicBezTo>
                  <a:cubicBezTo>
                    <a:pt x="191096" y="166233"/>
                    <a:pt x="191096" y="167044"/>
                    <a:pt x="188662" y="171104"/>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49" name="Freeform 148">
              <a:extLst>
                <a:ext uri="{FF2B5EF4-FFF2-40B4-BE49-F238E27FC236}">
                  <a16:creationId xmlns:a16="http://schemas.microsoft.com/office/drawing/2014/main" id="{630EE9BD-CEF9-0B73-132E-B64DD915A4AC}"/>
                </a:ext>
              </a:extLst>
            </p:cNvPr>
            <p:cNvSpPr/>
            <p:nvPr/>
          </p:nvSpPr>
          <p:spPr>
            <a:xfrm>
              <a:off x="5051317" y="3253108"/>
              <a:ext cx="5186" cy="1984"/>
            </a:xfrm>
            <a:custGeom>
              <a:avLst/>
              <a:gdLst>
                <a:gd name="connsiteX0" fmla="*/ 0 w 5186"/>
                <a:gd name="connsiteY0" fmla="*/ 1624 h 1984"/>
                <a:gd name="connsiteX1" fmla="*/ 3245 w 5186"/>
                <a:gd name="connsiteY1" fmla="*/ 1624 h 1984"/>
                <a:gd name="connsiteX2" fmla="*/ 4868 w 5186"/>
                <a:gd name="connsiteY2" fmla="*/ 0 h 1984"/>
                <a:gd name="connsiteX3" fmla="*/ 1622 w 5186"/>
                <a:gd name="connsiteY3" fmla="*/ 0 h 1984"/>
                <a:gd name="connsiteX4" fmla="*/ 0 w 5186"/>
                <a:gd name="connsiteY4" fmla="*/ 1624 h 1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6" h="1984">
                  <a:moveTo>
                    <a:pt x="0" y="1624"/>
                  </a:moveTo>
                  <a:cubicBezTo>
                    <a:pt x="0" y="2436"/>
                    <a:pt x="1622" y="1624"/>
                    <a:pt x="3245" y="1624"/>
                  </a:cubicBezTo>
                  <a:cubicBezTo>
                    <a:pt x="4868" y="1624"/>
                    <a:pt x="5679" y="812"/>
                    <a:pt x="4868" y="0"/>
                  </a:cubicBezTo>
                  <a:cubicBezTo>
                    <a:pt x="4868" y="0"/>
                    <a:pt x="3245" y="0"/>
                    <a:pt x="1622" y="0"/>
                  </a:cubicBezTo>
                  <a:cubicBezTo>
                    <a:pt x="0" y="0"/>
                    <a:pt x="0" y="812"/>
                    <a:pt x="0" y="1624"/>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0" name="Freeform 149">
              <a:extLst>
                <a:ext uri="{FF2B5EF4-FFF2-40B4-BE49-F238E27FC236}">
                  <a16:creationId xmlns:a16="http://schemas.microsoft.com/office/drawing/2014/main" id="{93E4E424-7893-0852-C657-FC19B62DD6CB}"/>
                </a:ext>
              </a:extLst>
            </p:cNvPr>
            <p:cNvSpPr/>
            <p:nvPr/>
          </p:nvSpPr>
          <p:spPr>
            <a:xfrm>
              <a:off x="5080451" y="3255544"/>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0"/>
                    <a:pt x="73" y="812"/>
                    <a:pt x="1696" y="812"/>
                  </a:cubicBezTo>
                  <a:cubicBezTo>
                    <a:pt x="3319" y="812"/>
                    <a:pt x="4130" y="812"/>
                    <a:pt x="4130" y="0"/>
                  </a:cubicBezTo>
                  <a:cubicBezTo>
                    <a:pt x="3319" y="0"/>
                    <a:pt x="1696" y="0"/>
                    <a:pt x="884" y="0"/>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1" name="Freeform 150">
              <a:extLst>
                <a:ext uri="{FF2B5EF4-FFF2-40B4-BE49-F238E27FC236}">
                  <a16:creationId xmlns:a16="http://schemas.microsoft.com/office/drawing/2014/main" id="{AA100E6B-420D-9033-E8B6-BDF632CFAD62}"/>
                </a:ext>
              </a:extLst>
            </p:cNvPr>
            <p:cNvSpPr/>
            <p:nvPr/>
          </p:nvSpPr>
          <p:spPr>
            <a:xfrm>
              <a:off x="4719489" y="3602216"/>
              <a:ext cx="3903" cy="4059"/>
            </a:xfrm>
            <a:custGeom>
              <a:avLst/>
              <a:gdLst>
                <a:gd name="connsiteX0" fmla="*/ 1623 w 3903"/>
                <a:gd name="connsiteY0" fmla="*/ 0 h 4059"/>
                <a:gd name="connsiteX1" fmla="*/ 0 w 3903"/>
                <a:gd name="connsiteY1" fmla="*/ 2436 h 4059"/>
                <a:gd name="connsiteX2" fmla="*/ 2434 w 3903"/>
                <a:gd name="connsiteY2" fmla="*/ 4059 h 4059"/>
                <a:gd name="connsiteX3" fmla="*/ 1623 w 3903"/>
                <a:gd name="connsiteY3" fmla="*/ 0 h 4059"/>
              </a:gdLst>
              <a:ahLst/>
              <a:cxnLst>
                <a:cxn ang="0">
                  <a:pos x="connsiteX0" y="connsiteY0"/>
                </a:cxn>
                <a:cxn ang="0">
                  <a:pos x="connsiteX1" y="connsiteY1"/>
                </a:cxn>
                <a:cxn ang="0">
                  <a:pos x="connsiteX2" y="connsiteY2"/>
                </a:cxn>
                <a:cxn ang="0">
                  <a:pos x="connsiteX3" y="connsiteY3"/>
                </a:cxn>
              </a:cxnLst>
              <a:rect l="l" t="t" r="r" b="b"/>
              <a:pathLst>
                <a:path w="3903" h="4059">
                  <a:moveTo>
                    <a:pt x="1623" y="0"/>
                  </a:moveTo>
                  <a:cubicBezTo>
                    <a:pt x="811" y="0"/>
                    <a:pt x="0" y="812"/>
                    <a:pt x="0" y="2436"/>
                  </a:cubicBezTo>
                  <a:cubicBezTo>
                    <a:pt x="811" y="4059"/>
                    <a:pt x="1623" y="4059"/>
                    <a:pt x="2434" y="4059"/>
                  </a:cubicBezTo>
                  <a:cubicBezTo>
                    <a:pt x="4868" y="1624"/>
                    <a:pt x="4057" y="0"/>
                    <a:pt x="1623" y="0"/>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2" name="Freeform 151">
              <a:extLst>
                <a:ext uri="{FF2B5EF4-FFF2-40B4-BE49-F238E27FC236}">
                  <a16:creationId xmlns:a16="http://schemas.microsoft.com/office/drawing/2014/main" id="{0E20134B-263A-9336-1EE4-8AB953090095}"/>
                </a:ext>
              </a:extLst>
            </p:cNvPr>
            <p:cNvSpPr/>
            <p:nvPr/>
          </p:nvSpPr>
          <p:spPr>
            <a:xfrm>
              <a:off x="4674867" y="3660639"/>
              <a:ext cx="2839" cy="4165"/>
            </a:xfrm>
            <a:custGeom>
              <a:avLst/>
              <a:gdLst>
                <a:gd name="connsiteX0" fmla="*/ 1623 w 2839"/>
                <a:gd name="connsiteY0" fmla="*/ 845 h 4165"/>
                <a:gd name="connsiteX1" fmla="*/ 0 w 2839"/>
                <a:gd name="connsiteY1" fmla="*/ 3281 h 4165"/>
                <a:gd name="connsiteX2" fmla="*/ 1623 w 2839"/>
                <a:gd name="connsiteY2" fmla="*/ 2469 h 4165"/>
                <a:gd name="connsiteX3" fmla="*/ 1623 w 2839"/>
                <a:gd name="connsiteY3" fmla="*/ 845 h 4165"/>
              </a:gdLst>
              <a:ahLst/>
              <a:cxnLst>
                <a:cxn ang="0">
                  <a:pos x="connsiteX0" y="connsiteY0"/>
                </a:cxn>
                <a:cxn ang="0">
                  <a:pos x="connsiteX1" y="connsiteY1"/>
                </a:cxn>
                <a:cxn ang="0">
                  <a:pos x="connsiteX2" y="connsiteY2"/>
                </a:cxn>
                <a:cxn ang="0">
                  <a:pos x="connsiteX3" y="connsiteY3"/>
                </a:cxn>
              </a:cxnLst>
              <a:rect l="l" t="t" r="r" b="b"/>
              <a:pathLst>
                <a:path w="2839" h="4165">
                  <a:moveTo>
                    <a:pt x="1623" y="845"/>
                  </a:moveTo>
                  <a:cubicBezTo>
                    <a:pt x="811" y="845"/>
                    <a:pt x="0" y="2469"/>
                    <a:pt x="0" y="3281"/>
                  </a:cubicBezTo>
                  <a:cubicBezTo>
                    <a:pt x="0" y="4904"/>
                    <a:pt x="811" y="4092"/>
                    <a:pt x="1623" y="2469"/>
                  </a:cubicBezTo>
                  <a:cubicBezTo>
                    <a:pt x="3245" y="33"/>
                    <a:pt x="3245" y="-779"/>
                    <a:pt x="1623" y="845"/>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3" name="Freeform 152">
              <a:extLst>
                <a:ext uri="{FF2B5EF4-FFF2-40B4-BE49-F238E27FC236}">
                  <a16:creationId xmlns:a16="http://schemas.microsoft.com/office/drawing/2014/main" id="{E129D1D1-846A-38BE-E4A9-85309AF08028}"/>
                </a:ext>
              </a:extLst>
            </p:cNvPr>
            <p:cNvSpPr/>
            <p:nvPr/>
          </p:nvSpPr>
          <p:spPr>
            <a:xfrm>
              <a:off x="5039959" y="3251484"/>
              <a:ext cx="3245" cy="3247"/>
            </a:xfrm>
            <a:custGeom>
              <a:avLst/>
              <a:gdLst>
                <a:gd name="connsiteX0" fmla="*/ 0 w 3245"/>
                <a:gd name="connsiteY0" fmla="*/ 812 h 3247"/>
                <a:gd name="connsiteX1" fmla="*/ 1623 w 3245"/>
                <a:gd name="connsiteY1" fmla="*/ 3247 h 3247"/>
                <a:gd name="connsiteX2" fmla="*/ 3245 w 3245"/>
                <a:gd name="connsiteY2" fmla="*/ 2436 h 3247"/>
                <a:gd name="connsiteX3" fmla="*/ 1623 w 3245"/>
                <a:gd name="connsiteY3" fmla="*/ 0 h 3247"/>
                <a:gd name="connsiteX4" fmla="*/ 0 w 3245"/>
                <a:gd name="connsiteY4" fmla="*/ 812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812"/>
                  </a:moveTo>
                  <a:cubicBezTo>
                    <a:pt x="0" y="1624"/>
                    <a:pt x="811" y="2436"/>
                    <a:pt x="1623" y="3247"/>
                  </a:cubicBezTo>
                  <a:cubicBezTo>
                    <a:pt x="2434" y="3247"/>
                    <a:pt x="3245" y="3247"/>
                    <a:pt x="3245" y="2436"/>
                  </a:cubicBezTo>
                  <a:cubicBezTo>
                    <a:pt x="3245" y="812"/>
                    <a:pt x="2434" y="0"/>
                    <a:pt x="1623" y="0"/>
                  </a:cubicBezTo>
                  <a:cubicBezTo>
                    <a:pt x="0" y="0"/>
                    <a:pt x="0" y="0"/>
                    <a:pt x="0" y="812"/>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4" name="Freeform 153">
              <a:extLst>
                <a:ext uri="{FF2B5EF4-FFF2-40B4-BE49-F238E27FC236}">
                  <a16:creationId xmlns:a16="http://schemas.microsoft.com/office/drawing/2014/main" id="{79E2491A-9153-6157-CC08-C4AAF03BC6CC}"/>
                </a:ext>
              </a:extLst>
            </p:cNvPr>
            <p:cNvSpPr/>
            <p:nvPr/>
          </p:nvSpPr>
          <p:spPr>
            <a:xfrm>
              <a:off x="4741534" y="3558302"/>
              <a:ext cx="11827" cy="23617"/>
            </a:xfrm>
            <a:custGeom>
              <a:avLst/>
              <a:gdLst>
                <a:gd name="connsiteX0" fmla="*/ 11219 w 11827"/>
                <a:gd name="connsiteY0" fmla="*/ 1697 h 23617"/>
                <a:gd name="connsiteX1" fmla="*/ 7974 w 11827"/>
                <a:gd name="connsiteY1" fmla="*/ 4133 h 23617"/>
                <a:gd name="connsiteX2" fmla="*/ 7163 w 11827"/>
                <a:gd name="connsiteY2" fmla="*/ 2509 h 23617"/>
                <a:gd name="connsiteX3" fmla="*/ 4729 w 11827"/>
                <a:gd name="connsiteY3" fmla="*/ 1697 h 23617"/>
                <a:gd name="connsiteX4" fmla="*/ 672 w 11827"/>
                <a:gd name="connsiteY4" fmla="*/ 4133 h 23617"/>
                <a:gd name="connsiteX5" fmla="*/ 1484 w 11827"/>
                <a:gd name="connsiteY5" fmla="*/ 4944 h 23617"/>
                <a:gd name="connsiteX6" fmla="*/ 3917 w 11827"/>
                <a:gd name="connsiteY6" fmla="*/ 7380 h 23617"/>
                <a:gd name="connsiteX7" fmla="*/ 3917 w 11827"/>
                <a:gd name="connsiteY7" fmla="*/ 11440 h 23617"/>
                <a:gd name="connsiteX8" fmla="*/ 2295 w 11827"/>
                <a:gd name="connsiteY8" fmla="*/ 9816 h 23617"/>
                <a:gd name="connsiteX9" fmla="*/ 672 w 11827"/>
                <a:gd name="connsiteY9" fmla="*/ 9816 h 23617"/>
                <a:gd name="connsiteX10" fmla="*/ 2295 w 11827"/>
                <a:gd name="connsiteY10" fmla="*/ 22806 h 23617"/>
                <a:gd name="connsiteX11" fmla="*/ 3917 w 11827"/>
                <a:gd name="connsiteY11" fmla="*/ 23618 h 23617"/>
                <a:gd name="connsiteX12" fmla="*/ 7974 w 11827"/>
                <a:gd name="connsiteY12" fmla="*/ 9004 h 23617"/>
                <a:gd name="connsiteX13" fmla="*/ 11219 w 11827"/>
                <a:gd name="connsiteY13" fmla="*/ 885 h 23617"/>
                <a:gd name="connsiteX14" fmla="*/ 11219 w 11827"/>
                <a:gd name="connsiteY14" fmla="*/ 1697 h 2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27" h="23617">
                  <a:moveTo>
                    <a:pt x="11219" y="1697"/>
                  </a:moveTo>
                  <a:cubicBezTo>
                    <a:pt x="10408" y="3321"/>
                    <a:pt x="8785" y="4133"/>
                    <a:pt x="7974" y="4133"/>
                  </a:cubicBezTo>
                  <a:cubicBezTo>
                    <a:pt x="7163" y="4133"/>
                    <a:pt x="7163" y="3321"/>
                    <a:pt x="7163" y="2509"/>
                  </a:cubicBezTo>
                  <a:cubicBezTo>
                    <a:pt x="7163" y="1697"/>
                    <a:pt x="6351" y="885"/>
                    <a:pt x="4729" y="1697"/>
                  </a:cubicBezTo>
                  <a:cubicBezTo>
                    <a:pt x="3106" y="1697"/>
                    <a:pt x="672" y="2509"/>
                    <a:pt x="672" y="4133"/>
                  </a:cubicBezTo>
                  <a:cubicBezTo>
                    <a:pt x="672" y="4944"/>
                    <a:pt x="672" y="5756"/>
                    <a:pt x="1484" y="4944"/>
                  </a:cubicBezTo>
                  <a:cubicBezTo>
                    <a:pt x="2295" y="4133"/>
                    <a:pt x="3106" y="5756"/>
                    <a:pt x="3917" y="7380"/>
                  </a:cubicBezTo>
                  <a:cubicBezTo>
                    <a:pt x="3917" y="9004"/>
                    <a:pt x="3917" y="10628"/>
                    <a:pt x="3917" y="11440"/>
                  </a:cubicBezTo>
                  <a:cubicBezTo>
                    <a:pt x="3917" y="12251"/>
                    <a:pt x="2295" y="11440"/>
                    <a:pt x="2295" y="9816"/>
                  </a:cubicBezTo>
                  <a:cubicBezTo>
                    <a:pt x="2295" y="8192"/>
                    <a:pt x="2295" y="9004"/>
                    <a:pt x="672" y="9816"/>
                  </a:cubicBezTo>
                  <a:cubicBezTo>
                    <a:pt x="-951" y="12251"/>
                    <a:pt x="672" y="20370"/>
                    <a:pt x="2295" y="22806"/>
                  </a:cubicBezTo>
                  <a:cubicBezTo>
                    <a:pt x="3106" y="23618"/>
                    <a:pt x="3917" y="23618"/>
                    <a:pt x="3917" y="23618"/>
                  </a:cubicBezTo>
                  <a:cubicBezTo>
                    <a:pt x="4729" y="17935"/>
                    <a:pt x="6351" y="13875"/>
                    <a:pt x="7974" y="9004"/>
                  </a:cubicBezTo>
                  <a:cubicBezTo>
                    <a:pt x="9597" y="4944"/>
                    <a:pt x="12031" y="1697"/>
                    <a:pt x="11219" y="885"/>
                  </a:cubicBezTo>
                  <a:cubicBezTo>
                    <a:pt x="12031" y="-739"/>
                    <a:pt x="12031" y="73"/>
                    <a:pt x="11219" y="1697"/>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5" name="Freeform 154">
              <a:extLst>
                <a:ext uri="{FF2B5EF4-FFF2-40B4-BE49-F238E27FC236}">
                  <a16:creationId xmlns:a16="http://schemas.microsoft.com/office/drawing/2014/main" id="{33C45423-0AD7-10B7-9D68-C5C2E7455332}"/>
                </a:ext>
              </a:extLst>
            </p:cNvPr>
            <p:cNvSpPr/>
            <p:nvPr/>
          </p:nvSpPr>
          <p:spPr>
            <a:xfrm>
              <a:off x="5061760" y="3252296"/>
              <a:ext cx="7405" cy="4871"/>
            </a:xfrm>
            <a:custGeom>
              <a:avLst/>
              <a:gdLst>
                <a:gd name="connsiteX0" fmla="*/ 1727 w 7405"/>
                <a:gd name="connsiteY0" fmla="*/ 812 h 4871"/>
                <a:gd name="connsiteX1" fmla="*/ 4160 w 7405"/>
                <a:gd name="connsiteY1" fmla="*/ 4871 h 4871"/>
                <a:gd name="connsiteX2" fmla="*/ 7406 w 7405"/>
                <a:gd name="connsiteY2" fmla="*/ 3247 h 4871"/>
                <a:gd name="connsiteX3" fmla="*/ 1727 w 7405"/>
                <a:gd name="connsiteY3" fmla="*/ 812 h 4871"/>
              </a:gdLst>
              <a:ahLst/>
              <a:cxnLst>
                <a:cxn ang="0">
                  <a:pos x="connsiteX0" y="connsiteY0"/>
                </a:cxn>
                <a:cxn ang="0">
                  <a:pos x="connsiteX1" y="connsiteY1"/>
                </a:cxn>
                <a:cxn ang="0">
                  <a:pos x="connsiteX2" y="connsiteY2"/>
                </a:cxn>
                <a:cxn ang="0">
                  <a:pos x="connsiteX3" y="connsiteY3"/>
                </a:cxn>
              </a:cxnLst>
              <a:rect l="l" t="t" r="r" b="b"/>
              <a:pathLst>
                <a:path w="7405" h="4871">
                  <a:moveTo>
                    <a:pt x="1727" y="812"/>
                  </a:moveTo>
                  <a:cubicBezTo>
                    <a:pt x="-1519" y="1624"/>
                    <a:pt x="104" y="4059"/>
                    <a:pt x="4160" y="4871"/>
                  </a:cubicBezTo>
                  <a:cubicBezTo>
                    <a:pt x="5783" y="4871"/>
                    <a:pt x="7406" y="4059"/>
                    <a:pt x="7406" y="3247"/>
                  </a:cubicBezTo>
                  <a:cubicBezTo>
                    <a:pt x="7406" y="0"/>
                    <a:pt x="5783" y="-812"/>
                    <a:pt x="1727" y="812"/>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6" name="Freeform 155">
              <a:extLst>
                <a:ext uri="{FF2B5EF4-FFF2-40B4-BE49-F238E27FC236}">
                  <a16:creationId xmlns:a16="http://schemas.microsoft.com/office/drawing/2014/main" id="{B0AC6B00-7E06-6F62-95EA-2EDAE91387E6}"/>
                </a:ext>
              </a:extLst>
            </p:cNvPr>
            <p:cNvSpPr/>
            <p:nvPr/>
          </p:nvSpPr>
          <p:spPr>
            <a:xfrm>
              <a:off x="4922318" y="3239306"/>
              <a:ext cx="3245" cy="3247"/>
            </a:xfrm>
            <a:custGeom>
              <a:avLst/>
              <a:gdLst>
                <a:gd name="connsiteX0" fmla="*/ 0 w 3245"/>
                <a:gd name="connsiteY0" fmla="*/ 1624 h 3247"/>
                <a:gd name="connsiteX1" fmla="*/ 1623 w 3245"/>
                <a:gd name="connsiteY1" fmla="*/ 3247 h 3247"/>
                <a:gd name="connsiteX2" fmla="*/ 3245 w 3245"/>
                <a:gd name="connsiteY2" fmla="*/ 1624 h 3247"/>
                <a:gd name="connsiteX3" fmla="*/ 1623 w 3245"/>
                <a:gd name="connsiteY3" fmla="*/ 0 h 3247"/>
                <a:gd name="connsiteX4" fmla="*/ 0 w 3245"/>
                <a:gd name="connsiteY4" fmla="*/ 1624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1624"/>
                  </a:moveTo>
                  <a:cubicBezTo>
                    <a:pt x="0" y="2436"/>
                    <a:pt x="811" y="3247"/>
                    <a:pt x="1623" y="3247"/>
                  </a:cubicBezTo>
                  <a:cubicBezTo>
                    <a:pt x="2434" y="3247"/>
                    <a:pt x="3245" y="2436"/>
                    <a:pt x="3245" y="1624"/>
                  </a:cubicBezTo>
                  <a:cubicBezTo>
                    <a:pt x="3245" y="812"/>
                    <a:pt x="2434" y="0"/>
                    <a:pt x="1623" y="0"/>
                  </a:cubicBezTo>
                  <a:cubicBezTo>
                    <a:pt x="811" y="0"/>
                    <a:pt x="0" y="812"/>
                    <a:pt x="0" y="1624"/>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7" name="Freeform 156">
              <a:extLst>
                <a:ext uri="{FF2B5EF4-FFF2-40B4-BE49-F238E27FC236}">
                  <a16:creationId xmlns:a16="http://schemas.microsoft.com/office/drawing/2014/main" id="{73A1110D-A162-31DA-A13F-B826534F4304}"/>
                </a:ext>
              </a:extLst>
            </p:cNvPr>
            <p:cNvSpPr/>
            <p:nvPr/>
          </p:nvSpPr>
          <p:spPr>
            <a:xfrm>
              <a:off x="4861396" y="3257167"/>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812"/>
                    <a:pt x="73" y="812"/>
                    <a:pt x="1696" y="812"/>
                  </a:cubicBezTo>
                  <a:cubicBezTo>
                    <a:pt x="3319" y="812"/>
                    <a:pt x="4130" y="812"/>
                    <a:pt x="4130" y="0"/>
                  </a:cubicBezTo>
                  <a:cubicBezTo>
                    <a:pt x="2507" y="0"/>
                    <a:pt x="1696" y="0"/>
                    <a:pt x="884" y="0"/>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8" name="Freeform 157">
              <a:extLst>
                <a:ext uri="{FF2B5EF4-FFF2-40B4-BE49-F238E27FC236}">
                  <a16:creationId xmlns:a16="http://schemas.microsoft.com/office/drawing/2014/main" id="{FF7186D5-89B7-BE7B-EC4E-D00AD783453C}"/>
                </a:ext>
              </a:extLst>
            </p:cNvPr>
            <p:cNvSpPr/>
            <p:nvPr/>
          </p:nvSpPr>
          <p:spPr>
            <a:xfrm>
              <a:off x="4995336" y="3239306"/>
              <a:ext cx="2434" cy="2435"/>
            </a:xfrm>
            <a:custGeom>
              <a:avLst/>
              <a:gdLst>
                <a:gd name="connsiteX0" fmla="*/ 0 w 2434"/>
                <a:gd name="connsiteY0" fmla="*/ 1624 h 2435"/>
                <a:gd name="connsiteX1" fmla="*/ 811 w 2434"/>
                <a:gd name="connsiteY1" fmla="*/ 2436 h 2435"/>
                <a:gd name="connsiteX2" fmla="*/ 2434 w 2434"/>
                <a:gd name="connsiteY2" fmla="*/ 812 h 2435"/>
                <a:gd name="connsiteX3" fmla="*/ 1623 w 2434"/>
                <a:gd name="connsiteY3" fmla="*/ 0 h 2435"/>
                <a:gd name="connsiteX4" fmla="*/ 0 w 2434"/>
                <a:gd name="connsiteY4" fmla="*/ 1624 h 2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4" h="2435">
                  <a:moveTo>
                    <a:pt x="0" y="1624"/>
                  </a:moveTo>
                  <a:cubicBezTo>
                    <a:pt x="0" y="2436"/>
                    <a:pt x="811" y="2436"/>
                    <a:pt x="811" y="2436"/>
                  </a:cubicBezTo>
                  <a:cubicBezTo>
                    <a:pt x="1623" y="1624"/>
                    <a:pt x="2434" y="812"/>
                    <a:pt x="2434" y="812"/>
                  </a:cubicBezTo>
                  <a:cubicBezTo>
                    <a:pt x="2434" y="812"/>
                    <a:pt x="1623" y="0"/>
                    <a:pt x="1623" y="0"/>
                  </a:cubicBezTo>
                  <a:cubicBezTo>
                    <a:pt x="811" y="0"/>
                    <a:pt x="0" y="0"/>
                    <a:pt x="0" y="1624"/>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59" name="Freeform 158">
              <a:extLst>
                <a:ext uri="{FF2B5EF4-FFF2-40B4-BE49-F238E27FC236}">
                  <a16:creationId xmlns:a16="http://schemas.microsoft.com/office/drawing/2014/main" id="{D87DEF08-3799-4C7C-C0EC-3459F8AE75BB}"/>
                </a:ext>
              </a:extLst>
            </p:cNvPr>
            <p:cNvSpPr/>
            <p:nvPr/>
          </p:nvSpPr>
          <p:spPr>
            <a:xfrm>
              <a:off x="4966025" y="3238333"/>
              <a:ext cx="9028" cy="4220"/>
            </a:xfrm>
            <a:custGeom>
              <a:avLst/>
              <a:gdLst>
                <a:gd name="connsiteX0" fmla="*/ 1726 w 9028"/>
                <a:gd name="connsiteY0" fmla="*/ 161 h 4220"/>
                <a:gd name="connsiteX1" fmla="*/ 4160 w 9028"/>
                <a:gd name="connsiteY1" fmla="*/ 4221 h 4220"/>
                <a:gd name="connsiteX2" fmla="*/ 9028 w 9028"/>
                <a:gd name="connsiteY2" fmla="*/ 3409 h 4220"/>
                <a:gd name="connsiteX3" fmla="*/ 1726 w 9028"/>
                <a:gd name="connsiteY3" fmla="*/ 161 h 4220"/>
              </a:gdLst>
              <a:ahLst/>
              <a:cxnLst>
                <a:cxn ang="0">
                  <a:pos x="connsiteX0" y="connsiteY0"/>
                </a:cxn>
                <a:cxn ang="0">
                  <a:pos x="connsiteX1" y="connsiteY1"/>
                </a:cxn>
                <a:cxn ang="0">
                  <a:pos x="connsiteX2" y="connsiteY2"/>
                </a:cxn>
                <a:cxn ang="0">
                  <a:pos x="connsiteX3" y="connsiteY3"/>
                </a:cxn>
              </a:cxnLst>
              <a:rect l="l" t="t" r="r" b="b"/>
              <a:pathLst>
                <a:path w="9028" h="4220">
                  <a:moveTo>
                    <a:pt x="1726" y="161"/>
                  </a:moveTo>
                  <a:cubicBezTo>
                    <a:pt x="-1519" y="973"/>
                    <a:pt x="104" y="3409"/>
                    <a:pt x="4160" y="4221"/>
                  </a:cubicBezTo>
                  <a:cubicBezTo>
                    <a:pt x="6594" y="4221"/>
                    <a:pt x="9028" y="4221"/>
                    <a:pt x="9028" y="3409"/>
                  </a:cubicBezTo>
                  <a:cubicBezTo>
                    <a:pt x="9028" y="1785"/>
                    <a:pt x="3349" y="-650"/>
                    <a:pt x="1726" y="161"/>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0" name="Freeform 159">
              <a:extLst>
                <a:ext uri="{FF2B5EF4-FFF2-40B4-BE49-F238E27FC236}">
                  <a16:creationId xmlns:a16="http://schemas.microsoft.com/office/drawing/2014/main" id="{9404D917-6DE8-096C-E494-7FBC6CB895A2}"/>
                </a:ext>
              </a:extLst>
            </p:cNvPr>
            <p:cNvSpPr/>
            <p:nvPr/>
          </p:nvSpPr>
          <p:spPr>
            <a:xfrm>
              <a:off x="4959320" y="3240321"/>
              <a:ext cx="4048" cy="1420"/>
            </a:xfrm>
            <a:custGeom>
              <a:avLst/>
              <a:gdLst>
                <a:gd name="connsiteX0" fmla="*/ 318 w 4048"/>
                <a:gd name="connsiteY0" fmla="*/ 609 h 1420"/>
                <a:gd name="connsiteX1" fmla="*/ 1941 w 4048"/>
                <a:gd name="connsiteY1" fmla="*/ 1421 h 1420"/>
                <a:gd name="connsiteX2" fmla="*/ 3564 w 4048"/>
                <a:gd name="connsiteY2" fmla="*/ 609 h 1420"/>
                <a:gd name="connsiteX3" fmla="*/ 318 w 4048"/>
                <a:gd name="connsiteY3" fmla="*/ 609 h 1420"/>
              </a:gdLst>
              <a:ahLst/>
              <a:cxnLst>
                <a:cxn ang="0">
                  <a:pos x="connsiteX0" y="connsiteY0"/>
                </a:cxn>
                <a:cxn ang="0">
                  <a:pos x="connsiteX1" y="connsiteY1"/>
                </a:cxn>
                <a:cxn ang="0">
                  <a:pos x="connsiteX2" y="connsiteY2"/>
                </a:cxn>
                <a:cxn ang="0">
                  <a:pos x="connsiteX3" y="connsiteY3"/>
                </a:cxn>
              </a:cxnLst>
              <a:rect l="l" t="t" r="r" b="b"/>
              <a:pathLst>
                <a:path w="4048" h="1420">
                  <a:moveTo>
                    <a:pt x="318" y="609"/>
                  </a:moveTo>
                  <a:cubicBezTo>
                    <a:pt x="-493" y="609"/>
                    <a:pt x="318" y="1421"/>
                    <a:pt x="1941" y="1421"/>
                  </a:cubicBezTo>
                  <a:cubicBezTo>
                    <a:pt x="4375" y="1421"/>
                    <a:pt x="4375" y="1421"/>
                    <a:pt x="3564" y="609"/>
                  </a:cubicBezTo>
                  <a:cubicBezTo>
                    <a:pt x="2752" y="-203"/>
                    <a:pt x="1941" y="-203"/>
                    <a:pt x="318" y="609"/>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1" name="Freeform 160">
              <a:extLst>
                <a:ext uri="{FF2B5EF4-FFF2-40B4-BE49-F238E27FC236}">
                  <a16:creationId xmlns:a16="http://schemas.microsoft.com/office/drawing/2014/main" id="{6554955C-A751-A394-3440-312D259B5EF3}"/>
                </a:ext>
              </a:extLst>
            </p:cNvPr>
            <p:cNvSpPr/>
            <p:nvPr/>
          </p:nvSpPr>
          <p:spPr>
            <a:xfrm>
              <a:off x="5027626" y="3251623"/>
              <a:ext cx="3814" cy="2905"/>
            </a:xfrm>
            <a:custGeom>
              <a:avLst/>
              <a:gdLst>
                <a:gd name="connsiteX0" fmla="*/ 163 w 3814"/>
                <a:gd name="connsiteY0" fmla="*/ 2296 h 2905"/>
                <a:gd name="connsiteX1" fmla="*/ 2597 w 3814"/>
                <a:gd name="connsiteY1" fmla="*/ 2296 h 2905"/>
                <a:gd name="connsiteX2" fmla="*/ 2597 w 3814"/>
                <a:gd name="connsiteY2" fmla="*/ 673 h 2905"/>
                <a:gd name="connsiteX3" fmla="*/ 163 w 3814"/>
                <a:gd name="connsiteY3" fmla="*/ 2296 h 2905"/>
              </a:gdLst>
              <a:ahLst/>
              <a:cxnLst>
                <a:cxn ang="0">
                  <a:pos x="connsiteX0" y="connsiteY0"/>
                </a:cxn>
                <a:cxn ang="0">
                  <a:pos x="connsiteX1" y="connsiteY1"/>
                </a:cxn>
                <a:cxn ang="0">
                  <a:pos x="connsiteX2" y="connsiteY2"/>
                </a:cxn>
                <a:cxn ang="0">
                  <a:pos x="connsiteX3" y="connsiteY3"/>
                </a:cxn>
              </a:cxnLst>
              <a:rect l="l" t="t" r="r" b="b"/>
              <a:pathLst>
                <a:path w="3814" h="2905">
                  <a:moveTo>
                    <a:pt x="163" y="2296"/>
                  </a:moveTo>
                  <a:cubicBezTo>
                    <a:pt x="975" y="3108"/>
                    <a:pt x="1786" y="3108"/>
                    <a:pt x="2597" y="2296"/>
                  </a:cubicBezTo>
                  <a:cubicBezTo>
                    <a:pt x="4220" y="1485"/>
                    <a:pt x="4220" y="1485"/>
                    <a:pt x="2597" y="673"/>
                  </a:cubicBezTo>
                  <a:cubicBezTo>
                    <a:pt x="1786" y="-951"/>
                    <a:pt x="-648" y="673"/>
                    <a:pt x="163" y="2296"/>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2" name="Freeform 161">
              <a:extLst>
                <a:ext uri="{FF2B5EF4-FFF2-40B4-BE49-F238E27FC236}">
                  <a16:creationId xmlns:a16="http://schemas.microsoft.com/office/drawing/2014/main" id="{A9C8B0F1-3A07-7660-85F8-C8F5922590AD}"/>
                </a:ext>
              </a:extLst>
            </p:cNvPr>
            <p:cNvSpPr/>
            <p:nvPr/>
          </p:nvSpPr>
          <p:spPr>
            <a:xfrm>
              <a:off x="4840179" y="3302427"/>
              <a:ext cx="1045380" cy="379150"/>
            </a:xfrm>
            <a:custGeom>
              <a:avLst/>
              <a:gdLst>
                <a:gd name="connsiteX0" fmla="*/ 990812 w 1045380"/>
                <a:gd name="connsiteY0" fmla="*/ 268938 h 379150"/>
                <a:gd name="connsiteX1" fmla="*/ 973774 w 1045380"/>
                <a:gd name="connsiteY1" fmla="*/ 275433 h 379150"/>
                <a:gd name="connsiteX2" fmla="*/ 969718 w 1045380"/>
                <a:gd name="connsiteY2" fmla="*/ 277056 h 379150"/>
                <a:gd name="connsiteX3" fmla="*/ 964849 w 1045380"/>
                <a:gd name="connsiteY3" fmla="*/ 278680 h 379150"/>
                <a:gd name="connsiteX4" fmla="*/ 962416 w 1045380"/>
                <a:gd name="connsiteY4" fmla="*/ 280304 h 379150"/>
                <a:gd name="connsiteX5" fmla="*/ 960793 w 1045380"/>
                <a:gd name="connsiteY5" fmla="*/ 281116 h 379150"/>
                <a:gd name="connsiteX6" fmla="*/ 933208 w 1045380"/>
                <a:gd name="connsiteY6" fmla="*/ 291670 h 379150"/>
                <a:gd name="connsiteX7" fmla="*/ 923473 w 1045380"/>
                <a:gd name="connsiteY7" fmla="*/ 293294 h 379150"/>
                <a:gd name="connsiteX8" fmla="*/ 921850 w 1045380"/>
                <a:gd name="connsiteY8" fmla="*/ 294918 h 379150"/>
                <a:gd name="connsiteX9" fmla="*/ 921039 w 1045380"/>
                <a:gd name="connsiteY9" fmla="*/ 295730 h 379150"/>
                <a:gd name="connsiteX10" fmla="*/ 913737 w 1045380"/>
                <a:gd name="connsiteY10" fmla="*/ 298165 h 379150"/>
                <a:gd name="connsiteX11" fmla="*/ 889397 w 1045380"/>
                <a:gd name="connsiteY11" fmla="*/ 303849 h 379150"/>
                <a:gd name="connsiteX12" fmla="*/ 882096 w 1045380"/>
                <a:gd name="connsiteY12" fmla="*/ 305472 h 379150"/>
                <a:gd name="connsiteX13" fmla="*/ 855322 w 1045380"/>
                <a:gd name="connsiteY13" fmla="*/ 310344 h 379150"/>
                <a:gd name="connsiteX14" fmla="*/ 843964 w 1045380"/>
                <a:gd name="connsiteY14" fmla="*/ 311155 h 379150"/>
                <a:gd name="connsiteX15" fmla="*/ 836662 w 1045380"/>
                <a:gd name="connsiteY15" fmla="*/ 307096 h 379150"/>
                <a:gd name="connsiteX16" fmla="*/ 838284 w 1045380"/>
                <a:gd name="connsiteY16" fmla="*/ 302225 h 379150"/>
                <a:gd name="connsiteX17" fmla="*/ 904001 w 1045380"/>
                <a:gd name="connsiteY17" fmla="*/ 248641 h 379150"/>
                <a:gd name="connsiteX18" fmla="*/ 928340 w 1045380"/>
                <a:gd name="connsiteY18" fmla="*/ 237274 h 379150"/>
                <a:gd name="connsiteX19" fmla="*/ 942133 w 1045380"/>
                <a:gd name="connsiteY19" fmla="*/ 223472 h 379150"/>
                <a:gd name="connsiteX20" fmla="*/ 929963 w 1045380"/>
                <a:gd name="connsiteY20" fmla="*/ 206423 h 379150"/>
                <a:gd name="connsiteX21" fmla="*/ 916171 w 1045380"/>
                <a:gd name="connsiteY21" fmla="*/ 203987 h 379150"/>
                <a:gd name="connsiteX22" fmla="*/ 904812 w 1045380"/>
                <a:gd name="connsiteY22" fmla="*/ 206423 h 379150"/>
                <a:gd name="connsiteX23" fmla="*/ 902379 w 1045380"/>
                <a:gd name="connsiteY23" fmla="*/ 207235 h 379150"/>
                <a:gd name="connsiteX24" fmla="*/ 896699 w 1045380"/>
                <a:gd name="connsiteY24" fmla="*/ 209670 h 379150"/>
                <a:gd name="connsiteX25" fmla="*/ 889397 w 1045380"/>
                <a:gd name="connsiteY25" fmla="*/ 213730 h 379150"/>
                <a:gd name="connsiteX26" fmla="*/ 884530 w 1045380"/>
                <a:gd name="connsiteY26" fmla="*/ 216977 h 379150"/>
                <a:gd name="connsiteX27" fmla="*/ 881284 w 1045380"/>
                <a:gd name="connsiteY27" fmla="*/ 217789 h 379150"/>
                <a:gd name="connsiteX28" fmla="*/ 876416 w 1045380"/>
                <a:gd name="connsiteY28" fmla="*/ 221037 h 379150"/>
                <a:gd name="connsiteX29" fmla="*/ 873983 w 1045380"/>
                <a:gd name="connsiteY29" fmla="*/ 222661 h 379150"/>
                <a:gd name="connsiteX30" fmla="*/ 834228 w 1045380"/>
                <a:gd name="connsiteY30" fmla="*/ 252700 h 379150"/>
                <a:gd name="connsiteX31" fmla="*/ 836662 w 1045380"/>
                <a:gd name="connsiteY31" fmla="*/ 245393 h 379150"/>
                <a:gd name="connsiteX32" fmla="*/ 836662 w 1045380"/>
                <a:gd name="connsiteY32" fmla="*/ 243769 h 379150"/>
                <a:gd name="connsiteX33" fmla="*/ 838284 w 1045380"/>
                <a:gd name="connsiteY33" fmla="*/ 242146 h 379150"/>
                <a:gd name="connsiteX34" fmla="*/ 840718 w 1045380"/>
                <a:gd name="connsiteY34" fmla="*/ 238898 h 379150"/>
                <a:gd name="connsiteX35" fmla="*/ 842341 w 1045380"/>
                <a:gd name="connsiteY35" fmla="*/ 235651 h 379150"/>
                <a:gd name="connsiteX36" fmla="*/ 843152 w 1045380"/>
                <a:gd name="connsiteY36" fmla="*/ 234027 h 379150"/>
                <a:gd name="connsiteX37" fmla="*/ 843152 w 1045380"/>
                <a:gd name="connsiteY37" fmla="*/ 232403 h 379150"/>
                <a:gd name="connsiteX38" fmla="*/ 847209 w 1045380"/>
                <a:gd name="connsiteY38" fmla="*/ 225096 h 379150"/>
                <a:gd name="connsiteX39" fmla="*/ 848831 w 1045380"/>
                <a:gd name="connsiteY39" fmla="*/ 222661 h 379150"/>
                <a:gd name="connsiteX40" fmla="*/ 851265 w 1045380"/>
                <a:gd name="connsiteY40" fmla="*/ 219413 h 379150"/>
                <a:gd name="connsiteX41" fmla="*/ 852077 w 1045380"/>
                <a:gd name="connsiteY41" fmla="*/ 217789 h 379150"/>
                <a:gd name="connsiteX42" fmla="*/ 858567 w 1045380"/>
                <a:gd name="connsiteY42" fmla="*/ 203987 h 379150"/>
                <a:gd name="connsiteX43" fmla="*/ 859378 w 1045380"/>
                <a:gd name="connsiteY43" fmla="*/ 203175 h 379150"/>
                <a:gd name="connsiteX44" fmla="*/ 882907 w 1045380"/>
                <a:gd name="connsiteY44" fmla="*/ 166641 h 379150"/>
                <a:gd name="connsiteX45" fmla="*/ 895888 w 1045380"/>
                <a:gd name="connsiteY45" fmla="*/ 147156 h 379150"/>
                <a:gd name="connsiteX46" fmla="*/ 895888 w 1045380"/>
                <a:gd name="connsiteY46" fmla="*/ 145532 h 379150"/>
                <a:gd name="connsiteX47" fmla="*/ 898322 w 1045380"/>
                <a:gd name="connsiteY47" fmla="*/ 139849 h 379150"/>
                <a:gd name="connsiteX48" fmla="*/ 904001 w 1045380"/>
                <a:gd name="connsiteY48" fmla="*/ 130918 h 379150"/>
                <a:gd name="connsiteX49" fmla="*/ 910492 w 1045380"/>
                <a:gd name="connsiteY49" fmla="*/ 119552 h 379150"/>
                <a:gd name="connsiteX50" fmla="*/ 914548 w 1045380"/>
                <a:gd name="connsiteY50" fmla="*/ 114680 h 379150"/>
                <a:gd name="connsiteX51" fmla="*/ 916982 w 1045380"/>
                <a:gd name="connsiteY51" fmla="*/ 109809 h 379150"/>
                <a:gd name="connsiteX52" fmla="*/ 918605 w 1045380"/>
                <a:gd name="connsiteY52" fmla="*/ 107373 h 379150"/>
                <a:gd name="connsiteX53" fmla="*/ 925095 w 1045380"/>
                <a:gd name="connsiteY53" fmla="*/ 96819 h 379150"/>
                <a:gd name="connsiteX54" fmla="*/ 927529 w 1045380"/>
                <a:gd name="connsiteY54" fmla="*/ 94383 h 379150"/>
                <a:gd name="connsiteX55" fmla="*/ 929963 w 1045380"/>
                <a:gd name="connsiteY55" fmla="*/ 90324 h 379150"/>
                <a:gd name="connsiteX56" fmla="*/ 932397 w 1045380"/>
                <a:gd name="connsiteY56" fmla="*/ 86265 h 379150"/>
                <a:gd name="connsiteX57" fmla="*/ 937265 w 1045380"/>
                <a:gd name="connsiteY57" fmla="*/ 79770 h 379150"/>
                <a:gd name="connsiteX58" fmla="*/ 942944 w 1045380"/>
                <a:gd name="connsiteY58" fmla="*/ 71651 h 379150"/>
                <a:gd name="connsiteX59" fmla="*/ 945378 w 1045380"/>
                <a:gd name="connsiteY59" fmla="*/ 67591 h 379150"/>
                <a:gd name="connsiteX60" fmla="*/ 957548 w 1045380"/>
                <a:gd name="connsiteY60" fmla="*/ 46482 h 379150"/>
                <a:gd name="connsiteX61" fmla="*/ 967284 w 1045380"/>
                <a:gd name="connsiteY61" fmla="*/ 29433 h 379150"/>
                <a:gd name="connsiteX62" fmla="*/ 969718 w 1045380"/>
                <a:gd name="connsiteY62" fmla="*/ 22126 h 379150"/>
                <a:gd name="connsiteX63" fmla="*/ 968906 w 1045380"/>
                <a:gd name="connsiteY63" fmla="*/ 14819 h 379150"/>
                <a:gd name="connsiteX64" fmla="*/ 954302 w 1045380"/>
                <a:gd name="connsiteY64" fmla="*/ 205 h 379150"/>
                <a:gd name="connsiteX65" fmla="*/ 927529 w 1045380"/>
                <a:gd name="connsiteY65" fmla="*/ 20502 h 379150"/>
                <a:gd name="connsiteX66" fmla="*/ 920227 w 1045380"/>
                <a:gd name="connsiteY66" fmla="*/ 32681 h 379150"/>
                <a:gd name="connsiteX67" fmla="*/ 916171 w 1045380"/>
                <a:gd name="connsiteY67" fmla="*/ 39987 h 379150"/>
                <a:gd name="connsiteX68" fmla="*/ 912114 w 1045380"/>
                <a:gd name="connsiteY68" fmla="*/ 46482 h 379150"/>
                <a:gd name="connsiteX69" fmla="*/ 909680 w 1045380"/>
                <a:gd name="connsiteY69" fmla="*/ 51354 h 379150"/>
                <a:gd name="connsiteX70" fmla="*/ 901567 w 1045380"/>
                <a:gd name="connsiteY70" fmla="*/ 65156 h 379150"/>
                <a:gd name="connsiteX71" fmla="*/ 899944 w 1045380"/>
                <a:gd name="connsiteY71" fmla="*/ 67591 h 379150"/>
                <a:gd name="connsiteX72" fmla="*/ 897510 w 1045380"/>
                <a:gd name="connsiteY72" fmla="*/ 74086 h 379150"/>
                <a:gd name="connsiteX73" fmla="*/ 887775 w 1045380"/>
                <a:gd name="connsiteY73" fmla="*/ 90324 h 379150"/>
                <a:gd name="connsiteX74" fmla="*/ 886152 w 1045380"/>
                <a:gd name="connsiteY74" fmla="*/ 96007 h 379150"/>
                <a:gd name="connsiteX75" fmla="*/ 886152 w 1045380"/>
                <a:gd name="connsiteY75" fmla="*/ 97631 h 379150"/>
                <a:gd name="connsiteX76" fmla="*/ 878039 w 1045380"/>
                <a:gd name="connsiteY76" fmla="*/ 107373 h 379150"/>
                <a:gd name="connsiteX77" fmla="*/ 874794 w 1045380"/>
                <a:gd name="connsiteY77" fmla="*/ 112245 h 379150"/>
                <a:gd name="connsiteX78" fmla="*/ 871548 w 1045380"/>
                <a:gd name="connsiteY78" fmla="*/ 117928 h 379150"/>
                <a:gd name="connsiteX79" fmla="*/ 867492 w 1045380"/>
                <a:gd name="connsiteY79" fmla="*/ 125235 h 379150"/>
                <a:gd name="connsiteX80" fmla="*/ 862624 w 1045380"/>
                <a:gd name="connsiteY80" fmla="*/ 134166 h 379150"/>
                <a:gd name="connsiteX81" fmla="*/ 860190 w 1045380"/>
                <a:gd name="connsiteY81" fmla="*/ 137413 h 379150"/>
                <a:gd name="connsiteX82" fmla="*/ 858567 w 1045380"/>
                <a:gd name="connsiteY82" fmla="*/ 140661 h 379150"/>
                <a:gd name="connsiteX83" fmla="*/ 855322 w 1045380"/>
                <a:gd name="connsiteY83" fmla="*/ 146344 h 379150"/>
                <a:gd name="connsiteX84" fmla="*/ 850454 w 1045380"/>
                <a:gd name="connsiteY84" fmla="*/ 153651 h 379150"/>
                <a:gd name="connsiteX85" fmla="*/ 846398 w 1045380"/>
                <a:gd name="connsiteY85" fmla="*/ 158522 h 379150"/>
                <a:gd name="connsiteX86" fmla="*/ 846398 w 1045380"/>
                <a:gd name="connsiteY86" fmla="*/ 160146 h 379150"/>
                <a:gd name="connsiteX87" fmla="*/ 843964 w 1045380"/>
                <a:gd name="connsiteY87" fmla="*/ 164205 h 379150"/>
                <a:gd name="connsiteX88" fmla="*/ 841530 w 1045380"/>
                <a:gd name="connsiteY88" fmla="*/ 167453 h 379150"/>
                <a:gd name="connsiteX89" fmla="*/ 839907 w 1045380"/>
                <a:gd name="connsiteY89" fmla="*/ 169076 h 379150"/>
                <a:gd name="connsiteX90" fmla="*/ 839096 w 1045380"/>
                <a:gd name="connsiteY90" fmla="*/ 169888 h 379150"/>
                <a:gd name="connsiteX91" fmla="*/ 832605 w 1045380"/>
                <a:gd name="connsiteY91" fmla="*/ 181255 h 379150"/>
                <a:gd name="connsiteX92" fmla="*/ 830171 w 1045380"/>
                <a:gd name="connsiteY92" fmla="*/ 187750 h 379150"/>
                <a:gd name="connsiteX93" fmla="*/ 822870 w 1045380"/>
                <a:gd name="connsiteY93" fmla="*/ 198304 h 379150"/>
                <a:gd name="connsiteX94" fmla="*/ 822058 w 1045380"/>
                <a:gd name="connsiteY94" fmla="*/ 200740 h 379150"/>
                <a:gd name="connsiteX95" fmla="*/ 818813 w 1045380"/>
                <a:gd name="connsiteY95" fmla="*/ 207235 h 379150"/>
                <a:gd name="connsiteX96" fmla="*/ 815568 w 1045380"/>
                <a:gd name="connsiteY96" fmla="*/ 212106 h 379150"/>
                <a:gd name="connsiteX97" fmla="*/ 814756 w 1045380"/>
                <a:gd name="connsiteY97" fmla="*/ 213730 h 379150"/>
                <a:gd name="connsiteX98" fmla="*/ 813134 w 1045380"/>
                <a:gd name="connsiteY98" fmla="*/ 216165 h 379150"/>
                <a:gd name="connsiteX99" fmla="*/ 811511 w 1045380"/>
                <a:gd name="connsiteY99" fmla="*/ 217789 h 379150"/>
                <a:gd name="connsiteX100" fmla="*/ 811511 w 1045380"/>
                <a:gd name="connsiteY100" fmla="*/ 219413 h 379150"/>
                <a:gd name="connsiteX101" fmla="*/ 809888 w 1045380"/>
                <a:gd name="connsiteY101" fmla="*/ 223472 h 379150"/>
                <a:gd name="connsiteX102" fmla="*/ 792039 w 1045380"/>
                <a:gd name="connsiteY102" fmla="*/ 254324 h 379150"/>
                <a:gd name="connsiteX103" fmla="*/ 787172 w 1045380"/>
                <a:gd name="connsiteY103" fmla="*/ 264878 h 379150"/>
                <a:gd name="connsiteX104" fmla="*/ 782304 w 1045380"/>
                <a:gd name="connsiteY104" fmla="*/ 272185 h 379150"/>
                <a:gd name="connsiteX105" fmla="*/ 692248 w 1045380"/>
                <a:gd name="connsiteY105" fmla="*/ 303037 h 379150"/>
                <a:gd name="connsiteX106" fmla="*/ 680078 w 1045380"/>
                <a:gd name="connsiteY106" fmla="*/ 300601 h 379150"/>
                <a:gd name="connsiteX107" fmla="*/ 680889 w 1045380"/>
                <a:gd name="connsiteY107" fmla="*/ 278680 h 379150"/>
                <a:gd name="connsiteX108" fmla="*/ 680078 w 1045380"/>
                <a:gd name="connsiteY108" fmla="*/ 259195 h 379150"/>
                <a:gd name="connsiteX109" fmla="*/ 663852 w 1045380"/>
                <a:gd name="connsiteY109" fmla="*/ 238898 h 379150"/>
                <a:gd name="connsiteX110" fmla="*/ 657361 w 1045380"/>
                <a:gd name="connsiteY110" fmla="*/ 235651 h 379150"/>
                <a:gd name="connsiteX111" fmla="*/ 646814 w 1045380"/>
                <a:gd name="connsiteY111" fmla="*/ 233215 h 379150"/>
                <a:gd name="connsiteX112" fmla="*/ 568928 w 1045380"/>
                <a:gd name="connsiteY112" fmla="*/ 276245 h 379150"/>
                <a:gd name="connsiteX113" fmla="*/ 567305 w 1045380"/>
                <a:gd name="connsiteY113" fmla="*/ 272997 h 379150"/>
                <a:gd name="connsiteX114" fmla="*/ 577852 w 1045380"/>
                <a:gd name="connsiteY114" fmla="*/ 255948 h 379150"/>
                <a:gd name="connsiteX115" fmla="*/ 583532 w 1045380"/>
                <a:gd name="connsiteY115" fmla="*/ 247829 h 379150"/>
                <a:gd name="connsiteX116" fmla="*/ 588399 w 1045380"/>
                <a:gd name="connsiteY116" fmla="*/ 238898 h 379150"/>
                <a:gd name="connsiteX117" fmla="*/ 597324 w 1045380"/>
                <a:gd name="connsiteY117" fmla="*/ 217789 h 379150"/>
                <a:gd name="connsiteX118" fmla="*/ 576230 w 1045380"/>
                <a:gd name="connsiteY118" fmla="*/ 200740 h 379150"/>
                <a:gd name="connsiteX119" fmla="*/ 572173 w 1045380"/>
                <a:gd name="connsiteY119" fmla="*/ 202364 h 379150"/>
                <a:gd name="connsiteX120" fmla="*/ 568117 w 1045380"/>
                <a:gd name="connsiteY120" fmla="*/ 203987 h 379150"/>
                <a:gd name="connsiteX121" fmla="*/ 551890 w 1045380"/>
                <a:gd name="connsiteY121" fmla="*/ 225096 h 379150"/>
                <a:gd name="connsiteX122" fmla="*/ 542154 w 1045380"/>
                <a:gd name="connsiteY122" fmla="*/ 240522 h 379150"/>
                <a:gd name="connsiteX123" fmla="*/ 539721 w 1045380"/>
                <a:gd name="connsiteY123" fmla="*/ 245393 h 379150"/>
                <a:gd name="connsiteX124" fmla="*/ 536475 w 1045380"/>
                <a:gd name="connsiteY124" fmla="*/ 251076 h 379150"/>
                <a:gd name="connsiteX125" fmla="*/ 529173 w 1045380"/>
                <a:gd name="connsiteY125" fmla="*/ 255948 h 379150"/>
                <a:gd name="connsiteX126" fmla="*/ 519438 w 1045380"/>
                <a:gd name="connsiteY126" fmla="*/ 263255 h 379150"/>
                <a:gd name="connsiteX127" fmla="*/ 495098 w 1045380"/>
                <a:gd name="connsiteY127" fmla="*/ 278680 h 379150"/>
                <a:gd name="connsiteX128" fmla="*/ 396118 w 1045380"/>
                <a:gd name="connsiteY128" fmla="*/ 321710 h 379150"/>
                <a:gd name="connsiteX129" fmla="*/ 373401 w 1045380"/>
                <a:gd name="connsiteY129" fmla="*/ 316027 h 379150"/>
                <a:gd name="connsiteX130" fmla="*/ 375023 w 1045380"/>
                <a:gd name="connsiteY130" fmla="*/ 278680 h 379150"/>
                <a:gd name="connsiteX131" fmla="*/ 387193 w 1045380"/>
                <a:gd name="connsiteY131" fmla="*/ 257571 h 379150"/>
                <a:gd name="connsiteX132" fmla="*/ 400174 w 1045380"/>
                <a:gd name="connsiteY132" fmla="*/ 228344 h 379150"/>
                <a:gd name="connsiteX133" fmla="*/ 395306 w 1045380"/>
                <a:gd name="connsiteY133" fmla="*/ 219413 h 379150"/>
                <a:gd name="connsiteX134" fmla="*/ 378269 w 1045380"/>
                <a:gd name="connsiteY134" fmla="*/ 212918 h 379150"/>
                <a:gd name="connsiteX135" fmla="*/ 366099 w 1045380"/>
                <a:gd name="connsiteY135" fmla="*/ 208047 h 379150"/>
                <a:gd name="connsiteX136" fmla="*/ 357986 w 1045380"/>
                <a:gd name="connsiteY136" fmla="*/ 202364 h 379150"/>
                <a:gd name="connsiteX137" fmla="*/ 349873 w 1045380"/>
                <a:gd name="connsiteY137" fmla="*/ 199116 h 379150"/>
                <a:gd name="connsiteX138" fmla="*/ 325533 w 1045380"/>
                <a:gd name="connsiteY138" fmla="*/ 195057 h 379150"/>
                <a:gd name="connsiteX139" fmla="*/ 310930 w 1045380"/>
                <a:gd name="connsiteY139" fmla="*/ 197492 h 379150"/>
                <a:gd name="connsiteX140" fmla="*/ 281722 w 1045380"/>
                <a:gd name="connsiteY140" fmla="*/ 225908 h 379150"/>
                <a:gd name="connsiteX141" fmla="*/ 272798 w 1045380"/>
                <a:gd name="connsiteY141" fmla="*/ 236462 h 379150"/>
                <a:gd name="connsiteX142" fmla="*/ 247647 w 1045380"/>
                <a:gd name="connsiteY142" fmla="*/ 270561 h 379150"/>
                <a:gd name="connsiteX143" fmla="*/ 239534 w 1045380"/>
                <a:gd name="connsiteY143" fmla="*/ 276245 h 379150"/>
                <a:gd name="connsiteX144" fmla="*/ 211138 w 1045380"/>
                <a:gd name="connsiteY144" fmla="*/ 295730 h 379150"/>
                <a:gd name="connsiteX145" fmla="*/ 185176 w 1045380"/>
                <a:gd name="connsiteY145" fmla="*/ 309532 h 379150"/>
                <a:gd name="connsiteX146" fmla="*/ 182742 w 1045380"/>
                <a:gd name="connsiteY146" fmla="*/ 311155 h 379150"/>
                <a:gd name="connsiteX147" fmla="*/ 158402 w 1045380"/>
                <a:gd name="connsiteY147" fmla="*/ 318462 h 379150"/>
                <a:gd name="connsiteX148" fmla="*/ 148667 w 1045380"/>
                <a:gd name="connsiteY148" fmla="*/ 317650 h 379150"/>
                <a:gd name="connsiteX149" fmla="*/ 146233 w 1045380"/>
                <a:gd name="connsiteY149" fmla="*/ 306284 h 379150"/>
                <a:gd name="connsiteX150" fmla="*/ 148667 w 1045380"/>
                <a:gd name="connsiteY150" fmla="*/ 294106 h 379150"/>
                <a:gd name="connsiteX151" fmla="*/ 151100 w 1045380"/>
                <a:gd name="connsiteY151" fmla="*/ 287611 h 379150"/>
                <a:gd name="connsiteX152" fmla="*/ 155157 w 1045380"/>
                <a:gd name="connsiteY152" fmla="*/ 277056 h 379150"/>
                <a:gd name="connsiteX153" fmla="*/ 159214 w 1045380"/>
                <a:gd name="connsiteY153" fmla="*/ 259195 h 379150"/>
                <a:gd name="connsiteX154" fmla="*/ 156780 w 1045380"/>
                <a:gd name="connsiteY154" fmla="*/ 244581 h 379150"/>
                <a:gd name="connsiteX155" fmla="*/ 150289 w 1045380"/>
                <a:gd name="connsiteY155" fmla="*/ 238898 h 379150"/>
                <a:gd name="connsiteX156" fmla="*/ 145421 w 1045380"/>
                <a:gd name="connsiteY156" fmla="*/ 235651 h 379150"/>
                <a:gd name="connsiteX157" fmla="*/ 125950 w 1045380"/>
                <a:gd name="connsiteY157" fmla="*/ 233215 h 379150"/>
                <a:gd name="connsiteX158" fmla="*/ 69969 w 1045380"/>
                <a:gd name="connsiteY158" fmla="*/ 270561 h 379150"/>
                <a:gd name="connsiteX159" fmla="*/ 56177 w 1045380"/>
                <a:gd name="connsiteY159" fmla="*/ 280304 h 379150"/>
                <a:gd name="connsiteX160" fmla="*/ 61856 w 1045380"/>
                <a:gd name="connsiteY160" fmla="*/ 270561 h 379150"/>
                <a:gd name="connsiteX161" fmla="*/ 66724 w 1045380"/>
                <a:gd name="connsiteY161" fmla="*/ 261631 h 379150"/>
                <a:gd name="connsiteX162" fmla="*/ 67535 w 1045380"/>
                <a:gd name="connsiteY162" fmla="*/ 260007 h 379150"/>
                <a:gd name="connsiteX163" fmla="*/ 82139 w 1045380"/>
                <a:gd name="connsiteY163" fmla="*/ 238898 h 379150"/>
                <a:gd name="connsiteX164" fmla="*/ 85384 w 1045380"/>
                <a:gd name="connsiteY164" fmla="*/ 234027 h 379150"/>
                <a:gd name="connsiteX165" fmla="*/ 93497 w 1045380"/>
                <a:gd name="connsiteY165" fmla="*/ 221037 h 379150"/>
                <a:gd name="connsiteX166" fmla="*/ 97554 w 1045380"/>
                <a:gd name="connsiteY166" fmla="*/ 216165 h 379150"/>
                <a:gd name="connsiteX167" fmla="*/ 102421 w 1045380"/>
                <a:gd name="connsiteY167" fmla="*/ 209670 h 379150"/>
                <a:gd name="connsiteX168" fmla="*/ 108912 w 1045380"/>
                <a:gd name="connsiteY168" fmla="*/ 199928 h 379150"/>
                <a:gd name="connsiteX169" fmla="*/ 115403 w 1045380"/>
                <a:gd name="connsiteY169" fmla="*/ 190997 h 379150"/>
                <a:gd name="connsiteX170" fmla="*/ 117025 w 1045380"/>
                <a:gd name="connsiteY170" fmla="*/ 188561 h 379150"/>
                <a:gd name="connsiteX171" fmla="*/ 121082 w 1045380"/>
                <a:gd name="connsiteY171" fmla="*/ 183690 h 379150"/>
                <a:gd name="connsiteX172" fmla="*/ 126761 w 1045380"/>
                <a:gd name="connsiteY172" fmla="*/ 176383 h 379150"/>
                <a:gd name="connsiteX173" fmla="*/ 129195 w 1045380"/>
                <a:gd name="connsiteY173" fmla="*/ 171512 h 379150"/>
                <a:gd name="connsiteX174" fmla="*/ 134063 w 1045380"/>
                <a:gd name="connsiteY174" fmla="*/ 164205 h 379150"/>
                <a:gd name="connsiteX175" fmla="*/ 142987 w 1045380"/>
                <a:gd name="connsiteY175" fmla="*/ 152027 h 379150"/>
                <a:gd name="connsiteX176" fmla="*/ 172195 w 1045380"/>
                <a:gd name="connsiteY176" fmla="*/ 112245 h 379150"/>
                <a:gd name="connsiteX177" fmla="*/ 177874 w 1045380"/>
                <a:gd name="connsiteY177" fmla="*/ 104938 h 379150"/>
                <a:gd name="connsiteX178" fmla="*/ 185176 w 1045380"/>
                <a:gd name="connsiteY178" fmla="*/ 94383 h 379150"/>
                <a:gd name="connsiteX179" fmla="*/ 193289 w 1045380"/>
                <a:gd name="connsiteY179" fmla="*/ 83829 h 379150"/>
                <a:gd name="connsiteX180" fmla="*/ 198968 w 1045380"/>
                <a:gd name="connsiteY180" fmla="*/ 76522 h 379150"/>
                <a:gd name="connsiteX181" fmla="*/ 205459 w 1045380"/>
                <a:gd name="connsiteY181" fmla="*/ 60284 h 379150"/>
                <a:gd name="connsiteX182" fmla="*/ 177063 w 1045380"/>
                <a:gd name="connsiteY182" fmla="*/ 40799 h 379150"/>
                <a:gd name="connsiteX183" fmla="*/ 165704 w 1045380"/>
                <a:gd name="connsiteY183" fmla="*/ 48106 h 379150"/>
                <a:gd name="connsiteX184" fmla="*/ 161648 w 1045380"/>
                <a:gd name="connsiteY184" fmla="*/ 52978 h 379150"/>
                <a:gd name="connsiteX185" fmla="*/ 152723 w 1045380"/>
                <a:gd name="connsiteY185" fmla="*/ 65156 h 379150"/>
                <a:gd name="connsiteX186" fmla="*/ 134063 w 1045380"/>
                <a:gd name="connsiteY186" fmla="*/ 91136 h 379150"/>
                <a:gd name="connsiteX187" fmla="*/ 132440 w 1045380"/>
                <a:gd name="connsiteY187" fmla="*/ 93572 h 379150"/>
                <a:gd name="connsiteX188" fmla="*/ 129195 w 1045380"/>
                <a:gd name="connsiteY188" fmla="*/ 100067 h 379150"/>
                <a:gd name="connsiteX189" fmla="*/ 127572 w 1045380"/>
                <a:gd name="connsiteY189" fmla="*/ 100879 h 379150"/>
                <a:gd name="connsiteX190" fmla="*/ 122704 w 1045380"/>
                <a:gd name="connsiteY190" fmla="*/ 111433 h 379150"/>
                <a:gd name="connsiteX191" fmla="*/ 120270 w 1045380"/>
                <a:gd name="connsiteY191" fmla="*/ 115492 h 379150"/>
                <a:gd name="connsiteX192" fmla="*/ 118648 w 1045380"/>
                <a:gd name="connsiteY192" fmla="*/ 117116 h 379150"/>
                <a:gd name="connsiteX193" fmla="*/ 117025 w 1045380"/>
                <a:gd name="connsiteY193" fmla="*/ 119552 h 379150"/>
                <a:gd name="connsiteX194" fmla="*/ 114591 w 1045380"/>
                <a:gd name="connsiteY194" fmla="*/ 122799 h 379150"/>
                <a:gd name="connsiteX195" fmla="*/ 112157 w 1045380"/>
                <a:gd name="connsiteY195" fmla="*/ 125235 h 379150"/>
                <a:gd name="connsiteX196" fmla="*/ 109723 w 1045380"/>
                <a:gd name="connsiteY196" fmla="*/ 127670 h 379150"/>
                <a:gd name="connsiteX197" fmla="*/ 107289 w 1045380"/>
                <a:gd name="connsiteY197" fmla="*/ 131730 h 379150"/>
                <a:gd name="connsiteX198" fmla="*/ 105667 w 1045380"/>
                <a:gd name="connsiteY198" fmla="*/ 134977 h 379150"/>
                <a:gd name="connsiteX199" fmla="*/ 103233 w 1045380"/>
                <a:gd name="connsiteY199" fmla="*/ 138225 h 379150"/>
                <a:gd name="connsiteX200" fmla="*/ 97554 w 1045380"/>
                <a:gd name="connsiteY200" fmla="*/ 146344 h 379150"/>
                <a:gd name="connsiteX201" fmla="*/ 91874 w 1045380"/>
                <a:gd name="connsiteY201" fmla="*/ 153651 h 379150"/>
                <a:gd name="connsiteX202" fmla="*/ 86195 w 1045380"/>
                <a:gd name="connsiteY202" fmla="*/ 160958 h 379150"/>
                <a:gd name="connsiteX203" fmla="*/ 83761 w 1045380"/>
                <a:gd name="connsiteY203" fmla="*/ 164205 h 379150"/>
                <a:gd name="connsiteX204" fmla="*/ 82139 w 1045380"/>
                <a:gd name="connsiteY204" fmla="*/ 166641 h 379150"/>
                <a:gd name="connsiteX205" fmla="*/ 81327 w 1045380"/>
                <a:gd name="connsiteY205" fmla="*/ 168264 h 379150"/>
                <a:gd name="connsiteX206" fmla="*/ 72403 w 1045380"/>
                <a:gd name="connsiteY206" fmla="*/ 181255 h 379150"/>
                <a:gd name="connsiteX207" fmla="*/ 71592 w 1045380"/>
                <a:gd name="connsiteY207" fmla="*/ 183690 h 379150"/>
                <a:gd name="connsiteX208" fmla="*/ 65101 w 1045380"/>
                <a:gd name="connsiteY208" fmla="*/ 195057 h 379150"/>
                <a:gd name="connsiteX209" fmla="*/ 58610 w 1045380"/>
                <a:gd name="connsiteY209" fmla="*/ 204799 h 379150"/>
                <a:gd name="connsiteX210" fmla="*/ 54554 w 1045380"/>
                <a:gd name="connsiteY210" fmla="*/ 208858 h 379150"/>
                <a:gd name="connsiteX211" fmla="*/ 51309 w 1045380"/>
                <a:gd name="connsiteY211" fmla="*/ 213730 h 379150"/>
                <a:gd name="connsiteX212" fmla="*/ 49686 w 1045380"/>
                <a:gd name="connsiteY212" fmla="*/ 215354 h 379150"/>
                <a:gd name="connsiteX213" fmla="*/ 48063 w 1045380"/>
                <a:gd name="connsiteY213" fmla="*/ 217789 h 379150"/>
                <a:gd name="connsiteX214" fmla="*/ 44818 w 1045380"/>
                <a:gd name="connsiteY214" fmla="*/ 223472 h 379150"/>
                <a:gd name="connsiteX215" fmla="*/ 40762 w 1045380"/>
                <a:gd name="connsiteY215" fmla="*/ 229967 h 379150"/>
                <a:gd name="connsiteX216" fmla="*/ 39139 w 1045380"/>
                <a:gd name="connsiteY216" fmla="*/ 232403 h 379150"/>
                <a:gd name="connsiteX217" fmla="*/ 38328 w 1045380"/>
                <a:gd name="connsiteY217" fmla="*/ 233215 h 379150"/>
                <a:gd name="connsiteX218" fmla="*/ 36705 w 1045380"/>
                <a:gd name="connsiteY218" fmla="*/ 238086 h 379150"/>
                <a:gd name="connsiteX219" fmla="*/ 35082 w 1045380"/>
                <a:gd name="connsiteY219" fmla="*/ 242958 h 379150"/>
                <a:gd name="connsiteX220" fmla="*/ 34271 w 1045380"/>
                <a:gd name="connsiteY220" fmla="*/ 243769 h 379150"/>
                <a:gd name="connsiteX221" fmla="*/ 31026 w 1045380"/>
                <a:gd name="connsiteY221" fmla="*/ 243769 h 379150"/>
                <a:gd name="connsiteX222" fmla="*/ 31026 w 1045380"/>
                <a:gd name="connsiteY222" fmla="*/ 245393 h 379150"/>
                <a:gd name="connsiteX223" fmla="*/ 29403 w 1045380"/>
                <a:gd name="connsiteY223" fmla="*/ 251076 h 379150"/>
                <a:gd name="connsiteX224" fmla="*/ 26158 w 1045380"/>
                <a:gd name="connsiteY224" fmla="*/ 257571 h 379150"/>
                <a:gd name="connsiteX225" fmla="*/ 26158 w 1045380"/>
                <a:gd name="connsiteY225" fmla="*/ 259195 h 379150"/>
                <a:gd name="connsiteX226" fmla="*/ 13988 w 1045380"/>
                <a:gd name="connsiteY226" fmla="*/ 276245 h 379150"/>
                <a:gd name="connsiteX227" fmla="*/ 12366 w 1045380"/>
                <a:gd name="connsiteY227" fmla="*/ 280304 h 379150"/>
                <a:gd name="connsiteX228" fmla="*/ 6686 w 1045380"/>
                <a:gd name="connsiteY228" fmla="*/ 293294 h 379150"/>
                <a:gd name="connsiteX229" fmla="*/ 5875 w 1045380"/>
                <a:gd name="connsiteY229" fmla="*/ 295730 h 379150"/>
                <a:gd name="connsiteX230" fmla="*/ 196 w 1045380"/>
                <a:gd name="connsiteY230" fmla="*/ 316839 h 379150"/>
                <a:gd name="connsiteX231" fmla="*/ 6686 w 1045380"/>
                <a:gd name="connsiteY231" fmla="*/ 344443 h 379150"/>
                <a:gd name="connsiteX232" fmla="*/ 15611 w 1045380"/>
                <a:gd name="connsiteY232" fmla="*/ 348502 h 379150"/>
                <a:gd name="connsiteX233" fmla="*/ 22101 w 1045380"/>
                <a:gd name="connsiteY233" fmla="*/ 347690 h 379150"/>
                <a:gd name="connsiteX234" fmla="*/ 24535 w 1045380"/>
                <a:gd name="connsiteY234" fmla="*/ 344443 h 379150"/>
                <a:gd name="connsiteX235" fmla="*/ 26969 w 1045380"/>
                <a:gd name="connsiteY235" fmla="*/ 341195 h 379150"/>
                <a:gd name="connsiteX236" fmla="*/ 48063 w 1045380"/>
                <a:gd name="connsiteY236" fmla="*/ 323334 h 379150"/>
                <a:gd name="connsiteX237" fmla="*/ 64290 w 1045380"/>
                <a:gd name="connsiteY237" fmla="*/ 307908 h 379150"/>
                <a:gd name="connsiteX238" fmla="*/ 71592 w 1045380"/>
                <a:gd name="connsiteY238" fmla="*/ 300601 h 379150"/>
                <a:gd name="connsiteX239" fmla="*/ 72403 w 1045380"/>
                <a:gd name="connsiteY239" fmla="*/ 297353 h 379150"/>
                <a:gd name="connsiteX240" fmla="*/ 74025 w 1045380"/>
                <a:gd name="connsiteY240" fmla="*/ 297353 h 379150"/>
                <a:gd name="connsiteX241" fmla="*/ 75648 w 1045380"/>
                <a:gd name="connsiteY241" fmla="*/ 295730 h 379150"/>
                <a:gd name="connsiteX242" fmla="*/ 78082 w 1045380"/>
                <a:gd name="connsiteY242" fmla="*/ 294106 h 379150"/>
                <a:gd name="connsiteX243" fmla="*/ 79705 w 1045380"/>
                <a:gd name="connsiteY243" fmla="*/ 292482 h 379150"/>
                <a:gd name="connsiteX244" fmla="*/ 81327 w 1045380"/>
                <a:gd name="connsiteY244" fmla="*/ 290858 h 379150"/>
                <a:gd name="connsiteX245" fmla="*/ 82139 w 1045380"/>
                <a:gd name="connsiteY245" fmla="*/ 290046 h 379150"/>
                <a:gd name="connsiteX246" fmla="*/ 88629 w 1045380"/>
                <a:gd name="connsiteY246" fmla="*/ 285175 h 379150"/>
                <a:gd name="connsiteX247" fmla="*/ 90252 w 1045380"/>
                <a:gd name="connsiteY247" fmla="*/ 284363 h 379150"/>
                <a:gd name="connsiteX248" fmla="*/ 94308 w 1045380"/>
                <a:gd name="connsiteY248" fmla="*/ 280304 h 379150"/>
                <a:gd name="connsiteX249" fmla="*/ 99176 w 1045380"/>
                <a:gd name="connsiteY249" fmla="*/ 276245 h 379150"/>
                <a:gd name="connsiteX250" fmla="*/ 104044 w 1045380"/>
                <a:gd name="connsiteY250" fmla="*/ 271373 h 379150"/>
                <a:gd name="connsiteX251" fmla="*/ 107289 w 1045380"/>
                <a:gd name="connsiteY251" fmla="*/ 268126 h 379150"/>
                <a:gd name="connsiteX252" fmla="*/ 108912 w 1045380"/>
                <a:gd name="connsiteY252" fmla="*/ 268938 h 379150"/>
                <a:gd name="connsiteX253" fmla="*/ 110535 w 1045380"/>
                <a:gd name="connsiteY253" fmla="*/ 268938 h 379150"/>
                <a:gd name="connsiteX254" fmla="*/ 117837 w 1045380"/>
                <a:gd name="connsiteY254" fmla="*/ 264066 h 379150"/>
                <a:gd name="connsiteX255" fmla="*/ 120270 w 1045380"/>
                <a:gd name="connsiteY255" fmla="*/ 262443 h 379150"/>
                <a:gd name="connsiteX256" fmla="*/ 121893 w 1045380"/>
                <a:gd name="connsiteY256" fmla="*/ 259195 h 379150"/>
                <a:gd name="connsiteX257" fmla="*/ 121893 w 1045380"/>
                <a:gd name="connsiteY257" fmla="*/ 262443 h 379150"/>
                <a:gd name="connsiteX258" fmla="*/ 120270 w 1045380"/>
                <a:gd name="connsiteY258" fmla="*/ 272185 h 379150"/>
                <a:gd name="connsiteX259" fmla="*/ 122704 w 1045380"/>
                <a:gd name="connsiteY259" fmla="*/ 311155 h 379150"/>
                <a:gd name="connsiteX260" fmla="*/ 125138 w 1045380"/>
                <a:gd name="connsiteY260" fmla="*/ 314403 h 379150"/>
                <a:gd name="connsiteX261" fmla="*/ 157591 w 1045380"/>
                <a:gd name="connsiteY261" fmla="*/ 341195 h 379150"/>
                <a:gd name="connsiteX262" fmla="*/ 169761 w 1045380"/>
                <a:gd name="connsiteY262" fmla="*/ 343631 h 379150"/>
                <a:gd name="connsiteX263" fmla="*/ 181930 w 1045380"/>
                <a:gd name="connsiteY263" fmla="*/ 346066 h 379150"/>
                <a:gd name="connsiteX264" fmla="*/ 185987 w 1045380"/>
                <a:gd name="connsiteY264" fmla="*/ 344443 h 379150"/>
                <a:gd name="connsiteX265" fmla="*/ 192477 w 1045380"/>
                <a:gd name="connsiteY265" fmla="*/ 341195 h 379150"/>
                <a:gd name="connsiteX266" fmla="*/ 201402 w 1045380"/>
                <a:gd name="connsiteY266" fmla="*/ 335512 h 379150"/>
                <a:gd name="connsiteX267" fmla="*/ 212760 w 1045380"/>
                <a:gd name="connsiteY267" fmla="*/ 327393 h 379150"/>
                <a:gd name="connsiteX268" fmla="*/ 228987 w 1045380"/>
                <a:gd name="connsiteY268" fmla="*/ 314403 h 379150"/>
                <a:gd name="connsiteX269" fmla="*/ 232232 w 1045380"/>
                <a:gd name="connsiteY269" fmla="*/ 324957 h 379150"/>
                <a:gd name="connsiteX270" fmla="*/ 237100 w 1045380"/>
                <a:gd name="connsiteY270" fmla="*/ 331452 h 379150"/>
                <a:gd name="connsiteX271" fmla="*/ 241156 w 1045380"/>
                <a:gd name="connsiteY271" fmla="*/ 336324 h 379150"/>
                <a:gd name="connsiteX272" fmla="*/ 255760 w 1045380"/>
                <a:gd name="connsiteY272" fmla="*/ 350126 h 379150"/>
                <a:gd name="connsiteX273" fmla="*/ 260628 w 1045380"/>
                <a:gd name="connsiteY273" fmla="*/ 350126 h 379150"/>
                <a:gd name="connsiteX274" fmla="*/ 267119 w 1045380"/>
                <a:gd name="connsiteY274" fmla="*/ 347690 h 379150"/>
                <a:gd name="connsiteX275" fmla="*/ 277666 w 1045380"/>
                <a:gd name="connsiteY275" fmla="*/ 340383 h 379150"/>
                <a:gd name="connsiteX276" fmla="*/ 278477 w 1045380"/>
                <a:gd name="connsiteY276" fmla="*/ 339571 h 379150"/>
                <a:gd name="connsiteX277" fmla="*/ 282534 w 1045380"/>
                <a:gd name="connsiteY277" fmla="*/ 337947 h 379150"/>
                <a:gd name="connsiteX278" fmla="*/ 286590 w 1045380"/>
                <a:gd name="connsiteY278" fmla="*/ 335512 h 379150"/>
                <a:gd name="connsiteX279" fmla="*/ 316609 w 1045380"/>
                <a:gd name="connsiteY279" fmla="*/ 304660 h 379150"/>
                <a:gd name="connsiteX280" fmla="*/ 323099 w 1045380"/>
                <a:gd name="connsiteY280" fmla="*/ 298165 h 379150"/>
                <a:gd name="connsiteX281" fmla="*/ 323911 w 1045380"/>
                <a:gd name="connsiteY281" fmla="*/ 297353 h 379150"/>
                <a:gd name="connsiteX282" fmla="*/ 327156 w 1045380"/>
                <a:gd name="connsiteY282" fmla="*/ 292482 h 379150"/>
                <a:gd name="connsiteX283" fmla="*/ 330401 w 1045380"/>
                <a:gd name="connsiteY283" fmla="*/ 286799 h 379150"/>
                <a:gd name="connsiteX284" fmla="*/ 332835 w 1045380"/>
                <a:gd name="connsiteY284" fmla="*/ 284363 h 379150"/>
                <a:gd name="connsiteX285" fmla="*/ 334458 w 1045380"/>
                <a:gd name="connsiteY285" fmla="*/ 281928 h 379150"/>
                <a:gd name="connsiteX286" fmla="*/ 340948 w 1045380"/>
                <a:gd name="connsiteY286" fmla="*/ 271373 h 379150"/>
                <a:gd name="connsiteX287" fmla="*/ 344194 w 1045380"/>
                <a:gd name="connsiteY287" fmla="*/ 282740 h 379150"/>
                <a:gd name="connsiteX288" fmla="*/ 347439 w 1045380"/>
                <a:gd name="connsiteY288" fmla="*/ 303849 h 379150"/>
                <a:gd name="connsiteX289" fmla="*/ 347439 w 1045380"/>
                <a:gd name="connsiteY289" fmla="*/ 307096 h 379150"/>
                <a:gd name="connsiteX290" fmla="*/ 348250 w 1045380"/>
                <a:gd name="connsiteY290" fmla="*/ 307096 h 379150"/>
                <a:gd name="connsiteX291" fmla="*/ 349873 w 1045380"/>
                <a:gd name="connsiteY291" fmla="*/ 307096 h 379150"/>
                <a:gd name="connsiteX292" fmla="*/ 383948 w 1045380"/>
                <a:gd name="connsiteY292" fmla="*/ 341195 h 379150"/>
                <a:gd name="connsiteX293" fmla="*/ 410721 w 1045380"/>
                <a:gd name="connsiteY293" fmla="*/ 345255 h 379150"/>
                <a:gd name="connsiteX294" fmla="*/ 451287 w 1045380"/>
                <a:gd name="connsiteY294" fmla="*/ 337947 h 379150"/>
                <a:gd name="connsiteX295" fmla="*/ 456966 w 1045380"/>
                <a:gd name="connsiteY295" fmla="*/ 333076 h 379150"/>
                <a:gd name="connsiteX296" fmla="*/ 460212 w 1045380"/>
                <a:gd name="connsiteY296" fmla="*/ 330641 h 379150"/>
                <a:gd name="connsiteX297" fmla="*/ 469136 w 1045380"/>
                <a:gd name="connsiteY297" fmla="*/ 327393 h 379150"/>
                <a:gd name="connsiteX298" fmla="*/ 478872 w 1045380"/>
                <a:gd name="connsiteY298" fmla="*/ 321710 h 379150"/>
                <a:gd name="connsiteX299" fmla="*/ 486174 w 1045380"/>
                <a:gd name="connsiteY299" fmla="*/ 316839 h 379150"/>
                <a:gd name="connsiteX300" fmla="*/ 489419 w 1045380"/>
                <a:gd name="connsiteY300" fmla="*/ 315215 h 379150"/>
                <a:gd name="connsiteX301" fmla="*/ 505645 w 1045380"/>
                <a:gd name="connsiteY301" fmla="*/ 301413 h 379150"/>
                <a:gd name="connsiteX302" fmla="*/ 500777 w 1045380"/>
                <a:gd name="connsiteY302" fmla="*/ 312779 h 379150"/>
                <a:gd name="connsiteX303" fmla="*/ 498343 w 1045380"/>
                <a:gd name="connsiteY303" fmla="*/ 324146 h 379150"/>
                <a:gd name="connsiteX304" fmla="*/ 504834 w 1045380"/>
                <a:gd name="connsiteY304" fmla="*/ 337136 h 379150"/>
                <a:gd name="connsiteX305" fmla="*/ 509702 w 1045380"/>
                <a:gd name="connsiteY305" fmla="*/ 342819 h 379150"/>
                <a:gd name="connsiteX306" fmla="*/ 523494 w 1045380"/>
                <a:gd name="connsiteY306" fmla="*/ 350938 h 379150"/>
                <a:gd name="connsiteX307" fmla="*/ 553513 w 1045380"/>
                <a:gd name="connsiteY307" fmla="*/ 324146 h 379150"/>
                <a:gd name="connsiteX308" fmla="*/ 596513 w 1045380"/>
                <a:gd name="connsiteY308" fmla="*/ 285175 h 379150"/>
                <a:gd name="connsiteX309" fmla="*/ 604626 w 1045380"/>
                <a:gd name="connsiteY309" fmla="*/ 277868 h 379150"/>
                <a:gd name="connsiteX310" fmla="*/ 609493 w 1045380"/>
                <a:gd name="connsiteY310" fmla="*/ 275433 h 379150"/>
                <a:gd name="connsiteX311" fmla="*/ 611928 w 1045380"/>
                <a:gd name="connsiteY311" fmla="*/ 272997 h 379150"/>
                <a:gd name="connsiteX312" fmla="*/ 614361 w 1045380"/>
                <a:gd name="connsiteY312" fmla="*/ 271373 h 379150"/>
                <a:gd name="connsiteX313" fmla="*/ 616796 w 1045380"/>
                <a:gd name="connsiteY313" fmla="*/ 269749 h 379150"/>
                <a:gd name="connsiteX314" fmla="*/ 618418 w 1045380"/>
                <a:gd name="connsiteY314" fmla="*/ 268126 h 379150"/>
                <a:gd name="connsiteX315" fmla="*/ 623286 w 1045380"/>
                <a:gd name="connsiteY315" fmla="*/ 264878 h 379150"/>
                <a:gd name="connsiteX316" fmla="*/ 633022 w 1045380"/>
                <a:gd name="connsiteY316" fmla="*/ 260007 h 379150"/>
                <a:gd name="connsiteX317" fmla="*/ 639512 w 1045380"/>
                <a:gd name="connsiteY317" fmla="*/ 257571 h 379150"/>
                <a:gd name="connsiteX318" fmla="*/ 642757 w 1045380"/>
                <a:gd name="connsiteY318" fmla="*/ 256759 h 379150"/>
                <a:gd name="connsiteX319" fmla="*/ 646814 w 1045380"/>
                <a:gd name="connsiteY319" fmla="*/ 268938 h 379150"/>
                <a:gd name="connsiteX320" fmla="*/ 648437 w 1045380"/>
                <a:gd name="connsiteY320" fmla="*/ 283552 h 379150"/>
                <a:gd name="connsiteX321" fmla="*/ 691436 w 1045380"/>
                <a:gd name="connsiteY321" fmla="*/ 322522 h 379150"/>
                <a:gd name="connsiteX322" fmla="*/ 699550 w 1045380"/>
                <a:gd name="connsiteY322" fmla="*/ 324146 h 379150"/>
                <a:gd name="connsiteX323" fmla="*/ 740115 w 1045380"/>
                <a:gd name="connsiteY323" fmla="*/ 318462 h 379150"/>
                <a:gd name="connsiteX324" fmla="*/ 751474 w 1045380"/>
                <a:gd name="connsiteY324" fmla="*/ 311967 h 379150"/>
                <a:gd name="connsiteX325" fmla="*/ 764455 w 1045380"/>
                <a:gd name="connsiteY325" fmla="*/ 306284 h 379150"/>
                <a:gd name="connsiteX326" fmla="*/ 755530 w 1045380"/>
                <a:gd name="connsiteY326" fmla="*/ 329017 h 379150"/>
                <a:gd name="connsiteX327" fmla="*/ 752285 w 1045380"/>
                <a:gd name="connsiteY327" fmla="*/ 348502 h 379150"/>
                <a:gd name="connsiteX328" fmla="*/ 764455 w 1045380"/>
                <a:gd name="connsiteY328" fmla="*/ 375294 h 379150"/>
                <a:gd name="connsiteX329" fmla="*/ 768511 w 1045380"/>
                <a:gd name="connsiteY329" fmla="*/ 378541 h 379150"/>
                <a:gd name="connsiteX330" fmla="*/ 770945 w 1045380"/>
                <a:gd name="connsiteY330" fmla="*/ 378541 h 379150"/>
                <a:gd name="connsiteX331" fmla="*/ 773379 w 1045380"/>
                <a:gd name="connsiteY331" fmla="*/ 372858 h 379150"/>
                <a:gd name="connsiteX332" fmla="*/ 774191 w 1045380"/>
                <a:gd name="connsiteY332" fmla="*/ 367987 h 379150"/>
                <a:gd name="connsiteX333" fmla="*/ 779870 w 1045380"/>
                <a:gd name="connsiteY333" fmla="*/ 358244 h 379150"/>
                <a:gd name="connsiteX334" fmla="*/ 777436 w 1045380"/>
                <a:gd name="connsiteY334" fmla="*/ 359056 h 379150"/>
                <a:gd name="connsiteX335" fmla="*/ 775002 w 1045380"/>
                <a:gd name="connsiteY335" fmla="*/ 353373 h 379150"/>
                <a:gd name="connsiteX336" fmla="*/ 776624 w 1045380"/>
                <a:gd name="connsiteY336" fmla="*/ 344443 h 379150"/>
                <a:gd name="connsiteX337" fmla="*/ 778247 w 1045380"/>
                <a:gd name="connsiteY337" fmla="*/ 342007 h 379150"/>
                <a:gd name="connsiteX338" fmla="*/ 779059 w 1045380"/>
                <a:gd name="connsiteY338" fmla="*/ 341195 h 379150"/>
                <a:gd name="connsiteX339" fmla="*/ 780681 w 1045380"/>
                <a:gd name="connsiteY339" fmla="*/ 340383 h 379150"/>
                <a:gd name="connsiteX340" fmla="*/ 783115 w 1045380"/>
                <a:gd name="connsiteY340" fmla="*/ 337947 h 379150"/>
                <a:gd name="connsiteX341" fmla="*/ 783115 w 1045380"/>
                <a:gd name="connsiteY341" fmla="*/ 333888 h 379150"/>
                <a:gd name="connsiteX342" fmla="*/ 787983 w 1045380"/>
                <a:gd name="connsiteY342" fmla="*/ 322522 h 379150"/>
                <a:gd name="connsiteX343" fmla="*/ 789606 w 1045380"/>
                <a:gd name="connsiteY343" fmla="*/ 318462 h 379150"/>
                <a:gd name="connsiteX344" fmla="*/ 792039 w 1045380"/>
                <a:gd name="connsiteY344" fmla="*/ 313591 h 379150"/>
                <a:gd name="connsiteX345" fmla="*/ 796096 w 1045380"/>
                <a:gd name="connsiteY345" fmla="*/ 307908 h 379150"/>
                <a:gd name="connsiteX346" fmla="*/ 799341 w 1045380"/>
                <a:gd name="connsiteY346" fmla="*/ 301413 h 379150"/>
                <a:gd name="connsiteX347" fmla="*/ 826926 w 1045380"/>
                <a:gd name="connsiteY347" fmla="*/ 333888 h 379150"/>
                <a:gd name="connsiteX348" fmla="*/ 841530 w 1045380"/>
                <a:gd name="connsiteY348" fmla="*/ 332264 h 379150"/>
                <a:gd name="connsiteX349" fmla="*/ 856134 w 1045380"/>
                <a:gd name="connsiteY349" fmla="*/ 331452 h 379150"/>
                <a:gd name="connsiteX350" fmla="*/ 878850 w 1045380"/>
                <a:gd name="connsiteY350" fmla="*/ 328205 h 379150"/>
                <a:gd name="connsiteX351" fmla="*/ 888586 w 1045380"/>
                <a:gd name="connsiteY351" fmla="*/ 323334 h 379150"/>
                <a:gd name="connsiteX352" fmla="*/ 891831 w 1045380"/>
                <a:gd name="connsiteY352" fmla="*/ 322522 h 379150"/>
                <a:gd name="connsiteX353" fmla="*/ 900756 w 1045380"/>
                <a:gd name="connsiteY353" fmla="*/ 320898 h 379150"/>
                <a:gd name="connsiteX354" fmla="*/ 912926 w 1045380"/>
                <a:gd name="connsiteY354" fmla="*/ 318462 h 379150"/>
                <a:gd name="connsiteX355" fmla="*/ 919416 w 1045380"/>
                <a:gd name="connsiteY355" fmla="*/ 316027 h 379150"/>
                <a:gd name="connsiteX356" fmla="*/ 921039 w 1045380"/>
                <a:gd name="connsiteY356" fmla="*/ 315215 h 379150"/>
                <a:gd name="connsiteX357" fmla="*/ 959982 w 1045380"/>
                <a:gd name="connsiteY357" fmla="*/ 299789 h 379150"/>
                <a:gd name="connsiteX358" fmla="*/ 963227 w 1045380"/>
                <a:gd name="connsiteY358" fmla="*/ 298165 h 379150"/>
                <a:gd name="connsiteX359" fmla="*/ 959982 w 1045380"/>
                <a:gd name="connsiteY359" fmla="*/ 298977 h 379150"/>
                <a:gd name="connsiteX360" fmla="*/ 962416 w 1045380"/>
                <a:gd name="connsiteY360" fmla="*/ 296542 h 379150"/>
                <a:gd name="connsiteX361" fmla="*/ 969718 w 1045380"/>
                <a:gd name="connsiteY361" fmla="*/ 295730 h 379150"/>
                <a:gd name="connsiteX362" fmla="*/ 970529 w 1045380"/>
                <a:gd name="connsiteY362" fmla="*/ 295730 h 379150"/>
                <a:gd name="connsiteX363" fmla="*/ 977831 w 1045380"/>
                <a:gd name="connsiteY363" fmla="*/ 290858 h 379150"/>
                <a:gd name="connsiteX364" fmla="*/ 981887 w 1045380"/>
                <a:gd name="connsiteY364" fmla="*/ 286799 h 379150"/>
                <a:gd name="connsiteX365" fmla="*/ 984321 w 1045380"/>
                <a:gd name="connsiteY365" fmla="*/ 284363 h 379150"/>
                <a:gd name="connsiteX366" fmla="*/ 989189 w 1045380"/>
                <a:gd name="connsiteY366" fmla="*/ 281928 h 379150"/>
                <a:gd name="connsiteX367" fmla="*/ 993245 w 1045380"/>
                <a:gd name="connsiteY367" fmla="*/ 280304 h 379150"/>
                <a:gd name="connsiteX368" fmla="*/ 1004604 w 1045380"/>
                <a:gd name="connsiteY368" fmla="*/ 273809 h 379150"/>
                <a:gd name="connsiteX369" fmla="*/ 1015151 w 1045380"/>
                <a:gd name="connsiteY369" fmla="*/ 268126 h 379150"/>
                <a:gd name="connsiteX370" fmla="*/ 1028944 w 1045380"/>
                <a:gd name="connsiteY370" fmla="*/ 260007 h 379150"/>
                <a:gd name="connsiteX371" fmla="*/ 1031377 w 1045380"/>
                <a:gd name="connsiteY371" fmla="*/ 258383 h 379150"/>
                <a:gd name="connsiteX372" fmla="*/ 1038679 w 1045380"/>
                <a:gd name="connsiteY372" fmla="*/ 252700 h 379150"/>
                <a:gd name="connsiteX373" fmla="*/ 1045170 w 1045380"/>
                <a:gd name="connsiteY373" fmla="*/ 247017 h 379150"/>
                <a:gd name="connsiteX374" fmla="*/ 990812 w 1045380"/>
                <a:gd name="connsiteY374" fmla="*/ 268938 h 379150"/>
                <a:gd name="connsiteX375" fmla="*/ 875605 w 1045380"/>
                <a:gd name="connsiteY375" fmla="*/ 119552 h 379150"/>
                <a:gd name="connsiteX376" fmla="*/ 877228 w 1045380"/>
                <a:gd name="connsiteY376" fmla="*/ 117928 h 379150"/>
                <a:gd name="connsiteX377" fmla="*/ 878039 w 1045380"/>
                <a:gd name="connsiteY377" fmla="*/ 119552 h 379150"/>
                <a:gd name="connsiteX378" fmla="*/ 876416 w 1045380"/>
                <a:gd name="connsiteY378" fmla="*/ 121176 h 379150"/>
                <a:gd name="connsiteX379" fmla="*/ 875605 w 1045380"/>
                <a:gd name="connsiteY379" fmla="*/ 119552 h 379150"/>
                <a:gd name="connsiteX380" fmla="*/ 873983 w 1045380"/>
                <a:gd name="connsiteY380" fmla="*/ 122799 h 379150"/>
                <a:gd name="connsiteX381" fmla="*/ 874794 w 1045380"/>
                <a:gd name="connsiteY381" fmla="*/ 124423 h 379150"/>
                <a:gd name="connsiteX382" fmla="*/ 873171 w 1045380"/>
                <a:gd name="connsiteY382" fmla="*/ 125235 h 379150"/>
                <a:gd name="connsiteX383" fmla="*/ 872360 w 1045380"/>
                <a:gd name="connsiteY383" fmla="*/ 123611 h 379150"/>
                <a:gd name="connsiteX384" fmla="*/ 873983 w 1045380"/>
                <a:gd name="connsiteY384" fmla="*/ 122799 h 379150"/>
                <a:gd name="connsiteX385" fmla="*/ 867492 w 1045380"/>
                <a:gd name="connsiteY385" fmla="*/ 131730 h 379150"/>
                <a:gd name="connsiteX386" fmla="*/ 866681 w 1045380"/>
                <a:gd name="connsiteY386" fmla="*/ 130106 h 379150"/>
                <a:gd name="connsiteX387" fmla="*/ 869926 w 1045380"/>
                <a:gd name="connsiteY387" fmla="*/ 131730 h 379150"/>
                <a:gd name="connsiteX388" fmla="*/ 865869 w 1045380"/>
                <a:gd name="connsiteY388" fmla="*/ 134977 h 379150"/>
                <a:gd name="connsiteX389" fmla="*/ 866681 w 1045380"/>
                <a:gd name="connsiteY389" fmla="*/ 133354 h 379150"/>
                <a:gd name="connsiteX390" fmla="*/ 867492 w 1045380"/>
                <a:gd name="connsiteY390" fmla="*/ 131730 h 379150"/>
                <a:gd name="connsiteX391" fmla="*/ 865058 w 1045380"/>
                <a:gd name="connsiteY391" fmla="*/ 139849 h 379150"/>
                <a:gd name="connsiteX392" fmla="*/ 867492 w 1045380"/>
                <a:gd name="connsiteY392" fmla="*/ 137413 h 379150"/>
                <a:gd name="connsiteX393" fmla="*/ 865058 w 1045380"/>
                <a:gd name="connsiteY393" fmla="*/ 139849 h 379150"/>
                <a:gd name="connsiteX394" fmla="*/ 865058 w 1045380"/>
                <a:gd name="connsiteY394" fmla="*/ 139849 h 379150"/>
                <a:gd name="connsiteX395" fmla="*/ 861813 w 1045380"/>
                <a:gd name="connsiteY395" fmla="*/ 146344 h 379150"/>
                <a:gd name="connsiteX396" fmla="*/ 863435 w 1045380"/>
                <a:gd name="connsiteY396" fmla="*/ 144720 h 379150"/>
                <a:gd name="connsiteX397" fmla="*/ 864247 w 1045380"/>
                <a:gd name="connsiteY397" fmla="*/ 143908 h 379150"/>
                <a:gd name="connsiteX398" fmla="*/ 863435 w 1045380"/>
                <a:gd name="connsiteY398" fmla="*/ 146344 h 379150"/>
                <a:gd name="connsiteX399" fmla="*/ 860190 w 1045380"/>
                <a:gd name="connsiteY399" fmla="*/ 147156 h 379150"/>
                <a:gd name="connsiteX400" fmla="*/ 861813 w 1045380"/>
                <a:gd name="connsiteY400" fmla="*/ 146344 h 379150"/>
                <a:gd name="connsiteX401" fmla="*/ 853700 w 1045380"/>
                <a:gd name="connsiteY401" fmla="*/ 158522 h 379150"/>
                <a:gd name="connsiteX402" fmla="*/ 854511 w 1045380"/>
                <a:gd name="connsiteY402" fmla="*/ 156898 h 379150"/>
                <a:gd name="connsiteX403" fmla="*/ 854511 w 1045380"/>
                <a:gd name="connsiteY403" fmla="*/ 158522 h 379150"/>
                <a:gd name="connsiteX404" fmla="*/ 852888 w 1045380"/>
                <a:gd name="connsiteY404" fmla="*/ 160958 h 379150"/>
                <a:gd name="connsiteX405" fmla="*/ 853700 w 1045380"/>
                <a:gd name="connsiteY405" fmla="*/ 158522 h 379150"/>
                <a:gd name="connsiteX406" fmla="*/ 849643 w 1045380"/>
                <a:gd name="connsiteY406" fmla="*/ 161770 h 379150"/>
                <a:gd name="connsiteX407" fmla="*/ 851265 w 1045380"/>
                <a:gd name="connsiteY407" fmla="*/ 163393 h 379150"/>
                <a:gd name="connsiteX408" fmla="*/ 850454 w 1045380"/>
                <a:gd name="connsiteY408" fmla="*/ 164205 h 379150"/>
                <a:gd name="connsiteX409" fmla="*/ 848831 w 1045380"/>
                <a:gd name="connsiteY409" fmla="*/ 163393 h 379150"/>
                <a:gd name="connsiteX410" fmla="*/ 849643 w 1045380"/>
                <a:gd name="connsiteY410" fmla="*/ 161770 h 379150"/>
                <a:gd name="connsiteX411" fmla="*/ 848831 w 1045380"/>
                <a:gd name="connsiteY411" fmla="*/ 167453 h 379150"/>
                <a:gd name="connsiteX412" fmla="*/ 850454 w 1045380"/>
                <a:gd name="connsiteY412" fmla="*/ 165829 h 379150"/>
                <a:gd name="connsiteX413" fmla="*/ 850454 w 1045380"/>
                <a:gd name="connsiteY413" fmla="*/ 167453 h 379150"/>
                <a:gd name="connsiteX414" fmla="*/ 849643 w 1045380"/>
                <a:gd name="connsiteY414" fmla="*/ 169076 h 379150"/>
                <a:gd name="connsiteX415" fmla="*/ 848831 w 1045380"/>
                <a:gd name="connsiteY415" fmla="*/ 167453 h 379150"/>
                <a:gd name="connsiteX416" fmla="*/ 843152 w 1045380"/>
                <a:gd name="connsiteY416" fmla="*/ 177195 h 379150"/>
                <a:gd name="connsiteX417" fmla="*/ 844775 w 1045380"/>
                <a:gd name="connsiteY417" fmla="*/ 178819 h 379150"/>
                <a:gd name="connsiteX418" fmla="*/ 843152 w 1045380"/>
                <a:gd name="connsiteY418" fmla="*/ 181255 h 379150"/>
                <a:gd name="connsiteX419" fmla="*/ 841530 w 1045380"/>
                <a:gd name="connsiteY419" fmla="*/ 180443 h 379150"/>
                <a:gd name="connsiteX420" fmla="*/ 843152 w 1045380"/>
                <a:gd name="connsiteY420" fmla="*/ 177195 h 379150"/>
                <a:gd name="connsiteX421" fmla="*/ 837473 w 1045380"/>
                <a:gd name="connsiteY421" fmla="*/ 187750 h 379150"/>
                <a:gd name="connsiteX422" fmla="*/ 838284 w 1045380"/>
                <a:gd name="connsiteY422" fmla="*/ 186938 h 379150"/>
                <a:gd name="connsiteX423" fmla="*/ 839096 w 1045380"/>
                <a:gd name="connsiteY423" fmla="*/ 188561 h 379150"/>
                <a:gd name="connsiteX424" fmla="*/ 837473 w 1045380"/>
                <a:gd name="connsiteY424" fmla="*/ 187750 h 379150"/>
                <a:gd name="connsiteX425" fmla="*/ 108101 w 1045380"/>
                <a:gd name="connsiteY425" fmla="*/ 161770 h 379150"/>
                <a:gd name="connsiteX426" fmla="*/ 109723 w 1045380"/>
                <a:gd name="connsiteY426" fmla="*/ 160958 h 379150"/>
                <a:gd name="connsiteX427" fmla="*/ 108101 w 1045380"/>
                <a:gd name="connsiteY427" fmla="*/ 164205 h 379150"/>
                <a:gd name="connsiteX428" fmla="*/ 108101 w 1045380"/>
                <a:gd name="connsiteY428" fmla="*/ 161770 h 379150"/>
                <a:gd name="connsiteX429" fmla="*/ 103233 w 1045380"/>
                <a:gd name="connsiteY429" fmla="*/ 173136 h 379150"/>
                <a:gd name="connsiteX430" fmla="*/ 100799 w 1045380"/>
                <a:gd name="connsiteY430" fmla="*/ 177195 h 379150"/>
                <a:gd name="connsiteX431" fmla="*/ 99176 w 1045380"/>
                <a:gd name="connsiteY431" fmla="*/ 177195 h 379150"/>
                <a:gd name="connsiteX432" fmla="*/ 103233 w 1045380"/>
                <a:gd name="connsiteY432" fmla="*/ 173136 h 379150"/>
                <a:gd name="connsiteX433" fmla="*/ 94308 w 1045380"/>
                <a:gd name="connsiteY433" fmla="*/ 199928 h 379150"/>
                <a:gd name="connsiteX434" fmla="*/ 93497 w 1045380"/>
                <a:gd name="connsiteY434" fmla="*/ 198304 h 379150"/>
                <a:gd name="connsiteX435" fmla="*/ 95120 w 1045380"/>
                <a:gd name="connsiteY435" fmla="*/ 196680 h 379150"/>
                <a:gd name="connsiteX436" fmla="*/ 95931 w 1045380"/>
                <a:gd name="connsiteY436" fmla="*/ 198304 h 379150"/>
                <a:gd name="connsiteX437" fmla="*/ 94308 w 1045380"/>
                <a:gd name="connsiteY437" fmla="*/ 199928 h 379150"/>
                <a:gd name="connsiteX438" fmla="*/ 93497 w 1045380"/>
                <a:gd name="connsiteY438" fmla="*/ 185314 h 379150"/>
                <a:gd name="connsiteX439" fmla="*/ 94308 w 1045380"/>
                <a:gd name="connsiteY439" fmla="*/ 182878 h 379150"/>
                <a:gd name="connsiteX440" fmla="*/ 95931 w 1045380"/>
                <a:gd name="connsiteY440" fmla="*/ 180443 h 379150"/>
                <a:gd name="connsiteX441" fmla="*/ 97554 w 1045380"/>
                <a:gd name="connsiteY441" fmla="*/ 180443 h 379150"/>
                <a:gd name="connsiteX442" fmla="*/ 91063 w 1045380"/>
                <a:gd name="connsiteY442" fmla="*/ 190185 h 379150"/>
                <a:gd name="connsiteX443" fmla="*/ 93497 w 1045380"/>
                <a:gd name="connsiteY443" fmla="*/ 185314 h 379150"/>
                <a:gd name="connsiteX444" fmla="*/ 87818 w 1045380"/>
                <a:gd name="connsiteY444" fmla="*/ 212106 h 379150"/>
                <a:gd name="connsiteX445" fmla="*/ 85384 w 1045380"/>
                <a:gd name="connsiteY445" fmla="*/ 213730 h 379150"/>
                <a:gd name="connsiteX446" fmla="*/ 83761 w 1045380"/>
                <a:gd name="connsiteY446" fmla="*/ 213730 h 379150"/>
                <a:gd name="connsiteX447" fmla="*/ 85384 w 1045380"/>
                <a:gd name="connsiteY447" fmla="*/ 212106 h 379150"/>
                <a:gd name="connsiteX448" fmla="*/ 87818 w 1045380"/>
                <a:gd name="connsiteY448" fmla="*/ 212106 h 379150"/>
                <a:gd name="connsiteX449" fmla="*/ 84573 w 1045380"/>
                <a:gd name="connsiteY449" fmla="*/ 197492 h 379150"/>
                <a:gd name="connsiteX450" fmla="*/ 86195 w 1045380"/>
                <a:gd name="connsiteY450" fmla="*/ 198304 h 379150"/>
                <a:gd name="connsiteX451" fmla="*/ 84573 w 1045380"/>
                <a:gd name="connsiteY451" fmla="*/ 199928 h 379150"/>
                <a:gd name="connsiteX452" fmla="*/ 83761 w 1045380"/>
                <a:gd name="connsiteY452" fmla="*/ 199116 h 379150"/>
                <a:gd name="connsiteX453" fmla="*/ 84573 w 1045380"/>
                <a:gd name="connsiteY453" fmla="*/ 197492 h 379150"/>
                <a:gd name="connsiteX454" fmla="*/ 82139 w 1045380"/>
                <a:gd name="connsiteY454" fmla="*/ 201552 h 379150"/>
                <a:gd name="connsiteX455" fmla="*/ 83761 w 1045380"/>
                <a:gd name="connsiteY455" fmla="*/ 202364 h 379150"/>
                <a:gd name="connsiteX456" fmla="*/ 82139 w 1045380"/>
                <a:gd name="connsiteY456" fmla="*/ 203175 h 379150"/>
                <a:gd name="connsiteX457" fmla="*/ 80516 w 1045380"/>
                <a:gd name="connsiteY457" fmla="*/ 202364 h 379150"/>
                <a:gd name="connsiteX458" fmla="*/ 82139 w 1045380"/>
                <a:gd name="connsiteY458" fmla="*/ 201552 h 379150"/>
                <a:gd name="connsiteX459" fmla="*/ 65912 w 1045380"/>
                <a:gd name="connsiteY459" fmla="*/ 224284 h 379150"/>
                <a:gd name="connsiteX460" fmla="*/ 70780 w 1045380"/>
                <a:gd name="connsiteY460" fmla="*/ 216977 h 379150"/>
                <a:gd name="connsiteX461" fmla="*/ 73214 w 1045380"/>
                <a:gd name="connsiteY461" fmla="*/ 216165 h 379150"/>
                <a:gd name="connsiteX462" fmla="*/ 72403 w 1045380"/>
                <a:gd name="connsiteY462" fmla="*/ 218601 h 379150"/>
                <a:gd name="connsiteX463" fmla="*/ 69969 w 1045380"/>
                <a:gd name="connsiteY463" fmla="*/ 222661 h 379150"/>
                <a:gd name="connsiteX464" fmla="*/ 63478 w 1045380"/>
                <a:gd name="connsiteY464" fmla="*/ 228344 h 379150"/>
                <a:gd name="connsiteX465" fmla="*/ 65912 w 1045380"/>
                <a:gd name="connsiteY465" fmla="*/ 224284 h 379150"/>
                <a:gd name="connsiteX466" fmla="*/ 61856 w 1045380"/>
                <a:gd name="connsiteY466" fmla="*/ 231591 h 379150"/>
                <a:gd name="connsiteX467" fmla="*/ 63478 w 1045380"/>
                <a:gd name="connsiteY467" fmla="*/ 232403 h 379150"/>
                <a:gd name="connsiteX468" fmla="*/ 61856 w 1045380"/>
                <a:gd name="connsiteY468" fmla="*/ 234027 h 379150"/>
                <a:gd name="connsiteX469" fmla="*/ 60233 w 1045380"/>
                <a:gd name="connsiteY469" fmla="*/ 233215 h 379150"/>
                <a:gd name="connsiteX470" fmla="*/ 61856 w 1045380"/>
                <a:gd name="connsiteY470" fmla="*/ 231591 h 379150"/>
                <a:gd name="connsiteX471" fmla="*/ 41573 w 1045380"/>
                <a:gd name="connsiteY471" fmla="*/ 265690 h 379150"/>
                <a:gd name="connsiteX472" fmla="*/ 44007 w 1045380"/>
                <a:gd name="connsiteY472" fmla="*/ 258383 h 379150"/>
                <a:gd name="connsiteX473" fmla="*/ 45629 w 1045380"/>
                <a:gd name="connsiteY473" fmla="*/ 258383 h 379150"/>
                <a:gd name="connsiteX474" fmla="*/ 41573 w 1045380"/>
                <a:gd name="connsiteY474" fmla="*/ 265690 h 379150"/>
                <a:gd name="connsiteX475" fmla="*/ 47252 w 1045380"/>
                <a:gd name="connsiteY475" fmla="*/ 254324 h 379150"/>
                <a:gd name="connsiteX476" fmla="*/ 49686 w 1045380"/>
                <a:gd name="connsiteY476" fmla="*/ 250264 h 379150"/>
                <a:gd name="connsiteX477" fmla="*/ 50497 w 1045380"/>
                <a:gd name="connsiteY477" fmla="*/ 251076 h 379150"/>
                <a:gd name="connsiteX478" fmla="*/ 47252 w 1045380"/>
                <a:gd name="connsiteY478" fmla="*/ 254324 h 379150"/>
                <a:gd name="connsiteX479" fmla="*/ 52931 w 1045380"/>
                <a:gd name="connsiteY479" fmla="*/ 246205 h 379150"/>
                <a:gd name="connsiteX480" fmla="*/ 52120 w 1045380"/>
                <a:gd name="connsiteY480" fmla="*/ 244581 h 379150"/>
                <a:gd name="connsiteX481" fmla="*/ 53743 w 1045380"/>
                <a:gd name="connsiteY481" fmla="*/ 242958 h 379150"/>
                <a:gd name="connsiteX482" fmla="*/ 54554 w 1045380"/>
                <a:gd name="connsiteY482" fmla="*/ 244581 h 379150"/>
                <a:gd name="connsiteX483" fmla="*/ 52931 w 1045380"/>
                <a:gd name="connsiteY483" fmla="*/ 246205 h 379150"/>
                <a:gd name="connsiteX484" fmla="*/ 324722 w 1045380"/>
                <a:gd name="connsiteY484" fmla="*/ 267314 h 379150"/>
                <a:gd name="connsiteX485" fmla="*/ 284156 w 1045380"/>
                <a:gd name="connsiteY485" fmla="*/ 305472 h 379150"/>
                <a:gd name="connsiteX486" fmla="*/ 267119 w 1045380"/>
                <a:gd name="connsiteY486" fmla="*/ 316027 h 379150"/>
                <a:gd name="connsiteX487" fmla="*/ 278477 w 1045380"/>
                <a:gd name="connsiteY487" fmla="*/ 294106 h 379150"/>
                <a:gd name="connsiteX488" fmla="*/ 283345 w 1045380"/>
                <a:gd name="connsiteY488" fmla="*/ 287611 h 379150"/>
                <a:gd name="connsiteX489" fmla="*/ 339326 w 1045380"/>
                <a:gd name="connsiteY489" fmla="*/ 229967 h 379150"/>
                <a:gd name="connsiteX490" fmla="*/ 340948 w 1045380"/>
                <a:gd name="connsiteY490" fmla="*/ 229155 h 379150"/>
                <a:gd name="connsiteX491" fmla="*/ 347439 w 1045380"/>
                <a:gd name="connsiteY491" fmla="*/ 225908 h 379150"/>
                <a:gd name="connsiteX492" fmla="*/ 355552 w 1045380"/>
                <a:gd name="connsiteY492" fmla="*/ 225908 h 379150"/>
                <a:gd name="connsiteX493" fmla="*/ 324722 w 1045380"/>
                <a:gd name="connsiteY493" fmla="*/ 267314 h 379150"/>
                <a:gd name="connsiteX494" fmla="*/ 449665 w 1045380"/>
                <a:gd name="connsiteY494" fmla="*/ 337136 h 379150"/>
                <a:gd name="connsiteX495" fmla="*/ 447230 w 1045380"/>
                <a:gd name="connsiteY495" fmla="*/ 337947 h 379150"/>
                <a:gd name="connsiteX496" fmla="*/ 448853 w 1045380"/>
                <a:gd name="connsiteY496" fmla="*/ 335512 h 379150"/>
                <a:gd name="connsiteX497" fmla="*/ 449665 w 1045380"/>
                <a:gd name="connsiteY497" fmla="*/ 337136 h 379150"/>
                <a:gd name="connsiteX498" fmla="*/ 466702 w 1045380"/>
                <a:gd name="connsiteY498" fmla="*/ 324146 h 379150"/>
                <a:gd name="connsiteX499" fmla="*/ 466702 w 1045380"/>
                <a:gd name="connsiteY499" fmla="*/ 323334 h 379150"/>
                <a:gd name="connsiteX500" fmla="*/ 469947 w 1045380"/>
                <a:gd name="connsiteY500" fmla="*/ 322522 h 379150"/>
                <a:gd name="connsiteX501" fmla="*/ 466702 w 1045380"/>
                <a:gd name="connsiteY501" fmla="*/ 324146 h 379150"/>
                <a:gd name="connsiteX502" fmla="*/ 493475 w 1045380"/>
                <a:gd name="connsiteY502" fmla="*/ 307096 h 379150"/>
                <a:gd name="connsiteX503" fmla="*/ 488608 w 1045380"/>
                <a:gd name="connsiteY503" fmla="*/ 310344 h 379150"/>
                <a:gd name="connsiteX504" fmla="*/ 485362 w 1045380"/>
                <a:gd name="connsiteY504" fmla="*/ 312779 h 379150"/>
                <a:gd name="connsiteX505" fmla="*/ 488608 w 1045380"/>
                <a:gd name="connsiteY505" fmla="*/ 309532 h 379150"/>
                <a:gd name="connsiteX506" fmla="*/ 492664 w 1045380"/>
                <a:gd name="connsiteY506" fmla="*/ 306284 h 379150"/>
                <a:gd name="connsiteX507" fmla="*/ 495098 w 1045380"/>
                <a:gd name="connsiteY507" fmla="*/ 304660 h 379150"/>
                <a:gd name="connsiteX508" fmla="*/ 495909 w 1045380"/>
                <a:gd name="connsiteY508" fmla="*/ 304660 h 379150"/>
                <a:gd name="connsiteX509" fmla="*/ 493475 w 1045380"/>
                <a:gd name="connsiteY509" fmla="*/ 307096 h 379150"/>
                <a:gd name="connsiteX510" fmla="*/ 513758 w 1045380"/>
                <a:gd name="connsiteY510" fmla="*/ 294106 h 379150"/>
                <a:gd name="connsiteX511" fmla="*/ 512947 w 1045380"/>
                <a:gd name="connsiteY511" fmla="*/ 295730 h 379150"/>
                <a:gd name="connsiteX512" fmla="*/ 508079 w 1045380"/>
                <a:gd name="connsiteY512" fmla="*/ 299789 h 379150"/>
                <a:gd name="connsiteX513" fmla="*/ 499155 w 1045380"/>
                <a:gd name="connsiteY513" fmla="*/ 303849 h 379150"/>
                <a:gd name="connsiteX514" fmla="*/ 515381 w 1045380"/>
                <a:gd name="connsiteY514" fmla="*/ 292482 h 379150"/>
                <a:gd name="connsiteX515" fmla="*/ 516192 w 1045380"/>
                <a:gd name="connsiteY515" fmla="*/ 291670 h 379150"/>
                <a:gd name="connsiteX516" fmla="*/ 513758 w 1045380"/>
                <a:gd name="connsiteY516" fmla="*/ 294106 h 379150"/>
                <a:gd name="connsiteX517" fmla="*/ 768511 w 1045380"/>
                <a:gd name="connsiteY517" fmla="*/ 305472 h 379150"/>
                <a:gd name="connsiteX518" fmla="*/ 765266 w 1045380"/>
                <a:gd name="connsiteY518" fmla="*/ 307096 h 379150"/>
                <a:gd name="connsiteX519" fmla="*/ 764455 w 1045380"/>
                <a:gd name="connsiteY519" fmla="*/ 306284 h 379150"/>
                <a:gd name="connsiteX520" fmla="*/ 770134 w 1045380"/>
                <a:gd name="connsiteY520" fmla="*/ 303037 h 379150"/>
                <a:gd name="connsiteX521" fmla="*/ 768511 w 1045380"/>
                <a:gd name="connsiteY521" fmla="*/ 305472 h 379150"/>
                <a:gd name="connsiteX522" fmla="*/ 771757 w 1045380"/>
                <a:gd name="connsiteY522" fmla="*/ 320898 h 379150"/>
                <a:gd name="connsiteX523" fmla="*/ 770945 w 1045380"/>
                <a:gd name="connsiteY523" fmla="*/ 321710 h 379150"/>
                <a:gd name="connsiteX524" fmla="*/ 771757 w 1045380"/>
                <a:gd name="connsiteY524" fmla="*/ 318462 h 379150"/>
                <a:gd name="connsiteX525" fmla="*/ 773379 w 1045380"/>
                <a:gd name="connsiteY525" fmla="*/ 317650 h 379150"/>
                <a:gd name="connsiteX526" fmla="*/ 771757 w 1045380"/>
                <a:gd name="connsiteY526" fmla="*/ 320898 h 379150"/>
                <a:gd name="connsiteX527" fmla="*/ 779870 w 1045380"/>
                <a:gd name="connsiteY527" fmla="*/ 302225 h 379150"/>
                <a:gd name="connsiteX528" fmla="*/ 775813 w 1045380"/>
                <a:gd name="connsiteY528" fmla="*/ 310344 h 379150"/>
                <a:gd name="connsiteX529" fmla="*/ 773379 w 1045380"/>
                <a:gd name="connsiteY529" fmla="*/ 316027 h 379150"/>
                <a:gd name="connsiteX530" fmla="*/ 775002 w 1045380"/>
                <a:gd name="connsiteY530" fmla="*/ 308720 h 379150"/>
                <a:gd name="connsiteX531" fmla="*/ 776624 w 1045380"/>
                <a:gd name="connsiteY531" fmla="*/ 304660 h 379150"/>
                <a:gd name="connsiteX532" fmla="*/ 779870 w 1045380"/>
                <a:gd name="connsiteY532" fmla="*/ 302225 h 379150"/>
                <a:gd name="connsiteX533" fmla="*/ 779870 w 1045380"/>
                <a:gd name="connsiteY533" fmla="*/ 302225 h 379150"/>
                <a:gd name="connsiteX534" fmla="*/ 782304 w 1045380"/>
                <a:gd name="connsiteY534" fmla="*/ 295730 h 379150"/>
                <a:gd name="connsiteX535" fmla="*/ 781492 w 1045380"/>
                <a:gd name="connsiteY535" fmla="*/ 299789 h 379150"/>
                <a:gd name="connsiteX536" fmla="*/ 779059 w 1045380"/>
                <a:gd name="connsiteY536" fmla="*/ 300601 h 379150"/>
                <a:gd name="connsiteX537" fmla="*/ 777436 w 1045380"/>
                <a:gd name="connsiteY537" fmla="*/ 301413 h 379150"/>
                <a:gd name="connsiteX538" fmla="*/ 779870 w 1045380"/>
                <a:gd name="connsiteY538" fmla="*/ 295730 h 379150"/>
                <a:gd name="connsiteX539" fmla="*/ 783115 w 1045380"/>
                <a:gd name="connsiteY539" fmla="*/ 293294 h 379150"/>
                <a:gd name="connsiteX540" fmla="*/ 782304 w 1045380"/>
                <a:gd name="connsiteY540" fmla="*/ 295730 h 379150"/>
                <a:gd name="connsiteX541" fmla="*/ 786360 w 1045380"/>
                <a:gd name="connsiteY541" fmla="*/ 290046 h 379150"/>
                <a:gd name="connsiteX542" fmla="*/ 785549 w 1045380"/>
                <a:gd name="connsiteY542" fmla="*/ 289235 h 379150"/>
                <a:gd name="connsiteX543" fmla="*/ 786360 w 1045380"/>
                <a:gd name="connsiteY543" fmla="*/ 288423 h 379150"/>
                <a:gd name="connsiteX544" fmla="*/ 786360 w 1045380"/>
                <a:gd name="connsiteY544" fmla="*/ 290046 h 379150"/>
                <a:gd name="connsiteX545" fmla="*/ 796096 w 1045380"/>
                <a:gd name="connsiteY545" fmla="*/ 264878 h 379150"/>
                <a:gd name="connsiteX546" fmla="*/ 796096 w 1045380"/>
                <a:gd name="connsiteY546" fmla="*/ 264066 h 379150"/>
                <a:gd name="connsiteX547" fmla="*/ 796907 w 1045380"/>
                <a:gd name="connsiteY547" fmla="*/ 263255 h 379150"/>
                <a:gd name="connsiteX548" fmla="*/ 796096 w 1045380"/>
                <a:gd name="connsiteY548" fmla="*/ 264878 h 379150"/>
                <a:gd name="connsiteX549" fmla="*/ 796096 w 1045380"/>
                <a:gd name="connsiteY549" fmla="*/ 264878 h 379150"/>
                <a:gd name="connsiteX550" fmla="*/ 802587 w 1045380"/>
                <a:gd name="connsiteY550" fmla="*/ 286799 h 379150"/>
                <a:gd name="connsiteX551" fmla="*/ 802587 w 1045380"/>
                <a:gd name="connsiteY551" fmla="*/ 285175 h 379150"/>
                <a:gd name="connsiteX552" fmla="*/ 803398 w 1045380"/>
                <a:gd name="connsiteY552" fmla="*/ 283552 h 379150"/>
                <a:gd name="connsiteX553" fmla="*/ 803398 w 1045380"/>
                <a:gd name="connsiteY553" fmla="*/ 285175 h 379150"/>
                <a:gd name="connsiteX554" fmla="*/ 802587 w 1045380"/>
                <a:gd name="connsiteY554" fmla="*/ 286799 h 379150"/>
                <a:gd name="connsiteX555" fmla="*/ 804209 w 1045380"/>
                <a:gd name="connsiteY555" fmla="*/ 253512 h 379150"/>
                <a:gd name="connsiteX556" fmla="*/ 801775 w 1045380"/>
                <a:gd name="connsiteY556" fmla="*/ 254324 h 379150"/>
                <a:gd name="connsiteX557" fmla="*/ 800153 w 1045380"/>
                <a:gd name="connsiteY557" fmla="*/ 252700 h 379150"/>
                <a:gd name="connsiteX558" fmla="*/ 802587 w 1045380"/>
                <a:gd name="connsiteY558" fmla="*/ 251888 h 379150"/>
                <a:gd name="connsiteX559" fmla="*/ 804209 w 1045380"/>
                <a:gd name="connsiteY559" fmla="*/ 249452 h 379150"/>
                <a:gd name="connsiteX560" fmla="*/ 805021 w 1045380"/>
                <a:gd name="connsiteY560" fmla="*/ 247017 h 379150"/>
                <a:gd name="connsiteX561" fmla="*/ 805832 w 1045380"/>
                <a:gd name="connsiteY561" fmla="*/ 250264 h 379150"/>
                <a:gd name="connsiteX562" fmla="*/ 804209 w 1045380"/>
                <a:gd name="connsiteY562" fmla="*/ 253512 h 379150"/>
                <a:gd name="connsiteX563" fmla="*/ 811511 w 1045380"/>
                <a:gd name="connsiteY563" fmla="*/ 236462 h 379150"/>
                <a:gd name="connsiteX564" fmla="*/ 809077 w 1045380"/>
                <a:gd name="connsiteY564" fmla="*/ 238086 h 379150"/>
                <a:gd name="connsiteX565" fmla="*/ 809077 w 1045380"/>
                <a:gd name="connsiteY565" fmla="*/ 237274 h 379150"/>
                <a:gd name="connsiteX566" fmla="*/ 810700 w 1045380"/>
                <a:gd name="connsiteY566" fmla="*/ 234839 h 379150"/>
                <a:gd name="connsiteX567" fmla="*/ 812322 w 1045380"/>
                <a:gd name="connsiteY567" fmla="*/ 233215 h 379150"/>
                <a:gd name="connsiteX568" fmla="*/ 813134 w 1045380"/>
                <a:gd name="connsiteY568" fmla="*/ 231591 h 379150"/>
                <a:gd name="connsiteX569" fmla="*/ 811511 w 1045380"/>
                <a:gd name="connsiteY569" fmla="*/ 236462 h 379150"/>
                <a:gd name="connsiteX570" fmla="*/ 818813 w 1045380"/>
                <a:gd name="connsiteY570" fmla="*/ 223472 h 379150"/>
                <a:gd name="connsiteX571" fmla="*/ 817190 w 1045380"/>
                <a:gd name="connsiteY571" fmla="*/ 227532 h 379150"/>
                <a:gd name="connsiteX572" fmla="*/ 815568 w 1045380"/>
                <a:gd name="connsiteY572" fmla="*/ 229155 h 379150"/>
                <a:gd name="connsiteX573" fmla="*/ 817190 w 1045380"/>
                <a:gd name="connsiteY573" fmla="*/ 222661 h 379150"/>
                <a:gd name="connsiteX574" fmla="*/ 819624 w 1045380"/>
                <a:gd name="connsiteY574" fmla="*/ 221037 h 379150"/>
                <a:gd name="connsiteX575" fmla="*/ 818813 w 1045380"/>
                <a:gd name="connsiteY575" fmla="*/ 223472 h 379150"/>
                <a:gd name="connsiteX576" fmla="*/ 822058 w 1045380"/>
                <a:gd name="connsiteY576" fmla="*/ 213730 h 379150"/>
                <a:gd name="connsiteX577" fmla="*/ 822058 w 1045380"/>
                <a:gd name="connsiteY577" fmla="*/ 213730 h 379150"/>
                <a:gd name="connsiteX578" fmla="*/ 822870 w 1045380"/>
                <a:gd name="connsiteY578" fmla="*/ 211294 h 379150"/>
                <a:gd name="connsiteX579" fmla="*/ 822058 w 1045380"/>
                <a:gd name="connsiteY579" fmla="*/ 213730 h 379150"/>
                <a:gd name="connsiteX580" fmla="*/ 826115 w 1045380"/>
                <a:gd name="connsiteY580" fmla="*/ 209670 h 379150"/>
                <a:gd name="connsiteX581" fmla="*/ 824492 w 1045380"/>
                <a:gd name="connsiteY581" fmla="*/ 209670 h 379150"/>
                <a:gd name="connsiteX582" fmla="*/ 825303 w 1045380"/>
                <a:gd name="connsiteY582" fmla="*/ 205611 h 379150"/>
                <a:gd name="connsiteX583" fmla="*/ 826926 w 1045380"/>
                <a:gd name="connsiteY583" fmla="*/ 205611 h 379150"/>
                <a:gd name="connsiteX584" fmla="*/ 826115 w 1045380"/>
                <a:gd name="connsiteY584" fmla="*/ 209670 h 379150"/>
                <a:gd name="connsiteX585" fmla="*/ 833417 w 1045380"/>
                <a:gd name="connsiteY585" fmla="*/ 191809 h 379150"/>
                <a:gd name="connsiteX586" fmla="*/ 835039 w 1045380"/>
                <a:gd name="connsiteY586" fmla="*/ 189373 h 379150"/>
                <a:gd name="connsiteX587" fmla="*/ 834228 w 1045380"/>
                <a:gd name="connsiteY587" fmla="*/ 191809 h 379150"/>
                <a:gd name="connsiteX588" fmla="*/ 832605 w 1045380"/>
                <a:gd name="connsiteY588" fmla="*/ 194245 h 379150"/>
                <a:gd name="connsiteX589" fmla="*/ 833417 w 1045380"/>
                <a:gd name="connsiteY589" fmla="*/ 191809 h 37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1045380" h="379150">
                  <a:moveTo>
                    <a:pt x="990812" y="268938"/>
                  </a:moveTo>
                  <a:cubicBezTo>
                    <a:pt x="982698" y="272185"/>
                    <a:pt x="974585" y="274621"/>
                    <a:pt x="973774" y="275433"/>
                  </a:cubicBezTo>
                  <a:cubicBezTo>
                    <a:pt x="972152" y="275433"/>
                    <a:pt x="970529" y="276245"/>
                    <a:pt x="969718" y="277056"/>
                  </a:cubicBezTo>
                  <a:cubicBezTo>
                    <a:pt x="968906" y="277868"/>
                    <a:pt x="966472" y="278680"/>
                    <a:pt x="964849" y="278680"/>
                  </a:cubicBezTo>
                  <a:cubicBezTo>
                    <a:pt x="963227" y="278680"/>
                    <a:pt x="962416" y="278680"/>
                    <a:pt x="962416" y="280304"/>
                  </a:cubicBezTo>
                  <a:cubicBezTo>
                    <a:pt x="962416" y="281116"/>
                    <a:pt x="961605" y="281116"/>
                    <a:pt x="960793" y="281116"/>
                  </a:cubicBezTo>
                  <a:cubicBezTo>
                    <a:pt x="957548" y="281116"/>
                    <a:pt x="936453" y="288423"/>
                    <a:pt x="933208" y="291670"/>
                  </a:cubicBezTo>
                  <a:cubicBezTo>
                    <a:pt x="930775" y="294106"/>
                    <a:pt x="927529" y="294106"/>
                    <a:pt x="923473" y="293294"/>
                  </a:cubicBezTo>
                  <a:cubicBezTo>
                    <a:pt x="921850" y="293294"/>
                    <a:pt x="921850" y="293294"/>
                    <a:pt x="921850" y="294918"/>
                  </a:cubicBezTo>
                  <a:cubicBezTo>
                    <a:pt x="921850" y="295730"/>
                    <a:pt x="921039" y="295730"/>
                    <a:pt x="921039" y="295730"/>
                  </a:cubicBezTo>
                  <a:cubicBezTo>
                    <a:pt x="920227" y="295730"/>
                    <a:pt x="916982" y="296542"/>
                    <a:pt x="913737" y="298165"/>
                  </a:cubicBezTo>
                  <a:cubicBezTo>
                    <a:pt x="907246" y="300601"/>
                    <a:pt x="893454" y="303849"/>
                    <a:pt x="889397" y="303849"/>
                  </a:cubicBezTo>
                  <a:cubicBezTo>
                    <a:pt x="887775" y="303849"/>
                    <a:pt x="885341" y="304660"/>
                    <a:pt x="882096" y="305472"/>
                  </a:cubicBezTo>
                  <a:cubicBezTo>
                    <a:pt x="874794" y="308720"/>
                    <a:pt x="872360" y="307908"/>
                    <a:pt x="855322" y="310344"/>
                  </a:cubicBezTo>
                  <a:cubicBezTo>
                    <a:pt x="850454" y="311155"/>
                    <a:pt x="845586" y="311155"/>
                    <a:pt x="843964" y="311155"/>
                  </a:cubicBezTo>
                  <a:cubicBezTo>
                    <a:pt x="839907" y="309532"/>
                    <a:pt x="835851" y="307908"/>
                    <a:pt x="836662" y="307096"/>
                  </a:cubicBezTo>
                  <a:cubicBezTo>
                    <a:pt x="837473" y="306284"/>
                    <a:pt x="838284" y="303849"/>
                    <a:pt x="838284" y="302225"/>
                  </a:cubicBezTo>
                  <a:cubicBezTo>
                    <a:pt x="839907" y="290858"/>
                    <a:pt x="888586" y="256759"/>
                    <a:pt x="904001" y="248641"/>
                  </a:cubicBezTo>
                  <a:cubicBezTo>
                    <a:pt x="911303" y="244581"/>
                    <a:pt x="912926" y="243769"/>
                    <a:pt x="928340" y="237274"/>
                  </a:cubicBezTo>
                  <a:cubicBezTo>
                    <a:pt x="937265" y="233215"/>
                    <a:pt x="942133" y="229155"/>
                    <a:pt x="942133" y="223472"/>
                  </a:cubicBezTo>
                  <a:cubicBezTo>
                    <a:pt x="942133" y="219413"/>
                    <a:pt x="934831" y="208858"/>
                    <a:pt x="929963" y="206423"/>
                  </a:cubicBezTo>
                  <a:cubicBezTo>
                    <a:pt x="926718" y="204799"/>
                    <a:pt x="921039" y="203987"/>
                    <a:pt x="916171" y="203987"/>
                  </a:cubicBezTo>
                  <a:cubicBezTo>
                    <a:pt x="910492" y="203987"/>
                    <a:pt x="905624" y="204799"/>
                    <a:pt x="904812" y="206423"/>
                  </a:cubicBezTo>
                  <a:cubicBezTo>
                    <a:pt x="904812" y="207235"/>
                    <a:pt x="904001" y="207235"/>
                    <a:pt x="902379" y="207235"/>
                  </a:cubicBezTo>
                  <a:cubicBezTo>
                    <a:pt x="901567" y="207235"/>
                    <a:pt x="899133" y="208047"/>
                    <a:pt x="896699" y="209670"/>
                  </a:cubicBezTo>
                  <a:cubicBezTo>
                    <a:pt x="895077" y="211294"/>
                    <a:pt x="891020" y="212918"/>
                    <a:pt x="889397" y="213730"/>
                  </a:cubicBezTo>
                  <a:cubicBezTo>
                    <a:pt x="886963" y="214542"/>
                    <a:pt x="884530" y="216165"/>
                    <a:pt x="884530" y="216977"/>
                  </a:cubicBezTo>
                  <a:cubicBezTo>
                    <a:pt x="884530" y="217789"/>
                    <a:pt x="882096" y="217789"/>
                    <a:pt x="881284" y="217789"/>
                  </a:cubicBezTo>
                  <a:cubicBezTo>
                    <a:pt x="880473" y="217789"/>
                    <a:pt x="877228" y="219413"/>
                    <a:pt x="876416" y="221037"/>
                  </a:cubicBezTo>
                  <a:cubicBezTo>
                    <a:pt x="875605" y="221849"/>
                    <a:pt x="874794" y="222661"/>
                    <a:pt x="873983" y="222661"/>
                  </a:cubicBezTo>
                  <a:lnTo>
                    <a:pt x="834228" y="252700"/>
                  </a:lnTo>
                  <a:cubicBezTo>
                    <a:pt x="835851" y="250264"/>
                    <a:pt x="836662" y="247017"/>
                    <a:pt x="836662" y="245393"/>
                  </a:cubicBezTo>
                  <a:cubicBezTo>
                    <a:pt x="837473" y="244581"/>
                    <a:pt x="837473" y="243769"/>
                    <a:pt x="836662" y="243769"/>
                  </a:cubicBezTo>
                  <a:cubicBezTo>
                    <a:pt x="835851" y="242146"/>
                    <a:pt x="836662" y="241334"/>
                    <a:pt x="838284" y="242146"/>
                  </a:cubicBezTo>
                  <a:cubicBezTo>
                    <a:pt x="839096" y="242958"/>
                    <a:pt x="840718" y="242146"/>
                    <a:pt x="840718" y="238898"/>
                  </a:cubicBezTo>
                  <a:cubicBezTo>
                    <a:pt x="840718" y="236462"/>
                    <a:pt x="842341" y="235651"/>
                    <a:pt x="842341" y="235651"/>
                  </a:cubicBezTo>
                  <a:cubicBezTo>
                    <a:pt x="843152" y="236462"/>
                    <a:pt x="843152" y="235651"/>
                    <a:pt x="843152" y="234027"/>
                  </a:cubicBezTo>
                  <a:cubicBezTo>
                    <a:pt x="842341" y="232403"/>
                    <a:pt x="843152" y="231591"/>
                    <a:pt x="843152" y="232403"/>
                  </a:cubicBezTo>
                  <a:cubicBezTo>
                    <a:pt x="843964" y="234027"/>
                    <a:pt x="848020" y="225908"/>
                    <a:pt x="847209" y="225096"/>
                  </a:cubicBezTo>
                  <a:cubicBezTo>
                    <a:pt x="847209" y="225096"/>
                    <a:pt x="848020" y="223472"/>
                    <a:pt x="848831" y="222661"/>
                  </a:cubicBezTo>
                  <a:cubicBezTo>
                    <a:pt x="850454" y="221037"/>
                    <a:pt x="851265" y="220225"/>
                    <a:pt x="851265" y="219413"/>
                  </a:cubicBezTo>
                  <a:cubicBezTo>
                    <a:pt x="851265" y="218601"/>
                    <a:pt x="852077" y="217789"/>
                    <a:pt x="852077" y="217789"/>
                  </a:cubicBezTo>
                  <a:cubicBezTo>
                    <a:pt x="853700" y="217789"/>
                    <a:pt x="859378" y="205611"/>
                    <a:pt x="858567" y="203987"/>
                  </a:cubicBezTo>
                  <a:cubicBezTo>
                    <a:pt x="858567" y="203175"/>
                    <a:pt x="858567" y="203175"/>
                    <a:pt x="859378" y="203175"/>
                  </a:cubicBezTo>
                  <a:cubicBezTo>
                    <a:pt x="860190" y="203175"/>
                    <a:pt x="862624" y="201552"/>
                    <a:pt x="882907" y="166641"/>
                  </a:cubicBezTo>
                  <a:cubicBezTo>
                    <a:pt x="889397" y="156086"/>
                    <a:pt x="895077" y="147156"/>
                    <a:pt x="895888" y="147156"/>
                  </a:cubicBezTo>
                  <a:cubicBezTo>
                    <a:pt x="896699" y="147156"/>
                    <a:pt x="896699" y="145532"/>
                    <a:pt x="895888" y="145532"/>
                  </a:cubicBezTo>
                  <a:cubicBezTo>
                    <a:pt x="895888" y="145532"/>
                    <a:pt x="896699" y="143096"/>
                    <a:pt x="898322" y="139849"/>
                  </a:cubicBezTo>
                  <a:cubicBezTo>
                    <a:pt x="900756" y="136601"/>
                    <a:pt x="902379" y="132542"/>
                    <a:pt x="904001" y="130918"/>
                  </a:cubicBezTo>
                  <a:cubicBezTo>
                    <a:pt x="906435" y="127670"/>
                    <a:pt x="908869" y="123611"/>
                    <a:pt x="910492" y="119552"/>
                  </a:cubicBezTo>
                  <a:cubicBezTo>
                    <a:pt x="911303" y="117928"/>
                    <a:pt x="912926" y="115492"/>
                    <a:pt x="914548" y="114680"/>
                  </a:cubicBezTo>
                  <a:cubicBezTo>
                    <a:pt x="916171" y="113869"/>
                    <a:pt x="916982" y="111433"/>
                    <a:pt x="916982" y="109809"/>
                  </a:cubicBezTo>
                  <a:cubicBezTo>
                    <a:pt x="916982" y="108997"/>
                    <a:pt x="917793" y="107373"/>
                    <a:pt x="918605" y="107373"/>
                  </a:cubicBezTo>
                  <a:cubicBezTo>
                    <a:pt x="919416" y="107373"/>
                    <a:pt x="925095" y="98443"/>
                    <a:pt x="925095" y="96819"/>
                  </a:cubicBezTo>
                  <a:cubicBezTo>
                    <a:pt x="925095" y="96819"/>
                    <a:pt x="925906" y="95195"/>
                    <a:pt x="927529" y="94383"/>
                  </a:cubicBezTo>
                  <a:cubicBezTo>
                    <a:pt x="929152" y="93572"/>
                    <a:pt x="929152" y="91948"/>
                    <a:pt x="929963" y="90324"/>
                  </a:cubicBezTo>
                  <a:cubicBezTo>
                    <a:pt x="929963" y="88700"/>
                    <a:pt x="931586" y="87076"/>
                    <a:pt x="932397" y="86265"/>
                  </a:cubicBezTo>
                  <a:cubicBezTo>
                    <a:pt x="933208" y="85453"/>
                    <a:pt x="935642" y="83017"/>
                    <a:pt x="937265" y="79770"/>
                  </a:cubicBezTo>
                  <a:cubicBezTo>
                    <a:pt x="938888" y="76522"/>
                    <a:pt x="941322" y="73275"/>
                    <a:pt x="942944" y="71651"/>
                  </a:cubicBezTo>
                  <a:cubicBezTo>
                    <a:pt x="945378" y="69215"/>
                    <a:pt x="946189" y="67591"/>
                    <a:pt x="945378" y="67591"/>
                  </a:cubicBezTo>
                  <a:cubicBezTo>
                    <a:pt x="944567" y="67591"/>
                    <a:pt x="951869" y="53789"/>
                    <a:pt x="957548" y="46482"/>
                  </a:cubicBezTo>
                  <a:cubicBezTo>
                    <a:pt x="961605" y="40799"/>
                    <a:pt x="964849" y="35928"/>
                    <a:pt x="967284" y="29433"/>
                  </a:cubicBezTo>
                  <a:cubicBezTo>
                    <a:pt x="968906" y="25373"/>
                    <a:pt x="969718" y="22126"/>
                    <a:pt x="969718" y="22126"/>
                  </a:cubicBezTo>
                  <a:cubicBezTo>
                    <a:pt x="969718" y="21314"/>
                    <a:pt x="968906" y="18067"/>
                    <a:pt x="968906" y="14819"/>
                  </a:cubicBezTo>
                  <a:cubicBezTo>
                    <a:pt x="968906" y="5076"/>
                    <a:pt x="964038" y="1017"/>
                    <a:pt x="954302" y="205"/>
                  </a:cubicBezTo>
                  <a:cubicBezTo>
                    <a:pt x="943755" y="-1418"/>
                    <a:pt x="933208" y="6700"/>
                    <a:pt x="927529" y="20502"/>
                  </a:cubicBezTo>
                  <a:cubicBezTo>
                    <a:pt x="925095" y="25373"/>
                    <a:pt x="921850" y="31057"/>
                    <a:pt x="920227" y="32681"/>
                  </a:cubicBezTo>
                  <a:cubicBezTo>
                    <a:pt x="918605" y="34304"/>
                    <a:pt x="916171" y="37552"/>
                    <a:pt x="916171" y="39987"/>
                  </a:cubicBezTo>
                  <a:cubicBezTo>
                    <a:pt x="916171" y="41611"/>
                    <a:pt x="913737" y="44859"/>
                    <a:pt x="912114" y="46482"/>
                  </a:cubicBezTo>
                  <a:cubicBezTo>
                    <a:pt x="910492" y="48106"/>
                    <a:pt x="909680" y="50542"/>
                    <a:pt x="909680" y="51354"/>
                  </a:cubicBezTo>
                  <a:cubicBezTo>
                    <a:pt x="909680" y="52978"/>
                    <a:pt x="902379" y="64344"/>
                    <a:pt x="901567" y="65156"/>
                  </a:cubicBezTo>
                  <a:cubicBezTo>
                    <a:pt x="900756" y="65156"/>
                    <a:pt x="900756" y="66779"/>
                    <a:pt x="899944" y="67591"/>
                  </a:cubicBezTo>
                  <a:cubicBezTo>
                    <a:pt x="899944" y="68403"/>
                    <a:pt x="898322" y="71651"/>
                    <a:pt x="897510" y="74086"/>
                  </a:cubicBezTo>
                  <a:cubicBezTo>
                    <a:pt x="894265" y="79770"/>
                    <a:pt x="890209" y="85453"/>
                    <a:pt x="887775" y="90324"/>
                  </a:cubicBezTo>
                  <a:cubicBezTo>
                    <a:pt x="886963" y="92760"/>
                    <a:pt x="885341" y="95195"/>
                    <a:pt x="886152" y="96007"/>
                  </a:cubicBezTo>
                  <a:cubicBezTo>
                    <a:pt x="886963" y="96819"/>
                    <a:pt x="886152" y="98443"/>
                    <a:pt x="886152" y="97631"/>
                  </a:cubicBezTo>
                  <a:cubicBezTo>
                    <a:pt x="885341" y="96819"/>
                    <a:pt x="878039" y="104938"/>
                    <a:pt x="878039" y="107373"/>
                  </a:cubicBezTo>
                  <a:cubicBezTo>
                    <a:pt x="878039" y="107373"/>
                    <a:pt x="876416" y="109809"/>
                    <a:pt x="874794" y="112245"/>
                  </a:cubicBezTo>
                  <a:cubicBezTo>
                    <a:pt x="873171" y="114680"/>
                    <a:pt x="872360" y="117116"/>
                    <a:pt x="871548" y="117928"/>
                  </a:cubicBezTo>
                  <a:cubicBezTo>
                    <a:pt x="871548" y="118740"/>
                    <a:pt x="869926" y="121987"/>
                    <a:pt x="867492" y="125235"/>
                  </a:cubicBezTo>
                  <a:cubicBezTo>
                    <a:pt x="865058" y="128482"/>
                    <a:pt x="863435" y="132542"/>
                    <a:pt x="862624" y="134166"/>
                  </a:cubicBezTo>
                  <a:cubicBezTo>
                    <a:pt x="861813" y="135789"/>
                    <a:pt x="861001" y="137413"/>
                    <a:pt x="860190" y="137413"/>
                  </a:cubicBezTo>
                  <a:cubicBezTo>
                    <a:pt x="859378" y="137413"/>
                    <a:pt x="858567" y="139037"/>
                    <a:pt x="858567" y="140661"/>
                  </a:cubicBezTo>
                  <a:cubicBezTo>
                    <a:pt x="858567" y="143096"/>
                    <a:pt x="856945" y="144720"/>
                    <a:pt x="855322" y="146344"/>
                  </a:cubicBezTo>
                  <a:cubicBezTo>
                    <a:pt x="854511" y="147156"/>
                    <a:pt x="852077" y="150403"/>
                    <a:pt x="850454" y="153651"/>
                  </a:cubicBezTo>
                  <a:cubicBezTo>
                    <a:pt x="848831" y="156898"/>
                    <a:pt x="847209" y="159334"/>
                    <a:pt x="846398" y="158522"/>
                  </a:cubicBezTo>
                  <a:cubicBezTo>
                    <a:pt x="846398" y="158522"/>
                    <a:pt x="845586" y="158522"/>
                    <a:pt x="846398" y="160146"/>
                  </a:cubicBezTo>
                  <a:cubicBezTo>
                    <a:pt x="847209" y="161770"/>
                    <a:pt x="846398" y="163393"/>
                    <a:pt x="843964" y="164205"/>
                  </a:cubicBezTo>
                  <a:cubicBezTo>
                    <a:pt x="842341" y="165017"/>
                    <a:pt x="841530" y="166641"/>
                    <a:pt x="841530" y="167453"/>
                  </a:cubicBezTo>
                  <a:cubicBezTo>
                    <a:pt x="841530" y="168264"/>
                    <a:pt x="840718" y="169076"/>
                    <a:pt x="839907" y="169076"/>
                  </a:cubicBezTo>
                  <a:cubicBezTo>
                    <a:pt x="839096" y="169076"/>
                    <a:pt x="839096" y="169888"/>
                    <a:pt x="839096" y="169888"/>
                  </a:cubicBezTo>
                  <a:cubicBezTo>
                    <a:pt x="839907" y="170700"/>
                    <a:pt x="837473" y="173948"/>
                    <a:pt x="832605" y="181255"/>
                  </a:cubicBezTo>
                  <a:cubicBezTo>
                    <a:pt x="830983" y="183690"/>
                    <a:pt x="830171" y="184502"/>
                    <a:pt x="830171" y="187750"/>
                  </a:cubicBezTo>
                  <a:cubicBezTo>
                    <a:pt x="830171" y="189373"/>
                    <a:pt x="823681" y="198304"/>
                    <a:pt x="822870" y="198304"/>
                  </a:cubicBezTo>
                  <a:cubicBezTo>
                    <a:pt x="822058" y="198304"/>
                    <a:pt x="822058" y="199928"/>
                    <a:pt x="822058" y="200740"/>
                  </a:cubicBezTo>
                  <a:cubicBezTo>
                    <a:pt x="822058" y="202364"/>
                    <a:pt x="820435" y="204799"/>
                    <a:pt x="818813" y="207235"/>
                  </a:cubicBezTo>
                  <a:cubicBezTo>
                    <a:pt x="817190" y="208858"/>
                    <a:pt x="816379" y="211294"/>
                    <a:pt x="815568" y="212106"/>
                  </a:cubicBezTo>
                  <a:cubicBezTo>
                    <a:pt x="815568" y="213730"/>
                    <a:pt x="815568" y="213730"/>
                    <a:pt x="814756" y="213730"/>
                  </a:cubicBezTo>
                  <a:cubicBezTo>
                    <a:pt x="813945" y="213730"/>
                    <a:pt x="813945" y="215354"/>
                    <a:pt x="813134" y="216165"/>
                  </a:cubicBezTo>
                  <a:cubicBezTo>
                    <a:pt x="812322" y="217789"/>
                    <a:pt x="811511" y="218601"/>
                    <a:pt x="811511" y="217789"/>
                  </a:cubicBezTo>
                  <a:cubicBezTo>
                    <a:pt x="810700" y="217789"/>
                    <a:pt x="810700" y="217789"/>
                    <a:pt x="811511" y="219413"/>
                  </a:cubicBezTo>
                  <a:cubicBezTo>
                    <a:pt x="811511" y="221037"/>
                    <a:pt x="810700" y="222661"/>
                    <a:pt x="809888" y="223472"/>
                  </a:cubicBezTo>
                  <a:cubicBezTo>
                    <a:pt x="805832" y="226720"/>
                    <a:pt x="794474" y="249452"/>
                    <a:pt x="792039" y="254324"/>
                  </a:cubicBezTo>
                  <a:cubicBezTo>
                    <a:pt x="789606" y="260007"/>
                    <a:pt x="787172" y="264878"/>
                    <a:pt x="787172" y="264878"/>
                  </a:cubicBezTo>
                  <a:cubicBezTo>
                    <a:pt x="786360" y="265690"/>
                    <a:pt x="784738" y="268938"/>
                    <a:pt x="782304" y="272185"/>
                  </a:cubicBezTo>
                  <a:cubicBezTo>
                    <a:pt x="756342" y="286799"/>
                    <a:pt x="715776" y="303037"/>
                    <a:pt x="692248" y="303037"/>
                  </a:cubicBezTo>
                  <a:cubicBezTo>
                    <a:pt x="686568" y="303037"/>
                    <a:pt x="681701" y="302225"/>
                    <a:pt x="680078" y="300601"/>
                  </a:cubicBezTo>
                  <a:cubicBezTo>
                    <a:pt x="678455" y="298977"/>
                    <a:pt x="678455" y="292482"/>
                    <a:pt x="680889" y="278680"/>
                  </a:cubicBezTo>
                  <a:cubicBezTo>
                    <a:pt x="682512" y="268938"/>
                    <a:pt x="681701" y="266502"/>
                    <a:pt x="680078" y="259195"/>
                  </a:cubicBezTo>
                  <a:cubicBezTo>
                    <a:pt x="677644" y="248641"/>
                    <a:pt x="671153" y="240522"/>
                    <a:pt x="663852" y="238898"/>
                  </a:cubicBezTo>
                  <a:cubicBezTo>
                    <a:pt x="661418" y="238086"/>
                    <a:pt x="658172" y="237274"/>
                    <a:pt x="657361" y="235651"/>
                  </a:cubicBezTo>
                  <a:cubicBezTo>
                    <a:pt x="656550" y="234027"/>
                    <a:pt x="653305" y="233215"/>
                    <a:pt x="646814" y="233215"/>
                  </a:cubicBezTo>
                  <a:cubicBezTo>
                    <a:pt x="622475" y="233215"/>
                    <a:pt x="586777" y="262443"/>
                    <a:pt x="568928" y="276245"/>
                  </a:cubicBezTo>
                  <a:cubicBezTo>
                    <a:pt x="564871" y="279492"/>
                    <a:pt x="564871" y="279492"/>
                    <a:pt x="567305" y="272997"/>
                  </a:cubicBezTo>
                  <a:cubicBezTo>
                    <a:pt x="570550" y="265690"/>
                    <a:pt x="574607" y="258383"/>
                    <a:pt x="577852" y="255948"/>
                  </a:cubicBezTo>
                  <a:cubicBezTo>
                    <a:pt x="580286" y="254324"/>
                    <a:pt x="582720" y="251076"/>
                    <a:pt x="583532" y="247829"/>
                  </a:cubicBezTo>
                  <a:cubicBezTo>
                    <a:pt x="584343" y="244581"/>
                    <a:pt x="587588" y="240522"/>
                    <a:pt x="588399" y="238898"/>
                  </a:cubicBezTo>
                  <a:cubicBezTo>
                    <a:pt x="593267" y="231591"/>
                    <a:pt x="597324" y="227532"/>
                    <a:pt x="597324" y="217789"/>
                  </a:cubicBezTo>
                  <a:cubicBezTo>
                    <a:pt x="597324" y="208047"/>
                    <a:pt x="585154" y="200740"/>
                    <a:pt x="576230" y="200740"/>
                  </a:cubicBezTo>
                  <a:cubicBezTo>
                    <a:pt x="574607" y="200740"/>
                    <a:pt x="572984" y="200740"/>
                    <a:pt x="572173" y="202364"/>
                  </a:cubicBezTo>
                  <a:cubicBezTo>
                    <a:pt x="571362" y="203987"/>
                    <a:pt x="569739" y="203987"/>
                    <a:pt x="568117" y="203987"/>
                  </a:cubicBezTo>
                  <a:cubicBezTo>
                    <a:pt x="564871" y="203987"/>
                    <a:pt x="561626" y="208858"/>
                    <a:pt x="551890" y="225096"/>
                  </a:cubicBezTo>
                  <a:cubicBezTo>
                    <a:pt x="547834" y="232403"/>
                    <a:pt x="543777" y="238898"/>
                    <a:pt x="542154" y="240522"/>
                  </a:cubicBezTo>
                  <a:cubicBezTo>
                    <a:pt x="540532" y="242146"/>
                    <a:pt x="539721" y="243769"/>
                    <a:pt x="539721" y="245393"/>
                  </a:cubicBezTo>
                  <a:cubicBezTo>
                    <a:pt x="539721" y="246205"/>
                    <a:pt x="538098" y="248641"/>
                    <a:pt x="536475" y="251076"/>
                  </a:cubicBezTo>
                  <a:cubicBezTo>
                    <a:pt x="533230" y="253512"/>
                    <a:pt x="530796" y="255136"/>
                    <a:pt x="529173" y="255948"/>
                  </a:cubicBezTo>
                  <a:cubicBezTo>
                    <a:pt x="525928" y="258383"/>
                    <a:pt x="521872" y="261631"/>
                    <a:pt x="519438" y="263255"/>
                  </a:cubicBezTo>
                  <a:cubicBezTo>
                    <a:pt x="517004" y="264878"/>
                    <a:pt x="505645" y="271373"/>
                    <a:pt x="495098" y="278680"/>
                  </a:cubicBezTo>
                  <a:cubicBezTo>
                    <a:pt x="465891" y="298165"/>
                    <a:pt x="432627" y="321710"/>
                    <a:pt x="396118" y="321710"/>
                  </a:cubicBezTo>
                  <a:cubicBezTo>
                    <a:pt x="384759" y="321710"/>
                    <a:pt x="375835" y="320086"/>
                    <a:pt x="373401" y="316027"/>
                  </a:cubicBezTo>
                  <a:cubicBezTo>
                    <a:pt x="371778" y="312779"/>
                    <a:pt x="372590" y="285175"/>
                    <a:pt x="375023" y="278680"/>
                  </a:cubicBezTo>
                  <a:cubicBezTo>
                    <a:pt x="377458" y="272185"/>
                    <a:pt x="383137" y="261631"/>
                    <a:pt x="387193" y="257571"/>
                  </a:cubicBezTo>
                  <a:cubicBezTo>
                    <a:pt x="399363" y="244581"/>
                    <a:pt x="401797" y="238898"/>
                    <a:pt x="400174" y="228344"/>
                  </a:cubicBezTo>
                  <a:cubicBezTo>
                    <a:pt x="399363" y="224284"/>
                    <a:pt x="398552" y="221849"/>
                    <a:pt x="395306" y="219413"/>
                  </a:cubicBezTo>
                  <a:cubicBezTo>
                    <a:pt x="388005" y="213730"/>
                    <a:pt x="384759" y="212106"/>
                    <a:pt x="378269" y="212918"/>
                  </a:cubicBezTo>
                  <a:cubicBezTo>
                    <a:pt x="371778" y="213730"/>
                    <a:pt x="371778" y="212918"/>
                    <a:pt x="366099" y="208047"/>
                  </a:cubicBezTo>
                  <a:cubicBezTo>
                    <a:pt x="362854" y="204799"/>
                    <a:pt x="359608" y="202364"/>
                    <a:pt x="357986" y="202364"/>
                  </a:cubicBezTo>
                  <a:cubicBezTo>
                    <a:pt x="357175" y="202364"/>
                    <a:pt x="353118" y="200740"/>
                    <a:pt x="349873" y="199116"/>
                  </a:cubicBezTo>
                  <a:cubicBezTo>
                    <a:pt x="345005" y="196680"/>
                    <a:pt x="334458" y="195057"/>
                    <a:pt x="325533" y="195057"/>
                  </a:cubicBezTo>
                  <a:cubicBezTo>
                    <a:pt x="319043" y="195057"/>
                    <a:pt x="313363" y="195868"/>
                    <a:pt x="310930" y="197492"/>
                  </a:cubicBezTo>
                  <a:cubicBezTo>
                    <a:pt x="302816" y="203175"/>
                    <a:pt x="289835" y="214542"/>
                    <a:pt x="281722" y="225908"/>
                  </a:cubicBezTo>
                  <a:cubicBezTo>
                    <a:pt x="278477" y="229967"/>
                    <a:pt x="274420" y="234839"/>
                    <a:pt x="272798" y="236462"/>
                  </a:cubicBezTo>
                  <a:cubicBezTo>
                    <a:pt x="264684" y="244581"/>
                    <a:pt x="254949" y="258383"/>
                    <a:pt x="247647" y="270561"/>
                  </a:cubicBezTo>
                  <a:cubicBezTo>
                    <a:pt x="244402" y="272997"/>
                    <a:pt x="241156" y="274621"/>
                    <a:pt x="239534" y="276245"/>
                  </a:cubicBezTo>
                  <a:cubicBezTo>
                    <a:pt x="229798" y="282740"/>
                    <a:pt x="217628" y="291670"/>
                    <a:pt x="211138" y="295730"/>
                  </a:cubicBezTo>
                  <a:cubicBezTo>
                    <a:pt x="206270" y="299789"/>
                    <a:pt x="187610" y="309532"/>
                    <a:pt x="185176" y="309532"/>
                  </a:cubicBezTo>
                  <a:cubicBezTo>
                    <a:pt x="184364" y="309532"/>
                    <a:pt x="182742" y="310344"/>
                    <a:pt x="182742" y="311155"/>
                  </a:cubicBezTo>
                  <a:cubicBezTo>
                    <a:pt x="182742" y="312779"/>
                    <a:pt x="166516" y="318462"/>
                    <a:pt x="158402" y="318462"/>
                  </a:cubicBezTo>
                  <a:cubicBezTo>
                    <a:pt x="154346" y="318462"/>
                    <a:pt x="150289" y="318462"/>
                    <a:pt x="148667" y="317650"/>
                  </a:cubicBezTo>
                  <a:cubicBezTo>
                    <a:pt x="146233" y="316027"/>
                    <a:pt x="146233" y="315215"/>
                    <a:pt x="146233" y="306284"/>
                  </a:cubicBezTo>
                  <a:cubicBezTo>
                    <a:pt x="146233" y="301413"/>
                    <a:pt x="147855" y="295730"/>
                    <a:pt x="148667" y="294106"/>
                  </a:cubicBezTo>
                  <a:cubicBezTo>
                    <a:pt x="149478" y="292482"/>
                    <a:pt x="151100" y="289235"/>
                    <a:pt x="151100" y="287611"/>
                  </a:cubicBezTo>
                  <a:cubicBezTo>
                    <a:pt x="151100" y="285987"/>
                    <a:pt x="153534" y="281116"/>
                    <a:pt x="155157" y="277056"/>
                  </a:cubicBezTo>
                  <a:cubicBezTo>
                    <a:pt x="156780" y="272185"/>
                    <a:pt x="158402" y="264878"/>
                    <a:pt x="159214" y="259195"/>
                  </a:cubicBezTo>
                  <a:cubicBezTo>
                    <a:pt x="160025" y="250264"/>
                    <a:pt x="160025" y="249452"/>
                    <a:pt x="156780" y="244581"/>
                  </a:cubicBezTo>
                  <a:cubicBezTo>
                    <a:pt x="154346" y="242146"/>
                    <a:pt x="151912" y="239710"/>
                    <a:pt x="150289" y="238898"/>
                  </a:cubicBezTo>
                  <a:cubicBezTo>
                    <a:pt x="148667" y="238086"/>
                    <a:pt x="147044" y="237274"/>
                    <a:pt x="145421" y="235651"/>
                  </a:cubicBezTo>
                  <a:cubicBezTo>
                    <a:pt x="141365" y="231591"/>
                    <a:pt x="132440" y="230779"/>
                    <a:pt x="125950" y="233215"/>
                  </a:cubicBezTo>
                  <a:cubicBezTo>
                    <a:pt x="112157" y="238086"/>
                    <a:pt x="90252" y="252700"/>
                    <a:pt x="69969" y="270561"/>
                  </a:cubicBezTo>
                  <a:cubicBezTo>
                    <a:pt x="56988" y="281928"/>
                    <a:pt x="56177" y="281928"/>
                    <a:pt x="56177" y="280304"/>
                  </a:cubicBezTo>
                  <a:cubicBezTo>
                    <a:pt x="56177" y="279492"/>
                    <a:pt x="58610" y="274621"/>
                    <a:pt x="61856" y="270561"/>
                  </a:cubicBezTo>
                  <a:cubicBezTo>
                    <a:pt x="65101" y="266502"/>
                    <a:pt x="66724" y="262443"/>
                    <a:pt x="66724" y="261631"/>
                  </a:cubicBezTo>
                  <a:cubicBezTo>
                    <a:pt x="66724" y="261631"/>
                    <a:pt x="66724" y="260007"/>
                    <a:pt x="67535" y="260007"/>
                  </a:cubicBezTo>
                  <a:cubicBezTo>
                    <a:pt x="69158" y="258383"/>
                    <a:pt x="82139" y="240522"/>
                    <a:pt x="82139" y="238898"/>
                  </a:cubicBezTo>
                  <a:cubicBezTo>
                    <a:pt x="82139" y="238086"/>
                    <a:pt x="83761" y="236462"/>
                    <a:pt x="85384" y="234027"/>
                  </a:cubicBezTo>
                  <a:cubicBezTo>
                    <a:pt x="88629" y="230779"/>
                    <a:pt x="95120" y="221037"/>
                    <a:pt x="93497" y="221037"/>
                  </a:cubicBezTo>
                  <a:cubicBezTo>
                    <a:pt x="93497" y="221037"/>
                    <a:pt x="94308" y="218601"/>
                    <a:pt x="97554" y="216165"/>
                  </a:cubicBezTo>
                  <a:cubicBezTo>
                    <a:pt x="100799" y="213730"/>
                    <a:pt x="102421" y="211294"/>
                    <a:pt x="102421" y="209670"/>
                  </a:cubicBezTo>
                  <a:cubicBezTo>
                    <a:pt x="102421" y="208858"/>
                    <a:pt x="104856" y="203987"/>
                    <a:pt x="108912" y="199928"/>
                  </a:cubicBezTo>
                  <a:cubicBezTo>
                    <a:pt x="112157" y="195868"/>
                    <a:pt x="115403" y="192621"/>
                    <a:pt x="115403" y="190997"/>
                  </a:cubicBezTo>
                  <a:cubicBezTo>
                    <a:pt x="115403" y="190185"/>
                    <a:pt x="117025" y="189373"/>
                    <a:pt x="117025" y="188561"/>
                  </a:cubicBezTo>
                  <a:cubicBezTo>
                    <a:pt x="117837" y="187750"/>
                    <a:pt x="119459" y="185314"/>
                    <a:pt x="121082" y="183690"/>
                  </a:cubicBezTo>
                  <a:cubicBezTo>
                    <a:pt x="122704" y="181255"/>
                    <a:pt x="125138" y="178007"/>
                    <a:pt x="126761" y="176383"/>
                  </a:cubicBezTo>
                  <a:cubicBezTo>
                    <a:pt x="128384" y="174760"/>
                    <a:pt x="129195" y="172324"/>
                    <a:pt x="129195" y="171512"/>
                  </a:cubicBezTo>
                  <a:cubicBezTo>
                    <a:pt x="129195" y="169888"/>
                    <a:pt x="131629" y="167453"/>
                    <a:pt x="134063" y="164205"/>
                  </a:cubicBezTo>
                  <a:cubicBezTo>
                    <a:pt x="136497" y="160958"/>
                    <a:pt x="140553" y="156086"/>
                    <a:pt x="142987" y="152027"/>
                  </a:cubicBezTo>
                  <a:cubicBezTo>
                    <a:pt x="147855" y="141473"/>
                    <a:pt x="164893" y="121176"/>
                    <a:pt x="172195" y="112245"/>
                  </a:cubicBezTo>
                  <a:cubicBezTo>
                    <a:pt x="173817" y="109809"/>
                    <a:pt x="176251" y="106562"/>
                    <a:pt x="177874" y="104938"/>
                  </a:cubicBezTo>
                  <a:cubicBezTo>
                    <a:pt x="178685" y="102502"/>
                    <a:pt x="182742" y="98443"/>
                    <a:pt x="185176" y="94383"/>
                  </a:cubicBezTo>
                  <a:cubicBezTo>
                    <a:pt x="187610" y="90324"/>
                    <a:pt x="191666" y="86265"/>
                    <a:pt x="193289" y="83829"/>
                  </a:cubicBezTo>
                  <a:cubicBezTo>
                    <a:pt x="194912" y="81393"/>
                    <a:pt x="197345" y="78958"/>
                    <a:pt x="198968" y="76522"/>
                  </a:cubicBezTo>
                  <a:cubicBezTo>
                    <a:pt x="202213" y="72463"/>
                    <a:pt x="205459" y="64344"/>
                    <a:pt x="205459" y="60284"/>
                  </a:cubicBezTo>
                  <a:cubicBezTo>
                    <a:pt x="205459" y="48918"/>
                    <a:pt x="186798" y="40799"/>
                    <a:pt x="177063" y="40799"/>
                  </a:cubicBezTo>
                  <a:cubicBezTo>
                    <a:pt x="172195" y="40799"/>
                    <a:pt x="168138" y="43235"/>
                    <a:pt x="165704" y="48106"/>
                  </a:cubicBezTo>
                  <a:cubicBezTo>
                    <a:pt x="164081" y="50542"/>
                    <a:pt x="162459" y="52978"/>
                    <a:pt x="161648" y="52978"/>
                  </a:cubicBezTo>
                  <a:cubicBezTo>
                    <a:pt x="160836" y="52978"/>
                    <a:pt x="156780" y="58661"/>
                    <a:pt x="152723" y="65156"/>
                  </a:cubicBezTo>
                  <a:cubicBezTo>
                    <a:pt x="142987" y="81393"/>
                    <a:pt x="135685" y="89512"/>
                    <a:pt x="134063" y="91136"/>
                  </a:cubicBezTo>
                  <a:cubicBezTo>
                    <a:pt x="133252" y="91948"/>
                    <a:pt x="132440" y="92760"/>
                    <a:pt x="132440" y="93572"/>
                  </a:cubicBezTo>
                  <a:cubicBezTo>
                    <a:pt x="132440" y="97631"/>
                    <a:pt x="130817" y="100067"/>
                    <a:pt x="129195" y="100067"/>
                  </a:cubicBezTo>
                  <a:cubicBezTo>
                    <a:pt x="128384" y="100067"/>
                    <a:pt x="127572" y="100067"/>
                    <a:pt x="127572" y="100879"/>
                  </a:cubicBezTo>
                  <a:cubicBezTo>
                    <a:pt x="127572" y="103314"/>
                    <a:pt x="125138" y="108997"/>
                    <a:pt x="122704" y="111433"/>
                  </a:cubicBezTo>
                  <a:cubicBezTo>
                    <a:pt x="121082" y="113057"/>
                    <a:pt x="120270" y="114680"/>
                    <a:pt x="120270" y="115492"/>
                  </a:cubicBezTo>
                  <a:cubicBezTo>
                    <a:pt x="120270" y="116304"/>
                    <a:pt x="119459" y="117116"/>
                    <a:pt x="118648" y="117116"/>
                  </a:cubicBezTo>
                  <a:cubicBezTo>
                    <a:pt x="117837" y="117116"/>
                    <a:pt x="117025" y="117928"/>
                    <a:pt x="117025" y="119552"/>
                  </a:cubicBezTo>
                  <a:cubicBezTo>
                    <a:pt x="117025" y="120364"/>
                    <a:pt x="116214" y="121987"/>
                    <a:pt x="114591" y="122799"/>
                  </a:cubicBezTo>
                  <a:cubicBezTo>
                    <a:pt x="112969" y="124423"/>
                    <a:pt x="112157" y="125235"/>
                    <a:pt x="112157" y="125235"/>
                  </a:cubicBezTo>
                  <a:cubicBezTo>
                    <a:pt x="112969" y="126047"/>
                    <a:pt x="111346" y="126859"/>
                    <a:pt x="109723" y="127670"/>
                  </a:cubicBezTo>
                  <a:cubicBezTo>
                    <a:pt x="108101" y="129294"/>
                    <a:pt x="107289" y="130106"/>
                    <a:pt x="107289" y="131730"/>
                  </a:cubicBezTo>
                  <a:cubicBezTo>
                    <a:pt x="107289" y="132542"/>
                    <a:pt x="107289" y="134166"/>
                    <a:pt x="105667" y="134977"/>
                  </a:cubicBezTo>
                  <a:cubicBezTo>
                    <a:pt x="104856" y="135789"/>
                    <a:pt x="103233" y="137413"/>
                    <a:pt x="103233" y="138225"/>
                  </a:cubicBezTo>
                  <a:cubicBezTo>
                    <a:pt x="103233" y="139037"/>
                    <a:pt x="100799" y="143096"/>
                    <a:pt x="97554" y="146344"/>
                  </a:cubicBezTo>
                  <a:cubicBezTo>
                    <a:pt x="93497" y="150403"/>
                    <a:pt x="91874" y="152839"/>
                    <a:pt x="91874" y="153651"/>
                  </a:cubicBezTo>
                  <a:cubicBezTo>
                    <a:pt x="92686" y="155274"/>
                    <a:pt x="88629" y="160146"/>
                    <a:pt x="86195" y="160958"/>
                  </a:cubicBezTo>
                  <a:cubicBezTo>
                    <a:pt x="84573" y="160958"/>
                    <a:pt x="83761" y="162581"/>
                    <a:pt x="83761" y="164205"/>
                  </a:cubicBezTo>
                  <a:cubicBezTo>
                    <a:pt x="83761" y="165829"/>
                    <a:pt x="83761" y="166641"/>
                    <a:pt x="82139" y="166641"/>
                  </a:cubicBezTo>
                  <a:cubicBezTo>
                    <a:pt x="81327" y="166641"/>
                    <a:pt x="80516" y="166641"/>
                    <a:pt x="81327" y="168264"/>
                  </a:cubicBezTo>
                  <a:cubicBezTo>
                    <a:pt x="82139" y="170700"/>
                    <a:pt x="74837" y="182067"/>
                    <a:pt x="72403" y="181255"/>
                  </a:cubicBezTo>
                  <a:cubicBezTo>
                    <a:pt x="72403" y="181255"/>
                    <a:pt x="71592" y="182067"/>
                    <a:pt x="71592" y="183690"/>
                  </a:cubicBezTo>
                  <a:cubicBezTo>
                    <a:pt x="71592" y="185314"/>
                    <a:pt x="68346" y="190185"/>
                    <a:pt x="65101" y="195057"/>
                  </a:cubicBezTo>
                  <a:cubicBezTo>
                    <a:pt x="61856" y="199928"/>
                    <a:pt x="58610" y="204799"/>
                    <a:pt x="58610" y="204799"/>
                  </a:cubicBezTo>
                  <a:cubicBezTo>
                    <a:pt x="58610" y="204799"/>
                    <a:pt x="56988" y="207235"/>
                    <a:pt x="54554" y="208858"/>
                  </a:cubicBezTo>
                  <a:cubicBezTo>
                    <a:pt x="52120" y="211294"/>
                    <a:pt x="51309" y="212918"/>
                    <a:pt x="51309" y="213730"/>
                  </a:cubicBezTo>
                  <a:cubicBezTo>
                    <a:pt x="51309" y="214542"/>
                    <a:pt x="51309" y="214542"/>
                    <a:pt x="49686" y="215354"/>
                  </a:cubicBezTo>
                  <a:cubicBezTo>
                    <a:pt x="48063" y="216165"/>
                    <a:pt x="48063" y="216977"/>
                    <a:pt x="48063" y="217789"/>
                  </a:cubicBezTo>
                  <a:cubicBezTo>
                    <a:pt x="48875" y="218601"/>
                    <a:pt x="47252" y="221037"/>
                    <a:pt x="44818" y="223472"/>
                  </a:cubicBezTo>
                  <a:cubicBezTo>
                    <a:pt x="42384" y="225908"/>
                    <a:pt x="40762" y="228344"/>
                    <a:pt x="40762" y="229967"/>
                  </a:cubicBezTo>
                  <a:cubicBezTo>
                    <a:pt x="40762" y="230779"/>
                    <a:pt x="39950" y="232403"/>
                    <a:pt x="39139" y="232403"/>
                  </a:cubicBezTo>
                  <a:cubicBezTo>
                    <a:pt x="38328" y="232403"/>
                    <a:pt x="37516" y="233215"/>
                    <a:pt x="38328" y="233215"/>
                  </a:cubicBezTo>
                  <a:cubicBezTo>
                    <a:pt x="39139" y="233215"/>
                    <a:pt x="38328" y="235651"/>
                    <a:pt x="36705" y="238086"/>
                  </a:cubicBezTo>
                  <a:cubicBezTo>
                    <a:pt x="35082" y="239710"/>
                    <a:pt x="35082" y="242146"/>
                    <a:pt x="35082" y="242958"/>
                  </a:cubicBezTo>
                  <a:cubicBezTo>
                    <a:pt x="35082" y="243769"/>
                    <a:pt x="35082" y="243769"/>
                    <a:pt x="34271" y="243769"/>
                  </a:cubicBezTo>
                  <a:cubicBezTo>
                    <a:pt x="33460" y="243769"/>
                    <a:pt x="31837" y="243769"/>
                    <a:pt x="31026" y="243769"/>
                  </a:cubicBezTo>
                  <a:cubicBezTo>
                    <a:pt x="29403" y="243769"/>
                    <a:pt x="29403" y="244581"/>
                    <a:pt x="31026" y="245393"/>
                  </a:cubicBezTo>
                  <a:cubicBezTo>
                    <a:pt x="33460" y="246205"/>
                    <a:pt x="33460" y="247017"/>
                    <a:pt x="29403" y="251076"/>
                  </a:cubicBezTo>
                  <a:cubicBezTo>
                    <a:pt x="26969" y="253512"/>
                    <a:pt x="25346" y="255948"/>
                    <a:pt x="26158" y="257571"/>
                  </a:cubicBezTo>
                  <a:cubicBezTo>
                    <a:pt x="26158" y="259195"/>
                    <a:pt x="26158" y="259195"/>
                    <a:pt x="26158" y="259195"/>
                  </a:cubicBezTo>
                  <a:cubicBezTo>
                    <a:pt x="23724" y="258383"/>
                    <a:pt x="13177" y="272997"/>
                    <a:pt x="13988" y="276245"/>
                  </a:cubicBezTo>
                  <a:cubicBezTo>
                    <a:pt x="13988" y="277868"/>
                    <a:pt x="13177" y="278680"/>
                    <a:pt x="12366" y="280304"/>
                  </a:cubicBezTo>
                  <a:cubicBezTo>
                    <a:pt x="9932" y="283552"/>
                    <a:pt x="5875" y="291670"/>
                    <a:pt x="6686" y="293294"/>
                  </a:cubicBezTo>
                  <a:cubicBezTo>
                    <a:pt x="7498" y="294106"/>
                    <a:pt x="6686" y="295730"/>
                    <a:pt x="5875" y="295730"/>
                  </a:cubicBezTo>
                  <a:cubicBezTo>
                    <a:pt x="3441" y="295730"/>
                    <a:pt x="1007" y="307096"/>
                    <a:pt x="196" y="316839"/>
                  </a:cubicBezTo>
                  <a:cubicBezTo>
                    <a:pt x="-615" y="333076"/>
                    <a:pt x="1007" y="338759"/>
                    <a:pt x="6686" y="344443"/>
                  </a:cubicBezTo>
                  <a:cubicBezTo>
                    <a:pt x="10743" y="348502"/>
                    <a:pt x="11554" y="349314"/>
                    <a:pt x="15611" y="348502"/>
                  </a:cubicBezTo>
                  <a:cubicBezTo>
                    <a:pt x="18045" y="347690"/>
                    <a:pt x="20479" y="347690"/>
                    <a:pt x="22101" y="347690"/>
                  </a:cubicBezTo>
                  <a:cubicBezTo>
                    <a:pt x="22913" y="347690"/>
                    <a:pt x="23724" y="346066"/>
                    <a:pt x="24535" y="344443"/>
                  </a:cubicBezTo>
                  <a:cubicBezTo>
                    <a:pt x="25346" y="342819"/>
                    <a:pt x="26158" y="341195"/>
                    <a:pt x="26969" y="341195"/>
                  </a:cubicBezTo>
                  <a:cubicBezTo>
                    <a:pt x="28592" y="341195"/>
                    <a:pt x="40762" y="331452"/>
                    <a:pt x="48063" y="323334"/>
                  </a:cubicBezTo>
                  <a:cubicBezTo>
                    <a:pt x="56988" y="313591"/>
                    <a:pt x="62667" y="307908"/>
                    <a:pt x="64290" y="307908"/>
                  </a:cubicBezTo>
                  <a:cubicBezTo>
                    <a:pt x="65912" y="307908"/>
                    <a:pt x="71592" y="303037"/>
                    <a:pt x="71592" y="300601"/>
                  </a:cubicBezTo>
                  <a:cubicBezTo>
                    <a:pt x="71592" y="299789"/>
                    <a:pt x="72403" y="298165"/>
                    <a:pt x="72403" y="297353"/>
                  </a:cubicBezTo>
                  <a:cubicBezTo>
                    <a:pt x="72403" y="295730"/>
                    <a:pt x="73214" y="295730"/>
                    <a:pt x="74025" y="297353"/>
                  </a:cubicBezTo>
                  <a:cubicBezTo>
                    <a:pt x="74837" y="298977"/>
                    <a:pt x="74837" y="298165"/>
                    <a:pt x="75648" y="295730"/>
                  </a:cubicBezTo>
                  <a:cubicBezTo>
                    <a:pt x="76459" y="294106"/>
                    <a:pt x="77271" y="293294"/>
                    <a:pt x="78082" y="294106"/>
                  </a:cubicBezTo>
                  <a:cubicBezTo>
                    <a:pt x="78893" y="294106"/>
                    <a:pt x="79705" y="294106"/>
                    <a:pt x="79705" y="292482"/>
                  </a:cubicBezTo>
                  <a:cubicBezTo>
                    <a:pt x="79705" y="290858"/>
                    <a:pt x="80516" y="290046"/>
                    <a:pt x="81327" y="290858"/>
                  </a:cubicBezTo>
                  <a:cubicBezTo>
                    <a:pt x="82139" y="292482"/>
                    <a:pt x="82950" y="291670"/>
                    <a:pt x="82139" y="290046"/>
                  </a:cubicBezTo>
                  <a:cubicBezTo>
                    <a:pt x="81327" y="287611"/>
                    <a:pt x="87006" y="282740"/>
                    <a:pt x="88629" y="285175"/>
                  </a:cubicBezTo>
                  <a:cubicBezTo>
                    <a:pt x="89441" y="285987"/>
                    <a:pt x="89441" y="285987"/>
                    <a:pt x="90252" y="284363"/>
                  </a:cubicBezTo>
                  <a:cubicBezTo>
                    <a:pt x="91063" y="282740"/>
                    <a:pt x="92686" y="281116"/>
                    <a:pt x="94308" y="280304"/>
                  </a:cubicBezTo>
                  <a:cubicBezTo>
                    <a:pt x="95931" y="279492"/>
                    <a:pt x="98365" y="277868"/>
                    <a:pt x="99176" y="276245"/>
                  </a:cubicBezTo>
                  <a:cubicBezTo>
                    <a:pt x="99988" y="273809"/>
                    <a:pt x="101610" y="272185"/>
                    <a:pt x="104044" y="271373"/>
                  </a:cubicBezTo>
                  <a:cubicBezTo>
                    <a:pt x="105667" y="270561"/>
                    <a:pt x="107289" y="268938"/>
                    <a:pt x="107289" y="268126"/>
                  </a:cubicBezTo>
                  <a:cubicBezTo>
                    <a:pt x="107289" y="267314"/>
                    <a:pt x="108101" y="267314"/>
                    <a:pt x="108912" y="268938"/>
                  </a:cubicBezTo>
                  <a:cubicBezTo>
                    <a:pt x="108912" y="271373"/>
                    <a:pt x="110535" y="270561"/>
                    <a:pt x="110535" y="268938"/>
                  </a:cubicBezTo>
                  <a:cubicBezTo>
                    <a:pt x="110535" y="265690"/>
                    <a:pt x="117025" y="261631"/>
                    <a:pt x="117837" y="264066"/>
                  </a:cubicBezTo>
                  <a:cubicBezTo>
                    <a:pt x="117837" y="264878"/>
                    <a:pt x="119459" y="264066"/>
                    <a:pt x="120270" y="262443"/>
                  </a:cubicBezTo>
                  <a:lnTo>
                    <a:pt x="121893" y="259195"/>
                  </a:lnTo>
                  <a:lnTo>
                    <a:pt x="121893" y="262443"/>
                  </a:lnTo>
                  <a:cubicBezTo>
                    <a:pt x="121893" y="264066"/>
                    <a:pt x="121082" y="268938"/>
                    <a:pt x="120270" y="272185"/>
                  </a:cubicBezTo>
                  <a:cubicBezTo>
                    <a:pt x="116214" y="289235"/>
                    <a:pt x="116214" y="307096"/>
                    <a:pt x="122704" y="311155"/>
                  </a:cubicBezTo>
                  <a:cubicBezTo>
                    <a:pt x="124327" y="311967"/>
                    <a:pt x="125138" y="313591"/>
                    <a:pt x="125138" y="314403"/>
                  </a:cubicBezTo>
                  <a:cubicBezTo>
                    <a:pt x="125138" y="316839"/>
                    <a:pt x="149478" y="342007"/>
                    <a:pt x="157591" y="341195"/>
                  </a:cubicBezTo>
                  <a:cubicBezTo>
                    <a:pt x="160025" y="341195"/>
                    <a:pt x="164893" y="342007"/>
                    <a:pt x="169761" y="343631"/>
                  </a:cubicBezTo>
                  <a:cubicBezTo>
                    <a:pt x="176251" y="344443"/>
                    <a:pt x="179496" y="346066"/>
                    <a:pt x="181930" y="346066"/>
                  </a:cubicBezTo>
                  <a:cubicBezTo>
                    <a:pt x="183553" y="346066"/>
                    <a:pt x="184364" y="345255"/>
                    <a:pt x="185987" y="344443"/>
                  </a:cubicBezTo>
                  <a:cubicBezTo>
                    <a:pt x="186798" y="343631"/>
                    <a:pt x="190044" y="341195"/>
                    <a:pt x="192477" y="341195"/>
                  </a:cubicBezTo>
                  <a:cubicBezTo>
                    <a:pt x="195723" y="340383"/>
                    <a:pt x="198968" y="337947"/>
                    <a:pt x="201402" y="335512"/>
                  </a:cubicBezTo>
                  <a:cubicBezTo>
                    <a:pt x="203836" y="333076"/>
                    <a:pt x="208704" y="329829"/>
                    <a:pt x="212760" y="327393"/>
                  </a:cubicBezTo>
                  <a:cubicBezTo>
                    <a:pt x="218440" y="324146"/>
                    <a:pt x="224930" y="318462"/>
                    <a:pt x="228987" y="314403"/>
                  </a:cubicBezTo>
                  <a:cubicBezTo>
                    <a:pt x="228987" y="317650"/>
                    <a:pt x="229798" y="320086"/>
                    <a:pt x="232232" y="324957"/>
                  </a:cubicBezTo>
                  <a:cubicBezTo>
                    <a:pt x="234666" y="329017"/>
                    <a:pt x="236288" y="332264"/>
                    <a:pt x="237100" y="331452"/>
                  </a:cubicBezTo>
                  <a:cubicBezTo>
                    <a:pt x="237911" y="331452"/>
                    <a:pt x="239534" y="333076"/>
                    <a:pt x="241156" y="336324"/>
                  </a:cubicBezTo>
                  <a:cubicBezTo>
                    <a:pt x="245213" y="343631"/>
                    <a:pt x="251704" y="350126"/>
                    <a:pt x="255760" y="350126"/>
                  </a:cubicBezTo>
                  <a:cubicBezTo>
                    <a:pt x="257383" y="350938"/>
                    <a:pt x="259817" y="350126"/>
                    <a:pt x="260628" y="350126"/>
                  </a:cubicBezTo>
                  <a:cubicBezTo>
                    <a:pt x="261439" y="350126"/>
                    <a:pt x="264684" y="348502"/>
                    <a:pt x="267119" y="347690"/>
                  </a:cubicBezTo>
                  <a:cubicBezTo>
                    <a:pt x="274420" y="345255"/>
                    <a:pt x="278477" y="342819"/>
                    <a:pt x="277666" y="340383"/>
                  </a:cubicBezTo>
                  <a:cubicBezTo>
                    <a:pt x="276854" y="338759"/>
                    <a:pt x="277666" y="339571"/>
                    <a:pt x="278477" y="339571"/>
                  </a:cubicBezTo>
                  <a:cubicBezTo>
                    <a:pt x="279288" y="339571"/>
                    <a:pt x="280911" y="339571"/>
                    <a:pt x="282534" y="337947"/>
                  </a:cubicBezTo>
                  <a:cubicBezTo>
                    <a:pt x="284156" y="336324"/>
                    <a:pt x="285779" y="335512"/>
                    <a:pt x="286590" y="335512"/>
                  </a:cubicBezTo>
                  <a:cubicBezTo>
                    <a:pt x="288213" y="335512"/>
                    <a:pt x="304439" y="319274"/>
                    <a:pt x="316609" y="304660"/>
                  </a:cubicBezTo>
                  <a:cubicBezTo>
                    <a:pt x="319854" y="300601"/>
                    <a:pt x="322288" y="298165"/>
                    <a:pt x="323099" y="298165"/>
                  </a:cubicBezTo>
                  <a:cubicBezTo>
                    <a:pt x="323099" y="298165"/>
                    <a:pt x="323911" y="298165"/>
                    <a:pt x="323911" y="297353"/>
                  </a:cubicBezTo>
                  <a:cubicBezTo>
                    <a:pt x="323911" y="296542"/>
                    <a:pt x="325533" y="294918"/>
                    <a:pt x="327156" y="292482"/>
                  </a:cubicBezTo>
                  <a:cubicBezTo>
                    <a:pt x="328779" y="290858"/>
                    <a:pt x="330401" y="288423"/>
                    <a:pt x="330401" y="286799"/>
                  </a:cubicBezTo>
                  <a:cubicBezTo>
                    <a:pt x="330401" y="285987"/>
                    <a:pt x="331212" y="284363"/>
                    <a:pt x="332835" y="284363"/>
                  </a:cubicBezTo>
                  <a:cubicBezTo>
                    <a:pt x="333646" y="284363"/>
                    <a:pt x="334458" y="282740"/>
                    <a:pt x="334458" y="281928"/>
                  </a:cubicBezTo>
                  <a:cubicBezTo>
                    <a:pt x="334458" y="279492"/>
                    <a:pt x="339326" y="271373"/>
                    <a:pt x="340948" y="271373"/>
                  </a:cubicBezTo>
                  <a:cubicBezTo>
                    <a:pt x="343382" y="271373"/>
                    <a:pt x="343382" y="272185"/>
                    <a:pt x="344194" y="282740"/>
                  </a:cubicBezTo>
                  <a:cubicBezTo>
                    <a:pt x="345005" y="294918"/>
                    <a:pt x="345816" y="300601"/>
                    <a:pt x="347439" y="303849"/>
                  </a:cubicBezTo>
                  <a:cubicBezTo>
                    <a:pt x="348250" y="305472"/>
                    <a:pt x="348250" y="307096"/>
                    <a:pt x="347439" y="307096"/>
                  </a:cubicBezTo>
                  <a:cubicBezTo>
                    <a:pt x="346627" y="307096"/>
                    <a:pt x="347439" y="307908"/>
                    <a:pt x="348250" y="307096"/>
                  </a:cubicBezTo>
                  <a:cubicBezTo>
                    <a:pt x="349061" y="306284"/>
                    <a:pt x="349873" y="307096"/>
                    <a:pt x="349873" y="307096"/>
                  </a:cubicBezTo>
                  <a:cubicBezTo>
                    <a:pt x="349873" y="314403"/>
                    <a:pt x="375835" y="336324"/>
                    <a:pt x="383948" y="341195"/>
                  </a:cubicBezTo>
                  <a:cubicBezTo>
                    <a:pt x="391250" y="345255"/>
                    <a:pt x="391250" y="346066"/>
                    <a:pt x="410721" y="345255"/>
                  </a:cubicBezTo>
                  <a:cubicBezTo>
                    <a:pt x="430193" y="345255"/>
                    <a:pt x="439117" y="343631"/>
                    <a:pt x="451287" y="337947"/>
                  </a:cubicBezTo>
                  <a:cubicBezTo>
                    <a:pt x="455344" y="336324"/>
                    <a:pt x="457778" y="333888"/>
                    <a:pt x="456966" y="333076"/>
                  </a:cubicBezTo>
                  <a:cubicBezTo>
                    <a:pt x="456155" y="332264"/>
                    <a:pt x="457778" y="330641"/>
                    <a:pt x="460212" y="330641"/>
                  </a:cubicBezTo>
                  <a:cubicBezTo>
                    <a:pt x="462646" y="329829"/>
                    <a:pt x="466702" y="329017"/>
                    <a:pt x="469136" y="327393"/>
                  </a:cubicBezTo>
                  <a:cubicBezTo>
                    <a:pt x="471570" y="325769"/>
                    <a:pt x="476438" y="323334"/>
                    <a:pt x="478872" y="321710"/>
                  </a:cubicBezTo>
                  <a:cubicBezTo>
                    <a:pt x="481306" y="320086"/>
                    <a:pt x="485362" y="317650"/>
                    <a:pt x="486174" y="316839"/>
                  </a:cubicBezTo>
                  <a:cubicBezTo>
                    <a:pt x="487796" y="316027"/>
                    <a:pt x="488608" y="315215"/>
                    <a:pt x="489419" y="315215"/>
                  </a:cubicBezTo>
                  <a:cubicBezTo>
                    <a:pt x="490230" y="315215"/>
                    <a:pt x="498343" y="308720"/>
                    <a:pt x="505645" y="301413"/>
                  </a:cubicBezTo>
                  <a:cubicBezTo>
                    <a:pt x="504834" y="303849"/>
                    <a:pt x="503211" y="307096"/>
                    <a:pt x="500777" y="312779"/>
                  </a:cubicBezTo>
                  <a:cubicBezTo>
                    <a:pt x="498343" y="317650"/>
                    <a:pt x="497532" y="320898"/>
                    <a:pt x="498343" y="324146"/>
                  </a:cubicBezTo>
                  <a:cubicBezTo>
                    <a:pt x="499155" y="330641"/>
                    <a:pt x="502400" y="337136"/>
                    <a:pt x="504834" y="337136"/>
                  </a:cubicBezTo>
                  <a:cubicBezTo>
                    <a:pt x="505645" y="337136"/>
                    <a:pt x="508890" y="339571"/>
                    <a:pt x="509702" y="342819"/>
                  </a:cubicBezTo>
                  <a:cubicBezTo>
                    <a:pt x="512136" y="349314"/>
                    <a:pt x="518626" y="352561"/>
                    <a:pt x="523494" y="350938"/>
                  </a:cubicBezTo>
                  <a:cubicBezTo>
                    <a:pt x="528362" y="349314"/>
                    <a:pt x="545400" y="334700"/>
                    <a:pt x="553513" y="324146"/>
                  </a:cubicBezTo>
                  <a:cubicBezTo>
                    <a:pt x="561626" y="313591"/>
                    <a:pt x="585154" y="293294"/>
                    <a:pt x="596513" y="285175"/>
                  </a:cubicBezTo>
                  <a:cubicBezTo>
                    <a:pt x="599758" y="282740"/>
                    <a:pt x="603814" y="278680"/>
                    <a:pt x="604626" y="277868"/>
                  </a:cubicBezTo>
                  <a:cubicBezTo>
                    <a:pt x="606248" y="276245"/>
                    <a:pt x="607871" y="276245"/>
                    <a:pt x="609493" y="275433"/>
                  </a:cubicBezTo>
                  <a:cubicBezTo>
                    <a:pt x="611116" y="274621"/>
                    <a:pt x="611928" y="273809"/>
                    <a:pt x="611928" y="272997"/>
                  </a:cubicBezTo>
                  <a:cubicBezTo>
                    <a:pt x="611928" y="272185"/>
                    <a:pt x="612739" y="271373"/>
                    <a:pt x="614361" y="271373"/>
                  </a:cubicBezTo>
                  <a:cubicBezTo>
                    <a:pt x="615173" y="271373"/>
                    <a:pt x="616796" y="270561"/>
                    <a:pt x="616796" y="269749"/>
                  </a:cubicBezTo>
                  <a:cubicBezTo>
                    <a:pt x="616796" y="268938"/>
                    <a:pt x="617607" y="268126"/>
                    <a:pt x="618418" y="268126"/>
                  </a:cubicBezTo>
                  <a:cubicBezTo>
                    <a:pt x="619229" y="268126"/>
                    <a:pt x="621663" y="266502"/>
                    <a:pt x="623286" y="264878"/>
                  </a:cubicBezTo>
                  <a:cubicBezTo>
                    <a:pt x="624909" y="263255"/>
                    <a:pt x="629776" y="260819"/>
                    <a:pt x="633022" y="260007"/>
                  </a:cubicBezTo>
                  <a:cubicBezTo>
                    <a:pt x="636267" y="259195"/>
                    <a:pt x="639512" y="257571"/>
                    <a:pt x="639512" y="257571"/>
                  </a:cubicBezTo>
                  <a:cubicBezTo>
                    <a:pt x="639512" y="256759"/>
                    <a:pt x="641135" y="256759"/>
                    <a:pt x="642757" y="256759"/>
                  </a:cubicBezTo>
                  <a:cubicBezTo>
                    <a:pt x="646003" y="256759"/>
                    <a:pt x="646003" y="257571"/>
                    <a:pt x="646814" y="268938"/>
                  </a:cubicBezTo>
                  <a:cubicBezTo>
                    <a:pt x="647625" y="275433"/>
                    <a:pt x="648437" y="281928"/>
                    <a:pt x="648437" y="283552"/>
                  </a:cubicBezTo>
                  <a:cubicBezTo>
                    <a:pt x="652493" y="294918"/>
                    <a:pt x="677644" y="321710"/>
                    <a:pt x="691436" y="322522"/>
                  </a:cubicBezTo>
                  <a:cubicBezTo>
                    <a:pt x="694682" y="322522"/>
                    <a:pt x="697927" y="323334"/>
                    <a:pt x="699550" y="324146"/>
                  </a:cubicBezTo>
                  <a:cubicBezTo>
                    <a:pt x="703606" y="326581"/>
                    <a:pt x="736059" y="322522"/>
                    <a:pt x="740115" y="318462"/>
                  </a:cubicBezTo>
                  <a:cubicBezTo>
                    <a:pt x="740927" y="317650"/>
                    <a:pt x="746606" y="314403"/>
                    <a:pt x="751474" y="311967"/>
                  </a:cubicBezTo>
                  <a:cubicBezTo>
                    <a:pt x="756342" y="309532"/>
                    <a:pt x="760398" y="307908"/>
                    <a:pt x="764455" y="306284"/>
                  </a:cubicBezTo>
                  <a:cubicBezTo>
                    <a:pt x="762021" y="312779"/>
                    <a:pt x="757964" y="321710"/>
                    <a:pt x="755530" y="329017"/>
                  </a:cubicBezTo>
                  <a:cubicBezTo>
                    <a:pt x="753096" y="335512"/>
                    <a:pt x="753096" y="341195"/>
                    <a:pt x="752285" y="348502"/>
                  </a:cubicBezTo>
                  <a:cubicBezTo>
                    <a:pt x="751474" y="363928"/>
                    <a:pt x="755530" y="372858"/>
                    <a:pt x="764455" y="375294"/>
                  </a:cubicBezTo>
                  <a:cubicBezTo>
                    <a:pt x="766889" y="376106"/>
                    <a:pt x="768511" y="377730"/>
                    <a:pt x="768511" y="378541"/>
                  </a:cubicBezTo>
                  <a:cubicBezTo>
                    <a:pt x="768511" y="379353"/>
                    <a:pt x="769323" y="379353"/>
                    <a:pt x="770945" y="378541"/>
                  </a:cubicBezTo>
                  <a:cubicBezTo>
                    <a:pt x="773379" y="377730"/>
                    <a:pt x="773379" y="376106"/>
                    <a:pt x="773379" y="372858"/>
                  </a:cubicBezTo>
                  <a:cubicBezTo>
                    <a:pt x="773379" y="369611"/>
                    <a:pt x="774191" y="367987"/>
                    <a:pt x="774191" y="367987"/>
                  </a:cubicBezTo>
                  <a:cubicBezTo>
                    <a:pt x="775002" y="367987"/>
                    <a:pt x="779870" y="360680"/>
                    <a:pt x="779870" y="358244"/>
                  </a:cubicBezTo>
                  <a:cubicBezTo>
                    <a:pt x="779870" y="357433"/>
                    <a:pt x="778247" y="358244"/>
                    <a:pt x="777436" y="359056"/>
                  </a:cubicBezTo>
                  <a:cubicBezTo>
                    <a:pt x="774191" y="362304"/>
                    <a:pt x="773379" y="359868"/>
                    <a:pt x="775002" y="353373"/>
                  </a:cubicBezTo>
                  <a:cubicBezTo>
                    <a:pt x="775813" y="350938"/>
                    <a:pt x="776624" y="346878"/>
                    <a:pt x="776624" y="344443"/>
                  </a:cubicBezTo>
                  <a:cubicBezTo>
                    <a:pt x="776624" y="342819"/>
                    <a:pt x="777436" y="341195"/>
                    <a:pt x="778247" y="342007"/>
                  </a:cubicBezTo>
                  <a:cubicBezTo>
                    <a:pt x="779059" y="342007"/>
                    <a:pt x="779059" y="342007"/>
                    <a:pt x="779059" y="341195"/>
                  </a:cubicBezTo>
                  <a:cubicBezTo>
                    <a:pt x="779059" y="340383"/>
                    <a:pt x="779870" y="340383"/>
                    <a:pt x="780681" y="340383"/>
                  </a:cubicBezTo>
                  <a:cubicBezTo>
                    <a:pt x="781492" y="341195"/>
                    <a:pt x="782304" y="339571"/>
                    <a:pt x="783115" y="337947"/>
                  </a:cubicBezTo>
                  <a:cubicBezTo>
                    <a:pt x="784738" y="335512"/>
                    <a:pt x="783926" y="333888"/>
                    <a:pt x="783115" y="333888"/>
                  </a:cubicBezTo>
                  <a:cubicBezTo>
                    <a:pt x="782304" y="333888"/>
                    <a:pt x="784738" y="327393"/>
                    <a:pt x="787983" y="322522"/>
                  </a:cubicBezTo>
                  <a:cubicBezTo>
                    <a:pt x="789606" y="320898"/>
                    <a:pt x="789606" y="319274"/>
                    <a:pt x="789606" y="318462"/>
                  </a:cubicBezTo>
                  <a:cubicBezTo>
                    <a:pt x="789606" y="317650"/>
                    <a:pt x="790417" y="315215"/>
                    <a:pt x="792039" y="313591"/>
                  </a:cubicBezTo>
                  <a:cubicBezTo>
                    <a:pt x="794474" y="311155"/>
                    <a:pt x="795285" y="308720"/>
                    <a:pt x="796096" y="307908"/>
                  </a:cubicBezTo>
                  <a:cubicBezTo>
                    <a:pt x="796096" y="306284"/>
                    <a:pt x="797719" y="303849"/>
                    <a:pt x="799341" y="301413"/>
                  </a:cubicBezTo>
                  <a:cubicBezTo>
                    <a:pt x="796907" y="321710"/>
                    <a:pt x="806643" y="333888"/>
                    <a:pt x="826926" y="333888"/>
                  </a:cubicBezTo>
                  <a:cubicBezTo>
                    <a:pt x="831794" y="333888"/>
                    <a:pt x="836662" y="333076"/>
                    <a:pt x="841530" y="332264"/>
                  </a:cubicBezTo>
                  <a:cubicBezTo>
                    <a:pt x="842341" y="331452"/>
                    <a:pt x="848831" y="331452"/>
                    <a:pt x="856134" y="331452"/>
                  </a:cubicBezTo>
                  <a:cubicBezTo>
                    <a:pt x="866681" y="331452"/>
                    <a:pt x="871548" y="330641"/>
                    <a:pt x="878850" y="328205"/>
                  </a:cubicBezTo>
                  <a:cubicBezTo>
                    <a:pt x="883718" y="326581"/>
                    <a:pt x="887775" y="324146"/>
                    <a:pt x="888586" y="323334"/>
                  </a:cubicBezTo>
                  <a:cubicBezTo>
                    <a:pt x="888586" y="323334"/>
                    <a:pt x="889397" y="322522"/>
                    <a:pt x="891831" y="322522"/>
                  </a:cubicBezTo>
                  <a:cubicBezTo>
                    <a:pt x="893454" y="322522"/>
                    <a:pt x="897510" y="322522"/>
                    <a:pt x="900756" y="320898"/>
                  </a:cubicBezTo>
                  <a:cubicBezTo>
                    <a:pt x="904001" y="319274"/>
                    <a:pt x="908869" y="319274"/>
                    <a:pt x="912926" y="318462"/>
                  </a:cubicBezTo>
                  <a:cubicBezTo>
                    <a:pt x="916982" y="317650"/>
                    <a:pt x="919416" y="316839"/>
                    <a:pt x="919416" y="316027"/>
                  </a:cubicBezTo>
                  <a:cubicBezTo>
                    <a:pt x="919416" y="315215"/>
                    <a:pt x="920227" y="315215"/>
                    <a:pt x="921039" y="315215"/>
                  </a:cubicBezTo>
                  <a:cubicBezTo>
                    <a:pt x="923473" y="315215"/>
                    <a:pt x="955925" y="302225"/>
                    <a:pt x="959982" y="299789"/>
                  </a:cubicBezTo>
                  <a:lnTo>
                    <a:pt x="963227" y="298165"/>
                  </a:lnTo>
                  <a:lnTo>
                    <a:pt x="959982" y="298977"/>
                  </a:lnTo>
                  <a:cubicBezTo>
                    <a:pt x="958359" y="298977"/>
                    <a:pt x="959982" y="298165"/>
                    <a:pt x="962416" y="296542"/>
                  </a:cubicBezTo>
                  <a:cubicBezTo>
                    <a:pt x="965661" y="295730"/>
                    <a:pt x="968906" y="294918"/>
                    <a:pt x="969718" y="295730"/>
                  </a:cubicBezTo>
                  <a:cubicBezTo>
                    <a:pt x="970529" y="296542"/>
                    <a:pt x="971340" y="296542"/>
                    <a:pt x="970529" y="295730"/>
                  </a:cubicBezTo>
                  <a:cubicBezTo>
                    <a:pt x="969718" y="294918"/>
                    <a:pt x="972963" y="292482"/>
                    <a:pt x="977831" y="290858"/>
                  </a:cubicBezTo>
                  <a:cubicBezTo>
                    <a:pt x="985132" y="287611"/>
                    <a:pt x="985944" y="285987"/>
                    <a:pt x="981887" y="286799"/>
                  </a:cubicBezTo>
                  <a:cubicBezTo>
                    <a:pt x="981076" y="286799"/>
                    <a:pt x="981887" y="285175"/>
                    <a:pt x="984321" y="284363"/>
                  </a:cubicBezTo>
                  <a:cubicBezTo>
                    <a:pt x="985944" y="282740"/>
                    <a:pt x="989189" y="281928"/>
                    <a:pt x="989189" y="281928"/>
                  </a:cubicBezTo>
                  <a:cubicBezTo>
                    <a:pt x="990001" y="281928"/>
                    <a:pt x="991623" y="281116"/>
                    <a:pt x="993245" y="280304"/>
                  </a:cubicBezTo>
                  <a:cubicBezTo>
                    <a:pt x="994057" y="279492"/>
                    <a:pt x="999736" y="276245"/>
                    <a:pt x="1004604" y="273809"/>
                  </a:cubicBezTo>
                  <a:cubicBezTo>
                    <a:pt x="1009472" y="271373"/>
                    <a:pt x="1014340" y="268938"/>
                    <a:pt x="1015151" y="268126"/>
                  </a:cubicBezTo>
                  <a:cubicBezTo>
                    <a:pt x="1019208" y="264066"/>
                    <a:pt x="1028132" y="260007"/>
                    <a:pt x="1028944" y="260007"/>
                  </a:cubicBezTo>
                  <a:cubicBezTo>
                    <a:pt x="1029755" y="260007"/>
                    <a:pt x="1031377" y="260007"/>
                    <a:pt x="1031377" y="258383"/>
                  </a:cubicBezTo>
                  <a:cubicBezTo>
                    <a:pt x="1032189" y="257571"/>
                    <a:pt x="1035434" y="254324"/>
                    <a:pt x="1038679" y="252700"/>
                  </a:cubicBezTo>
                  <a:cubicBezTo>
                    <a:pt x="1041924" y="250264"/>
                    <a:pt x="1045170" y="247829"/>
                    <a:pt x="1045170" y="247017"/>
                  </a:cubicBezTo>
                  <a:cubicBezTo>
                    <a:pt x="1047604" y="247829"/>
                    <a:pt x="1028944" y="253512"/>
                    <a:pt x="990812" y="268938"/>
                  </a:cubicBezTo>
                  <a:close/>
                  <a:moveTo>
                    <a:pt x="875605" y="119552"/>
                  </a:moveTo>
                  <a:lnTo>
                    <a:pt x="877228" y="117928"/>
                  </a:lnTo>
                  <a:cubicBezTo>
                    <a:pt x="877228" y="117928"/>
                    <a:pt x="878039" y="118740"/>
                    <a:pt x="878039" y="119552"/>
                  </a:cubicBezTo>
                  <a:cubicBezTo>
                    <a:pt x="878039" y="120364"/>
                    <a:pt x="877228" y="121176"/>
                    <a:pt x="876416" y="121176"/>
                  </a:cubicBezTo>
                  <a:cubicBezTo>
                    <a:pt x="875605" y="121176"/>
                    <a:pt x="874794" y="120364"/>
                    <a:pt x="875605" y="119552"/>
                  </a:cubicBezTo>
                  <a:close/>
                  <a:moveTo>
                    <a:pt x="873983" y="122799"/>
                  </a:moveTo>
                  <a:cubicBezTo>
                    <a:pt x="874794" y="122799"/>
                    <a:pt x="874794" y="123611"/>
                    <a:pt x="874794" y="124423"/>
                  </a:cubicBezTo>
                  <a:cubicBezTo>
                    <a:pt x="874794" y="124423"/>
                    <a:pt x="873171" y="125235"/>
                    <a:pt x="873171" y="125235"/>
                  </a:cubicBezTo>
                  <a:cubicBezTo>
                    <a:pt x="872360" y="125235"/>
                    <a:pt x="872360" y="124423"/>
                    <a:pt x="872360" y="123611"/>
                  </a:cubicBezTo>
                  <a:cubicBezTo>
                    <a:pt x="871548" y="123611"/>
                    <a:pt x="872360" y="122799"/>
                    <a:pt x="873983" y="122799"/>
                  </a:cubicBezTo>
                  <a:close/>
                  <a:moveTo>
                    <a:pt x="867492" y="131730"/>
                  </a:moveTo>
                  <a:cubicBezTo>
                    <a:pt x="865869" y="130918"/>
                    <a:pt x="865869" y="131730"/>
                    <a:pt x="866681" y="130106"/>
                  </a:cubicBezTo>
                  <a:cubicBezTo>
                    <a:pt x="869114" y="127670"/>
                    <a:pt x="869926" y="128482"/>
                    <a:pt x="869926" y="131730"/>
                  </a:cubicBezTo>
                  <a:cubicBezTo>
                    <a:pt x="869926" y="134166"/>
                    <a:pt x="868303" y="134977"/>
                    <a:pt x="865869" y="134977"/>
                  </a:cubicBezTo>
                  <a:cubicBezTo>
                    <a:pt x="862624" y="134977"/>
                    <a:pt x="863435" y="134977"/>
                    <a:pt x="866681" y="133354"/>
                  </a:cubicBezTo>
                  <a:cubicBezTo>
                    <a:pt x="869114" y="131730"/>
                    <a:pt x="869114" y="132542"/>
                    <a:pt x="867492" y="131730"/>
                  </a:cubicBezTo>
                  <a:close/>
                  <a:moveTo>
                    <a:pt x="865058" y="139849"/>
                  </a:moveTo>
                  <a:cubicBezTo>
                    <a:pt x="865869" y="138225"/>
                    <a:pt x="866681" y="137413"/>
                    <a:pt x="867492" y="137413"/>
                  </a:cubicBezTo>
                  <a:cubicBezTo>
                    <a:pt x="866681" y="138225"/>
                    <a:pt x="866681" y="139037"/>
                    <a:pt x="865058" y="139849"/>
                  </a:cubicBezTo>
                  <a:cubicBezTo>
                    <a:pt x="863435" y="142284"/>
                    <a:pt x="863435" y="143096"/>
                    <a:pt x="865058" y="139849"/>
                  </a:cubicBezTo>
                  <a:close/>
                  <a:moveTo>
                    <a:pt x="861813" y="146344"/>
                  </a:moveTo>
                  <a:cubicBezTo>
                    <a:pt x="862624" y="146344"/>
                    <a:pt x="863435" y="145532"/>
                    <a:pt x="863435" y="144720"/>
                  </a:cubicBezTo>
                  <a:cubicBezTo>
                    <a:pt x="863435" y="143908"/>
                    <a:pt x="863435" y="143096"/>
                    <a:pt x="864247" y="143908"/>
                  </a:cubicBezTo>
                  <a:cubicBezTo>
                    <a:pt x="864247" y="143908"/>
                    <a:pt x="864247" y="145532"/>
                    <a:pt x="863435" y="146344"/>
                  </a:cubicBezTo>
                  <a:cubicBezTo>
                    <a:pt x="861001" y="148779"/>
                    <a:pt x="860190" y="148779"/>
                    <a:pt x="860190" y="147156"/>
                  </a:cubicBezTo>
                  <a:cubicBezTo>
                    <a:pt x="860190" y="146344"/>
                    <a:pt x="860190" y="146344"/>
                    <a:pt x="861813" y="146344"/>
                  </a:cubicBezTo>
                  <a:close/>
                  <a:moveTo>
                    <a:pt x="853700" y="158522"/>
                  </a:moveTo>
                  <a:cubicBezTo>
                    <a:pt x="853700" y="156898"/>
                    <a:pt x="854511" y="156898"/>
                    <a:pt x="854511" y="156898"/>
                  </a:cubicBezTo>
                  <a:cubicBezTo>
                    <a:pt x="854511" y="156898"/>
                    <a:pt x="854511" y="157710"/>
                    <a:pt x="854511" y="158522"/>
                  </a:cubicBezTo>
                  <a:cubicBezTo>
                    <a:pt x="854511" y="159334"/>
                    <a:pt x="853700" y="160958"/>
                    <a:pt x="852888" y="160958"/>
                  </a:cubicBezTo>
                  <a:cubicBezTo>
                    <a:pt x="852077" y="160958"/>
                    <a:pt x="852888" y="160146"/>
                    <a:pt x="853700" y="158522"/>
                  </a:cubicBezTo>
                  <a:close/>
                  <a:moveTo>
                    <a:pt x="849643" y="161770"/>
                  </a:moveTo>
                  <a:cubicBezTo>
                    <a:pt x="850454" y="161770"/>
                    <a:pt x="851265" y="162581"/>
                    <a:pt x="851265" y="163393"/>
                  </a:cubicBezTo>
                  <a:cubicBezTo>
                    <a:pt x="851265" y="164205"/>
                    <a:pt x="851265" y="164205"/>
                    <a:pt x="850454" y="164205"/>
                  </a:cubicBezTo>
                  <a:cubicBezTo>
                    <a:pt x="849643" y="164205"/>
                    <a:pt x="849643" y="163393"/>
                    <a:pt x="848831" y="163393"/>
                  </a:cubicBezTo>
                  <a:cubicBezTo>
                    <a:pt x="848020" y="162581"/>
                    <a:pt x="848831" y="161770"/>
                    <a:pt x="849643" y="161770"/>
                  </a:cubicBezTo>
                  <a:close/>
                  <a:moveTo>
                    <a:pt x="848831" y="167453"/>
                  </a:moveTo>
                  <a:cubicBezTo>
                    <a:pt x="848831" y="166641"/>
                    <a:pt x="849643" y="165829"/>
                    <a:pt x="850454" y="165829"/>
                  </a:cubicBezTo>
                  <a:cubicBezTo>
                    <a:pt x="851265" y="165829"/>
                    <a:pt x="850454" y="166641"/>
                    <a:pt x="850454" y="167453"/>
                  </a:cubicBezTo>
                  <a:cubicBezTo>
                    <a:pt x="850454" y="168264"/>
                    <a:pt x="849643" y="169076"/>
                    <a:pt x="849643" y="169076"/>
                  </a:cubicBezTo>
                  <a:cubicBezTo>
                    <a:pt x="849643" y="169076"/>
                    <a:pt x="848020" y="167453"/>
                    <a:pt x="848831" y="167453"/>
                  </a:cubicBezTo>
                  <a:close/>
                  <a:moveTo>
                    <a:pt x="843152" y="177195"/>
                  </a:moveTo>
                  <a:cubicBezTo>
                    <a:pt x="843964" y="177195"/>
                    <a:pt x="844775" y="177195"/>
                    <a:pt x="844775" y="178819"/>
                  </a:cubicBezTo>
                  <a:cubicBezTo>
                    <a:pt x="844775" y="180443"/>
                    <a:pt x="843964" y="181255"/>
                    <a:pt x="843152" y="181255"/>
                  </a:cubicBezTo>
                  <a:cubicBezTo>
                    <a:pt x="842341" y="181255"/>
                    <a:pt x="841530" y="180443"/>
                    <a:pt x="841530" y="180443"/>
                  </a:cubicBezTo>
                  <a:cubicBezTo>
                    <a:pt x="841530" y="180443"/>
                    <a:pt x="842341" y="177195"/>
                    <a:pt x="843152" y="177195"/>
                  </a:cubicBezTo>
                  <a:close/>
                  <a:moveTo>
                    <a:pt x="837473" y="187750"/>
                  </a:moveTo>
                  <a:cubicBezTo>
                    <a:pt x="837473" y="186938"/>
                    <a:pt x="837473" y="186126"/>
                    <a:pt x="838284" y="186938"/>
                  </a:cubicBezTo>
                  <a:cubicBezTo>
                    <a:pt x="839096" y="186938"/>
                    <a:pt x="839096" y="187750"/>
                    <a:pt x="839096" y="188561"/>
                  </a:cubicBezTo>
                  <a:cubicBezTo>
                    <a:pt x="838284" y="190185"/>
                    <a:pt x="837473" y="189373"/>
                    <a:pt x="837473" y="187750"/>
                  </a:cubicBezTo>
                  <a:close/>
                  <a:moveTo>
                    <a:pt x="108101" y="161770"/>
                  </a:moveTo>
                  <a:cubicBezTo>
                    <a:pt x="108912" y="160146"/>
                    <a:pt x="108912" y="160146"/>
                    <a:pt x="109723" y="160958"/>
                  </a:cubicBezTo>
                  <a:cubicBezTo>
                    <a:pt x="110535" y="161770"/>
                    <a:pt x="109723" y="163393"/>
                    <a:pt x="108101" y="164205"/>
                  </a:cubicBezTo>
                  <a:cubicBezTo>
                    <a:pt x="106478" y="165829"/>
                    <a:pt x="106478" y="165017"/>
                    <a:pt x="108101" y="161770"/>
                  </a:cubicBezTo>
                  <a:close/>
                  <a:moveTo>
                    <a:pt x="103233" y="173136"/>
                  </a:moveTo>
                  <a:cubicBezTo>
                    <a:pt x="103233" y="173136"/>
                    <a:pt x="102421" y="174760"/>
                    <a:pt x="100799" y="177195"/>
                  </a:cubicBezTo>
                  <a:cubicBezTo>
                    <a:pt x="99988" y="180443"/>
                    <a:pt x="99176" y="180443"/>
                    <a:pt x="99176" y="177195"/>
                  </a:cubicBezTo>
                  <a:cubicBezTo>
                    <a:pt x="99176" y="173948"/>
                    <a:pt x="100799" y="173136"/>
                    <a:pt x="103233" y="173136"/>
                  </a:cubicBezTo>
                  <a:close/>
                  <a:moveTo>
                    <a:pt x="94308" y="199928"/>
                  </a:moveTo>
                  <a:cubicBezTo>
                    <a:pt x="93497" y="199928"/>
                    <a:pt x="93497" y="199116"/>
                    <a:pt x="93497" y="198304"/>
                  </a:cubicBezTo>
                  <a:cubicBezTo>
                    <a:pt x="94308" y="197492"/>
                    <a:pt x="94308" y="196680"/>
                    <a:pt x="95120" y="196680"/>
                  </a:cubicBezTo>
                  <a:cubicBezTo>
                    <a:pt x="95120" y="196680"/>
                    <a:pt x="95931" y="197492"/>
                    <a:pt x="95931" y="198304"/>
                  </a:cubicBezTo>
                  <a:cubicBezTo>
                    <a:pt x="95931" y="199116"/>
                    <a:pt x="95120" y="199928"/>
                    <a:pt x="94308" y="199928"/>
                  </a:cubicBezTo>
                  <a:close/>
                  <a:moveTo>
                    <a:pt x="93497" y="185314"/>
                  </a:moveTo>
                  <a:cubicBezTo>
                    <a:pt x="94308" y="185314"/>
                    <a:pt x="94308" y="184502"/>
                    <a:pt x="94308" y="182878"/>
                  </a:cubicBezTo>
                  <a:cubicBezTo>
                    <a:pt x="94308" y="182067"/>
                    <a:pt x="95120" y="180443"/>
                    <a:pt x="95931" y="180443"/>
                  </a:cubicBezTo>
                  <a:cubicBezTo>
                    <a:pt x="96742" y="179631"/>
                    <a:pt x="97554" y="180443"/>
                    <a:pt x="97554" y="180443"/>
                  </a:cubicBezTo>
                  <a:cubicBezTo>
                    <a:pt x="97554" y="182067"/>
                    <a:pt x="91874" y="190185"/>
                    <a:pt x="91063" y="190185"/>
                  </a:cubicBezTo>
                  <a:cubicBezTo>
                    <a:pt x="90252" y="189373"/>
                    <a:pt x="91874" y="185314"/>
                    <a:pt x="93497" y="185314"/>
                  </a:cubicBezTo>
                  <a:close/>
                  <a:moveTo>
                    <a:pt x="87818" y="212106"/>
                  </a:moveTo>
                  <a:cubicBezTo>
                    <a:pt x="87818" y="212106"/>
                    <a:pt x="87006" y="212918"/>
                    <a:pt x="85384" y="213730"/>
                  </a:cubicBezTo>
                  <a:cubicBezTo>
                    <a:pt x="83761" y="215354"/>
                    <a:pt x="83761" y="215354"/>
                    <a:pt x="83761" y="213730"/>
                  </a:cubicBezTo>
                  <a:cubicBezTo>
                    <a:pt x="83761" y="212918"/>
                    <a:pt x="84573" y="212106"/>
                    <a:pt x="85384" y="212106"/>
                  </a:cubicBezTo>
                  <a:cubicBezTo>
                    <a:pt x="87006" y="211294"/>
                    <a:pt x="87818" y="211294"/>
                    <a:pt x="87818" y="212106"/>
                  </a:cubicBezTo>
                  <a:close/>
                  <a:moveTo>
                    <a:pt x="84573" y="197492"/>
                  </a:moveTo>
                  <a:cubicBezTo>
                    <a:pt x="85384" y="197492"/>
                    <a:pt x="86195" y="197492"/>
                    <a:pt x="86195" y="198304"/>
                  </a:cubicBezTo>
                  <a:cubicBezTo>
                    <a:pt x="86195" y="199116"/>
                    <a:pt x="85384" y="199116"/>
                    <a:pt x="84573" y="199928"/>
                  </a:cubicBezTo>
                  <a:cubicBezTo>
                    <a:pt x="83761" y="200740"/>
                    <a:pt x="83761" y="199928"/>
                    <a:pt x="83761" y="199116"/>
                  </a:cubicBezTo>
                  <a:cubicBezTo>
                    <a:pt x="83761" y="198304"/>
                    <a:pt x="84573" y="197492"/>
                    <a:pt x="84573" y="197492"/>
                  </a:cubicBezTo>
                  <a:close/>
                  <a:moveTo>
                    <a:pt x="82139" y="201552"/>
                  </a:moveTo>
                  <a:cubicBezTo>
                    <a:pt x="82950" y="201552"/>
                    <a:pt x="83761" y="201552"/>
                    <a:pt x="83761" y="202364"/>
                  </a:cubicBezTo>
                  <a:cubicBezTo>
                    <a:pt x="83761" y="202364"/>
                    <a:pt x="82950" y="203175"/>
                    <a:pt x="82139" y="203175"/>
                  </a:cubicBezTo>
                  <a:cubicBezTo>
                    <a:pt x="81327" y="203987"/>
                    <a:pt x="80516" y="203175"/>
                    <a:pt x="80516" y="202364"/>
                  </a:cubicBezTo>
                  <a:cubicBezTo>
                    <a:pt x="81327" y="202364"/>
                    <a:pt x="81327" y="201552"/>
                    <a:pt x="82139" y="201552"/>
                  </a:cubicBezTo>
                  <a:close/>
                  <a:moveTo>
                    <a:pt x="65912" y="224284"/>
                  </a:moveTo>
                  <a:cubicBezTo>
                    <a:pt x="67535" y="221849"/>
                    <a:pt x="69158" y="219413"/>
                    <a:pt x="70780" y="216977"/>
                  </a:cubicBezTo>
                  <a:cubicBezTo>
                    <a:pt x="71592" y="215354"/>
                    <a:pt x="73214" y="215354"/>
                    <a:pt x="73214" y="216165"/>
                  </a:cubicBezTo>
                  <a:cubicBezTo>
                    <a:pt x="74025" y="216977"/>
                    <a:pt x="73214" y="217789"/>
                    <a:pt x="72403" y="218601"/>
                  </a:cubicBezTo>
                  <a:cubicBezTo>
                    <a:pt x="71592" y="219413"/>
                    <a:pt x="69969" y="221037"/>
                    <a:pt x="69969" y="222661"/>
                  </a:cubicBezTo>
                  <a:cubicBezTo>
                    <a:pt x="69969" y="225096"/>
                    <a:pt x="63478" y="230779"/>
                    <a:pt x="63478" y="228344"/>
                  </a:cubicBezTo>
                  <a:cubicBezTo>
                    <a:pt x="62667" y="228344"/>
                    <a:pt x="64290" y="226720"/>
                    <a:pt x="65912" y="224284"/>
                  </a:cubicBezTo>
                  <a:close/>
                  <a:moveTo>
                    <a:pt x="61856" y="231591"/>
                  </a:moveTo>
                  <a:cubicBezTo>
                    <a:pt x="62667" y="231591"/>
                    <a:pt x="63478" y="231591"/>
                    <a:pt x="63478" y="232403"/>
                  </a:cubicBezTo>
                  <a:cubicBezTo>
                    <a:pt x="63478" y="233215"/>
                    <a:pt x="62667" y="233215"/>
                    <a:pt x="61856" y="234027"/>
                  </a:cubicBezTo>
                  <a:cubicBezTo>
                    <a:pt x="61045" y="234027"/>
                    <a:pt x="60233" y="234027"/>
                    <a:pt x="60233" y="233215"/>
                  </a:cubicBezTo>
                  <a:cubicBezTo>
                    <a:pt x="60233" y="232403"/>
                    <a:pt x="61045" y="231591"/>
                    <a:pt x="61856" y="231591"/>
                  </a:cubicBezTo>
                  <a:close/>
                  <a:moveTo>
                    <a:pt x="41573" y="265690"/>
                  </a:moveTo>
                  <a:cubicBezTo>
                    <a:pt x="39950" y="264066"/>
                    <a:pt x="42384" y="259195"/>
                    <a:pt x="44007" y="258383"/>
                  </a:cubicBezTo>
                  <a:cubicBezTo>
                    <a:pt x="45629" y="257571"/>
                    <a:pt x="45629" y="257571"/>
                    <a:pt x="45629" y="258383"/>
                  </a:cubicBezTo>
                  <a:cubicBezTo>
                    <a:pt x="45629" y="260007"/>
                    <a:pt x="42384" y="265690"/>
                    <a:pt x="41573" y="265690"/>
                  </a:cubicBezTo>
                  <a:close/>
                  <a:moveTo>
                    <a:pt x="47252" y="254324"/>
                  </a:moveTo>
                  <a:cubicBezTo>
                    <a:pt x="46441" y="252700"/>
                    <a:pt x="48063" y="250264"/>
                    <a:pt x="49686" y="250264"/>
                  </a:cubicBezTo>
                  <a:cubicBezTo>
                    <a:pt x="50497" y="250264"/>
                    <a:pt x="50497" y="251076"/>
                    <a:pt x="50497" y="251076"/>
                  </a:cubicBezTo>
                  <a:cubicBezTo>
                    <a:pt x="50497" y="253512"/>
                    <a:pt x="48063" y="255948"/>
                    <a:pt x="47252" y="254324"/>
                  </a:cubicBezTo>
                  <a:close/>
                  <a:moveTo>
                    <a:pt x="52931" y="246205"/>
                  </a:moveTo>
                  <a:cubicBezTo>
                    <a:pt x="52120" y="246205"/>
                    <a:pt x="52120" y="245393"/>
                    <a:pt x="52120" y="244581"/>
                  </a:cubicBezTo>
                  <a:cubicBezTo>
                    <a:pt x="52931" y="243769"/>
                    <a:pt x="53743" y="242958"/>
                    <a:pt x="53743" y="242958"/>
                  </a:cubicBezTo>
                  <a:cubicBezTo>
                    <a:pt x="53743" y="242958"/>
                    <a:pt x="54554" y="243769"/>
                    <a:pt x="54554" y="244581"/>
                  </a:cubicBezTo>
                  <a:cubicBezTo>
                    <a:pt x="54554" y="246205"/>
                    <a:pt x="54554" y="246205"/>
                    <a:pt x="52931" y="246205"/>
                  </a:cubicBezTo>
                  <a:close/>
                  <a:moveTo>
                    <a:pt x="324722" y="267314"/>
                  </a:moveTo>
                  <a:cubicBezTo>
                    <a:pt x="306062" y="285987"/>
                    <a:pt x="288213" y="303037"/>
                    <a:pt x="284156" y="305472"/>
                  </a:cubicBezTo>
                  <a:cubicBezTo>
                    <a:pt x="276854" y="311155"/>
                    <a:pt x="267930" y="316839"/>
                    <a:pt x="267119" y="316027"/>
                  </a:cubicBezTo>
                  <a:cubicBezTo>
                    <a:pt x="265496" y="315215"/>
                    <a:pt x="274420" y="298977"/>
                    <a:pt x="278477" y="294106"/>
                  </a:cubicBezTo>
                  <a:cubicBezTo>
                    <a:pt x="280911" y="291670"/>
                    <a:pt x="283345" y="288423"/>
                    <a:pt x="283345" y="287611"/>
                  </a:cubicBezTo>
                  <a:cubicBezTo>
                    <a:pt x="283345" y="283552"/>
                    <a:pt x="330401" y="229967"/>
                    <a:pt x="339326" y="229967"/>
                  </a:cubicBezTo>
                  <a:cubicBezTo>
                    <a:pt x="340137" y="229967"/>
                    <a:pt x="340948" y="229967"/>
                    <a:pt x="340948" y="229155"/>
                  </a:cubicBezTo>
                  <a:cubicBezTo>
                    <a:pt x="340948" y="228344"/>
                    <a:pt x="343382" y="226720"/>
                    <a:pt x="347439" y="225908"/>
                  </a:cubicBezTo>
                  <a:cubicBezTo>
                    <a:pt x="352307" y="224284"/>
                    <a:pt x="353929" y="224284"/>
                    <a:pt x="355552" y="225908"/>
                  </a:cubicBezTo>
                  <a:cubicBezTo>
                    <a:pt x="359608" y="232403"/>
                    <a:pt x="358797" y="233215"/>
                    <a:pt x="324722" y="267314"/>
                  </a:cubicBezTo>
                  <a:close/>
                  <a:moveTo>
                    <a:pt x="449665" y="337136"/>
                  </a:moveTo>
                  <a:cubicBezTo>
                    <a:pt x="448853" y="337947"/>
                    <a:pt x="448042" y="338759"/>
                    <a:pt x="447230" y="337947"/>
                  </a:cubicBezTo>
                  <a:cubicBezTo>
                    <a:pt x="446419" y="337136"/>
                    <a:pt x="447230" y="336324"/>
                    <a:pt x="448853" y="335512"/>
                  </a:cubicBezTo>
                  <a:cubicBezTo>
                    <a:pt x="451287" y="334700"/>
                    <a:pt x="452098" y="334700"/>
                    <a:pt x="449665" y="337136"/>
                  </a:cubicBezTo>
                  <a:close/>
                  <a:moveTo>
                    <a:pt x="466702" y="324146"/>
                  </a:moveTo>
                  <a:cubicBezTo>
                    <a:pt x="465079" y="324146"/>
                    <a:pt x="465079" y="324146"/>
                    <a:pt x="466702" y="323334"/>
                  </a:cubicBezTo>
                  <a:cubicBezTo>
                    <a:pt x="468325" y="322522"/>
                    <a:pt x="469947" y="321710"/>
                    <a:pt x="469947" y="322522"/>
                  </a:cubicBezTo>
                  <a:cubicBezTo>
                    <a:pt x="471570" y="322522"/>
                    <a:pt x="469136" y="324146"/>
                    <a:pt x="466702" y="324146"/>
                  </a:cubicBezTo>
                  <a:close/>
                  <a:moveTo>
                    <a:pt x="493475" y="307096"/>
                  </a:moveTo>
                  <a:cubicBezTo>
                    <a:pt x="492664" y="307908"/>
                    <a:pt x="490230" y="308720"/>
                    <a:pt x="488608" y="310344"/>
                  </a:cubicBezTo>
                  <a:lnTo>
                    <a:pt x="485362" y="312779"/>
                  </a:lnTo>
                  <a:lnTo>
                    <a:pt x="488608" y="309532"/>
                  </a:lnTo>
                  <a:cubicBezTo>
                    <a:pt x="490230" y="307908"/>
                    <a:pt x="492664" y="306284"/>
                    <a:pt x="492664" y="306284"/>
                  </a:cubicBezTo>
                  <a:cubicBezTo>
                    <a:pt x="493475" y="306284"/>
                    <a:pt x="494287" y="305472"/>
                    <a:pt x="495098" y="304660"/>
                  </a:cubicBezTo>
                  <a:cubicBezTo>
                    <a:pt x="495909" y="303849"/>
                    <a:pt x="495909" y="303849"/>
                    <a:pt x="495909" y="304660"/>
                  </a:cubicBezTo>
                  <a:cubicBezTo>
                    <a:pt x="495909" y="305472"/>
                    <a:pt x="495098" y="306284"/>
                    <a:pt x="493475" y="307096"/>
                  </a:cubicBezTo>
                  <a:close/>
                  <a:moveTo>
                    <a:pt x="513758" y="294106"/>
                  </a:moveTo>
                  <a:cubicBezTo>
                    <a:pt x="513758" y="294918"/>
                    <a:pt x="512947" y="294918"/>
                    <a:pt x="512947" y="295730"/>
                  </a:cubicBezTo>
                  <a:cubicBezTo>
                    <a:pt x="511325" y="297353"/>
                    <a:pt x="508890" y="298165"/>
                    <a:pt x="508079" y="299789"/>
                  </a:cubicBezTo>
                  <a:cubicBezTo>
                    <a:pt x="505645" y="302225"/>
                    <a:pt x="502400" y="303037"/>
                    <a:pt x="499155" y="303849"/>
                  </a:cubicBezTo>
                  <a:cubicBezTo>
                    <a:pt x="495098" y="304660"/>
                    <a:pt x="508079" y="296542"/>
                    <a:pt x="515381" y="292482"/>
                  </a:cubicBezTo>
                  <a:cubicBezTo>
                    <a:pt x="515381" y="292482"/>
                    <a:pt x="516192" y="292482"/>
                    <a:pt x="516192" y="291670"/>
                  </a:cubicBezTo>
                  <a:cubicBezTo>
                    <a:pt x="514570" y="292482"/>
                    <a:pt x="513758" y="293294"/>
                    <a:pt x="513758" y="294106"/>
                  </a:cubicBezTo>
                  <a:close/>
                  <a:moveTo>
                    <a:pt x="768511" y="305472"/>
                  </a:moveTo>
                  <a:cubicBezTo>
                    <a:pt x="767700" y="306284"/>
                    <a:pt x="766889" y="306284"/>
                    <a:pt x="765266" y="307096"/>
                  </a:cubicBezTo>
                  <a:cubicBezTo>
                    <a:pt x="765266" y="307096"/>
                    <a:pt x="764455" y="307096"/>
                    <a:pt x="764455" y="306284"/>
                  </a:cubicBezTo>
                  <a:cubicBezTo>
                    <a:pt x="764455" y="305472"/>
                    <a:pt x="766889" y="304660"/>
                    <a:pt x="770134" y="303037"/>
                  </a:cubicBezTo>
                  <a:cubicBezTo>
                    <a:pt x="769323" y="303037"/>
                    <a:pt x="768511" y="303849"/>
                    <a:pt x="768511" y="305472"/>
                  </a:cubicBezTo>
                  <a:close/>
                  <a:moveTo>
                    <a:pt x="771757" y="320898"/>
                  </a:moveTo>
                  <a:cubicBezTo>
                    <a:pt x="770945" y="321710"/>
                    <a:pt x="770945" y="322522"/>
                    <a:pt x="770945" y="321710"/>
                  </a:cubicBezTo>
                  <a:cubicBezTo>
                    <a:pt x="770945" y="320898"/>
                    <a:pt x="771757" y="319274"/>
                    <a:pt x="771757" y="318462"/>
                  </a:cubicBezTo>
                  <a:cubicBezTo>
                    <a:pt x="772568" y="316839"/>
                    <a:pt x="773379" y="316839"/>
                    <a:pt x="773379" y="317650"/>
                  </a:cubicBezTo>
                  <a:cubicBezTo>
                    <a:pt x="772568" y="318462"/>
                    <a:pt x="771757" y="319274"/>
                    <a:pt x="771757" y="320898"/>
                  </a:cubicBezTo>
                  <a:close/>
                  <a:moveTo>
                    <a:pt x="779870" y="302225"/>
                  </a:moveTo>
                  <a:cubicBezTo>
                    <a:pt x="778247" y="303849"/>
                    <a:pt x="776624" y="307096"/>
                    <a:pt x="775813" y="310344"/>
                  </a:cubicBezTo>
                  <a:cubicBezTo>
                    <a:pt x="775002" y="313591"/>
                    <a:pt x="773379" y="316027"/>
                    <a:pt x="773379" y="316027"/>
                  </a:cubicBezTo>
                  <a:cubicBezTo>
                    <a:pt x="771757" y="316027"/>
                    <a:pt x="771757" y="316027"/>
                    <a:pt x="775002" y="308720"/>
                  </a:cubicBezTo>
                  <a:cubicBezTo>
                    <a:pt x="775002" y="307908"/>
                    <a:pt x="775813" y="306284"/>
                    <a:pt x="776624" y="304660"/>
                  </a:cubicBezTo>
                  <a:cubicBezTo>
                    <a:pt x="778247" y="303037"/>
                    <a:pt x="779870" y="302225"/>
                    <a:pt x="779870" y="302225"/>
                  </a:cubicBezTo>
                  <a:cubicBezTo>
                    <a:pt x="780681" y="301413"/>
                    <a:pt x="780681" y="301413"/>
                    <a:pt x="779870" y="302225"/>
                  </a:cubicBezTo>
                  <a:close/>
                  <a:moveTo>
                    <a:pt x="782304" y="295730"/>
                  </a:moveTo>
                  <a:cubicBezTo>
                    <a:pt x="782304" y="297353"/>
                    <a:pt x="781492" y="298977"/>
                    <a:pt x="781492" y="299789"/>
                  </a:cubicBezTo>
                  <a:cubicBezTo>
                    <a:pt x="780681" y="299789"/>
                    <a:pt x="779870" y="300601"/>
                    <a:pt x="779059" y="300601"/>
                  </a:cubicBezTo>
                  <a:cubicBezTo>
                    <a:pt x="778247" y="300601"/>
                    <a:pt x="778247" y="300601"/>
                    <a:pt x="777436" y="301413"/>
                  </a:cubicBezTo>
                  <a:cubicBezTo>
                    <a:pt x="778247" y="299789"/>
                    <a:pt x="779059" y="297353"/>
                    <a:pt x="779870" y="295730"/>
                  </a:cubicBezTo>
                  <a:cubicBezTo>
                    <a:pt x="780681" y="294918"/>
                    <a:pt x="781492" y="294106"/>
                    <a:pt x="783115" y="293294"/>
                  </a:cubicBezTo>
                  <a:cubicBezTo>
                    <a:pt x="783115" y="293294"/>
                    <a:pt x="782304" y="294918"/>
                    <a:pt x="782304" y="295730"/>
                  </a:cubicBezTo>
                  <a:close/>
                  <a:moveTo>
                    <a:pt x="786360" y="290046"/>
                  </a:moveTo>
                  <a:cubicBezTo>
                    <a:pt x="786360" y="290046"/>
                    <a:pt x="785549" y="289235"/>
                    <a:pt x="785549" y="289235"/>
                  </a:cubicBezTo>
                  <a:cubicBezTo>
                    <a:pt x="785549" y="289235"/>
                    <a:pt x="785549" y="288423"/>
                    <a:pt x="786360" y="288423"/>
                  </a:cubicBezTo>
                  <a:cubicBezTo>
                    <a:pt x="786360" y="288423"/>
                    <a:pt x="786360" y="289235"/>
                    <a:pt x="786360" y="290046"/>
                  </a:cubicBezTo>
                  <a:close/>
                  <a:moveTo>
                    <a:pt x="796096" y="264878"/>
                  </a:moveTo>
                  <a:cubicBezTo>
                    <a:pt x="796096" y="264878"/>
                    <a:pt x="796096" y="264066"/>
                    <a:pt x="796096" y="264066"/>
                  </a:cubicBezTo>
                  <a:cubicBezTo>
                    <a:pt x="796096" y="262443"/>
                    <a:pt x="796907" y="261631"/>
                    <a:pt x="796907" y="263255"/>
                  </a:cubicBezTo>
                  <a:cubicBezTo>
                    <a:pt x="796907" y="263255"/>
                    <a:pt x="796907" y="264066"/>
                    <a:pt x="796096" y="264878"/>
                  </a:cubicBezTo>
                  <a:cubicBezTo>
                    <a:pt x="796096" y="264066"/>
                    <a:pt x="796096" y="264878"/>
                    <a:pt x="796096" y="264878"/>
                  </a:cubicBezTo>
                  <a:close/>
                  <a:moveTo>
                    <a:pt x="802587" y="286799"/>
                  </a:moveTo>
                  <a:cubicBezTo>
                    <a:pt x="801775" y="286799"/>
                    <a:pt x="801775" y="285987"/>
                    <a:pt x="802587" y="285175"/>
                  </a:cubicBezTo>
                  <a:cubicBezTo>
                    <a:pt x="802587" y="284363"/>
                    <a:pt x="803398" y="283552"/>
                    <a:pt x="803398" y="283552"/>
                  </a:cubicBezTo>
                  <a:cubicBezTo>
                    <a:pt x="803398" y="283552"/>
                    <a:pt x="803398" y="284363"/>
                    <a:pt x="803398" y="285175"/>
                  </a:cubicBezTo>
                  <a:cubicBezTo>
                    <a:pt x="804209" y="285987"/>
                    <a:pt x="803398" y="286799"/>
                    <a:pt x="802587" y="286799"/>
                  </a:cubicBezTo>
                  <a:close/>
                  <a:moveTo>
                    <a:pt x="804209" y="253512"/>
                  </a:moveTo>
                  <a:cubicBezTo>
                    <a:pt x="804209" y="254324"/>
                    <a:pt x="802587" y="254324"/>
                    <a:pt x="801775" y="254324"/>
                  </a:cubicBezTo>
                  <a:cubicBezTo>
                    <a:pt x="800964" y="254324"/>
                    <a:pt x="800153" y="253512"/>
                    <a:pt x="800153" y="252700"/>
                  </a:cubicBezTo>
                  <a:cubicBezTo>
                    <a:pt x="800153" y="251888"/>
                    <a:pt x="801775" y="251076"/>
                    <a:pt x="802587" y="251888"/>
                  </a:cubicBezTo>
                  <a:cubicBezTo>
                    <a:pt x="803398" y="252700"/>
                    <a:pt x="804209" y="251888"/>
                    <a:pt x="804209" y="249452"/>
                  </a:cubicBezTo>
                  <a:cubicBezTo>
                    <a:pt x="804209" y="247829"/>
                    <a:pt x="804209" y="247017"/>
                    <a:pt x="805021" y="247017"/>
                  </a:cubicBezTo>
                  <a:cubicBezTo>
                    <a:pt x="805832" y="247017"/>
                    <a:pt x="805832" y="248641"/>
                    <a:pt x="805832" y="250264"/>
                  </a:cubicBezTo>
                  <a:cubicBezTo>
                    <a:pt x="804209" y="251888"/>
                    <a:pt x="804209" y="253512"/>
                    <a:pt x="804209" y="253512"/>
                  </a:cubicBezTo>
                  <a:close/>
                  <a:moveTo>
                    <a:pt x="811511" y="236462"/>
                  </a:moveTo>
                  <a:cubicBezTo>
                    <a:pt x="810700" y="236462"/>
                    <a:pt x="809888" y="237274"/>
                    <a:pt x="809077" y="238086"/>
                  </a:cubicBezTo>
                  <a:cubicBezTo>
                    <a:pt x="808266" y="238898"/>
                    <a:pt x="809077" y="238086"/>
                    <a:pt x="809077" y="237274"/>
                  </a:cubicBezTo>
                  <a:cubicBezTo>
                    <a:pt x="809077" y="235651"/>
                    <a:pt x="809888" y="234839"/>
                    <a:pt x="810700" y="234839"/>
                  </a:cubicBezTo>
                  <a:cubicBezTo>
                    <a:pt x="811511" y="234839"/>
                    <a:pt x="812322" y="234027"/>
                    <a:pt x="812322" y="233215"/>
                  </a:cubicBezTo>
                  <a:cubicBezTo>
                    <a:pt x="812322" y="231591"/>
                    <a:pt x="813134" y="231591"/>
                    <a:pt x="813134" y="231591"/>
                  </a:cubicBezTo>
                  <a:cubicBezTo>
                    <a:pt x="815568" y="233215"/>
                    <a:pt x="813134" y="236462"/>
                    <a:pt x="811511" y="236462"/>
                  </a:cubicBezTo>
                  <a:close/>
                  <a:moveTo>
                    <a:pt x="818813" y="223472"/>
                  </a:moveTo>
                  <a:cubicBezTo>
                    <a:pt x="818002" y="225096"/>
                    <a:pt x="817190" y="226720"/>
                    <a:pt x="817190" y="227532"/>
                  </a:cubicBezTo>
                  <a:cubicBezTo>
                    <a:pt x="817190" y="228344"/>
                    <a:pt x="816379" y="229155"/>
                    <a:pt x="815568" y="229155"/>
                  </a:cubicBezTo>
                  <a:cubicBezTo>
                    <a:pt x="814756" y="229155"/>
                    <a:pt x="815568" y="225908"/>
                    <a:pt x="817190" y="222661"/>
                  </a:cubicBezTo>
                  <a:cubicBezTo>
                    <a:pt x="818002" y="221037"/>
                    <a:pt x="818813" y="221037"/>
                    <a:pt x="819624" y="221037"/>
                  </a:cubicBezTo>
                  <a:cubicBezTo>
                    <a:pt x="820435" y="221037"/>
                    <a:pt x="820435" y="221849"/>
                    <a:pt x="818813" y="223472"/>
                  </a:cubicBezTo>
                  <a:close/>
                  <a:moveTo>
                    <a:pt x="822058" y="213730"/>
                  </a:moveTo>
                  <a:cubicBezTo>
                    <a:pt x="820435" y="214542"/>
                    <a:pt x="820435" y="214542"/>
                    <a:pt x="822058" y="213730"/>
                  </a:cubicBezTo>
                  <a:cubicBezTo>
                    <a:pt x="822058" y="212106"/>
                    <a:pt x="822870" y="211294"/>
                    <a:pt x="822870" y="211294"/>
                  </a:cubicBezTo>
                  <a:cubicBezTo>
                    <a:pt x="822870" y="211294"/>
                    <a:pt x="822870" y="212106"/>
                    <a:pt x="822058" y="213730"/>
                  </a:cubicBezTo>
                  <a:close/>
                  <a:moveTo>
                    <a:pt x="826115" y="209670"/>
                  </a:moveTo>
                  <a:cubicBezTo>
                    <a:pt x="823681" y="212106"/>
                    <a:pt x="823681" y="212106"/>
                    <a:pt x="824492" y="209670"/>
                  </a:cubicBezTo>
                  <a:cubicBezTo>
                    <a:pt x="824492" y="208858"/>
                    <a:pt x="825303" y="206423"/>
                    <a:pt x="825303" y="205611"/>
                  </a:cubicBezTo>
                  <a:cubicBezTo>
                    <a:pt x="825303" y="204799"/>
                    <a:pt x="825303" y="204799"/>
                    <a:pt x="826926" y="205611"/>
                  </a:cubicBezTo>
                  <a:cubicBezTo>
                    <a:pt x="827737" y="207235"/>
                    <a:pt x="827737" y="208047"/>
                    <a:pt x="826115" y="209670"/>
                  </a:cubicBezTo>
                  <a:close/>
                  <a:moveTo>
                    <a:pt x="833417" y="191809"/>
                  </a:moveTo>
                  <a:cubicBezTo>
                    <a:pt x="834228" y="190185"/>
                    <a:pt x="835039" y="189373"/>
                    <a:pt x="835039" y="189373"/>
                  </a:cubicBezTo>
                  <a:cubicBezTo>
                    <a:pt x="835039" y="189373"/>
                    <a:pt x="835039" y="190185"/>
                    <a:pt x="834228" y="191809"/>
                  </a:cubicBezTo>
                  <a:cubicBezTo>
                    <a:pt x="833417" y="193433"/>
                    <a:pt x="832605" y="194245"/>
                    <a:pt x="832605" y="194245"/>
                  </a:cubicBezTo>
                  <a:cubicBezTo>
                    <a:pt x="832605" y="195057"/>
                    <a:pt x="833417" y="193433"/>
                    <a:pt x="833417" y="191809"/>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3" name="Freeform 162">
              <a:extLst>
                <a:ext uri="{FF2B5EF4-FFF2-40B4-BE49-F238E27FC236}">
                  <a16:creationId xmlns:a16="http://schemas.microsoft.com/office/drawing/2014/main" id="{A7803818-5C10-345E-A2DC-0DBC3608D48F}"/>
                </a:ext>
              </a:extLst>
            </p:cNvPr>
            <p:cNvSpPr/>
            <p:nvPr/>
          </p:nvSpPr>
          <p:spPr>
            <a:xfrm>
              <a:off x="6031658" y="3260415"/>
              <a:ext cx="403762" cy="576564"/>
            </a:xfrm>
            <a:custGeom>
              <a:avLst/>
              <a:gdLst>
                <a:gd name="connsiteX0" fmla="*/ 241500 w 403762"/>
                <a:gd name="connsiteY0" fmla="*/ 214336 h 576564"/>
                <a:gd name="connsiteX1" fmla="*/ 241500 w 403762"/>
                <a:gd name="connsiteY1" fmla="*/ 214336 h 576564"/>
                <a:gd name="connsiteX2" fmla="*/ 245556 w 403762"/>
                <a:gd name="connsiteY2" fmla="*/ 211901 h 576564"/>
                <a:gd name="connsiteX3" fmla="*/ 248802 w 403762"/>
                <a:gd name="connsiteY3" fmla="*/ 210277 h 576564"/>
                <a:gd name="connsiteX4" fmla="*/ 246368 w 403762"/>
                <a:gd name="connsiteY4" fmla="*/ 208653 h 576564"/>
                <a:gd name="connsiteX5" fmla="*/ 270708 w 403762"/>
                <a:gd name="connsiteY5" fmla="*/ 180238 h 576564"/>
                <a:gd name="connsiteX6" fmla="*/ 271519 w 403762"/>
                <a:gd name="connsiteY6" fmla="*/ 177802 h 576564"/>
                <a:gd name="connsiteX7" fmla="*/ 269896 w 403762"/>
                <a:gd name="connsiteY7" fmla="*/ 176990 h 576564"/>
                <a:gd name="connsiteX8" fmla="*/ 270708 w 403762"/>
                <a:gd name="connsiteY8" fmla="*/ 175366 h 576564"/>
                <a:gd name="connsiteX9" fmla="*/ 277198 w 403762"/>
                <a:gd name="connsiteY9" fmla="*/ 169683 h 576564"/>
                <a:gd name="connsiteX10" fmla="*/ 287745 w 403762"/>
                <a:gd name="connsiteY10" fmla="*/ 159941 h 576564"/>
                <a:gd name="connsiteX11" fmla="*/ 316141 w 403762"/>
                <a:gd name="connsiteY11" fmla="*/ 133960 h 576564"/>
                <a:gd name="connsiteX12" fmla="*/ 321009 w 403762"/>
                <a:gd name="connsiteY12" fmla="*/ 129901 h 576564"/>
                <a:gd name="connsiteX13" fmla="*/ 323443 w 403762"/>
                <a:gd name="connsiteY13" fmla="*/ 128277 h 576564"/>
                <a:gd name="connsiteX14" fmla="*/ 322631 w 403762"/>
                <a:gd name="connsiteY14" fmla="*/ 128277 h 576564"/>
                <a:gd name="connsiteX15" fmla="*/ 322631 w 403762"/>
                <a:gd name="connsiteY15" fmla="*/ 126653 h 576564"/>
                <a:gd name="connsiteX16" fmla="*/ 326688 w 403762"/>
                <a:gd name="connsiteY16" fmla="*/ 125030 h 576564"/>
                <a:gd name="connsiteX17" fmla="*/ 327500 w 403762"/>
                <a:gd name="connsiteY17" fmla="*/ 123406 h 576564"/>
                <a:gd name="connsiteX18" fmla="*/ 329933 w 403762"/>
                <a:gd name="connsiteY18" fmla="*/ 118535 h 576564"/>
                <a:gd name="connsiteX19" fmla="*/ 370499 w 403762"/>
                <a:gd name="connsiteY19" fmla="*/ 73881 h 576564"/>
                <a:gd name="connsiteX20" fmla="*/ 368065 w 403762"/>
                <a:gd name="connsiteY20" fmla="*/ 74693 h 576564"/>
                <a:gd name="connsiteX21" fmla="*/ 364009 w 403762"/>
                <a:gd name="connsiteY21" fmla="*/ 77129 h 576564"/>
                <a:gd name="connsiteX22" fmla="*/ 360763 w 403762"/>
                <a:gd name="connsiteY22" fmla="*/ 80376 h 576564"/>
                <a:gd name="connsiteX23" fmla="*/ 360763 w 403762"/>
                <a:gd name="connsiteY23" fmla="*/ 83624 h 576564"/>
                <a:gd name="connsiteX24" fmla="*/ 358329 w 403762"/>
                <a:gd name="connsiteY24" fmla="*/ 84435 h 576564"/>
                <a:gd name="connsiteX25" fmla="*/ 353461 w 403762"/>
                <a:gd name="connsiteY25" fmla="*/ 86871 h 576564"/>
                <a:gd name="connsiteX26" fmla="*/ 352650 w 403762"/>
                <a:gd name="connsiteY26" fmla="*/ 86059 h 576564"/>
                <a:gd name="connsiteX27" fmla="*/ 351027 w 403762"/>
                <a:gd name="connsiteY27" fmla="*/ 83624 h 576564"/>
                <a:gd name="connsiteX28" fmla="*/ 351027 w 403762"/>
                <a:gd name="connsiteY28" fmla="*/ 81188 h 576564"/>
                <a:gd name="connsiteX29" fmla="*/ 354273 w 403762"/>
                <a:gd name="connsiteY29" fmla="*/ 81188 h 576564"/>
                <a:gd name="connsiteX30" fmla="*/ 356707 w 403762"/>
                <a:gd name="connsiteY30" fmla="*/ 79564 h 576564"/>
                <a:gd name="connsiteX31" fmla="*/ 356707 w 403762"/>
                <a:gd name="connsiteY31" fmla="*/ 78752 h 576564"/>
                <a:gd name="connsiteX32" fmla="*/ 354273 w 403762"/>
                <a:gd name="connsiteY32" fmla="*/ 78752 h 576564"/>
                <a:gd name="connsiteX33" fmla="*/ 364820 w 403762"/>
                <a:gd name="connsiteY33" fmla="*/ 72257 h 576564"/>
                <a:gd name="connsiteX34" fmla="*/ 364820 w 403762"/>
                <a:gd name="connsiteY34" fmla="*/ 71445 h 576564"/>
                <a:gd name="connsiteX35" fmla="*/ 372933 w 403762"/>
                <a:gd name="connsiteY35" fmla="*/ 56832 h 576564"/>
                <a:gd name="connsiteX36" fmla="*/ 379423 w 403762"/>
                <a:gd name="connsiteY36" fmla="*/ 48713 h 576564"/>
                <a:gd name="connsiteX37" fmla="*/ 386726 w 403762"/>
                <a:gd name="connsiteY37" fmla="*/ 44653 h 576564"/>
                <a:gd name="connsiteX38" fmla="*/ 394839 w 403762"/>
                <a:gd name="connsiteY38" fmla="*/ 38158 h 576564"/>
                <a:gd name="connsiteX39" fmla="*/ 397273 w 403762"/>
                <a:gd name="connsiteY39" fmla="*/ 30040 h 576564"/>
                <a:gd name="connsiteX40" fmla="*/ 400518 w 403762"/>
                <a:gd name="connsiteY40" fmla="*/ 21109 h 576564"/>
                <a:gd name="connsiteX41" fmla="*/ 403763 w 403762"/>
                <a:gd name="connsiteY41" fmla="*/ 15426 h 576564"/>
                <a:gd name="connsiteX42" fmla="*/ 398084 w 403762"/>
                <a:gd name="connsiteY42" fmla="*/ 9743 h 576564"/>
                <a:gd name="connsiteX43" fmla="*/ 376179 w 403762"/>
                <a:gd name="connsiteY43" fmla="*/ 0 h 576564"/>
                <a:gd name="connsiteX44" fmla="*/ 334801 w 403762"/>
                <a:gd name="connsiteY44" fmla="*/ 30040 h 576564"/>
                <a:gd name="connsiteX45" fmla="*/ 312896 w 403762"/>
                <a:gd name="connsiteY45" fmla="*/ 54396 h 576564"/>
                <a:gd name="connsiteX46" fmla="*/ 308028 w 403762"/>
                <a:gd name="connsiteY46" fmla="*/ 60891 h 576564"/>
                <a:gd name="connsiteX47" fmla="*/ 283688 w 403762"/>
                <a:gd name="connsiteY47" fmla="*/ 91742 h 576564"/>
                <a:gd name="connsiteX48" fmla="*/ 243123 w 403762"/>
                <a:gd name="connsiteY48" fmla="*/ 146950 h 576564"/>
                <a:gd name="connsiteX49" fmla="*/ 239066 w 403762"/>
                <a:gd name="connsiteY49" fmla="*/ 151822 h 576564"/>
                <a:gd name="connsiteX50" fmla="*/ 235009 w 403762"/>
                <a:gd name="connsiteY50" fmla="*/ 156693 h 576564"/>
                <a:gd name="connsiteX51" fmla="*/ 224462 w 403762"/>
                <a:gd name="connsiteY51" fmla="*/ 171307 h 576564"/>
                <a:gd name="connsiteX52" fmla="*/ 214727 w 403762"/>
                <a:gd name="connsiteY52" fmla="*/ 185109 h 576564"/>
                <a:gd name="connsiteX53" fmla="*/ 192821 w 403762"/>
                <a:gd name="connsiteY53" fmla="*/ 211089 h 576564"/>
                <a:gd name="connsiteX54" fmla="*/ 186331 w 403762"/>
                <a:gd name="connsiteY54" fmla="*/ 215960 h 576564"/>
                <a:gd name="connsiteX55" fmla="*/ 176595 w 403762"/>
                <a:gd name="connsiteY55" fmla="*/ 218396 h 576564"/>
                <a:gd name="connsiteX56" fmla="*/ 164425 w 403762"/>
                <a:gd name="connsiteY56" fmla="*/ 229762 h 576564"/>
                <a:gd name="connsiteX57" fmla="*/ 164425 w 403762"/>
                <a:gd name="connsiteY57" fmla="*/ 230574 h 576564"/>
                <a:gd name="connsiteX58" fmla="*/ 52464 w 403762"/>
                <a:gd name="connsiteY58" fmla="*/ 280911 h 576564"/>
                <a:gd name="connsiteX59" fmla="*/ 33803 w 403762"/>
                <a:gd name="connsiteY59" fmla="*/ 276039 h 576564"/>
                <a:gd name="connsiteX60" fmla="*/ 29747 w 403762"/>
                <a:gd name="connsiteY60" fmla="*/ 249247 h 576564"/>
                <a:gd name="connsiteX61" fmla="*/ 46784 w 403762"/>
                <a:gd name="connsiteY61" fmla="*/ 206218 h 576564"/>
                <a:gd name="connsiteX62" fmla="*/ 106010 w 403762"/>
                <a:gd name="connsiteY62" fmla="*/ 105544 h 576564"/>
                <a:gd name="connsiteX63" fmla="*/ 107633 w 403762"/>
                <a:gd name="connsiteY63" fmla="*/ 103109 h 576564"/>
                <a:gd name="connsiteX64" fmla="*/ 111689 w 403762"/>
                <a:gd name="connsiteY64" fmla="*/ 96614 h 576564"/>
                <a:gd name="connsiteX65" fmla="*/ 122236 w 403762"/>
                <a:gd name="connsiteY65" fmla="*/ 84435 h 576564"/>
                <a:gd name="connsiteX66" fmla="*/ 149010 w 403762"/>
                <a:gd name="connsiteY66" fmla="*/ 60079 h 576564"/>
                <a:gd name="connsiteX67" fmla="*/ 161991 w 403762"/>
                <a:gd name="connsiteY67" fmla="*/ 48713 h 576564"/>
                <a:gd name="connsiteX68" fmla="*/ 172538 w 403762"/>
                <a:gd name="connsiteY68" fmla="*/ 38970 h 576564"/>
                <a:gd name="connsiteX69" fmla="*/ 178217 w 403762"/>
                <a:gd name="connsiteY69" fmla="*/ 27604 h 576564"/>
                <a:gd name="connsiteX70" fmla="*/ 172538 w 403762"/>
                <a:gd name="connsiteY70" fmla="*/ 20297 h 576564"/>
                <a:gd name="connsiteX71" fmla="*/ 149010 w 403762"/>
                <a:gd name="connsiteY71" fmla="*/ 11366 h 576564"/>
                <a:gd name="connsiteX72" fmla="*/ 136841 w 403762"/>
                <a:gd name="connsiteY72" fmla="*/ 13802 h 576564"/>
                <a:gd name="connsiteX73" fmla="*/ 80860 w 403762"/>
                <a:gd name="connsiteY73" fmla="*/ 69822 h 576564"/>
                <a:gd name="connsiteX74" fmla="*/ 71935 w 403762"/>
                <a:gd name="connsiteY74" fmla="*/ 82000 h 576564"/>
                <a:gd name="connsiteX75" fmla="*/ 45973 w 403762"/>
                <a:gd name="connsiteY75" fmla="*/ 120970 h 576564"/>
                <a:gd name="connsiteX76" fmla="*/ 41105 w 403762"/>
                <a:gd name="connsiteY76" fmla="*/ 129089 h 576564"/>
                <a:gd name="connsiteX77" fmla="*/ 39483 w 403762"/>
                <a:gd name="connsiteY77" fmla="*/ 131525 h 576564"/>
                <a:gd name="connsiteX78" fmla="*/ 15954 w 403762"/>
                <a:gd name="connsiteY78" fmla="*/ 179426 h 576564"/>
                <a:gd name="connsiteX79" fmla="*/ 16765 w 403762"/>
                <a:gd name="connsiteY79" fmla="*/ 279287 h 576564"/>
                <a:gd name="connsiteX80" fmla="*/ 55709 w 403762"/>
                <a:gd name="connsiteY80" fmla="*/ 303643 h 576564"/>
                <a:gd name="connsiteX81" fmla="*/ 71935 w 403762"/>
                <a:gd name="connsiteY81" fmla="*/ 301208 h 576564"/>
                <a:gd name="connsiteX82" fmla="*/ 85727 w 403762"/>
                <a:gd name="connsiteY82" fmla="*/ 300396 h 576564"/>
                <a:gd name="connsiteX83" fmla="*/ 98709 w 403762"/>
                <a:gd name="connsiteY83" fmla="*/ 298772 h 576564"/>
                <a:gd name="connsiteX84" fmla="*/ 104388 w 403762"/>
                <a:gd name="connsiteY84" fmla="*/ 296336 h 576564"/>
                <a:gd name="connsiteX85" fmla="*/ 106822 w 403762"/>
                <a:gd name="connsiteY85" fmla="*/ 295524 h 576564"/>
                <a:gd name="connsiteX86" fmla="*/ 106822 w 403762"/>
                <a:gd name="connsiteY86" fmla="*/ 294712 h 576564"/>
                <a:gd name="connsiteX87" fmla="*/ 104388 w 403762"/>
                <a:gd name="connsiteY87" fmla="*/ 293089 h 576564"/>
                <a:gd name="connsiteX88" fmla="*/ 106822 w 403762"/>
                <a:gd name="connsiteY88" fmla="*/ 291465 h 576564"/>
                <a:gd name="connsiteX89" fmla="*/ 109256 w 403762"/>
                <a:gd name="connsiteY89" fmla="*/ 289029 h 576564"/>
                <a:gd name="connsiteX90" fmla="*/ 111689 w 403762"/>
                <a:gd name="connsiteY90" fmla="*/ 287406 h 576564"/>
                <a:gd name="connsiteX91" fmla="*/ 117369 w 403762"/>
                <a:gd name="connsiteY91" fmla="*/ 288217 h 576564"/>
                <a:gd name="connsiteX92" fmla="*/ 136841 w 403762"/>
                <a:gd name="connsiteY92" fmla="*/ 281723 h 576564"/>
                <a:gd name="connsiteX93" fmla="*/ 134406 w 403762"/>
                <a:gd name="connsiteY93" fmla="*/ 280911 h 576564"/>
                <a:gd name="connsiteX94" fmla="*/ 131161 w 403762"/>
                <a:gd name="connsiteY94" fmla="*/ 280099 h 576564"/>
                <a:gd name="connsiteX95" fmla="*/ 132784 w 403762"/>
                <a:gd name="connsiteY95" fmla="*/ 276039 h 576564"/>
                <a:gd name="connsiteX96" fmla="*/ 139274 w 403762"/>
                <a:gd name="connsiteY96" fmla="*/ 277663 h 576564"/>
                <a:gd name="connsiteX97" fmla="*/ 143331 w 403762"/>
                <a:gd name="connsiteY97" fmla="*/ 280911 h 576564"/>
                <a:gd name="connsiteX98" fmla="*/ 153067 w 403762"/>
                <a:gd name="connsiteY98" fmla="*/ 275227 h 576564"/>
                <a:gd name="connsiteX99" fmla="*/ 155501 w 403762"/>
                <a:gd name="connsiteY99" fmla="*/ 273604 h 576564"/>
                <a:gd name="connsiteX100" fmla="*/ 148199 w 403762"/>
                <a:gd name="connsiteY100" fmla="*/ 286594 h 576564"/>
                <a:gd name="connsiteX101" fmla="*/ 126293 w 403762"/>
                <a:gd name="connsiteY101" fmla="*/ 323940 h 576564"/>
                <a:gd name="connsiteX102" fmla="*/ 122236 w 403762"/>
                <a:gd name="connsiteY102" fmla="*/ 330435 h 576564"/>
                <a:gd name="connsiteX103" fmla="*/ 112501 w 403762"/>
                <a:gd name="connsiteY103" fmla="*/ 347485 h 576564"/>
                <a:gd name="connsiteX104" fmla="*/ 108444 w 403762"/>
                <a:gd name="connsiteY104" fmla="*/ 353168 h 576564"/>
                <a:gd name="connsiteX105" fmla="*/ 107633 w 403762"/>
                <a:gd name="connsiteY105" fmla="*/ 356415 h 576564"/>
                <a:gd name="connsiteX106" fmla="*/ 106010 w 403762"/>
                <a:gd name="connsiteY106" fmla="*/ 359663 h 576564"/>
                <a:gd name="connsiteX107" fmla="*/ 104388 w 403762"/>
                <a:gd name="connsiteY107" fmla="*/ 361287 h 576564"/>
                <a:gd name="connsiteX108" fmla="*/ 102765 w 403762"/>
                <a:gd name="connsiteY108" fmla="*/ 365346 h 576564"/>
                <a:gd name="connsiteX109" fmla="*/ 96275 w 403762"/>
                <a:gd name="connsiteY109" fmla="*/ 376712 h 576564"/>
                <a:gd name="connsiteX110" fmla="*/ 90595 w 403762"/>
                <a:gd name="connsiteY110" fmla="*/ 386455 h 576564"/>
                <a:gd name="connsiteX111" fmla="*/ 88973 w 403762"/>
                <a:gd name="connsiteY111" fmla="*/ 388891 h 576564"/>
                <a:gd name="connsiteX112" fmla="*/ 86539 w 403762"/>
                <a:gd name="connsiteY112" fmla="*/ 395386 h 576564"/>
                <a:gd name="connsiteX113" fmla="*/ 69501 w 403762"/>
                <a:gd name="connsiteY113" fmla="*/ 430297 h 576564"/>
                <a:gd name="connsiteX114" fmla="*/ 51652 w 403762"/>
                <a:gd name="connsiteY114" fmla="*/ 473326 h 576564"/>
                <a:gd name="connsiteX115" fmla="*/ 41105 w 403762"/>
                <a:gd name="connsiteY115" fmla="*/ 522039 h 576564"/>
                <a:gd name="connsiteX116" fmla="*/ 75180 w 403762"/>
                <a:gd name="connsiteY116" fmla="*/ 576435 h 576564"/>
                <a:gd name="connsiteX117" fmla="*/ 81671 w 403762"/>
                <a:gd name="connsiteY117" fmla="*/ 573187 h 576564"/>
                <a:gd name="connsiteX118" fmla="*/ 76803 w 403762"/>
                <a:gd name="connsiteY118" fmla="*/ 568316 h 576564"/>
                <a:gd name="connsiteX119" fmla="*/ 75992 w 403762"/>
                <a:gd name="connsiteY119" fmla="*/ 561009 h 576564"/>
                <a:gd name="connsiteX120" fmla="*/ 73558 w 403762"/>
                <a:gd name="connsiteY120" fmla="*/ 552079 h 576564"/>
                <a:gd name="connsiteX121" fmla="*/ 71935 w 403762"/>
                <a:gd name="connsiteY121" fmla="*/ 547207 h 576564"/>
                <a:gd name="connsiteX122" fmla="*/ 71124 w 403762"/>
                <a:gd name="connsiteY122" fmla="*/ 541524 h 576564"/>
                <a:gd name="connsiteX123" fmla="*/ 72746 w 403762"/>
                <a:gd name="connsiteY123" fmla="*/ 529346 h 576564"/>
                <a:gd name="connsiteX124" fmla="*/ 71935 w 403762"/>
                <a:gd name="connsiteY124" fmla="*/ 528534 h 576564"/>
                <a:gd name="connsiteX125" fmla="*/ 74369 w 403762"/>
                <a:gd name="connsiteY125" fmla="*/ 526098 h 576564"/>
                <a:gd name="connsiteX126" fmla="*/ 75180 w 403762"/>
                <a:gd name="connsiteY126" fmla="*/ 516356 h 576564"/>
                <a:gd name="connsiteX127" fmla="*/ 74369 w 403762"/>
                <a:gd name="connsiteY127" fmla="*/ 509861 h 576564"/>
                <a:gd name="connsiteX128" fmla="*/ 77614 w 403762"/>
                <a:gd name="connsiteY128" fmla="*/ 504990 h 576564"/>
                <a:gd name="connsiteX129" fmla="*/ 79237 w 403762"/>
                <a:gd name="connsiteY129" fmla="*/ 502554 h 576564"/>
                <a:gd name="connsiteX130" fmla="*/ 79237 w 403762"/>
                <a:gd name="connsiteY130" fmla="*/ 500930 h 576564"/>
                <a:gd name="connsiteX131" fmla="*/ 81671 w 403762"/>
                <a:gd name="connsiteY131" fmla="*/ 493623 h 576564"/>
                <a:gd name="connsiteX132" fmla="*/ 80048 w 403762"/>
                <a:gd name="connsiteY132" fmla="*/ 489564 h 576564"/>
                <a:gd name="connsiteX133" fmla="*/ 82482 w 403762"/>
                <a:gd name="connsiteY133" fmla="*/ 487128 h 576564"/>
                <a:gd name="connsiteX134" fmla="*/ 85727 w 403762"/>
                <a:gd name="connsiteY134" fmla="*/ 486316 h 576564"/>
                <a:gd name="connsiteX135" fmla="*/ 85727 w 403762"/>
                <a:gd name="connsiteY135" fmla="*/ 484693 h 576564"/>
                <a:gd name="connsiteX136" fmla="*/ 80860 w 403762"/>
                <a:gd name="connsiteY136" fmla="*/ 483069 h 576564"/>
                <a:gd name="connsiteX137" fmla="*/ 81671 w 403762"/>
                <a:gd name="connsiteY137" fmla="*/ 482257 h 576564"/>
                <a:gd name="connsiteX138" fmla="*/ 84105 w 403762"/>
                <a:gd name="connsiteY138" fmla="*/ 481445 h 576564"/>
                <a:gd name="connsiteX139" fmla="*/ 86539 w 403762"/>
                <a:gd name="connsiteY139" fmla="*/ 480633 h 576564"/>
                <a:gd name="connsiteX140" fmla="*/ 93029 w 403762"/>
                <a:gd name="connsiteY140" fmla="*/ 469267 h 576564"/>
                <a:gd name="connsiteX141" fmla="*/ 90595 w 403762"/>
                <a:gd name="connsiteY141" fmla="*/ 467643 h 576564"/>
                <a:gd name="connsiteX142" fmla="*/ 85727 w 403762"/>
                <a:gd name="connsiteY142" fmla="*/ 471702 h 576564"/>
                <a:gd name="connsiteX143" fmla="*/ 84105 w 403762"/>
                <a:gd name="connsiteY143" fmla="*/ 473326 h 576564"/>
                <a:gd name="connsiteX144" fmla="*/ 81671 w 403762"/>
                <a:gd name="connsiteY144" fmla="*/ 473326 h 576564"/>
                <a:gd name="connsiteX145" fmla="*/ 80048 w 403762"/>
                <a:gd name="connsiteY145" fmla="*/ 472514 h 576564"/>
                <a:gd name="connsiteX146" fmla="*/ 77614 w 403762"/>
                <a:gd name="connsiteY146" fmla="*/ 470079 h 576564"/>
                <a:gd name="connsiteX147" fmla="*/ 81671 w 403762"/>
                <a:gd name="connsiteY147" fmla="*/ 461960 h 576564"/>
                <a:gd name="connsiteX148" fmla="*/ 82482 w 403762"/>
                <a:gd name="connsiteY148" fmla="*/ 459524 h 576564"/>
                <a:gd name="connsiteX149" fmla="*/ 81671 w 403762"/>
                <a:gd name="connsiteY149" fmla="*/ 456277 h 576564"/>
                <a:gd name="connsiteX150" fmla="*/ 82482 w 403762"/>
                <a:gd name="connsiteY150" fmla="*/ 453029 h 576564"/>
                <a:gd name="connsiteX151" fmla="*/ 84105 w 403762"/>
                <a:gd name="connsiteY151" fmla="*/ 456277 h 576564"/>
                <a:gd name="connsiteX152" fmla="*/ 82482 w 403762"/>
                <a:gd name="connsiteY152" fmla="*/ 462772 h 576564"/>
                <a:gd name="connsiteX153" fmla="*/ 82482 w 403762"/>
                <a:gd name="connsiteY153" fmla="*/ 470079 h 576564"/>
                <a:gd name="connsiteX154" fmla="*/ 84105 w 403762"/>
                <a:gd name="connsiteY154" fmla="*/ 470891 h 576564"/>
                <a:gd name="connsiteX155" fmla="*/ 87350 w 403762"/>
                <a:gd name="connsiteY155" fmla="*/ 466019 h 576564"/>
                <a:gd name="connsiteX156" fmla="*/ 91407 w 403762"/>
                <a:gd name="connsiteY156" fmla="*/ 461960 h 576564"/>
                <a:gd name="connsiteX157" fmla="*/ 91407 w 403762"/>
                <a:gd name="connsiteY157" fmla="*/ 463584 h 576564"/>
                <a:gd name="connsiteX158" fmla="*/ 89784 w 403762"/>
                <a:gd name="connsiteY158" fmla="*/ 464396 h 576564"/>
                <a:gd name="connsiteX159" fmla="*/ 92218 w 403762"/>
                <a:gd name="connsiteY159" fmla="*/ 466019 h 576564"/>
                <a:gd name="connsiteX160" fmla="*/ 102765 w 403762"/>
                <a:gd name="connsiteY160" fmla="*/ 451405 h 576564"/>
                <a:gd name="connsiteX161" fmla="*/ 104388 w 403762"/>
                <a:gd name="connsiteY161" fmla="*/ 447346 h 576564"/>
                <a:gd name="connsiteX162" fmla="*/ 111689 w 403762"/>
                <a:gd name="connsiteY162" fmla="*/ 430297 h 576564"/>
                <a:gd name="connsiteX163" fmla="*/ 110067 w 403762"/>
                <a:gd name="connsiteY163" fmla="*/ 429485 h 576564"/>
                <a:gd name="connsiteX164" fmla="*/ 105199 w 403762"/>
                <a:gd name="connsiteY164" fmla="*/ 433544 h 576564"/>
                <a:gd name="connsiteX165" fmla="*/ 102765 w 403762"/>
                <a:gd name="connsiteY165" fmla="*/ 431108 h 576564"/>
                <a:gd name="connsiteX166" fmla="*/ 99520 w 403762"/>
                <a:gd name="connsiteY166" fmla="*/ 429485 h 576564"/>
                <a:gd name="connsiteX167" fmla="*/ 99520 w 403762"/>
                <a:gd name="connsiteY167" fmla="*/ 433544 h 576564"/>
                <a:gd name="connsiteX168" fmla="*/ 98709 w 403762"/>
                <a:gd name="connsiteY168" fmla="*/ 435168 h 576564"/>
                <a:gd name="connsiteX169" fmla="*/ 97897 w 403762"/>
                <a:gd name="connsiteY169" fmla="*/ 427049 h 576564"/>
                <a:gd name="connsiteX170" fmla="*/ 99520 w 403762"/>
                <a:gd name="connsiteY170" fmla="*/ 425425 h 576564"/>
                <a:gd name="connsiteX171" fmla="*/ 101142 w 403762"/>
                <a:gd name="connsiteY171" fmla="*/ 422178 h 576564"/>
                <a:gd name="connsiteX172" fmla="*/ 102765 w 403762"/>
                <a:gd name="connsiteY172" fmla="*/ 418118 h 576564"/>
                <a:gd name="connsiteX173" fmla="*/ 105199 w 403762"/>
                <a:gd name="connsiteY173" fmla="*/ 416494 h 576564"/>
                <a:gd name="connsiteX174" fmla="*/ 107633 w 403762"/>
                <a:gd name="connsiteY174" fmla="*/ 418930 h 576564"/>
                <a:gd name="connsiteX175" fmla="*/ 106010 w 403762"/>
                <a:gd name="connsiteY175" fmla="*/ 418930 h 576564"/>
                <a:gd name="connsiteX176" fmla="*/ 104388 w 403762"/>
                <a:gd name="connsiteY176" fmla="*/ 419742 h 576564"/>
                <a:gd name="connsiteX177" fmla="*/ 101954 w 403762"/>
                <a:gd name="connsiteY177" fmla="*/ 424613 h 576564"/>
                <a:gd name="connsiteX178" fmla="*/ 106822 w 403762"/>
                <a:gd name="connsiteY178" fmla="*/ 425425 h 576564"/>
                <a:gd name="connsiteX179" fmla="*/ 109256 w 403762"/>
                <a:gd name="connsiteY179" fmla="*/ 423802 h 576564"/>
                <a:gd name="connsiteX180" fmla="*/ 110878 w 403762"/>
                <a:gd name="connsiteY180" fmla="*/ 422990 h 576564"/>
                <a:gd name="connsiteX181" fmla="*/ 114123 w 403762"/>
                <a:gd name="connsiteY181" fmla="*/ 422178 h 576564"/>
                <a:gd name="connsiteX182" fmla="*/ 115746 w 403762"/>
                <a:gd name="connsiteY182" fmla="*/ 421366 h 576564"/>
                <a:gd name="connsiteX183" fmla="*/ 117369 w 403762"/>
                <a:gd name="connsiteY183" fmla="*/ 418118 h 576564"/>
                <a:gd name="connsiteX184" fmla="*/ 119803 w 403762"/>
                <a:gd name="connsiteY184" fmla="*/ 414059 h 576564"/>
                <a:gd name="connsiteX185" fmla="*/ 114935 w 403762"/>
                <a:gd name="connsiteY185" fmla="*/ 414059 h 576564"/>
                <a:gd name="connsiteX186" fmla="*/ 113312 w 403762"/>
                <a:gd name="connsiteY186" fmla="*/ 413247 h 576564"/>
                <a:gd name="connsiteX187" fmla="*/ 114123 w 403762"/>
                <a:gd name="connsiteY187" fmla="*/ 408376 h 576564"/>
                <a:gd name="connsiteX188" fmla="*/ 115746 w 403762"/>
                <a:gd name="connsiteY188" fmla="*/ 406752 h 576564"/>
                <a:gd name="connsiteX189" fmla="*/ 118180 w 403762"/>
                <a:gd name="connsiteY189" fmla="*/ 399445 h 576564"/>
                <a:gd name="connsiteX190" fmla="*/ 118991 w 403762"/>
                <a:gd name="connsiteY190" fmla="*/ 398633 h 576564"/>
                <a:gd name="connsiteX191" fmla="*/ 122236 w 403762"/>
                <a:gd name="connsiteY191" fmla="*/ 397009 h 576564"/>
                <a:gd name="connsiteX192" fmla="*/ 123048 w 403762"/>
                <a:gd name="connsiteY192" fmla="*/ 392138 h 576564"/>
                <a:gd name="connsiteX193" fmla="*/ 124671 w 403762"/>
                <a:gd name="connsiteY193" fmla="*/ 389703 h 576564"/>
                <a:gd name="connsiteX194" fmla="*/ 125482 w 403762"/>
                <a:gd name="connsiteY194" fmla="*/ 392138 h 576564"/>
                <a:gd name="connsiteX195" fmla="*/ 126293 w 403762"/>
                <a:gd name="connsiteY195" fmla="*/ 396197 h 576564"/>
                <a:gd name="connsiteX196" fmla="*/ 125482 w 403762"/>
                <a:gd name="connsiteY196" fmla="*/ 397009 h 576564"/>
                <a:gd name="connsiteX197" fmla="*/ 123048 w 403762"/>
                <a:gd name="connsiteY197" fmla="*/ 402693 h 576564"/>
                <a:gd name="connsiteX198" fmla="*/ 127105 w 403762"/>
                <a:gd name="connsiteY198" fmla="*/ 400257 h 576564"/>
                <a:gd name="connsiteX199" fmla="*/ 130350 w 403762"/>
                <a:gd name="connsiteY199" fmla="*/ 396197 h 576564"/>
                <a:gd name="connsiteX200" fmla="*/ 136841 w 403762"/>
                <a:gd name="connsiteY200" fmla="*/ 383208 h 576564"/>
                <a:gd name="connsiteX201" fmla="*/ 136029 w 403762"/>
                <a:gd name="connsiteY201" fmla="*/ 383208 h 576564"/>
                <a:gd name="connsiteX202" fmla="*/ 134406 w 403762"/>
                <a:gd name="connsiteY202" fmla="*/ 383208 h 576564"/>
                <a:gd name="connsiteX203" fmla="*/ 137652 w 403762"/>
                <a:gd name="connsiteY203" fmla="*/ 380772 h 576564"/>
                <a:gd name="connsiteX204" fmla="*/ 143331 w 403762"/>
                <a:gd name="connsiteY204" fmla="*/ 373465 h 576564"/>
                <a:gd name="connsiteX205" fmla="*/ 147388 w 403762"/>
                <a:gd name="connsiteY205" fmla="*/ 366970 h 576564"/>
                <a:gd name="connsiteX206" fmla="*/ 147388 w 403762"/>
                <a:gd name="connsiteY206" fmla="*/ 365346 h 576564"/>
                <a:gd name="connsiteX207" fmla="*/ 148199 w 403762"/>
                <a:gd name="connsiteY207" fmla="*/ 364534 h 576564"/>
                <a:gd name="connsiteX208" fmla="*/ 152255 w 403762"/>
                <a:gd name="connsiteY208" fmla="*/ 354792 h 576564"/>
                <a:gd name="connsiteX209" fmla="*/ 156312 w 403762"/>
                <a:gd name="connsiteY209" fmla="*/ 349108 h 576564"/>
                <a:gd name="connsiteX210" fmla="*/ 160368 w 403762"/>
                <a:gd name="connsiteY210" fmla="*/ 342614 h 576564"/>
                <a:gd name="connsiteX211" fmla="*/ 161991 w 403762"/>
                <a:gd name="connsiteY211" fmla="*/ 340178 h 576564"/>
                <a:gd name="connsiteX212" fmla="*/ 162802 w 403762"/>
                <a:gd name="connsiteY212" fmla="*/ 338554 h 576564"/>
                <a:gd name="connsiteX213" fmla="*/ 165237 w 403762"/>
                <a:gd name="connsiteY213" fmla="*/ 333683 h 576564"/>
                <a:gd name="connsiteX214" fmla="*/ 177406 w 403762"/>
                <a:gd name="connsiteY214" fmla="*/ 312574 h 576564"/>
                <a:gd name="connsiteX215" fmla="*/ 181463 w 403762"/>
                <a:gd name="connsiteY215" fmla="*/ 307703 h 576564"/>
                <a:gd name="connsiteX216" fmla="*/ 191198 w 403762"/>
                <a:gd name="connsiteY216" fmla="*/ 290653 h 576564"/>
                <a:gd name="connsiteX217" fmla="*/ 198500 w 403762"/>
                <a:gd name="connsiteY217" fmla="*/ 278475 h 576564"/>
                <a:gd name="connsiteX218" fmla="*/ 215538 w 403762"/>
                <a:gd name="connsiteY218" fmla="*/ 254118 h 576564"/>
                <a:gd name="connsiteX219" fmla="*/ 241500 w 403762"/>
                <a:gd name="connsiteY219" fmla="*/ 214336 h 576564"/>
                <a:gd name="connsiteX220" fmla="*/ 360763 w 403762"/>
                <a:gd name="connsiteY220" fmla="*/ 64138 h 576564"/>
                <a:gd name="connsiteX221" fmla="*/ 362386 w 403762"/>
                <a:gd name="connsiteY221" fmla="*/ 61703 h 576564"/>
                <a:gd name="connsiteX222" fmla="*/ 363197 w 403762"/>
                <a:gd name="connsiteY222" fmla="*/ 64138 h 576564"/>
                <a:gd name="connsiteX223" fmla="*/ 361574 w 403762"/>
                <a:gd name="connsiteY223" fmla="*/ 66574 h 576564"/>
                <a:gd name="connsiteX224" fmla="*/ 360763 w 403762"/>
                <a:gd name="connsiteY224" fmla="*/ 64138 h 576564"/>
                <a:gd name="connsiteX225" fmla="*/ 350216 w 403762"/>
                <a:gd name="connsiteY225" fmla="*/ 92554 h 576564"/>
                <a:gd name="connsiteX226" fmla="*/ 347782 w 403762"/>
                <a:gd name="connsiteY226" fmla="*/ 98238 h 576564"/>
                <a:gd name="connsiteX227" fmla="*/ 346971 w 403762"/>
                <a:gd name="connsiteY227" fmla="*/ 99861 h 576564"/>
                <a:gd name="connsiteX228" fmla="*/ 341292 w 403762"/>
                <a:gd name="connsiteY228" fmla="*/ 103109 h 576564"/>
                <a:gd name="connsiteX229" fmla="*/ 336424 w 403762"/>
                <a:gd name="connsiteY229" fmla="*/ 107168 h 576564"/>
                <a:gd name="connsiteX230" fmla="*/ 339669 w 403762"/>
                <a:gd name="connsiteY230" fmla="*/ 102297 h 576564"/>
                <a:gd name="connsiteX231" fmla="*/ 341292 w 403762"/>
                <a:gd name="connsiteY231" fmla="*/ 96614 h 576564"/>
                <a:gd name="connsiteX232" fmla="*/ 342103 w 403762"/>
                <a:gd name="connsiteY232" fmla="*/ 92554 h 576564"/>
                <a:gd name="connsiteX233" fmla="*/ 343726 w 403762"/>
                <a:gd name="connsiteY233" fmla="*/ 91742 h 576564"/>
                <a:gd name="connsiteX234" fmla="*/ 346160 w 403762"/>
                <a:gd name="connsiteY234" fmla="*/ 90931 h 576564"/>
                <a:gd name="connsiteX235" fmla="*/ 347782 w 403762"/>
                <a:gd name="connsiteY235" fmla="*/ 90119 h 576564"/>
                <a:gd name="connsiteX236" fmla="*/ 347782 w 403762"/>
                <a:gd name="connsiteY236" fmla="*/ 87683 h 576564"/>
                <a:gd name="connsiteX237" fmla="*/ 350216 w 403762"/>
                <a:gd name="connsiteY237" fmla="*/ 92554 h 576564"/>
                <a:gd name="connsiteX238" fmla="*/ 351839 w 403762"/>
                <a:gd name="connsiteY238" fmla="*/ 73069 h 576564"/>
                <a:gd name="connsiteX239" fmla="*/ 351027 w 403762"/>
                <a:gd name="connsiteY239" fmla="*/ 75505 h 576564"/>
                <a:gd name="connsiteX240" fmla="*/ 349405 w 403762"/>
                <a:gd name="connsiteY240" fmla="*/ 73069 h 576564"/>
                <a:gd name="connsiteX241" fmla="*/ 351839 w 403762"/>
                <a:gd name="connsiteY241" fmla="*/ 73069 h 576564"/>
                <a:gd name="connsiteX242" fmla="*/ 348594 w 403762"/>
                <a:gd name="connsiteY242" fmla="*/ 77941 h 576564"/>
                <a:gd name="connsiteX243" fmla="*/ 349405 w 403762"/>
                <a:gd name="connsiteY243" fmla="*/ 79564 h 576564"/>
                <a:gd name="connsiteX244" fmla="*/ 346971 w 403762"/>
                <a:gd name="connsiteY244" fmla="*/ 79564 h 576564"/>
                <a:gd name="connsiteX245" fmla="*/ 348594 w 403762"/>
                <a:gd name="connsiteY245" fmla="*/ 77941 h 576564"/>
                <a:gd name="connsiteX246" fmla="*/ 338858 w 403762"/>
                <a:gd name="connsiteY246" fmla="*/ 87683 h 576564"/>
                <a:gd name="connsiteX247" fmla="*/ 343726 w 403762"/>
                <a:gd name="connsiteY247" fmla="*/ 82812 h 576564"/>
                <a:gd name="connsiteX248" fmla="*/ 346160 w 403762"/>
                <a:gd name="connsiteY248" fmla="*/ 82812 h 576564"/>
                <a:gd name="connsiteX249" fmla="*/ 343726 w 403762"/>
                <a:gd name="connsiteY249" fmla="*/ 85247 h 576564"/>
                <a:gd name="connsiteX250" fmla="*/ 338858 w 403762"/>
                <a:gd name="connsiteY250" fmla="*/ 89307 h 576564"/>
                <a:gd name="connsiteX251" fmla="*/ 338858 w 403762"/>
                <a:gd name="connsiteY251" fmla="*/ 87683 h 576564"/>
                <a:gd name="connsiteX252" fmla="*/ 333990 w 403762"/>
                <a:gd name="connsiteY252" fmla="*/ 92554 h 576564"/>
                <a:gd name="connsiteX253" fmla="*/ 335613 w 403762"/>
                <a:gd name="connsiteY253" fmla="*/ 92554 h 576564"/>
                <a:gd name="connsiteX254" fmla="*/ 333990 w 403762"/>
                <a:gd name="connsiteY254" fmla="*/ 94990 h 576564"/>
                <a:gd name="connsiteX255" fmla="*/ 332367 w 403762"/>
                <a:gd name="connsiteY255" fmla="*/ 94178 h 576564"/>
                <a:gd name="connsiteX256" fmla="*/ 333990 w 403762"/>
                <a:gd name="connsiteY256" fmla="*/ 92554 h 576564"/>
                <a:gd name="connsiteX257" fmla="*/ 332367 w 403762"/>
                <a:gd name="connsiteY257" fmla="*/ 100673 h 576564"/>
                <a:gd name="connsiteX258" fmla="*/ 334801 w 403762"/>
                <a:gd name="connsiteY258" fmla="*/ 100673 h 576564"/>
                <a:gd name="connsiteX259" fmla="*/ 333178 w 403762"/>
                <a:gd name="connsiteY259" fmla="*/ 101485 h 576564"/>
                <a:gd name="connsiteX260" fmla="*/ 332367 w 403762"/>
                <a:gd name="connsiteY260" fmla="*/ 100673 h 576564"/>
                <a:gd name="connsiteX261" fmla="*/ 226896 w 403762"/>
                <a:gd name="connsiteY261" fmla="*/ 193227 h 576564"/>
                <a:gd name="connsiteX262" fmla="*/ 225274 w 403762"/>
                <a:gd name="connsiteY262" fmla="*/ 192416 h 576564"/>
                <a:gd name="connsiteX263" fmla="*/ 226896 w 403762"/>
                <a:gd name="connsiteY263" fmla="*/ 193227 h 576564"/>
                <a:gd name="connsiteX264" fmla="*/ 230953 w 403762"/>
                <a:gd name="connsiteY264" fmla="*/ 187544 h 576564"/>
                <a:gd name="connsiteX265" fmla="*/ 237443 w 403762"/>
                <a:gd name="connsiteY265" fmla="*/ 181861 h 576564"/>
                <a:gd name="connsiteX266" fmla="*/ 230953 w 403762"/>
                <a:gd name="connsiteY266" fmla="*/ 187544 h 576564"/>
                <a:gd name="connsiteX267" fmla="*/ 243934 w 403762"/>
                <a:gd name="connsiteY267" fmla="*/ 198911 h 576564"/>
                <a:gd name="connsiteX268" fmla="*/ 242311 w 403762"/>
                <a:gd name="connsiteY268" fmla="*/ 197287 h 576564"/>
                <a:gd name="connsiteX269" fmla="*/ 243934 w 403762"/>
                <a:gd name="connsiteY269" fmla="*/ 198911 h 576564"/>
                <a:gd name="connsiteX270" fmla="*/ 245556 w 403762"/>
                <a:gd name="connsiteY270" fmla="*/ 176178 h 576564"/>
                <a:gd name="connsiteX271" fmla="*/ 243123 w 403762"/>
                <a:gd name="connsiteY271" fmla="*/ 176178 h 576564"/>
                <a:gd name="connsiteX272" fmla="*/ 245556 w 403762"/>
                <a:gd name="connsiteY272" fmla="*/ 176178 h 576564"/>
                <a:gd name="connsiteX273" fmla="*/ 290990 w 403762"/>
                <a:gd name="connsiteY273" fmla="*/ 150198 h 576564"/>
                <a:gd name="connsiteX274" fmla="*/ 295858 w 403762"/>
                <a:gd name="connsiteY274" fmla="*/ 143703 h 576564"/>
                <a:gd name="connsiteX275" fmla="*/ 300726 w 403762"/>
                <a:gd name="connsiteY275" fmla="*/ 140455 h 576564"/>
                <a:gd name="connsiteX276" fmla="*/ 290990 w 403762"/>
                <a:gd name="connsiteY276" fmla="*/ 150198 h 576564"/>
                <a:gd name="connsiteX277" fmla="*/ 310462 w 403762"/>
                <a:gd name="connsiteY277" fmla="*/ 128277 h 576564"/>
                <a:gd name="connsiteX278" fmla="*/ 308028 w 403762"/>
                <a:gd name="connsiteY278" fmla="*/ 133960 h 576564"/>
                <a:gd name="connsiteX279" fmla="*/ 309651 w 403762"/>
                <a:gd name="connsiteY279" fmla="*/ 134772 h 576564"/>
                <a:gd name="connsiteX280" fmla="*/ 305594 w 403762"/>
                <a:gd name="connsiteY280" fmla="*/ 137208 h 576564"/>
                <a:gd name="connsiteX281" fmla="*/ 302349 w 403762"/>
                <a:gd name="connsiteY281" fmla="*/ 138832 h 576564"/>
                <a:gd name="connsiteX282" fmla="*/ 303160 w 403762"/>
                <a:gd name="connsiteY282" fmla="*/ 136396 h 576564"/>
                <a:gd name="connsiteX283" fmla="*/ 305594 w 403762"/>
                <a:gd name="connsiteY283" fmla="*/ 132336 h 576564"/>
                <a:gd name="connsiteX284" fmla="*/ 308839 w 403762"/>
                <a:gd name="connsiteY284" fmla="*/ 126653 h 576564"/>
                <a:gd name="connsiteX285" fmla="*/ 311273 w 403762"/>
                <a:gd name="connsiteY285" fmla="*/ 125841 h 576564"/>
                <a:gd name="connsiteX286" fmla="*/ 313707 w 403762"/>
                <a:gd name="connsiteY286" fmla="*/ 122594 h 576564"/>
                <a:gd name="connsiteX287" fmla="*/ 310462 w 403762"/>
                <a:gd name="connsiteY287" fmla="*/ 128277 h 576564"/>
                <a:gd name="connsiteX288" fmla="*/ 317764 w 403762"/>
                <a:gd name="connsiteY288" fmla="*/ 124218 h 576564"/>
                <a:gd name="connsiteX289" fmla="*/ 316952 w 403762"/>
                <a:gd name="connsiteY289" fmla="*/ 122594 h 576564"/>
                <a:gd name="connsiteX290" fmla="*/ 318575 w 403762"/>
                <a:gd name="connsiteY290" fmla="*/ 120970 h 576564"/>
                <a:gd name="connsiteX291" fmla="*/ 319386 w 403762"/>
                <a:gd name="connsiteY291" fmla="*/ 122594 h 576564"/>
                <a:gd name="connsiteX292" fmla="*/ 317764 w 403762"/>
                <a:gd name="connsiteY292" fmla="*/ 124218 h 576564"/>
                <a:gd name="connsiteX293" fmla="*/ 328311 w 403762"/>
                <a:gd name="connsiteY293" fmla="*/ 106356 h 576564"/>
                <a:gd name="connsiteX294" fmla="*/ 326688 w 403762"/>
                <a:gd name="connsiteY294" fmla="*/ 110416 h 576564"/>
                <a:gd name="connsiteX295" fmla="*/ 325877 w 403762"/>
                <a:gd name="connsiteY295" fmla="*/ 107980 h 576564"/>
                <a:gd name="connsiteX296" fmla="*/ 328311 w 403762"/>
                <a:gd name="connsiteY296" fmla="*/ 106356 h 576564"/>
                <a:gd name="connsiteX297" fmla="*/ 321820 w 403762"/>
                <a:gd name="connsiteY297" fmla="*/ 64950 h 576564"/>
                <a:gd name="connsiteX298" fmla="*/ 326688 w 403762"/>
                <a:gd name="connsiteY298" fmla="*/ 60079 h 576564"/>
                <a:gd name="connsiteX299" fmla="*/ 325877 w 403762"/>
                <a:gd name="connsiteY299" fmla="*/ 63327 h 576564"/>
                <a:gd name="connsiteX300" fmla="*/ 325877 w 403762"/>
                <a:gd name="connsiteY300" fmla="*/ 66574 h 576564"/>
                <a:gd name="connsiteX301" fmla="*/ 323443 w 403762"/>
                <a:gd name="connsiteY301" fmla="*/ 69010 h 576564"/>
                <a:gd name="connsiteX302" fmla="*/ 321820 w 403762"/>
                <a:gd name="connsiteY302" fmla="*/ 71445 h 576564"/>
                <a:gd name="connsiteX303" fmla="*/ 321009 w 403762"/>
                <a:gd name="connsiteY303" fmla="*/ 73069 h 576564"/>
                <a:gd name="connsiteX304" fmla="*/ 321820 w 403762"/>
                <a:gd name="connsiteY304" fmla="*/ 64950 h 576564"/>
                <a:gd name="connsiteX305" fmla="*/ 318575 w 403762"/>
                <a:gd name="connsiteY305" fmla="*/ 116099 h 576564"/>
                <a:gd name="connsiteX306" fmla="*/ 323443 w 403762"/>
                <a:gd name="connsiteY306" fmla="*/ 114475 h 576564"/>
                <a:gd name="connsiteX307" fmla="*/ 324254 w 403762"/>
                <a:gd name="connsiteY307" fmla="*/ 117723 h 576564"/>
                <a:gd name="connsiteX308" fmla="*/ 321820 w 403762"/>
                <a:gd name="connsiteY308" fmla="*/ 117723 h 576564"/>
                <a:gd name="connsiteX309" fmla="*/ 319386 w 403762"/>
                <a:gd name="connsiteY309" fmla="*/ 117723 h 576564"/>
                <a:gd name="connsiteX310" fmla="*/ 318575 w 403762"/>
                <a:gd name="connsiteY310" fmla="*/ 116099 h 576564"/>
                <a:gd name="connsiteX311" fmla="*/ 302349 w 403762"/>
                <a:gd name="connsiteY311" fmla="*/ 76317 h 576564"/>
                <a:gd name="connsiteX312" fmla="*/ 303971 w 403762"/>
                <a:gd name="connsiteY312" fmla="*/ 74693 h 576564"/>
                <a:gd name="connsiteX313" fmla="*/ 304782 w 403762"/>
                <a:gd name="connsiteY313" fmla="*/ 76317 h 576564"/>
                <a:gd name="connsiteX314" fmla="*/ 303160 w 403762"/>
                <a:gd name="connsiteY314" fmla="*/ 77941 h 576564"/>
                <a:gd name="connsiteX315" fmla="*/ 302349 w 403762"/>
                <a:gd name="connsiteY315" fmla="*/ 76317 h 576564"/>
                <a:gd name="connsiteX316" fmla="*/ 309651 w 403762"/>
                <a:gd name="connsiteY316" fmla="*/ 79564 h 576564"/>
                <a:gd name="connsiteX317" fmla="*/ 314518 w 403762"/>
                <a:gd name="connsiteY317" fmla="*/ 74693 h 576564"/>
                <a:gd name="connsiteX318" fmla="*/ 314518 w 403762"/>
                <a:gd name="connsiteY318" fmla="*/ 79564 h 576564"/>
                <a:gd name="connsiteX319" fmla="*/ 312896 w 403762"/>
                <a:gd name="connsiteY319" fmla="*/ 83624 h 576564"/>
                <a:gd name="connsiteX320" fmla="*/ 310462 w 403762"/>
                <a:gd name="connsiteY320" fmla="*/ 86059 h 576564"/>
                <a:gd name="connsiteX321" fmla="*/ 308028 w 403762"/>
                <a:gd name="connsiteY321" fmla="*/ 90119 h 576564"/>
                <a:gd name="connsiteX322" fmla="*/ 305594 w 403762"/>
                <a:gd name="connsiteY322" fmla="*/ 93366 h 576564"/>
                <a:gd name="connsiteX323" fmla="*/ 303160 w 403762"/>
                <a:gd name="connsiteY323" fmla="*/ 96614 h 576564"/>
                <a:gd name="connsiteX324" fmla="*/ 299915 w 403762"/>
                <a:gd name="connsiteY324" fmla="*/ 100673 h 576564"/>
                <a:gd name="connsiteX325" fmla="*/ 299104 w 403762"/>
                <a:gd name="connsiteY325" fmla="*/ 103109 h 576564"/>
                <a:gd name="connsiteX326" fmla="*/ 293424 w 403762"/>
                <a:gd name="connsiteY326" fmla="*/ 112039 h 576564"/>
                <a:gd name="connsiteX327" fmla="*/ 286122 w 403762"/>
                <a:gd name="connsiteY327" fmla="*/ 120158 h 576564"/>
                <a:gd name="connsiteX328" fmla="*/ 282877 w 403762"/>
                <a:gd name="connsiteY328" fmla="*/ 123406 h 576564"/>
                <a:gd name="connsiteX329" fmla="*/ 281255 w 403762"/>
                <a:gd name="connsiteY329" fmla="*/ 126653 h 576564"/>
                <a:gd name="connsiteX330" fmla="*/ 280443 w 403762"/>
                <a:gd name="connsiteY330" fmla="*/ 127465 h 576564"/>
                <a:gd name="connsiteX331" fmla="*/ 278821 w 403762"/>
                <a:gd name="connsiteY331" fmla="*/ 127465 h 576564"/>
                <a:gd name="connsiteX332" fmla="*/ 276386 w 403762"/>
                <a:gd name="connsiteY332" fmla="*/ 132336 h 576564"/>
                <a:gd name="connsiteX333" fmla="*/ 273952 w 403762"/>
                <a:gd name="connsiteY333" fmla="*/ 138020 h 576564"/>
                <a:gd name="connsiteX334" fmla="*/ 272330 w 403762"/>
                <a:gd name="connsiteY334" fmla="*/ 140455 h 576564"/>
                <a:gd name="connsiteX335" fmla="*/ 262594 w 403762"/>
                <a:gd name="connsiteY335" fmla="*/ 148574 h 576564"/>
                <a:gd name="connsiteX336" fmla="*/ 253670 w 403762"/>
                <a:gd name="connsiteY336" fmla="*/ 156693 h 576564"/>
                <a:gd name="connsiteX337" fmla="*/ 249613 w 403762"/>
                <a:gd name="connsiteY337" fmla="*/ 160752 h 576564"/>
                <a:gd name="connsiteX338" fmla="*/ 245556 w 403762"/>
                <a:gd name="connsiteY338" fmla="*/ 163188 h 576564"/>
                <a:gd name="connsiteX339" fmla="*/ 250425 w 403762"/>
                <a:gd name="connsiteY339" fmla="*/ 156693 h 576564"/>
                <a:gd name="connsiteX340" fmla="*/ 255292 w 403762"/>
                <a:gd name="connsiteY340" fmla="*/ 151010 h 576564"/>
                <a:gd name="connsiteX341" fmla="*/ 272330 w 403762"/>
                <a:gd name="connsiteY341" fmla="*/ 128277 h 576564"/>
                <a:gd name="connsiteX342" fmla="*/ 274764 w 403762"/>
                <a:gd name="connsiteY342" fmla="*/ 124218 h 576564"/>
                <a:gd name="connsiteX343" fmla="*/ 282066 w 403762"/>
                <a:gd name="connsiteY343" fmla="*/ 113663 h 576564"/>
                <a:gd name="connsiteX344" fmla="*/ 288556 w 403762"/>
                <a:gd name="connsiteY344" fmla="*/ 104732 h 576564"/>
                <a:gd name="connsiteX345" fmla="*/ 300726 w 403762"/>
                <a:gd name="connsiteY345" fmla="*/ 90119 h 576564"/>
                <a:gd name="connsiteX346" fmla="*/ 309651 w 403762"/>
                <a:gd name="connsiteY346" fmla="*/ 79564 h 576564"/>
                <a:gd name="connsiteX347" fmla="*/ 295858 w 403762"/>
                <a:gd name="connsiteY347" fmla="*/ 84435 h 576564"/>
                <a:gd name="connsiteX348" fmla="*/ 298292 w 403762"/>
                <a:gd name="connsiteY348" fmla="*/ 83624 h 576564"/>
                <a:gd name="connsiteX349" fmla="*/ 295858 w 403762"/>
                <a:gd name="connsiteY349" fmla="*/ 86059 h 576564"/>
                <a:gd name="connsiteX350" fmla="*/ 295858 w 403762"/>
                <a:gd name="connsiteY350" fmla="*/ 84435 h 576564"/>
                <a:gd name="connsiteX351" fmla="*/ 239066 w 403762"/>
                <a:gd name="connsiteY351" fmla="*/ 159129 h 576564"/>
                <a:gd name="connsiteX352" fmla="*/ 243123 w 403762"/>
                <a:gd name="connsiteY352" fmla="*/ 154257 h 576564"/>
                <a:gd name="connsiteX353" fmla="*/ 252047 w 403762"/>
                <a:gd name="connsiteY353" fmla="*/ 142079 h 576564"/>
                <a:gd name="connsiteX354" fmla="*/ 260160 w 403762"/>
                <a:gd name="connsiteY354" fmla="*/ 132336 h 576564"/>
                <a:gd name="connsiteX355" fmla="*/ 263405 w 403762"/>
                <a:gd name="connsiteY355" fmla="*/ 128277 h 576564"/>
                <a:gd name="connsiteX356" fmla="*/ 277198 w 403762"/>
                <a:gd name="connsiteY356" fmla="*/ 109604 h 576564"/>
                <a:gd name="connsiteX357" fmla="*/ 287745 w 403762"/>
                <a:gd name="connsiteY357" fmla="*/ 95802 h 576564"/>
                <a:gd name="connsiteX358" fmla="*/ 291802 w 403762"/>
                <a:gd name="connsiteY358" fmla="*/ 91742 h 576564"/>
                <a:gd name="connsiteX359" fmla="*/ 289368 w 403762"/>
                <a:gd name="connsiteY359" fmla="*/ 96614 h 576564"/>
                <a:gd name="connsiteX360" fmla="*/ 281255 w 403762"/>
                <a:gd name="connsiteY360" fmla="*/ 106356 h 576564"/>
                <a:gd name="connsiteX361" fmla="*/ 274764 w 403762"/>
                <a:gd name="connsiteY361" fmla="*/ 115287 h 576564"/>
                <a:gd name="connsiteX362" fmla="*/ 270708 w 403762"/>
                <a:gd name="connsiteY362" fmla="*/ 120970 h 576564"/>
                <a:gd name="connsiteX363" fmla="*/ 265839 w 403762"/>
                <a:gd name="connsiteY363" fmla="*/ 128277 h 576564"/>
                <a:gd name="connsiteX364" fmla="*/ 249613 w 403762"/>
                <a:gd name="connsiteY364" fmla="*/ 148574 h 576564"/>
                <a:gd name="connsiteX365" fmla="*/ 244745 w 403762"/>
                <a:gd name="connsiteY365" fmla="*/ 156693 h 576564"/>
                <a:gd name="connsiteX366" fmla="*/ 242311 w 403762"/>
                <a:gd name="connsiteY366" fmla="*/ 159941 h 576564"/>
                <a:gd name="connsiteX367" fmla="*/ 242311 w 403762"/>
                <a:gd name="connsiteY367" fmla="*/ 161564 h 576564"/>
                <a:gd name="connsiteX368" fmla="*/ 243934 w 403762"/>
                <a:gd name="connsiteY368" fmla="*/ 162376 h 576564"/>
                <a:gd name="connsiteX369" fmla="*/ 239066 w 403762"/>
                <a:gd name="connsiteY369" fmla="*/ 159129 h 576564"/>
                <a:gd name="connsiteX370" fmla="*/ 230953 w 403762"/>
                <a:gd name="connsiteY370" fmla="*/ 171307 h 576564"/>
                <a:gd name="connsiteX371" fmla="*/ 238255 w 403762"/>
                <a:gd name="connsiteY371" fmla="*/ 164812 h 576564"/>
                <a:gd name="connsiteX372" fmla="*/ 225274 w 403762"/>
                <a:gd name="connsiteY372" fmla="*/ 180238 h 576564"/>
                <a:gd name="connsiteX373" fmla="*/ 230953 w 403762"/>
                <a:gd name="connsiteY373" fmla="*/ 171307 h 576564"/>
                <a:gd name="connsiteX374" fmla="*/ 56520 w 403762"/>
                <a:gd name="connsiteY374" fmla="*/ 122594 h 576564"/>
                <a:gd name="connsiteX375" fmla="*/ 58954 w 403762"/>
                <a:gd name="connsiteY375" fmla="*/ 120158 h 576564"/>
                <a:gd name="connsiteX376" fmla="*/ 54086 w 403762"/>
                <a:gd name="connsiteY376" fmla="*/ 126653 h 576564"/>
                <a:gd name="connsiteX377" fmla="*/ 56520 w 403762"/>
                <a:gd name="connsiteY377" fmla="*/ 122594 h 576564"/>
                <a:gd name="connsiteX378" fmla="*/ 54897 w 403762"/>
                <a:gd name="connsiteY378" fmla="*/ 142891 h 576564"/>
                <a:gd name="connsiteX379" fmla="*/ 55709 w 403762"/>
                <a:gd name="connsiteY379" fmla="*/ 144515 h 576564"/>
                <a:gd name="connsiteX380" fmla="*/ 54897 w 403762"/>
                <a:gd name="connsiteY380" fmla="*/ 142891 h 576564"/>
                <a:gd name="connsiteX381" fmla="*/ 54086 w 403762"/>
                <a:gd name="connsiteY381" fmla="*/ 146950 h 576564"/>
                <a:gd name="connsiteX382" fmla="*/ 50030 w 403762"/>
                <a:gd name="connsiteY382" fmla="*/ 151822 h 576564"/>
                <a:gd name="connsiteX383" fmla="*/ 54086 w 403762"/>
                <a:gd name="connsiteY383" fmla="*/ 146950 h 576564"/>
                <a:gd name="connsiteX384" fmla="*/ 47596 w 403762"/>
                <a:gd name="connsiteY384" fmla="*/ 135584 h 576564"/>
                <a:gd name="connsiteX385" fmla="*/ 50030 w 403762"/>
                <a:gd name="connsiteY385" fmla="*/ 132336 h 576564"/>
                <a:gd name="connsiteX386" fmla="*/ 45973 w 403762"/>
                <a:gd name="connsiteY386" fmla="*/ 141267 h 576564"/>
                <a:gd name="connsiteX387" fmla="*/ 47596 w 403762"/>
                <a:gd name="connsiteY387" fmla="*/ 135584 h 576564"/>
                <a:gd name="connsiteX388" fmla="*/ 46784 w 403762"/>
                <a:gd name="connsiteY388" fmla="*/ 156693 h 576564"/>
                <a:gd name="connsiteX389" fmla="*/ 45161 w 403762"/>
                <a:gd name="connsiteY389" fmla="*/ 160752 h 576564"/>
                <a:gd name="connsiteX390" fmla="*/ 43539 w 403762"/>
                <a:gd name="connsiteY390" fmla="*/ 159129 h 576564"/>
                <a:gd name="connsiteX391" fmla="*/ 46784 w 403762"/>
                <a:gd name="connsiteY391" fmla="*/ 156693 h 576564"/>
                <a:gd name="connsiteX392" fmla="*/ 42728 w 403762"/>
                <a:gd name="connsiteY392" fmla="*/ 170495 h 576564"/>
                <a:gd name="connsiteX393" fmla="*/ 42728 w 403762"/>
                <a:gd name="connsiteY393" fmla="*/ 170495 h 576564"/>
                <a:gd name="connsiteX394" fmla="*/ 41105 w 403762"/>
                <a:gd name="connsiteY394" fmla="*/ 174554 h 576564"/>
                <a:gd name="connsiteX395" fmla="*/ 38671 w 403762"/>
                <a:gd name="connsiteY395" fmla="*/ 176990 h 576564"/>
                <a:gd name="connsiteX396" fmla="*/ 40294 w 403762"/>
                <a:gd name="connsiteY396" fmla="*/ 171307 h 576564"/>
                <a:gd name="connsiteX397" fmla="*/ 42728 w 403762"/>
                <a:gd name="connsiteY397" fmla="*/ 170495 h 576564"/>
                <a:gd name="connsiteX398" fmla="*/ 41105 w 403762"/>
                <a:gd name="connsiteY398" fmla="*/ 151822 h 576564"/>
                <a:gd name="connsiteX399" fmla="*/ 38671 w 403762"/>
                <a:gd name="connsiteY399" fmla="*/ 155881 h 576564"/>
                <a:gd name="connsiteX400" fmla="*/ 41105 w 403762"/>
                <a:gd name="connsiteY400" fmla="*/ 151822 h 576564"/>
                <a:gd name="connsiteX401" fmla="*/ 9464 w 403762"/>
                <a:gd name="connsiteY401" fmla="*/ 211901 h 576564"/>
                <a:gd name="connsiteX402" fmla="*/ 8652 w 403762"/>
                <a:gd name="connsiteY402" fmla="*/ 212713 h 576564"/>
                <a:gd name="connsiteX403" fmla="*/ 9464 w 403762"/>
                <a:gd name="connsiteY403" fmla="*/ 211901 h 576564"/>
                <a:gd name="connsiteX404" fmla="*/ 13520 w 403762"/>
                <a:gd name="connsiteY404" fmla="*/ 233010 h 576564"/>
                <a:gd name="connsiteX405" fmla="*/ 13520 w 403762"/>
                <a:gd name="connsiteY405" fmla="*/ 231386 h 576564"/>
                <a:gd name="connsiteX406" fmla="*/ 13520 w 403762"/>
                <a:gd name="connsiteY406" fmla="*/ 233010 h 576564"/>
                <a:gd name="connsiteX407" fmla="*/ 24067 w 403762"/>
                <a:gd name="connsiteY407" fmla="*/ 224891 h 576564"/>
                <a:gd name="connsiteX408" fmla="*/ 22445 w 403762"/>
                <a:gd name="connsiteY408" fmla="*/ 226515 h 576564"/>
                <a:gd name="connsiteX409" fmla="*/ 24067 w 403762"/>
                <a:gd name="connsiteY409" fmla="*/ 224891 h 576564"/>
                <a:gd name="connsiteX410" fmla="*/ 19200 w 403762"/>
                <a:gd name="connsiteY410" fmla="*/ 217584 h 576564"/>
                <a:gd name="connsiteX411" fmla="*/ 23256 w 403762"/>
                <a:gd name="connsiteY411" fmla="*/ 211089 h 576564"/>
                <a:gd name="connsiteX412" fmla="*/ 26501 w 403762"/>
                <a:gd name="connsiteY412" fmla="*/ 213524 h 576564"/>
                <a:gd name="connsiteX413" fmla="*/ 19200 w 403762"/>
                <a:gd name="connsiteY413" fmla="*/ 217584 h 576564"/>
                <a:gd name="connsiteX414" fmla="*/ 27313 w 403762"/>
                <a:gd name="connsiteY414" fmla="*/ 175366 h 576564"/>
                <a:gd name="connsiteX415" fmla="*/ 27313 w 403762"/>
                <a:gd name="connsiteY415" fmla="*/ 174554 h 576564"/>
                <a:gd name="connsiteX416" fmla="*/ 27313 w 403762"/>
                <a:gd name="connsiteY416" fmla="*/ 175366 h 576564"/>
                <a:gd name="connsiteX417" fmla="*/ 32181 w 403762"/>
                <a:gd name="connsiteY417" fmla="*/ 188356 h 576564"/>
                <a:gd name="connsiteX418" fmla="*/ 34614 w 403762"/>
                <a:gd name="connsiteY418" fmla="*/ 189168 h 576564"/>
                <a:gd name="connsiteX419" fmla="*/ 30558 w 403762"/>
                <a:gd name="connsiteY419" fmla="*/ 194039 h 576564"/>
                <a:gd name="connsiteX420" fmla="*/ 32181 w 403762"/>
                <a:gd name="connsiteY420" fmla="*/ 188356 h 576564"/>
                <a:gd name="connsiteX421" fmla="*/ 85727 w 403762"/>
                <a:gd name="connsiteY421" fmla="*/ 475762 h 576564"/>
                <a:gd name="connsiteX422" fmla="*/ 87350 w 403762"/>
                <a:gd name="connsiteY422" fmla="*/ 473326 h 576564"/>
                <a:gd name="connsiteX423" fmla="*/ 86539 w 403762"/>
                <a:gd name="connsiteY423" fmla="*/ 477385 h 576564"/>
                <a:gd name="connsiteX424" fmla="*/ 85727 w 403762"/>
                <a:gd name="connsiteY424" fmla="*/ 475762 h 576564"/>
                <a:gd name="connsiteX425" fmla="*/ 154689 w 403762"/>
                <a:gd name="connsiteY425" fmla="*/ 285782 h 576564"/>
                <a:gd name="connsiteX426" fmla="*/ 165237 w 403762"/>
                <a:gd name="connsiteY426" fmla="*/ 271168 h 576564"/>
                <a:gd name="connsiteX427" fmla="*/ 157935 w 403762"/>
                <a:gd name="connsiteY427" fmla="*/ 282534 h 576564"/>
                <a:gd name="connsiteX428" fmla="*/ 154689 w 403762"/>
                <a:gd name="connsiteY428" fmla="*/ 286594 h 576564"/>
                <a:gd name="connsiteX429" fmla="*/ 154689 w 403762"/>
                <a:gd name="connsiteY429" fmla="*/ 285782 h 576564"/>
                <a:gd name="connsiteX430" fmla="*/ 122236 w 403762"/>
                <a:gd name="connsiteY430" fmla="*/ 339366 h 576564"/>
                <a:gd name="connsiteX431" fmla="*/ 128727 w 403762"/>
                <a:gd name="connsiteY431" fmla="*/ 329623 h 576564"/>
                <a:gd name="connsiteX432" fmla="*/ 131161 w 403762"/>
                <a:gd name="connsiteY432" fmla="*/ 330435 h 576564"/>
                <a:gd name="connsiteX433" fmla="*/ 128727 w 403762"/>
                <a:gd name="connsiteY433" fmla="*/ 335306 h 576564"/>
                <a:gd name="connsiteX434" fmla="*/ 126293 w 403762"/>
                <a:gd name="connsiteY434" fmla="*/ 340178 h 576564"/>
                <a:gd name="connsiteX435" fmla="*/ 123859 w 403762"/>
                <a:gd name="connsiteY435" fmla="*/ 341802 h 576564"/>
                <a:gd name="connsiteX436" fmla="*/ 122236 w 403762"/>
                <a:gd name="connsiteY436" fmla="*/ 342614 h 576564"/>
                <a:gd name="connsiteX437" fmla="*/ 121425 w 403762"/>
                <a:gd name="connsiteY437" fmla="*/ 344237 h 576564"/>
                <a:gd name="connsiteX438" fmla="*/ 122236 w 403762"/>
                <a:gd name="connsiteY438" fmla="*/ 339366 h 576564"/>
                <a:gd name="connsiteX439" fmla="*/ 108444 w 403762"/>
                <a:gd name="connsiteY439" fmla="*/ 364534 h 576564"/>
                <a:gd name="connsiteX440" fmla="*/ 113312 w 403762"/>
                <a:gd name="connsiteY440" fmla="*/ 354792 h 576564"/>
                <a:gd name="connsiteX441" fmla="*/ 118180 w 403762"/>
                <a:gd name="connsiteY441" fmla="*/ 346673 h 576564"/>
                <a:gd name="connsiteX442" fmla="*/ 118180 w 403762"/>
                <a:gd name="connsiteY442" fmla="*/ 349920 h 576564"/>
                <a:gd name="connsiteX443" fmla="*/ 116558 w 403762"/>
                <a:gd name="connsiteY443" fmla="*/ 352356 h 576564"/>
                <a:gd name="connsiteX444" fmla="*/ 115746 w 403762"/>
                <a:gd name="connsiteY444" fmla="*/ 353980 h 576564"/>
                <a:gd name="connsiteX445" fmla="*/ 114123 w 403762"/>
                <a:gd name="connsiteY445" fmla="*/ 354792 h 576564"/>
                <a:gd name="connsiteX446" fmla="*/ 99520 w 403762"/>
                <a:gd name="connsiteY446" fmla="*/ 381584 h 576564"/>
                <a:gd name="connsiteX447" fmla="*/ 108444 w 403762"/>
                <a:gd name="connsiteY447" fmla="*/ 364534 h 576564"/>
                <a:gd name="connsiteX448" fmla="*/ 95463 w 403762"/>
                <a:gd name="connsiteY448" fmla="*/ 389703 h 576564"/>
                <a:gd name="connsiteX449" fmla="*/ 99520 w 403762"/>
                <a:gd name="connsiteY449" fmla="*/ 385643 h 576564"/>
                <a:gd name="connsiteX450" fmla="*/ 101954 w 403762"/>
                <a:gd name="connsiteY450" fmla="*/ 384831 h 576564"/>
                <a:gd name="connsiteX451" fmla="*/ 97897 w 403762"/>
                <a:gd name="connsiteY451" fmla="*/ 390514 h 576564"/>
                <a:gd name="connsiteX452" fmla="*/ 95463 w 403762"/>
                <a:gd name="connsiteY452" fmla="*/ 389703 h 576564"/>
                <a:gd name="connsiteX453" fmla="*/ 93029 w 403762"/>
                <a:gd name="connsiteY453" fmla="*/ 397009 h 576564"/>
                <a:gd name="connsiteX454" fmla="*/ 93840 w 403762"/>
                <a:gd name="connsiteY454" fmla="*/ 394574 h 576564"/>
                <a:gd name="connsiteX455" fmla="*/ 94652 w 403762"/>
                <a:gd name="connsiteY455" fmla="*/ 394574 h 576564"/>
                <a:gd name="connsiteX456" fmla="*/ 95463 w 403762"/>
                <a:gd name="connsiteY456" fmla="*/ 397821 h 576564"/>
                <a:gd name="connsiteX457" fmla="*/ 88973 w 403762"/>
                <a:gd name="connsiteY457" fmla="*/ 409188 h 576564"/>
                <a:gd name="connsiteX458" fmla="*/ 84105 w 403762"/>
                <a:gd name="connsiteY458" fmla="*/ 414059 h 576564"/>
                <a:gd name="connsiteX459" fmla="*/ 93029 w 403762"/>
                <a:gd name="connsiteY459" fmla="*/ 397009 h 576564"/>
                <a:gd name="connsiteX460" fmla="*/ 75992 w 403762"/>
                <a:gd name="connsiteY460" fmla="*/ 429485 h 576564"/>
                <a:gd name="connsiteX461" fmla="*/ 78426 w 403762"/>
                <a:gd name="connsiteY461" fmla="*/ 424613 h 576564"/>
                <a:gd name="connsiteX462" fmla="*/ 80860 w 403762"/>
                <a:gd name="connsiteY462" fmla="*/ 419742 h 576564"/>
                <a:gd name="connsiteX463" fmla="*/ 84105 w 403762"/>
                <a:gd name="connsiteY463" fmla="*/ 415683 h 576564"/>
                <a:gd name="connsiteX464" fmla="*/ 84916 w 403762"/>
                <a:gd name="connsiteY464" fmla="*/ 417306 h 576564"/>
                <a:gd name="connsiteX465" fmla="*/ 84105 w 403762"/>
                <a:gd name="connsiteY465" fmla="*/ 419742 h 576564"/>
                <a:gd name="connsiteX466" fmla="*/ 77614 w 403762"/>
                <a:gd name="connsiteY466" fmla="*/ 431920 h 576564"/>
                <a:gd name="connsiteX467" fmla="*/ 75992 w 403762"/>
                <a:gd name="connsiteY467" fmla="*/ 429485 h 576564"/>
                <a:gd name="connsiteX468" fmla="*/ 73558 w 403762"/>
                <a:gd name="connsiteY468" fmla="*/ 439227 h 576564"/>
                <a:gd name="connsiteX469" fmla="*/ 75180 w 403762"/>
                <a:gd name="connsiteY469" fmla="*/ 440039 h 576564"/>
                <a:gd name="connsiteX470" fmla="*/ 73558 w 403762"/>
                <a:gd name="connsiteY470" fmla="*/ 440851 h 576564"/>
                <a:gd name="connsiteX471" fmla="*/ 71935 w 403762"/>
                <a:gd name="connsiteY471" fmla="*/ 439227 h 576564"/>
                <a:gd name="connsiteX472" fmla="*/ 73558 w 403762"/>
                <a:gd name="connsiteY472" fmla="*/ 439227 h 576564"/>
                <a:gd name="connsiteX473" fmla="*/ 67067 w 403762"/>
                <a:gd name="connsiteY473" fmla="*/ 452217 h 576564"/>
                <a:gd name="connsiteX474" fmla="*/ 69501 w 403762"/>
                <a:gd name="connsiteY474" fmla="*/ 448158 h 576564"/>
                <a:gd name="connsiteX475" fmla="*/ 71935 w 403762"/>
                <a:gd name="connsiteY475" fmla="*/ 444099 h 576564"/>
                <a:gd name="connsiteX476" fmla="*/ 74369 w 403762"/>
                <a:gd name="connsiteY476" fmla="*/ 445722 h 576564"/>
                <a:gd name="connsiteX477" fmla="*/ 67067 w 403762"/>
                <a:gd name="connsiteY477" fmla="*/ 453029 h 576564"/>
                <a:gd name="connsiteX478" fmla="*/ 67067 w 403762"/>
                <a:gd name="connsiteY478" fmla="*/ 452217 h 576564"/>
                <a:gd name="connsiteX479" fmla="*/ 54897 w 403762"/>
                <a:gd name="connsiteY479" fmla="*/ 482257 h 576564"/>
                <a:gd name="connsiteX480" fmla="*/ 56520 w 403762"/>
                <a:gd name="connsiteY480" fmla="*/ 483069 h 576564"/>
                <a:gd name="connsiteX481" fmla="*/ 54897 w 403762"/>
                <a:gd name="connsiteY481" fmla="*/ 484693 h 576564"/>
                <a:gd name="connsiteX482" fmla="*/ 53275 w 403762"/>
                <a:gd name="connsiteY482" fmla="*/ 483881 h 576564"/>
                <a:gd name="connsiteX483" fmla="*/ 54897 w 403762"/>
                <a:gd name="connsiteY483" fmla="*/ 482257 h 576564"/>
                <a:gd name="connsiteX484" fmla="*/ 51652 w 403762"/>
                <a:gd name="connsiteY484" fmla="*/ 496871 h 576564"/>
                <a:gd name="connsiteX485" fmla="*/ 50841 w 403762"/>
                <a:gd name="connsiteY485" fmla="*/ 495247 h 576564"/>
                <a:gd name="connsiteX486" fmla="*/ 52464 w 403762"/>
                <a:gd name="connsiteY486" fmla="*/ 493623 h 576564"/>
                <a:gd name="connsiteX487" fmla="*/ 53275 w 403762"/>
                <a:gd name="connsiteY487" fmla="*/ 494435 h 576564"/>
                <a:gd name="connsiteX488" fmla="*/ 51652 w 403762"/>
                <a:gd name="connsiteY488" fmla="*/ 496871 h 576564"/>
                <a:gd name="connsiteX489" fmla="*/ 54086 w 403762"/>
                <a:gd name="connsiteY489" fmla="*/ 525287 h 576564"/>
                <a:gd name="connsiteX490" fmla="*/ 53275 w 403762"/>
                <a:gd name="connsiteY490" fmla="*/ 523663 h 576564"/>
                <a:gd name="connsiteX491" fmla="*/ 54897 w 403762"/>
                <a:gd name="connsiteY491" fmla="*/ 522039 h 576564"/>
                <a:gd name="connsiteX492" fmla="*/ 55709 w 403762"/>
                <a:gd name="connsiteY492" fmla="*/ 523663 h 576564"/>
                <a:gd name="connsiteX493" fmla="*/ 54086 w 403762"/>
                <a:gd name="connsiteY493" fmla="*/ 525287 h 576564"/>
                <a:gd name="connsiteX494" fmla="*/ 54897 w 403762"/>
                <a:gd name="connsiteY494" fmla="*/ 520415 h 576564"/>
                <a:gd name="connsiteX495" fmla="*/ 53275 w 403762"/>
                <a:gd name="connsiteY495" fmla="*/ 518791 h 576564"/>
                <a:gd name="connsiteX496" fmla="*/ 54897 w 403762"/>
                <a:gd name="connsiteY496" fmla="*/ 517979 h 576564"/>
                <a:gd name="connsiteX497" fmla="*/ 56520 w 403762"/>
                <a:gd name="connsiteY497" fmla="*/ 519603 h 576564"/>
                <a:gd name="connsiteX498" fmla="*/ 54897 w 403762"/>
                <a:gd name="connsiteY498" fmla="*/ 520415 h 576564"/>
                <a:gd name="connsiteX499" fmla="*/ 58143 w 403762"/>
                <a:gd name="connsiteY499" fmla="*/ 472514 h 576564"/>
                <a:gd name="connsiteX500" fmla="*/ 60577 w 403762"/>
                <a:gd name="connsiteY500" fmla="*/ 470079 h 576564"/>
                <a:gd name="connsiteX501" fmla="*/ 58143 w 403762"/>
                <a:gd name="connsiteY501" fmla="*/ 477385 h 576564"/>
                <a:gd name="connsiteX502" fmla="*/ 58143 w 403762"/>
                <a:gd name="connsiteY502" fmla="*/ 472514 h 576564"/>
                <a:gd name="connsiteX503" fmla="*/ 64633 w 403762"/>
                <a:gd name="connsiteY503" fmla="*/ 523663 h 576564"/>
                <a:gd name="connsiteX504" fmla="*/ 64633 w 403762"/>
                <a:gd name="connsiteY504" fmla="*/ 519603 h 576564"/>
                <a:gd name="connsiteX505" fmla="*/ 67067 w 403762"/>
                <a:gd name="connsiteY505" fmla="*/ 518791 h 576564"/>
                <a:gd name="connsiteX506" fmla="*/ 64633 w 403762"/>
                <a:gd name="connsiteY506" fmla="*/ 523663 h 576564"/>
                <a:gd name="connsiteX507" fmla="*/ 67879 w 403762"/>
                <a:gd name="connsiteY507" fmla="*/ 511485 h 576564"/>
                <a:gd name="connsiteX508" fmla="*/ 68690 w 403762"/>
                <a:gd name="connsiteY508" fmla="*/ 505801 h 576564"/>
                <a:gd name="connsiteX509" fmla="*/ 70313 w 403762"/>
                <a:gd name="connsiteY509" fmla="*/ 503366 h 576564"/>
                <a:gd name="connsiteX510" fmla="*/ 67879 w 403762"/>
                <a:gd name="connsiteY510" fmla="*/ 511485 h 576564"/>
                <a:gd name="connsiteX511" fmla="*/ 71935 w 403762"/>
                <a:gd name="connsiteY511" fmla="*/ 499306 h 576564"/>
                <a:gd name="connsiteX512" fmla="*/ 71124 w 403762"/>
                <a:gd name="connsiteY512" fmla="*/ 498494 h 576564"/>
                <a:gd name="connsiteX513" fmla="*/ 71935 w 403762"/>
                <a:gd name="connsiteY513" fmla="*/ 496059 h 576564"/>
                <a:gd name="connsiteX514" fmla="*/ 71935 w 403762"/>
                <a:gd name="connsiteY514" fmla="*/ 499306 h 576564"/>
                <a:gd name="connsiteX515" fmla="*/ 71935 w 403762"/>
                <a:gd name="connsiteY515" fmla="*/ 494435 h 576564"/>
                <a:gd name="connsiteX516" fmla="*/ 70313 w 403762"/>
                <a:gd name="connsiteY516" fmla="*/ 492811 h 576564"/>
                <a:gd name="connsiteX517" fmla="*/ 72746 w 403762"/>
                <a:gd name="connsiteY517" fmla="*/ 491188 h 576564"/>
                <a:gd name="connsiteX518" fmla="*/ 74369 w 403762"/>
                <a:gd name="connsiteY518" fmla="*/ 492811 h 576564"/>
                <a:gd name="connsiteX519" fmla="*/ 71935 w 403762"/>
                <a:gd name="connsiteY519" fmla="*/ 494435 h 576564"/>
                <a:gd name="connsiteX520" fmla="*/ 74369 w 403762"/>
                <a:gd name="connsiteY520" fmla="*/ 487940 h 576564"/>
                <a:gd name="connsiteX521" fmla="*/ 71935 w 403762"/>
                <a:gd name="connsiteY521" fmla="*/ 488752 h 576564"/>
                <a:gd name="connsiteX522" fmla="*/ 75992 w 403762"/>
                <a:gd name="connsiteY522" fmla="*/ 485504 h 576564"/>
                <a:gd name="connsiteX523" fmla="*/ 74369 w 403762"/>
                <a:gd name="connsiteY523" fmla="*/ 487940 h 576564"/>
                <a:gd name="connsiteX524" fmla="*/ 75992 w 403762"/>
                <a:gd name="connsiteY524" fmla="*/ 483881 h 576564"/>
                <a:gd name="connsiteX525" fmla="*/ 73558 w 403762"/>
                <a:gd name="connsiteY525" fmla="*/ 482257 h 576564"/>
                <a:gd name="connsiteX526" fmla="*/ 75180 w 403762"/>
                <a:gd name="connsiteY526" fmla="*/ 480633 h 576564"/>
                <a:gd name="connsiteX527" fmla="*/ 77614 w 403762"/>
                <a:gd name="connsiteY527" fmla="*/ 482257 h 576564"/>
                <a:gd name="connsiteX528" fmla="*/ 75992 w 403762"/>
                <a:gd name="connsiteY528" fmla="*/ 483881 h 576564"/>
                <a:gd name="connsiteX529" fmla="*/ 78426 w 403762"/>
                <a:gd name="connsiteY529" fmla="*/ 476574 h 576564"/>
                <a:gd name="connsiteX530" fmla="*/ 75992 w 403762"/>
                <a:gd name="connsiteY530" fmla="*/ 474950 h 576564"/>
                <a:gd name="connsiteX531" fmla="*/ 78426 w 403762"/>
                <a:gd name="connsiteY531" fmla="*/ 474138 h 576564"/>
                <a:gd name="connsiteX532" fmla="*/ 80860 w 403762"/>
                <a:gd name="connsiteY532" fmla="*/ 474950 h 576564"/>
                <a:gd name="connsiteX533" fmla="*/ 78426 w 403762"/>
                <a:gd name="connsiteY533" fmla="*/ 476574 h 576564"/>
                <a:gd name="connsiteX534" fmla="*/ 83293 w 403762"/>
                <a:gd name="connsiteY534" fmla="*/ 468455 h 576564"/>
                <a:gd name="connsiteX535" fmla="*/ 82482 w 403762"/>
                <a:gd name="connsiteY535" fmla="*/ 470079 h 576564"/>
                <a:gd name="connsiteX536" fmla="*/ 75992 w 403762"/>
                <a:gd name="connsiteY536" fmla="*/ 470891 h 576564"/>
                <a:gd name="connsiteX537" fmla="*/ 83293 w 403762"/>
                <a:gd name="connsiteY537" fmla="*/ 468455 h 576564"/>
                <a:gd name="connsiteX538" fmla="*/ 98709 w 403762"/>
                <a:gd name="connsiteY538" fmla="*/ 445722 h 576564"/>
                <a:gd name="connsiteX539" fmla="*/ 102765 w 403762"/>
                <a:gd name="connsiteY539" fmla="*/ 438415 h 576564"/>
                <a:gd name="connsiteX540" fmla="*/ 102765 w 403762"/>
                <a:gd name="connsiteY540" fmla="*/ 440039 h 576564"/>
                <a:gd name="connsiteX541" fmla="*/ 103576 w 403762"/>
                <a:gd name="connsiteY541" fmla="*/ 443287 h 576564"/>
                <a:gd name="connsiteX542" fmla="*/ 99520 w 403762"/>
                <a:gd name="connsiteY542" fmla="*/ 449782 h 576564"/>
                <a:gd name="connsiteX543" fmla="*/ 97086 w 403762"/>
                <a:gd name="connsiteY543" fmla="*/ 454653 h 576564"/>
                <a:gd name="connsiteX544" fmla="*/ 95463 w 403762"/>
                <a:gd name="connsiteY544" fmla="*/ 456277 h 576564"/>
                <a:gd name="connsiteX545" fmla="*/ 94652 w 403762"/>
                <a:gd name="connsiteY545" fmla="*/ 454653 h 576564"/>
                <a:gd name="connsiteX546" fmla="*/ 91407 w 403762"/>
                <a:gd name="connsiteY546" fmla="*/ 452217 h 576564"/>
                <a:gd name="connsiteX547" fmla="*/ 88973 w 403762"/>
                <a:gd name="connsiteY547" fmla="*/ 448158 h 576564"/>
                <a:gd name="connsiteX548" fmla="*/ 91407 w 403762"/>
                <a:gd name="connsiteY548" fmla="*/ 449782 h 576564"/>
                <a:gd name="connsiteX549" fmla="*/ 93840 w 403762"/>
                <a:gd name="connsiteY549" fmla="*/ 448970 h 576564"/>
                <a:gd name="connsiteX550" fmla="*/ 95463 w 403762"/>
                <a:gd name="connsiteY550" fmla="*/ 449782 h 576564"/>
                <a:gd name="connsiteX551" fmla="*/ 98709 w 403762"/>
                <a:gd name="connsiteY551" fmla="*/ 445722 h 576564"/>
                <a:gd name="connsiteX552" fmla="*/ 92218 w 403762"/>
                <a:gd name="connsiteY552" fmla="*/ 439227 h 576564"/>
                <a:gd name="connsiteX553" fmla="*/ 94652 w 403762"/>
                <a:gd name="connsiteY553" fmla="*/ 436791 h 576564"/>
                <a:gd name="connsiteX554" fmla="*/ 95463 w 403762"/>
                <a:gd name="connsiteY554" fmla="*/ 438415 h 576564"/>
                <a:gd name="connsiteX555" fmla="*/ 93840 w 403762"/>
                <a:gd name="connsiteY555" fmla="*/ 438415 h 576564"/>
                <a:gd name="connsiteX556" fmla="*/ 92218 w 403762"/>
                <a:gd name="connsiteY556" fmla="*/ 439227 h 576564"/>
                <a:gd name="connsiteX557" fmla="*/ 92218 w 403762"/>
                <a:gd name="connsiteY557" fmla="*/ 439227 h 576564"/>
                <a:gd name="connsiteX558" fmla="*/ 110878 w 403762"/>
                <a:gd name="connsiteY558" fmla="*/ 406752 h 576564"/>
                <a:gd name="connsiteX559" fmla="*/ 107633 w 403762"/>
                <a:gd name="connsiteY559" fmla="*/ 405940 h 576564"/>
                <a:gd name="connsiteX560" fmla="*/ 108444 w 403762"/>
                <a:gd name="connsiteY560" fmla="*/ 403505 h 576564"/>
                <a:gd name="connsiteX561" fmla="*/ 110878 w 403762"/>
                <a:gd name="connsiteY561" fmla="*/ 401881 h 576564"/>
                <a:gd name="connsiteX562" fmla="*/ 112501 w 403762"/>
                <a:gd name="connsiteY562" fmla="*/ 401881 h 576564"/>
                <a:gd name="connsiteX563" fmla="*/ 110878 w 403762"/>
                <a:gd name="connsiteY563" fmla="*/ 406752 h 576564"/>
                <a:gd name="connsiteX564" fmla="*/ 120614 w 403762"/>
                <a:gd name="connsiteY564" fmla="*/ 390514 h 576564"/>
                <a:gd name="connsiteX565" fmla="*/ 119803 w 403762"/>
                <a:gd name="connsiteY565" fmla="*/ 392950 h 576564"/>
                <a:gd name="connsiteX566" fmla="*/ 115746 w 403762"/>
                <a:gd name="connsiteY566" fmla="*/ 396197 h 576564"/>
                <a:gd name="connsiteX567" fmla="*/ 117369 w 403762"/>
                <a:gd name="connsiteY567" fmla="*/ 388079 h 576564"/>
                <a:gd name="connsiteX568" fmla="*/ 120614 w 403762"/>
                <a:gd name="connsiteY568" fmla="*/ 388079 h 576564"/>
                <a:gd name="connsiteX569" fmla="*/ 120614 w 403762"/>
                <a:gd name="connsiteY569" fmla="*/ 390514 h 576564"/>
                <a:gd name="connsiteX570" fmla="*/ 119803 w 403762"/>
                <a:gd name="connsiteY570" fmla="*/ 385643 h 576564"/>
                <a:gd name="connsiteX571" fmla="*/ 118180 w 403762"/>
                <a:gd name="connsiteY571" fmla="*/ 384019 h 576564"/>
                <a:gd name="connsiteX572" fmla="*/ 119803 w 403762"/>
                <a:gd name="connsiteY572" fmla="*/ 382396 h 576564"/>
                <a:gd name="connsiteX573" fmla="*/ 121425 w 403762"/>
                <a:gd name="connsiteY573" fmla="*/ 384019 h 576564"/>
                <a:gd name="connsiteX574" fmla="*/ 119803 w 403762"/>
                <a:gd name="connsiteY574" fmla="*/ 385643 h 576564"/>
                <a:gd name="connsiteX575" fmla="*/ 125482 w 403762"/>
                <a:gd name="connsiteY575" fmla="*/ 376712 h 576564"/>
                <a:gd name="connsiteX576" fmla="*/ 127916 w 403762"/>
                <a:gd name="connsiteY576" fmla="*/ 372653 h 576564"/>
                <a:gd name="connsiteX577" fmla="*/ 131161 w 403762"/>
                <a:gd name="connsiteY577" fmla="*/ 372653 h 576564"/>
                <a:gd name="connsiteX578" fmla="*/ 125482 w 403762"/>
                <a:gd name="connsiteY578" fmla="*/ 376712 h 576564"/>
                <a:gd name="connsiteX579" fmla="*/ 131161 w 403762"/>
                <a:gd name="connsiteY579" fmla="*/ 362911 h 576564"/>
                <a:gd name="connsiteX580" fmla="*/ 132784 w 403762"/>
                <a:gd name="connsiteY580" fmla="*/ 362099 h 576564"/>
                <a:gd name="connsiteX581" fmla="*/ 133595 w 403762"/>
                <a:gd name="connsiteY581" fmla="*/ 365346 h 576564"/>
                <a:gd name="connsiteX582" fmla="*/ 131161 w 403762"/>
                <a:gd name="connsiteY582" fmla="*/ 366970 h 576564"/>
                <a:gd name="connsiteX583" fmla="*/ 131161 w 403762"/>
                <a:gd name="connsiteY583" fmla="*/ 362911 h 576564"/>
                <a:gd name="connsiteX584" fmla="*/ 134406 w 403762"/>
                <a:gd name="connsiteY584" fmla="*/ 354792 h 576564"/>
                <a:gd name="connsiteX585" fmla="*/ 136029 w 403762"/>
                <a:gd name="connsiteY585" fmla="*/ 353168 h 576564"/>
                <a:gd name="connsiteX586" fmla="*/ 137652 w 403762"/>
                <a:gd name="connsiteY586" fmla="*/ 354792 h 576564"/>
                <a:gd name="connsiteX587" fmla="*/ 136029 w 403762"/>
                <a:gd name="connsiteY587" fmla="*/ 356415 h 576564"/>
                <a:gd name="connsiteX588" fmla="*/ 134406 w 403762"/>
                <a:gd name="connsiteY588" fmla="*/ 354792 h 576564"/>
                <a:gd name="connsiteX589" fmla="*/ 132784 w 403762"/>
                <a:gd name="connsiteY589" fmla="*/ 379148 h 576564"/>
                <a:gd name="connsiteX590" fmla="*/ 132784 w 403762"/>
                <a:gd name="connsiteY590" fmla="*/ 379148 h 576564"/>
                <a:gd name="connsiteX591" fmla="*/ 134406 w 403762"/>
                <a:gd name="connsiteY591" fmla="*/ 375089 h 576564"/>
                <a:gd name="connsiteX592" fmla="*/ 132784 w 403762"/>
                <a:gd name="connsiteY592" fmla="*/ 379148 h 576564"/>
                <a:gd name="connsiteX593" fmla="*/ 143331 w 403762"/>
                <a:gd name="connsiteY593" fmla="*/ 366158 h 576564"/>
                <a:gd name="connsiteX594" fmla="*/ 141708 w 403762"/>
                <a:gd name="connsiteY594" fmla="*/ 364534 h 576564"/>
                <a:gd name="connsiteX595" fmla="*/ 137652 w 403762"/>
                <a:gd name="connsiteY595" fmla="*/ 371029 h 576564"/>
                <a:gd name="connsiteX596" fmla="*/ 139274 w 403762"/>
                <a:gd name="connsiteY596" fmla="*/ 371841 h 576564"/>
                <a:gd name="connsiteX597" fmla="*/ 140085 w 403762"/>
                <a:gd name="connsiteY597" fmla="*/ 373465 h 576564"/>
                <a:gd name="connsiteX598" fmla="*/ 138463 w 403762"/>
                <a:gd name="connsiteY598" fmla="*/ 374277 h 576564"/>
                <a:gd name="connsiteX599" fmla="*/ 136841 w 403762"/>
                <a:gd name="connsiteY599" fmla="*/ 373465 h 576564"/>
                <a:gd name="connsiteX600" fmla="*/ 136841 w 403762"/>
                <a:gd name="connsiteY600" fmla="*/ 367782 h 576564"/>
                <a:gd name="connsiteX601" fmla="*/ 138463 w 403762"/>
                <a:gd name="connsiteY601" fmla="*/ 364534 h 576564"/>
                <a:gd name="connsiteX602" fmla="*/ 140897 w 403762"/>
                <a:gd name="connsiteY602" fmla="*/ 361287 h 576564"/>
                <a:gd name="connsiteX603" fmla="*/ 143331 w 403762"/>
                <a:gd name="connsiteY603" fmla="*/ 360475 h 576564"/>
                <a:gd name="connsiteX604" fmla="*/ 144142 w 403762"/>
                <a:gd name="connsiteY604" fmla="*/ 362911 h 576564"/>
                <a:gd name="connsiteX605" fmla="*/ 143331 w 403762"/>
                <a:gd name="connsiteY605" fmla="*/ 366158 h 576564"/>
                <a:gd name="connsiteX606" fmla="*/ 145765 w 403762"/>
                <a:gd name="connsiteY606" fmla="*/ 357227 h 576564"/>
                <a:gd name="connsiteX607" fmla="*/ 144142 w 403762"/>
                <a:gd name="connsiteY607" fmla="*/ 354792 h 576564"/>
                <a:gd name="connsiteX608" fmla="*/ 147388 w 403762"/>
                <a:gd name="connsiteY608" fmla="*/ 352356 h 576564"/>
                <a:gd name="connsiteX609" fmla="*/ 145765 w 403762"/>
                <a:gd name="connsiteY609" fmla="*/ 357227 h 576564"/>
                <a:gd name="connsiteX610" fmla="*/ 157935 w 403762"/>
                <a:gd name="connsiteY610" fmla="*/ 337742 h 576564"/>
                <a:gd name="connsiteX611" fmla="*/ 156312 w 403762"/>
                <a:gd name="connsiteY611" fmla="*/ 337742 h 576564"/>
                <a:gd name="connsiteX612" fmla="*/ 153878 w 403762"/>
                <a:gd name="connsiteY612" fmla="*/ 340990 h 576564"/>
                <a:gd name="connsiteX613" fmla="*/ 149010 w 403762"/>
                <a:gd name="connsiteY613" fmla="*/ 348297 h 576564"/>
                <a:gd name="connsiteX614" fmla="*/ 147388 w 403762"/>
                <a:gd name="connsiteY614" fmla="*/ 348297 h 576564"/>
                <a:gd name="connsiteX615" fmla="*/ 148199 w 403762"/>
                <a:gd name="connsiteY615" fmla="*/ 341802 h 576564"/>
                <a:gd name="connsiteX616" fmla="*/ 147388 w 403762"/>
                <a:gd name="connsiteY616" fmla="*/ 337742 h 576564"/>
                <a:gd name="connsiteX617" fmla="*/ 149821 w 403762"/>
                <a:gd name="connsiteY617" fmla="*/ 345861 h 576564"/>
                <a:gd name="connsiteX618" fmla="*/ 151444 w 403762"/>
                <a:gd name="connsiteY618" fmla="*/ 340990 h 576564"/>
                <a:gd name="connsiteX619" fmla="*/ 156312 w 403762"/>
                <a:gd name="connsiteY619" fmla="*/ 335306 h 576564"/>
                <a:gd name="connsiteX620" fmla="*/ 157935 w 403762"/>
                <a:gd name="connsiteY620" fmla="*/ 337742 h 576564"/>
                <a:gd name="connsiteX621" fmla="*/ 153878 w 403762"/>
                <a:gd name="connsiteY621" fmla="*/ 330435 h 576564"/>
                <a:gd name="connsiteX622" fmla="*/ 150632 w 403762"/>
                <a:gd name="connsiteY622" fmla="*/ 328811 h 576564"/>
                <a:gd name="connsiteX623" fmla="*/ 153067 w 403762"/>
                <a:gd name="connsiteY623" fmla="*/ 327188 h 576564"/>
                <a:gd name="connsiteX624" fmla="*/ 153878 w 403762"/>
                <a:gd name="connsiteY624" fmla="*/ 330435 h 576564"/>
                <a:gd name="connsiteX625" fmla="*/ 154689 w 403762"/>
                <a:gd name="connsiteY625" fmla="*/ 319881 h 576564"/>
                <a:gd name="connsiteX626" fmla="*/ 155501 w 403762"/>
                <a:gd name="connsiteY626" fmla="*/ 318257 h 576564"/>
                <a:gd name="connsiteX627" fmla="*/ 157123 w 403762"/>
                <a:gd name="connsiteY627" fmla="*/ 319069 h 576564"/>
                <a:gd name="connsiteX628" fmla="*/ 155501 w 403762"/>
                <a:gd name="connsiteY628" fmla="*/ 320693 h 576564"/>
                <a:gd name="connsiteX629" fmla="*/ 154689 w 403762"/>
                <a:gd name="connsiteY629" fmla="*/ 319881 h 576564"/>
                <a:gd name="connsiteX630" fmla="*/ 159557 w 403762"/>
                <a:gd name="connsiteY630" fmla="*/ 330435 h 576564"/>
                <a:gd name="connsiteX631" fmla="*/ 158746 w 403762"/>
                <a:gd name="connsiteY631" fmla="*/ 330435 h 576564"/>
                <a:gd name="connsiteX632" fmla="*/ 161180 w 403762"/>
                <a:gd name="connsiteY632" fmla="*/ 327188 h 576564"/>
                <a:gd name="connsiteX633" fmla="*/ 159557 w 403762"/>
                <a:gd name="connsiteY633" fmla="*/ 330435 h 576564"/>
                <a:gd name="connsiteX634" fmla="*/ 173350 w 403762"/>
                <a:gd name="connsiteY634" fmla="*/ 310950 h 576564"/>
                <a:gd name="connsiteX635" fmla="*/ 168482 w 403762"/>
                <a:gd name="connsiteY635" fmla="*/ 319069 h 576564"/>
                <a:gd name="connsiteX636" fmla="*/ 166048 w 403762"/>
                <a:gd name="connsiteY636" fmla="*/ 321505 h 576564"/>
                <a:gd name="connsiteX637" fmla="*/ 167670 w 403762"/>
                <a:gd name="connsiteY637" fmla="*/ 312574 h 576564"/>
                <a:gd name="connsiteX638" fmla="*/ 172538 w 403762"/>
                <a:gd name="connsiteY638" fmla="*/ 309326 h 576564"/>
                <a:gd name="connsiteX639" fmla="*/ 173350 w 403762"/>
                <a:gd name="connsiteY639" fmla="*/ 310950 h 576564"/>
                <a:gd name="connsiteX640" fmla="*/ 176595 w 403762"/>
                <a:gd name="connsiteY640" fmla="*/ 304455 h 576564"/>
                <a:gd name="connsiteX641" fmla="*/ 170104 w 403762"/>
                <a:gd name="connsiteY641" fmla="*/ 304455 h 576564"/>
                <a:gd name="connsiteX642" fmla="*/ 172538 w 403762"/>
                <a:gd name="connsiteY642" fmla="*/ 304455 h 576564"/>
                <a:gd name="connsiteX643" fmla="*/ 176595 w 403762"/>
                <a:gd name="connsiteY643" fmla="*/ 304455 h 576564"/>
                <a:gd name="connsiteX644" fmla="*/ 185519 w 403762"/>
                <a:gd name="connsiteY644" fmla="*/ 290653 h 576564"/>
                <a:gd name="connsiteX645" fmla="*/ 181463 w 403762"/>
                <a:gd name="connsiteY645" fmla="*/ 294712 h 576564"/>
                <a:gd name="connsiteX646" fmla="*/ 179029 w 403762"/>
                <a:gd name="connsiteY646" fmla="*/ 294712 h 576564"/>
                <a:gd name="connsiteX647" fmla="*/ 182274 w 403762"/>
                <a:gd name="connsiteY647" fmla="*/ 289841 h 576564"/>
                <a:gd name="connsiteX648" fmla="*/ 187142 w 403762"/>
                <a:gd name="connsiteY648" fmla="*/ 283346 h 576564"/>
                <a:gd name="connsiteX649" fmla="*/ 185519 w 403762"/>
                <a:gd name="connsiteY649" fmla="*/ 290653 h 576564"/>
                <a:gd name="connsiteX650" fmla="*/ 179029 w 403762"/>
                <a:gd name="connsiteY650" fmla="*/ 272792 h 576564"/>
                <a:gd name="connsiteX651" fmla="*/ 161991 w 403762"/>
                <a:gd name="connsiteY651" fmla="*/ 302020 h 576564"/>
                <a:gd name="connsiteX652" fmla="*/ 147388 w 403762"/>
                <a:gd name="connsiteY652" fmla="*/ 328000 h 576564"/>
                <a:gd name="connsiteX653" fmla="*/ 144954 w 403762"/>
                <a:gd name="connsiteY653" fmla="*/ 330435 h 576564"/>
                <a:gd name="connsiteX654" fmla="*/ 140897 w 403762"/>
                <a:gd name="connsiteY654" fmla="*/ 335306 h 576564"/>
                <a:gd name="connsiteX655" fmla="*/ 139274 w 403762"/>
                <a:gd name="connsiteY655" fmla="*/ 339366 h 576564"/>
                <a:gd name="connsiteX656" fmla="*/ 137652 w 403762"/>
                <a:gd name="connsiteY656" fmla="*/ 340990 h 576564"/>
                <a:gd name="connsiteX657" fmla="*/ 135218 w 403762"/>
                <a:gd name="connsiteY657" fmla="*/ 345861 h 576564"/>
                <a:gd name="connsiteX658" fmla="*/ 133595 w 403762"/>
                <a:gd name="connsiteY658" fmla="*/ 349108 h 576564"/>
                <a:gd name="connsiteX659" fmla="*/ 131161 w 403762"/>
                <a:gd name="connsiteY659" fmla="*/ 352356 h 576564"/>
                <a:gd name="connsiteX660" fmla="*/ 128727 w 403762"/>
                <a:gd name="connsiteY660" fmla="*/ 357227 h 576564"/>
                <a:gd name="connsiteX661" fmla="*/ 127916 w 403762"/>
                <a:gd name="connsiteY661" fmla="*/ 358851 h 576564"/>
                <a:gd name="connsiteX662" fmla="*/ 126293 w 403762"/>
                <a:gd name="connsiteY662" fmla="*/ 361287 h 576564"/>
                <a:gd name="connsiteX663" fmla="*/ 124671 w 403762"/>
                <a:gd name="connsiteY663" fmla="*/ 363722 h 576564"/>
                <a:gd name="connsiteX664" fmla="*/ 122236 w 403762"/>
                <a:gd name="connsiteY664" fmla="*/ 367782 h 576564"/>
                <a:gd name="connsiteX665" fmla="*/ 120614 w 403762"/>
                <a:gd name="connsiteY665" fmla="*/ 371029 h 576564"/>
                <a:gd name="connsiteX666" fmla="*/ 118180 w 403762"/>
                <a:gd name="connsiteY666" fmla="*/ 374277 h 576564"/>
                <a:gd name="connsiteX667" fmla="*/ 116558 w 403762"/>
                <a:gd name="connsiteY667" fmla="*/ 378336 h 576564"/>
                <a:gd name="connsiteX668" fmla="*/ 114123 w 403762"/>
                <a:gd name="connsiteY668" fmla="*/ 382396 h 576564"/>
                <a:gd name="connsiteX669" fmla="*/ 111689 w 403762"/>
                <a:gd name="connsiteY669" fmla="*/ 384831 h 576564"/>
                <a:gd name="connsiteX670" fmla="*/ 110878 w 403762"/>
                <a:gd name="connsiteY670" fmla="*/ 388079 h 576564"/>
                <a:gd name="connsiteX671" fmla="*/ 109256 w 403762"/>
                <a:gd name="connsiteY671" fmla="*/ 392950 h 576564"/>
                <a:gd name="connsiteX672" fmla="*/ 107633 w 403762"/>
                <a:gd name="connsiteY672" fmla="*/ 397009 h 576564"/>
                <a:gd name="connsiteX673" fmla="*/ 105199 w 403762"/>
                <a:gd name="connsiteY673" fmla="*/ 399445 h 576564"/>
                <a:gd name="connsiteX674" fmla="*/ 103576 w 403762"/>
                <a:gd name="connsiteY674" fmla="*/ 401069 h 576564"/>
                <a:gd name="connsiteX675" fmla="*/ 102765 w 403762"/>
                <a:gd name="connsiteY675" fmla="*/ 405940 h 576564"/>
                <a:gd name="connsiteX676" fmla="*/ 101142 w 403762"/>
                <a:gd name="connsiteY676" fmla="*/ 410000 h 576564"/>
                <a:gd name="connsiteX677" fmla="*/ 95463 w 403762"/>
                <a:gd name="connsiteY677" fmla="*/ 416494 h 576564"/>
                <a:gd name="connsiteX678" fmla="*/ 93029 w 403762"/>
                <a:gd name="connsiteY678" fmla="*/ 418118 h 576564"/>
                <a:gd name="connsiteX679" fmla="*/ 93840 w 403762"/>
                <a:gd name="connsiteY679" fmla="*/ 418930 h 576564"/>
                <a:gd name="connsiteX680" fmla="*/ 95463 w 403762"/>
                <a:gd name="connsiteY680" fmla="*/ 419742 h 576564"/>
                <a:gd name="connsiteX681" fmla="*/ 93029 w 403762"/>
                <a:gd name="connsiteY681" fmla="*/ 422178 h 576564"/>
                <a:gd name="connsiteX682" fmla="*/ 91407 w 403762"/>
                <a:gd name="connsiteY682" fmla="*/ 425425 h 576564"/>
                <a:gd name="connsiteX683" fmla="*/ 88973 w 403762"/>
                <a:gd name="connsiteY683" fmla="*/ 428673 h 576564"/>
                <a:gd name="connsiteX684" fmla="*/ 87350 w 403762"/>
                <a:gd name="connsiteY684" fmla="*/ 432732 h 576564"/>
                <a:gd name="connsiteX685" fmla="*/ 86539 w 403762"/>
                <a:gd name="connsiteY685" fmla="*/ 435980 h 576564"/>
                <a:gd name="connsiteX686" fmla="*/ 82482 w 403762"/>
                <a:gd name="connsiteY686" fmla="*/ 444099 h 576564"/>
                <a:gd name="connsiteX687" fmla="*/ 81671 w 403762"/>
                <a:gd name="connsiteY687" fmla="*/ 448158 h 576564"/>
                <a:gd name="connsiteX688" fmla="*/ 80048 w 403762"/>
                <a:gd name="connsiteY688" fmla="*/ 450594 h 576564"/>
                <a:gd name="connsiteX689" fmla="*/ 78426 w 403762"/>
                <a:gd name="connsiteY689" fmla="*/ 453029 h 576564"/>
                <a:gd name="connsiteX690" fmla="*/ 77614 w 403762"/>
                <a:gd name="connsiteY690" fmla="*/ 457088 h 576564"/>
                <a:gd name="connsiteX691" fmla="*/ 75180 w 403762"/>
                <a:gd name="connsiteY691" fmla="*/ 462772 h 576564"/>
                <a:gd name="connsiteX692" fmla="*/ 72746 w 403762"/>
                <a:gd name="connsiteY692" fmla="*/ 467643 h 576564"/>
                <a:gd name="connsiteX693" fmla="*/ 71935 w 403762"/>
                <a:gd name="connsiteY693" fmla="*/ 469267 h 576564"/>
                <a:gd name="connsiteX694" fmla="*/ 65444 w 403762"/>
                <a:gd name="connsiteY694" fmla="*/ 483069 h 576564"/>
                <a:gd name="connsiteX695" fmla="*/ 63822 w 403762"/>
                <a:gd name="connsiteY695" fmla="*/ 486316 h 576564"/>
                <a:gd name="connsiteX696" fmla="*/ 59766 w 403762"/>
                <a:gd name="connsiteY696" fmla="*/ 499306 h 576564"/>
                <a:gd name="connsiteX697" fmla="*/ 55709 w 403762"/>
                <a:gd name="connsiteY697" fmla="*/ 509049 h 576564"/>
                <a:gd name="connsiteX698" fmla="*/ 57331 w 403762"/>
                <a:gd name="connsiteY698" fmla="*/ 499306 h 576564"/>
                <a:gd name="connsiteX699" fmla="*/ 55709 w 403762"/>
                <a:gd name="connsiteY699" fmla="*/ 497682 h 576564"/>
                <a:gd name="connsiteX700" fmla="*/ 55709 w 403762"/>
                <a:gd name="connsiteY700" fmla="*/ 496871 h 576564"/>
                <a:gd name="connsiteX701" fmla="*/ 56520 w 403762"/>
                <a:gd name="connsiteY701" fmla="*/ 493623 h 576564"/>
                <a:gd name="connsiteX702" fmla="*/ 58954 w 403762"/>
                <a:gd name="connsiteY702" fmla="*/ 487128 h 576564"/>
                <a:gd name="connsiteX703" fmla="*/ 58954 w 403762"/>
                <a:gd name="connsiteY703" fmla="*/ 483881 h 576564"/>
                <a:gd name="connsiteX704" fmla="*/ 58954 w 403762"/>
                <a:gd name="connsiteY704" fmla="*/ 479009 h 576564"/>
                <a:gd name="connsiteX705" fmla="*/ 61388 w 403762"/>
                <a:gd name="connsiteY705" fmla="*/ 475762 h 576564"/>
                <a:gd name="connsiteX706" fmla="*/ 63822 w 403762"/>
                <a:gd name="connsiteY706" fmla="*/ 474138 h 576564"/>
                <a:gd name="connsiteX707" fmla="*/ 63822 w 403762"/>
                <a:gd name="connsiteY707" fmla="*/ 472514 h 576564"/>
                <a:gd name="connsiteX708" fmla="*/ 61388 w 403762"/>
                <a:gd name="connsiteY708" fmla="*/ 472514 h 576564"/>
                <a:gd name="connsiteX709" fmla="*/ 61388 w 403762"/>
                <a:gd name="connsiteY709" fmla="*/ 470891 h 576564"/>
                <a:gd name="connsiteX710" fmla="*/ 63011 w 403762"/>
                <a:gd name="connsiteY710" fmla="*/ 468455 h 576564"/>
                <a:gd name="connsiteX711" fmla="*/ 64633 w 403762"/>
                <a:gd name="connsiteY711" fmla="*/ 466019 h 576564"/>
                <a:gd name="connsiteX712" fmla="*/ 66256 w 403762"/>
                <a:gd name="connsiteY712" fmla="*/ 461148 h 576564"/>
                <a:gd name="connsiteX713" fmla="*/ 69501 w 403762"/>
                <a:gd name="connsiteY713" fmla="*/ 452217 h 576564"/>
                <a:gd name="connsiteX714" fmla="*/ 71935 w 403762"/>
                <a:gd name="connsiteY714" fmla="*/ 444910 h 576564"/>
                <a:gd name="connsiteX715" fmla="*/ 75992 w 403762"/>
                <a:gd name="connsiteY715" fmla="*/ 435980 h 576564"/>
                <a:gd name="connsiteX716" fmla="*/ 79237 w 403762"/>
                <a:gd name="connsiteY716" fmla="*/ 428673 h 576564"/>
                <a:gd name="connsiteX717" fmla="*/ 83293 w 403762"/>
                <a:gd name="connsiteY717" fmla="*/ 419742 h 576564"/>
                <a:gd name="connsiteX718" fmla="*/ 87350 w 403762"/>
                <a:gd name="connsiteY718" fmla="*/ 410000 h 576564"/>
                <a:gd name="connsiteX719" fmla="*/ 93029 w 403762"/>
                <a:gd name="connsiteY719" fmla="*/ 401881 h 576564"/>
                <a:gd name="connsiteX720" fmla="*/ 95463 w 403762"/>
                <a:gd name="connsiteY720" fmla="*/ 397009 h 576564"/>
                <a:gd name="connsiteX721" fmla="*/ 97086 w 403762"/>
                <a:gd name="connsiteY721" fmla="*/ 395386 h 576564"/>
                <a:gd name="connsiteX722" fmla="*/ 99520 w 403762"/>
                <a:gd name="connsiteY722" fmla="*/ 394574 h 576564"/>
                <a:gd name="connsiteX723" fmla="*/ 98709 w 403762"/>
                <a:gd name="connsiteY723" fmla="*/ 392138 h 576564"/>
                <a:gd name="connsiteX724" fmla="*/ 99520 w 403762"/>
                <a:gd name="connsiteY724" fmla="*/ 388891 h 576564"/>
                <a:gd name="connsiteX725" fmla="*/ 101954 w 403762"/>
                <a:gd name="connsiteY725" fmla="*/ 384831 h 576564"/>
                <a:gd name="connsiteX726" fmla="*/ 109256 w 403762"/>
                <a:gd name="connsiteY726" fmla="*/ 372653 h 576564"/>
                <a:gd name="connsiteX727" fmla="*/ 110067 w 403762"/>
                <a:gd name="connsiteY727" fmla="*/ 371029 h 576564"/>
                <a:gd name="connsiteX728" fmla="*/ 110878 w 403762"/>
                <a:gd name="connsiteY728" fmla="*/ 366970 h 576564"/>
                <a:gd name="connsiteX729" fmla="*/ 114123 w 403762"/>
                <a:gd name="connsiteY729" fmla="*/ 362099 h 576564"/>
                <a:gd name="connsiteX730" fmla="*/ 114935 w 403762"/>
                <a:gd name="connsiteY730" fmla="*/ 359663 h 576564"/>
                <a:gd name="connsiteX731" fmla="*/ 115746 w 403762"/>
                <a:gd name="connsiteY731" fmla="*/ 358039 h 576564"/>
                <a:gd name="connsiteX732" fmla="*/ 129538 w 403762"/>
                <a:gd name="connsiteY732" fmla="*/ 335306 h 576564"/>
                <a:gd name="connsiteX733" fmla="*/ 131972 w 403762"/>
                <a:gd name="connsiteY733" fmla="*/ 330435 h 576564"/>
                <a:gd name="connsiteX734" fmla="*/ 139274 w 403762"/>
                <a:gd name="connsiteY734" fmla="*/ 315009 h 576564"/>
                <a:gd name="connsiteX735" fmla="*/ 142519 w 403762"/>
                <a:gd name="connsiteY735" fmla="*/ 307703 h 576564"/>
                <a:gd name="connsiteX736" fmla="*/ 132784 w 403762"/>
                <a:gd name="connsiteY736" fmla="*/ 318257 h 576564"/>
                <a:gd name="connsiteX737" fmla="*/ 131161 w 403762"/>
                <a:gd name="connsiteY737" fmla="*/ 323128 h 576564"/>
                <a:gd name="connsiteX738" fmla="*/ 146576 w 403762"/>
                <a:gd name="connsiteY738" fmla="*/ 289841 h 576564"/>
                <a:gd name="connsiteX739" fmla="*/ 148199 w 403762"/>
                <a:gd name="connsiteY739" fmla="*/ 288217 h 576564"/>
                <a:gd name="connsiteX740" fmla="*/ 145765 w 403762"/>
                <a:gd name="connsiteY740" fmla="*/ 293089 h 576564"/>
                <a:gd name="connsiteX741" fmla="*/ 140897 w 403762"/>
                <a:gd name="connsiteY741" fmla="*/ 304455 h 576564"/>
                <a:gd name="connsiteX742" fmla="*/ 150632 w 403762"/>
                <a:gd name="connsiteY742" fmla="*/ 293901 h 576564"/>
                <a:gd name="connsiteX743" fmla="*/ 156312 w 403762"/>
                <a:gd name="connsiteY743" fmla="*/ 286594 h 576564"/>
                <a:gd name="connsiteX744" fmla="*/ 174972 w 403762"/>
                <a:gd name="connsiteY744" fmla="*/ 257366 h 576564"/>
                <a:gd name="connsiteX745" fmla="*/ 187142 w 403762"/>
                <a:gd name="connsiteY745" fmla="*/ 247623 h 576564"/>
                <a:gd name="connsiteX746" fmla="*/ 183085 w 403762"/>
                <a:gd name="connsiteY746" fmla="*/ 257366 h 576564"/>
                <a:gd name="connsiteX747" fmla="*/ 179029 w 403762"/>
                <a:gd name="connsiteY747" fmla="*/ 272792 h 576564"/>
                <a:gd name="connsiteX748" fmla="*/ 192010 w 403762"/>
                <a:gd name="connsiteY748" fmla="*/ 279287 h 576564"/>
                <a:gd name="connsiteX749" fmla="*/ 192010 w 403762"/>
                <a:gd name="connsiteY749" fmla="*/ 276851 h 576564"/>
                <a:gd name="connsiteX750" fmla="*/ 192010 w 403762"/>
                <a:gd name="connsiteY750" fmla="*/ 279287 h 576564"/>
                <a:gd name="connsiteX751" fmla="*/ 197689 w 403762"/>
                <a:gd name="connsiteY751" fmla="*/ 261426 h 576564"/>
                <a:gd name="connsiteX752" fmla="*/ 196066 w 403762"/>
                <a:gd name="connsiteY752" fmla="*/ 259802 h 576564"/>
                <a:gd name="connsiteX753" fmla="*/ 197689 w 403762"/>
                <a:gd name="connsiteY753" fmla="*/ 261426 h 576564"/>
                <a:gd name="connsiteX754" fmla="*/ 204180 w 403762"/>
                <a:gd name="connsiteY754" fmla="*/ 251683 h 576564"/>
                <a:gd name="connsiteX755" fmla="*/ 204180 w 403762"/>
                <a:gd name="connsiteY755" fmla="*/ 253307 h 576564"/>
                <a:gd name="connsiteX756" fmla="*/ 204180 w 403762"/>
                <a:gd name="connsiteY756" fmla="*/ 251683 h 576564"/>
                <a:gd name="connsiteX757" fmla="*/ 204991 w 403762"/>
                <a:gd name="connsiteY757" fmla="*/ 255742 h 576564"/>
                <a:gd name="connsiteX758" fmla="*/ 206613 w 403762"/>
                <a:gd name="connsiteY758" fmla="*/ 255742 h 576564"/>
                <a:gd name="connsiteX759" fmla="*/ 204991 w 403762"/>
                <a:gd name="connsiteY759" fmla="*/ 255742 h 57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Lst>
              <a:rect l="l" t="t" r="r" b="b"/>
              <a:pathLst>
                <a:path w="403762" h="576564">
                  <a:moveTo>
                    <a:pt x="241500" y="214336"/>
                  </a:moveTo>
                  <a:lnTo>
                    <a:pt x="241500" y="214336"/>
                  </a:lnTo>
                  <a:cubicBezTo>
                    <a:pt x="242311" y="213524"/>
                    <a:pt x="243934" y="211901"/>
                    <a:pt x="245556" y="211901"/>
                  </a:cubicBezTo>
                  <a:cubicBezTo>
                    <a:pt x="246368" y="211089"/>
                    <a:pt x="247179" y="210277"/>
                    <a:pt x="248802" y="210277"/>
                  </a:cubicBezTo>
                  <a:lnTo>
                    <a:pt x="246368" y="208653"/>
                  </a:lnTo>
                  <a:cubicBezTo>
                    <a:pt x="253670" y="198911"/>
                    <a:pt x="263405" y="190792"/>
                    <a:pt x="270708" y="180238"/>
                  </a:cubicBezTo>
                  <a:cubicBezTo>
                    <a:pt x="271519" y="179426"/>
                    <a:pt x="274764" y="174554"/>
                    <a:pt x="271519" y="177802"/>
                  </a:cubicBezTo>
                  <a:cubicBezTo>
                    <a:pt x="270708" y="178614"/>
                    <a:pt x="269896" y="177802"/>
                    <a:pt x="269896" y="176990"/>
                  </a:cubicBezTo>
                  <a:cubicBezTo>
                    <a:pt x="269896" y="176178"/>
                    <a:pt x="270708" y="175366"/>
                    <a:pt x="270708" y="175366"/>
                  </a:cubicBezTo>
                  <a:cubicBezTo>
                    <a:pt x="270708" y="175366"/>
                    <a:pt x="274764" y="172930"/>
                    <a:pt x="277198" y="169683"/>
                  </a:cubicBezTo>
                  <a:cubicBezTo>
                    <a:pt x="279632" y="166435"/>
                    <a:pt x="284499" y="162376"/>
                    <a:pt x="287745" y="159941"/>
                  </a:cubicBezTo>
                  <a:cubicBezTo>
                    <a:pt x="295047" y="154257"/>
                    <a:pt x="311273" y="138020"/>
                    <a:pt x="316141" y="133960"/>
                  </a:cubicBezTo>
                  <a:cubicBezTo>
                    <a:pt x="318575" y="131525"/>
                    <a:pt x="321009" y="129901"/>
                    <a:pt x="321009" y="129901"/>
                  </a:cubicBezTo>
                  <a:cubicBezTo>
                    <a:pt x="321820" y="129901"/>
                    <a:pt x="323443" y="129089"/>
                    <a:pt x="323443" y="128277"/>
                  </a:cubicBezTo>
                  <a:cubicBezTo>
                    <a:pt x="323443" y="126653"/>
                    <a:pt x="323443" y="126653"/>
                    <a:pt x="322631" y="128277"/>
                  </a:cubicBezTo>
                  <a:cubicBezTo>
                    <a:pt x="321009" y="129089"/>
                    <a:pt x="321009" y="129089"/>
                    <a:pt x="322631" y="126653"/>
                  </a:cubicBezTo>
                  <a:cubicBezTo>
                    <a:pt x="324254" y="125030"/>
                    <a:pt x="325877" y="125030"/>
                    <a:pt x="326688" y="125030"/>
                  </a:cubicBezTo>
                  <a:cubicBezTo>
                    <a:pt x="328311" y="125030"/>
                    <a:pt x="328311" y="125030"/>
                    <a:pt x="327500" y="123406"/>
                  </a:cubicBezTo>
                  <a:cubicBezTo>
                    <a:pt x="326688" y="121782"/>
                    <a:pt x="327500" y="120158"/>
                    <a:pt x="329933" y="118535"/>
                  </a:cubicBezTo>
                  <a:cubicBezTo>
                    <a:pt x="335613" y="114475"/>
                    <a:pt x="370499" y="76317"/>
                    <a:pt x="370499" y="73881"/>
                  </a:cubicBezTo>
                  <a:cubicBezTo>
                    <a:pt x="370499" y="72257"/>
                    <a:pt x="369688" y="73069"/>
                    <a:pt x="368065" y="74693"/>
                  </a:cubicBezTo>
                  <a:cubicBezTo>
                    <a:pt x="366443" y="76317"/>
                    <a:pt x="364820" y="77129"/>
                    <a:pt x="364009" y="77129"/>
                  </a:cubicBezTo>
                  <a:cubicBezTo>
                    <a:pt x="363197" y="77129"/>
                    <a:pt x="361574" y="78752"/>
                    <a:pt x="360763" y="80376"/>
                  </a:cubicBezTo>
                  <a:cubicBezTo>
                    <a:pt x="359141" y="82812"/>
                    <a:pt x="359952" y="82812"/>
                    <a:pt x="360763" y="83624"/>
                  </a:cubicBezTo>
                  <a:cubicBezTo>
                    <a:pt x="361574" y="83624"/>
                    <a:pt x="360763" y="84435"/>
                    <a:pt x="358329" y="84435"/>
                  </a:cubicBezTo>
                  <a:cubicBezTo>
                    <a:pt x="355896" y="84435"/>
                    <a:pt x="354273" y="86059"/>
                    <a:pt x="353461" y="86871"/>
                  </a:cubicBezTo>
                  <a:cubicBezTo>
                    <a:pt x="353461" y="88495"/>
                    <a:pt x="352650" y="87683"/>
                    <a:pt x="352650" y="86059"/>
                  </a:cubicBezTo>
                  <a:cubicBezTo>
                    <a:pt x="352650" y="85247"/>
                    <a:pt x="351839" y="83624"/>
                    <a:pt x="351027" y="83624"/>
                  </a:cubicBezTo>
                  <a:cubicBezTo>
                    <a:pt x="349405" y="82812"/>
                    <a:pt x="349405" y="82000"/>
                    <a:pt x="351027" y="81188"/>
                  </a:cubicBezTo>
                  <a:cubicBezTo>
                    <a:pt x="352650" y="80376"/>
                    <a:pt x="353461" y="80376"/>
                    <a:pt x="354273" y="81188"/>
                  </a:cubicBezTo>
                  <a:cubicBezTo>
                    <a:pt x="354273" y="82000"/>
                    <a:pt x="355896" y="81188"/>
                    <a:pt x="356707" y="79564"/>
                  </a:cubicBezTo>
                  <a:cubicBezTo>
                    <a:pt x="357518" y="77129"/>
                    <a:pt x="358329" y="77941"/>
                    <a:pt x="356707" y="78752"/>
                  </a:cubicBezTo>
                  <a:cubicBezTo>
                    <a:pt x="355896" y="78752"/>
                    <a:pt x="354273" y="79564"/>
                    <a:pt x="354273" y="78752"/>
                  </a:cubicBezTo>
                  <a:cubicBezTo>
                    <a:pt x="354273" y="77129"/>
                    <a:pt x="362386" y="71445"/>
                    <a:pt x="364820" y="72257"/>
                  </a:cubicBezTo>
                  <a:cubicBezTo>
                    <a:pt x="365631" y="72257"/>
                    <a:pt x="365631" y="72257"/>
                    <a:pt x="364820" y="71445"/>
                  </a:cubicBezTo>
                  <a:cubicBezTo>
                    <a:pt x="363197" y="69822"/>
                    <a:pt x="367254" y="61703"/>
                    <a:pt x="372933" y="56832"/>
                  </a:cubicBezTo>
                  <a:cubicBezTo>
                    <a:pt x="375367" y="54396"/>
                    <a:pt x="377801" y="50337"/>
                    <a:pt x="379423" y="48713"/>
                  </a:cubicBezTo>
                  <a:cubicBezTo>
                    <a:pt x="381046" y="46277"/>
                    <a:pt x="381857" y="45465"/>
                    <a:pt x="386726" y="44653"/>
                  </a:cubicBezTo>
                  <a:cubicBezTo>
                    <a:pt x="391593" y="43841"/>
                    <a:pt x="392405" y="43841"/>
                    <a:pt x="394839" y="38158"/>
                  </a:cubicBezTo>
                  <a:cubicBezTo>
                    <a:pt x="396461" y="34911"/>
                    <a:pt x="397273" y="30851"/>
                    <a:pt x="397273" y="30040"/>
                  </a:cubicBezTo>
                  <a:cubicBezTo>
                    <a:pt x="397273" y="29228"/>
                    <a:pt x="398895" y="24356"/>
                    <a:pt x="400518" y="21109"/>
                  </a:cubicBezTo>
                  <a:lnTo>
                    <a:pt x="403763" y="15426"/>
                  </a:lnTo>
                  <a:lnTo>
                    <a:pt x="398084" y="9743"/>
                  </a:lnTo>
                  <a:cubicBezTo>
                    <a:pt x="390782" y="2436"/>
                    <a:pt x="384292" y="0"/>
                    <a:pt x="376179" y="0"/>
                  </a:cubicBezTo>
                  <a:cubicBezTo>
                    <a:pt x="364009" y="0"/>
                    <a:pt x="358329" y="4871"/>
                    <a:pt x="334801" y="30040"/>
                  </a:cubicBezTo>
                  <a:cubicBezTo>
                    <a:pt x="322631" y="43030"/>
                    <a:pt x="312896" y="54396"/>
                    <a:pt x="312896" y="54396"/>
                  </a:cubicBezTo>
                  <a:cubicBezTo>
                    <a:pt x="312896" y="55208"/>
                    <a:pt x="310462" y="58455"/>
                    <a:pt x="308028" y="60891"/>
                  </a:cubicBezTo>
                  <a:cubicBezTo>
                    <a:pt x="299915" y="69010"/>
                    <a:pt x="294235" y="77129"/>
                    <a:pt x="283688" y="91742"/>
                  </a:cubicBezTo>
                  <a:cubicBezTo>
                    <a:pt x="276386" y="101485"/>
                    <a:pt x="243123" y="143703"/>
                    <a:pt x="243123" y="146950"/>
                  </a:cubicBezTo>
                  <a:cubicBezTo>
                    <a:pt x="243123" y="147762"/>
                    <a:pt x="241500" y="150198"/>
                    <a:pt x="239066" y="151822"/>
                  </a:cubicBezTo>
                  <a:cubicBezTo>
                    <a:pt x="236632" y="154257"/>
                    <a:pt x="235009" y="155881"/>
                    <a:pt x="235009" y="156693"/>
                  </a:cubicBezTo>
                  <a:cubicBezTo>
                    <a:pt x="234198" y="160752"/>
                    <a:pt x="225274" y="166435"/>
                    <a:pt x="224462" y="171307"/>
                  </a:cubicBezTo>
                  <a:cubicBezTo>
                    <a:pt x="223651" y="175366"/>
                    <a:pt x="216349" y="181049"/>
                    <a:pt x="214727" y="185109"/>
                  </a:cubicBezTo>
                  <a:cubicBezTo>
                    <a:pt x="210670" y="196475"/>
                    <a:pt x="198500" y="201346"/>
                    <a:pt x="192821" y="211089"/>
                  </a:cubicBezTo>
                  <a:cubicBezTo>
                    <a:pt x="191198" y="211901"/>
                    <a:pt x="188764" y="213524"/>
                    <a:pt x="186331" y="215960"/>
                  </a:cubicBezTo>
                  <a:cubicBezTo>
                    <a:pt x="183085" y="215960"/>
                    <a:pt x="179029" y="214336"/>
                    <a:pt x="176595" y="218396"/>
                  </a:cubicBezTo>
                  <a:cubicBezTo>
                    <a:pt x="174161" y="222455"/>
                    <a:pt x="169293" y="225703"/>
                    <a:pt x="164425" y="229762"/>
                  </a:cubicBezTo>
                  <a:lnTo>
                    <a:pt x="164425" y="230574"/>
                  </a:lnTo>
                  <a:cubicBezTo>
                    <a:pt x="141708" y="245188"/>
                    <a:pt x="88162" y="280911"/>
                    <a:pt x="52464" y="280911"/>
                  </a:cubicBezTo>
                  <a:cubicBezTo>
                    <a:pt x="45161" y="280911"/>
                    <a:pt x="38671" y="279287"/>
                    <a:pt x="33803" y="276039"/>
                  </a:cubicBezTo>
                  <a:cubicBezTo>
                    <a:pt x="25690" y="271168"/>
                    <a:pt x="28124" y="257366"/>
                    <a:pt x="29747" y="249247"/>
                  </a:cubicBezTo>
                  <a:cubicBezTo>
                    <a:pt x="32992" y="232198"/>
                    <a:pt x="41105" y="222455"/>
                    <a:pt x="46784" y="206218"/>
                  </a:cubicBezTo>
                  <a:cubicBezTo>
                    <a:pt x="54086" y="181861"/>
                    <a:pt x="88973" y="116911"/>
                    <a:pt x="106010" y="105544"/>
                  </a:cubicBezTo>
                  <a:cubicBezTo>
                    <a:pt x="106822" y="104732"/>
                    <a:pt x="107633" y="103921"/>
                    <a:pt x="107633" y="103109"/>
                  </a:cubicBezTo>
                  <a:cubicBezTo>
                    <a:pt x="107633" y="102297"/>
                    <a:pt x="109256" y="99049"/>
                    <a:pt x="111689" y="96614"/>
                  </a:cubicBezTo>
                  <a:cubicBezTo>
                    <a:pt x="114123" y="94178"/>
                    <a:pt x="118991" y="88495"/>
                    <a:pt x="122236" y="84435"/>
                  </a:cubicBezTo>
                  <a:cubicBezTo>
                    <a:pt x="128727" y="75505"/>
                    <a:pt x="143331" y="62515"/>
                    <a:pt x="149010" y="60079"/>
                  </a:cubicBezTo>
                  <a:cubicBezTo>
                    <a:pt x="151444" y="58455"/>
                    <a:pt x="157123" y="53584"/>
                    <a:pt x="161991" y="48713"/>
                  </a:cubicBezTo>
                  <a:cubicBezTo>
                    <a:pt x="166859" y="43841"/>
                    <a:pt x="171727" y="39782"/>
                    <a:pt x="172538" y="38970"/>
                  </a:cubicBezTo>
                  <a:cubicBezTo>
                    <a:pt x="174161" y="38158"/>
                    <a:pt x="178217" y="30851"/>
                    <a:pt x="178217" y="27604"/>
                  </a:cubicBezTo>
                  <a:cubicBezTo>
                    <a:pt x="178217" y="26792"/>
                    <a:pt x="175784" y="23544"/>
                    <a:pt x="172538" y="20297"/>
                  </a:cubicBezTo>
                  <a:cubicBezTo>
                    <a:pt x="166048" y="14614"/>
                    <a:pt x="157935" y="11366"/>
                    <a:pt x="149010" y="11366"/>
                  </a:cubicBezTo>
                  <a:cubicBezTo>
                    <a:pt x="144954" y="11366"/>
                    <a:pt x="140897" y="12178"/>
                    <a:pt x="136841" y="13802"/>
                  </a:cubicBezTo>
                  <a:cubicBezTo>
                    <a:pt x="124671" y="18673"/>
                    <a:pt x="97897" y="44653"/>
                    <a:pt x="80860" y="69822"/>
                  </a:cubicBezTo>
                  <a:cubicBezTo>
                    <a:pt x="77614" y="74693"/>
                    <a:pt x="73558" y="79564"/>
                    <a:pt x="71935" y="82000"/>
                  </a:cubicBezTo>
                  <a:cubicBezTo>
                    <a:pt x="63011" y="94178"/>
                    <a:pt x="53275" y="107168"/>
                    <a:pt x="45973" y="120970"/>
                  </a:cubicBezTo>
                  <a:cubicBezTo>
                    <a:pt x="44350" y="125030"/>
                    <a:pt x="41917" y="128277"/>
                    <a:pt x="41105" y="129089"/>
                  </a:cubicBezTo>
                  <a:cubicBezTo>
                    <a:pt x="40294" y="129901"/>
                    <a:pt x="39483" y="131525"/>
                    <a:pt x="39483" y="131525"/>
                  </a:cubicBezTo>
                  <a:cubicBezTo>
                    <a:pt x="32992" y="147762"/>
                    <a:pt x="23256" y="163188"/>
                    <a:pt x="15954" y="179426"/>
                  </a:cubicBezTo>
                  <a:cubicBezTo>
                    <a:pt x="539" y="213524"/>
                    <a:pt x="-10819" y="247623"/>
                    <a:pt x="16765" y="279287"/>
                  </a:cubicBezTo>
                  <a:cubicBezTo>
                    <a:pt x="28935" y="293901"/>
                    <a:pt x="36237" y="301208"/>
                    <a:pt x="55709" y="303643"/>
                  </a:cubicBezTo>
                  <a:cubicBezTo>
                    <a:pt x="63822" y="304455"/>
                    <a:pt x="64633" y="301208"/>
                    <a:pt x="71935" y="301208"/>
                  </a:cubicBezTo>
                  <a:cubicBezTo>
                    <a:pt x="78426" y="301208"/>
                    <a:pt x="75992" y="298772"/>
                    <a:pt x="85727" y="300396"/>
                  </a:cubicBezTo>
                  <a:cubicBezTo>
                    <a:pt x="92218" y="301208"/>
                    <a:pt x="93029" y="302020"/>
                    <a:pt x="98709" y="298772"/>
                  </a:cubicBezTo>
                  <a:cubicBezTo>
                    <a:pt x="101954" y="297148"/>
                    <a:pt x="103576" y="295524"/>
                    <a:pt x="104388" y="296336"/>
                  </a:cubicBezTo>
                  <a:cubicBezTo>
                    <a:pt x="104388" y="296336"/>
                    <a:pt x="106010" y="296336"/>
                    <a:pt x="106822" y="295524"/>
                  </a:cubicBezTo>
                  <a:cubicBezTo>
                    <a:pt x="107633" y="294712"/>
                    <a:pt x="107633" y="294712"/>
                    <a:pt x="106822" y="294712"/>
                  </a:cubicBezTo>
                  <a:cubicBezTo>
                    <a:pt x="106010" y="294712"/>
                    <a:pt x="104388" y="294712"/>
                    <a:pt x="104388" y="293089"/>
                  </a:cubicBezTo>
                  <a:cubicBezTo>
                    <a:pt x="104388" y="292277"/>
                    <a:pt x="105199" y="291465"/>
                    <a:pt x="106822" y="291465"/>
                  </a:cubicBezTo>
                  <a:cubicBezTo>
                    <a:pt x="108444" y="291465"/>
                    <a:pt x="109256" y="289841"/>
                    <a:pt x="109256" y="289029"/>
                  </a:cubicBezTo>
                  <a:cubicBezTo>
                    <a:pt x="109256" y="288217"/>
                    <a:pt x="110067" y="287406"/>
                    <a:pt x="111689" y="287406"/>
                  </a:cubicBezTo>
                  <a:cubicBezTo>
                    <a:pt x="112501" y="287406"/>
                    <a:pt x="114935" y="287406"/>
                    <a:pt x="117369" y="288217"/>
                  </a:cubicBezTo>
                  <a:cubicBezTo>
                    <a:pt x="119803" y="289029"/>
                    <a:pt x="132784" y="284970"/>
                    <a:pt x="136841" y="281723"/>
                  </a:cubicBezTo>
                  <a:cubicBezTo>
                    <a:pt x="140085" y="279287"/>
                    <a:pt x="137652" y="279287"/>
                    <a:pt x="134406" y="280911"/>
                  </a:cubicBezTo>
                  <a:cubicBezTo>
                    <a:pt x="132784" y="281723"/>
                    <a:pt x="131972" y="281723"/>
                    <a:pt x="131161" y="280099"/>
                  </a:cubicBezTo>
                  <a:cubicBezTo>
                    <a:pt x="130350" y="278475"/>
                    <a:pt x="130350" y="277663"/>
                    <a:pt x="132784" y="276039"/>
                  </a:cubicBezTo>
                  <a:cubicBezTo>
                    <a:pt x="135218" y="274415"/>
                    <a:pt x="136029" y="274415"/>
                    <a:pt x="139274" y="277663"/>
                  </a:cubicBezTo>
                  <a:lnTo>
                    <a:pt x="143331" y="280911"/>
                  </a:lnTo>
                  <a:lnTo>
                    <a:pt x="153067" y="275227"/>
                  </a:lnTo>
                  <a:cubicBezTo>
                    <a:pt x="153878" y="274415"/>
                    <a:pt x="154689" y="274415"/>
                    <a:pt x="155501" y="273604"/>
                  </a:cubicBezTo>
                  <a:cubicBezTo>
                    <a:pt x="153878" y="277663"/>
                    <a:pt x="150632" y="282534"/>
                    <a:pt x="148199" y="286594"/>
                  </a:cubicBezTo>
                  <a:cubicBezTo>
                    <a:pt x="140897" y="298772"/>
                    <a:pt x="133595" y="311762"/>
                    <a:pt x="126293" y="323940"/>
                  </a:cubicBezTo>
                  <a:cubicBezTo>
                    <a:pt x="124671" y="326376"/>
                    <a:pt x="124671" y="328000"/>
                    <a:pt x="122236" y="330435"/>
                  </a:cubicBezTo>
                  <a:cubicBezTo>
                    <a:pt x="120614" y="332059"/>
                    <a:pt x="113312" y="345049"/>
                    <a:pt x="112501" y="347485"/>
                  </a:cubicBezTo>
                  <a:cubicBezTo>
                    <a:pt x="110878" y="350732"/>
                    <a:pt x="110067" y="353168"/>
                    <a:pt x="108444" y="353168"/>
                  </a:cubicBezTo>
                  <a:cubicBezTo>
                    <a:pt x="107633" y="353168"/>
                    <a:pt x="107633" y="354792"/>
                    <a:pt x="107633" y="356415"/>
                  </a:cubicBezTo>
                  <a:cubicBezTo>
                    <a:pt x="107633" y="358039"/>
                    <a:pt x="106822" y="358851"/>
                    <a:pt x="106010" y="359663"/>
                  </a:cubicBezTo>
                  <a:cubicBezTo>
                    <a:pt x="105199" y="359663"/>
                    <a:pt x="104388" y="360475"/>
                    <a:pt x="104388" y="361287"/>
                  </a:cubicBezTo>
                  <a:cubicBezTo>
                    <a:pt x="104388" y="362099"/>
                    <a:pt x="103576" y="364534"/>
                    <a:pt x="102765" y="365346"/>
                  </a:cubicBezTo>
                  <a:cubicBezTo>
                    <a:pt x="101142" y="366158"/>
                    <a:pt x="98709" y="371029"/>
                    <a:pt x="96275" y="376712"/>
                  </a:cubicBezTo>
                  <a:cubicBezTo>
                    <a:pt x="93840" y="382396"/>
                    <a:pt x="91407" y="386455"/>
                    <a:pt x="90595" y="386455"/>
                  </a:cubicBezTo>
                  <a:cubicBezTo>
                    <a:pt x="89784" y="386455"/>
                    <a:pt x="88973" y="387267"/>
                    <a:pt x="88973" y="388891"/>
                  </a:cubicBezTo>
                  <a:cubicBezTo>
                    <a:pt x="88973" y="390514"/>
                    <a:pt x="88162" y="392950"/>
                    <a:pt x="86539" y="395386"/>
                  </a:cubicBezTo>
                  <a:cubicBezTo>
                    <a:pt x="81671" y="403505"/>
                    <a:pt x="80860" y="402693"/>
                    <a:pt x="69501" y="430297"/>
                  </a:cubicBezTo>
                  <a:cubicBezTo>
                    <a:pt x="64633" y="442475"/>
                    <a:pt x="56520" y="461148"/>
                    <a:pt x="51652" y="473326"/>
                  </a:cubicBezTo>
                  <a:cubicBezTo>
                    <a:pt x="45161" y="488752"/>
                    <a:pt x="41105" y="509049"/>
                    <a:pt x="41105" y="522039"/>
                  </a:cubicBezTo>
                  <a:cubicBezTo>
                    <a:pt x="41105" y="542336"/>
                    <a:pt x="52464" y="574811"/>
                    <a:pt x="75180" y="576435"/>
                  </a:cubicBezTo>
                  <a:cubicBezTo>
                    <a:pt x="82482" y="577247"/>
                    <a:pt x="87350" y="573999"/>
                    <a:pt x="81671" y="573187"/>
                  </a:cubicBezTo>
                  <a:cubicBezTo>
                    <a:pt x="76803" y="571564"/>
                    <a:pt x="75180" y="569940"/>
                    <a:pt x="76803" y="568316"/>
                  </a:cubicBezTo>
                  <a:cubicBezTo>
                    <a:pt x="77614" y="566692"/>
                    <a:pt x="77614" y="565069"/>
                    <a:pt x="75992" y="561009"/>
                  </a:cubicBezTo>
                  <a:cubicBezTo>
                    <a:pt x="74369" y="558573"/>
                    <a:pt x="73558" y="553702"/>
                    <a:pt x="73558" y="552079"/>
                  </a:cubicBezTo>
                  <a:cubicBezTo>
                    <a:pt x="73558" y="549643"/>
                    <a:pt x="72746" y="547207"/>
                    <a:pt x="71935" y="547207"/>
                  </a:cubicBezTo>
                  <a:cubicBezTo>
                    <a:pt x="71124" y="547207"/>
                    <a:pt x="71124" y="544772"/>
                    <a:pt x="71124" y="541524"/>
                  </a:cubicBezTo>
                  <a:cubicBezTo>
                    <a:pt x="73558" y="530970"/>
                    <a:pt x="73558" y="528534"/>
                    <a:pt x="72746" y="529346"/>
                  </a:cubicBezTo>
                  <a:cubicBezTo>
                    <a:pt x="71935" y="530158"/>
                    <a:pt x="71124" y="529346"/>
                    <a:pt x="71935" y="528534"/>
                  </a:cubicBezTo>
                  <a:cubicBezTo>
                    <a:pt x="72746" y="526910"/>
                    <a:pt x="73558" y="526098"/>
                    <a:pt x="74369" y="526098"/>
                  </a:cubicBezTo>
                  <a:cubicBezTo>
                    <a:pt x="75992" y="526098"/>
                    <a:pt x="75992" y="518791"/>
                    <a:pt x="75180" y="516356"/>
                  </a:cubicBezTo>
                  <a:cubicBezTo>
                    <a:pt x="75180" y="515544"/>
                    <a:pt x="73558" y="513108"/>
                    <a:pt x="74369" y="509861"/>
                  </a:cubicBezTo>
                  <a:cubicBezTo>
                    <a:pt x="75180" y="506613"/>
                    <a:pt x="75992" y="505801"/>
                    <a:pt x="77614" y="504990"/>
                  </a:cubicBezTo>
                  <a:cubicBezTo>
                    <a:pt x="80048" y="504178"/>
                    <a:pt x="80048" y="504178"/>
                    <a:pt x="79237" y="502554"/>
                  </a:cubicBezTo>
                  <a:cubicBezTo>
                    <a:pt x="78426" y="500930"/>
                    <a:pt x="78426" y="500118"/>
                    <a:pt x="79237" y="500930"/>
                  </a:cubicBezTo>
                  <a:cubicBezTo>
                    <a:pt x="80860" y="502554"/>
                    <a:pt x="83293" y="494435"/>
                    <a:pt x="81671" y="493623"/>
                  </a:cubicBezTo>
                  <a:cubicBezTo>
                    <a:pt x="80860" y="492811"/>
                    <a:pt x="80048" y="491188"/>
                    <a:pt x="80048" y="489564"/>
                  </a:cubicBezTo>
                  <a:cubicBezTo>
                    <a:pt x="80048" y="487128"/>
                    <a:pt x="80860" y="486316"/>
                    <a:pt x="82482" y="487128"/>
                  </a:cubicBezTo>
                  <a:cubicBezTo>
                    <a:pt x="84105" y="487128"/>
                    <a:pt x="85727" y="487128"/>
                    <a:pt x="85727" y="486316"/>
                  </a:cubicBezTo>
                  <a:cubicBezTo>
                    <a:pt x="85727" y="485504"/>
                    <a:pt x="85727" y="484693"/>
                    <a:pt x="85727" y="484693"/>
                  </a:cubicBezTo>
                  <a:cubicBezTo>
                    <a:pt x="83293" y="484693"/>
                    <a:pt x="80860" y="484693"/>
                    <a:pt x="80860" y="483069"/>
                  </a:cubicBezTo>
                  <a:cubicBezTo>
                    <a:pt x="80860" y="482257"/>
                    <a:pt x="80860" y="482257"/>
                    <a:pt x="81671" y="482257"/>
                  </a:cubicBezTo>
                  <a:cubicBezTo>
                    <a:pt x="82482" y="482257"/>
                    <a:pt x="84105" y="482257"/>
                    <a:pt x="84105" y="481445"/>
                  </a:cubicBezTo>
                  <a:cubicBezTo>
                    <a:pt x="84105" y="480633"/>
                    <a:pt x="85727" y="480633"/>
                    <a:pt x="86539" y="480633"/>
                  </a:cubicBezTo>
                  <a:cubicBezTo>
                    <a:pt x="88973" y="481445"/>
                    <a:pt x="93029" y="474138"/>
                    <a:pt x="93029" y="469267"/>
                  </a:cubicBezTo>
                  <a:cubicBezTo>
                    <a:pt x="93029" y="468455"/>
                    <a:pt x="92218" y="467643"/>
                    <a:pt x="90595" y="467643"/>
                  </a:cubicBezTo>
                  <a:cubicBezTo>
                    <a:pt x="88973" y="467643"/>
                    <a:pt x="86539" y="469267"/>
                    <a:pt x="85727" y="471702"/>
                  </a:cubicBezTo>
                  <a:cubicBezTo>
                    <a:pt x="84916" y="473326"/>
                    <a:pt x="84916" y="474138"/>
                    <a:pt x="84105" y="473326"/>
                  </a:cubicBezTo>
                  <a:cubicBezTo>
                    <a:pt x="83293" y="472514"/>
                    <a:pt x="84105" y="471702"/>
                    <a:pt x="81671" y="473326"/>
                  </a:cubicBezTo>
                  <a:cubicBezTo>
                    <a:pt x="80048" y="474950"/>
                    <a:pt x="80048" y="474950"/>
                    <a:pt x="80048" y="472514"/>
                  </a:cubicBezTo>
                  <a:cubicBezTo>
                    <a:pt x="80048" y="470891"/>
                    <a:pt x="79237" y="470079"/>
                    <a:pt x="77614" y="470079"/>
                  </a:cubicBezTo>
                  <a:cubicBezTo>
                    <a:pt x="73558" y="470891"/>
                    <a:pt x="75180" y="469267"/>
                    <a:pt x="81671" y="461960"/>
                  </a:cubicBezTo>
                  <a:cubicBezTo>
                    <a:pt x="83293" y="460336"/>
                    <a:pt x="83293" y="459524"/>
                    <a:pt x="82482" y="459524"/>
                  </a:cubicBezTo>
                  <a:cubicBezTo>
                    <a:pt x="81671" y="459524"/>
                    <a:pt x="81671" y="457900"/>
                    <a:pt x="81671" y="456277"/>
                  </a:cubicBezTo>
                  <a:lnTo>
                    <a:pt x="82482" y="453029"/>
                  </a:lnTo>
                  <a:lnTo>
                    <a:pt x="84105" y="456277"/>
                  </a:lnTo>
                  <a:cubicBezTo>
                    <a:pt x="84916" y="458712"/>
                    <a:pt x="84916" y="460336"/>
                    <a:pt x="82482" y="462772"/>
                  </a:cubicBezTo>
                  <a:cubicBezTo>
                    <a:pt x="79237" y="466019"/>
                    <a:pt x="80048" y="472514"/>
                    <a:pt x="82482" y="470079"/>
                  </a:cubicBezTo>
                  <a:cubicBezTo>
                    <a:pt x="83293" y="469267"/>
                    <a:pt x="84105" y="470079"/>
                    <a:pt x="84105" y="470891"/>
                  </a:cubicBezTo>
                  <a:cubicBezTo>
                    <a:pt x="84105" y="471702"/>
                    <a:pt x="85727" y="470079"/>
                    <a:pt x="87350" y="466019"/>
                  </a:cubicBezTo>
                  <a:cubicBezTo>
                    <a:pt x="89784" y="461148"/>
                    <a:pt x="90595" y="460336"/>
                    <a:pt x="91407" y="461960"/>
                  </a:cubicBezTo>
                  <a:cubicBezTo>
                    <a:pt x="92218" y="463584"/>
                    <a:pt x="92218" y="464396"/>
                    <a:pt x="91407" y="463584"/>
                  </a:cubicBezTo>
                  <a:cubicBezTo>
                    <a:pt x="90595" y="462772"/>
                    <a:pt x="89784" y="463584"/>
                    <a:pt x="89784" y="464396"/>
                  </a:cubicBezTo>
                  <a:cubicBezTo>
                    <a:pt x="89784" y="465207"/>
                    <a:pt x="90595" y="466019"/>
                    <a:pt x="92218" y="466019"/>
                  </a:cubicBezTo>
                  <a:cubicBezTo>
                    <a:pt x="94652" y="466019"/>
                    <a:pt x="102765" y="453841"/>
                    <a:pt x="102765" y="451405"/>
                  </a:cubicBezTo>
                  <a:cubicBezTo>
                    <a:pt x="102765" y="449782"/>
                    <a:pt x="103576" y="448158"/>
                    <a:pt x="104388" y="447346"/>
                  </a:cubicBezTo>
                  <a:cubicBezTo>
                    <a:pt x="106822" y="445722"/>
                    <a:pt x="110878" y="435980"/>
                    <a:pt x="111689" y="430297"/>
                  </a:cubicBezTo>
                  <a:cubicBezTo>
                    <a:pt x="112501" y="425425"/>
                    <a:pt x="112501" y="425425"/>
                    <a:pt x="110067" y="429485"/>
                  </a:cubicBezTo>
                  <a:cubicBezTo>
                    <a:pt x="108444" y="431920"/>
                    <a:pt x="106822" y="433544"/>
                    <a:pt x="105199" y="433544"/>
                  </a:cubicBezTo>
                  <a:cubicBezTo>
                    <a:pt x="103576" y="433544"/>
                    <a:pt x="102765" y="432732"/>
                    <a:pt x="102765" y="431108"/>
                  </a:cubicBezTo>
                  <a:cubicBezTo>
                    <a:pt x="101954" y="428673"/>
                    <a:pt x="101142" y="428673"/>
                    <a:pt x="99520" y="429485"/>
                  </a:cubicBezTo>
                  <a:cubicBezTo>
                    <a:pt x="97897" y="430297"/>
                    <a:pt x="97897" y="431920"/>
                    <a:pt x="99520" y="433544"/>
                  </a:cubicBezTo>
                  <a:cubicBezTo>
                    <a:pt x="100331" y="434356"/>
                    <a:pt x="100331" y="435168"/>
                    <a:pt x="98709" y="435168"/>
                  </a:cubicBezTo>
                  <a:cubicBezTo>
                    <a:pt x="95463" y="435168"/>
                    <a:pt x="94652" y="428673"/>
                    <a:pt x="97897" y="427049"/>
                  </a:cubicBezTo>
                  <a:cubicBezTo>
                    <a:pt x="99520" y="426237"/>
                    <a:pt x="99520" y="425425"/>
                    <a:pt x="99520" y="425425"/>
                  </a:cubicBezTo>
                  <a:cubicBezTo>
                    <a:pt x="99520" y="425425"/>
                    <a:pt x="99520" y="423802"/>
                    <a:pt x="101142" y="422178"/>
                  </a:cubicBezTo>
                  <a:cubicBezTo>
                    <a:pt x="102765" y="420554"/>
                    <a:pt x="103576" y="418930"/>
                    <a:pt x="102765" y="418118"/>
                  </a:cubicBezTo>
                  <a:cubicBezTo>
                    <a:pt x="102765" y="417306"/>
                    <a:pt x="103576" y="416494"/>
                    <a:pt x="105199" y="416494"/>
                  </a:cubicBezTo>
                  <a:cubicBezTo>
                    <a:pt x="107633" y="417306"/>
                    <a:pt x="108444" y="417306"/>
                    <a:pt x="107633" y="418930"/>
                  </a:cubicBezTo>
                  <a:cubicBezTo>
                    <a:pt x="106010" y="422178"/>
                    <a:pt x="105199" y="422178"/>
                    <a:pt x="106010" y="418930"/>
                  </a:cubicBezTo>
                  <a:cubicBezTo>
                    <a:pt x="106822" y="416494"/>
                    <a:pt x="106822" y="417306"/>
                    <a:pt x="104388" y="419742"/>
                  </a:cubicBezTo>
                  <a:cubicBezTo>
                    <a:pt x="102765" y="421366"/>
                    <a:pt x="101954" y="423802"/>
                    <a:pt x="101954" y="424613"/>
                  </a:cubicBezTo>
                  <a:cubicBezTo>
                    <a:pt x="101954" y="427049"/>
                    <a:pt x="106822" y="427861"/>
                    <a:pt x="106822" y="425425"/>
                  </a:cubicBezTo>
                  <a:cubicBezTo>
                    <a:pt x="107633" y="424613"/>
                    <a:pt x="108444" y="422990"/>
                    <a:pt x="109256" y="423802"/>
                  </a:cubicBezTo>
                  <a:cubicBezTo>
                    <a:pt x="110067" y="424613"/>
                    <a:pt x="110878" y="423802"/>
                    <a:pt x="110878" y="422990"/>
                  </a:cubicBezTo>
                  <a:cubicBezTo>
                    <a:pt x="111689" y="422178"/>
                    <a:pt x="113312" y="422178"/>
                    <a:pt x="114123" y="422178"/>
                  </a:cubicBezTo>
                  <a:cubicBezTo>
                    <a:pt x="115746" y="422990"/>
                    <a:pt x="116558" y="422178"/>
                    <a:pt x="115746" y="421366"/>
                  </a:cubicBezTo>
                  <a:cubicBezTo>
                    <a:pt x="114935" y="420554"/>
                    <a:pt x="115746" y="418930"/>
                    <a:pt x="117369" y="418118"/>
                  </a:cubicBezTo>
                  <a:cubicBezTo>
                    <a:pt x="118991" y="417306"/>
                    <a:pt x="119803" y="415683"/>
                    <a:pt x="119803" y="414059"/>
                  </a:cubicBezTo>
                  <a:cubicBezTo>
                    <a:pt x="118991" y="411623"/>
                    <a:pt x="118991" y="411623"/>
                    <a:pt x="114935" y="414059"/>
                  </a:cubicBezTo>
                  <a:cubicBezTo>
                    <a:pt x="110878" y="416494"/>
                    <a:pt x="111689" y="416494"/>
                    <a:pt x="113312" y="413247"/>
                  </a:cubicBezTo>
                  <a:cubicBezTo>
                    <a:pt x="114123" y="411623"/>
                    <a:pt x="114935" y="409188"/>
                    <a:pt x="114123" y="408376"/>
                  </a:cubicBezTo>
                  <a:cubicBezTo>
                    <a:pt x="113312" y="407564"/>
                    <a:pt x="114123" y="406752"/>
                    <a:pt x="115746" y="406752"/>
                  </a:cubicBezTo>
                  <a:cubicBezTo>
                    <a:pt x="118180" y="406752"/>
                    <a:pt x="119803" y="402693"/>
                    <a:pt x="118180" y="399445"/>
                  </a:cubicBezTo>
                  <a:cubicBezTo>
                    <a:pt x="117369" y="397821"/>
                    <a:pt x="118180" y="397009"/>
                    <a:pt x="118991" y="398633"/>
                  </a:cubicBezTo>
                  <a:cubicBezTo>
                    <a:pt x="119803" y="399445"/>
                    <a:pt x="120614" y="399445"/>
                    <a:pt x="122236" y="397009"/>
                  </a:cubicBezTo>
                  <a:cubicBezTo>
                    <a:pt x="123048" y="394574"/>
                    <a:pt x="123859" y="392950"/>
                    <a:pt x="123048" y="392138"/>
                  </a:cubicBezTo>
                  <a:cubicBezTo>
                    <a:pt x="122236" y="391326"/>
                    <a:pt x="123048" y="390514"/>
                    <a:pt x="124671" y="389703"/>
                  </a:cubicBezTo>
                  <a:cubicBezTo>
                    <a:pt x="127105" y="388891"/>
                    <a:pt x="127105" y="389703"/>
                    <a:pt x="125482" y="392138"/>
                  </a:cubicBezTo>
                  <a:cubicBezTo>
                    <a:pt x="124671" y="393762"/>
                    <a:pt x="124671" y="395386"/>
                    <a:pt x="126293" y="396197"/>
                  </a:cubicBezTo>
                  <a:cubicBezTo>
                    <a:pt x="127916" y="397009"/>
                    <a:pt x="127916" y="397009"/>
                    <a:pt x="125482" y="397009"/>
                  </a:cubicBezTo>
                  <a:cubicBezTo>
                    <a:pt x="122236" y="396197"/>
                    <a:pt x="121425" y="399445"/>
                    <a:pt x="123048" y="402693"/>
                  </a:cubicBezTo>
                  <a:cubicBezTo>
                    <a:pt x="124671" y="405128"/>
                    <a:pt x="124671" y="404316"/>
                    <a:pt x="127105" y="400257"/>
                  </a:cubicBezTo>
                  <a:cubicBezTo>
                    <a:pt x="128727" y="397821"/>
                    <a:pt x="129538" y="396197"/>
                    <a:pt x="130350" y="396197"/>
                  </a:cubicBezTo>
                  <a:cubicBezTo>
                    <a:pt x="130350" y="397821"/>
                    <a:pt x="136841" y="385643"/>
                    <a:pt x="136841" y="383208"/>
                  </a:cubicBezTo>
                  <a:cubicBezTo>
                    <a:pt x="136841" y="382396"/>
                    <a:pt x="136029" y="382396"/>
                    <a:pt x="136029" y="383208"/>
                  </a:cubicBezTo>
                  <a:cubicBezTo>
                    <a:pt x="135218" y="384019"/>
                    <a:pt x="134406" y="384019"/>
                    <a:pt x="134406" y="383208"/>
                  </a:cubicBezTo>
                  <a:cubicBezTo>
                    <a:pt x="134406" y="382396"/>
                    <a:pt x="135218" y="381584"/>
                    <a:pt x="137652" y="380772"/>
                  </a:cubicBezTo>
                  <a:cubicBezTo>
                    <a:pt x="139274" y="379960"/>
                    <a:pt x="141708" y="376712"/>
                    <a:pt x="143331" y="373465"/>
                  </a:cubicBezTo>
                  <a:cubicBezTo>
                    <a:pt x="144954" y="370217"/>
                    <a:pt x="146576" y="366970"/>
                    <a:pt x="147388" y="366970"/>
                  </a:cubicBezTo>
                  <a:cubicBezTo>
                    <a:pt x="148199" y="366970"/>
                    <a:pt x="148199" y="365346"/>
                    <a:pt x="147388" y="365346"/>
                  </a:cubicBezTo>
                  <a:cubicBezTo>
                    <a:pt x="146576" y="365346"/>
                    <a:pt x="147388" y="364534"/>
                    <a:pt x="148199" y="364534"/>
                  </a:cubicBezTo>
                  <a:cubicBezTo>
                    <a:pt x="149821" y="364534"/>
                    <a:pt x="153067" y="357227"/>
                    <a:pt x="152255" y="354792"/>
                  </a:cubicBezTo>
                  <a:cubicBezTo>
                    <a:pt x="152255" y="353980"/>
                    <a:pt x="153878" y="351544"/>
                    <a:pt x="156312" y="349108"/>
                  </a:cubicBezTo>
                  <a:cubicBezTo>
                    <a:pt x="158746" y="346673"/>
                    <a:pt x="160368" y="344237"/>
                    <a:pt x="160368" y="342614"/>
                  </a:cubicBezTo>
                  <a:cubicBezTo>
                    <a:pt x="160368" y="340990"/>
                    <a:pt x="161180" y="340178"/>
                    <a:pt x="161991" y="340178"/>
                  </a:cubicBezTo>
                  <a:cubicBezTo>
                    <a:pt x="162802" y="340178"/>
                    <a:pt x="163614" y="339366"/>
                    <a:pt x="162802" y="338554"/>
                  </a:cubicBezTo>
                  <a:cubicBezTo>
                    <a:pt x="161991" y="337742"/>
                    <a:pt x="163614" y="335306"/>
                    <a:pt x="165237" y="333683"/>
                  </a:cubicBezTo>
                  <a:cubicBezTo>
                    <a:pt x="168482" y="330435"/>
                    <a:pt x="177406" y="314198"/>
                    <a:pt x="177406" y="312574"/>
                  </a:cubicBezTo>
                  <a:cubicBezTo>
                    <a:pt x="177406" y="311762"/>
                    <a:pt x="179029" y="310138"/>
                    <a:pt x="181463" y="307703"/>
                  </a:cubicBezTo>
                  <a:cubicBezTo>
                    <a:pt x="188764" y="300396"/>
                    <a:pt x="183897" y="300396"/>
                    <a:pt x="191198" y="290653"/>
                  </a:cubicBezTo>
                  <a:cubicBezTo>
                    <a:pt x="196066" y="284158"/>
                    <a:pt x="195255" y="284970"/>
                    <a:pt x="198500" y="278475"/>
                  </a:cubicBezTo>
                  <a:cubicBezTo>
                    <a:pt x="201746" y="271980"/>
                    <a:pt x="210670" y="261426"/>
                    <a:pt x="215538" y="254118"/>
                  </a:cubicBezTo>
                  <a:cubicBezTo>
                    <a:pt x="223651" y="239505"/>
                    <a:pt x="232576" y="227326"/>
                    <a:pt x="241500" y="214336"/>
                  </a:cubicBezTo>
                  <a:close/>
                  <a:moveTo>
                    <a:pt x="360763" y="64138"/>
                  </a:moveTo>
                  <a:cubicBezTo>
                    <a:pt x="361574" y="62515"/>
                    <a:pt x="361574" y="61703"/>
                    <a:pt x="362386" y="61703"/>
                  </a:cubicBezTo>
                  <a:cubicBezTo>
                    <a:pt x="362386" y="61703"/>
                    <a:pt x="363197" y="62515"/>
                    <a:pt x="363197" y="64138"/>
                  </a:cubicBezTo>
                  <a:cubicBezTo>
                    <a:pt x="363197" y="64950"/>
                    <a:pt x="362386" y="66574"/>
                    <a:pt x="361574" y="66574"/>
                  </a:cubicBezTo>
                  <a:cubicBezTo>
                    <a:pt x="360763" y="66574"/>
                    <a:pt x="360763" y="64950"/>
                    <a:pt x="360763" y="64138"/>
                  </a:cubicBezTo>
                  <a:close/>
                  <a:moveTo>
                    <a:pt x="350216" y="92554"/>
                  </a:moveTo>
                  <a:cubicBezTo>
                    <a:pt x="348594" y="94178"/>
                    <a:pt x="347782" y="97426"/>
                    <a:pt x="347782" y="98238"/>
                  </a:cubicBezTo>
                  <a:cubicBezTo>
                    <a:pt x="347782" y="99861"/>
                    <a:pt x="346971" y="99861"/>
                    <a:pt x="346971" y="99861"/>
                  </a:cubicBezTo>
                  <a:cubicBezTo>
                    <a:pt x="346971" y="99861"/>
                    <a:pt x="343726" y="100673"/>
                    <a:pt x="341292" y="103109"/>
                  </a:cubicBezTo>
                  <a:cubicBezTo>
                    <a:pt x="338047" y="105544"/>
                    <a:pt x="336424" y="107168"/>
                    <a:pt x="336424" y="107168"/>
                  </a:cubicBezTo>
                  <a:cubicBezTo>
                    <a:pt x="336424" y="107168"/>
                    <a:pt x="337235" y="105544"/>
                    <a:pt x="339669" y="102297"/>
                  </a:cubicBezTo>
                  <a:cubicBezTo>
                    <a:pt x="343726" y="98238"/>
                    <a:pt x="343726" y="97426"/>
                    <a:pt x="341292" y="96614"/>
                  </a:cubicBezTo>
                  <a:cubicBezTo>
                    <a:pt x="338047" y="95802"/>
                    <a:pt x="338858" y="92554"/>
                    <a:pt x="342103" y="92554"/>
                  </a:cubicBezTo>
                  <a:cubicBezTo>
                    <a:pt x="343726" y="92554"/>
                    <a:pt x="343726" y="91742"/>
                    <a:pt x="343726" y="91742"/>
                  </a:cubicBezTo>
                  <a:cubicBezTo>
                    <a:pt x="342914" y="90931"/>
                    <a:pt x="343726" y="90119"/>
                    <a:pt x="346160" y="90931"/>
                  </a:cubicBezTo>
                  <a:cubicBezTo>
                    <a:pt x="348594" y="91742"/>
                    <a:pt x="349405" y="90931"/>
                    <a:pt x="347782" y="90119"/>
                  </a:cubicBezTo>
                  <a:cubicBezTo>
                    <a:pt x="345348" y="89307"/>
                    <a:pt x="346160" y="88495"/>
                    <a:pt x="347782" y="87683"/>
                  </a:cubicBezTo>
                  <a:cubicBezTo>
                    <a:pt x="351839" y="86059"/>
                    <a:pt x="353461" y="88495"/>
                    <a:pt x="350216" y="92554"/>
                  </a:cubicBezTo>
                  <a:close/>
                  <a:moveTo>
                    <a:pt x="351839" y="73069"/>
                  </a:moveTo>
                  <a:cubicBezTo>
                    <a:pt x="354273" y="73881"/>
                    <a:pt x="353461" y="77129"/>
                    <a:pt x="351027" y="75505"/>
                  </a:cubicBezTo>
                  <a:cubicBezTo>
                    <a:pt x="349405" y="74693"/>
                    <a:pt x="349405" y="73881"/>
                    <a:pt x="349405" y="73069"/>
                  </a:cubicBezTo>
                  <a:cubicBezTo>
                    <a:pt x="351027" y="73069"/>
                    <a:pt x="351027" y="72257"/>
                    <a:pt x="351839" y="73069"/>
                  </a:cubicBezTo>
                  <a:close/>
                  <a:moveTo>
                    <a:pt x="348594" y="77941"/>
                  </a:moveTo>
                  <a:cubicBezTo>
                    <a:pt x="351027" y="77129"/>
                    <a:pt x="351839" y="77941"/>
                    <a:pt x="349405" y="79564"/>
                  </a:cubicBezTo>
                  <a:cubicBezTo>
                    <a:pt x="348594" y="80376"/>
                    <a:pt x="347782" y="80376"/>
                    <a:pt x="346971" y="79564"/>
                  </a:cubicBezTo>
                  <a:cubicBezTo>
                    <a:pt x="346971" y="78752"/>
                    <a:pt x="346971" y="77941"/>
                    <a:pt x="348594" y="77941"/>
                  </a:cubicBezTo>
                  <a:close/>
                  <a:moveTo>
                    <a:pt x="338858" y="87683"/>
                  </a:moveTo>
                  <a:cubicBezTo>
                    <a:pt x="340480" y="86059"/>
                    <a:pt x="342914" y="83624"/>
                    <a:pt x="343726" y="82812"/>
                  </a:cubicBezTo>
                  <a:cubicBezTo>
                    <a:pt x="345348" y="82000"/>
                    <a:pt x="346160" y="82000"/>
                    <a:pt x="346160" y="82812"/>
                  </a:cubicBezTo>
                  <a:cubicBezTo>
                    <a:pt x="346160" y="83624"/>
                    <a:pt x="344537" y="84435"/>
                    <a:pt x="343726" y="85247"/>
                  </a:cubicBezTo>
                  <a:cubicBezTo>
                    <a:pt x="342103" y="86059"/>
                    <a:pt x="340480" y="87683"/>
                    <a:pt x="338858" y="89307"/>
                  </a:cubicBezTo>
                  <a:cubicBezTo>
                    <a:pt x="336424" y="90931"/>
                    <a:pt x="336424" y="90931"/>
                    <a:pt x="338858" y="87683"/>
                  </a:cubicBezTo>
                  <a:close/>
                  <a:moveTo>
                    <a:pt x="333990" y="92554"/>
                  </a:moveTo>
                  <a:cubicBezTo>
                    <a:pt x="334801" y="91742"/>
                    <a:pt x="335613" y="92554"/>
                    <a:pt x="335613" y="92554"/>
                  </a:cubicBezTo>
                  <a:cubicBezTo>
                    <a:pt x="335613" y="93366"/>
                    <a:pt x="334801" y="94178"/>
                    <a:pt x="333990" y="94990"/>
                  </a:cubicBezTo>
                  <a:cubicBezTo>
                    <a:pt x="333178" y="95802"/>
                    <a:pt x="332367" y="94990"/>
                    <a:pt x="332367" y="94178"/>
                  </a:cubicBezTo>
                  <a:cubicBezTo>
                    <a:pt x="332367" y="94178"/>
                    <a:pt x="333990" y="93366"/>
                    <a:pt x="333990" y="92554"/>
                  </a:cubicBezTo>
                  <a:close/>
                  <a:moveTo>
                    <a:pt x="332367" y="100673"/>
                  </a:moveTo>
                  <a:cubicBezTo>
                    <a:pt x="333990" y="99861"/>
                    <a:pt x="334801" y="100673"/>
                    <a:pt x="334801" y="100673"/>
                  </a:cubicBezTo>
                  <a:cubicBezTo>
                    <a:pt x="335613" y="101485"/>
                    <a:pt x="334801" y="101485"/>
                    <a:pt x="333178" y="101485"/>
                  </a:cubicBezTo>
                  <a:cubicBezTo>
                    <a:pt x="331556" y="101485"/>
                    <a:pt x="331556" y="101485"/>
                    <a:pt x="332367" y="100673"/>
                  </a:cubicBezTo>
                  <a:close/>
                  <a:moveTo>
                    <a:pt x="226896" y="193227"/>
                  </a:moveTo>
                  <a:lnTo>
                    <a:pt x="225274" y="192416"/>
                  </a:lnTo>
                  <a:cubicBezTo>
                    <a:pt x="229330" y="188356"/>
                    <a:pt x="228519" y="190792"/>
                    <a:pt x="226896" y="193227"/>
                  </a:cubicBezTo>
                  <a:close/>
                  <a:moveTo>
                    <a:pt x="230953" y="187544"/>
                  </a:moveTo>
                  <a:cubicBezTo>
                    <a:pt x="230142" y="185109"/>
                    <a:pt x="235821" y="180238"/>
                    <a:pt x="237443" y="181861"/>
                  </a:cubicBezTo>
                  <a:cubicBezTo>
                    <a:pt x="241500" y="184297"/>
                    <a:pt x="231764" y="188356"/>
                    <a:pt x="230953" y="187544"/>
                  </a:cubicBezTo>
                  <a:close/>
                  <a:moveTo>
                    <a:pt x="243934" y="198911"/>
                  </a:moveTo>
                  <a:cubicBezTo>
                    <a:pt x="243934" y="198911"/>
                    <a:pt x="242311" y="198099"/>
                    <a:pt x="242311" y="197287"/>
                  </a:cubicBezTo>
                  <a:cubicBezTo>
                    <a:pt x="243934" y="194039"/>
                    <a:pt x="247179" y="200535"/>
                    <a:pt x="243934" y="198911"/>
                  </a:cubicBezTo>
                  <a:close/>
                  <a:moveTo>
                    <a:pt x="245556" y="176178"/>
                  </a:moveTo>
                  <a:cubicBezTo>
                    <a:pt x="245556" y="176178"/>
                    <a:pt x="243934" y="176178"/>
                    <a:pt x="243123" y="176178"/>
                  </a:cubicBezTo>
                  <a:cubicBezTo>
                    <a:pt x="239066" y="176178"/>
                    <a:pt x="247179" y="174554"/>
                    <a:pt x="245556" y="176178"/>
                  </a:cubicBezTo>
                  <a:close/>
                  <a:moveTo>
                    <a:pt x="290990" y="150198"/>
                  </a:moveTo>
                  <a:cubicBezTo>
                    <a:pt x="290990" y="150198"/>
                    <a:pt x="292613" y="146950"/>
                    <a:pt x="295858" y="143703"/>
                  </a:cubicBezTo>
                  <a:cubicBezTo>
                    <a:pt x="299915" y="139643"/>
                    <a:pt x="300726" y="138832"/>
                    <a:pt x="300726" y="140455"/>
                  </a:cubicBezTo>
                  <a:cubicBezTo>
                    <a:pt x="300726" y="143703"/>
                    <a:pt x="292613" y="151822"/>
                    <a:pt x="290990" y="150198"/>
                  </a:cubicBezTo>
                  <a:close/>
                  <a:moveTo>
                    <a:pt x="310462" y="128277"/>
                  </a:moveTo>
                  <a:cubicBezTo>
                    <a:pt x="305594" y="132336"/>
                    <a:pt x="305594" y="133148"/>
                    <a:pt x="308028" y="133960"/>
                  </a:cubicBezTo>
                  <a:cubicBezTo>
                    <a:pt x="309651" y="134772"/>
                    <a:pt x="310462" y="134772"/>
                    <a:pt x="309651" y="134772"/>
                  </a:cubicBezTo>
                  <a:cubicBezTo>
                    <a:pt x="308028" y="134772"/>
                    <a:pt x="307217" y="136396"/>
                    <a:pt x="305594" y="137208"/>
                  </a:cubicBezTo>
                  <a:cubicBezTo>
                    <a:pt x="303971" y="138020"/>
                    <a:pt x="303160" y="139643"/>
                    <a:pt x="302349" y="138832"/>
                  </a:cubicBezTo>
                  <a:cubicBezTo>
                    <a:pt x="301537" y="138020"/>
                    <a:pt x="302349" y="138020"/>
                    <a:pt x="303160" y="136396"/>
                  </a:cubicBezTo>
                  <a:cubicBezTo>
                    <a:pt x="303971" y="135584"/>
                    <a:pt x="304782" y="133960"/>
                    <a:pt x="305594" y="132336"/>
                  </a:cubicBezTo>
                  <a:cubicBezTo>
                    <a:pt x="307217" y="128277"/>
                    <a:pt x="307217" y="125841"/>
                    <a:pt x="308839" y="126653"/>
                  </a:cubicBezTo>
                  <a:cubicBezTo>
                    <a:pt x="309651" y="126653"/>
                    <a:pt x="310462" y="126653"/>
                    <a:pt x="311273" y="125841"/>
                  </a:cubicBezTo>
                  <a:cubicBezTo>
                    <a:pt x="312084" y="124218"/>
                    <a:pt x="312896" y="123406"/>
                    <a:pt x="313707" y="122594"/>
                  </a:cubicBezTo>
                  <a:cubicBezTo>
                    <a:pt x="316141" y="120158"/>
                    <a:pt x="315330" y="123406"/>
                    <a:pt x="310462" y="128277"/>
                  </a:cubicBezTo>
                  <a:close/>
                  <a:moveTo>
                    <a:pt x="317764" y="124218"/>
                  </a:moveTo>
                  <a:cubicBezTo>
                    <a:pt x="316952" y="124218"/>
                    <a:pt x="316952" y="123406"/>
                    <a:pt x="316952" y="122594"/>
                  </a:cubicBezTo>
                  <a:cubicBezTo>
                    <a:pt x="317764" y="120970"/>
                    <a:pt x="317764" y="120970"/>
                    <a:pt x="318575" y="120970"/>
                  </a:cubicBezTo>
                  <a:cubicBezTo>
                    <a:pt x="318575" y="120970"/>
                    <a:pt x="319386" y="121782"/>
                    <a:pt x="319386" y="122594"/>
                  </a:cubicBezTo>
                  <a:cubicBezTo>
                    <a:pt x="319386" y="123406"/>
                    <a:pt x="319386" y="124218"/>
                    <a:pt x="317764" y="124218"/>
                  </a:cubicBezTo>
                  <a:close/>
                  <a:moveTo>
                    <a:pt x="328311" y="106356"/>
                  </a:moveTo>
                  <a:cubicBezTo>
                    <a:pt x="328311" y="107168"/>
                    <a:pt x="328311" y="108792"/>
                    <a:pt x="326688" y="110416"/>
                  </a:cubicBezTo>
                  <a:cubicBezTo>
                    <a:pt x="324254" y="112851"/>
                    <a:pt x="324254" y="112039"/>
                    <a:pt x="325877" y="107980"/>
                  </a:cubicBezTo>
                  <a:cubicBezTo>
                    <a:pt x="326688" y="106356"/>
                    <a:pt x="327500" y="106356"/>
                    <a:pt x="328311" y="106356"/>
                  </a:cubicBezTo>
                  <a:close/>
                  <a:moveTo>
                    <a:pt x="321820" y="64950"/>
                  </a:moveTo>
                  <a:cubicBezTo>
                    <a:pt x="324254" y="62515"/>
                    <a:pt x="326688" y="60891"/>
                    <a:pt x="326688" y="60079"/>
                  </a:cubicBezTo>
                  <a:cubicBezTo>
                    <a:pt x="327500" y="60079"/>
                    <a:pt x="326688" y="60891"/>
                    <a:pt x="325877" y="63327"/>
                  </a:cubicBezTo>
                  <a:cubicBezTo>
                    <a:pt x="325065" y="64138"/>
                    <a:pt x="325065" y="65762"/>
                    <a:pt x="325877" y="66574"/>
                  </a:cubicBezTo>
                  <a:cubicBezTo>
                    <a:pt x="325877" y="67386"/>
                    <a:pt x="325065" y="68198"/>
                    <a:pt x="323443" y="69010"/>
                  </a:cubicBezTo>
                  <a:cubicBezTo>
                    <a:pt x="321820" y="69822"/>
                    <a:pt x="321009" y="70634"/>
                    <a:pt x="321820" y="71445"/>
                  </a:cubicBezTo>
                  <a:cubicBezTo>
                    <a:pt x="321820" y="72257"/>
                    <a:pt x="321820" y="73069"/>
                    <a:pt x="321009" y="73069"/>
                  </a:cubicBezTo>
                  <a:cubicBezTo>
                    <a:pt x="316952" y="72257"/>
                    <a:pt x="317764" y="69010"/>
                    <a:pt x="321820" y="64950"/>
                  </a:cubicBezTo>
                  <a:close/>
                  <a:moveTo>
                    <a:pt x="318575" y="116099"/>
                  </a:moveTo>
                  <a:cubicBezTo>
                    <a:pt x="320198" y="114475"/>
                    <a:pt x="321820" y="113663"/>
                    <a:pt x="323443" y="114475"/>
                  </a:cubicBezTo>
                  <a:cubicBezTo>
                    <a:pt x="325877" y="116099"/>
                    <a:pt x="325877" y="116099"/>
                    <a:pt x="324254" y="117723"/>
                  </a:cubicBezTo>
                  <a:cubicBezTo>
                    <a:pt x="322631" y="118535"/>
                    <a:pt x="321820" y="118535"/>
                    <a:pt x="321820" y="117723"/>
                  </a:cubicBezTo>
                  <a:cubicBezTo>
                    <a:pt x="321820" y="116099"/>
                    <a:pt x="321009" y="116099"/>
                    <a:pt x="319386" y="117723"/>
                  </a:cubicBezTo>
                  <a:cubicBezTo>
                    <a:pt x="316952" y="120970"/>
                    <a:pt x="315330" y="118535"/>
                    <a:pt x="318575" y="116099"/>
                  </a:cubicBezTo>
                  <a:close/>
                  <a:moveTo>
                    <a:pt x="302349" y="76317"/>
                  </a:moveTo>
                  <a:cubicBezTo>
                    <a:pt x="302349" y="75505"/>
                    <a:pt x="303160" y="74693"/>
                    <a:pt x="303971" y="74693"/>
                  </a:cubicBezTo>
                  <a:cubicBezTo>
                    <a:pt x="303971" y="74693"/>
                    <a:pt x="304782" y="75505"/>
                    <a:pt x="304782" y="76317"/>
                  </a:cubicBezTo>
                  <a:cubicBezTo>
                    <a:pt x="304782" y="77129"/>
                    <a:pt x="303971" y="77941"/>
                    <a:pt x="303160" y="77941"/>
                  </a:cubicBezTo>
                  <a:cubicBezTo>
                    <a:pt x="302349" y="77129"/>
                    <a:pt x="302349" y="77129"/>
                    <a:pt x="302349" y="76317"/>
                  </a:cubicBezTo>
                  <a:close/>
                  <a:moveTo>
                    <a:pt x="309651" y="79564"/>
                  </a:moveTo>
                  <a:cubicBezTo>
                    <a:pt x="311273" y="76317"/>
                    <a:pt x="312896" y="74693"/>
                    <a:pt x="314518" y="74693"/>
                  </a:cubicBezTo>
                  <a:cubicBezTo>
                    <a:pt x="316952" y="76317"/>
                    <a:pt x="316952" y="77129"/>
                    <a:pt x="314518" y="79564"/>
                  </a:cubicBezTo>
                  <a:cubicBezTo>
                    <a:pt x="313707" y="80376"/>
                    <a:pt x="312896" y="82000"/>
                    <a:pt x="312896" y="83624"/>
                  </a:cubicBezTo>
                  <a:cubicBezTo>
                    <a:pt x="312896" y="84435"/>
                    <a:pt x="312084" y="86059"/>
                    <a:pt x="310462" y="86059"/>
                  </a:cubicBezTo>
                  <a:cubicBezTo>
                    <a:pt x="308839" y="86059"/>
                    <a:pt x="308028" y="87683"/>
                    <a:pt x="308028" y="90119"/>
                  </a:cubicBezTo>
                  <a:cubicBezTo>
                    <a:pt x="308028" y="92554"/>
                    <a:pt x="306405" y="94178"/>
                    <a:pt x="305594" y="93366"/>
                  </a:cubicBezTo>
                  <a:cubicBezTo>
                    <a:pt x="304782" y="92554"/>
                    <a:pt x="303971" y="94178"/>
                    <a:pt x="303160" y="96614"/>
                  </a:cubicBezTo>
                  <a:cubicBezTo>
                    <a:pt x="302349" y="99049"/>
                    <a:pt x="300726" y="100673"/>
                    <a:pt x="299915" y="100673"/>
                  </a:cubicBezTo>
                  <a:cubicBezTo>
                    <a:pt x="299104" y="100673"/>
                    <a:pt x="299104" y="101485"/>
                    <a:pt x="299104" y="103109"/>
                  </a:cubicBezTo>
                  <a:cubicBezTo>
                    <a:pt x="299104" y="103921"/>
                    <a:pt x="297481" y="107980"/>
                    <a:pt x="293424" y="112039"/>
                  </a:cubicBezTo>
                  <a:cubicBezTo>
                    <a:pt x="289368" y="115287"/>
                    <a:pt x="286934" y="119346"/>
                    <a:pt x="286122" y="120158"/>
                  </a:cubicBezTo>
                  <a:cubicBezTo>
                    <a:pt x="286122" y="120970"/>
                    <a:pt x="284499" y="121782"/>
                    <a:pt x="282877" y="123406"/>
                  </a:cubicBezTo>
                  <a:cubicBezTo>
                    <a:pt x="282066" y="124218"/>
                    <a:pt x="280443" y="126653"/>
                    <a:pt x="281255" y="126653"/>
                  </a:cubicBezTo>
                  <a:cubicBezTo>
                    <a:pt x="282066" y="127465"/>
                    <a:pt x="281255" y="127465"/>
                    <a:pt x="280443" y="127465"/>
                  </a:cubicBezTo>
                  <a:cubicBezTo>
                    <a:pt x="279632" y="127465"/>
                    <a:pt x="278821" y="127465"/>
                    <a:pt x="278821" y="127465"/>
                  </a:cubicBezTo>
                  <a:cubicBezTo>
                    <a:pt x="278821" y="127465"/>
                    <a:pt x="277198" y="129901"/>
                    <a:pt x="276386" y="132336"/>
                  </a:cubicBezTo>
                  <a:cubicBezTo>
                    <a:pt x="274764" y="134772"/>
                    <a:pt x="273952" y="137208"/>
                    <a:pt x="273952" y="138020"/>
                  </a:cubicBezTo>
                  <a:cubicBezTo>
                    <a:pt x="273952" y="139643"/>
                    <a:pt x="273141" y="139643"/>
                    <a:pt x="272330" y="140455"/>
                  </a:cubicBezTo>
                  <a:cubicBezTo>
                    <a:pt x="271519" y="140455"/>
                    <a:pt x="267462" y="144515"/>
                    <a:pt x="262594" y="148574"/>
                  </a:cubicBezTo>
                  <a:cubicBezTo>
                    <a:pt x="257726" y="153445"/>
                    <a:pt x="253670" y="156693"/>
                    <a:pt x="253670" y="156693"/>
                  </a:cubicBezTo>
                  <a:cubicBezTo>
                    <a:pt x="253670" y="156693"/>
                    <a:pt x="251236" y="158317"/>
                    <a:pt x="249613" y="160752"/>
                  </a:cubicBezTo>
                  <a:cubicBezTo>
                    <a:pt x="247990" y="163188"/>
                    <a:pt x="246368" y="164812"/>
                    <a:pt x="245556" y="163188"/>
                  </a:cubicBezTo>
                  <a:cubicBezTo>
                    <a:pt x="245556" y="162376"/>
                    <a:pt x="247990" y="159129"/>
                    <a:pt x="250425" y="156693"/>
                  </a:cubicBezTo>
                  <a:cubicBezTo>
                    <a:pt x="252858" y="154257"/>
                    <a:pt x="255292" y="151822"/>
                    <a:pt x="255292" y="151010"/>
                  </a:cubicBezTo>
                  <a:cubicBezTo>
                    <a:pt x="255292" y="147762"/>
                    <a:pt x="271519" y="128277"/>
                    <a:pt x="272330" y="128277"/>
                  </a:cubicBezTo>
                  <a:cubicBezTo>
                    <a:pt x="273141" y="128277"/>
                    <a:pt x="273952" y="126653"/>
                    <a:pt x="274764" y="124218"/>
                  </a:cubicBezTo>
                  <a:cubicBezTo>
                    <a:pt x="275575" y="121782"/>
                    <a:pt x="278821" y="117723"/>
                    <a:pt x="282066" y="113663"/>
                  </a:cubicBezTo>
                  <a:cubicBezTo>
                    <a:pt x="286122" y="109604"/>
                    <a:pt x="288556" y="105544"/>
                    <a:pt x="288556" y="104732"/>
                  </a:cubicBezTo>
                  <a:cubicBezTo>
                    <a:pt x="288556" y="102297"/>
                    <a:pt x="295047" y="95802"/>
                    <a:pt x="300726" y="90119"/>
                  </a:cubicBezTo>
                  <a:cubicBezTo>
                    <a:pt x="304782" y="86871"/>
                    <a:pt x="308028" y="82812"/>
                    <a:pt x="309651" y="79564"/>
                  </a:cubicBezTo>
                  <a:close/>
                  <a:moveTo>
                    <a:pt x="295858" y="84435"/>
                  </a:moveTo>
                  <a:cubicBezTo>
                    <a:pt x="296669" y="83624"/>
                    <a:pt x="297481" y="82812"/>
                    <a:pt x="298292" y="83624"/>
                  </a:cubicBezTo>
                  <a:cubicBezTo>
                    <a:pt x="299104" y="84435"/>
                    <a:pt x="297481" y="86059"/>
                    <a:pt x="295858" y="86059"/>
                  </a:cubicBezTo>
                  <a:cubicBezTo>
                    <a:pt x="295047" y="86059"/>
                    <a:pt x="295047" y="86059"/>
                    <a:pt x="295858" y="84435"/>
                  </a:cubicBezTo>
                  <a:close/>
                  <a:moveTo>
                    <a:pt x="239066" y="159129"/>
                  </a:moveTo>
                  <a:cubicBezTo>
                    <a:pt x="239877" y="157505"/>
                    <a:pt x="241500" y="155881"/>
                    <a:pt x="243123" y="154257"/>
                  </a:cubicBezTo>
                  <a:cubicBezTo>
                    <a:pt x="246368" y="151010"/>
                    <a:pt x="249613" y="146138"/>
                    <a:pt x="252047" y="142079"/>
                  </a:cubicBezTo>
                  <a:cubicBezTo>
                    <a:pt x="254481" y="138832"/>
                    <a:pt x="257726" y="133960"/>
                    <a:pt x="260160" y="132336"/>
                  </a:cubicBezTo>
                  <a:cubicBezTo>
                    <a:pt x="262594" y="130713"/>
                    <a:pt x="264217" y="128277"/>
                    <a:pt x="263405" y="128277"/>
                  </a:cubicBezTo>
                  <a:cubicBezTo>
                    <a:pt x="262594" y="128277"/>
                    <a:pt x="265839" y="123406"/>
                    <a:pt x="277198" y="109604"/>
                  </a:cubicBezTo>
                  <a:cubicBezTo>
                    <a:pt x="281255" y="104732"/>
                    <a:pt x="286122" y="99049"/>
                    <a:pt x="287745" y="95802"/>
                  </a:cubicBezTo>
                  <a:cubicBezTo>
                    <a:pt x="289368" y="93366"/>
                    <a:pt x="291802" y="91742"/>
                    <a:pt x="291802" y="91742"/>
                  </a:cubicBezTo>
                  <a:cubicBezTo>
                    <a:pt x="291802" y="91742"/>
                    <a:pt x="290990" y="94178"/>
                    <a:pt x="289368" y="96614"/>
                  </a:cubicBezTo>
                  <a:cubicBezTo>
                    <a:pt x="287745" y="99049"/>
                    <a:pt x="283688" y="103109"/>
                    <a:pt x="281255" y="106356"/>
                  </a:cubicBezTo>
                  <a:cubicBezTo>
                    <a:pt x="278821" y="109604"/>
                    <a:pt x="276386" y="113663"/>
                    <a:pt x="274764" y="115287"/>
                  </a:cubicBezTo>
                  <a:cubicBezTo>
                    <a:pt x="273141" y="116911"/>
                    <a:pt x="271519" y="119346"/>
                    <a:pt x="270708" y="120970"/>
                  </a:cubicBezTo>
                  <a:cubicBezTo>
                    <a:pt x="269085" y="122594"/>
                    <a:pt x="267462" y="125841"/>
                    <a:pt x="265839" y="128277"/>
                  </a:cubicBezTo>
                  <a:cubicBezTo>
                    <a:pt x="261783" y="133148"/>
                    <a:pt x="257726" y="139643"/>
                    <a:pt x="249613" y="148574"/>
                  </a:cubicBezTo>
                  <a:cubicBezTo>
                    <a:pt x="247179" y="151822"/>
                    <a:pt x="244745" y="155069"/>
                    <a:pt x="244745" y="156693"/>
                  </a:cubicBezTo>
                  <a:cubicBezTo>
                    <a:pt x="244745" y="157505"/>
                    <a:pt x="243123" y="159129"/>
                    <a:pt x="242311" y="159941"/>
                  </a:cubicBezTo>
                  <a:cubicBezTo>
                    <a:pt x="239877" y="161564"/>
                    <a:pt x="239877" y="161564"/>
                    <a:pt x="242311" y="161564"/>
                  </a:cubicBezTo>
                  <a:cubicBezTo>
                    <a:pt x="243934" y="161564"/>
                    <a:pt x="244745" y="162376"/>
                    <a:pt x="243934" y="162376"/>
                  </a:cubicBezTo>
                  <a:cubicBezTo>
                    <a:pt x="243934" y="163188"/>
                    <a:pt x="235821" y="164000"/>
                    <a:pt x="239066" y="159129"/>
                  </a:cubicBezTo>
                  <a:close/>
                  <a:moveTo>
                    <a:pt x="230953" y="171307"/>
                  </a:moveTo>
                  <a:cubicBezTo>
                    <a:pt x="231764" y="169683"/>
                    <a:pt x="237443" y="161564"/>
                    <a:pt x="238255" y="164812"/>
                  </a:cubicBezTo>
                  <a:cubicBezTo>
                    <a:pt x="239066" y="167247"/>
                    <a:pt x="226085" y="180238"/>
                    <a:pt x="225274" y="180238"/>
                  </a:cubicBezTo>
                  <a:cubicBezTo>
                    <a:pt x="224462" y="180238"/>
                    <a:pt x="226085" y="177802"/>
                    <a:pt x="230953" y="171307"/>
                  </a:cubicBezTo>
                  <a:close/>
                  <a:moveTo>
                    <a:pt x="56520" y="122594"/>
                  </a:moveTo>
                  <a:cubicBezTo>
                    <a:pt x="58143" y="120970"/>
                    <a:pt x="58954" y="119346"/>
                    <a:pt x="58954" y="120158"/>
                  </a:cubicBezTo>
                  <a:cubicBezTo>
                    <a:pt x="58954" y="121782"/>
                    <a:pt x="54897" y="127465"/>
                    <a:pt x="54086" y="126653"/>
                  </a:cubicBezTo>
                  <a:cubicBezTo>
                    <a:pt x="54086" y="125841"/>
                    <a:pt x="54897" y="124218"/>
                    <a:pt x="56520" y="122594"/>
                  </a:cubicBezTo>
                  <a:close/>
                  <a:moveTo>
                    <a:pt x="54897" y="142891"/>
                  </a:moveTo>
                  <a:cubicBezTo>
                    <a:pt x="55709" y="141267"/>
                    <a:pt x="58954" y="144515"/>
                    <a:pt x="55709" y="144515"/>
                  </a:cubicBezTo>
                  <a:cubicBezTo>
                    <a:pt x="54086" y="144515"/>
                    <a:pt x="54086" y="143703"/>
                    <a:pt x="54897" y="142891"/>
                  </a:cubicBezTo>
                  <a:close/>
                  <a:moveTo>
                    <a:pt x="54086" y="146950"/>
                  </a:moveTo>
                  <a:cubicBezTo>
                    <a:pt x="54086" y="147762"/>
                    <a:pt x="50841" y="151010"/>
                    <a:pt x="50030" y="151822"/>
                  </a:cubicBezTo>
                  <a:cubicBezTo>
                    <a:pt x="45973" y="156693"/>
                    <a:pt x="52464" y="146950"/>
                    <a:pt x="54086" y="146950"/>
                  </a:cubicBezTo>
                  <a:close/>
                  <a:moveTo>
                    <a:pt x="47596" y="135584"/>
                  </a:moveTo>
                  <a:cubicBezTo>
                    <a:pt x="48407" y="133148"/>
                    <a:pt x="49218" y="132336"/>
                    <a:pt x="50030" y="132336"/>
                  </a:cubicBezTo>
                  <a:cubicBezTo>
                    <a:pt x="50841" y="132336"/>
                    <a:pt x="50030" y="137208"/>
                    <a:pt x="45973" y="141267"/>
                  </a:cubicBezTo>
                  <a:cubicBezTo>
                    <a:pt x="45973" y="139643"/>
                    <a:pt x="47596" y="137208"/>
                    <a:pt x="47596" y="135584"/>
                  </a:cubicBezTo>
                  <a:close/>
                  <a:moveTo>
                    <a:pt x="46784" y="156693"/>
                  </a:moveTo>
                  <a:cubicBezTo>
                    <a:pt x="49218" y="156693"/>
                    <a:pt x="46784" y="160752"/>
                    <a:pt x="45161" y="160752"/>
                  </a:cubicBezTo>
                  <a:cubicBezTo>
                    <a:pt x="44350" y="160752"/>
                    <a:pt x="44350" y="160752"/>
                    <a:pt x="43539" y="159129"/>
                  </a:cubicBezTo>
                  <a:cubicBezTo>
                    <a:pt x="43539" y="157505"/>
                    <a:pt x="45161" y="156693"/>
                    <a:pt x="46784" y="156693"/>
                  </a:cubicBezTo>
                  <a:close/>
                  <a:moveTo>
                    <a:pt x="42728" y="170495"/>
                  </a:moveTo>
                  <a:lnTo>
                    <a:pt x="42728" y="170495"/>
                  </a:lnTo>
                  <a:cubicBezTo>
                    <a:pt x="40294" y="173742"/>
                    <a:pt x="42728" y="170495"/>
                    <a:pt x="41105" y="174554"/>
                  </a:cubicBezTo>
                  <a:cubicBezTo>
                    <a:pt x="41105" y="175366"/>
                    <a:pt x="39483" y="176990"/>
                    <a:pt x="38671" y="176990"/>
                  </a:cubicBezTo>
                  <a:cubicBezTo>
                    <a:pt x="37860" y="176990"/>
                    <a:pt x="37048" y="175366"/>
                    <a:pt x="40294" y="171307"/>
                  </a:cubicBezTo>
                  <a:cubicBezTo>
                    <a:pt x="41105" y="170495"/>
                    <a:pt x="41917" y="169683"/>
                    <a:pt x="42728" y="170495"/>
                  </a:cubicBezTo>
                  <a:close/>
                  <a:moveTo>
                    <a:pt x="41105" y="151822"/>
                  </a:moveTo>
                  <a:cubicBezTo>
                    <a:pt x="41917" y="153445"/>
                    <a:pt x="40294" y="155881"/>
                    <a:pt x="38671" y="155881"/>
                  </a:cubicBezTo>
                  <a:cubicBezTo>
                    <a:pt x="35426" y="158317"/>
                    <a:pt x="39483" y="148574"/>
                    <a:pt x="41105" y="151822"/>
                  </a:cubicBezTo>
                  <a:close/>
                  <a:moveTo>
                    <a:pt x="9464" y="211901"/>
                  </a:moveTo>
                  <a:lnTo>
                    <a:pt x="8652" y="212713"/>
                  </a:lnTo>
                  <a:cubicBezTo>
                    <a:pt x="7841" y="209465"/>
                    <a:pt x="10275" y="208653"/>
                    <a:pt x="9464" y="211901"/>
                  </a:cubicBezTo>
                  <a:close/>
                  <a:moveTo>
                    <a:pt x="13520" y="233010"/>
                  </a:moveTo>
                  <a:cubicBezTo>
                    <a:pt x="11898" y="235445"/>
                    <a:pt x="11898" y="230574"/>
                    <a:pt x="13520" y="231386"/>
                  </a:cubicBezTo>
                  <a:cubicBezTo>
                    <a:pt x="14332" y="232198"/>
                    <a:pt x="13520" y="233010"/>
                    <a:pt x="13520" y="233010"/>
                  </a:cubicBezTo>
                  <a:close/>
                  <a:moveTo>
                    <a:pt x="24067" y="224891"/>
                  </a:moveTo>
                  <a:cubicBezTo>
                    <a:pt x="24067" y="224891"/>
                    <a:pt x="23256" y="226515"/>
                    <a:pt x="22445" y="226515"/>
                  </a:cubicBezTo>
                  <a:cubicBezTo>
                    <a:pt x="21634" y="224891"/>
                    <a:pt x="25690" y="220020"/>
                    <a:pt x="24067" y="224891"/>
                  </a:cubicBezTo>
                  <a:close/>
                  <a:moveTo>
                    <a:pt x="19200" y="217584"/>
                  </a:moveTo>
                  <a:cubicBezTo>
                    <a:pt x="15954" y="216772"/>
                    <a:pt x="19200" y="211089"/>
                    <a:pt x="23256" y="211089"/>
                  </a:cubicBezTo>
                  <a:cubicBezTo>
                    <a:pt x="24067" y="211089"/>
                    <a:pt x="25690" y="211901"/>
                    <a:pt x="26501" y="213524"/>
                  </a:cubicBezTo>
                  <a:cubicBezTo>
                    <a:pt x="28124" y="214336"/>
                    <a:pt x="20822" y="216772"/>
                    <a:pt x="19200" y="217584"/>
                  </a:cubicBezTo>
                  <a:close/>
                  <a:moveTo>
                    <a:pt x="27313" y="175366"/>
                  </a:moveTo>
                  <a:cubicBezTo>
                    <a:pt x="27313" y="175366"/>
                    <a:pt x="27313" y="175366"/>
                    <a:pt x="27313" y="174554"/>
                  </a:cubicBezTo>
                  <a:cubicBezTo>
                    <a:pt x="28124" y="171307"/>
                    <a:pt x="30558" y="174554"/>
                    <a:pt x="27313" y="175366"/>
                  </a:cubicBezTo>
                  <a:close/>
                  <a:moveTo>
                    <a:pt x="32181" y="188356"/>
                  </a:moveTo>
                  <a:cubicBezTo>
                    <a:pt x="34614" y="185921"/>
                    <a:pt x="35426" y="186732"/>
                    <a:pt x="34614" y="189168"/>
                  </a:cubicBezTo>
                  <a:cubicBezTo>
                    <a:pt x="34614" y="192416"/>
                    <a:pt x="31370" y="194039"/>
                    <a:pt x="30558" y="194039"/>
                  </a:cubicBezTo>
                  <a:cubicBezTo>
                    <a:pt x="28935" y="194039"/>
                    <a:pt x="28124" y="192416"/>
                    <a:pt x="32181" y="188356"/>
                  </a:cubicBezTo>
                  <a:close/>
                  <a:moveTo>
                    <a:pt x="85727" y="475762"/>
                  </a:moveTo>
                  <a:cubicBezTo>
                    <a:pt x="85727" y="474138"/>
                    <a:pt x="86539" y="473326"/>
                    <a:pt x="87350" y="473326"/>
                  </a:cubicBezTo>
                  <a:cubicBezTo>
                    <a:pt x="88973" y="473326"/>
                    <a:pt x="88162" y="475762"/>
                    <a:pt x="86539" y="477385"/>
                  </a:cubicBezTo>
                  <a:cubicBezTo>
                    <a:pt x="85727" y="477385"/>
                    <a:pt x="85727" y="477385"/>
                    <a:pt x="85727" y="475762"/>
                  </a:cubicBezTo>
                  <a:close/>
                  <a:moveTo>
                    <a:pt x="154689" y="285782"/>
                  </a:moveTo>
                  <a:cubicBezTo>
                    <a:pt x="155501" y="284158"/>
                    <a:pt x="165237" y="265485"/>
                    <a:pt x="165237" y="271168"/>
                  </a:cubicBezTo>
                  <a:cubicBezTo>
                    <a:pt x="165237" y="271980"/>
                    <a:pt x="158746" y="281723"/>
                    <a:pt x="157935" y="282534"/>
                  </a:cubicBezTo>
                  <a:cubicBezTo>
                    <a:pt x="155501" y="284158"/>
                    <a:pt x="155501" y="289029"/>
                    <a:pt x="154689" y="286594"/>
                  </a:cubicBezTo>
                  <a:lnTo>
                    <a:pt x="154689" y="285782"/>
                  </a:lnTo>
                  <a:close/>
                  <a:moveTo>
                    <a:pt x="122236" y="339366"/>
                  </a:moveTo>
                  <a:cubicBezTo>
                    <a:pt x="125482" y="334495"/>
                    <a:pt x="126293" y="334495"/>
                    <a:pt x="128727" y="329623"/>
                  </a:cubicBezTo>
                  <a:cubicBezTo>
                    <a:pt x="131161" y="323940"/>
                    <a:pt x="135218" y="328000"/>
                    <a:pt x="131161" y="330435"/>
                  </a:cubicBezTo>
                  <a:cubicBezTo>
                    <a:pt x="128727" y="332059"/>
                    <a:pt x="132784" y="332059"/>
                    <a:pt x="128727" y="335306"/>
                  </a:cubicBezTo>
                  <a:cubicBezTo>
                    <a:pt x="127105" y="336930"/>
                    <a:pt x="126293" y="338554"/>
                    <a:pt x="126293" y="340178"/>
                  </a:cubicBezTo>
                  <a:cubicBezTo>
                    <a:pt x="126293" y="341802"/>
                    <a:pt x="125482" y="342614"/>
                    <a:pt x="123859" y="341802"/>
                  </a:cubicBezTo>
                  <a:cubicBezTo>
                    <a:pt x="122236" y="341802"/>
                    <a:pt x="121425" y="340990"/>
                    <a:pt x="122236" y="342614"/>
                  </a:cubicBezTo>
                  <a:cubicBezTo>
                    <a:pt x="123048" y="344237"/>
                    <a:pt x="122236" y="344237"/>
                    <a:pt x="121425" y="344237"/>
                  </a:cubicBezTo>
                  <a:cubicBezTo>
                    <a:pt x="119803" y="344237"/>
                    <a:pt x="119803" y="343425"/>
                    <a:pt x="122236" y="339366"/>
                  </a:cubicBezTo>
                  <a:close/>
                  <a:moveTo>
                    <a:pt x="108444" y="364534"/>
                  </a:moveTo>
                  <a:cubicBezTo>
                    <a:pt x="109256" y="364534"/>
                    <a:pt x="110878" y="359663"/>
                    <a:pt x="113312" y="354792"/>
                  </a:cubicBezTo>
                  <a:cubicBezTo>
                    <a:pt x="115746" y="349920"/>
                    <a:pt x="118180" y="346673"/>
                    <a:pt x="118180" y="346673"/>
                  </a:cubicBezTo>
                  <a:cubicBezTo>
                    <a:pt x="120614" y="346673"/>
                    <a:pt x="120614" y="349108"/>
                    <a:pt x="118180" y="349920"/>
                  </a:cubicBezTo>
                  <a:cubicBezTo>
                    <a:pt x="116558" y="350732"/>
                    <a:pt x="116558" y="351544"/>
                    <a:pt x="116558" y="352356"/>
                  </a:cubicBezTo>
                  <a:cubicBezTo>
                    <a:pt x="116558" y="353980"/>
                    <a:pt x="116558" y="353980"/>
                    <a:pt x="115746" y="353980"/>
                  </a:cubicBezTo>
                  <a:cubicBezTo>
                    <a:pt x="114123" y="353980"/>
                    <a:pt x="114123" y="353980"/>
                    <a:pt x="114123" y="354792"/>
                  </a:cubicBezTo>
                  <a:cubicBezTo>
                    <a:pt x="115746" y="358039"/>
                    <a:pt x="103576" y="381584"/>
                    <a:pt x="99520" y="381584"/>
                  </a:cubicBezTo>
                  <a:cubicBezTo>
                    <a:pt x="99520" y="382396"/>
                    <a:pt x="107633" y="366158"/>
                    <a:pt x="108444" y="364534"/>
                  </a:cubicBezTo>
                  <a:close/>
                  <a:moveTo>
                    <a:pt x="95463" y="389703"/>
                  </a:moveTo>
                  <a:cubicBezTo>
                    <a:pt x="96275" y="388079"/>
                    <a:pt x="97897" y="386455"/>
                    <a:pt x="99520" y="385643"/>
                  </a:cubicBezTo>
                  <a:cubicBezTo>
                    <a:pt x="101142" y="384831"/>
                    <a:pt x="101954" y="384831"/>
                    <a:pt x="101954" y="384831"/>
                  </a:cubicBezTo>
                  <a:cubicBezTo>
                    <a:pt x="101142" y="388079"/>
                    <a:pt x="100331" y="388891"/>
                    <a:pt x="97897" y="390514"/>
                  </a:cubicBezTo>
                  <a:cubicBezTo>
                    <a:pt x="95463" y="392138"/>
                    <a:pt x="93840" y="392950"/>
                    <a:pt x="95463" y="389703"/>
                  </a:cubicBezTo>
                  <a:close/>
                  <a:moveTo>
                    <a:pt x="93029" y="397009"/>
                  </a:moveTo>
                  <a:cubicBezTo>
                    <a:pt x="93840" y="397009"/>
                    <a:pt x="94652" y="396197"/>
                    <a:pt x="93840" y="394574"/>
                  </a:cubicBezTo>
                  <a:cubicBezTo>
                    <a:pt x="93029" y="393762"/>
                    <a:pt x="93840" y="393762"/>
                    <a:pt x="94652" y="394574"/>
                  </a:cubicBezTo>
                  <a:cubicBezTo>
                    <a:pt x="97897" y="397009"/>
                    <a:pt x="97897" y="397821"/>
                    <a:pt x="95463" y="397821"/>
                  </a:cubicBezTo>
                  <a:cubicBezTo>
                    <a:pt x="93840" y="397821"/>
                    <a:pt x="88973" y="405940"/>
                    <a:pt x="88973" y="409188"/>
                  </a:cubicBezTo>
                  <a:cubicBezTo>
                    <a:pt x="88973" y="410811"/>
                    <a:pt x="84916" y="414871"/>
                    <a:pt x="84105" y="414059"/>
                  </a:cubicBezTo>
                  <a:cubicBezTo>
                    <a:pt x="83293" y="413247"/>
                    <a:pt x="91407" y="397009"/>
                    <a:pt x="93029" y="397009"/>
                  </a:cubicBezTo>
                  <a:close/>
                  <a:moveTo>
                    <a:pt x="75992" y="429485"/>
                  </a:moveTo>
                  <a:cubicBezTo>
                    <a:pt x="76803" y="427049"/>
                    <a:pt x="77614" y="425425"/>
                    <a:pt x="78426" y="424613"/>
                  </a:cubicBezTo>
                  <a:cubicBezTo>
                    <a:pt x="78426" y="424613"/>
                    <a:pt x="79237" y="422178"/>
                    <a:pt x="80860" y="419742"/>
                  </a:cubicBezTo>
                  <a:cubicBezTo>
                    <a:pt x="81671" y="417306"/>
                    <a:pt x="83293" y="415683"/>
                    <a:pt x="84105" y="415683"/>
                  </a:cubicBezTo>
                  <a:cubicBezTo>
                    <a:pt x="85727" y="415683"/>
                    <a:pt x="85727" y="416494"/>
                    <a:pt x="84916" y="417306"/>
                  </a:cubicBezTo>
                  <a:cubicBezTo>
                    <a:pt x="84916" y="417306"/>
                    <a:pt x="84105" y="418930"/>
                    <a:pt x="84105" y="419742"/>
                  </a:cubicBezTo>
                  <a:cubicBezTo>
                    <a:pt x="84105" y="423802"/>
                    <a:pt x="79237" y="431108"/>
                    <a:pt x="77614" y="431920"/>
                  </a:cubicBezTo>
                  <a:cubicBezTo>
                    <a:pt x="75180" y="433544"/>
                    <a:pt x="75180" y="432732"/>
                    <a:pt x="75992" y="429485"/>
                  </a:cubicBezTo>
                  <a:close/>
                  <a:moveTo>
                    <a:pt x="73558" y="439227"/>
                  </a:moveTo>
                  <a:cubicBezTo>
                    <a:pt x="74369" y="439227"/>
                    <a:pt x="74369" y="440039"/>
                    <a:pt x="75180" y="440039"/>
                  </a:cubicBezTo>
                  <a:cubicBezTo>
                    <a:pt x="75180" y="440851"/>
                    <a:pt x="74369" y="440851"/>
                    <a:pt x="73558" y="440851"/>
                  </a:cubicBezTo>
                  <a:cubicBezTo>
                    <a:pt x="72746" y="440851"/>
                    <a:pt x="71935" y="440039"/>
                    <a:pt x="71935" y="439227"/>
                  </a:cubicBezTo>
                  <a:cubicBezTo>
                    <a:pt x="71935" y="438415"/>
                    <a:pt x="72746" y="438415"/>
                    <a:pt x="73558" y="439227"/>
                  </a:cubicBezTo>
                  <a:close/>
                  <a:moveTo>
                    <a:pt x="67067" y="452217"/>
                  </a:moveTo>
                  <a:cubicBezTo>
                    <a:pt x="68690" y="451405"/>
                    <a:pt x="69501" y="449782"/>
                    <a:pt x="69501" y="448158"/>
                  </a:cubicBezTo>
                  <a:cubicBezTo>
                    <a:pt x="69501" y="444099"/>
                    <a:pt x="70313" y="443287"/>
                    <a:pt x="71935" y="444099"/>
                  </a:cubicBezTo>
                  <a:cubicBezTo>
                    <a:pt x="73558" y="444910"/>
                    <a:pt x="74369" y="445722"/>
                    <a:pt x="74369" y="445722"/>
                  </a:cubicBezTo>
                  <a:cubicBezTo>
                    <a:pt x="74369" y="447346"/>
                    <a:pt x="68690" y="453029"/>
                    <a:pt x="67067" y="453029"/>
                  </a:cubicBezTo>
                  <a:cubicBezTo>
                    <a:pt x="65444" y="453841"/>
                    <a:pt x="65444" y="453841"/>
                    <a:pt x="67067" y="452217"/>
                  </a:cubicBezTo>
                  <a:close/>
                  <a:moveTo>
                    <a:pt x="54897" y="482257"/>
                  </a:moveTo>
                  <a:cubicBezTo>
                    <a:pt x="55709" y="482257"/>
                    <a:pt x="56520" y="482257"/>
                    <a:pt x="56520" y="483069"/>
                  </a:cubicBezTo>
                  <a:cubicBezTo>
                    <a:pt x="56520" y="483069"/>
                    <a:pt x="56520" y="484693"/>
                    <a:pt x="54897" y="484693"/>
                  </a:cubicBezTo>
                  <a:cubicBezTo>
                    <a:pt x="54086" y="484693"/>
                    <a:pt x="53275" y="484693"/>
                    <a:pt x="53275" y="483881"/>
                  </a:cubicBezTo>
                  <a:cubicBezTo>
                    <a:pt x="54086" y="483069"/>
                    <a:pt x="54086" y="482257"/>
                    <a:pt x="54897" y="482257"/>
                  </a:cubicBezTo>
                  <a:close/>
                  <a:moveTo>
                    <a:pt x="51652" y="496871"/>
                  </a:moveTo>
                  <a:cubicBezTo>
                    <a:pt x="50841" y="496871"/>
                    <a:pt x="50841" y="496059"/>
                    <a:pt x="50841" y="495247"/>
                  </a:cubicBezTo>
                  <a:cubicBezTo>
                    <a:pt x="51652" y="494435"/>
                    <a:pt x="52464" y="493623"/>
                    <a:pt x="52464" y="493623"/>
                  </a:cubicBezTo>
                  <a:cubicBezTo>
                    <a:pt x="52464" y="493623"/>
                    <a:pt x="53275" y="494435"/>
                    <a:pt x="53275" y="494435"/>
                  </a:cubicBezTo>
                  <a:cubicBezTo>
                    <a:pt x="52464" y="496059"/>
                    <a:pt x="52464" y="496871"/>
                    <a:pt x="51652" y="496871"/>
                  </a:cubicBezTo>
                  <a:close/>
                  <a:moveTo>
                    <a:pt x="54086" y="525287"/>
                  </a:moveTo>
                  <a:cubicBezTo>
                    <a:pt x="53275" y="525287"/>
                    <a:pt x="52464" y="524475"/>
                    <a:pt x="53275" y="523663"/>
                  </a:cubicBezTo>
                  <a:cubicBezTo>
                    <a:pt x="53275" y="522039"/>
                    <a:pt x="54086" y="522039"/>
                    <a:pt x="54897" y="522039"/>
                  </a:cubicBezTo>
                  <a:cubicBezTo>
                    <a:pt x="54897" y="522039"/>
                    <a:pt x="55709" y="522851"/>
                    <a:pt x="55709" y="523663"/>
                  </a:cubicBezTo>
                  <a:cubicBezTo>
                    <a:pt x="55709" y="524475"/>
                    <a:pt x="54897" y="525287"/>
                    <a:pt x="54086" y="525287"/>
                  </a:cubicBezTo>
                  <a:close/>
                  <a:moveTo>
                    <a:pt x="54897" y="520415"/>
                  </a:moveTo>
                  <a:cubicBezTo>
                    <a:pt x="54086" y="519603"/>
                    <a:pt x="53275" y="519603"/>
                    <a:pt x="53275" y="518791"/>
                  </a:cubicBezTo>
                  <a:cubicBezTo>
                    <a:pt x="53275" y="518791"/>
                    <a:pt x="54086" y="517979"/>
                    <a:pt x="54897" y="517979"/>
                  </a:cubicBezTo>
                  <a:cubicBezTo>
                    <a:pt x="55709" y="517979"/>
                    <a:pt x="56520" y="518791"/>
                    <a:pt x="56520" y="519603"/>
                  </a:cubicBezTo>
                  <a:cubicBezTo>
                    <a:pt x="56520" y="520415"/>
                    <a:pt x="56520" y="521227"/>
                    <a:pt x="54897" y="520415"/>
                  </a:cubicBezTo>
                  <a:close/>
                  <a:moveTo>
                    <a:pt x="58143" y="472514"/>
                  </a:moveTo>
                  <a:cubicBezTo>
                    <a:pt x="58954" y="470891"/>
                    <a:pt x="60577" y="470079"/>
                    <a:pt x="60577" y="470079"/>
                  </a:cubicBezTo>
                  <a:cubicBezTo>
                    <a:pt x="61388" y="470891"/>
                    <a:pt x="60577" y="474950"/>
                    <a:pt x="58143" y="477385"/>
                  </a:cubicBezTo>
                  <a:cubicBezTo>
                    <a:pt x="55709" y="480633"/>
                    <a:pt x="55709" y="476574"/>
                    <a:pt x="58143" y="472514"/>
                  </a:cubicBezTo>
                  <a:close/>
                  <a:moveTo>
                    <a:pt x="64633" y="523663"/>
                  </a:moveTo>
                  <a:cubicBezTo>
                    <a:pt x="62199" y="526098"/>
                    <a:pt x="62199" y="523663"/>
                    <a:pt x="64633" y="519603"/>
                  </a:cubicBezTo>
                  <a:cubicBezTo>
                    <a:pt x="66256" y="517168"/>
                    <a:pt x="67067" y="517168"/>
                    <a:pt x="67067" y="518791"/>
                  </a:cubicBezTo>
                  <a:cubicBezTo>
                    <a:pt x="67067" y="520415"/>
                    <a:pt x="66256" y="522039"/>
                    <a:pt x="64633" y="523663"/>
                  </a:cubicBezTo>
                  <a:close/>
                  <a:moveTo>
                    <a:pt x="67879" y="511485"/>
                  </a:moveTo>
                  <a:cubicBezTo>
                    <a:pt x="66256" y="512296"/>
                    <a:pt x="66256" y="509861"/>
                    <a:pt x="68690" y="505801"/>
                  </a:cubicBezTo>
                  <a:cubicBezTo>
                    <a:pt x="70313" y="503366"/>
                    <a:pt x="70313" y="502554"/>
                    <a:pt x="70313" y="503366"/>
                  </a:cubicBezTo>
                  <a:cubicBezTo>
                    <a:pt x="69501" y="508237"/>
                    <a:pt x="68690" y="511485"/>
                    <a:pt x="67879" y="511485"/>
                  </a:cubicBezTo>
                  <a:close/>
                  <a:moveTo>
                    <a:pt x="71935" y="499306"/>
                  </a:moveTo>
                  <a:cubicBezTo>
                    <a:pt x="71124" y="500118"/>
                    <a:pt x="71124" y="499306"/>
                    <a:pt x="71124" y="498494"/>
                  </a:cubicBezTo>
                  <a:cubicBezTo>
                    <a:pt x="71124" y="496871"/>
                    <a:pt x="71935" y="496059"/>
                    <a:pt x="71935" y="496059"/>
                  </a:cubicBezTo>
                  <a:cubicBezTo>
                    <a:pt x="73558" y="495247"/>
                    <a:pt x="73558" y="498494"/>
                    <a:pt x="71935" y="499306"/>
                  </a:cubicBezTo>
                  <a:close/>
                  <a:moveTo>
                    <a:pt x="71935" y="494435"/>
                  </a:moveTo>
                  <a:cubicBezTo>
                    <a:pt x="70313" y="494435"/>
                    <a:pt x="70313" y="493623"/>
                    <a:pt x="70313" y="492811"/>
                  </a:cubicBezTo>
                  <a:cubicBezTo>
                    <a:pt x="70313" y="491999"/>
                    <a:pt x="71935" y="491188"/>
                    <a:pt x="72746" y="491188"/>
                  </a:cubicBezTo>
                  <a:cubicBezTo>
                    <a:pt x="73558" y="491188"/>
                    <a:pt x="74369" y="491999"/>
                    <a:pt x="74369" y="492811"/>
                  </a:cubicBezTo>
                  <a:cubicBezTo>
                    <a:pt x="74369" y="493623"/>
                    <a:pt x="73558" y="494435"/>
                    <a:pt x="71935" y="494435"/>
                  </a:cubicBezTo>
                  <a:close/>
                  <a:moveTo>
                    <a:pt x="74369" y="487940"/>
                  </a:moveTo>
                  <a:cubicBezTo>
                    <a:pt x="73558" y="489564"/>
                    <a:pt x="71935" y="488752"/>
                    <a:pt x="71935" y="488752"/>
                  </a:cubicBezTo>
                  <a:cubicBezTo>
                    <a:pt x="71935" y="487128"/>
                    <a:pt x="74369" y="485504"/>
                    <a:pt x="75992" y="485504"/>
                  </a:cubicBezTo>
                  <a:cubicBezTo>
                    <a:pt x="76803" y="486316"/>
                    <a:pt x="75992" y="487128"/>
                    <a:pt x="74369" y="487940"/>
                  </a:cubicBezTo>
                  <a:close/>
                  <a:moveTo>
                    <a:pt x="75992" y="483881"/>
                  </a:moveTo>
                  <a:cubicBezTo>
                    <a:pt x="75180" y="483881"/>
                    <a:pt x="73558" y="483069"/>
                    <a:pt x="73558" y="482257"/>
                  </a:cubicBezTo>
                  <a:cubicBezTo>
                    <a:pt x="73558" y="481445"/>
                    <a:pt x="74369" y="480633"/>
                    <a:pt x="75180" y="480633"/>
                  </a:cubicBezTo>
                  <a:cubicBezTo>
                    <a:pt x="75992" y="480633"/>
                    <a:pt x="76803" y="481445"/>
                    <a:pt x="77614" y="482257"/>
                  </a:cubicBezTo>
                  <a:cubicBezTo>
                    <a:pt x="78426" y="483069"/>
                    <a:pt x="77614" y="483881"/>
                    <a:pt x="75992" y="483881"/>
                  </a:cubicBezTo>
                  <a:close/>
                  <a:moveTo>
                    <a:pt x="78426" y="476574"/>
                  </a:moveTo>
                  <a:cubicBezTo>
                    <a:pt x="76803" y="476574"/>
                    <a:pt x="75992" y="475762"/>
                    <a:pt x="75992" y="474950"/>
                  </a:cubicBezTo>
                  <a:cubicBezTo>
                    <a:pt x="75992" y="474138"/>
                    <a:pt x="76803" y="474138"/>
                    <a:pt x="78426" y="474138"/>
                  </a:cubicBezTo>
                  <a:cubicBezTo>
                    <a:pt x="79237" y="474138"/>
                    <a:pt x="80860" y="474950"/>
                    <a:pt x="80860" y="474950"/>
                  </a:cubicBezTo>
                  <a:cubicBezTo>
                    <a:pt x="80860" y="476574"/>
                    <a:pt x="80048" y="476574"/>
                    <a:pt x="78426" y="476574"/>
                  </a:cubicBezTo>
                  <a:close/>
                  <a:moveTo>
                    <a:pt x="83293" y="468455"/>
                  </a:moveTo>
                  <a:cubicBezTo>
                    <a:pt x="83293" y="468455"/>
                    <a:pt x="82482" y="469267"/>
                    <a:pt x="82482" y="470079"/>
                  </a:cubicBezTo>
                  <a:cubicBezTo>
                    <a:pt x="82482" y="472514"/>
                    <a:pt x="75992" y="472514"/>
                    <a:pt x="75992" y="470891"/>
                  </a:cubicBezTo>
                  <a:cubicBezTo>
                    <a:pt x="75992" y="469267"/>
                    <a:pt x="81671" y="468455"/>
                    <a:pt x="83293" y="468455"/>
                  </a:cubicBezTo>
                  <a:close/>
                  <a:moveTo>
                    <a:pt x="98709" y="445722"/>
                  </a:moveTo>
                  <a:cubicBezTo>
                    <a:pt x="100331" y="441663"/>
                    <a:pt x="101954" y="438415"/>
                    <a:pt x="102765" y="438415"/>
                  </a:cubicBezTo>
                  <a:cubicBezTo>
                    <a:pt x="102765" y="438415"/>
                    <a:pt x="102765" y="439227"/>
                    <a:pt x="102765" y="440039"/>
                  </a:cubicBezTo>
                  <a:cubicBezTo>
                    <a:pt x="102765" y="440851"/>
                    <a:pt x="102765" y="442475"/>
                    <a:pt x="103576" y="443287"/>
                  </a:cubicBezTo>
                  <a:cubicBezTo>
                    <a:pt x="106010" y="445722"/>
                    <a:pt x="101954" y="450594"/>
                    <a:pt x="99520" y="449782"/>
                  </a:cubicBezTo>
                  <a:cubicBezTo>
                    <a:pt x="97897" y="448970"/>
                    <a:pt x="95463" y="453029"/>
                    <a:pt x="97086" y="454653"/>
                  </a:cubicBezTo>
                  <a:cubicBezTo>
                    <a:pt x="97897" y="455465"/>
                    <a:pt x="97086" y="456277"/>
                    <a:pt x="95463" y="456277"/>
                  </a:cubicBezTo>
                  <a:cubicBezTo>
                    <a:pt x="94652" y="456277"/>
                    <a:pt x="94652" y="455465"/>
                    <a:pt x="94652" y="454653"/>
                  </a:cubicBezTo>
                  <a:cubicBezTo>
                    <a:pt x="94652" y="453841"/>
                    <a:pt x="93840" y="452217"/>
                    <a:pt x="91407" y="452217"/>
                  </a:cubicBezTo>
                  <a:cubicBezTo>
                    <a:pt x="87350" y="450594"/>
                    <a:pt x="86539" y="449782"/>
                    <a:pt x="88973" y="448158"/>
                  </a:cubicBezTo>
                  <a:cubicBezTo>
                    <a:pt x="89784" y="447346"/>
                    <a:pt x="90595" y="448158"/>
                    <a:pt x="91407" y="449782"/>
                  </a:cubicBezTo>
                  <a:cubicBezTo>
                    <a:pt x="92218" y="452217"/>
                    <a:pt x="92218" y="451405"/>
                    <a:pt x="93840" y="448970"/>
                  </a:cubicBezTo>
                  <a:cubicBezTo>
                    <a:pt x="95463" y="445722"/>
                    <a:pt x="95463" y="444910"/>
                    <a:pt x="95463" y="449782"/>
                  </a:cubicBezTo>
                  <a:cubicBezTo>
                    <a:pt x="95463" y="451405"/>
                    <a:pt x="96275" y="451405"/>
                    <a:pt x="98709" y="445722"/>
                  </a:cubicBezTo>
                  <a:close/>
                  <a:moveTo>
                    <a:pt x="92218" y="439227"/>
                  </a:moveTo>
                  <a:cubicBezTo>
                    <a:pt x="92218" y="437603"/>
                    <a:pt x="93840" y="436791"/>
                    <a:pt x="94652" y="436791"/>
                  </a:cubicBezTo>
                  <a:cubicBezTo>
                    <a:pt x="97086" y="436791"/>
                    <a:pt x="97897" y="436791"/>
                    <a:pt x="95463" y="438415"/>
                  </a:cubicBezTo>
                  <a:cubicBezTo>
                    <a:pt x="94652" y="439227"/>
                    <a:pt x="93840" y="439227"/>
                    <a:pt x="93840" y="438415"/>
                  </a:cubicBezTo>
                  <a:cubicBezTo>
                    <a:pt x="93840" y="437603"/>
                    <a:pt x="93029" y="438415"/>
                    <a:pt x="92218" y="439227"/>
                  </a:cubicBezTo>
                  <a:cubicBezTo>
                    <a:pt x="92218" y="440851"/>
                    <a:pt x="92218" y="440851"/>
                    <a:pt x="92218" y="439227"/>
                  </a:cubicBezTo>
                  <a:close/>
                  <a:moveTo>
                    <a:pt x="110878" y="406752"/>
                  </a:moveTo>
                  <a:cubicBezTo>
                    <a:pt x="108444" y="409188"/>
                    <a:pt x="108444" y="409188"/>
                    <a:pt x="107633" y="405940"/>
                  </a:cubicBezTo>
                  <a:cubicBezTo>
                    <a:pt x="107633" y="404316"/>
                    <a:pt x="107633" y="402693"/>
                    <a:pt x="108444" y="403505"/>
                  </a:cubicBezTo>
                  <a:cubicBezTo>
                    <a:pt x="109256" y="404316"/>
                    <a:pt x="110067" y="403505"/>
                    <a:pt x="110878" y="401881"/>
                  </a:cubicBezTo>
                  <a:cubicBezTo>
                    <a:pt x="112501" y="399445"/>
                    <a:pt x="112501" y="399445"/>
                    <a:pt x="112501" y="401881"/>
                  </a:cubicBezTo>
                  <a:cubicBezTo>
                    <a:pt x="113312" y="403505"/>
                    <a:pt x="112501" y="405128"/>
                    <a:pt x="110878" y="406752"/>
                  </a:cubicBezTo>
                  <a:close/>
                  <a:moveTo>
                    <a:pt x="120614" y="390514"/>
                  </a:moveTo>
                  <a:cubicBezTo>
                    <a:pt x="119803" y="390514"/>
                    <a:pt x="119803" y="392138"/>
                    <a:pt x="119803" y="392950"/>
                  </a:cubicBezTo>
                  <a:cubicBezTo>
                    <a:pt x="120614" y="393762"/>
                    <a:pt x="117369" y="396197"/>
                    <a:pt x="115746" y="396197"/>
                  </a:cubicBezTo>
                  <a:cubicBezTo>
                    <a:pt x="114935" y="396197"/>
                    <a:pt x="115746" y="389703"/>
                    <a:pt x="117369" y="388079"/>
                  </a:cubicBezTo>
                  <a:cubicBezTo>
                    <a:pt x="118991" y="386455"/>
                    <a:pt x="119803" y="387267"/>
                    <a:pt x="120614" y="388079"/>
                  </a:cubicBezTo>
                  <a:cubicBezTo>
                    <a:pt x="121425" y="389703"/>
                    <a:pt x="121425" y="389703"/>
                    <a:pt x="120614" y="390514"/>
                  </a:cubicBezTo>
                  <a:close/>
                  <a:moveTo>
                    <a:pt x="119803" y="385643"/>
                  </a:moveTo>
                  <a:cubicBezTo>
                    <a:pt x="118991" y="385643"/>
                    <a:pt x="118180" y="384831"/>
                    <a:pt x="118180" y="384019"/>
                  </a:cubicBezTo>
                  <a:cubicBezTo>
                    <a:pt x="118180" y="383208"/>
                    <a:pt x="118991" y="382396"/>
                    <a:pt x="119803" y="382396"/>
                  </a:cubicBezTo>
                  <a:cubicBezTo>
                    <a:pt x="120614" y="382396"/>
                    <a:pt x="121425" y="383208"/>
                    <a:pt x="121425" y="384019"/>
                  </a:cubicBezTo>
                  <a:cubicBezTo>
                    <a:pt x="121425" y="384831"/>
                    <a:pt x="120614" y="385643"/>
                    <a:pt x="119803" y="385643"/>
                  </a:cubicBezTo>
                  <a:close/>
                  <a:moveTo>
                    <a:pt x="125482" y="376712"/>
                  </a:moveTo>
                  <a:cubicBezTo>
                    <a:pt x="122236" y="376712"/>
                    <a:pt x="124671" y="374277"/>
                    <a:pt x="127916" y="372653"/>
                  </a:cubicBezTo>
                  <a:cubicBezTo>
                    <a:pt x="129538" y="371841"/>
                    <a:pt x="131161" y="371841"/>
                    <a:pt x="131161" y="372653"/>
                  </a:cubicBezTo>
                  <a:cubicBezTo>
                    <a:pt x="131161" y="373465"/>
                    <a:pt x="127916" y="375900"/>
                    <a:pt x="125482" y="376712"/>
                  </a:cubicBezTo>
                  <a:close/>
                  <a:moveTo>
                    <a:pt x="131161" y="362911"/>
                  </a:moveTo>
                  <a:cubicBezTo>
                    <a:pt x="132784" y="360475"/>
                    <a:pt x="133595" y="360475"/>
                    <a:pt x="132784" y="362099"/>
                  </a:cubicBezTo>
                  <a:cubicBezTo>
                    <a:pt x="132784" y="362911"/>
                    <a:pt x="132784" y="364534"/>
                    <a:pt x="133595" y="365346"/>
                  </a:cubicBezTo>
                  <a:cubicBezTo>
                    <a:pt x="135218" y="366158"/>
                    <a:pt x="135218" y="366158"/>
                    <a:pt x="131161" y="366970"/>
                  </a:cubicBezTo>
                  <a:cubicBezTo>
                    <a:pt x="128727" y="367782"/>
                    <a:pt x="128727" y="366970"/>
                    <a:pt x="131161" y="362911"/>
                  </a:cubicBezTo>
                  <a:close/>
                  <a:moveTo>
                    <a:pt x="134406" y="354792"/>
                  </a:moveTo>
                  <a:cubicBezTo>
                    <a:pt x="134406" y="353980"/>
                    <a:pt x="135218" y="353168"/>
                    <a:pt x="136029" y="353168"/>
                  </a:cubicBezTo>
                  <a:cubicBezTo>
                    <a:pt x="136841" y="353168"/>
                    <a:pt x="137652" y="353980"/>
                    <a:pt x="137652" y="354792"/>
                  </a:cubicBezTo>
                  <a:cubicBezTo>
                    <a:pt x="137652" y="355603"/>
                    <a:pt x="137652" y="356415"/>
                    <a:pt x="136029" y="356415"/>
                  </a:cubicBezTo>
                  <a:cubicBezTo>
                    <a:pt x="135218" y="356415"/>
                    <a:pt x="134406" y="355603"/>
                    <a:pt x="134406" y="354792"/>
                  </a:cubicBezTo>
                  <a:close/>
                  <a:moveTo>
                    <a:pt x="132784" y="379148"/>
                  </a:moveTo>
                  <a:cubicBezTo>
                    <a:pt x="131161" y="381584"/>
                    <a:pt x="131161" y="381584"/>
                    <a:pt x="132784" y="379148"/>
                  </a:cubicBezTo>
                  <a:cubicBezTo>
                    <a:pt x="132784" y="376712"/>
                    <a:pt x="134406" y="375089"/>
                    <a:pt x="134406" y="375089"/>
                  </a:cubicBezTo>
                  <a:cubicBezTo>
                    <a:pt x="135218" y="375089"/>
                    <a:pt x="135218" y="375900"/>
                    <a:pt x="132784" y="379148"/>
                  </a:cubicBezTo>
                  <a:close/>
                  <a:moveTo>
                    <a:pt x="143331" y="366158"/>
                  </a:moveTo>
                  <a:cubicBezTo>
                    <a:pt x="142519" y="366158"/>
                    <a:pt x="141708" y="365346"/>
                    <a:pt x="141708" y="364534"/>
                  </a:cubicBezTo>
                  <a:cubicBezTo>
                    <a:pt x="141708" y="362099"/>
                    <a:pt x="137652" y="368594"/>
                    <a:pt x="137652" y="371029"/>
                  </a:cubicBezTo>
                  <a:cubicBezTo>
                    <a:pt x="137652" y="371841"/>
                    <a:pt x="138463" y="372653"/>
                    <a:pt x="139274" y="371841"/>
                  </a:cubicBezTo>
                  <a:cubicBezTo>
                    <a:pt x="140085" y="371029"/>
                    <a:pt x="140085" y="371841"/>
                    <a:pt x="140085" y="373465"/>
                  </a:cubicBezTo>
                  <a:cubicBezTo>
                    <a:pt x="140085" y="375089"/>
                    <a:pt x="139274" y="375089"/>
                    <a:pt x="138463" y="374277"/>
                  </a:cubicBezTo>
                  <a:cubicBezTo>
                    <a:pt x="138463" y="373465"/>
                    <a:pt x="137652" y="372653"/>
                    <a:pt x="136841" y="373465"/>
                  </a:cubicBezTo>
                  <a:cubicBezTo>
                    <a:pt x="134406" y="374277"/>
                    <a:pt x="135218" y="370217"/>
                    <a:pt x="136841" y="367782"/>
                  </a:cubicBezTo>
                  <a:cubicBezTo>
                    <a:pt x="137652" y="366970"/>
                    <a:pt x="138463" y="365346"/>
                    <a:pt x="138463" y="364534"/>
                  </a:cubicBezTo>
                  <a:cubicBezTo>
                    <a:pt x="138463" y="363722"/>
                    <a:pt x="139274" y="362099"/>
                    <a:pt x="140897" y="361287"/>
                  </a:cubicBezTo>
                  <a:cubicBezTo>
                    <a:pt x="142519" y="360475"/>
                    <a:pt x="143331" y="359663"/>
                    <a:pt x="143331" y="360475"/>
                  </a:cubicBezTo>
                  <a:cubicBezTo>
                    <a:pt x="143331" y="361287"/>
                    <a:pt x="143331" y="362099"/>
                    <a:pt x="144142" y="362911"/>
                  </a:cubicBezTo>
                  <a:cubicBezTo>
                    <a:pt x="144954" y="363722"/>
                    <a:pt x="144954" y="366158"/>
                    <a:pt x="143331" y="366158"/>
                  </a:cubicBezTo>
                  <a:close/>
                  <a:moveTo>
                    <a:pt x="145765" y="357227"/>
                  </a:moveTo>
                  <a:cubicBezTo>
                    <a:pt x="143331" y="357227"/>
                    <a:pt x="143331" y="357227"/>
                    <a:pt x="144142" y="354792"/>
                  </a:cubicBezTo>
                  <a:cubicBezTo>
                    <a:pt x="144954" y="353168"/>
                    <a:pt x="146576" y="351544"/>
                    <a:pt x="147388" y="352356"/>
                  </a:cubicBezTo>
                  <a:cubicBezTo>
                    <a:pt x="151444" y="353980"/>
                    <a:pt x="149821" y="357227"/>
                    <a:pt x="145765" y="357227"/>
                  </a:cubicBezTo>
                  <a:close/>
                  <a:moveTo>
                    <a:pt x="157935" y="337742"/>
                  </a:moveTo>
                  <a:cubicBezTo>
                    <a:pt x="157123" y="339366"/>
                    <a:pt x="156312" y="339366"/>
                    <a:pt x="156312" y="337742"/>
                  </a:cubicBezTo>
                  <a:cubicBezTo>
                    <a:pt x="156312" y="336930"/>
                    <a:pt x="154689" y="338554"/>
                    <a:pt x="153878" y="340990"/>
                  </a:cubicBezTo>
                  <a:cubicBezTo>
                    <a:pt x="152255" y="343425"/>
                    <a:pt x="150632" y="347485"/>
                    <a:pt x="149010" y="348297"/>
                  </a:cubicBezTo>
                  <a:cubicBezTo>
                    <a:pt x="146576" y="350732"/>
                    <a:pt x="146576" y="349920"/>
                    <a:pt x="147388" y="348297"/>
                  </a:cubicBezTo>
                  <a:cubicBezTo>
                    <a:pt x="148199" y="347485"/>
                    <a:pt x="149010" y="344237"/>
                    <a:pt x="148199" y="341802"/>
                  </a:cubicBezTo>
                  <a:lnTo>
                    <a:pt x="147388" y="337742"/>
                  </a:lnTo>
                  <a:lnTo>
                    <a:pt x="149821" y="345861"/>
                  </a:lnTo>
                  <a:lnTo>
                    <a:pt x="151444" y="340990"/>
                  </a:lnTo>
                  <a:cubicBezTo>
                    <a:pt x="153067" y="337742"/>
                    <a:pt x="153878" y="335306"/>
                    <a:pt x="156312" y="335306"/>
                  </a:cubicBezTo>
                  <a:cubicBezTo>
                    <a:pt x="159557" y="335306"/>
                    <a:pt x="159557" y="335306"/>
                    <a:pt x="157935" y="337742"/>
                  </a:cubicBezTo>
                  <a:close/>
                  <a:moveTo>
                    <a:pt x="153878" y="330435"/>
                  </a:moveTo>
                  <a:cubicBezTo>
                    <a:pt x="152255" y="330435"/>
                    <a:pt x="150632" y="330435"/>
                    <a:pt x="150632" y="328811"/>
                  </a:cubicBezTo>
                  <a:cubicBezTo>
                    <a:pt x="150632" y="328000"/>
                    <a:pt x="151444" y="327188"/>
                    <a:pt x="153067" y="327188"/>
                  </a:cubicBezTo>
                  <a:cubicBezTo>
                    <a:pt x="156312" y="327188"/>
                    <a:pt x="156312" y="329623"/>
                    <a:pt x="153878" y="330435"/>
                  </a:cubicBezTo>
                  <a:close/>
                  <a:moveTo>
                    <a:pt x="154689" y="319881"/>
                  </a:moveTo>
                  <a:cubicBezTo>
                    <a:pt x="154689" y="319069"/>
                    <a:pt x="154689" y="319069"/>
                    <a:pt x="155501" y="318257"/>
                  </a:cubicBezTo>
                  <a:cubicBezTo>
                    <a:pt x="156312" y="318257"/>
                    <a:pt x="157123" y="318257"/>
                    <a:pt x="157123" y="319069"/>
                  </a:cubicBezTo>
                  <a:cubicBezTo>
                    <a:pt x="157123" y="319069"/>
                    <a:pt x="156312" y="320693"/>
                    <a:pt x="155501" y="320693"/>
                  </a:cubicBezTo>
                  <a:cubicBezTo>
                    <a:pt x="154689" y="320693"/>
                    <a:pt x="154689" y="320693"/>
                    <a:pt x="154689" y="319881"/>
                  </a:cubicBezTo>
                  <a:close/>
                  <a:moveTo>
                    <a:pt x="159557" y="330435"/>
                  </a:moveTo>
                  <a:cubicBezTo>
                    <a:pt x="157123" y="332871"/>
                    <a:pt x="157123" y="332871"/>
                    <a:pt x="158746" y="330435"/>
                  </a:cubicBezTo>
                  <a:cubicBezTo>
                    <a:pt x="159557" y="328000"/>
                    <a:pt x="160368" y="327188"/>
                    <a:pt x="161180" y="327188"/>
                  </a:cubicBezTo>
                  <a:cubicBezTo>
                    <a:pt x="161991" y="326376"/>
                    <a:pt x="161991" y="327188"/>
                    <a:pt x="159557" y="330435"/>
                  </a:cubicBezTo>
                  <a:close/>
                  <a:moveTo>
                    <a:pt x="173350" y="310950"/>
                  </a:moveTo>
                  <a:cubicBezTo>
                    <a:pt x="171727" y="310138"/>
                    <a:pt x="168482" y="315821"/>
                    <a:pt x="168482" y="319069"/>
                  </a:cubicBezTo>
                  <a:cubicBezTo>
                    <a:pt x="168482" y="319881"/>
                    <a:pt x="167670" y="321505"/>
                    <a:pt x="166048" y="321505"/>
                  </a:cubicBezTo>
                  <a:cubicBezTo>
                    <a:pt x="162802" y="322317"/>
                    <a:pt x="163614" y="318257"/>
                    <a:pt x="167670" y="312574"/>
                  </a:cubicBezTo>
                  <a:cubicBezTo>
                    <a:pt x="170104" y="309326"/>
                    <a:pt x="171727" y="307703"/>
                    <a:pt x="172538" y="309326"/>
                  </a:cubicBezTo>
                  <a:cubicBezTo>
                    <a:pt x="174161" y="311762"/>
                    <a:pt x="174161" y="311762"/>
                    <a:pt x="173350" y="310950"/>
                  </a:cubicBezTo>
                  <a:close/>
                  <a:moveTo>
                    <a:pt x="176595" y="304455"/>
                  </a:moveTo>
                  <a:cubicBezTo>
                    <a:pt x="174972" y="308514"/>
                    <a:pt x="172538" y="307703"/>
                    <a:pt x="170104" y="304455"/>
                  </a:cubicBezTo>
                  <a:cubicBezTo>
                    <a:pt x="170104" y="300396"/>
                    <a:pt x="172538" y="304455"/>
                    <a:pt x="172538" y="304455"/>
                  </a:cubicBezTo>
                  <a:cubicBezTo>
                    <a:pt x="173350" y="303643"/>
                    <a:pt x="177406" y="300396"/>
                    <a:pt x="176595" y="304455"/>
                  </a:cubicBezTo>
                  <a:close/>
                  <a:moveTo>
                    <a:pt x="185519" y="290653"/>
                  </a:moveTo>
                  <a:cubicBezTo>
                    <a:pt x="184708" y="290653"/>
                    <a:pt x="183085" y="291465"/>
                    <a:pt x="181463" y="294712"/>
                  </a:cubicBezTo>
                  <a:cubicBezTo>
                    <a:pt x="179029" y="301208"/>
                    <a:pt x="176595" y="296336"/>
                    <a:pt x="179029" y="294712"/>
                  </a:cubicBezTo>
                  <a:cubicBezTo>
                    <a:pt x="180651" y="293089"/>
                    <a:pt x="181463" y="293089"/>
                    <a:pt x="182274" y="289841"/>
                  </a:cubicBezTo>
                  <a:cubicBezTo>
                    <a:pt x="183897" y="287406"/>
                    <a:pt x="185519" y="284970"/>
                    <a:pt x="187142" y="283346"/>
                  </a:cubicBezTo>
                  <a:cubicBezTo>
                    <a:pt x="187953" y="292277"/>
                    <a:pt x="187142" y="290653"/>
                    <a:pt x="185519" y="290653"/>
                  </a:cubicBezTo>
                  <a:close/>
                  <a:moveTo>
                    <a:pt x="179029" y="272792"/>
                  </a:moveTo>
                  <a:cubicBezTo>
                    <a:pt x="172538" y="283346"/>
                    <a:pt x="166859" y="290653"/>
                    <a:pt x="161991" y="302020"/>
                  </a:cubicBezTo>
                  <a:cubicBezTo>
                    <a:pt x="157935" y="311762"/>
                    <a:pt x="149821" y="316633"/>
                    <a:pt x="147388" y="328000"/>
                  </a:cubicBezTo>
                  <a:cubicBezTo>
                    <a:pt x="147388" y="328811"/>
                    <a:pt x="146576" y="330435"/>
                    <a:pt x="144954" y="330435"/>
                  </a:cubicBezTo>
                  <a:cubicBezTo>
                    <a:pt x="142519" y="330435"/>
                    <a:pt x="140897" y="332871"/>
                    <a:pt x="140897" y="335306"/>
                  </a:cubicBezTo>
                  <a:cubicBezTo>
                    <a:pt x="140897" y="337742"/>
                    <a:pt x="139274" y="339366"/>
                    <a:pt x="139274" y="339366"/>
                  </a:cubicBezTo>
                  <a:cubicBezTo>
                    <a:pt x="138463" y="339366"/>
                    <a:pt x="137652" y="340178"/>
                    <a:pt x="137652" y="340990"/>
                  </a:cubicBezTo>
                  <a:cubicBezTo>
                    <a:pt x="137652" y="341802"/>
                    <a:pt x="136029" y="344237"/>
                    <a:pt x="135218" y="345861"/>
                  </a:cubicBezTo>
                  <a:cubicBezTo>
                    <a:pt x="133595" y="347485"/>
                    <a:pt x="132784" y="349108"/>
                    <a:pt x="133595" y="349108"/>
                  </a:cubicBezTo>
                  <a:cubicBezTo>
                    <a:pt x="133595" y="349108"/>
                    <a:pt x="132784" y="349920"/>
                    <a:pt x="131161" y="352356"/>
                  </a:cubicBezTo>
                  <a:cubicBezTo>
                    <a:pt x="129538" y="353980"/>
                    <a:pt x="128727" y="356415"/>
                    <a:pt x="128727" y="357227"/>
                  </a:cubicBezTo>
                  <a:cubicBezTo>
                    <a:pt x="129538" y="358039"/>
                    <a:pt x="128727" y="358851"/>
                    <a:pt x="127916" y="358851"/>
                  </a:cubicBezTo>
                  <a:cubicBezTo>
                    <a:pt x="127105" y="358851"/>
                    <a:pt x="126293" y="359663"/>
                    <a:pt x="126293" y="361287"/>
                  </a:cubicBezTo>
                  <a:cubicBezTo>
                    <a:pt x="126293" y="362911"/>
                    <a:pt x="126293" y="363722"/>
                    <a:pt x="124671" y="363722"/>
                  </a:cubicBezTo>
                  <a:cubicBezTo>
                    <a:pt x="123048" y="363722"/>
                    <a:pt x="122236" y="365346"/>
                    <a:pt x="122236" y="367782"/>
                  </a:cubicBezTo>
                  <a:cubicBezTo>
                    <a:pt x="122236" y="369405"/>
                    <a:pt x="121425" y="371029"/>
                    <a:pt x="120614" y="371029"/>
                  </a:cubicBezTo>
                  <a:cubicBezTo>
                    <a:pt x="119803" y="371029"/>
                    <a:pt x="118991" y="372653"/>
                    <a:pt x="118180" y="374277"/>
                  </a:cubicBezTo>
                  <a:cubicBezTo>
                    <a:pt x="117369" y="375900"/>
                    <a:pt x="116558" y="377524"/>
                    <a:pt x="116558" y="378336"/>
                  </a:cubicBezTo>
                  <a:cubicBezTo>
                    <a:pt x="116558" y="379148"/>
                    <a:pt x="114935" y="380772"/>
                    <a:pt x="114123" y="382396"/>
                  </a:cubicBezTo>
                  <a:cubicBezTo>
                    <a:pt x="113312" y="384019"/>
                    <a:pt x="111689" y="385643"/>
                    <a:pt x="111689" y="384831"/>
                  </a:cubicBezTo>
                  <a:cubicBezTo>
                    <a:pt x="110878" y="384831"/>
                    <a:pt x="110067" y="386455"/>
                    <a:pt x="110878" y="388079"/>
                  </a:cubicBezTo>
                  <a:cubicBezTo>
                    <a:pt x="110878" y="389703"/>
                    <a:pt x="110067" y="392138"/>
                    <a:pt x="109256" y="392950"/>
                  </a:cubicBezTo>
                  <a:cubicBezTo>
                    <a:pt x="108444" y="394574"/>
                    <a:pt x="107633" y="395386"/>
                    <a:pt x="107633" y="397009"/>
                  </a:cubicBezTo>
                  <a:cubicBezTo>
                    <a:pt x="107633" y="397821"/>
                    <a:pt x="106010" y="398633"/>
                    <a:pt x="105199" y="399445"/>
                  </a:cubicBezTo>
                  <a:cubicBezTo>
                    <a:pt x="103576" y="400257"/>
                    <a:pt x="103576" y="401069"/>
                    <a:pt x="103576" y="401069"/>
                  </a:cubicBezTo>
                  <a:cubicBezTo>
                    <a:pt x="104388" y="401881"/>
                    <a:pt x="103576" y="403505"/>
                    <a:pt x="102765" y="405940"/>
                  </a:cubicBezTo>
                  <a:cubicBezTo>
                    <a:pt x="101142" y="407564"/>
                    <a:pt x="101142" y="410000"/>
                    <a:pt x="101142" y="410000"/>
                  </a:cubicBezTo>
                  <a:cubicBezTo>
                    <a:pt x="101954" y="410811"/>
                    <a:pt x="97897" y="416494"/>
                    <a:pt x="95463" y="416494"/>
                  </a:cubicBezTo>
                  <a:cubicBezTo>
                    <a:pt x="94652" y="416494"/>
                    <a:pt x="93029" y="417306"/>
                    <a:pt x="93029" y="418118"/>
                  </a:cubicBezTo>
                  <a:cubicBezTo>
                    <a:pt x="93029" y="418930"/>
                    <a:pt x="93029" y="419742"/>
                    <a:pt x="93840" y="418930"/>
                  </a:cubicBezTo>
                  <a:cubicBezTo>
                    <a:pt x="94652" y="418118"/>
                    <a:pt x="95463" y="418930"/>
                    <a:pt x="95463" y="419742"/>
                  </a:cubicBezTo>
                  <a:cubicBezTo>
                    <a:pt x="95463" y="420554"/>
                    <a:pt x="94652" y="422178"/>
                    <a:pt x="93029" y="422178"/>
                  </a:cubicBezTo>
                  <a:cubicBezTo>
                    <a:pt x="91407" y="422178"/>
                    <a:pt x="91407" y="422990"/>
                    <a:pt x="91407" y="425425"/>
                  </a:cubicBezTo>
                  <a:cubicBezTo>
                    <a:pt x="91407" y="427049"/>
                    <a:pt x="91407" y="427861"/>
                    <a:pt x="88973" y="428673"/>
                  </a:cubicBezTo>
                  <a:cubicBezTo>
                    <a:pt x="86539" y="429485"/>
                    <a:pt x="86539" y="430297"/>
                    <a:pt x="87350" y="432732"/>
                  </a:cubicBezTo>
                  <a:cubicBezTo>
                    <a:pt x="88162" y="435168"/>
                    <a:pt x="87350" y="435168"/>
                    <a:pt x="86539" y="435980"/>
                  </a:cubicBezTo>
                  <a:cubicBezTo>
                    <a:pt x="83293" y="435980"/>
                    <a:pt x="81671" y="440851"/>
                    <a:pt x="82482" y="444099"/>
                  </a:cubicBezTo>
                  <a:cubicBezTo>
                    <a:pt x="83293" y="446534"/>
                    <a:pt x="82482" y="447346"/>
                    <a:pt x="81671" y="448158"/>
                  </a:cubicBezTo>
                  <a:cubicBezTo>
                    <a:pt x="80860" y="448158"/>
                    <a:pt x="80048" y="449782"/>
                    <a:pt x="80048" y="450594"/>
                  </a:cubicBezTo>
                  <a:cubicBezTo>
                    <a:pt x="80048" y="451405"/>
                    <a:pt x="80048" y="453029"/>
                    <a:pt x="78426" y="453029"/>
                  </a:cubicBezTo>
                  <a:cubicBezTo>
                    <a:pt x="77614" y="453841"/>
                    <a:pt x="76803" y="455465"/>
                    <a:pt x="77614" y="457088"/>
                  </a:cubicBezTo>
                  <a:cubicBezTo>
                    <a:pt x="78426" y="458712"/>
                    <a:pt x="77614" y="461148"/>
                    <a:pt x="75180" y="462772"/>
                  </a:cubicBezTo>
                  <a:cubicBezTo>
                    <a:pt x="73558" y="464396"/>
                    <a:pt x="71935" y="466831"/>
                    <a:pt x="72746" y="467643"/>
                  </a:cubicBezTo>
                  <a:cubicBezTo>
                    <a:pt x="72746" y="469267"/>
                    <a:pt x="72746" y="469267"/>
                    <a:pt x="71935" y="469267"/>
                  </a:cubicBezTo>
                  <a:cubicBezTo>
                    <a:pt x="71124" y="469267"/>
                    <a:pt x="65444" y="479821"/>
                    <a:pt x="65444" y="483069"/>
                  </a:cubicBezTo>
                  <a:cubicBezTo>
                    <a:pt x="65444" y="483069"/>
                    <a:pt x="65444" y="485504"/>
                    <a:pt x="63822" y="486316"/>
                  </a:cubicBezTo>
                  <a:cubicBezTo>
                    <a:pt x="62199" y="487940"/>
                    <a:pt x="61388" y="493623"/>
                    <a:pt x="59766" y="499306"/>
                  </a:cubicBezTo>
                  <a:cubicBezTo>
                    <a:pt x="58143" y="504178"/>
                    <a:pt x="56520" y="509049"/>
                    <a:pt x="55709" y="509049"/>
                  </a:cubicBezTo>
                  <a:cubicBezTo>
                    <a:pt x="54897" y="509049"/>
                    <a:pt x="55709" y="504178"/>
                    <a:pt x="57331" y="499306"/>
                  </a:cubicBezTo>
                  <a:cubicBezTo>
                    <a:pt x="58143" y="497682"/>
                    <a:pt x="57331" y="496871"/>
                    <a:pt x="55709" y="497682"/>
                  </a:cubicBezTo>
                  <a:cubicBezTo>
                    <a:pt x="54897" y="498494"/>
                    <a:pt x="54086" y="497682"/>
                    <a:pt x="55709" y="496871"/>
                  </a:cubicBezTo>
                  <a:cubicBezTo>
                    <a:pt x="58143" y="494435"/>
                    <a:pt x="58954" y="491999"/>
                    <a:pt x="56520" y="493623"/>
                  </a:cubicBezTo>
                  <a:cubicBezTo>
                    <a:pt x="54086" y="495247"/>
                    <a:pt x="56520" y="489564"/>
                    <a:pt x="58954" y="487128"/>
                  </a:cubicBezTo>
                  <a:cubicBezTo>
                    <a:pt x="60577" y="485504"/>
                    <a:pt x="60577" y="484693"/>
                    <a:pt x="58954" y="483881"/>
                  </a:cubicBezTo>
                  <a:cubicBezTo>
                    <a:pt x="57331" y="483069"/>
                    <a:pt x="57331" y="481445"/>
                    <a:pt x="58954" y="479009"/>
                  </a:cubicBezTo>
                  <a:cubicBezTo>
                    <a:pt x="59766" y="476574"/>
                    <a:pt x="60577" y="474950"/>
                    <a:pt x="61388" y="475762"/>
                  </a:cubicBezTo>
                  <a:cubicBezTo>
                    <a:pt x="61388" y="475762"/>
                    <a:pt x="62199" y="474950"/>
                    <a:pt x="63822" y="474138"/>
                  </a:cubicBezTo>
                  <a:cubicBezTo>
                    <a:pt x="65444" y="472514"/>
                    <a:pt x="65444" y="472514"/>
                    <a:pt x="63822" y="472514"/>
                  </a:cubicBezTo>
                  <a:cubicBezTo>
                    <a:pt x="62199" y="472514"/>
                    <a:pt x="62199" y="472514"/>
                    <a:pt x="61388" y="472514"/>
                  </a:cubicBezTo>
                  <a:cubicBezTo>
                    <a:pt x="60577" y="472514"/>
                    <a:pt x="61388" y="470891"/>
                    <a:pt x="61388" y="470891"/>
                  </a:cubicBezTo>
                  <a:cubicBezTo>
                    <a:pt x="62199" y="470891"/>
                    <a:pt x="63011" y="470079"/>
                    <a:pt x="63011" y="468455"/>
                  </a:cubicBezTo>
                  <a:cubicBezTo>
                    <a:pt x="63011" y="467643"/>
                    <a:pt x="63822" y="466019"/>
                    <a:pt x="64633" y="466019"/>
                  </a:cubicBezTo>
                  <a:cubicBezTo>
                    <a:pt x="65444" y="466019"/>
                    <a:pt x="66256" y="463584"/>
                    <a:pt x="66256" y="461148"/>
                  </a:cubicBezTo>
                  <a:cubicBezTo>
                    <a:pt x="66256" y="458712"/>
                    <a:pt x="67879" y="454653"/>
                    <a:pt x="69501" y="452217"/>
                  </a:cubicBezTo>
                  <a:cubicBezTo>
                    <a:pt x="71124" y="448970"/>
                    <a:pt x="71935" y="445722"/>
                    <a:pt x="71935" y="444910"/>
                  </a:cubicBezTo>
                  <a:cubicBezTo>
                    <a:pt x="71935" y="444099"/>
                    <a:pt x="73558" y="440039"/>
                    <a:pt x="75992" y="435980"/>
                  </a:cubicBezTo>
                  <a:cubicBezTo>
                    <a:pt x="78426" y="431920"/>
                    <a:pt x="80048" y="428673"/>
                    <a:pt x="79237" y="428673"/>
                  </a:cubicBezTo>
                  <a:cubicBezTo>
                    <a:pt x="79237" y="428673"/>
                    <a:pt x="80860" y="424613"/>
                    <a:pt x="83293" y="419742"/>
                  </a:cubicBezTo>
                  <a:cubicBezTo>
                    <a:pt x="85727" y="414871"/>
                    <a:pt x="87350" y="410000"/>
                    <a:pt x="87350" y="410000"/>
                  </a:cubicBezTo>
                  <a:cubicBezTo>
                    <a:pt x="86539" y="409188"/>
                    <a:pt x="89784" y="405940"/>
                    <a:pt x="93029" y="401881"/>
                  </a:cubicBezTo>
                  <a:cubicBezTo>
                    <a:pt x="93840" y="400257"/>
                    <a:pt x="94652" y="398633"/>
                    <a:pt x="95463" y="397009"/>
                  </a:cubicBezTo>
                  <a:cubicBezTo>
                    <a:pt x="95463" y="394574"/>
                    <a:pt x="96275" y="394574"/>
                    <a:pt x="97086" y="395386"/>
                  </a:cubicBezTo>
                  <a:cubicBezTo>
                    <a:pt x="98709" y="397009"/>
                    <a:pt x="98709" y="397009"/>
                    <a:pt x="99520" y="394574"/>
                  </a:cubicBezTo>
                  <a:cubicBezTo>
                    <a:pt x="99520" y="393762"/>
                    <a:pt x="99520" y="392138"/>
                    <a:pt x="98709" y="392138"/>
                  </a:cubicBezTo>
                  <a:cubicBezTo>
                    <a:pt x="97897" y="392138"/>
                    <a:pt x="97897" y="390514"/>
                    <a:pt x="99520" y="388891"/>
                  </a:cubicBezTo>
                  <a:cubicBezTo>
                    <a:pt x="100331" y="387267"/>
                    <a:pt x="101954" y="385643"/>
                    <a:pt x="101954" y="384831"/>
                  </a:cubicBezTo>
                  <a:cubicBezTo>
                    <a:pt x="101954" y="382396"/>
                    <a:pt x="108444" y="372653"/>
                    <a:pt x="109256" y="372653"/>
                  </a:cubicBezTo>
                  <a:cubicBezTo>
                    <a:pt x="111689" y="373465"/>
                    <a:pt x="111689" y="372653"/>
                    <a:pt x="110067" y="371029"/>
                  </a:cubicBezTo>
                  <a:cubicBezTo>
                    <a:pt x="108444" y="369405"/>
                    <a:pt x="108444" y="369405"/>
                    <a:pt x="110878" y="366970"/>
                  </a:cubicBezTo>
                  <a:cubicBezTo>
                    <a:pt x="112501" y="365346"/>
                    <a:pt x="114123" y="362911"/>
                    <a:pt x="114123" y="362099"/>
                  </a:cubicBezTo>
                  <a:cubicBezTo>
                    <a:pt x="114123" y="361287"/>
                    <a:pt x="114123" y="359663"/>
                    <a:pt x="114935" y="359663"/>
                  </a:cubicBezTo>
                  <a:cubicBezTo>
                    <a:pt x="115746" y="359663"/>
                    <a:pt x="116558" y="358851"/>
                    <a:pt x="115746" y="358039"/>
                  </a:cubicBezTo>
                  <a:cubicBezTo>
                    <a:pt x="114935" y="355603"/>
                    <a:pt x="126293" y="336930"/>
                    <a:pt x="129538" y="335306"/>
                  </a:cubicBezTo>
                  <a:cubicBezTo>
                    <a:pt x="131161" y="334495"/>
                    <a:pt x="131972" y="332059"/>
                    <a:pt x="131972" y="330435"/>
                  </a:cubicBezTo>
                  <a:cubicBezTo>
                    <a:pt x="131972" y="323128"/>
                    <a:pt x="136029" y="321505"/>
                    <a:pt x="139274" y="315009"/>
                  </a:cubicBezTo>
                  <a:cubicBezTo>
                    <a:pt x="143331" y="308514"/>
                    <a:pt x="149821" y="308514"/>
                    <a:pt x="142519" y="307703"/>
                  </a:cubicBezTo>
                  <a:cubicBezTo>
                    <a:pt x="135218" y="306891"/>
                    <a:pt x="136029" y="312574"/>
                    <a:pt x="132784" y="318257"/>
                  </a:cubicBezTo>
                  <a:cubicBezTo>
                    <a:pt x="130350" y="322317"/>
                    <a:pt x="137652" y="319069"/>
                    <a:pt x="131161" y="323128"/>
                  </a:cubicBezTo>
                  <a:cubicBezTo>
                    <a:pt x="119803" y="329623"/>
                    <a:pt x="144954" y="292277"/>
                    <a:pt x="146576" y="289841"/>
                  </a:cubicBezTo>
                  <a:cubicBezTo>
                    <a:pt x="148199" y="288217"/>
                    <a:pt x="148199" y="288217"/>
                    <a:pt x="148199" y="288217"/>
                  </a:cubicBezTo>
                  <a:cubicBezTo>
                    <a:pt x="148199" y="288217"/>
                    <a:pt x="146576" y="291465"/>
                    <a:pt x="145765" y="293089"/>
                  </a:cubicBezTo>
                  <a:cubicBezTo>
                    <a:pt x="144954" y="298772"/>
                    <a:pt x="138463" y="302831"/>
                    <a:pt x="140897" y="304455"/>
                  </a:cubicBezTo>
                  <a:cubicBezTo>
                    <a:pt x="144954" y="307703"/>
                    <a:pt x="148199" y="296336"/>
                    <a:pt x="150632" y="293901"/>
                  </a:cubicBezTo>
                  <a:cubicBezTo>
                    <a:pt x="153067" y="291465"/>
                    <a:pt x="153067" y="289841"/>
                    <a:pt x="156312" y="286594"/>
                  </a:cubicBezTo>
                  <a:cubicBezTo>
                    <a:pt x="162802" y="279287"/>
                    <a:pt x="166048" y="267109"/>
                    <a:pt x="174972" y="257366"/>
                  </a:cubicBezTo>
                  <a:cubicBezTo>
                    <a:pt x="179029" y="253307"/>
                    <a:pt x="182274" y="250059"/>
                    <a:pt x="187142" y="247623"/>
                  </a:cubicBezTo>
                  <a:cubicBezTo>
                    <a:pt x="187953" y="247623"/>
                    <a:pt x="187142" y="250059"/>
                    <a:pt x="183085" y="257366"/>
                  </a:cubicBezTo>
                  <a:cubicBezTo>
                    <a:pt x="184708" y="263861"/>
                    <a:pt x="183085" y="267109"/>
                    <a:pt x="179029" y="272792"/>
                  </a:cubicBezTo>
                  <a:close/>
                  <a:moveTo>
                    <a:pt x="192010" y="279287"/>
                  </a:moveTo>
                  <a:cubicBezTo>
                    <a:pt x="189576" y="282534"/>
                    <a:pt x="187142" y="278475"/>
                    <a:pt x="192010" y="276851"/>
                  </a:cubicBezTo>
                  <a:cubicBezTo>
                    <a:pt x="193633" y="276851"/>
                    <a:pt x="192821" y="278475"/>
                    <a:pt x="192010" y="279287"/>
                  </a:cubicBezTo>
                  <a:close/>
                  <a:moveTo>
                    <a:pt x="197689" y="261426"/>
                  </a:moveTo>
                  <a:cubicBezTo>
                    <a:pt x="196066" y="262237"/>
                    <a:pt x="196066" y="260614"/>
                    <a:pt x="196066" y="259802"/>
                  </a:cubicBezTo>
                  <a:cubicBezTo>
                    <a:pt x="197689" y="257366"/>
                    <a:pt x="202557" y="260614"/>
                    <a:pt x="197689" y="261426"/>
                  </a:cubicBezTo>
                  <a:close/>
                  <a:moveTo>
                    <a:pt x="204180" y="251683"/>
                  </a:moveTo>
                  <a:cubicBezTo>
                    <a:pt x="204991" y="251683"/>
                    <a:pt x="204991" y="252495"/>
                    <a:pt x="204180" y="253307"/>
                  </a:cubicBezTo>
                  <a:cubicBezTo>
                    <a:pt x="203368" y="255742"/>
                    <a:pt x="200934" y="251683"/>
                    <a:pt x="204180" y="251683"/>
                  </a:cubicBezTo>
                  <a:close/>
                  <a:moveTo>
                    <a:pt x="204991" y="255742"/>
                  </a:moveTo>
                  <a:cubicBezTo>
                    <a:pt x="205802" y="255742"/>
                    <a:pt x="205802" y="255742"/>
                    <a:pt x="206613" y="255742"/>
                  </a:cubicBezTo>
                  <a:cubicBezTo>
                    <a:pt x="205802" y="258990"/>
                    <a:pt x="201746" y="257366"/>
                    <a:pt x="204991" y="255742"/>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4" name="Freeform 163">
              <a:extLst>
                <a:ext uri="{FF2B5EF4-FFF2-40B4-BE49-F238E27FC236}">
                  <a16:creationId xmlns:a16="http://schemas.microsoft.com/office/drawing/2014/main" id="{CFAD8EBF-7DC3-F7C0-67A1-54BAF98ACD04}"/>
                </a:ext>
              </a:extLst>
            </p:cNvPr>
            <p:cNvSpPr/>
            <p:nvPr/>
          </p:nvSpPr>
          <p:spPr>
            <a:xfrm>
              <a:off x="6153010" y="3663107"/>
              <a:ext cx="2506" cy="5087"/>
            </a:xfrm>
            <a:custGeom>
              <a:avLst/>
              <a:gdLst>
                <a:gd name="connsiteX0" fmla="*/ 884 w 2506"/>
                <a:gd name="connsiteY0" fmla="*/ 0 h 5087"/>
                <a:gd name="connsiteX1" fmla="*/ 1696 w 2506"/>
                <a:gd name="connsiteY1" fmla="*/ 4871 h 5087"/>
                <a:gd name="connsiteX2" fmla="*/ 2507 w 2506"/>
                <a:gd name="connsiteY2" fmla="*/ 2436 h 5087"/>
                <a:gd name="connsiteX3" fmla="*/ 884 w 2506"/>
                <a:gd name="connsiteY3" fmla="*/ 0 h 5087"/>
              </a:gdLst>
              <a:ahLst/>
              <a:cxnLst>
                <a:cxn ang="0">
                  <a:pos x="connsiteX0" y="connsiteY0"/>
                </a:cxn>
                <a:cxn ang="0">
                  <a:pos x="connsiteX1" y="connsiteY1"/>
                </a:cxn>
                <a:cxn ang="0">
                  <a:pos x="connsiteX2" y="connsiteY2"/>
                </a:cxn>
                <a:cxn ang="0">
                  <a:pos x="connsiteX3" y="connsiteY3"/>
                </a:cxn>
              </a:cxnLst>
              <a:rect l="l" t="t" r="r" b="b"/>
              <a:pathLst>
                <a:path w="2506" h="5087">
                  <a:moveTo>
                    <a:pt x="884" y="0"/>
                  </a:moveTo>
                  <a:cubicBezTo>
                    <a:pt x="-738" y="0"/>
                    <a:pt x="73" y="4059"/>
                    <a:pt x="1696" y="4871"/>
                  </a:cubicBezTo>
                  <a:cubicBezTo>
                    <a:pt x="2507" y="5683"/>
                    <a:pt x="2507" y="4059"/>
                    <a:pt x="2507" y="2436"/>
                  </a:cubicBezTo>
                  <a:cubicBezTo>
                    <a:pt x="2507" y="1624"/>
                    <a:pt x="1696" y="0"/>
                    <a:pt x="884" y="0"/>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5" name="Freeform 164">
              <a:extLst>
                <a:ext uri="{FF2B5EF4-FFF2-40B4-BE49-F238E27FC236}">
                  <a16:creationId xmlns:a16="http://schemas.microsoft.com/office/drawing/2014/main" id="{E96375E9-A483-8E87-8BEF-B9F47CB98CBF}"/>
                </a:ext>
              </a:extLst>
            </p:cNvPr>
            <p:cNvSpPr/>
            <p:nvPr/>
          </p:nvSpPr>
          <p:spPr>
            <a:xfrm>
              <a:off x="6140102" y="3684183"/>
              <a:ext cx="2839" cy="3813"/>
            </a:xfrm>
            <a:custGeom>
              <a:avLst/>
              <a:gdLst>
                <a:gd name="connsiteX0" fmla="*/ 1622 w 2839"/>
                <a:gd name="connsiteY0" fmla="*/ 845 h 3813"/>
                <a:gd name="connsiteX1" fmla="*/ 0 w 2839"/>
                <a:gd name="connsiteY1" fmla="*/ 3280 h 3813"/>
                <a:gd name="connsiteX2" fmla="*/ 1622 w 2839"/>
                <a:gd name="connsiteY2" fmla="*/ 2469 h 3813"/>
                <a:gd name="connsiteX3" fmla="*/ 1622 w 2839"/>
                <a:gd name="connsiteY3" fmla="*/ 845 h 3813"/>
              </a:gdLst>
              <a:ahLst/>
              <a:cxnLst>
                <a:cxn ang="0">
                  <a:pos x="connsiteX0" y="connsiteY0"/>
                </a:cxn>
                <a:cxn ang="0">
                  <a:pos x="connsiteX1" y="connsiteY1"/>
                </a:cxn>
                <a:cxn ang="0">
                  <a:pos x="connsiteX2" y="connsiteY2"/>
                </a:cxn>
                <a:cxn ang="0">
                  <a:pos x="connsiteX3" y="connsiteY3"/>
                </a:cxn>
              </a:cxnLst>
              <a:rect l="l" t="t" r="r" b="b"/>
              <a:pathLst>
                <a:path w="2839" h="3813">
                  <a:moveTo>
                    <a:pt x="1622" y="845"/>
                  </a:moveTo>
                  <a:cubicBezTo>
                    <a:pt x="811" y="1657"/>
                    <a:pt x="0" y="2469"/>
                    <a:pt x="0" y="3280"/>
                  </a:cubicBezTo>
                  <a:cubicBezTo>
                    <a:pt x="0" y="4092"/>
                    <a:pt x="811" y="4092"/>
                    <a:pt x="1622" y="2469"/>
                  </a:cubicBezTo>
                  <a:cubicBezTo>
                    <a:pt x="3245" y="33"/>
                    <a:pt x="3245" y="-779"/>
                    <a:pt x="1622" y="845"/>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6" name="Freeform 165">
              <a:extLst>
                <a:ext uri="{FF2B5EF4-FFF2-40B4-BE49-F238E27FC236}">
                  <a16:creationId xmlns:a16="http://schemas.microsoft.com/office/drawing/2014/main" id="{A8127AF4-EB50-4546-62BD-8980A39C8193}"/>
                </a:ext>
              </a:extLst>
            </p:cNvPr>
            <p:cNvSpPr/>
            <p:nvPr/>
          </p:nvSpPr>
          <p:spPr>
            <a:xfrm>
              <a:off x="6131989" y="3704209"/>
              <a:ext cx="2028" cy="3677"/>
            </a:xfrm>
            <a:custGeom>
              <a:avLst/>
              <a:gdLst>
                <a:gd name="connsiteX0" fmla="*/ 811 w 2028"/>
                <a:gd name="connsiteY0" fmla="*/ 2740 h 3677"/>
                <a:gd name="connsiteX1" fmla="*/ 811 w 2028"/>
                <a:gd name="connsiteY1" fmla="*/ 304 h 3677"/>
                <a:gd name="connsiteX2" fmla="*/ 0 w 2028"/>
                <a:gd name="connsiteY2" fmla="*/ 2740 h 3677"/>
                <a:gd name="connsiteX3" fmla="*/ 811 w 2028"/>
                <a:gd name="connsiteY3" fmla="*/ 2740 h 3677"/>
              </a:gdLst>
              <a:ahLst/>
              <a:cxnLst>
                <a:cxn ang="0">
                  <a:pos x="connsiteX0" y="connsiteY0"/>
                </a:cxn>
                <a:cxn ang="0">
                  <a:pos x="connsiteX1" y="connsiteY1"/>
                </a:cxn>
                <a:cxn ang="0">
                  <a:pos x="connsiteX2" y="connsiteY2"/>
                </a:cxn>
                <a:cxn ang="0">
                  <a:pos x="connsiteX3" y="connsiteY3"/>
                </a:cxn>
              </a:cxnLst>
              <a:rect l="l" t="t" r="r" b="b"/>
              <a:pathLst>
                <a:path w="2028" h="3677">
                  <a:moveTo>
                    <a:pt x="811" y="2740"/>
                  </a:moveTo>
                  <a:cubicBezTo>
                    <a:pt x="2434" y="304"/>
                    <a:pt x="2434" y="-507"/>
                    <a:pt x="811" y="304"/>
                  </a:cubicBezTo>
                  <a:cubicBezTo>
                    <a:pt x="0" y="1116"/>
                    <a:pt x="0" y="1928"/>
                    <a:pt x="0" y="2740"/>
                  </a:cubicBezTo>
                  <a:cubicBezTo>
                    <a:pt x="0" y="3552"/>
                    <a:pt x="0" y="4364"/>
                    <a:pt x="811" y="2740"/>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sp>
          <p:nvSpPr>
            <p:cNvPr id="167" name="Freeform 166">
              <a:extLst>
                <a:ext uri="{FF2B5EF4-FFF2-40B4-BE49-F238E27FC236}">
                  <a16:creationId xmlns:a16="http://schemas.microsoft.com/office/drawing/2014/main" id="{F4F7D285-222D-E9C2-E614-1A1E8B24EF58}"/>
                </a:ext>
              </a:extLst>
            </p:cNvPr>
            <p:cNvSpPr/>
            <p:nvPr/>
          </p:nvSpPr>
          <p:spPr>
            <a:xfrm>
              <a:off x="6245298" y="3497938"/>
              <a:ext cx="480245" cy="159486"/>
            </a:xfrm>
            <a:custGeom>
              <a:avLst/>
              <a:gdLst>
                <a:gd name="connsiteX0" fmla="*/ 478952 w 480245"/>
                <a:gd name="connsiteY0" fmla="*/ 40952 h 159486"/>
                <a:gd name="connsiteX1" fmla="*/ 471650 w 480245"/>
                <a:gd name="connsiteY1" fmla="*/ 43388 h 159486"/>
                <a:gd name="connsiteX2" fmla="*/ 448933 w 480245"/>
                <a:gd name="connsiteY2" fmla="*/ 55566 h 159486"/>
                <a:gd name="connsiteX3" fmla="*/ 439197 w 480245"/>
                <a:gd name="connsiteY3" fmla="*/ 61249 h 159486"/>
                <a:gd name="connsiteX4" fmla="*/ 392952 w 480245"/>
                <a:gd name="connsiteY4" fmla="*/ 84794 h 159486"/>
                <a:gd name="connsiteX5" fmla="*/ 384839 w 480245"/>
                <a:gd name="connsiteY5" fmla="*/ 88041 h 159486"/>
                <a:gd name="connsiteX6" fmla="*/ 353198 w 480245"/>
                <a:gd name="connsiteY6" fmla="*/ 99407 h 159486"/>
                <a:gd name="connsiteX7" fmla="*/ 335349 w 480245"/>
                <a:gd name="connsiteY7" fmla="*/ 101843 h 159486"/>
                <a:gd name="connsiteX8" fmla="*/ 323179 w 480245"/>
                <a:gd name="connsiteY8" fmla="*/ 99407 h 159486"/>
                <a:gd name="connsiteX9" fmla="*/ 321556 w 480245"/>
                <a:gd name="connsiteY9" fmla="*/ 75051 h 159486"/>
                <a:gd name="connsiteX10" fmla="*/ 337783 w 480245"/>
                <a:gd name="connsiteY10" fmla="*/ 31210 h 159486"/>
                <a:gd name="connsiteX11" fmla="*/ 328858 w 480245"/>
                <a:gd name="connsiteY11" fmla="*/ 9289 h 159486"/>
                <a:gd name="connsiteX12" fmla="*/ 328047 w 480245"/>
                <a:gd name="connsiteY12" fmla="*/ 8477 h 159486"/>
                <a:gd name="connsiteX13" fmla="*/ 323179 w 480245"/>
                <a:gd name="connsiteY13" fmla="*/ 6041 h 159486"/>
                <a:gd name="connsiteX14" fmla="*/ 317500 w 480245"/>
                <a:gd name="connsiteY14" fmla="*/ 8477 h 159486"/>
                <a:gd name="connsiteX15" fmla="*/ 311009 w 480245"/>
                <a:gd name="connsiteY15" fmla="*/ 11725 h 159486"/>
                <a:gd name="connsiteX16" fmla="*/ 310198 w 480245"/>
                <a:gd name="connsiteY16" fmla="*/ 12536 h 159486"/>
                <a:gd name="connsiteX17" fmla="*/ 303707 w 480245"/>
                <a:gd name="connsiteY17" fmla="*/ 20655 h 159486"/>
                <a:gd name="connsiteX18" fmla="*/ 280991 w 480245"/>
                <a:gd name="connsiteY18" fmla="*/ 47447 h 159486"/>
                <a:gd name="connsiteX19" fmla="*/ 238802 w 480245"/>
                <a:gd name="connsiteY19" fmla="*/ 100219 h 159486"/>
                <a:gd name="connsiteX20" fmla="*/ 224199 w 480245"/>
                <a:gd name="connsiteY20" fmla="*/ 112398 h 159486"/>
                <a:gd name="connsiteX21" fmla="*/ 223387 w 480245"/>
                <a:gd name="connsiteY21" fmla="*/ 113210 h 159486"/>
                <a:gd name="connsiteX22" fmla="*/ 220953 w 480245"/>
                <a:gd name="connsiteY22" fmla="*/ 115645 h 159486"/>
                <a:gd name="connsiteX23" fmla="*/ 216896 w 480245"/>
                <a:gd name="connsiteY23" fmla="*/ 118081 h 159486"/>
                <a:gd name="connsiteX24" fmla="*/ 207972 w 480245"/>
                <a:gd name="connsiteY24" fmla="*/ 123764 h 159486"/>
                <a:gd name="connsiteX25" fmla="*/ 205538 w 480245"/>
                <a:gd name="connsiteY25" fmla="*/ 121328 h 159486"/>
                <a:gd name="connsiteX26" fmla="*/ 237179 w 480245"/>
                <a:gd name="connsiteY26" fmla="*/ 66120 h 159486"/>
                <a:gd name="connsiteX27" fmla="*/ 246915 w 480245"/>
                <a:gd name="connsiteY27" fmla="*/ 51507 h 159486"/>
                <a:gd name="connsiteX28" fmla="*/ 258274 w 480245"/>
                <a:gd name="connsiteY28" fmla="*/ 37705 h 159486"/>
                <a:gd name="connsiteX29" fmla="*/ 271255 w 480245"/>
                <a:gd name="connsiteY29" fmla="*/ 12536 h 159486"/>
                <a:gd name="connsiteX30" fmla="*/ 257462 w 480245"/>
                <a:gd name="connsiteY30" fmla="*/ 358 h 159486"/>
                <a:gd name="connsiteX31" fmla="*/ 229066 w 480245"/>
                <a:gd name="connsiteY31" fmla="*/ 9289 h 159486"/>
                <a:gd name="connsiteX32" fmla="*/ 222576 w 480245"/>
                <a:gd name="connsiteY32" fmla="*/ 16596 h 159486"/>
                <a:gd name="connsiteX33" fmla="*/ 218519 w 480245"/>
                <a:gd name="connsiteY33" fmla="*/ 22279 h 159486"/>
                <a:gd name="connsiteX34" fmla="*/ 216896 w 480245"/>
                <a:gd name="connsiteY34" fmla="*/ 24714 h 159486"/>
                <a:gd name="connsiteX35" fmla="*/ 202293 w 480245"/>
                <a:gd name="connsiteY35" fmla="*/ 45011 h 159486"/>
                <a:gd name="connsiteX36" fmla="*/ 195802 w 480245"/>
                <a:gd name="connsiteY36" fmla="*/ 55566 h 159486"/>
                <a:gd name="connsiteX37" fmla="*/ 191746 w 480245"/>
                <a:gd name="connsiteY37" fmla="*/ 62061 h 159486"/>
                <a:gd name="connsiteX38" fmla="*/ 172274 w 480245"/>
                <a:gd name="connsiteY38" fmla="*/ 63685 h 159486"/>
                <a:gd name="connsiteX39" fmla="*/ 145501 w 480245"/>
                <a:gd name="connsiteY39" fmla="*/ 58813 h 159486"/>
                <a:gd name="connsiteX40" fmla="*/ 147124 w 480245"/>
                <a:gd name="connsiteY40" fmla="*/ 49071 h 159486"/>
                <a:gd name="connsiteX41" fmla="*/ 143878 w 480245"/>
                <a:gd name="connsiteY41" fmla="*/ 58002 h 159486"/>
                <a:gd name="connsiteX42" fmla="*/ 143067 w 480245"/>
                <a:gd name="connsiteY42" fmla="*/ 49883 h 159486"/>
                <a:gd name="connsiteX43" fmla="*/ 144690 w 480245"/>
                <a:gd name="connsiteY43" fmla="*/ 45011 h 159486"/>
                <a:gd name="connsiteX44" fmla="*/ 142256 w 480245"/>
                <a:gd name="connsiteY44" fmla="*/ 44200 h 159486"/>
                <a:gd name="connsiteX45" fmla="*/ 130897 w 480245"/>
                <a:gd name="connsiteY45" fmla="*/ 13348 h 159486"/>
                <a:gd name="connsiteX46" fmla="*/ 111426 w 480245"/>
                <a:gd name="connsiteY46" fmla="*/ 6041 h 159486"/>
                <a:gd name="connsiteX47" fmla="*/ 105747 w 480245"/>
                <a:gd name="connsiteY47" fmla="*/ 7665 h 159486"/>
                <a:gd name="connsiteX48" fmla="*/ 107369 w 480245"/>
                <a:gd name="connsiteY48" fmla="*/ 33645 h 159486"/>
                <a:gd name="connsiteX49" fmla="*/ 113860 w 480245"/>
                <a:gd name="connsiteY49" fmla="*/ 58002 h 159486"/>
                <a:gd name="connsiteX50" fmla="*/ 74916 w 480245"/>
                <a:gd name="connsiteY50" fmla="*/ 109962 h 159486"/>
                <a:gd name="connsiteX51" fmla="*/ 31106 w 480245"/>
                <a:gd name="connsiteY51" fmla="*/ 137566 h 159486"/>
                <a:gd name="connsiteX52" fmla="*/ 31917 w 480245"/>
                <a:gd name="connsiteY52" fmla="*/ 122952 h 159486"/>
                <a:gd name="connsiteX53" fmla="*/ 60313 w 480245"/>
                <a:gd name="connsiteY53" fmla="*/ 80734 h 159486"/>
                <a:gd name="connsiteX54" fmla="*/ 61124 w 480245"/>
                <a:gd name="connsiteY54" fmla="*/ 79922 h 159486"/>
                <a:gd name="connsiteX55" fmla="*/ 92765 w 480245"/>
                <a:gd name="connsiteY55" fmla="*/ 53130 h 159486"/>
                <a:gd name="connsiteX56" fmla="*/ 78162 w 480245"/>
                <a:gd name="connsiteY56" fmla="*/ 26338 h 159486"/>
                <a:gd name="connsiteX57" fmla="*/ 36785 w 480245"/>
                <a:gd name="connsiteY57" fmla="*/ 47447 h 159486"/>
                <a:gd name="connsiteX58" fmla="*/ 10823 w 480245"/>
                <a:gd name="connsiteY58" fmla="*/ 84794 h 159486"/>
                <a:gd name="connsiteX59" fmla="*/ 9200 w 480245"/>
                <a:gd name="connsiteY59" fmla="*/ 88853 h 159486"/>
                <a:gd name="connsiteX60" fmla="*/ 5143 w 480245"/>
                <a:gd name="connsiteY60" fmla="*/ 99407 h 159486"/>
                <a:gd name="connsiteX61" fmla="*/ 1898 w 480245"/>
                <a:gd name="connsiteY61" fmla="*/ 130259 h 159486"/>
                <a:gd name="connsiteX62" fmla="*/ 9200 w 480245"/>
                <a:gd name="connsiteY62" fmla="*/ 142437 h 159486"/>
                <a:gd name="connsiteX63" fmla="*/ 12445 w 480245"/>
                <a:gd name="connsiteY63" fmla="*/ 146496 h 159486"/>
                <a:gd name="connsiteX64" fmla="*/ 42464 w 480245"/>
                <a:gd name="connsiteY64" fmla="*/ 159487 h 159486"/>
                <a:gd name="connsiteX65" fmla="*/ 61124 w 480245"/>
                <a:gd name="connsiteY65" fmla="*/ 153804 h 159486"/>
                <a:gd name="connsiteX66" fmla="*/ 69238 w 480245"/>
                <a:gd name="connsiteY66" fmla="*/ 149744 h 159486"/>
                <a:gd name="connsiteX67" fmla="*/ 117105 w 480245"/>
                <a:gd name="connsiteY67" fmla="*/ 108338 h 159486"/>
                <a:gd name="connsiteX68" fmla="*/ 119539 w 480245"/>
                <a:gd name="connsiteY68" fmla="*/ 104279 h 159486"/>
                <a:gd name="connsiteX69" fmla="*/ 129275 w 480245"/>
                <a:gd name="connsiteY69" fmla="*/ 89665 h 159486"/>
                <a:gd name="connsiteX70" fmla="*/ 133331 w 480245"/>
                <a:gd name="connsiteY70" fmla="*/ 83170 h 159486"/>
                <a:gd name="connsiteX71" fmla="*/ 155237 w 480245"/>
                <a:gd name="connsiteY71" fmla="*/ 87229 h 159486"/>
                <a:gd name="connsiteX72" fmla="*/ 182010 w 480245"/>
                <a:gd name="connsiteY72" fmla="*/ 83170 h 159486"/>
                <a:gd name="connsiteX73" fmla="*/ 177953 w 480245"/>
                <a:gd name="connsiteY73" fmla="*/ 110774 h 159486"/>
                <a:gd name="connsiteX74" fmla="*/ 186067 w 480245"/>
                <a:gd name="connsiteY74" fmla="*/ 127011 h 159486"/>
                <a:gd name="connsiteX75" fmla="*/ 190123 w 480245"/>
                <a:gd name="connsiteY75" fmla="*/ 131071 h 159486"/>
                <a:gd name="connsiteX76" fmla="*/ 213652 w 480245"/>
                <a:gd name="connsiteY76" fmla="*/ 147308 h 159486"/>
                <a:gd name="connsiteX77" fmla="*/ 229878 w 480245"/>
                <a:gd name="connsiteY77" fmla="*/ 137566 h 159486"/>
                <a:gd name="connsiteX78" fmla="*/ 292349 w 480245"/>
                <a:gd name="connsiteY78" fmla="*/ 71804 h 159486"/>
                <a:gd name="connsiteX79" fmla="*/ 291538 w 480245"/>
                <a:gd name="connsiteY79" fmla="*/ 88853 h 159486"/>
                <a:gd name="connsiteX80" fmla="*/ 314254 w 480245"/>
                <a:gd name="connsiteY80" fmla="*/ 118081 h 159486"/>
                <a:gd name="connsiteX81" fmla="*/ 337783 w 480245"/>
                <a:gd name="connsiteY81" fmla="*/ 123764 h 159486"/>
                <a:gd name="connsiteX82" fmla="*/ 345896 w 480245"/>
                <a:gd name="connsiteY82" fmla="*/ 126199 h 159486"/>
                <a:gd name="connsiteX83" fmla="*/ 386462 w 480245"/>
                <a:gd name="connsiteY83" fmla="*/ 120516 h 159486"/>
                <a:gd name="connsiteX84" fmla="*/ 397820 w 480245"/>
                <a:gd name="connsiteY84" fmla="*/ 114021 h 159486"/>
                <a:gd name="connsiteX85" fmla="*/ 424594 w 480245"/>
                <a:gd name="connsiteY85" fmla="*/ 100219 h 159486"/>
                <a:gd name="connsiteX86" fmla="*/ 422160 w 480245"/>
                <a:gd name="connsiteY86" fmla="*/ 99407 h 159486"/>
                <a:gd name="connsiteX87" fmla="*/ 408367 w 480245"/>
                <a:gd name="connsiteY87" fmla="*/ 105091 h 159486"/>
                <a:gd name="connsiteX88" fmla="*/ 406744 w 480245"/>
                <a:gd name="connsiteY88" fmla="*/ 104279 h 159486"/>
                <a:gd name="connsiteX89" fmla="*/ 414047 w 480245"/>
                <a:gd name="connsiteY89" fmla="*/ 100219 h 159486"/>
                <a:gd name="connsiteX90" fmla="*/ 421348 w 480245"/>
                <a:gd name="connsiteY90" fmla="*/ 95348 h 159486"/>
                <a:gd name="connsiteX91" fmla="*/ 426216 w 480245"/>
                <a:gd name="connsiteY91" fmla="*/ 91289 h 159486"/>
                <a:gd name="connsiteX92" fmla="*/ 429461 w 480245"/>
                <a:gd name="connsiteY92" fmla="*/ 88853 h 159486"/>
                <a:gd name="connsiteX93" fmla="*/ 427838 w 480245"/>
                <a:gd name="connsiteY93" fmla="*/ 88041 h 159486"/>
                <a:gd name="connsiteX94" fmla="*/ 429461 w 480245"/>
                <a:gd name="connsiteY94" fmla="*/ 86417 h 159486"/>
                <a:gd name="connsiteX95" fmla="*/ 436763 w 480245"/>
                <a:gd name="connsiteY95" fmla="*/ 80734 h 159486"/>
                <a:gd name="connsiteX96" fmla="*/ 444065 w 480245"/>
                <a:gd name="connsiteY96" fmla="*/ 75051 h 159486"/>
                <a:gd name="connsiteX97" fmla="*/ 466782 w 480245"/>
                <a:gd name="connsiteY97" fmla="*/ 51507 h 159486"/>
                <a:gd name="connsiteX98" fmla="*/ 467593 w 480245"/>
                <a:gd name="connsiteY98" fmla="*/ 49883 h 159486"/>
                <a:gd name="connsiteX99" fmla="*/ 474895 w 480245"/>
                <a:gd name="connsiteY99" fmla="*/ 45823 h 159486"/>
                <a:gd name="connsiteX100" fmla="*/ 478952 w 480245"/>
                <a:gd name="connsiteY100" fmla="*/ 40952 h 159486"/>
                <a:gd name="connsiteX101" fmla="*/ 203916 w 480245"/>
                <a:gd name="connsiteY101" fmla="*/ 52319 h 159486"/>
                <a:gd name="connsiteX102" fmla="*/ 202293 w 480245"/>
                <a:gd name="connsiteY102" fmla="*/ 53942 h 159486"/>
                <a:gd name="connsiteX103" fmla="*/ 203105 w 480245"/>
                <a:gd name="connsiteY103" fmla="*/ 57190 h 159486"/>
                <a:gd name="connsiteX104" fmla="*/ 203916 w 480245"/>
                <a:gd name="connsiteY104" fmla="*/ 58813 h 159486"/>
                <a:gd name="connsiteX105" fmla="*/ 203105 w 480245"/>
                <a:gd name="connsiteY105" fmla="*/ 59625 h 159486"/>
                <a:gd name="connsiteX106" fmla="*/ 202293 w 480245"/>
                <a:gd name="connsiteY106" fmla="*/ 59625 h 159486"/>
                <a:gd name="connsiteX107" fmla="*/ 201482 w 480245"/>
                <a:gd name="connsiteY107" fmla="*/ 59625 h 159486"/>
                <a:gd name="connsiteX108" fmla="*/ 199048 w 480245"/>
                <a:gd name="connsiteY108" fmla="*/ 60437 h 159486"/>
                <a:gd name="connsiteX109" fmla="*/ 196614 w 480245"/>
                <a:gd name="connsiteY109" fmla="*/ 61249 h 159486"/>
                <a:gd name="connsiteX110" fmla="*/ 196614 w 480245"/>
                <a:gd name="connsiteY110" fmla="*/ 60437 h 159486"/>
                <a:gd name="connsiteX111" fmla="*/ 205538 w 480245"/>
                <a:gd name="connsiteY111" fmla="*/ 46635 h 159486"/>
                <a:gd name="connsiteX112" fmla="*/ 208783 w 480245"/>
                <a:gd name="connsiteY112" fmla="*/ 42576 h 159486"/>
                <a:gd name="connsiteX113" fmla="*/ 212840 w 480245"/>
                <a:gd name="connsiteY113" fmla="*/ 38516 h 159486"/>
                <a:gd name="connsiteX114" fmla="*/ 214463 w 480245"/>
                <a:gd name="connsiteY114" fmla="*/ 37705 h 159486"/>
                <a:gd name="connsiteX115" fmla="*/ 220953 w 480245"/>
                <a:gd name="connsiteY115" fmla="*/ 25526 h 159486"/>
                <a:gd name="connsiteX116" fmla="*/ 220953 w 480245"/>
                <a:gd name="connsiteY116" fmla="*/ 27150 h 159486"/>
                <a:gd name="connsiteX117" fmla="*/ 222576 w 480245"/>
                <a:gd name="connsiteY117" fmla="*/ 27962 h 159486"/>
                <a:gd name="connsiteX118" fmla="*/ 223387 w 480245"/>
                <a:gd name="connsiteY118" fmla="*/ 24714 h 159486"/>
                <a:gd name="connsiteX119" fmla="*/ 224199 w 480245"/>
                <a:gd name="connsiteY119" fmla="*/ 19843 h 159486"/>
                <a:gd name="connsiteX120" fmla="*/ 226632 w 480245"/>
                <a:gd name="connsiteY120" fmla="*/ 20655 h 159486"/>
                <a:gd name="connsiteX121" fmla="*/ 225010 w 480245"/>
                <a:gd name="connsiteY121" fmla="*/ 23091 h 159486"/>
                <a:gd name="connsiteX122" fmla="*/ 225010 w 480245"/>
                <a:gd name="connsiteY122" fmla="*/ 23903 h 159486"/>
                <a:gd name="connsiteX123" fmla="*/ 227444 w 480245"/>
                <a:gd name="connsiteY123" fmla="*/ 19031 h 159486"/>
                <a:gd name="connsiteX124" fmla="*/ 231501 w 480245"/>
                <a:gd name="connsiteY124" fmla="*/ 11725 h 159486"/>
                <a:gd name="connsiteX125" fmla="*/ 237991 w 480245"/>
                <a:gd name="connsiteY125" fmla="*/ 8477 h 159486"/>
                <a:gd name="connsiteX126" fmla="*/ 237179 w 480245"/>
                <a:gd name="connsiteY126" fmla="*/ 13348 h 159486"/>
                <a:gd name="connsiteX127" fmla="*/ 233934 w 480245"/>
                <a:gd name="connsiteY127" fmla="*/ 16596 h 159486"/>
                <a:gd name="connsiteX128" fmla="*/ 231501 w 480245"/>
                <a:gd name="connsiteY128" fmla="*/ 19843 h 159486"/>
                <a:gd name="connsiteX129" fmla="*/ 230689 w 480245"/>
                <a:gd name="connsiteY129" fmla="*/ 21467 h 159486"/>
                <a:gd name="connsiteX130" fmla="*/ 228255 w 480245"/>
                <a:gd name="connsiteY130" fmla="*/ 24714 h 159486"/>
                <a:gd name="connsiteX131" fmla="*/ 225821 w 480245"/>
                <a:gd name="connsiteY131" fmla="*/ 29586 h 159486"/>
                <a:gd name="connsiteX132" fmla="*/ 220953 w 480245"/>
                <a:gd name="connsiteY132" fmla="*/ 32022 h 159486"/>
                <a:gd name="connsiteX133" fmla="*/ 216896 w 480245"/>
                <a:gd name="connsiteY133" fmla="*/ 32833 h 159486"/>
                <a:gd name="connsiteX134" fmla="*/ 218519 w 480245"/>
                <a:gd name="connsiteY134" fmla="*/ 34457 h 159486"/>
                <a:gd name="connsiteX135" fmla="*/ 220953 w 480245"/>
                <a:gd name="connsiteY135" fmla="*/ 36081 h 159486"/>
                <a:gd name="connsiteX136" fmla="*/ 218519 w 480245"/>
                <a:gd name="connsiteY136" fmla="*/ 36893 h 159486"/>
                <a:gd name="connsiteX137" fmla="*/ 216896 w 480245"/>
                <a:gd name="connsiteY137" fmla="*/ 36893 h 159486"/>
                <a:gd name="connsiteX138" fmla="*/ 216085 w 480245"/>
                <a:gd name="connsiteY138" fmla="*/ 43388 h 159486"/>
                <a:gd name="connsiteX139" fmla="*/ 212029 w 480245"/>
                <a:gd name="connsiteY139" fmla="*/ 42576 h 159486"/>
                <a:gd name="connsiteX140" fmla="*/ 212029 w 480245"/>
                <a:gd name="connsiteY140" fmla="*/ 44200 h 159486"/>
                <a:gd name="connsiteX141" fmla="*/ 212029 w 480245"/>
                <a:gd name="connsiteY141" fmla="*/ 49883 h 159486"/>
                <a:gd name="connsiteX142" fmla="*/ 211218 w 480245"/>
                <a:gd name="connsiteY142" fmla="*/ 52319 h 159486"/>
                <a:gd name="connsiteX143" fmla="*/ 208783 w 480245"/>
                <a:gd name="connsiteY143" fmla="*/ 54754 h 159486"/>
                <a:gd name="connsiteX144" fmla="*/ 203916 w 480245"/>
                <a:gd name="connsiteY144" fmla="*/ 52319 h 1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480245" h="159486">
                  <a:moveTo>
                    <a:pt x="478952" y="40952"/>
                  </a:moveTo>
                  <a:cubicBezTo>
                    <a:pt x="477329" y="40952"/>
                    <a:pt x="474084" y="41764"/>
                    <a:pt x="471650" y="43388"/>
                  </a:cubicBezTo>
                  <a:cubicBezTo>
                    <a:pt x="466782" y="46635"/>
                    <a:pt x="462725" y="48259"/>
                    <a:pt x="448933" y="55566"/>
                  </a:cubicBezTo>
                  <a:cubicBezTo>
                    <a:pt x="444876" y="58002"/>
                    <a:pt x="440820" y="60437"/>
                    <a:pt x="439197" y="61249"/>
                  </a:cubicBezTo>
                  <a:cubicBezTo>
                    <a:pt x="435141" y="63685"/>
                    <a:pt x="398631" y="83170"/>
                    <a:pt x="392952" y="84794"/>
                  </a:cubicBezTo>
                  <a:cubicBezTo>
                    <a:pt x="390518" y="85605"/>
                    <a:pt x="386462" y="87229"/>
                    <a:pt x="384839" y="88041"/>
                  </a:cubicBezTo>
                  <a:cubicBezTo>
                    <a:pt x="379160" y="90477"/>
                    <a:pt x="362933" y="96972"/>
                    <a:pt x="353198" y="99407"/>
                  </a:cubicBezTo>
                  <a:cubicBezTo>
                    <a:pt x="348330" y="101031"/>
                    <a:pt x="341839" y="101843"/>
                    <a:pt x="335349" y="101843"/>
                  </a:cubicBezTo>
                  <a:cubicBezTo>
                    <a:pt x="329670" y="101843"/>
                    <a:pt x="324802" y="101031"/>
                    <a:pt x="323179" y="99407"/>
                  </a:cubicBezTo>
                  <a:cubicBezTo>
                    <a:pt x="321556" y="97784"/>
                    <a:pt x="319934" y="88853"/>
                    <a:pt x="321556" y="75051"/>
                  </a:cubicBezTo>
                  <a:cubicBezTo>
                    <a:pt x="322367" y="68556"/>
                    <a:pt x="331292" y="46635"/>
                    <a:pt x="337783" y="31210"/>
                  </a:cubicBezTo>
                  <a:cubicBezTo>
                    <a:pt x="341839" y="20655"/>
                    <a:pt x="336972" y="13348"/>
                    <a:pt x="328858" y="9289"/>
                  </a:cubicBezTo>
                  <a:cubicBezTo>
                    <a:pt x="328858" y="9289"/>
                    <a:pt x="328858" y="8477"/>
                    <a:pt x="328047" y="8477"/>
                  </a:cubicBezTo>
                  <a:cubicBezTo>
                    <a:pt x="326424" y="6853"/>
                    <a:pt x="324802" y="6041"/>
                    <a:pt x="323179" y="6041"/>
                  </a:cubicBezTo>
                  <a:cubicBezTo>
                    <a:pt x="321556" y="6041"/>
                    <a:pt x="319123" y="6853"/>
                    <a:pt x="317500" y="8477"/>
                  </a:cubicBezTo>
                  <a:cubicBezTo>
                    <a:pt x="315066" y="10913"/>
                    <a:pt x="311820" y="12536"/>
                    <a:pt x="311009" y="11725"/>
                  </a:cubicBezTo>
                  <a:cubicBezTo>
                    <a:pt x="310198" y="11725"/>
                    <a:pt x="309387" y="11725"/>
                    <a:pt x="310198" y="12536"/>
                  </a:cubicBezTo>
                  <a:cubicBezTo>
                    <a:pt x="310198" y="13348"/>
                    <a:pt x="307764" y="16596"/>
                    <a:pt x="303707" y="20655"/>
                  </a:cubicBezTo>
                  <a:cubicBezTo>
                    <a:pt x="299651" y="24714"/>
                    <a:pt x="289104" y="36081"/>
                    <a:pt x="280991" y="47447"/>
                  </a:cubicBezTo>
                  <a:cubicBezTo>
                    <a:pt x="261519" y="71804"/>
                    <a:pt x="255028" y="83982"/>
                    <a:pt x="238802" y="100219"/>
                  </a:cubicBezTo>
                  <a:cubicBezTo>
                    <a:pt x="231501" y="107526"/>
                    <a:pt x="225010" y="113210"/>
                    <a:pt x="224199" y="112398"/>
                  </a:cubicBezTo>
                  <a:cubicBezTo>
                    <a:pt x="223387" y="112398"/>
                    <a:pt x="223387" y="112398"/>
                    <a:pt x="223387" y="113210"/>
                  </a:cubicBezTo>
                  <a:cubicBezTo>
                    <a:pt x="223387" y="114021"/>
                    <a:pt x="222576" y="115645"/>
                    <a:pt x="220953" y="115645"/>
                  </a:cubicBezTo>
                  <a:cubicBezTo>
                    <a:pt x="219331" y="115645"/>
                    <a:pt x="217708" y="117269"/>
                    <a:pt x="216896" y="118081"/>
                  </a:cubicBezTo>
                  <a:cubicBezTo>
                    <a:pt x="212840" y="122140"/>
                    <a:pt x="209595" y="123764"/>
                    <a:pt x="207972" y="123764"/>
                  </a:cubicBezTo>
                  <a:cubicBezTo>
                    <a:pt x="206349" y="123764"/>
                    <a:pt x="205538" y="122952"/>
                    <a:pt x="205538" y="121328"/>
                  </a:cubicBezTo>
                  <a:cubicBezTo>
                    <a:pt x="204727" y="114021"/>
                    <a:pt x="213652" y="97784"/>
                    <a:pt x="237179" y="66120"/>
                  </a:cubicBezTo>
                  <a:cubicBezTo>
                    <a:pt x="242048" y="59625"/>
                    <a:pt x="246915" y="53130"/>
                    <a:pt x="246915" y="51507"/>
                  </a:cubicBezTo>
                  <a:cubicBezTo>
                    <a:pt x="246915" y="50695"/>
                    <a:pt x="251783" y="44200"/>
                    <a:pt x="258274" y="37705"/>
                  </a:cubicBezTo>
                  <a:cubicBezTo>
                    <a:pt x="269632" y="25526"/>
                    <a:pt x="272066" y="20655"/>
                    <a:pt x="271255" y="12536"/>
                  </a:cubicBezTo>
                  <a:cubicBezTo>
                    <a:pt x="271255" y="10101"/>
                    <a:pt x="260708" y="358"/>
                    <a:pt x="257462" y="358"/>
                  </a:cubicBezTo>
                  <a:cubicBezTo>
                    <a:pt x="246915" y="-1266"/>
                    <a:pt x="233934" y="2794"/>
                    <a:pt x="229066" y="9289"/>
                  </a:cubicBezTo>
                  <a:cubicBezTo>
                    <a:pt x="227444" y="10913"/>
                    <a:pt x="225010" y="14160"/>
                    <a:pt x="222576" y="16596"/>
                  </a:cubicBezTo>
                  <a:cubicBezTo>
                    <a:pt x="220142" y="19031"/>
                    <a:pt x="218519" y="21467"/>
                    <a:pt x="218519" y="22279"/>
                  </a:cubicBezTo>
                  <a:cubicBezTo>
                    <a:pt x="218519" y="23091"/>
                    <a:pt x="217708" y="23903"/>
                    <a:pt x="216896" y="24714"/>
                  </a:cubicBezTo>
                  <a:cubicBezTo>
                    <a:pt x="215274" y="26338"/>
                    <a:pt x="207161" y="37705"/>
                    <a:pt x="202293" y="45011"/>
                  </a:cubicBezTo>
                  <a:cubicBezTo>
                    <a:pt x="200670" y="48259"/>
                    <a:pt x="197425" y="53130"/>
                    <a:pt x="195802" y="55566"/>
                  </a:cubicBezTo>
                  <a:cubicBezTo>
                    <a:pt x="194180" y="58002"/>
                    <a:pt x="193369" y="59625"/>
                    <a:pt x="191746" y="62061"/>
                  </a:cubicBezTo>
                  <a:cubicBezTo>
                    <a:pt x="185256" y="62873"/>
                    <a:pt x="178765" y="63685"/>
                    <a:pt x="172274" y="63685"/>
                  </a:cubicBezTo>
                  <a:cubicBezTo>
                    <a:pt x="163350" y="63685"/>
                    <a:pt x="153614" y="62061"/>
                    <a:pt x="145501" y="58813"/>
                  </a:cubicBezTo>
                  <a:cubicBezTo>
                    <a:pt x="146312" y="55566"/>
                    <a:pt x="147124" y="52319"/>
                    <a:pt x="147124" y="49071"/>
                  </a:cubicBezTo>
                  <a:cubicBezTo>
                    <a:pt x="147935" y="32022"/>
                    <a:pt x="144690" y="58002"/>
                    <a:pt x="143878" y="58002"/>
                  </a:cubicBezTo>
                  <a:cubicBezTo>
                    <a:pt x="140633" y="59625"/>
                    <a:pt x="145501" y="49883"/>
                    <a:pt x="143067" y="49883"/>
                  </a:cubicBezTo>
                  <a:cubicBezTo>
                    <a:pt x="138199" y="50695"/>
                    <a:pt x="144690" y="47447"/>
                    <a:pt x="144690" y="45011"/>
                  </a:cubicBezTo>
                  <a:cubicBezTo>
                    <a:pt x="145501" y="40952"/>
                    <a:pt x="142256" y="44200"/>
                    <a:pt x="142256" y="44200"/>
                  </a:cubicBezTo>
                  <a:cubicBezTo>
                    <a:pt x="139010" y="45011"/>
                    <a:pt x="145501" y="24714"/>
                    <a:pt x="130897" y="13348"/>
                  </a:cubicBezTo>
                  <a:cubicBezTo>
                    <a:pt x="126841" y="10101"/>
                    <a:pt x="117916" y="6041"/>
                    <a:pt x="111426" y="6041"/>
                  </a:cubicBezTo>
                  <a:cubicBezTo>
                    <a:pt x="108992" y="6041"/>
                    <a:pt x="107369" y="6041"/>
                    <a:pt x="105747" y="7665"/>
                  </a:cubicBezTo>
                  <a:cubicBezTo>
                    <a:pt x="101690" y="10913"/>
                    <a:pt x="106558" y="29586"/>
                    <a:pt x="107369" y="33645"/>
                  </a:cubicBezTo>
                  <a:cubicBezTo>
                    <a:pt x="108992" y="41764"/>
                    <a:pt x="112237" y="51507"/>
                    <a:pt x="113860" y="58002"/>
                  </a:cubicBezTo>
                  <a:cubicBezTo>
                    <a:pt x="115482" y="65308"/>
                    <a:pt x="80596" y="102655"/>
                    <a:pt x="74916" y="109962"/>
                  </a:cubicBezTo>
                  <a:cubicBezTo>
                    <a:pt x="65992" y="119704"/>
                    <a:pt x="43275" y="135942"/>
                    <a:pt x="31106" y="137566"/>
                  </a:cubicBezTo>
                  <a:cubicBezTo>
                    <a:pt x="28672" y="137566"/>
                    <a:pt x="28672" y="132695"/>
                    <a:pt x="31917" y="122952"/>
                  </a:cubicBezTo>
                  <a:cubicBezTo>
                    <a:pt x="36785" y="109150"/>
                    <a:pt x="48143" y="89665"/>
                    <a:pt x="60313" y="80734"/>
                  </a:cubicBezTo>
                  <a:lnTo>
                    <a:pt x="61124" y="79922"/>
                  </a:lnTo>
                  <a:cubicBezTo>
                    <a:pt x="72482" y="68556"/>
                    <a:pt x="82218" y="63685"/>
                    <a:pt x="92765" y="53130"/>
                  </a:cubicBezTo>
                  <a:cubicBezTo>
                    <a:pt x="109803" y="36893"/>
                    <a:pt x="97634" y="26338"/>
                    <a:pt x="78162" y="26338"/>
                  </a:cubicBezTo>
                  <a:cubicBezTo>
                    <a:pt x="57879" y="26338"/>
                    <a:pt x="49766" y="32833"/>
                    <a:pt x="36785" y="47447"/>
                  </a:cubicBezTo>
                  <a:cubicBezTo>
                    <a:pt x="27049" y="58813"/>
                    <a:pt x="18936" y="71804"/>
                    <a:pt x="10823" y="84794"/>
                  </a:cubicBezTo>
                  <a:cubicBezTo>
                    <a:pt x="10011" y="86417"/>
                    <a:pt x="8389" y="88041"/>
                    <a:pt x="9200" y="88853"/>
                  </a:cubicBezTo>
                  <a:cubicBezTo>
                    <a:pt x="9200" y="89665"/>
                    <a:pt x="7577" y="93724"/>
                    <a:pt x="5143" y="99407"/>
                  </a:cubicBezTo>
                  <a:cubicBezTo>
                    <a:pt x="-536" y="113210"/>
                    <a:pt x="-1347" y="119704"/>
                    <a:pt x="1898" y="130259"/>
                  </a:cubicBezTo>
                  <a:cubicBezTo>
                    <a:pt x="4332" y="138378"/>
                    <a:pt x="8389" y="144873"/>
                    <a:pt x="9200" y="142437"/>
                  </a:cubicBezTo>
                  <a:cubicBezTo>
                    <a:pt x="9200" y="141625"/>
                    <a:pt x="10823" y="144061"/>
                    <a:pt x="12445" y="146496"/>
                  </a:cubicBezTo>
                  <a:cubicBezTo>
                    <a:pt x="21370" y="153804"/>
                    <a:pt x="31917" y="159487"/>
                    <a:pt x="42464" y="159487"/>
                  </a:cubicBezTo>
                  <a:cubicBezTo>
                    <a:pt x="48955" y="159487"/>
                    <a:pt x="54633" y="157863"/>
                    <a:pt x="61124" y="153804"/>
                  </a:cubicBezTo>
                  <a:cubicBezTo>
                    <a:pt x="63558" y="152180"/>
                    <a:pt x="67615" y="150556"/>
                    <a:pt x="69238" y="149744"/>
                  </a:cubicBezTo>
                  <a:cubicBezTo>
                    <a:pt x="76539" y="147308"/>
                    <a:pt x="117105" y="115645"/>
                    <a:pt x="117105" y="108338"/>
                  </a:cubicBezTo>
                  <a:cubicBezTo>
                    <a:pt x="117105" y="107526"/>
                    <a:pt x="117916" y="105902"/>
                    <a:pt x="119539" y="104279"/>
                  </a:cubicBezTo>
                  <a:cubicBezTo>
                    <a:pt x="121973" y="101031"/>
                    <a:pt x="123595" y="99407"/>
                    <a:pt x="129275" y="89665"/>
                  </a:cubicBezTo>
                  <a:cubicBezTo>
                    <a:pt x="130897" y="87229"/>
                    <a:pt x="132520" y="84794"/>
                    <a:pt x="133331" y="83170"/>
                  </a:cubicBezTo>
                  <a:cubicBezTo>
                    <a:pt x="139822" y="86417"/>
                    <a:pt x="147935" y="87229"/>
                    <a:pt x="155237" y="87229"/>
                  </a:cubicBezTo>
                  <a:cubicBezTo>
                    <a:pt x="163350" y="87229"/>
                    <a:pt x="173086" y="85605"/>
                    <a:pt x="182010" y="83170"/>
                  </a:cubicBezTo>
                  <a:cubicBezTo>
                    <a:pt x="177953" y="93724"/>
                    <a:pt x="177142" y="102655"/>
                    <a:pt x="177953" y="110774"/>
                  </a:cubicBezTo>
                  <a:cubicBezTo>
                    <a:pt x="178765" y="118893"/>
                    <a:pt x="183633" y="128635"/>
                    <a:pt x="186067" y="127011"/>
                  </a:cubicBezTo>
                  <a:cubicBezTo>
                    <a:pt x="186067" y="127011"/>
                    <a:pt x="188500" y="128635"/>
                    <a:pt x="190123" y="131071"/>
                  </a:cubicBezTo>
                  <a:cubicBezTo>
                    <a:pt x="196614" y="140001"/>
                    <a:pt x="205538" y="147308"/>
                    <a:pt x="213652" y="147308"/>
                  </a:cubicBezTo>
                  <a:cubicBezTo>
                    <a:pt x="220142" y="147308"/>
                    <a:pt x="223387" y="143249"/>
                    <a:pt x="229878" y="137566"/>
                  </a:cubicBezTo>
                  <a:cubicBezTo>
                    <a:pt x="248538" y="123764"/>
                    <a:pt x="273689" y="91289"/>
                    <a:pt x="292349" y="71804"/>
                  </a:cubicBezTo>
                  <a:cubicBezTo>
                    <a:pt x="290726" y="79110"/>
                    <a:pt x="290726" y="84794"/>
                    <a:pt x="291538" y="88853"/>
                  </a:cubicBezTo>
                  <a:cubicBezTo>
                    <a:pt x="295594" y="101843"/>
                    <a:pt x="304519" y="109962"/>
                    <a:pt x="314254" y="118081"/>
                  </a:cubicBezTo>
                  <a:cubicBezTo>
                    <a:pt x="322367" y="125388"/>
                    <a:pt x="330481" y="122952"/>
                    <a:pt x="337783" y="123764"/>
                  </a:cubicBezTo>
                  <a:cubicBezTo>
                    <a:pt x="341028" y="123764"/>
                    <a:pt x="344273" y="125388"/>
                    <a:pt x="345896" y="126199"/>
                  </a:cubicBezTo>
                  <a:cubicBezTo>
                    <a:pt x="350764" y="127823"/>
                    <a:pt x="382405" y="124576"/>
                    <a:pt x="386462" y="120516"/>
                  </a:cubicBezTo>
                  <a:cubicBezTo>
                    <a:pt x="387273" y="118893"/>
                    <a:pt x="392952" y="116457"/>
                    <a:pt x="397820" y="114021"/>
                  </a:cubicBezTo>
                  <a:cubicBezTo>
                    <a:pt x="414047" y="106714"/>
                    <a:pt x="421348" y="102655"/>
                    <a:pt x="424594" y="100219"/>
                  </a:cubicBezTo>
                  <a:cubicBezTo>
                    <a:pt x="427838" y="97784"/>
                    <a:pt x="427838" y="97784"/>
                    <a:pt x="422160" y="99407"/>
                  </a:cubicBezTo>
                  <a:cubicBezTo>
                    <a:pt x="417291" y="101843"/>
                    <a:pt x="413235" y="102655"/>
                    <a:pt x="408367" y="105091"/>
                  </a:cubicBezTo>
                  <a:cubicBezTo>
                    <a:pt x="407556" y="105091"/>
                    <a:pt x="406744" y="105091"/>
                    <a:pt x="406744" y="104279"/>
                  </a:cubicBezTo>
                  <a:cubicBezTo>
                    <a:pt x="406744" y="103467"/>
                    <a:pt x="410801" y="101843"/>
                    <a:pt x="414047" y="100219"/>
                  </a:cubicBezTo>
                  <a:cubicBezTo>
                    <a:pt x="418103" y="97784"/>
                    <a:pt x="421348" y="96160"/>
                    <a:pt x="421348" y="95348"/>
                  </a:cubicBezTo>
                  <a:cubicBezTo>
                    <a:pt x="421348" y="94536"/>
                    <a:pt x="423782" y="92913"/>
                    <a:pt x="426216" y="91289"/>
                  </a:cubicBezTo>
                  <a:cubicBezTo>
                    <a:pt x="428650" y="89665"/>
                    <a:pt x="430273" y="88853"/>
                    <a:pt x="429461" y="88853"/>
                  </a:cubicBezTo>
                  <a:cubicBezTo>
                    <a:pt x="428650" y="88853"/>
                    <a:pt x="427838" y="88041"/>
                    <a:pt x="427838" y="88041"/>
                  </a:cubicBezTo>
                  <a:cubicBezTo>
                    <a:pt x="427838" y="87229"/>
                    <a:pt x="428650" y="86417"/>
                    <a:pt x="429461" y="86417"/>
                  </a:cubicBezTo>
                  <a:cubicBezTo>
                    <a:pt x="430273" y="86417"/>
                    <a:pt x="434329" y="83982"/>
                    <a:pt x="436763" y="80734"/>
                  </a:cubicBezTo>
                  <a:cubicBezTo>
                    <a:pt x="440008" y="77487"/>
                    <a:pt x="443254" y="75051"/>
                    <a:pt x="444065" y="75051"/>
                  </a:cubicBezTo>
                  <a:cubicBezTo>
                    <a:pt x="446499" y="75051"/>
                    <a:pt x="467593" y="53130"/>
                    <a:pt x="466782" y="51507"/>
                  </a:cubicBezTo>
                  <a:cubicBezTo>
                    <a:pt x="466782" y="50695"/>
                    <a:pt x="466782" y="49883"/>
                    <a:pt x="467593" y="49883"/>
                  </a:cubicBezTo>
                  <a:cubicBezTo>
                    <a:pt x="468404" y="49883"/>
                    <a:pt x="471650" y="48259"/>
                    <a:pt x="474895" y="45823"/>
                  </a:cubicBezTo>
                  <a:cubicBezTo>
                    <a:pt x="480574" y="42576"/>
                    <a:pt x="481386" y="40952"/>
                    <a:pt x="478952" y="40952"/>
                  </a:cubicBezTo>
                  <a:close/>
                  <a:moveTo>
                    <a:pt x="203916" y="52319"/>
                  </a:moveTo>
                  <a:cubicBezTo>
                    <a:pt x="202293" y="49883"/>
                    <a:pt x="202293" y="49883"/>
                    <a:pt x="202293" y="53942"/>
                  </a:cubicBezTo>
                  <a:cubicBezTo>
                    <a:pt x="202293" y="56378"/>
                    <a:pt x="202293" y="57190"/>
                    <a:pt x="203105" y="57190"/>
                  </a:cubicBezTo>
                  <a:cubicBezTo>
                    <a:pt x="203916" y="57190"/>
                    <a:pt x="204727" y="57190"/>
                    <a:pt x="203916" y="58813"/>
                  </a:cubicBezTo>
                  <a:cubicBezTo>
                    <a:pt x="203916" y="59625"/>
                    <a:pt x="203105" y="59625"/>
                    <a:pt x="203105" y="59625"/>
                  </a:cubicBezTo>
                  <a:cubicBezTo>
                    <a:pt x="203105" y="59625"/>
                    <a:pt x="203105" y="59625"/>
                    <a:pt x="202293" y="59625"/>
                  </a:cubicBezTo>
                  <a:cubicBezTo>
                    <a:pt x="202293" y="59625"/>
                    <a:pt x="201482" y="59625"/>
                    <a:pt x="201482" y="59625"/>
                  </a:cubicBezTo>
                  <a:cubicBezTo>
                    <a:pt x="201482" y="59625"/>
                    <a:pt x="199859" y="59625"/>
                    <a:pt x="199048" y="60437"/>
                  </a:cubicBezTo>
                  <a:cubicBezTo>
                    <a:pt x="198236" y="60437"/>
                    <a:pt x="197425" y="60437"/>
                    <a:pt x="196614" y="61249"/>
                  </a:cubicBezTo>
                  <a:cubicBezTo>
                    <a:pt x="196614" y="61249"/>
                    <a:pt x="196614" y="60437"/>
                    <a:pt x="196614" y="60437"/>
                  </a:cubicBezTo>
                  <a:cubicBezTo>
                    <a:pt x="195802" y="58813"/>
                    <a:pt x="201482" y="50695"/>
                    <a:pt x="205538" y="46635"/>
                  </a:cubicBezTo>
                  <a:cubicBezTo>
                    <a:pt x="207161" y="45011"/>
                    <a:pt x="208783" y="44200"/>
                    <a:pt x="208783" y="42576"/>
                  </a:cubicBezTo>
                  <a:cubicBezTo>
                    <a:pt x="208783" y="39328"/>
                    <a:pt x="211218" y="36893"/>
                    <a:pt x="212840" y="38516"/>
                  </a:cubicBezTo>
                  <a:cubicBezTo>
                    <a:pt x="213652" y="39328"/>
                    <a:pt x="214463" y="38516"/>
                    <a:pt x="214463" y="37705"/>
                  </a:cubicBezTo>
                  <a:cubicBezTo>
                    <a:pt x="213652" y="35269"/>
                    <a:pt x="219331" y="25526"/>
                    <a:pt x="220953" y="25526"/>
                  </a:cubicBezTo>
                  <a:cubicBezTo>
                    <a:pt x="221765" y="25526"/>
                    <a:pt x="221765" y="26338"/>
                    <a:pt x="220953" y="27150"/>
                  </a:cubicBezTo>
                  <a:cubicBezTo>
                    <a:pt x="220142" y="27962"/>
                    <a:pt x="220953" y="27962"/>
                    <a:pt x="222576" y="27962"/>
                  </a:cubicBezTo>
                  <a:cubicBezTo>
                    <a:pt x="225010" y="27150"/>
                    <a:pt x="225821" y="24714"/>
                    <a:pt x="223387" y="24714"/>
                  </a:cubicBezTo>
                  <a:cubicBezTo>
                    <a:pt x="220953" y="24714"/>
                    <a:pt x="221765" y="21467"/>
                    <a:pt x="224199" y="19843"/>
                  </a:cubicBezTo>
                  <a:cubicBezTo>
                    <a:pt x="225821" y="19031"/>
                    <a:pt x="226632" y="19031"/>
                    <a:pt x="226632" y="20655"/>
                  </a:cubicBezTo>
                  <a:cubicBezTo>
                    <a:pt x="226632" y="22279"/>
                    <a:pt x="225821" y="23091"/>
                    <a:pt x="225010" y="23091"/>
                  </a:cubicBezTo>
                  <a:cubicBezTo>
                    <a:pt x="222576" y="23903"/>
                    <a:pt x="222576" y="23903"/>
                    <a:pt x="225010" y="23903"/>
                  </a:cubicBezTo>
                  <a:cubicBezTo>
                    <a:pt x="228255" y="24714"/>
                    <a:pt x="229066" y="22279"/>
                    <a:pt x="227444" y="19031"/>
                  </a:cubicBezTo>
                  <a:cubicBezTo>
                    <a:pt x="226632" y="16596"/>
                    <a:pt x="226632" y="14972"/>
                    <a:pt x="231501" y="11725"/>
                  </a:cubicBezTo>
                  <a:cubicBezTo>
                    <a:pt x="234746" y="9289"/>
                    <a:pt x="237179" y="7665"/>
                    <a:pt x="237991" y="8477"/>
                  </a:cubicBezTo>
                  <a:cubicBezTo>
                    <a:pt x="240425" y="10101"/>
                    <a:pt x="239614" y="13348"/>
                    <a:pt x="237179" y="13348"/>
                  </a:cubicBezTo>
                  <a:cubicBezTo>
                    <a:pt x="236368" y="13348"/>
                    <a:pt x="234746" y="14972"/>
                    <a:pt x="233934" y="16596"/>
                  </a:cubicBezTo>
                  <a:cubicBezTo>
                    <a:pt x="233934" y="18219"/>
                    <a:pt x="232312" y="19843"/>
                    <a:pt x="231501" y="19843"/>
                  </a:cubicBezTo>
                  <a:cubicBezTo>
                    <a:pt x="230689" y="19843"/>
                    <a:pt x="230689" y="20655"/>
                    <a:pt x="230689" y="21467"/>
                  </a:cubicBezTo>
                  <a:cubicBezTo>
                    <a:pt x="230689" y="22279"/>
                    <a:pt x="229066" y="23903"/>
                    <a:pt x="228255" y="24714"/>
                  </a:cubicBezTo>
                  <a:cubicBezTo>
                    <a:pt x="226632" y="26338"/>
                    <a:pt x="225821" y="27962"/>
                    <a:pt x="225821" y="29586"/>
                  </a:cubicBezTo>
                  <a:cubicBezTo>
                    <a:pt x="225010" y="31210"/>
                    <a:pt x="224199" y="32022"/>
                    <a:pt x="220953" y="32022"/>
                  </a:cubicBezTo>
                  <a:cubicBezTo>
                    <a:pt x="219331" y="32022"/>
                    <a:pt x="216896" y="32022"/>
                    <a:pt x="216896" y="32833"/>
                  </a:cubicBezTo>
                  <a:cubicBezTo>
                    <a:pt x="216896" y="33645"/>
                    <a:pt x="217708" y="34457"/>
                    <a:pt x="218519" y="34457"/>
                  </a:cubicBezTo>
                  <a:cubicBezTo>
                    <a:pt x="219331" y="34457"/>
                    <a:pt x="220142" y="35269"/>
                    <a:pt x="220953" y="36081"/>
                  </a:cubicBezTo>
                  <a:cubicBezTo>
                    <a:pt x="221765" y="36893"/>
                    <a:pt x="220953" y="37705"/>
                    <a:pt x="218519" y="36893"/>
                  </a:cubicBezTo>
                  <a:cubicBezTo>
                    <a:pt x="216896" y="36081"/>
                    <a:pt x="216085" y="36081"/>
                    <a:pt x="216896" y="36893"/>
                  </a:cubicBezTo>
                  <a:cubicBezTo>
                    <a:pt x="218519" y="37705"/>
                    <a:pt x="219331" y="41764"/>
                    <a:pt x="216085" y="43388"/>
                  </a:cubicBezTo>
                  <a:cubicBezTo>
                    <a:pt x="214463" y="44200"/>
                    <a:pt x="213652" y="44200"/>
                    <a:pt x="212029" y="42576"/>
                  </a:cubicBezTo>
                  <a:cubicBezTo>
                    <a:pt x="211218" y="40952"/>
                    <a:pt x="210406" y="41764"/>
                    <a:pt x="212029" y="44200"/>
                  </a:cubicBezTo>
                  <a:cubicBezTo>
                    <a:pt x="213652" y="46635"/>
                    <a:pt x="213652" y="48259"/>
                    <a:pt x="212029" y="49883"/>
                  </a:cubicBezTo>
                  <a:cubicBezTo>
                    <a:pt x="211218" y="51507"/>
                    <a:pt x="211218" y="52319"/>
                    <a:pt x="211218" y="52319"/>
                  </a:cubicBezTo>
                  <a:cubicBezTo>
                    <a:pt x="212029" y="52319"/>
                    <a:pt x="210406" y="53942"/>
                    <a:pt x="208783" y="54754"/>
                  </a:cubicBezTo>
                  <a:cubicBezTo>
                    <a:pt x="205538" y="54754"/>
                    <a:pt x="205538" y="54754"/>
                    <a:pt x="203916" y="52319"/>
                  </a:cubicBezTo>
                  <a:close/>
                </a:path>
              </a:pathLst>
            </a:custGeom>
            <a:grpFill/>
            <a:ln w="8113" cap="flat">
              <a:solidFill>
                <a:schemeClr val="bg1"/>
              </a:solidFill>
              <a:prstDash val="solid"/>
              <a:miter/>
            </a:ln>
          </p:spPr>
          <p:txBody>
            <a:bodyPr rtlCol="0" anchor="ctr"/>
            <a:lstStyle/>
            <a:p>
              <a:endParaRPr lang="en-US" b="1" i="0" dirty="0">
                <a:latin typeface="Montserrat" pitchFamily="2" charset="77"/>
              </a:endParaRPr>
            </a:p>
          </p:txBody>
        </p:sp>
      </p:grpSp>
    </p:spTree>
    <p:extLst>
      <p:ext uri="{BB962C8B-B14F-4D97-AF65-F5344CB8AC3E}">
        <p14:creationId xmlns:p14="http://schemas.microsoft.com/office/powerpoint/2010/main" val="4287571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750"/>
                            </p:stCondLst>
                            <p:childTnLst>
                              <p:par>
                                <p:cTn id="9" presetID="22" presetClass="entr" presetSubtype="8" fill="hold" grpId="0" nodeType="afterEffect">
                                  <p:stCondLst>
                                    <p:cond delay="25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1500"/>
                            </p:stCondLst>
                            <p:childTnLst>
                              <p:par>
                                <p:cTn id="13" presetID="22" presetClass="entr" presetSubtype="8" fill="hold" grpId="0" nodeType="after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animBg="1"/>
      <p:bldP spid="6" grpId="0" animBg="1"/>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5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483644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7" name="Slide Number Placeholder 4">
            <a:extLst>
              <a:ext uri="{FF2B5EF4-FFF2-40B4-BE49-F238E27FC236}">
                <a16:creationId xmlns:a16="http://schemas.microsoft.com/office/drawing/2014/main" id="{BAA75659-707B-C3D1-BD62-2C1D74BF9B25}"/>
              </a:ext>
            </a:extLst>
          </p:cNvPr>
          <p:cNvSpPr>
            <a:spLocks noGrp="1"/>
          </p:cNvSpPr>
          <p:nvPr>
            <p:ph type="sldNum" sz="quarter" idx="4"/>
          </p:nvPr>
        </p:nvSpPr>
        <p:spPr>
          <a:xfrm>
            <a:off x="8610600" y="6356350"/>
            <a:ext cx="2743200" cy="365125"/>
          </a:xfrm>
          <a:prstGeom prst="rect">
            <a:avLst/>
          </a:prstGeom>
        </p:spPr>
        <p:txBody>
          <a:bodyPr/>
          <a:lstStyle>
            <a:lvl1pPr algn="r">
              <a:defRPr sz="1200"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8" name="Text Placeholder 9">
            <a:extLst>
              <a:ext uri="{FF2B5EF4-FFF2-40B4-BE49-F238E27FC236}">
                <a16:creationId xmlns:a16="http://schemas.microsoft.com/office/drawing/2014/main" id="{68A873F8-881D-3C67-4393-E00ABE7E135A}"/>
              </a:ext>
            </a:extLst>
          </p:cNvPr>
          <p:cNvSpPr>
            <a:spLocks noGrp="1"/>
          </p:cNvSpPr>
          <p:nvPr>
            <p:ph type="body" sz="quarter" idx="14" hasCustomPrompt="1"/>
          </p:nvPr>
        </p:nvSpPr>
        <p:spPr>
          <a:xfrm>
            <a:off x="942133" y="1084329"/>
            <a:ext cx="7381490" cy="512368"/>
          </a:xfrm>
          <a:prstGeom prst="rect">
            <a:avLst/>
          </a:prstGeom>
        </p:spPr>
        <p:txBody>
          <a:bodyPr anchor="ctr">
            <a:noAutofit/>
          </a:bodyPr>
          <a:lstStyle>
            <a:lvl1pPr marL="0" indent="0">
              <a:lnSpc>
                <a:spcPct val="100000"/>
              </a:lnSpc>
              <a:buNone/>
              <a:defRPr sz="3600" b="1" i="0">
                <a:solidFill>
                  <a:schemeClr val="bg1"/>
                </a:solidFill>
                <a:latin typeface="Montserrat ExtraBold" pitchFamily="2" charset="77"/>
              </a:defRPr>
            </a:lvl1pPr>
          </a:lstStyle>
          <a:p>
            <a:pPr lvl="0"/>
            <a:r>
              <a:rPr lang="en-US" dirty="0"/>
              <a:t>Montserrat extra bold 36pt</a:t>
            </a:r>
          </a:p>
        </p:txBody>
      </p:sp>
      <p:grpSp>
        <p:nvGrpSpPr>
          <p:cNvPr id="10" name="Group 9">
            <a:extLst>
              <a:ext uri="{FF2B5EF4-FFF2-40B4-BE49-F238E27FC236}">
                <a16:creationId xmlns:a16="http://schemas.microsoft.com/office/drawing/2014/main" id="{1FA21DF0-ABD5-E91B-1B15-D9BBB249A9BE}"/>
              </a:ext>
            </a:extLst>
          </p:cNvPr>
          <p:cNvGrpSpPr/>
          <p:nvPr userDrawn="1"/>
        </p:nvGrpSpPr>
        <p:grpSpPr>
          <a:xfrm>
            <a:off x="6502325" y="2141672"/>
            <a:ext cx="209441" cy="3532610"/>
            <a:chOff x="10807083" y="412365"/>
            <a:chExt cx="209441" cy="3532610"/>
          </a:xfrm>
        </p:grpSpPr>
        <p:sp>
          <p:nvSpPr>
            <p:cNvPr id="11" name="Graphic 12">
              <a:extLst>
                <a:ext uri="{FF2B5EF4-FFF2-40B4-BE49-F238E27FC236}">
                  <a16:creationId xmlns:a16="http://schemas.microsoft.com/office/drawing/2014/main" id="{3C0E9B08-6B68-A690-AE9D-C4DF4AD72D98}"/>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i="0" dirty="0">
                <a:latin typeface="Montserrat" pitchFamily="2" charset="77"/>
              </a:endParaRPr>
            </a:p>
          </p:txBody>
        </p:sp>
        <p:cxnSp>
          <p:nvCxnSpPr>
            <p:cNvPr id="12" name="Straight Connector 11">
              <a:extLst>
                <a:ext uri="{FF2B5EF4-FFF2-40B4-BE49-F238E27FC236}">
                  <a16:creationId xmlns:a16="http://schemas.microsoft.com/office/drawing/2014/main" id="{C4C5A2F0-B20A-DCE4-DBA8-AC369B683BBA}"/>
                </a:ext>
              </a:extLst>
            </p:cNvPr>
            <p:cNvCxnSpPr>
              <a:cxnSpLocks/>
            </p:cNvCxnSpPr>
            <p:nvPr/>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CBE1080-4015-11B5-B9D9-E5A178158D2C}"/>
                </a:ext>
              </a:extLst>
            </p:cNvPr>
            <p:cNvCxnSpPr>
              <a:cxnSpLocks/>
            </p:cNvCxnSpPr>
            <p:nvPr/>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EE7566F4-6E1C-3AC9-7986-EDCC9D182307}"/>
              </a:ext>
            </a:extLst>
          </p:cNvPr>
          <p:cNvSpPr/>
          <p:nvPr userDrawn="1"/>
        </p:nvSpPr>
        <p:spPr>
          <a:xfrm>
            <a:off x="7118096" y="1793104"/>
            <a:ext cx="4363991" cy="4239798"/>
          </a:xfrm>
          <a:prstGeom prst="rect">
            <a:avLst/>
          </a:prstGeom>
          <a:solidFill>
            <a:srgbClr val="FFFFFF"/>
          </a:solidFill>
          <a:ln>
            <a:noFill/>
          </a:ln>
          <a:effectLst>
            <a:innerShdw blurRad="63500" dist="50800" dir="18900000">
              <a:prstClr val="black">
                <a:alpha val="15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15" name="Picture Placeholder 3">
            <a:extLst>
              <a:ext uri="{FF2B5EF4-FFF2-40B4-BE49-F238E27FC236}">
                <a16:creationId xmlns:a16="http://schemas.microsoft.com/office/drawing/2014/main" id="{2E520436-BD0E-2EFF-3FE4-9F7F037597DA}"/>
              </a:ext>
            </a:extLst>
          </p:cNvPr>
          <p:cNvSpPr>
            <a:spLocks noGrp="1"/>
          </p:cNvSpPr>
          <p:nvPr>
            <p:ph type="pic" sz="quarter" idx="34" hasCustomPrompt="1"/>
          </p:nvPr>
        </p:nvSpPr>
        <p:spPr>
          <a:xfrm>
            <a:off x="7280549" y="1992107"/>
            <a:ext cx="4010676" cy="3867595"/>
          </a:xfrm>
          <a:prstGeom prst="rect">
            <a:avLst/>
          </a:prstGeom>
          <a:solidFill>
            <a:srgbClr val="FFFFFF"/>
          </a:solidFill>
          <a:effectLst>
            <a:outerShdw blurRad="50800" dist="38100" dir="8100000" algn="tr" rotWithShape="0">
              <a:prstClr val="black">
                <a:alpha val="15000"/>
              </a:prstClr>
            </a:outerShdw>
          </a:effectLst>
        </p:spPr>
        <p:txBody>
          <a:bodyPr anchor="ctr">
            <a:normAutofit/>
          </a:bodyPr>
          <a:lstStyle>
            <a:lvl1pPr marL="0" indent="0" algn="ctr">
              <a:lnSpc>
                <a:spcPct val="100000"/>
              </a:lnSpc>
              <a:buNone/>
              <a:defRPr sz="1200" b="0" i="0">
                <a:latin typeface="Montserrat" pitchFamily="2" charset="77"/>
              </a:defRPr>
            </a:lvl1pPr>
          </a:lstStyle>
          <a:p>
            <a:r>
              <a:rPr lang="en-US" dirty="0"/>
              <a:t>Insert Photo</a:t>
            </a:r>
          </a:p>
        </p:txBody>
      </p:sp>
      <p:sp>
        <p:nvSpPr>
          <p:cNvPr id="16" name="Text Placeholder 8">
            <a:extLst>
              <a:ext uri="{FF2B5EF4-FFF2-40B4-BE49-F238E27FC236}">
                <a16:creationId xmlns:a16="http://schemas.microsoft.com/office/drawing/2014/main" id="{39EC7304-87B6-8865-CC62-DEE30E291F81}"/>
              </a:ext>
            </a:extLst>
          </p:cNvPr>
          <p:cNvSpPr>
            <a:spLocks noGrp="1"/>
          </p:cNvSpPr>
          <p:nvPr>
            <p:ph type="body" sz="quarter" idx="35" hasCustomPrompt="1"/>
          </p:nvPr>
        </p:nvSpPr>
        <p:spPr>
          <a:xfrm>
            <a:off x="958850" y="1881505"/>
            <a:ext cx="5543550" cy="308278"/>
          </a:xfrm>
          <a:prstGeom prst="rect">
            <a:avLst/>
          </a:prstGeom>
        </p:spPr>
        <p:txBody>
          <a:bodyPr>
            <a:normAutofit/>
          </a:bodyPr>
          <a:lstStyle>
            <a:lvl1pPr marL="0" indent="0">
              <a:buNone/>
              <a:defRPr sz="1800" b="1" i="0">
                <a:solidFill>
                  <a:schemeClr val="tx1"/>
                </a:solidFill>
                <a:latin typeface="Proxima Nova Lt" panose="02000506030000020004" pitchFamily="2" charset="77"/>
              </a:defRPr>
            </a:lvl1pPr>
          </a:lstStyle>
          <a:p>
            <a:pPr lvl="0"/>
            <a:r>
              <a:rPr lang="en-US" dirty="0"/>
              <a:t>Subhead goes here in Montserrat bold 18pts</a:t>
            </a:r>
          </a:p>
        </p:txBody>
      </p:sp>
      <p:grpSp>
        <p:nvGrpSpPr>
          <p:cNvPr id="17" name="Graphic 4119">
            <a:extLst>
              <a:ext uri="{FF2B5EF4-FFF2-40B4-BE49-F238E27FC236}">
                <a16:creationId xmlns:a16="http://schemas.microsoft.com/office/drawing/2014/main" id="{57A9AA2C-A143-F0A3-0A7E-5948CD5B6440}"/>
              </a:ext>
            </a:extLst>
          </p:cNvPr>
          <p:cNvGrpSpPr/>
          <p:nvPr userDrawn="1"/>
        </p:nvGrpSpPr>
        <p:grpSpPr>
          <a:xfrm>
            <a:off x="1363827" y="715985"/>
            <a:ext cx="1813299" cy="484838"/>
            <a:chOff x="2178742" y="-1107180"/>
            <a:chExt cx="2171851" cy="580707"/>
          </a:xfrm>
          <a:solidFill>
            <a:schemeClr val="tx1"/>
          </a:solidFill>
        </p:grpSpPr>
        <p:sp>
          <p:nvSpPr>
            <p:cNvPr id="18" name="Freeform 17">
              <a:extLst>
                <a:ext uri="{FF2B5EF4-FFF2-40B4-BE49-F238E27FC236}">
                  <a16:creationId xmlns:a16="http://schemas.microsoft.com/office/drawing/2014/main" id="{C3FB9596-63E0-B952-F2E4-9A7A51F95FD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19" name="Freeform 18">
              <a:extLst>
                <a:ext uri="{FF2B5EF4-FFF2-40B4-BE49-F238E27FC236}">
                  <a16:creationId xmlns:a16="http://schemas.microsoft.com/office/drawing/2014/main" id="{387D039F-6DBE-05F8-4537-4DAC2F59F327}"/>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0" name="Freeform 19">
              <a:extLst>
                <a:ext uri="{FF2B5EF4-FFF2-40B4-BE49-F238E27FC236}">
                  <a16:creationId xmlns:a16="http://schemas.microsoft.com/office/drawing/2014/main" id="{2C944427-5DEE-C3D0-E2A8-B93639B6B8CD}"/>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1" name="Freeform 20">
              <a:extLst>
                <a:ext uri="{FF2B5EF4-FFF2-40B4-BE49-F238E27FC236}">
                  <a16:creationId xmlns:a16="http://schemas.microsoft.com/office/drawing/2014/main" id="{83E33C1C-B879-774C-6C18-D98A8FB6D519}"/>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2" name="Freeform 21">
              <a:extLst>
                <a:ext uri="{FF2B5EF4-FFF2-40B4-BE49-F238E27FC236}">
                  <a16:creationId xmlns:a16="http://schemas.microsoft.com/office/drawing/2014/main" id="{5C99F161-325C-4060-D9E5-73228E35F461}"/>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3" name="Freeform 22">
              <a:extLst>
                <a:ext uri="{FF2B5EF4-FFF2-40B4-BE49-F238E27FC236}">
                  <a16:creationId xmlns:a16="http://schemas.microsoft.com/office/drawing/2014/main" id="{C7FA4CFA-9CFF-9C7B-8753-54E78C30566D}"/>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4" name="Freeform 23">
              <a:extLst>
                <a:ext uri="{FF2B5EF4-FFF2-40B4-BE49-F238E27FC236}">
                  <a16:creationId xmlns:a16="http://schemas.microsoft.com/office/drawing/2014/main" id="{360E279D-21BE-42E9-2411-6A96A42933D3}"/>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5" name="Freeform 24">
              <a:extLst>
                <a:ext uri="{FF2B5EF4-FFF2-40B4-BE49-F238E27FC236}">
                  <a16:creationId xmlns:a16="http://schemas.microsoft.com/office/drawing/2014/main" id="{1F6C1A28-B555-0E72-C61C-A7C01307540E}"/>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6" name="Freeform 25">
              <a:extLst>
                <a:ext uri="{FF2B5EF4-FFF2-40B4-BE49-F238E27FC236}">
                  <a16:creationId xmlns:a16="http://schemas.microsoft.com/office/drawing/2014/main" id="{8928F65D-A79E-1702-CCCB-75B38E954CB8}"/>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7" name="Freeform 26">
              <a:extLst>
                <a:ext uri="{FF2B5EF4-FFF2-40B4-BE49-F238E27FC236}">
                  <a16:creationId xmlns:a16="http://schemas.microsoft.com/office/drawing/2014/main" id="{181AF3D1-1C8D-0E70-D872-99DEA022978A}"/>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8" name="Freeform 27">
              <a:extLst>
                <a:ext uri="{FF2B5EF4-FFF2-40B4-BE49-F238E27FC236}">
                  <a16:creationId xmlns:a16="http://schemas.microsoft.com/office/drawing/2014/main" id="{1F2EA9C9-928D-D8AD-FDE1-B337D27EC55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29" name="Freeform 28">
              <a:extLst>
                <a:ext uri="{FF2B5EF4-FFF2-40B4-BE49-F238E27FC236}">
                  <a16:creationId xmlns:a16="http://schemas.microsoft.com/office/drawing/2014/main" id="{E125E9A5-7B30-5F6F-EE61-276D9DDB951B}"/>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0" name="Freeform 29">
              <a:extLst>
                <a:ext uri="{FF2B5EF4-FFF2-40B4-BE49-F238E27FC236}">
                  <a16:creationId xmlns:a16="http://schemas.microsoft.com/office/drawing/2014/main" id="{71F2C419-EAC1-8C7E-5AD1-7946A932445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1" name="Freeform 30">
              <a:extLst>
                <a:ext uri="{FF2B5EF4-FFF2-40B4-BE49-F238E27FC236}">
                  <a16:creationId xmlns:a16="http://schemas.microsoft.com/office/drawing/2014/main" id="{6FC55839-09F4-9A66-3FA3-4A1457544173}"/>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2" name="Freeform 31">
              <a:extLst>
                <a:ext uri="{FF2B5EF4-FFF2-40B4-BE49-F238E27FC236}">
                  <a16:creationId xmlns:a16="http://schemas.microsoft.com/office/drawing/2014/main" id="{274F4F93-D7EE-5293-8E6B-394652261883}"/>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3" name="Freeform 32">
              <a:extLst>
                <a:ext uri="{FF2B5EF4-FFF2-40B4-BE49-F238E27FC236}">
                  <a16:creationId xmlns:a16="http://schemas.microsoft.com/office/drawing/2014/main" id="{DA7BF728-26BA-0D09-C6E4-BE4AC4F660F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4" name="Freeform 33">
              <a:extLst>
                <a:ext uri="{FF2B5EF4-FFF2-40B4-BE49-F238E27FC236}">
                  <a16:creationId xmlns:a16="http://schemas.microsoft.com/office/drawing/2014/main" id="{8EC6E860-15EF-BC7D-1CA5-4DDF8BB12B6A}"/>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5" name="Freeform 34">
              <a:extLst>
                <a:ext uri="{FF2B5EF4-FFF2-40B4-BE49-F238E27FC236}">
                  <a16:creationId xmlns:a16="http://schemas.microsoft.com/office/drawing/2014/main" id="{F2A0B38A-E9C8-3EE5-35E4-EF35F7B3C7E0}"/>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6" name="Freeform 35">
              <a:extLst>
                <a:ext uri="{FF2B5EF4-FFF2-40B4-BE49-F238E27FC236}">
                  <a16:creationId xmlns:a16="http://schemas.microsoft.com/office/drawing/2014/main" id="{DF787BF9-1D89-6120-B5DD-D63E3ACCB916}"/>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sp>
          <p:nvSpPr>
            <p:cNvPr id="37" name="Freeform 36">
              <a:extLst>
                <a:ext uri="{FF2B5EF4-FFF2-40B4-BE49-F238E27FC236}">
                  <a16:creationId xmlns:a16="http://schemas.microsoft.com/office/drawing/2014/main" id="{99D04FB2-7469-8743-24AF-4339A3DF8858}"/>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b="0" i="0" dirty="0">
                <a:latin typeface="Proxima Nova Rg" panose="02000506030000020004" pitchFamily="2" charset="77"/>
              </a:endParaRPr>
            </a:p>
          </p:txBody>
        </p:sp>
      </p:grpSp>
      <p:sp>
        <p:nvSpPr>
          <p:cNvPr id="2" name="Text Placeholder 13">
            <a:extLst>
              <a:ext uri="{FF2B5EF4-FFF2-40B4-BE49-F238E27FC236}">
                <a16:creationId xmlns:a16="http://schemas.microsoft.com/office/drawing/2014/main" id="{781608D2-2BB5-79D1-B49C-C698E8B11316}"/>
              </a:ext>
            </a:extLst>
          </p:cNvPr>
          <p:cNvSpPr>
            <a:spLocks noGrp="1"/>
          </p:cNvSpPr>
          <p:nvPr>
            <p:ph type="body" sz="quarter" idx="24" hasCustomPrompt="1"/>
          </p:nvPr>
        </p:nvSpPr>
        <p:spPr>
          <a:xfrm>
            <a:off x="923846" y="2264637"/>
            <a:ext cx="5136569" cy="3643522"/>
          </a:xfrm>
          <a:prstGeom prst="rect">
            <a:avLst/>
          </a:prstGeom>
        </p:spPr>
        <p:txBody>
          <a:bodyPr>
            <a:normAutofit/>
          </a:bodyPr>
          <a:lstStyle>
            <a:lvl1pPr marL="0" indent="0">
              <a:buFont typeface="Arial" panose="020B0604020202020204" pitchFamily="34" charset="0"/>
              <a:buNone/>
              <a:defRPr sz="1400" b="0" i="0">
                <a:solidFill>
                  <a:schemeClr val="accent6"/>
                </a:solidFill>
                <a:latin typeface="Montserrat" pitchFamily="2" charset="77"/>
                <a:cs typeface="Gotham Book" pitchFamily="2" charset="0"/>
              </a:defRPr>
            </a:lvl1pPr>
            <a:lvl2pPr marL="800100" indent="-34290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2pPr>
            <a:lvl3pPr marL="1200150" indent="-285750">
              <a:buFont typeface="Arial" panose="020B0604020202020204" pitchFamily="34" charset="0"/>
              <a:buChar char="•"/>
              <a:defRPr lang="en-US" sz="1400" b="0" i="0" kern="1200" dirty="0">
                <a:solidFill>
                  <a:schemeClr val="accent6"/>
                </a:solidFill>
                <a:latin typeface="Montserrat" pitchFamily="2" charset="77"/>
                <a:ea typeface="+mn-ea"/>
                <a:cs typeface="Gotham Book" pitchFamily="2" charset="0"/>
              </a:defRPr>
            </a:lvl3pPr>
            <a:lvl4pPr marL="1657350" indent="-285750">
              <a:buFont typeface="Arial" panose="020B0604020202020204" pitchFamily="34" charset="0"/>
              <a:buChar char="•"/>
              <a:defRPr lang="en-US" sz="1400" b="0" i="0" kern="1200" dirty="0" smtClean="0">
                <a:solidFill>
                  <a:schemeClr val="accent6"/>
                </a:solidFill>
                <a:latin typeface="Montserrat" pitchFamily="2" charset="77"/>
                <a:ea typeface="+mn-ea"/>
                <a:cs typeface="Gotham Book" pitchFamily="2" charset="0"/>
              </a:defRPr>
            </a:lvl4pPr>
            <a:lvl5pPr algn="l">
              <a:defRPr>
                <a:solidFill>
                  <a:schemeClr val="accent5"/>
                </a:solidFill>
              </a:defRPr>
            </a:lvl5pPr>
          </a:lstStyle>
          <a:p>
            <a:pPr lvl="0"/>
            <a:r>
              <a:rPr lang="en-US" dirty="0"/>
              <a:t>Body copy goes here in Montserrat Regular – 14pt</a:t>
            </a:r>
          </a:p>
          <a:p>
            <a:pPr lvl="1"/>
            <a:r>
              <a:rPr lang="en-US" dirty="0"/>
              <a:t>Bulleted text</a:t>
            </a:r>
          </a:p>
          <a:p>
            <a:pPr lvl="2"/>
            <a:r>
              <a:rPr lang="en-US" dirty="0"/>
              <a:t>Tab 2</a:t>
            </a:r>
          </a:p>
          <a:p>
            <a:pPr lvl="3"/>
            <a:r>
              <a:rPr lang="en-US" dirty="0"/>
              <a:t>So on	</a:t>
            </a:r>
          </a:p>
        </p:txBody>
      </p:sp>
    </p:spTree>
    <p:extLst>
      <p:ext uri="{BB962C8B-B14F-4D97-AF65-F5344CB8AC3E}">
        <p14:creationId xmlns:p14="http://schemas.microsoft.com/office/powerpoint/2010/main" val="1407389679"/>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image" Target="../media/image1.jpg"/><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6" name="Picture 5" descr="A picture containing outdoor&#10;&#10;Description automatically generated">
            <a:extLst>
              <a:ext uri="{FF2B5EF4-FFF2-40B4-BE49-F238E27FC236}">
                <a16:creationId xmlns:a16="http://schemas.microsoft.com/office/drawing/2014/main" id="{B098E3F5-2FEA-1630-4741-60CD66A08B6A}"/>
              </a:ext>
            </a:extLst>
          </p:cNvPr>
          <p:cNvPicPr>
            <a:picLocks noChangeAspect="1"/>
          </p:cNvPicPr>
          <p:nvPr userDrawn="1"/>
        </p:nvPicPr>
        <p:blipFill>
          <a:blip r:embed="rId35"/>
          <a:stretch>
            <a:fillRect/>
          </a:stretch>
        </p:blipFill>
        <p:spPr>
          <a:xfrm>
            <a:off x="0" y="1"/>
            <a:ext cx="12192000" cy="6858000"/>
          </a:xfrm>
          <a:prstGeom prst="rect">
            <a:avLst/>
          </a:prstGeom>
        </p:spPr>
      </p:pic>
      <p:sp>
        <p:nvSpPr>
          <p:cNvPr id="2" name="Title Placeholder 1">
            <a:extLst>
              <a:ext uri="{FF2B5EF4-FFF2-40B4-BE49-F238E27FC236}">
                <a16:creationId xmlns:a16="http://schemas.microsoft.com/office/drawing/2014/main" id="{C689FC81-C70B-3F8A-0781-081B21809291}"/>
              </a:ext>
            </a:extLst>
          </p:cNvPr>
          <p:cNvSpPr>
            <a:spLocks noGrp="1"/>
          </p:cNvSpPr>
          <p:nvPr>
            <p:ph type="title"/>
          </p:nvPr>
        </p:nvSpPr>
        <p:spPr>
          <a:xfrm>
            <a:off x="838200" y="714903"/>
            <a:ext cx="10515600" cy="887677"/>
          </a:xfrm>
          <a:prstGeom prst="rect">
            <a:avLst/>
          </a:prstGeom>
        </p:spPr>
        <p:txBody>
          <a:bodyPr vert="horz" lIns="91440" tIns="45720" rIns="91440" bIns="45720" rtlCol="0" anchor="ctr">
            <a:normAutofit/>
          </a:bodyPr>
          <a:lstStyle/>
          <a:p>
            <a:r>
              <a:rPr lang="en-US" dirty="0"/>
              <a:t>Headline Goes Here</a:t>
            </a:r>
          </a:p>
        </p:txBody>
      </p:sp>
      <p:sp>
        <p:nvSpPr>
          <p:cNvPr id="3" name="Text Placeholder 2">
            <a:extLst>
              <a:ext uri="{FF2B5EF4-FFF2-40B4-BE49-F238E27FC236}">
                <a16:creationId xmlns:a16="http://schemas.microsoft.com/office/drawing/2014/main" id="{529F7169-F5F9-A5AF-FAA0-4018A0AD2EBB}"/>
              </a:ext>
            </a:extLst>
          </p:cNvPr>
          <p:cNvSpPr>
            <a:spLocks noGrp="1"/>
          </p:cNvSpPr>
          <p:nvPr>
            <p:ph type="body" idx="1"/>
          </p:nvPr>
        </p:nvSpPr>
        <p:spPr>
          <a:xfrm>
            <a:off x="838200" y="1602580"/>
            <a:ext cx="10515600" cy="602722"/>
          </a:xfrm>
          <a:prstGeom prst="rect">
            <a:avLst/>
          </a:prstGeom>
        </p:spPr>
        <p:txBody>
          <a:bodyPr vert="horz" lIns="91440" tIns="45720" rIns="91440" bIns="45720" rtlCol="0">
            <a:normAutofit/>
          </a:bodyPr>
          <a:lstStyle/>
          <a:p>
            <a:pPr lvl="0"/>
            <a:r>
              <a:rPr lang="en-US" dirty="0"/>
              <a:t>Click to edit Master text styles</a:t>
            </a:r>
          </a:p>
        </p:txBody>
      </p:sp>
      <p:sp>
        <p:nvSpPr>
          <p:cNvPr id="5" name="Slide Number Placeholder 4">
            <a:extLst>
              <a:ext uri="{FF2B5EF4-FFF2-40B4-BE49-F238E27FC236}">
                <a16:creationId xmlns:a16="http://schemas.microsoft.com/office/drawing/2014/main" id="{1FB2F98C-EAE6-3D61-3087-756D35FFFCBB}"/>
              </a:ext>
            </a:extLst>
          </p:cNvPr>
          <p:cNvSpPr>
            <a:spLocks noGrp="1"/>
          </p:cNvSpPr>
          <p:nvPr>
            <p:ph type="sldNum" sz="quarter" idx="4"/>
          </p:nvPr>
        </p:nvSpPr>
        <p:spPr>
          <a:xfrm>
            <a:off x="8610600" y="6368542"/>
            <a:ext cx="2743200" cy="365125"/>
          </a:xfrm>
          <a:prstGeom prst="rect">
            <a:avLst/>
          </a:prstGeom>
        </p:spPr>
        <p:txBody>
          <a:bodyPr vert="horz" lIns="91440" tIns="45720" rIns="91440" bIns="45720" rtlCol="0" anchor="ctr"/>
          <a:lstStyle>
            <a:lvl1pPr algn="r">
              <a:defRPr sz="1200" b="0" i="0">
                <a:solidFill>
                  <a:schemeClr val="accent6"/>
                </a:solidFill>
                <a:latin typeface="Montserrat" pitchFamily="2" charset="77"/>
              </a:defRPr>
            </a:lvl1pPr>
          </a:lstStyle>
          <a:p>
            <a:fld id="{7C880EF5-9874-874E-BB18-59724C37FBA3}" type="slidenum">
              <a:rPr lang="en-US" smtClean="0"/>
              <a:pPr/>
              <a:t>‹#›</a:t>
            </a:fld>
            <a:endParaRPr lang="en-US" dirty="0"/>
          </a:p>
        </p:txBody>
      </p:sp>
    </p:spTree>
    <p:extLst>
      <p:ext uri="{BB962C8B-B14F-4D97-AF65-F5344CB8AC3E}">
        <p14:creationId xmlns:p14="http://schemas.microsoft.com/office/powerpoint/2010/main" val="3904520397"/>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85" r:id="rId3"/>
    <p:sldLayoutId id="2147483723" r:id="rId4"/>
    <p:sldLayoutId id="2147483724" r:id="rId5"/>
    <p:sldLayoutId id="2147483725" r:id="rId6"/>
    <p:sldLayoutId id="2147483726" r:id="rId7"/>
    <p:sldLayoutId id="2147483727" r:id="rId8"/>
    <p:sldLayoutId id="2147483728" r:id="rId9"/>
    <p:sldLayoutId id="2147483729" r:id="rId10"/>
    <p:sldLayoutId id="2147483730" r:id="rId11"/>
    <p:sldLayoutId id="2147483731" r:id="rId12"/>
    <p:sldLayoutId id="2147483732" r:id="rId13"/>
    <p:sldLayoutId id="2147483784" r:id="rId14"/>
    <p:sldLayoutId id="2147483733" r:id="rId15"/>
    <p:sldLayoutId id="2147483734" r:id="rId16"/>
    <p:sldLayoutId id="2147483735" r:id="rId17"/>
    <p:sldLayoutId id="2147483736" r:id="rId18"/>
    <p:sldLayoutId id="2147483737" r:id="rId19"/>
    <p:sldLayoutId id="2147483738" r:id="rId20"/>
    <p:sldLayoutId id="2147483739" r:id="rId21"/>
    <p:sldLayoutId id="2147483740" r:id="rId22"/>
    <p:sldLayoutId id="2147483741" r:id="rId23"/>
    <p:sldLayoutId id="2147483742" r:id="rId24"/>
    <p:sldLayoutId id="2147483781" r:id="rId25"/>
    <p:sldLayoutId id="2147483743" r:id="rId26"/>
    <p:sldLayoutId id="2147483744" r:id="rId27"/>
    <p:sldLayoutId id="2147483745" r:id="rId28"/>
    <p:sldLayoutId id="2147483746" r:id="rId29"/>
    <p:sldLayoutId id="2147483747" r:id="rId30"/>
    <p:sldLayoutId id="2147483748" r:id="rId31"/>
    <p:sldLayoutId id="2147483749" r:id="rId32"/>
    <p:sldLayoutId id="2147483750" r:id="rId33"/>
  </p:sldLayoutIdLst>
  <p:hf hdr="0" dt="0"/>
  <p:txStyles>
    <p:titleStyle>
      <a:lvl1pPr algn="l" defTabSz="914400" rtl="0" eaLnBrk="1" latinLnBrk="0" hangingPunct="1">
        <a:lnSpc>
          <a:spcPct val="90000"/>
        </a:lnSpc>
        <a:spcBef>
          <a:spcPct val="0"/>
        </a:spcBef>
        <a:buNone/>
        <a:defRPr sz="4800" b="1" i="0" kern="1200">
          <a:solidFill>
            <a:schemeClr val="bg1"/>
          </a:solidFill>
          <a:latin typeface="Montserrat ExtraBold" pitchFamily="2" charset="77"/>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5" orient="horz" pos="2160" userDrawn="1">
          <p15:clr>
            <a:srgbClr val="F26B43"/>
          </p15:clr>
        </p15:guide>
        <p15:guide id="6" pos="38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7" name="Slide Number Placeholder 4">
            <a:extLst>
              <a:ext uri="{FF2B5EF4-FFF2-40B4-BE49-F238E27FC236}">
                <a16:creationId xmlns:a16="http://schemas.microsoft.com/office/drawing/2014/main" id="{23AADBAD-D18D-AB83-F8FE-ED5729A73BC3}"/>
              </a:ext>
            </a:extLst>
          </p:cNvPr>
          <p:cNvSpPr>
            <a:spLocks noGrp="1"/>
          </p:cNvSpPr>
          <p:nvPr>
            <p:ph type="sldNum" sz="quarter" idx="4"/>
          </p:nvPr>
        </p:nvSpPr>
        <p:spPr>
          <a:xfrm>
            <a:off x="8610600" y="6356350"/>
            <a:ext cx="2743200" cy="365125"/>
          </a:xfrm>
          <a:prstGeom prst="rect">
            <a:avLst/>
          </a:prstGeom>
        </p:spPr>
        <p:txBody>
          <a:bodyPr/>
          <a:lstStyle>
            <a:lvl1pPr algn="r">
              <a:defRPr sz="1200" b="0" i="0">
                <a:solidFill>
                  <a:schemeClr val="accent3"/>
                </a:solidFill>
                <a:latin typeface="Montserrat" pitchFamily="2" charset="77"/>
              </a:defRPr>
            </a:lvl1pPr>
          </a:lstStyle>
          <a:p>
            <a:fld id="{7C880EF5-9874-874E-BB18-59724C37FBA3}" type="slidenum">
              <a:rPr lang="en-US" smtClean="0"/>
              <a:pPr/>
              <a:t>‹#›</a:t>
            </a:fld>
            <a:endParaRPr lang="en-US" dirty="0"/>
          </a:p>
        </p:txBody>
      </p:sp>
      <p:sp>
        <p:nvSpPr>
          <p:cNvPr id="8" name="Rectangle 7">
            <a:extLst>
              <a:ext uri="{FF2B5EF4-FFF2-40B4-BE49-F238E27FC236}">
                <a16:creationId xmlns:a16="http://schemas.microsoft.com/office/drawing/2014/main" id="{F59F4CD3-06E6-75AE-CD40-A02497C212F9}"/>
              </a:ext>
            </a:extLst>
          </p:cNvPr>
          <p:cNvSpPr/>
          <p:nvPr userDrawn="1"/>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Tree>
    <p:extLst>
      <p:ext uri="{BB962C8B-B14F-4D97-AF65-F5344CB8AC3E}">
        <p14:creationId xmlns:p14="http://schemas.microsoft.com/office/powerpoint/2010/main" val="981328886"/>
      </p:ext>
    </p:extLst>
  </p:cSld>
  <p:clrMap bg1="lt1" tx1="dk1" bg2="lt2" tx2="dk2" accent1="accent1" accent2="accent2" accent3="accent3" accent4="accent4" accent5="accent5" accent6="accent6" hlink="hlink" folHlink="folHlink"/>
  <p:sldLayoutIdLst>
    <p:sldLayoutId id="2147483783"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31.xml"/></Relationships>
</file>

<file path=ppt/slides/_rels/slide2.xml.rels><?xml version="1.0" encoding="UTF-8" standalone="yes"?>
<Relationships xmlns="http://schemas.openxmlformats.org/package/2006/relationships"><Relationship Id="rId3" Type="http://schemas.openxmlformats.org/officeDocument/2006/relationships/hyperlink" Target="https://fonts.google.com/specimen/Montserrat?query=montserrat" TargetMode="External"/><Relationship Id="rId2" Type="http://schemas.openxmlformats.org/officeDocument/2006/relationships/notesSlide" Target="../notesSlides/notesSlide1.xml"/><Relationship Id="rId1" Type="http://schemas.openxmlformats.org/officeDocument/2006/relationships/slideLayout" Target="../slideLayouts/slideLayout31.xml"/><Relationship Id="rId4" Type="http://schemas.openxmlformats.org/officeDocument/2006/relationships/hyperlink" Target="https://www.dafont.com/divine-rhapsody.font" TargetMode="External"/></Relationships>
</file>

<file path=ppt/slides/_rels/slide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31.xml"/></Relationships>
</file>

<file path=ppt/slides/_rels/slide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31.xml"/><Relationship Id="rId5" Type="http://schemas.openxmlformats.org/officeDocument/2006/relationships/image" Target="../media/image19.png"/><Relationship Id="rId4" Type="http://schemas.openxmlformats.org/officeDocument/2006/relationships/image" Target="../media/image18.png"/></Relationships>
</file>

<file path=ppt/slides/_rels/slide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31.xml"/></Relationships>
</file>

<file path=ppt/slides/_rels/slide6.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image" Target="../media/image23.png"/><Relationship Id="rId7" Type="http://schemas.openxmlformats.org/officeDocument/2006/relationships/image" Target="../media/image27.png"/><Relationship Id="rId2" Type="http://schemas.openxmlformats.org/officeDocument/2006/relationships/image" Target="../media/image22.png"/><Relationship Id="rId1" Type="http://schemas.openxmlformats.org/officeDocument/2006/relationships/slideLayout" Target="../slideLayouts/slideLayout31.xml"/><Relationship Id="rId6" Type="http://schemas.openxmlformats.org/officeDocument/2006/relationships/image" Target="../media/image26.png"/><Relationship Id="rId11" Type="http://schemas.openxmlformats.org/officeDocument/2006/relationships/image" Target="../media/image13.svg"/><Relationship Id="rId5" Type="http://schemas.openxmlformats.org/officeDocument/2006/relationships/image" Target="../media/image25.emf"/><Relationship Id="rId10" Type="http://schemas.openxmlformats.org/officeDocument/2006/relationships/image" Target="../media/image12.png"/><Relationship Id="rId4" Type="http://schemas.openxmlformats.org/officeDocument/2006/relationships/image" Target="../media/image24.emf"/><Relationship Id="rId9" Type="http://schemas.openxmlformats.org/officeDocument/2006/relationships/image" Target="../media/image3.emf"/></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31.xml"/></Relationships>
</file>

<file path=ppt/slides/_rels/slide1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3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3" Type="http://schemas.openxmlformats.org/officeDocument/2006/relationships/image" Target="../media/image30.emf"/><Relationship Id="rId2" Type="http://schemas.openxmlformats.org/officeDocument/2006/relationships/image" Target="../media/image29.emf"/><Relationship Id="rId1" Type="http://schemas.openxmlformats.org/officeDocument/2006/relationships/slideLayout" Target="../slideLayouts/slideLayout15.xml"/><Relationship Id="rId4" Type="http://schemas.openxmlformats.org/officeDocument/2006/relationships/image" Target="../media/image31.emf"/></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32.emf"/><Relationship Id="rId2" Type="http://schemas.openxmlformats.org/officeDocument/2006/relationships/image" Target="../media/image31.emf"/><Relationship Id="rId1" Type="http://schemas.openxmlformats.org/officeDocument/2006/relationships/slideLayout" Target="../slideLayouts/slideLayout21.xml"/><Relationship Id="rId4" Type="http://schemas.openxmlformats.org/officeDocument/2006/relationships/image" Target="../media/image30.emf"/></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slide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51BEF0EC-0389-72CA-E1CB-21D125A1DC5E}"/>
              </a:ext>
            </a:extLst>
          </p:cNvPr>
          <p:cNvSpPr txBox="1"/>
          <p:nvPr/>
        </p:nvSpPr>
        <p:spPr>
          <a:xfrm>
            <a:off x="0" y="3190473"/>
            <a:ext cx="12192000" cy="477054"/>
          </a:xfrm>
          <a:prstGeom prst="rect">
            <a:avLst/>
          </a:prstGeom>
          <a:noFill/>
        </p:spPr>
        <p:txBody>
          <a:bodyPr wrap="square" lIns="91440" tIns="45720" rIns="91440" bIns="45720" rtlCol="0" anchor="t">
            <a:spAutoFit/>
          </a:bodyPr>
          <a:lstStyle/>
          <a:p>
            <a:pPr algn="ctr">
              <a:lnSpc>
                <a:spcPts val="2960"/>
              </a:lnSpc>
            </a:pPr>
            <a:r>
              <a:rPr lang="en-US" sz="2800" b="1" dirty="0">
                <a:latin typeface="Montserrat ExtraBold" pitchFamily="2" charset="77"/>
                <a:cs typeface="Gotham Black" pitchFamily="2" charset="0"/>
              </a:rPr>
              <a:t>PowerPoint </a:t>
            </a:r>
            <a:r>
              <a:rPr lang="en-US" sz="2800" b="1" dirty="0">
                <a:solidFill>
                  <a:schemeClr val="bg1"/>
                </a:solidFill>
                <a:latin typeface="Montserrat ExtraBold" pitchFamily="2" charset="77"/>
                <a:cs typeface="Gotham Black" pitchFamily="2" charset="0"/>
              </a:rPr>
              <a:t>Template Guidelines</a:t>
            </a:r>
          </a:p>
        </p:txBody>
      </p:sp>
      <p:pic>
        <p:nvPicPr>
          <p:cNvPr id="3" name="Picture 2">
            <a:extLst>
              <a:ext uri="{FF2B5EF4-FFF2-40B4-BE49-F238E27FC236}">
                <a16:creationId xmlns:a16="http://schemas.microsoft.com/office/drawing/2014/main" id="{D3222475-051C-F28B-17BE-4E035D5FC8EB}"/>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037700" y="5768192"/>
            <a:ext cx="2116599" cy="641920"/>
          </a:xfrm>
          <a:prstGeom prst="rect">
            <a:avLst/>
          </a:prstGeom>
        </p:spPr>
      </p:pic>
      <p:sp>
        <p:nvSpPr>
          <p:cNvPr id="4" name="TextBox 3">
            <a:extLst>
              <a:ext uri="{FF2B5EF4-FFF2-40B4-BE49-F238E27FC236}">
                <a16:creationId xmlns:a16="http://schemas.microsoft.com/office/drawing/2014/main" id="{E6FF7E60-50C9-212F-323E-98287A102684}"/>
              </a:ext>
            </a:extLst>
          </p:cNvPr>
          <p:cNvSpPr txBox="1"/>
          <p:nvPr/>
        </p:nvSpPr>
        <p:spPr>
          <a:xfrm>
            <a:off x="3047557" y="3284362"/>
            <a:ext cx="6095114" cy="369332"/>
          </a:xfrm>
          <a:prstGeom prst="rect">
            <a:avLst/>
          </a:prstGeom>
          <a:noFill/>
        </p:spPr>
        <p:txBody>
          <a:bodyPr wrap="square">
            <a:spAutoFit/>
          </a:bodyPr>
          <a:lstStyle/>
          <a:p>
            <a:endParaRPr lang="en-US" dirty="0">
              <a:latin typeface="Proxima Nova Rg" panose="02000506030000020004" pitchFamily="2" charset="77"/>
            </a:endParaRPr>
          </a:p>
        </p:txBody>
      </p:sp>
    </p:spTree>
    <p:extLst>
      <p:ext uri="{BB962C8B-B14F-4D97-AF65-F5344CB8AC3E}">
        <p14:creationId xmlns:p14="http://schemas.microsoft.com/office/powerpoint/2010/main" val="418761060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C9D9C14-8F97-EDA0-BB3E-6821D03F055E}"/>
              </a:ext>
            </a:extLst>
          </p:cNvPr>
          <p:cNvSpPr/>
          <p:nvPr/>
        </p:nvSpPr>
        <p:spPr>
          <a:xfrm>
            <a:off x="1018315" y="553852"/>
            <a:ext cx="1410377" cy="36933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Proxima Nova Rg" panose="02000506030000020004" pitchFamily="2" charset="77"/>
            </a:endParaRPr>
          </a:p>
        </p:txBody>
      </p:sp>
      <p:sp>
        <p:nvSpPr>
          <p:cNvPr id="28" name="TextBox 27">
            <a:extLst>
              <a:ext uri="{FF2B5EF4-FFF2-40B4-BE49-F238E27FC236}">
                <a16:creationId xmlns:a16="http://schemas.microsoft.com/office/drawing/2014/main" id="{594D7208-CD1D-5ADC-579C-98A3B9C4B184}"/>
              </a:ext>
            </a:extLst>
          </p:cNvPr>
          <p:cNvSpPr txBox="1"/>
          <p:nvPr/>
        </p:nvSpPr>
        <p:spPr>
          <a:xfrm>
            <a:off x="1442248" y="3606960"/>
            <a:ext cx="1751204" cy="307777"/>
          </a:xfrm>
          <a:prstGeom prst="rect">
            <a:avLst/>
          </a:prstGeom>
          <a:noFill/>
        </p:spPr>
        <p:txBody>
          <a:bodyPr wrap="square">
            <a:spAutoFit/>
          </a:bodyPr>
          <a:lstStyle/>
          <a:p>
            <a:r>
              <a:rPr lang="en-US" sz="1400" b="1" dirty="0">
                <a:solidFill>
                  <a:schemeClr val="bg1"/>
                </a:solidFill>
                <a:latin typeface="Montserrat" pitchFamily="2" charset="77"/>
                <a:cs typeface="Gotham Bold" pitchFamily="2" charset="0"/>
              </a:rPr>
              <a:t>Primary Font:</a:t>
            </a:r>
          </a:p>
        </p:txBody>
      </p:sp>
      <p:sp>
        <p:nvSpPr>
          <p:cNvPr id="38" name="TextBox 37">
            <a:extLst>
              <a:ext uri="{FF2B5EF4-FFF2-40B4-BE49-F238E27FC236}">
                <a16:creationId xmlns:a16="http://schemas.microsoft.com/office/drawing/2014/main" id="{1CA6CEE0-9FB9-48CD-54FC-4332DC9AA1D7}"/>
              </a:ext>
            </a:extLst>
          </p:cNvPr>
          <p:cNvSpPr txBox="1"/>
          <p:nvPr/>
        </p:nvSpPr>
        <p:spPr>
          <a:xfrm>
            <a:off x="1018315" y="1517965"/>
            <a:ext cx="4796607" cy="1690912"/>
          </a:xfrm>
          <a:prstGeom prst="rect">
            <a:avLst/>
          </a:prstGeom>
          <a:noFill/>
        </p:spPr>
        <p:txBody>
          <a:bodyPr wrap="square">
            <a:spAutoFit/>
          </a:bodyPr>
          <a:lstStyle/>
          <a:p>
            <a:pPr>
              <a:spcAft>
                <a:spcPts val="600"/>
              </a:spcAft>
              <a:buClr>
                <a:srgbClr val="583C2D"/>
              </a:buClr>
            </a:pPr>
            <a:r>
              <a:rPr lang="en-US" b="1" dirty="0">
                <a:latin typeface="Montserrat" pitchFamily="2" charset="77"/>
                <a:cs typeface="Gotham Bold" pitchFamily="2" charset="0"/>
              </a:rPr>
              <a:t>Instructions:</a:t>
            </a:r>
          </a:p>
          <a:p>
            <a:pPr marL="800100" lvl="1" indent="-342900">
              <a:lnSpc>
                <a:spcPct val="120000"/>
              </a:lnSpc>
              <a:spcAft>
                <a:spcPts val="600"/>
              </a:spcAft>
              <a:buClr>
                <a:srgbClr val="583C2D"/>
              </a:buClr>
              <a:buFont typeface="+mj-lt"/>
              <a:buAutoNum type="arabicPeriod"/>
            </a:pPr>
            <a:r>
              <a:rPr lang="en-US" sz="1400" b="1" dirty="0">
                <a:solidFill>
                  <a:schemeClr val="bg1"/>
                </a:solidFill>
                <a:latin typeface="Montserrat" pitchFamily="2" charset="77"/>
                <a:cs typeface="Gotham Bold" pitchFamily="2" charset="0"/>
              </a:rPr>
              <a:t>Click below link in slide show mode</a:t>
            </a:r>
          </a:p>
          <a:p>
            <a:pPr marL="800100" lvl="1" indent="-342900">
              <a:lnSpc>
                <a:spcPct val="120000"/>
              </a:lnSpc>
              <a:spcAft>
                <a:spcPts val="600"/>
              </a:spcAft>
              <a:buClr>
                <a:srgbClr val="583C2D"/>
              </a:buClr>
              <a:buFont typeface="+mj-lt"/>
              <a:buAutoNum type="arabicPeriod"/>
            </a:pPr>
            <a:r>
              <a:rPr lang="en-US" sz="1400" b="1" dirty="0">
                <a:solidFill>
                  <a:schemeClr val="bg1"/>
                </a:solidFill>
                <a:latin typeface="Montserrat" pitchFamily="2" charset="77"/>
                <a:cs typeface="Gotham Bold" pitchFamily="2" charset="0"/>
              </a:rPr>
              <a:t>Download Montserrat font family</a:t>
            </a:r>
          </a:p>
          <a:p>
            <a:pPr marL="800100" lvl="1" indent="-342900">
              <a:lnSpc>
                <a:spcPct val="120000"/>
              </a:lnSpc>
              <a:spcAft>
                <a:spcPts val="600"/>
              </a:spcAft>
              <a:buClr>
                <a:srgbClr val="583C2D"/>
              </a:buClr>
              <a:buFont typeface="+mj-lt"/>
              <a:buAutoNum type="arabicPeriod"/>
            </a:pPr>
            <a:r>
              <a:rPr lang="en-US" sz="1400" b="1" dirty="0">
                <a:solidFill>
                  <a:schemeClr val="bg1"/>
                </a:solidFill>
                <a:latin typeface="Montserrat" pitchFamily="2" charset="77"/>
                <a:cs typeface="Gotham Bold" pitchFamily="2" charset="0"/>
              </a:rPr>
              <a:t>Extract the zipped file</a:t>
            </a:r>
          </a:p>
          <a:p>
            <a:pPr marL="800100" lvl="1" indent="-342900">
              <a:lnSpc>
                <a:spcPct val="120000"/>
              </a:lnSpc>
              <a:spcAft>
                <a:spcPts val="600"/>
              </a:spcAft>
              <a:buClr>
                <a:srgbClr val="583C2D"/>
              </a:buClr>
              <a:buFont typeface="+mj-lt"/>
              <a:buAutoNum type="arabicPeriod"/>
            </a:pPr>
            <a:r>
              <a:rPr lang="en-US" sz="1400" b="1" dirty="0">
                <a:solidFill>
                  <a:schemeClr val="bg1"/>
                </a:solidFill>
                <a:latin typeface="Montserrat" pitchFamily="2" charset="77"/>
                <a:cs typeface="Gotham Bold" pitchFamily="2" charset="0"/>
              </a:rPr>
              <a:t>Install to your computer</a:t>
            </a:r>
          </a:p>
        </p:txBody>
      </p:sp>
      <p:sp>
        <p:nvSpPr>
          <p:cNvPr id="37" name="TextBox 36">
            <a:extLst>
              <a:ext uri="{FF2B5EF4-FFF2-40B4-BE49-F238E27FC236}">
                <a16:creationId xmlns:a16="http://schemas.microsoft.com/office/drawing/2014/main" id="{FAC5C877-829D-5CE6-893F-61E81807BDD1}"/>
              </a:ext>
            </a:extLst>
          </p:cNvPr>
          <p:cNvSpPr txBox="1"/>
          <p:nvPr/>
        </p:nvSpPr>
        <p:spPr>
          <a:xfrm>
            <a:off x="1442248" y="6182338"/>
            <a:ext cx="7213206" cy="276999"/>
          </a:xfrm>
          <a:prstGeom prst="rect">
            <a:avLst/>
          </a:prstGeom>
          <a:noFill/>
        </p:spPr>
        <p:txBody>
          <a:bodyPr wrap="square">
            <a:spAutoFit/>
          </a:bodyPr>
          <a:lstStyle/>
          <a:p>
            <a:r>
              <a:rPr lang="en-US" sz="1200" b="1" dirty="0">
                <a:solidFill>
                  <a:schemeClr val="bg2"/>
                </a:solidFill>
                <a:latin typeface="Montserrat ExtraBold" pitchFamily="2" charset="77"/>
                <a:cs typeface="Gotham Bold" pitchFamily="2" charset="0"/>
              </a:rPr>
              <a:t>NOTE: </a:t>
            </a:r>
            <a:r>
              <a:rPr lang="en-US" sz="1200" b="1" dirty="0">
                <a:solidFill>
                  <a:schemeClr val="bg1"/>
                </a:solidFill>
                <a:latin typeface="Montserrat" pitchFamily="2" charset="77"/>
                <a:cs typeface="Gotham Bold" pitchFamily="2" charset="0"/>
              </a:rPr>
              <a:t>Your presentation will not load correctly if you do not have these fonts installed</a:t>
            </a:r>
          </a:p>
        </p:txBody>
      </p:sp>
      <p:sp>
        <p:nvSpPr>
          <p:cNvPr id="2" name="Text Placeholder 10">
            <a:extLst>
              <a:ext uri="{FF2B5EF4-FFF2-40B4-BE49-F238E27FC236}">
                <a16:creationId xmlns:a16="http://schemas.microsoft.com/office/drawing/2014/main" id="{FF61CD4F-45DE-0B9E-ECEE-78E7A90CEF8B}"/>
              </a:ext>
            </a:extLst>
          </p:cNvPr>
          <p:cNvSpPr txBox="1">
            <a:spLocks/>
          </p:cNvSpPr>
          <p:nvPr/>
        </p:nvSpPr>
        <p:spPr>
          <a:xfrm>
            <a:off x="994716" y="1047902"/>
            <a:ext cx="5863284" cy="316875"/>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Download Your Fonts</a:t>
            </a:r>
          </a:p>
        </p:txBody>
      </p:sp>
      <p:sp>
        <p:nvSpPr>
          <p:cNvPr id="3" name="TextBox 2">
            <a:extLst>
              <a:ext uri="{FF2B5EF4-FFF2-40B4-BE49-F238E27FC236}">
                <a16:creationId xmlns:a16="http://schemas.microsoft.com/office/drawing/2014/main" id="{F0637D84-F20A-3909-AFC7-E79AB0335DE6}"/>
              </a:ext>
            </a:extLst>
          </p:cNvPr>
          <p:cNvSpPr txBox="1"/>
          <p:nvPr/>
        </p:nvSpPr>
        <p:spPr>
          <a:xfrm>
            <a:off x="1018315" y="553852"/>
            <a:ext cx="1610061" cy="369332"/>
          </a:xfrm>
          <a:prstGeom prst="rect">
            <a:avLst/>
          </a:prstGeom>
          <a:noFill/>
        </p:spPr>
        <p:txBody>
          <a:bodyPr wrap="square" rtlCol="0">
            <a:spAutoFit/>
          </a:bodyPr>
          <a:lstStyle/>
          <a:p>
            <a:r>
              <a:rPr lang="en-US" b="1" dirty="0">
                <a:solidFill>
                  <a:srgbClr val="FFFFFF"/>
                </a:solidFill>
                <a:latin typeface="Montserrat" pitchFamily="2" charset="77"/>
                <a:cs typeface="Gotham Black" pitchFamily="2" charset="0"/>
              </a:rPr>
              <a:t>First Step:</a:t>
            </a:r>
          </a:p>
        </p:txBody>
      </p:sp>
      <p:sp>
        <p:nvSpPr>
          <p:cNvPr id="10" name="TextBox 9">
            <a:extLst>
              <a:ext uri="{FF2B5EF4-FFF2-40B4-BE49-F238E27FC236}">
                <a16:creationId xmlns:a16="http://schemas.microsoft.com/office/drawing/2014/main" id="{A9BE73C7-205B-1EBB-F953-485F835664BA}"/>
              </a:ext>
            </a:extLst>
          </p:cNvPr>
          <p:cNvSpPr txBox="1"/>
          <p:nvPr/>
        </p:nvSpPr>
        <p:spPr>
          <a:xfrm>
            <a:off x="1442248" y="4656945"/>
            <a:ext cx="1751204" cy="307777"/>
          </a:xfrm>
          <a:prstGeom prst="rect">
            <a:avLst/>
          </a:prstGeom>
          <a:noFill/>
        </p:spPr>
        <p:txBody>
          <a:bodyPr wrap="square">
            <a:spAutoFit/>
          </a:bodyPr>
          <a:lstStyle/>
          <a:p>
            <a:r>
              <a:rPr lang="en-US" sz="1400" b="1" dirty="0">
                <a:solidFill>
                  <a:schemeClr val="bg1"/>
                </a:solidFill>
                <a:latin typeface="Montserrat" pitchFamily="2" charset="77"/>
                <a:cs typeface="Gotham Bold" pitchFamily="2" charset="0"/>
              </a:rPr>
              <a:t>Accent Font:</a:t>
            </a:r>
          </a:p>
        </p:txBody>
      </p:sp>
      <p:sp>
        <p:nvSpPr>
          <p:cNvPr id="11" name="Slide Number Placeholder 4">
            <a:extLst>
              <a:ext uri="{FF2B5EF4-FFF2-40B4-BE49-F238E27FC236}">
                <a16:creationId xmlns:a16="http://schemas.microsoft.com/office/drawing/2014/main" id="{7061098A-32E2-06DC-71E0-C001672EB11C}"/>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2</a:t>
            </a:fld>
            <a:endParaRPr lang="en-US" dirty="0"/>
          </a:p>
        </p:txBody>
      </p:sp>
      <p:sp>
        <p:nvSpPr>
          <p:cNvPr id="12" name="Right Arrow 11">
            <a:extLst>
              <a:ext uri="{FF2B5EF4-FFF2-40B4-BE49-F238E27FC236}">
                <a16:creationId xmlns:a16="http://schemas.microsoft.com/office/drawing/2014/main" id="{535995D3-5A89-7695-92FA-0C5A93F520A7}"/>
              </a:ext>
            </a:extLst>
          </p:cNvPr>
          <p:cNvSpPr/>
          <p:nvPr/>
        </p:nvSpPr>
        <p:spPr>
          <a:xfrm>
            <a:off x="923544" y="3589698"/>
            <a:ext cx="473994" cy="301889"/>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16" name="Right Arrow 15">
            <a:extLst>
              <a:ext uri="{FF2B5EF4-FFF2-40B4-BE49-F238E27FC236}">
                <a16:creationId xmlns:a16="http://schemas.microsoft.com/office/drawing/2014/main" id="{B86C86E3-C889-E902-0370-CE7DA6F20FDF}"/>
              </a:ext>
            </a:extLst>
          </p:cNvPr>
          <p:cNvSpPr/>
          <p:nvPr/>
        </p:nvSpPr>
        <p:spPr>
          <a:xfrm>
            <a:off x="923544" y="4660869"/>
            <a:ext cx="473994" cy="301889"/>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17" name="Text Placeholder 10">
            <a:extLst>
              <a:ext uri="{FF2B5EF4-FFF2-40B4-BE49-F238E27FC236}">
                <a16:creationId xmlns:a16="http://schemas.microsoft.com/office/drawing/2014/main" id="{239F3E1A-1BE2-AB5D-560E-62D18E969CFE}"/>
              </a:ext>
            </a:extLst>
          </p:cNvPr>
          <p:cNvSpPr txBox="1">
            <a:spLocks/>
          </p:cNvSpPr>
          <p:nvPr/>
        </p:nvSpPr>
        <p:spPr>
          <a:xfrm>
            <a:off x="5556921" y="4110285"/>
            <a:ext cx="3552483" cy="307777"/>
          </a:xfrm>
          <a:prstGeom prst="rect">
            <a:avLst/>
          </a:prstGeom>
        </p:spPr>
        <p:txBody>
          <a:bodyPr vert="horz" lIns="91440" tIns="45720" rIns="91440" bIns="4572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400" b="0" dirty="0">
                <a:latin typeface="Montserrat ExtraBold" pitchFamily="2" charset="77"/>
                <a:cs typeface="Gotham Black" pitchFamily="2" charset="0"/>
                <a:hlinkClick r:id="rId3">
                  <a:extLst>
                    <a:ext uri="{A12FA001-AC4F-418D-AE19-62706E023703}">
                      <ahyp:hlinkClr xmlns:ahyp="http://schemas.microsoft.com/office/drawing/2018/hyperlinkcolor" val="tx"/>
                    </a:ext>
                  </a:extLst>
                </a:hlinkClick>
              </a:rPr>
              <a:t>Download Montserrat Font Family</a:t>
            </a:r>
            <a:endParaRPr lang="en-US" sz="1400" b="0" dirty="0">
              <a:latin typeface="Montserrat ExtraBold" pitchFamily="2" charset="77"/>
              <a:cs typeface="Gotham Black" pitchFamily="2" charset="0"/>
            </a:endParaRPr>
          </a:p>
        </p:txBody>
      </p:sp>
      <p:grpSp>
        <p:nvGrpSpPr>
          <p:cNvPr id="88" name="Graphic 13">
            <a:extLst>
              <a:ext uri="{FF2B5EF4-FFF2-40B4-BE49-F238E27FC236}">
                <a16:creationId xmlns:a16="http://schemas.microsoft.com/office/drawing/2014/main" id="{C3F10032-3FD8-D0BF-15FE-9EE8E1C3B80C}"/>
              </a:ext>
            </a:extLst>
          </p:cNvPr>
          <p:cNvGrpSpPr/>
          <p:nvPr/>
        </p:nvGrpSpPr>
        <p:grpSpPr>
          <a:xfrm>
            <a:off x="2628376" y="5394506"/>
            <a:ext cx="2928544" cy="605662"/>
            <a:chOff x="4107249" y="4518017"/>
            <a:chExt cx="2928544" cy="605662"/>
          </a:xfrm>
          <a:solidFill>
            <a:srgbClr val="000000"/>
          </a:solidFill>
        </p:grpSpPr>
        <p:sp>
          <p:nvSpPr>
            <p:cNvPr id="89" name="Freeform 88">
              <a:extLst>
                <a:ext uri="{FF2B5EF4-FFF2-40B4-BE49-F238E27FC236}">
                  <a16:creationId xmlns:a16="http://schemas.microsoft.com/office/drawing/2014/main" id="{08754D7D-D93C-12EE-ED4E-94A623A3F220}"/>
                </a:ext>
              </a:extLst>
            </p:cNvPr>
            <p:cNvSpPr/>
            <p:nvPr/>
          </p:nvSpPr>
          <p:spPr>
            <a:xfrm>
              <a:off x="4161304" y="4726351"/>
              <a:ext cx="2966" cy="4239"/>
            </a:xfrm>
            <a:custGeom>
              <a:avLst/>
              <a:gdLst>
                <a:gd name="connsiteX0" fmla="*/ 1623 w 2966"/>
                <a:gd name="connsiteY0" fmla="*/ 1132 h 4239"/>
                <a:gd name="connsiteX1" fmla="*/ 0 w 2966"/>
                <a:gd name="connsiteY1" fmla="*/ 3567 h 4239"/>
                <a:gd name="connsiteX2" fmla="*/ 2434 w 2966"/>
                <a:gd name="connsiteY2" fmla="*/ 1943 h 4239"/>
                <a:gd name="connsiteX3" fmla="*/ 1623 w 2966"/>
                <a:gd name="connsiteY3" fmla="*/ 1132 h 4239"/>
              </a:gdLst>
              <a:ahLst/>
              <a:cxnLst>
                <a:cxn ang="0">
                  <a:pos x="connsiteX0" y="connsiteY0"/>
                </a:cxn>
                <a:cxn ang="0">
                  <a:pos x="connsiteX1" y="connsiteY1"/>
                </a:cxn>
                <a:cxn ang="0">
                  <a:pos x="connsiteX2" y="connsiteY2"/>
                </a:cxn>
                <a:cxn ang="0">
                  <a:pos x="connsiteX3" y="connsiteY3"/>
                </a:cxn>
              </a:cxnLst>
              <a:rect l="l" t="t" r="r" b="b"/>
              <a:pathLst>
                <a:path w="2966" h="4239">
                  <a:moveTo>
                    <a:pt x="1623" y="1132"/>
                  </a:moveTo>
                  <a:cubicBezTo>
                    <a:pt x="811" y="1943"/>
                    <a:pt x="0" y="2755"/>
                    <a:pt x="0" y="3567"/>
                  </a:cubicBezTo>
                  <a:cubicBezTo>
                    <a:pt x="0" y="5191"/>
                    <a:pt x="1623" y="3567"/>
                    <a:pt x="2434" y="1943"/>
                  </a:cubicBezTo>
                  <a:cubicBezTo>
                    <a:pt x="3245" y="-492"/>
                    <a:pt x="3245" y="-492"/>
                    <a:pt x="1623" y="1132"/>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0" name="Freeform 89">
              <a:extLst>
                <a:ext uri="{FF2B5EF4-FFF2-40B4-BE49-F238E27FC236}">
                  <a16:creationId xmlns:a16="http://schemas.microsoft.com/office/drawing/2014/main" id="{B59D47F3-8741-0FFE-2E18-7E8944D96C78}"/>
                </a:ext>
              </a:extLst>
            </p:cNvPr>
            <p:cNvSpPr/>
            <p:nvPr/>
          </p:nvSpPr>
          <p:spPr>
            <a:xfrm>
              <a:off x="4167186" y="4718018"/>
              <a:ext cx="3258" cy="3780"/>
            </a:xfrm>
            <a:custGeom>
              <a:avLst/>
              <a:gdLst>
                <a:gd name="connsiteX0" fmla="*/ 608 w 3258"/>
                <a:gd name="connsiteY0" fmla="*/ 1345 h 3780"/>
                <a:gd name="connsiteX1" fmla="*/ 608 w 3258"/>
                <a:gd name="connsiteY1" fmla="*/ 3781 h 3780"/>
                <a:gd name="connsiteX2" fmla="*/ 3042 w 3258"/>
                <a:gd name="connsiteY2" fmla="*/ 533 h 3780"/>
                <a:gd name="connsiteX3" fmla="*/ 608 w 3258"/>
                <a:gd name="connsiteY3" fmla="*/ 1345 h 3780"/>
              </a:gdLst>
              <a:ahLst/>
              <a:cxnLst>
                <a:cxn ang="0">
                  <a:pos x="connsiteX0" y="connsiteY0"/>
                </a:cxn>
                <a:cxn ang="0">
                  <a:pos x="connsiteX1" y="connsiteY1"/>
                </a:cxn>
                <a:cxn ang="0">
                  <a:pos x="connsiteX2" y="connsiteY2"/>
                </a:cxn>
                <a:cxn ang="0">
                  <a:pos x="connsiteX3" y="connsiteY3"/>
                </a:cxn>
              </a:cxnLst>
              <a:rect l="l" t="t" r="r" b="b"/>
              <a:pathLst>
                <a:path w="3258" h="3780">
                  <a:moveTo>
                    <a:pt x="608" y="1345"/>
                  </a:moveTo>
                  <a:cubicBezTo>
                    <a:pt x="-203" y="2969"/>
                    <a:pt x="-203" y="3781"/>
                    <a:pt x="608" y="3781"/>
                  </a:cubicBezTo>
                  <a:cubicBezTo>
                    <a:pt x="2231" y="3781"/>
                    <a:pt x="3854" y="533"/>
                    <a:pt x="3042" y="533"/>
                  </a:cubicBezTo>
                  <a:cubicBezTo>
                    <a:pt x="2231" y="-279"/>
                    <a:pt x="1420" y="-279"/>
                    <a:pt x="608" y="1345"/>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1" name="Freeform 90">
              <a:extLst>
                <a:ext uri="{FF2B5EF4-FFF2-40B4-BE49-F238E27FC236}">
                  <a16:creationId xmlns:a16="http://schemas.microsoft.com/office/drawing/2014/main" id="{61B81A49-06BA-F282-046D-41DE993C27C6}"/>
                </a:ext>
              </a:extLst>
            </p:cNvPr>
            <p:cNvSpPr/>
            <p:nvPr/>
          </p:nvSpPr>
          <p:spPr>
            <a:xfrm>
              <a:off x="4429850" y="4644671"/>
              <a:ext cx="49794" cy="56470"/>
            </a:xfrm>
            <a:custGeom>
              <a:avLst/>
              <a:gdLst>
                <a:gd name="connsiteX0" fmla="*/ 3245 w 49794"/>
                <a:gd name="connsiteY0" fmla="*/ 56020 h 56470"/>
                <a:gd name="connsiteX1" fmla="*/ 5679 w 49794"/>
                <a:gd name="connsiteY1" fmla="*/ 54396 h 56470"/>
                <a:gd name="connsiteX2" fmla="*/ 10547 w 49794"/>
                <a:gd name="connsiteY2" fmla="*/ 51148 h 56470"/>
                <a:gd name="connsiteX3" fmla="*/ 17038 w 49794"/>
                <a:gd name="connsiteY3" fmla="*/ 45465 h 56470"/>
                <a:gd name="connsiteX4" fmla="*/ 25962 w 49794"/>
                <a:gd name="connsiteY4" fmla="*/ 39782 h 56470"/>
                <a:gd name="connsiteX5" fmla="*/ 47056 w 49794"/>
                <a:gd name="connsiteY5" fmla="*/ 24356 h 56470"/>
                <a:gd name="connsiteX6" fmla="*/ 49490 w 49794"/>
                <a:gd name="connsiteY6" fmla="*/ 16238 h 56470"/>
                <a:gd name="connsiteX7" fmla="*/ 37321 w 49794"/>
                <a:gd name="connsiteY7" fmla="*/ 0 h 56470"/>
                <a:gd name="connsiteX8" fmla="*/ 32453 w 49794"/>
                <a:gd name="connsiteY8" fmla="*/ 1624 h 56470"/>
                <a:gd name="connsiteX9" fmla="*/ 0 w 49794"/>
                <a:gd name="connsiteY9" fmla="*/ 53584 h 56470"/>
                <a:gd name="connsiteX10" fmla="*/ 3245 w 49794"/>
                <a:gd name="connsiteY10" fmla="*/ 56020 h 5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794" h="56470">
                  <a:moveTo>
                    <a:pt x="3245" y="56020"/>
                  </a:moveTo>
                  <a:cubicBezTo>
                    <a:pt x="4868" y="55208"/>
                    <a:pt x="5679" y="54396"/>
                    <a:pt x="5679" y="54396"/>
                  </a:cubicBezTo>
                  <a:cubicBezTo>
                    <a:pt x="5679" y="54396"/>
                    <a:pt x="7302" y="52772"/>
                    <a:pt x="10547" y="51148"/>
                  </a:cubicBezTo>
                  <a:cubicBezTo>
                    <a:pt x="12981" y="49525"/>
                    <a:pt x="16226" y="47089"/>
                    <a:pt x="17038" y="45465"/>
                  </a:cubicBezTo>
                  <a:cubicBezTo>
                    <a:pt x="18660" y="43030"/>
                    <a:pt x="24339" y="39782"/>
                    <a:pt x="25962" y="39782"/>
                  </a:cubicBezTo>
                  <a:cubicBezTo>
                    <a:pt x="30830" y="39782"/>
                    <a:pt x="41377" y="32475"/>
                    <a:pt x="47056" y="24356"/>
                  </a:cubicBezTo>
                  <a:cubicBezTo>
                    <a:pt x="49490" y="21109"/>
                    <a:pt x="50301" y="19485"/>
                    <a:pt x="49490" y="16238"/>
                  </a:cubicBezTo>
                  <a:cubicBezTo>
                    <a:pt x="47868" y="7307"/>
                    <a:pt x="43000" y="0"/>
                    <a:pt x="37321" y="0"/>
                  </a:cubicBezTo>
                  <a:cubicBezTo>
                    <a:pt x="35698" y="0"/>
                    <a:pt x="34075" y="812"/>
                    <a:pt x="32453" y="1624"/>
                  </a:cubicBezTo>
                  <a:cubicBezTo>
                    <a:pt x="27585" y="5683"/>
                    <a:pt x="811" y="50337"/>
                    <a:pt x="0" y="53584"/>
                  </a:cubicBezTo>
                  <a:cubicBezTo>
                    <a:pt x="811" y="56832"/>
                    <a:pt x="1622" y="56832"/>
                    <a:pt x="3245" y="56020"/>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2" name="Freeform 91">
              <a:extLst>
                <a:ext uri="{FF2B5EF4-FFF2-40B4-BE49-F238E27FC236}">
                  <a16:creationId xmlns:a16="http://schemas.microsoft.com/office/drawing/2014/main" id="{C9BBAA8E-E4FD-C8DB-B437-00280C6E5790}"/>
                </a:ext>
              </a:extLst>
            </p:cNvPr>
            <p:cNvSpPr/>
            <p:nvPr/>
          </p:nvSpPr>
          <p:spPr>
            <a:xfrm>
              <a:off x="4107249" y="4525324"/>
              <a:ext cx="533542" cy="351710"/>
            </a:xfrm>
            <a:custGeom>
              <a:avLst/>
              <a:gdLst>
                <a:gd name="connsiteX0" fmla="*/ 491354 w 533542"/>
                <a:gd name="connsiteY0" fmla="*/ 254931 h 351710"/>
                <a:gd name="connsiteX1" fmla="*/ 492977 w 533542"/>
                <a:gd name="connsiteY1" fmla="*/ 253307 h 351710"/>
                <a:gd name="connsiteX2" fmla="*/ 494599 w 533542"/>
                <a:gd name="connsiteY2" fmla="*/ 252495 h 351710"/>
                <a:gd name="connsiteX3" fmla="*/ 495411 w 533542"/>
                <a:gd name="connsiteY3" fmla="*/ 251683 h 351710"/>
                <a:gd name="connsiteX4" fmla="*/ 497033 w 533542"/>
                <a:gd name="connsiteY4" fmla="*/ 250059 h 351710"/>
                <a:gd name="connsiteX5" fmla="*/ 499467 w 533542"/>
                <a:gd name="connsiteY5" fmla="*/ 245188 h 351710"/>
                <a:gd name="connsiteX6" fmla="*/ 501090 w 533542"/>
                <a:gd name="connsiteY6" fmla="*/ 241940 h 351710"/>
                <a:gd name="connsiteX7" fmla="*/ 524618 w 533542"/>
                <a:gd name="connsiteY7" fmla="*/ 208653 h 351710"/>
                <a:gd name="connsiteX8" fmla="*/ 525429 w 533542"/>
                <a:gd name="connsiteY8" fmla="*/ 207841 h 351710"/>
                <a:gd name="connsiteX9" fmla="*/ 527863 w 533542"/>
                <a:gd name="connsiteY9" fmla="*/ 204594 h 351710"/>
                <a:gd name="connsiteX10" fmla="*/ 530297 w 533542"/>
                <a:gd name="connsiteY10" fmla="*/ 201346 h 351710"/>
                <a:gd name="connsiteX11" fmla="*/ 531920 w 533542"/>
                <a:gd name="connsiteY11" fmla="*/ 197287 h 351710"/>
                <a:gd name="connsiteX12" fmla="*/ 532731 w 533542"/>
                <a:gd name="connsiteY12" fmla="*/ 195663 h 351710"/>
                <a:gd name="connsiteX13" fmla="*/ 533542 w 533542"/>
                <a:gd name="connsiteY13" fmla="*/ 194040 h 351710"/>
                <a:gd name="connsiteX14" fmla="*/ 532731 w 533542"/>
                <a:gd name="connsiteY14" fmla="*/ 194040 h 351710"/>
                <a:gd name="connsiteX15" fmla="*/ 531920 w 533542"/>
                <a:gd name="connsiteY15" fmla="*/ 195663 h 351710"/>
                <a:gd name="connsiteX16" fmla="*/ 509203 w 533542"/>
                <a:gd name="connsiteY16" fmla="*/ 221643 h 351710"/>
                <a:gd name="connsiteX17" fmla="*/ 508392 w 533542"/>
                <a:gd name="connsiteY17" fmla="*/ 223267 h 351710"/>
                <a:gd name="connsiteX18" fmla="*/ 499467 w 533542"/>
                <a:gd name="connsiteY18" fmla="*/ 233010 h 351710"/>
                <a:gd name="connsiteX19" fmla="*/ 464581 w 533542"/>
                <a:gd name="connsiteY19" fmla="*/ 270356 h 351710"/>
                <a:gd name="connsiteX20" fmla="*/ 463769 w 533542"/>
                <a:gd name="connsiteY20" fmla="*/ 271168 h 351710"/>
                <a:gd name="connsiteX21" fmla="*/ 462958 w 533542"/>
                <a:gd name="connsiteY21" fmla="*/ 271980 h 351710"/>
                <a:gd name="connsiteX22" fmla="*/ 458901 w 533542"/>
                <a:gd name="connsiteY22" fmla="*/ 275228 h 351710"/>
                <a:gd name="connsiteX23" fmla="*/ 451600 w 533542"/>
                <a:gd name="connsiteY23" fmla="*/ 281723 h 351710"/>
                <a:gd name="connsiteX24" fmla="*/ 445920 w 533542"/>
                <a:gd name="connsiteY24" fmla="*/ 283346 h 351710"/>
                <a:gd name="connsiteX25" fmla="*/ 438618 w 533542"/>
                <a:gd name="connsiteY25" fmla="*/ 292277 h 351710"/>
                <a:gd name="connsiteX26" fmla="*/ 432128 w 533542"/>
                <a:gd name="connsiteY26" fmla="*/ 294713 h 351710"/>
                <a:gd name="connsiteX27" fmla="*/ 425637 w 533542"/>
                <a:gd name="connsiteY27" fmla="*/ 301208 h 351710"/>
                <a:gd name="connsiteX28" fmla="*/ 424826 w 533542"/>
                <a:gd name="connsiteY28" fmla="*/ 297148 h 351710"/>
                <a:gd name="connsiteX29" fmla="*/ 426449 w 533542"/>
                <a:gd name="connsiteY29" fmla="*/ 293901 h 351710"/>
                <a:gd name="connsiteX30" fmla="*/ 426449 w 533542"/>
                <a:gd name="connsiteY30" fmla="*/ 289841 h 351710"/>
                <a:gd name="connsiteX31" fmla="*/ 438618 w 533542"/>
                <a:gd name="connsiteY31" fmla="*/ 271168 h 351710"/>
                <a:gd name="connsiteX32" fmla="*/ 445920 w 533542"/>
                <a:gd name="connsiteY32" fmla="*/ 258990 h 351710"/>
                <a:gd name="connsiteX33" fmla="*/ 444298 w 533542"/>
                <a:gd name="connsiteY33" fmla="*/ 260614 h 351710"/>
                <a:gd name="connsiteX34" fmla="*/ 447543 w 533542"/>
                <a:gd name="connsiteY34" fmla="*/ 255742 h 351710"/>
                <a:gd name="connsiteX35" fmla="*/ 451600 w 533542"/>
                <a:gd name="connsiteY35" fmla="*/ 250871 h 351710"/>
                <a:gd name="connsiteX36" fmla="*/ 455656 w 533542"/>
                <a:gd name="connsiteY36" fmla="*/ 246000 h 351710"/>
                <a:gd name="connsiteX37" fmla="*/ 461335 w 533542"/>
                <a:gd name="connsiteY37" fmla="*/ 234634 h 351710"/>
                <a:gd name="connsiteX38" fmla="*/ 465392 w 533542"/>
                <a:gd name="connsiteY38" fmla="*/ 222455 h 351710"/>
                <a:gd name="connsiteX39" fmla="*/ 452411 w 533542"/>
                <a:gd name="connsiteY39" fmla="*/ 211901 h 351710"/>
                <a:gd name="connsiteX40" fmla="*/ 441864 w 533542"/>
                <a:gd name="connsiteY40" fmla="*/ 211089 h 351710"/>
                <a:gd name="connsiteX41" fmla="*/ 434562 w 533542"/>
                <a:gd name="connsiteY41" fmla="*/ 213525 h 351710"/>
                <a:gd name="connsiteX42" fmla="*/ 421581 w 533542"/>
                <a:gd name="connsiteY42" fmla="*/ 233010 h 351710"/>
                <a:gd name="connsiteX43" fmla="*/ 419147 w 533542"/>
                <a:gd name="connsiteY43" fmla="*/ 237069 h 351710"/>
                <a:gd name="connsiteX44" fmla="*/ 392374 w 533542"/>
                <a:gd name="connsiteY44" fmla="*/ 254931 h 351710"/>
                <a:gd name="connsiteX45" fmla="*/ 376147 w 533542"/>
                <a:gd name="connsiteY45" fmla="*/ 265485 h 351710"/>
                <a:gd name="connsiteX46" fmla="*/ 291770 w 533542"/>
                <a:gd name="connsiteY46" fmla="*/ 303643 h 351710"/>
                <a:gd name="connsiteX47" fmla="*/ 284469 w 533542"/>
                <a:gd name="connsiteY47" fmla="*/ 302831 h 351710"/>
                <a:gd name="connsiteX48" fmla="*/ 286091 w 533542"/>
                <a:gd name="connsiteY48" fmla="*/ 298772 h 351710"/>
                <a:gd name="connsiteX49" fmla="*/ 283657 w 533542"/>
                <a:gd name="connsiteY49" fmla="*/ 297960 h 351710"/>
                <a:gd name="connsiteX50" fmla="*/ 286903 w 533542"/>
                <a:gd name="connsiteY50" fmla="*/ 281723 h 351710"/>
                <a:gd name="connsiteX51" fmla="*/ 292582 w 533542"/>
                <a:gd name="connsiteY51" fmla="*/ 274416 h 351710"/>
                <a:gd name="connsiteX52" fmla="*/ 295016 w 533542"/>
                <a:gd name="connsiteY52" fmla="*/ 273604 h 351710"/>
                <a:gd name="connsiteX53" fmla="*/ 294204 w 533542"/>
                <a:gd name="connsiteY53" fmla="*/ 271168 h 351710"/>
                <a:gd name="connsiteX54" fmla="*/ 294204 w 533542"/>
                <a:gd name="connsiteY54" fmla="*/ 269544 h 351710"/>
                <a:gd name="connsiteX55" fmla="*/ 297450 w 533542"/>
                <a:gd name="connsiteY55" fmla="*/ 265485 h 351710"/>
                <a:gd name="connsiteX56" fmla="*/ 316110 w 533542"/>
                <a:gd name="connsiteY56" fmla="*/ 239505 h 351710"/>
                <a:gd name="connsiteX57" fmla="*/ 320166 w 533542"/>
                <a:gd name="connsiteY57" fmla="*/ 234634 h 351710"/>
                <a:gd name="connsiteX58" fmla="*/ 322600 w 533542"/>
                <a:gd name="connsiteY58" fmla="*/ 229762 h 351710"/>
                <a:gd name="connsiteX59" fmla="*/ 326657 w 533542"/>
                <a:gd name="connsiteY59" fmla="*/ 215960 h 351710"/>
                <a:gd name="connsiteX60" fmla="*/ 308808 w 533542"/>
                <a:gd name="connsiteY60" fmla="*/ 206218 h 351710"/>
                <a:gd name="connsiteX61" fmla="*/ 292582 w 533542"/>
                <a:gd name="connsiteY61" fmla="*/ 215960 h 351710"/>
                <a:gd name="connsiteX62" fmla="*/ 286903 w 533542"/>
                <a:gd name="connsiteY62" fmla="*/ 224079 h 351710"/>
                <a:gd name="connsiteX63" fmla="*/ 284469 w 533542"/>
                <a:gd name="connsiteY63" fmla="*/ 227326 h 351710"/>
                <a:gd name="connsiteX64" fmla="*/ 280412 w 533542"/>
                <a:gd name="connsiteY64" fmla="*/ 233822 h 351710"/>
                <a:gd name="connsiteX65" fmla="*/ 276355 w 533542"/>
                <a:gd name="connsiteY65" fmla="*/ 241129 h 351710"/>
                <a:gd name="connsiteX66" fmla="*/ 274733 w 533542"/>
                <a:gd name="connsiteY66" fmla="*/ 243564 h 351710"/>
                <a:gd name="connsiteX67" fmla="*/ 273922 w 533542"/>
                <a:gd name="connsiteY67" fmla="*/ 245188 h 351710"/>
                <a:gd name="connsiteX68" fmla="*/ 273110 w 533542"/>
                <a:gd name="connsiteY68" fmla="*/ 246000 h 351710"/>
                <a:gd name="connsiteX69" fmla="*/ 273110 w 533542"/>
                <a:gd name="connsiteY69" fmla="*/ 246000 h 351710"/>
                <a:gd name="connsiteX70" fmla="*/ 272299 w 533542"/>
                <a:gd name="connsiteY70" fmla="*/ 244376 h 351710"/>
                <a:gd name="connsiteX71" fmla="*/ 262563 w 533542"/>
                <a:gd name="connsiteY71" fmla="*/ 237069 h 351710"/>
                <a:gd name="connsiteX72" fmla="*/ 259318 w 533542"/>
                <a:gd name="connsiteY72" fmla="*/ 236257 h 351710"/>
                <a:gd name="connsiteX73" fmla="*/ 251205 w 533542"/>
                <a:gd name="connsiteY73" fmla="*/ 234634 h 351710"/>
                <a:gd name="connsiteX74" fmla="*/ 246337 w 533542"/>
                <a:gd name="connsiteY74" fmla="*/ 233822 h 351710"/>
                <a:gd name="connsiteX75" fmla="*/ 230111 w 533542"/>
                <a:gd name="connsiteY75" fmla="*/ 232198 h 351710"/>
                <a:gd name="connsiteX76" fmla="*/ 228488 w 533542"/>
                <a:gd name="connsiteY76" fmla="*/ 234634 h 351710"/>
                <a:gd name="connsiteX77" fmla="*/ 226865 w 533542"/>
                <a:gd name="connsiteY77" fmla="*/ 237069 h 351710"/>
                <a:gd name="connsiteX78" fmla="*/ 226865 w 533542"/>
                <a:gd name="connsiteY78" fmla="*/ 234634 h 351710"/>
                <a:gd name="connsiteX79" fmla="*/ 226865 w 533542"/>
                <a:gd name="connsiteY79" fmla="*/ 233822 h 351710"/>
                <a:gd name="connsiteX80" fmla="*/ 230111 w 533542"/>
                <a:gd name="connsiteY80" fmla="*/ 228950 h 351710"/>
                <a:gd name="connsiteX81" fmla="*/ 244714 w 533542"/>
                <a:gd name="connsiteY81" fmla="*/ 207841 h 351710"/>
                <a:gd name="connsiteX82" fmla="*/ 252016 w 533542"/>
                <a:gd name="connsiteY82" fmla="*/ 198099 h 351710"/>
                <a:gd name="connsiteX83" fmla="*/ 252827 w 533542"/>
                <a:gd name="connsiteY83" fmla="*/ 197287 h 351710"/>
                <a:gd name="connsiteX84" fmla="*/ 259318 w 533542"/>
                <a:gd name="connsiteY84" fmla="*/ 183485 h 351710"/>
                <a:gd name="connsiteX85" fmla="*/ 278789 w 533542"/>
                <a:gd name="connsiteY85" fmla="*/ 145327 h 351710"/>
                <a:gd name="connsiteX86" fmla="*/ 296638 w 533542"/>
                <a:gd name="connsiteY86" fmla="*/ 62515 h 351710"/>
                <a:gd name="connsiteX87" fmla="*/ 260940 w 533542"/>
                <a:gd name="connsiteY87" fmla="*/ 17861 h 351710"/>
                <a:gd name="connsiteX88" fmla="*/ 238224 w 533542"/>
                <a:gd name="connsiteY88" fmla="*/ 25980 h 351710"/>
                <a:gd name="connsiteX89" fmla="*/ 232544 w 533542"/>
                <a:gd name="connsiteY89" fmla="*/ 30040 h 351710"/>
                <a:gd name="connsiteX90" fmla="*/ 191167 w 533542"/>
                <a:gd name="connsiteY90" fmla="*/ 69010 h 351710"/>
                <a:gd name="connsiteX91" fmla="*/ 178186 w 533542"/>
                <a:gd name="connsiteY91" fmla="*/ 82000 h 351710"/>
                <a:gd name="connsiteX92" fmla="*/ 105168 w 533542"/>
                <a:gd name="connsiteY92" fmla="*/ 168871 h 351710"/>
                <a:gd name="connsiteX93" fmla="*/ 85696 w 533542"/>
                <a:gd name="connsiteY93" fmla="*/ 195663 h 351710"/>
                <a:gd name="connsiteX94" fmla="*/ 75149 w 533542"/>
                <a:gd name="connsiteY94" fmla="*/ 210277 h 351710"/>
                <a:gd name="connsiteX95" fmla="*/ 71093 w 533542"/>
                <a:gd name="connsiteY95" fmla="*/ 212713 h 351710"/>
                <a:gd name="connsiteX96" fmla="*/ 71904 w 533542"/>
                <a:gd name="connsiteY96" fmla="*/ 211089 h 351710"/>
                <a:gd name="connsiteX97" fmla="*/ 73527 w 533542"/>
                <a:gd name="connsiteY97" fmla="*/ 210277 h 351710"/>
                <a:gd name="connsiteX98" fmla="*/ 74338 w 533542"/>
                <a:gd name="connsiteY98" fmla="*/ 207841 h 351710"/>
                <a:gd name="connsiteX99" fmla="*/ 79206 w 533542"/>
                <a:gd name="connsiteY99" fmla="*/ 200535 h 351710"/>
                <a:gd name="connsiteX100" fmla="*/ 81640 w 533542"/>
                <a:gd name="connsiteY100" fmla="*/ 195663 h 351710"/>
                <a:gd name="connsiteX101" fmla="*/ 79206 w 533542"/>
                <a:gd name="connsiteY101" fmla="*/ 194040 h 351710"/>
                <a:gd name="connsiteX102" fmla="*/ 78395 w 533542"/>
                <a:gd name="connsiteY102" fmla="*/ 192416 h 351710"/>
                <a:gd name="connsiteX103" fmla="*/ 80828 w 533542"/>
                <a:gd name="connsiteY103" fmla="*/ 193228 h 351710"/>
                <a:gd name="connsiteX104" fmla="*/ 83262 w 533542"/>
                <a:gd name="connsiteY104" fmla="*/ 193228 h 351710"/>
                <a:gd name="connsiteX105" fmla="*/ 84074 w 533542"/>
                <a:gd name="connsiteY105" fmla="*/ 190792 h 351710"/>
                <a:gd name="connsiteX106" fmla="*/ 86508 w 533542"/>
                <a:gd name="connsiteY106" fmla="*/ 187544 h 351710"/>
                <a:gd name="connsiteX107" fmla="*/ 88130 w 533542"/>
                <a:gd name="connsiteY107" fmla="*/ 183485 h 351710"/>
                <a:gd name="connsiteX108" fmla="*/ 85696 w 533542"/>
                <a:gd name="connsiteY108" fmla="*/ 184297 h 351710"/>
                <a:gd name="connsiteX109" fmla="*/ 84074 w 533542"/>
                <a:gd name="connsiteY109" fmla="*/ 182673 h 351710"/>
                <a:gd name="connsiteX110" fmla="*/ 88130 w 533542"/>
                <a:gd name="connsiteY110" fmla="*/ 181049 h 351710"/>
                <a:gd name="connsiteX111" fmla="*/ 88942 w 533542"/>
                <a:gd name="connsiteY111" fmla="*/ 180238 h 351710"/>
                <a:gd name="connsiteX112" fmla="*/ 89753 w 533542"/>
                <a:gd name="connsiteY112" fmla="*/ 176178 h 351710"/>
                <a:gd name="connsiteX113" fmla="*/ 92187 w 533542"/>
                <a:gd name="connsiteY113" fmla="*/ 174554 h 351710"/>
                <a:gd name="connsiteX114" fmla="*/ 96244 w 533542"/>
                <a:gd name="connsiteY114" fmla="*/ 168059 h 351710"/>
                <a:gd name="connsiteX115" fmla="*/ 100300 w 533542"/>
                <a:gd name="connsiteY115" fmla="*/ 160752 h 351710"/>
                <a:gd name="connsiteX116" fmla="*/ 106791 w 533542"/>
                <a:gd name="connsiteY116" fmla="*/ 150198 h 351710"/>
                <a:gd name="connsiteX117" fmla="*/ 108413 w 533542"/>
                <a:gd name="connsiteY117" fmla="*/ 147762 h 351710"/>
                <a:gd name="connsiteX118" fmla="*/ 109224 w 533542"/>
                <a:gd name="connsiteY118" fmla="*/ 145327 h 351710"/>
                <a:gd name="connsiteX119" fmla="*/ 110036 w 533542"/>
                <a:gd name="connsiteY119" fmla="*/ 141267 h 351710"/>
                <a:gd name="connsiteX120" fmla="*/ 110036 w 533542"/>
                <a:gd name="connsiteY120" fmla="*/ 138832 h 351710"/>
                <a:gd name="connsiteX121" fmla="*/ 108413 w 533542"/>
                <a:gd name="connsiteY121" fmla="*/ 139643 h 351710"/>
                <a:gd name="connsiteX122" fmla="*/ 106791 w 533542"/>
                <a:gd name="connsiteY122" fmla="*/ 142079 h 351710"/>
                <a:gd name="connsiteX123" fmla="*/ 114092 w 533542"/>
                <a:gd name="connsiteY123" fmla="*/ 133960 h 351710"/>
                <a:gd name="connsiteX124" fmla="*/ 121394 w 533542"/>
                <a:gd name="connsiteY124" fmla="*/ 125030 h 351710"/>
                <a:gd name="connsiteX125" fmla="*/ 122205 w 533542"/>
                <a:gd name="connsiteY125" fmla="*/ 123406 h 351710"/>
                <a:gd name="connsiteX126" fmla="*/ 123828 w 533542"/>
                <a:gd name="connsiteY126" fmla="*/ 120158 h 351710"/>
                <a:gd name="connsiteX127" fmla="*/ 126262 w 533542"/>
                <a:gd name="connsiteY127" fmla="*/ 117723 h 351710"/>
                <a:gd name="connsiteX128" fmla="*/ 127073 w 533542"/>
                <a:gd name="connsiteY128" fmla="*/ 116911 h 351710"/>
                <a:gd name="connsiteX129" fmla="*/ 128696 w 533542"/>
                <a:gd name="connsiteY129" fmla="*/ 115287 h 351710"/>
                <a:gd name="connsiteX130" fmla="*/ 131130 w 533542"/>
                <a:gd name="connsiteY130" fmla="*/ 110416 h 351710"/>
                <a:gd name="connsiteX131" fmla="*/ 132753 w 533542"/>
                <a:gd name="connsiteY131" fmla="*/ 107168 h 351710"/>
                <a:gd name="connsiteX132" fmla="*/ 135998 w 533542"/>
                <a:gd name="connsiteY132" fmla="*/ 102297 h 351710"/>
                <a:gd name="connsiteX133" fmla="*/ 136809 w 533542"/>
                <a:gd name="connsiteY133" fmla="*/ 96614 h 351710"/>
                <a:gd name="connsiteX134" fmla="*/ 140055 w 533542"/>
                <a:gd name="connsiteY134" fmla="*/ 94178 h 351710"/>
                <a:gd name="connsiteX135" fmla="*/ 144922 w 533542"/>
                <a:gd name="connsiteY135" fmla="*/ 89307 h 351710"/>
                <a:gd name="connsiteX136" fmla="*/ 147356 w 533542"/>
                <a:gd name="connsiteY136" fmla="*/ 84436 h 351710"/>
                <a:gd name="connsiteX137" fmla="*/ 154658 w 533542"/>
                <a:gd name="connsiteY137" fmla="*/ 75505 h 351710"/>
                <a:gd name="connsiteX138" fmla="*/ 166016 w 533542"/>
                <a:gd name="connsiteY138" fmla="*/ 61703 h 351710"/>
                <a:gd name="connsiteX139" fmla="*/ 166828 w 533542"/>
                <a:gd name="connsiteY139" fmla="*/ 60079 h 351710"/>
                <a:gd name="connsiteX140" fmla="*/ 182243 w 533542"/>
                <a:gd name="connsiteY140" fmla="*/ 40594 h 351710"/>
                <a:gd name="connsiteX141" fmla="*/ 200092 w 533542"/>
                <a:gd name="connsiteY141" fmla="*/ 18673 h 351710"/>
                <a:gd name="connsiteX142" fmla="*/ 191979 w 533542"/>
                <a:gd name="connsiteY142" fmla="*/ 1624 h 351710"/>
                <a:gd name="connsiteX143" fmla="*/ 184677 w 533542"/>
                <a:gd name="connsiteY143" fmla="*/ 0 h 351710"/>
                <a:gd name="connsiteX144" fmla="*/ 171696 w 533542"/>
                <a:gd name="connsiteY144" fmla="*/ 2436 h 351710"/>
                <a:gd name="connsiteX145" fmla="*/ 148979 w 533542"/>
                <a:gd name="connsiteY145" fmla="*/ 26792 h 351710"/>
                <a:gd name="connsiteX146" fmla="*/ 141677 w 533542"/>
                <a:gd name="connsiteY146" fmla="*/ 37347 h 351710"/>
                <a:gd name="connsiteX147" fmla="*/ 125451 w 533542"/>
                <a:gd name="connsiteY147" fmla="*/ 61703 h 351710"/>
                <a:gd name="connsiteX148" fmla="*/ 119772 w 533542"/>
                <a:gd name="connsiteY148" fmla="*/ 69822 h 351710"/>
                <a:gd name="connsiteX149" fmla="*/ 117338 w 533542"/>
                <a:gd name="connsiteY149" fmla="*/ 73069 h 351710"/>
                <a:gd name="connsiteX150" fmla="*/ 99489 w 533542"/>
                <a:gd name="connsiteY150" fmla="*/ 103109 h 351710"/>
                <a:gd name="connsiteX151" fmla="*/ 97055 w 533542"/>
                <a:gd name="connsiteY151" fmla="*/ 107168 h 351710"/>
                <a:gd name="connsiteX152" fmla="*/ 94621 w 533542"/>
                <a:gd name="connsiteY152" fmla="*/ 111228 h 351710"/>
                <a:gd name="connsiteX153" fmla="*/ 92187 w 533542"/>
                <a:gd name="connsiteY153" fmla="*/ 114475 h 351710"/>
                <a:gd name="connsiteX154" fmla="*/ 68659 w 533542"/>
                <a:gd name="connsiteY154" fmla="*/ 153446 h 351710"/>
                <a:gd name="connsiteX155" fmla="*/ 64602 w 533542"/>
                <a:gd name="connsiteY155" fmla="*/ 160752 h 351710"/>
                <a:gd name="connsiteX156" fmla="*/ 49998 w 533542"/>
                <a:gd name="connsiteY156" fmla="*/ 185109 h 351710"/>
                <a:gd name="connsiteX157" fmla="*/ 11055 w 533542"/>
                <a:gd name="connsiteY157" fmla="*/ 258178 h 351710"/>
                <a:gd name="connsiteX158" fmla="*/ 9433 w 533542"/>
                <a:gd name="connsiteY158" fmla="*/ 262237 h 351710"/>
                <a:gd name="connsiteX159" fmla="*/ 508 w 533542"/>
                <a:gd name="connsiteY159" fmla="*/ 294713 h 351710"/>
                <a:gd name="connsiteX160" fmla="*/ 5376 w 533542"/>
                <a:gd name="connsiteY160" fmla="*/ 334495 h 351710"/>
                <a:gd name="connsiteX161" fmla="*/ 23225 w 533542"/>
                <a:gd name="connsiteY161" fmla="*/ 345049 h 351710"/>
                <a:gd name="connsiteX162" fmla="*/ 30527 w 533542"/>
                <a:gd name="connsiteY162" fmla="*/ 337742 h 351710"/>
                <a:gd name="connsiteX163" fmla="*/ 24848 w 533542"/>
                <a:gd name="connsiteY163" fmla="*/ 336930 h 351710"/>
                <a:gd name="connsiteX164" fmla="*/ 54866 w 533542"/>
                <a:gd name="connsiteY164" fmla="*/ 258990 h 351710"/>
                <a:gd name="connsiteX165" fmla="*/ 101923 w 533542"/>
                <a:gd name="connsiteY165" fmla="*/ 186732 h 351710"/>
                <a:gd name="connsiteX166" fmla="*/ 126262 w 533542"/>
                <a:gd name="connsiteY166" fmla="*/ 155881 h 351710"/>
                <a:gd name="connsiteX167" fmla="*/ 139243 w 533542"/>
                <a:gd name="connsiteY167" fmla="*/ 140455 h 351710"/>
                <a:gd name="connsiteX168" fmla="*/ 146545 w 533542"/>
                <a:gd name="connsiteY168" fmla="*/ 132337 h 351710"/>
                <a:gd name="connsiteX169" fmla="*/ 165205 w 533542"/>
                <a:gd name="connsiteY169" fmla="*/ 112040 h 351710"/>
                <a:gd name="connsiteX170" fmla="*/ 207394 w 533542"/>
                <a:gd name="connsiteY170" fmla="*/ 67386 h 351710"/>
                <a:gd name="connsiteX171" fmla="*/ 225243 w 533542"/>
                <a:gd name="connsiteY171" fmla="*/ 50337 h 351710"/>
                <a:gd name="connsiteX172" fmla="*/ 230922 w 533542"/>
                <a:gd name="connsiteY172" fmla="*/ 46277 h 351710"/>
                <a:gd name="connsiteX173" fmla="*/ 235790 w 533542"/>
                <a:gd name="connsiteY173" fmla="*/ 43030 h 351710"/>
                <a:gd name="connsiteX174" fmla="*/ 256073 w 533542"/>
                <a:gd name="connsiteY174" fmla="*/ 32475 h 351710"/>
                <a:gd name="connsiteX175" fmla="*/ 267431 w 533542"/>
                <a:gd name="connsiteY175" fmla="*/ 43030 h 351710"/>
                <a:gd name="connsiteX176" fmla="*/ 263374 w 533542"/>
                <a:gd name="connsiteY176" fmla="*/ 101485 h 351710"/>
                <a:gd name="connsiteX177" fmla="*/ 251205 w 533542"/>
                <a:gd name="connsiteY177" fmla="*/ 132337 h 351710"/>
                <a:gd name="connsiteX178" fmla="*/ 226865 w 533542"/>
                <a:gd name="connsiteY178" fmla="*/ 176178 h 351710"/>
                <a:gd name="connsiteX179" fmla="*/ 226054 w 533542"/>
                <a:gd name="connsiteY179" fmla="*/ 177802 h 351710"/>
                <a:gd name="connsiteX180" fmla="*/ 223620 w 533542"/>
                <a:gd name="connsiteY180" fmla="*/ 183485 h 351710"/>
                <a:gd name="connsiteX181" fmla="*/ 217941 w 533542"/>
                <a:gd name="connsiteY181" fmla="*/ 192416 h 351710"/>
                <a:gd name="connsiteX182" fmla="*/ 214695 w 533542"/>
                <a:gd name="connsiteY182" fmla="*/ 197287 h 351710"/>
                <a:gd name="connsiteX183" fmla="*/ 212262 w 533542"/>
                <a:gd name="connsiteY183" fmla="*/ 201346 h 351710"/>
                <a:gd name="connsiteX184" fmla="*/ 208205 w 533542"/>
                <a:gd name="connsiteY184" fmla="*/ 207841 h 351710"/>
                <a:gd name="connsiteX185" fmla="*/ 200092 w 533542"/>
                <a:gd name="connsiteY185" fmla="*/ 218396 h 351710"/>
                <a:gd name="connsiteX186" fmla="*/ 179809 w 533542"/>
                <a:gd name="connsiteY186" fmla="*/ 243564 h 351710"/>
                <a:gd name="connsiteX187" fmla="*/ 178998 w 533542"/>
                <a:gd name="connsiteY187" fmla="*/ 242752 h 351710"/>
                <a:gd name="connsiteX188" fmla="*/ 177375 w 533542"/>
                <a:gd name="connsiteY188" fmla="*/ 243564 h 351710"/>
                <a:gd name="connsiteX189" fmla="*/ 173318 w 533542"/>
                <a:gd name="connsiteY189" fmla="*/ 242752 h 351710"/>
                <a:gd name="connsiteX190" fmla="*/ 170884 w 533542"/>
                <a:gd name="connsiteY190" fmla="*/ 241940 h 351710"/>
                <a:gd name="connsiteX191" fmla="*/ 169262 w 533542"/>
                <a:gd name="connsiteY191" fmla="*/ 242752 h 351710"/>
                <a:gd name="connsiteX192" fmla="*/ 167639 w 533542"/>
                <a:gd name="connsiteY192" fmla="*/ 243564 h 351710"/>
                <a:gd name="connsiteX193" fmla="*/ 167639 w 533542"/>
                <a:gd name="connsiteY193" fmla="*/ 243564 h 351710"/>
                <a:gd name="connsiteX194" fmla="*/ 168451 w 533542"/>
                <a:gd name="connsiteY194" fmla="*/ 243564 h 351710"/>
                <a:gd name="connsiteX195" fmla="*/ 169262 w 533542"/>
                <a:gd name="connsiteY195" fmla="*/ 243564 h 351710"/>
                <a:gd name="connsiteX196" fmla="*/ 170884 w 533542"/>
                <a:gd name="connsiteY196" fmla="*/ 243564 h 351710"/>
                <a:gd name="connsiteX197" fmla="*/ 170073 w 533542"/>
                <a:gd name="connsiteY197" fmla="*/ 244376 h 351710"/>
                <a:gd name="connsiteX198" fmla="*/ 166016 w 533542"/>
                <a:gd name="connsiteY198" fmla="*/ 245188 h 351710"/>
                <a:gd name="connsiteX199" fmla="*/ 164394 w 533542"/>
                <a:gd name="connsiteY199" fmla="*/ 245188 h 351710"/>
                <a:gd name="connsiteX200" fmla="*/ 163583 w 533542"/>
                <a:gd name="connsiteY200" fmla="*/ 244376 h 351710"/>
                <a:gd name="connsiteX201" fmla="*/ 162771 w 533542"/>
                <a:gd name="connsiteY201" fmla="*/ 245188 h 351710"/>
                <a:gd name="connsiteX202" fmla="*/ 161960 w 533542"/>
                <a:gd name="connsiteY202" fmla="*/ 245188 h 351710"/>
                <a:gd name="connsiteX203" fmla="*/ 157903 w 533542"/>
                <a:gd name="connsiteY203" fmla="*/ 246000 h 351710"/>
                <a:gd name="connsiteX204" fmla="*/ 147356 w 533542"/>
                <a:gd name="connsiteY204" fmla="*/ 249247 h 351710"/>
                <a:gd name="connsiteX205" fmla="*/ 148168 w 533542"/>
                <a:gd name="connsiteY205" fmla="*/ 248435 h 351710"/>
                <a:gd name="connsiteX206" fmla="*/ 150602 w 533542"/>
                <a:gd name="connsiteY206" fmla="*/ 246812 h 351710"/>
                <a:gd name="connsiteX207" fmla="*/ 153036 w 533542"/>
                <a:gd name="connsiteY207" fmla="*/ 245188 h 351710"/>
                <a:gd name="connsiteX208" fmla="*/ 155469 w 533542"/>
                <a:gd name="connsiteY208" fmla="*/ 244376 h 351710"/>
                <a:gd name="connsiteX209" fmla="*/ 139243 w 533542"/>
                <a:gd name="connsiteY209" fmla="*/ 248435 h 351710"/>
                <a:gd name="connsiteX210" fmla="*/ 136809 w 533542"/>
                <a:gd name="connsiteY210" fmla="*/ 250871 h 351710"/>
                <a:gd name="connsiteX211" fmla="*/ 139243 w 533542"/>
                <a:gd name="connsiteY211" fmla="*/ 251683 h 351710"/>
                <a:gd name="connsiteX212" fmla="*/ 133564 w 533542"/>
                <a:gd name="connsiteY212" fmla="*/ 254119 h 351710"/>
                <a:gd name="connsiteX213" fmla="*/ 123828 w 533542"/>
                <a:gd name="connsiteY213" fmla="*/ 257366 h 351710"/>
                <a:gd name="connsiteX214" fmla="*/ 119772 w 533542"/>
                <a:gd name="connsiteY214" fmla="*/ 258990 h 351710"/>
                <a:gd name="connsiteX215" fmla="*/ 118149 w 533542"/>
                <a:gd name="connsiteY215" fmla="*/ 258990 h 351710"/>
                <a:gd name="connsiteX216" fmla="*/ 116526 w 533542"/>
                <a:gd name="connsiteY216" fmla="*/ 259802 h 351710"/>
                <a:gd name="connsiteX217" fmla="*/ 115715 w 533542"/>
                <a:gd name="connsiteY217" fmla="*/ 260614 h 351710"/>
                <a:gd name="connsiteX218" fmla="*/ 114092 w 533542"/>
                <a:gd name="connsiteY218" fmla="*/ 258990 h 351710"/>
                <a:gd name="connsiteX219" fmla="*/ 113281 w 533542"/>
                <a:gd name="connsiteY219" fmla="*/ 259802 h 351710"/>
                <a:gd name="connsiteX220" fmla="*/ 110847 w 533542"/>
                <a:gd name="connsiteY220" fmla="*/ 261426 h 351710"/>
                <a:gd name="connsiteX221" fmla="*/ 102734 w 533542"/>
                <a:gd name="connsiteY221" fmla="*/ 265485 h 351710"/>
                <a:gd name="connsiteX222" fmla="*/ 94621 w 533542"/>
                <a:gd name="connsiteY222" fmla="*/ 267109 h 351710"/>
                <a:gd name="connsiteX223" fmla="*/ 97055 w 533542"/>
                <a:gd name="connsiteY223" fmla="*/ 263861 h 351710"/>
                <a:gd name="connsiteX224" fmla="*/ 88942 w 533542"/>
                <a:gd name="connsiteY224" fmla="*/ 269544 h 351710"/>
                <a:gd name="connsiteX225" fmla="*/ 85696 w 533542"/>
                <a:gd name="connsiteY225" fmla="*/ 271980 h 351710"/>
                <a:gd name="connsiteX226" fmla="*/ 81640 w 533542"/>
                <a:gd name="connsiteY226" fmla="*/ 271980 h 351710"/>
                <a:gd name="connsiteX227" fmla="*/ 57300 w 533542"/>
                <a:gd name="connsiteY227" fmla="*/ 290653 h 351710"/>
                <a:gd name="connsiteX228" fmla="*/ 61357 w 533542"/>
                <a:gd name="connsiteY228" fmla="*/ 332059 h 351710"/>
                <a:gd name="connsiteX229" fmla="*/ 95432 w 533542"/>
                <a:gd name="connsiteY229" fmla="*/ 351544 h 351710"/>
                <a:gd name="connsiteX230" fmla="*/ 114904 w 533542"/>
                <a:gd name="connsiteY230" fmla="*/ 344237 h 351710"/>
                <a:gd name="connsiteX231" fmla="*/ 119772 w 533542"/>
                <a:gd name="connsiteY231" fmla="*/ 341802 h 351710"/>
                <a:gd name="connsiteX232" fmla="*/ 123828 w 533542"/>
                <a:gd name="connsiteY232" fmla="*/ 339366 h 351710"/>
                <a:gd name="connsiteX233" fmla="*/ 126262 w 533542"/>
                <a:gd name="connsiteY233" fmla="*/ 337742 h 351710"/>
                <a:gd name="connsiteX234" fmla="*/ 128696 w 533542"/>
                <a:gd name="connsiteY234" fmla="*/ 336930 h 351710"/>
                <a:gd name="connsiteX235" fmla="*/ 130319 w 533542"/>
                <a:gd name="connsiteY235" fmla="*/ 336119 h 351710"/>
                <a:gd name="connsiteX236" fmla="*/ 132753 w 533542"/>
                <a:gd name="connsiteY236" fmla="*/ 333683 h 351710"/>
                <a:gd name="connsiteX237" fmla="*/ 137620 w 533542"/>
                <a:gd name="connsiteY237" fmla="*/ 328000 h 351710"/>
                <a:gd name="connsiteX238" fmla="*/ 141677 w 533542"/>
                <a:gd name="connsiteY238" fmla="*/ 323940 h 351710"/>
                <a:gd name="connsiteX239" fmla="*/ 142488 w 533542"/>
                <a:gd name="connsiteY239" fmla="*/ 323128 h 351710"/>
                <a:gd name="connsiteX240" fmla="*/ 157903 w 533542"/>
                <a:gd name="connsiteY240" fmla="*/ 308514 h 351710"/>
                <a:gd name="connsiteX241" fmla="*/ 160337 w 533542"/>
                <a:gd name="connsiteY241" fmla="*/ 306079 h 351710"/>
                <a:gd name="connsiteX242" fmla="*/ 162771 w 533542"/>
                <a:gd name="connsiteY242" fmla="*/ 303643 h 351710"/>
                <a:gd name="connsiteX243" fmla="*/ 168451 w 533542"/>
                <a:gd name="connsiteY243" fmla="*/ 299584 h 351710"/>
                <a:gd name="connsiteX244" fmla="*/ 178998 w 533542"/>
                <a:gd name="connsiteY244" fmla="*/ 284970 h 351710"/>
                <a:gd name="connsiteX245" fmla="*/ 180620 w 533542"/>
                <a:gd name="connsiteY245" fmla="*/ 283346 h 351710"/>
                <a:gd name="connsiteX246" fmla="*/ 183054 w 533542"/>
                <a:gd name="connsiteY246" fmla="*/ 280911 h 351710"/>
                <a:gd name="connsiteX247" fmla="*/ 187922 w 533542"/>
                <a:gd name="connsiteY247" fmla="*/ 275228 h 351710"/>
                <a:gd name="connsiteX248" fmla="*/ 191979 w 533542"/>
                <a:gd name="connsiteY248" fmla="*/ 271168 h 351710"/>
                <a:gd name="connsiteX249" fmla="*/ 199280 w 533542"/>
                <a:gd name="connsiteY249" fmla="*/ 261426 h 351710"/>
                <a:gd name="connsiteX250" fmla="*/ 206582 w 533542"/>
                <a:gd name="connsiteY250" fmla="*/ 253307 h 351710"/>
                <a:gd name="connsiteX251" fmla="*/ 209828 w 533542"/>
                <a:gd name="connsiteY251" fmla="*/ 252495 h 351710"/>
                <a:gd name="connsiteX252" fmla="*/ 215507 w 533542"/>
                <a:gd name="connsiteY252" fmla="*/ 250871 h 351710"/>
                <a:gd name="connsiteX253" fmla="*/ 220375 w 533542"/>
                <a:gd name="connsiteY253" fmla="*/ 250871 h 351710"/>
                <a:gd name="connsiteX254" fmla="*/ 232544 w 533542"/>
                <a:gd name="connsiteY254" fmla="*/ 250871 h 351710"/>
                <a:gd name="connsiteX255" fmla="*/ 247959 w 533542"/>
                <a:gd name="connsiteY255" fmla="*/ 250871 h 351710"/>
                <a:gd name="connsiteX256" fmla="*/ 248771 w 533542"/>
                <a:gd name="connsiteY256" fmla="*/ 250059 h 351710"/>
                <a:gd name="connsiteX257" fmla="*/ 249582 w 533542"/>
                <a:gd name="connsiteY257" fmla="*/ 249247 h 351710"/>
                <a:gd name="connsiteX258" fmla="*/ 252016 w 533542"/>
                <a:gd name="connsiteY258" fmla="*/ 249247 h 351710"/>
                <a:gd name="connsiteX259" fmla="*/ 252827 w 533542"/>
                <a:gd name="connsiteY259" fmla="*/ 250059 h 351710"/>
                <a:gd name="connsiteX260" fmla="*/ 252827 w 533542"/>
                <a:gd name="connsiteY260" fmla="*/ 250871 h 351710"/>
                <a:gd name="connsiteX261" fmla="*/ 255261 w 533542"/>
                <a:gd name="connsiteY261" fmla="*/ 250871 h 351710"/>
                <a:gd name="connsiteX262" fmla="*/ 255261 w 533542"/>
                <a:gd name="connsiteY262" fmla="*/ 250059 h 351710"/>
                <a:gd name="connsiteX263" fmla="*/ 255261 w 533542"/>
                <a:gd name="connsiteY263" fmla="*/ 249247 h 351710"/>
                <a:gd name="connsiteX264" fmla="*/ 257695 w 533542"/>
                <a:gd name="connsiteY264" fmla="*/ 250059 h 351710"/>
                <a:gd name="connsiteX265" fmla="*/ 260129 w 533542"/>
                <a:gd name="connsiteY265" fmla="*/ 250871 h 351710"/>
                <a:gd name="connsiteX266" fmla="*/ 265808 w 533542"/>
                <a:gd name="connsiteY266" fmla="*/ 252495 h 351710"/>
                <a:gd name="connsiteX267" fmla="*/ 265808 w 533542"/>
                <a:gd name="connsiteY267" fmla="*/ 252495 h 351710"/>
                <a:gd name="connsiteX268" fmla="*/ 260129 w 533542"/>
                <a:gd name="connsiteY268" fmla="*/ 265485 h 351710"/>
                <a:gd name="connsiteX269" fmla="*/ 257695 w 533542"/>
                <a:gd name="connsiteY269" fmla="*/ 280911 h 351710"/>
                <a:gd name="connsiteX270" fmla="*/ 277978 w 533542"/>
                <a:gd name="connsiteY270" fmla="*/ 307703 h 351710"/>
                <a:gd name="connsiteX271" fmla="*/ 278789 w 533542"/>
                <a:gd name="connsiteY271" fmla="*/ 306891 h 351710"/>
                <a:gd name="connsiteX272" fmla="*/ 290148 w 533542"/>
                <a:gd name="connsiteY272" fmla="*/ 313386 h 351710"/>
                <a:gd name="connsiteX273" fmla="*/ 306374 w 533542"/>
                <a:gd name="connsiteY273" fmla="*/ 315822 h 351710"/>
                <a:gd name="connsiteX274" fmla="*/ 324223 w 533542"/>
                <a:gd name="connsiteY274" fmla="*/ 313386 h 351710"/>
                <a:gd name="connsiteX275" fmla="*/ 334770 w 533542"/>
                <a:gd name="connsiteY275" fmla="*/ 310138 h 351710"/>
                <a:gd name="connsiteX276" fmla="*/ 350996 w 533542"/>
                <a:gd name="connsiteY276" fmla="*/ 300396 h 351710"/>
                <a:gd name="connsiteX277" fmla="*/ 361543 w 533542"/>
                <a:gd name="connsiteY277" fmla="*/ 293901 h 351710"/>
                <a:gd name="connsiteX278" fmla="*/ 362355 w 533542"/>
                <a:gd name="connsiteY278" fmla="*/ 293089 h 351710"/>
                <a:gd name="connsiteX279" fmla="*/ 366411 w 533542"/>
                <a:gd name="connsiteY279" fmla="*/ 289841 h 351710"/>
                <a:gd name="connsiteX280" fmla="*/ 376147 w 533542"/>
                <a:gd name="connsiteY280" fmla="*/ 282534 h 351710"/>
                <a:gd name="connsiteX281" fmla="*/ 384260 w 533542"/>
                <a:gd name="connsiteY281" fmla="*/ 276851 h 351710"/>
                <a:gd name="connsiteX282" fmla="*/ 385883 w 533542"/>
                <a:gd name="connsiteY282" fmla="*/ 274416 h 351710"/>
                <a:gd name="connsiteX283" fmla="*/ 387506 w 533542"/>
                <a:gd name="connsiteY283" fmla="*/ 271168 h 351710"/>
                <a:gd name="connsiteX284" fmla="*/ 389128 w 533542"/>
                <a:gd name="connsiteY284" fmla="*/ 267920 h 351710"/>
                <a:gd name="connsiteX285" fmla="*/ 395619 w 533542"/>
                <a:gd name="connsiteY285" fmla="*/ 262237 h 351710"/>
                <a:gd name="connsiteX286" fmla="*/ 409411 w 533542"/>
                <a:gd name="connsiteY286" fmla="*/ 251683 h 351710"/>
                <a:gd name="connsiteX287" fmla="*/ 406977 w 533542"/>
                <a:gd name="connsiteY287" fmla="*/ 255742 h 351710"/>
                <a:gd name="connsiteX288" fmla="*/ 406166 w 533542"/>
                <a:gd name="connsiteY288" fmla="*/ 256554 h 351710"/>
                <a:gd name="connsiteX289" fmla="*/ 405354 w 533542"/>
                <a:gd name="connsiteY289" fmla="*/ 258178 h 351710"/>
                <a:gd name="connsiteX290" fmla="*/ 403732 w 533542"/>
                <a:gd name="connsiteY290" fmla="*/ 263861 h 351710"/>
                <a:gd name="connsiteX291" fmla="*/ 399675 w 533542"/>
                <a:gd name="connsiteY291" fmla="*/ 271980 h 351710"/>
                <a:gd name="connsiteX292" fmla="*/ 398864 w 533542"/>
                <a:gd name="connsiteY292" fmla="*/ 274416 h 351710"/>
                <a:gd name="connsiteX293" fmla="*/ 399675 w 533542"/>
                <a:gd name="connsiteY293" fmla="*/ 279287 h 351710"/>
                <a:gd name="connsiteX294" fmla="*/ 398864 w 533542"/>
                <a:gd name="connsiteY294" fmla="*/ 282534 h 351710"/>
                <a:gd name="connsiteX295" fmla="*/ 398053 w 533542"/>
                <a:gd name="connsiteY295" fmla="*/ 287406 h 351710"/>
                <a:gd name="connsiteX296" fmla="*/ 398864 w 533542"/>
                <a:gd name="connsiteY296" fmla="*/ 290653 h 351710"/>
                <a:gd name="connsiteX297" fmla="*/ 401298 w 533542"/>
                <a:gd name="connsiteY297" fmla="*/ 297960 h 351710"/>
                <a:gd name="connsiteX298" fmla="*/ 400487 w 533542"/>
                <a:gd name="connsiteY298" fmla="*/ 304455 h 351710"/>
                <a:gd name="connsiteX299" fmla="*/ 405354 w 533542"/>
                <a:gd name="connsiteY299" fmla="*/ 313386 h 351710"/>
                <a:gd name="connsiteX300" fmla="*/ 414279 w 533542"/>
                <a:gd name="connsiteY300" fmla="*/ 319069 h 351710"/>
                <a:gd name="connsiteX301" fmla="*/ 424015 w 533542"/>
                <a:gd name="connsiteY301" fmla="*/ 320693 h 351710"/>
                <a:gd name="connsiteX302" fmla="*/ 437807 w 533542"/>
                <a:gd name="connsiteY302" fmla="*/ 310138 h 351710"/>
                <a:gd name="connsiteX303" fmla="*/ 442675 w 533542"/>
                <a:gd name="connsiteY303" fmla="*/ 305267 h 351710"/>
                <a:gd name="connsiteX304" fmla="*/ 458901 w 533542"/>
                <a:gd name="connsiteY304" fmla="*/ 289841 h 351710"/>
                <a:gd name="connsiteX305" fmla="*/ 460524 w 533542"/>
                <a:gd name="connsiteY305" fmla="*/ 288217 h 351710"/>
                <a:gd name="connsiteX306" fmla="*/ 461335 w 533542"/>
                <a:gd name="connsiteY306" fmla="*/ 287406 h 351710"/>
                <a:gd name="connsiteX307" fmla="*/ 466203 w 533542"/>
                <a:gd name="connsiteY307" fmla="*/ 282534 h 351710"/>
                <a:gd name="connsiteX308" fmla="*/ 492977 w 533542"/>
                <a:gd name="connsiteY308" fmla="*/ 254119 h 351710"/>
                <a:gd name="connsiteX309" fmla="*/ 488920 w 533542"/>
                <a:gd name="connsiteY309" fmla="*/ 257366 h 351710"/>
                <a:gd name="connsiteX310" fmla="*/ 487297 w 533542"/>
                <a:gd name="connsiteY310" fmla="*/ 258990 h 351710"/>
                <a:gd name="connsiteX311" fmla="*/ 490543 w 533542"/>
                <a:gd name="connsiteY311" fmla="*/ 254119 h 351710"/>
                <a:gd name="connsiteX312" fmla="*/ 492977 w 533542"/>
                <a:gd name="connsiteY312" fmla="*/ 251683 h 351710"/>
                <a:gd name="connsiteX313" fmla="*/ 495411 w 533542"/>
                <a:gd name="connsiteY313" fmla="*/ 250059 h 351710"/>
                <a:gd name="connsiteX314" fmla="*/ 498656 w 533542"/>
                <a:gd name="connsiteY314" fmla="*/ 245188 h 351710"/>
                <a:gd name="connsiteX315" fmla="*/ 497033 w 533542"/>
                <a:gd name="connsiteY315" fmla="*/ 246000 h 351710"/>
                <a:gd name="connsiteX316" fmla="*/ 495411 w 533542"/>
                <a:gd name="connsiteY316" fmla="*/ 247623 h 351710"/>
                <a:gd name="connsiteX317" fmla="*/ 489731 w 533542"/>
                <a:gd name="connsiteY317" fmla="*/ 252495 h 351710"/>
                <a:gd name="connsiteX318" fmla="*/ 488109 w 533542"/>
                <a:gd name="connsiteY318" fmla="*/ 252495 h 351710"/>
                <a:gd name="connsiteX319" fmla="*/ 491354 w 533542"/>
                <a:gd name="connsiteY319" fmla="*/ 254931 h 351710"/>
                <a:gd name="connsiteX320" fmla="*/ 444298 w 533542"/>
                <a:gd name="connsiteY320" fmla="*/ 262237 h 351710"/>
                <a:gd name="connsiteX321" fmla="*/ 443486 w 533542"/>
                <a:gd name="connsiteY321" fmla="*/ 263861 h 351710"/>
                <a:gd name="connsiteX322" fmla="*/ 444298 w 533542"/>
                <a:gd name="connsiteY322" fmla="*/ 262237 h 351710"/>
                <a:gd name="connsiteX323" fmla="*/ 441053 w 533542"/>
                <a:gd name="connsiteY323" fmla="*/ 266297 h 351710"/>
                <a:gd name="connsiteX324" fmla="*/ 439430 w 533542"/>
                <a:gd name="connsiteY324" fmla="*/ 267920 h 351710"/>
                <a:gd name="connsiteX325" fmla="*/ 441053 w 533542"/>
                <a:gd name="connsiteY325" fmla="*/ 266297 h 351710"/>
                <a:gd name="connsiteX326" fmla="*/ 131130 w 533542"/>
                <a:gd name="connsiteY326" fmla="*/ 76317 h 351710"/>
                <a:gd name="connsiteX327" fmla="*/ 131941 w 533542"/>
                <a:gd name="connsiteY327" fmla="*/ 75505 h 351710"/>
                <a:gd name="connsiteX328" fmla="*/ 138432 w 533542"/>
                <a:gd name="connsiteY328" fmla="*/ 66574 h 351710"/>
                <a:gd name="connsiteX329" fmla="*/ 135998 w 533542"/>
                <a:gd name="connsiteY329" fmla="*/ 70634 h 351710"/>
                <a:gd name="connsiteX330" fmla="*/ 135187 w 533542"/>
                <a:gd name="connsiteY330" fmla="*/ 71446 h 351710"/>
                <a:gd name="connsiteX331" fmla="*/ 132753 w 533542"/>
                <a:gd name="connsiteY331" fmla="*/ 77129 h 351710"/>
                <a:gd name="connsiteX332" fmla="*/ 130319 w 533542"/>
                <a:gd name="connsiteY332" fmla="*/ 78752 h 351710"/>
                <a:gd name="connsiteX333" fmla="*/ 131130 w 533542"/>
                <a:gd name="connsiteY333" fmla="*/ 76317 h 351710"/>
                <a:gd name="connsiteX334" fmla="*/ 15923 w 533542"/>
                <a:gd name="connsiteY334" fmla="*/ 268732 h 351710"/>
                <a:gd name="connsiteX335" fmla="*/ 15112 w 533542"/>
                <a:gd name="connsiteY335" fmla="*/ 267920 h 351710"/>
                <a:gd name="connsiteX336" fmla="*/ 15923 w 533542"/>
                <a:gd name="connsiteY336" fmla="*/ 265485 h 351710"/>
                <a:gd name="connsiteX337" fmla="*/ 16734 w 533542"/>
                <a:gd name="connsiteY337" fmla="*/ 266297 h 351710"/>
                <a:gd name="connsiteX338" fmla="*/ 15923 w 533542"/>
                <a:gd name="connsiteY338" fmla="*/ 268732 h 351710"/>
                <a:gd name="connsiteX339" fmla="*/ 24036 w 533542"/>
                <a:gd name="connsiteY339" fmla="*/ 263049 h 351710"/>
                <a:gd name="connsiteX340" fmla="*/ 25659 w 533542"/>
                <a:gd name="connsiteY340" fmla="*/ 262237 h 351710"/>
                <a:gd name="connsiteX341" fmla="*/ 24036 w 533542"/>
                <a:gd name="connsiteY341" fmla="*/ 263049 h 351710"/>
                <a:gd name="connsiteX342" fmla="*/ 27282 w 533542"/>
                <a:gd name="connsiteY342" fmla="*/ 292277 h 351710"/>
                <a:gd name="connsiteX343" fmla="*/ 28093 w 533542"/>
                <a:gd name="connsiteY343" fmla="*/ 293089 h 351710"/>
                <a:gd name="connsiteX344" fmla="*/ 27282 w 533542"/>
                <a:gd name="connsiteY344" fmla="*/ 292277 h 351710"/>
                <a:gd name="connsiteX345" fmla="*/ 28904 w 533542"/>
                <a:gd name="connsiteY345" fmla="*/ 257366 h 351710"/>
                <a:gd name="connsiteX346" fmla="*/ 27282 w 533542"/>
                <a:gd name="connsiteY346" fmla="*/ 257366 h 351710"/>
                <a:gd name="connsiteX347" fmla="*/ 28093 w 533542"/>
                <a:gd name="connsiteY347" fmla="*/ 256554 h 351710"/>
                <a:gd name="connsiteX348" fmla="*/ 28904 w 533542"/>
                <a:gd name="connsiteY348" fmla="*/ 257366 h 351710"/>
                <a:gd name="connsiteX349" fmla="*/ 78395 w 533542"/>
                <a:gd name="connsiteY349" fmla="*/ 200535 h 351710"/>
                <a:gd name="connsiteX350" fmla="*/ 77583 w 533542"/>
                <a:gd name="connsiteY350" fmla="*/ 202158 h 351710"/>
                <a:gd name="connsiteX351" fmla="*/ 76772 w 533542"/>
                <a:gd name="connsiteY351" fmla="*/ 200535 h 351710"/>
                <a:gd name="connsiteX352" fmla="*/ 77583 w 533542"/>
                <a:gd name="connsiteY352" fmla="*/ 198911 h 351710"/>
                <a:gd name="connsiteX353" fmla="*/ 78395 w 533542"/>
                <a:gd name="connsiteY353" fmla="*/ 200535 h 351710"/>
                <a:gd name="connsiteX354" fmla="*/ 96244 w 533542"/>
                <a:gd name="connsiteY354" fmla="*/ 168871 h 351710"/>
                <a:gd name="connsiteX355" fmla="*/ 95432 w 533542"/>
                <a:gd name="connsiteY355" fmla="*/ 168059 h 351710"/>
                <a:gd name="connsiteX356" fmla="*/ 97055 w 533542"/>
                <a:gd name="connsiteY356" fmla="*/ 165624 h 351710"/>
                <a:gd name="connsiteX357" fmla="*/ 97866 w 533542"/>
                <a:gd name="connsiteY357" fmla="*/ 166435 h 351710"/>
                <a:gd name="connsiteX358" fmla="*/ 96244 w 533542"/>
                <a:gd name="connsiteY358" fmla="*/ 168871 h 351710"/>
                <a:gd name="connsiteX359" fmla="*/ 102734 w 533542"/>
                <a:gd name="connsiteY359" fmla="*/ 156693 h 351710"/>
                <a:gd name="connsiteX360" fmla="*/ 101923 w 533542"/>
                <a:gd name="connsiteY360" fmla="*/ 155881 h 351710"/>
                <a:gd name="connsiteX361" fmla="*/ 104357 w 533542"/>
                <a:gd name="connsiteY361" fmla="*/ 155069 h 351710"/>
                <a:gd name="connsiteX362" fmla="*/ 102734 w 533542"/>
                <a:gd name="connsiteY362" fmla="*/ 156693 h 351710"/>
                <a:gd name="connsiteX363" fmla="*/ 120583 w 533542"/>
                <a:gd name="connsiteY363" fmla="*/ 79564 h 351710"/>
                <a:gd name="connsiteX364" fmla="*/ 120583 w 533542"/>
                <a:gd name="connsiteY364" fmla="*/ 79564 h 351710"/>
                <a:gd name="connsiteX365" fmla="*/ 118960 w 533542"/>
                <a:gd name="connsiteY365" fmla="*/ 82000 h 351710"/>
                <a:gd name="connsiteX366" fmla="*/ 120583 w 533542"/>
                <a:gd name="connsiteY366" fmla="*/ 79564 h 351710"/>
                <a:gd name="connsiteX367" fmla="*/ 106791 w 533542"/>
                <a:gd name="connsiteY367" fmla="*/ 103921 h 351710"/>
                <a:gd name="connsiteX368" fmla="*/ 108413 w 533542"/>
                <a:gd name="connsiteY368" fmla="*/ 103921 h 351710"/>
                <a:gd name="connsiteX369" fmla="*/ 106791 w 533542"/>
                <a:gd name="connsiteY369" fmla="*/ 105544 h 351710"/>
                <a:gd name="connsiteX370" fmla="*/ 105168 w 533542"/>
                <a:gd name="connsiteY370" fmla="*/ 106356 h 351710"/>
                <a:gd name="connsiteX371" fmla="*/ 106791 w 533542"/>
                <a:gd name="connsiteY371" fmla="*/ 103921 h 351710"/>
                <a:gd name="connsiteX372" fmla="*/ 100300 w 533542"/>
                <a:gd name="connsiteY372" fmla="*/ 113663 h 351710"/>
                <a:gd name="connsiteX373" fmla="*/ 101111 w 533542"/>
                <a:gd name="connsiteY373" fmla="*/ 112852 h 351710"/>
                <a:gd name="connsiteX374" fmla="*/ 101923 w 533542"/>
                <a:gd name="connsiteY374" fmla="*/ 115287 h 351710"/>
                <a:gd name="connsiteX375" fmla="*/ 101111 w 533542"/>
                <a:gd name="connsiteY375" fmla="*/ 118535 h 351710"/>
                <a:gd name="connsiteX376" fmla="*/ 98677 w 533542"/>
                <a:gd name="connsiteY376" fmla="*/ 117723 h 351710"/>
                <a:gd name="connsiteX377" fmla="*/ 100300 w 533542"/>
                <a:gd name="connsiteY377" fmla="*/ 113663 h 351710"/>
                <a:gd name="connsiteX378" fmla="*/ 91376 w 533542"/>
                <a:gd name="connsiteY378" fmla="*/ 129089 h 351710"/>
                <a:gd name="connsiteX379" fmla="*/ 93809 w 533542"/>
                <a:gd name="connsiteY379" fmla="*/ 128277 h 351710"/>
                <a:gd name="connsiteX380" fmla="*/ 94621 w 533542"/>
                <a:gd name="connsiteY380" fmla="*/ 129089 h 351710"/>
                <a:gd name="connsiteX381" fmla="*/ 92998 w 533542"/>
                <a:gd name="connsiteY381" fmla="*/ 130713 h 351710"/>
                <a:gd name="connsiteX382" fmla="*/ 90564 w 533542"/>
                <a:gd name="connsiteY382" fmla="*/ 132337 h 351710"/>
                <a:gd name="connsiteX383" fmla="*/ 89753 w 533542"/>
                <a:gd name="connsiteY383" fmla="*/ 131525 h 351710"/>
                <a:gd name="connsiteX384" fmla="*/ 91376 w 533542"/>
                <a:gd name="connsiteY384" fmla="*/ 129089 h 351710"/>
                <a:gd name="connsiteX385" fmla="*/ 85696 w 533542"/>
                <a:gd name="connsiteY385" fmla="*/ 138020 h 351710"/>
                <a:gd name="connsiteX386" fmla="*/ 86508 w 533542"/>
                <a:gd name="connsiteY386" fmla="*/ 139643 h 351710"/>
                <a:gd name="connsiteX387" fmla="*/ 85696 w 533542"/>
                <a:gd name="connsiteY387" fmla="*/ 140455 h 351710"/>
                <a:gd name="connsiteX388" fmla="*/ 84885 w 533542"/>
                <a:gd name="connsiteY388" fmla="*/ 139643 h 351710"/>
                <a:gd name="connsiteX389" fmla="*/ 85696 w 533542"/>
                <a:gd name="connsiteY389" fmla="*/ 138020 h 351710"/>
                <a:gd name="connsiteX390" fmla="*/ 84074 w 533542"/>
                <a:gd name="connsiteY390" fmla="*/ 153446 h 351710"/>
                <a:gd name="connsiteX391" fmla="*/ 84885 w 533542"/>
                <a:gd name="connsiteY391" fmla="*/ 152634 h 351710"/>
                <a:gd name="connsiteX392" fmla="*/ 86508 w 533542"/>
                <a:gd name="connsiteY392" fmla="*/ 149386 h 351710"/>
                <a:gd name="connsiteX393" fmla="*/ 88942 w 533542"/>
                <a:gd name="connsiteY393" fmla="*/ 145327 h 351710"/>
                <a:gd name="connsiteX394" fmla="*/ 90564 w 533542"/>
                <a:gd name="connsiteY394" fmla="*/ 141267 h 351710"/>
                <a:gd name="connsiteX395" fmla="*/ 91376 w 533542"/>
                <a:gd name="connsiteY395" fmla="*/ 138020 h 351710"/>
                <a:gd name="connsiteX396" fmla="*/ 92998 w 533542"/>
                <a:gd name="connsiteY396" fmla="*/ 136396 h 351710"/>
                <a:gd name="connsiteX397" fmla="*/ 95432 w 533542"/>
                <a:gd name="connsiteY397" fmla="*/ 134772 h 351710"/>
                <a:gd name="connsiteX398" fmla="*/ 101923 w 533542"/>
                <a:gd name="connsiteY398" fmla="*/ 123406 h 351710"/>
                <a:gd name="connsiteX399" fmla="*/ 102734 w 533542"/>
                <a:gd name="connsiteY399" fmla="*/ 122594 h 351710"/>
                <a:gd name="connsiteX400" fmla="*/ 105168 w 533542"/>
                <a:gd name="connsiteY400" fmla="*/ 118535 h 351710"/>
                <a:gd name="connsiteX401" fmla="*/ 108413 w 533542"/>
                <a:gd name="connsiteY401" fmla="*/ 113663 h 351710"/>
                <a:gd name="connsiteX402" fmla="*/ 110036 w 533542"/>
                <a:gd name="connsiteY402" fmla="*/ 110416 h 351710"/>
                <a:gd name="connsiteX403" fmla="*/ 110847 w 533542"/>
                <a:gd name="connsiteY403" fmla="*/ 111228 h 351710"/>
                <a:gd name="connsiteX404" fmla="*/ 112470 w 533542"/>
                <a:gd name="connsiteY404" fmla="*/ 110416 h 351710"/>
                <a:gd name="connsiteX405" fmla="*/ 113281 w 533542"/>
                <a:gd name="connsiteY405" fmla="*/ 107168 h 351710"/>
                <a:gd name="connsiteX406" fmla="*/ 114092 w 533542"/>
                <a:gd name="connsiteY406" fmla="*/ 103109 h 351710"/>
                <a:gd name="connsiteX407" fmla="*/ 118149 w 533542"/>
                <a:gd name="connsiteY407" fmla="*/ 97426 h 351710"/>
                <a:gd name="connsiteX408" fmla="*/ 119772 w 533542"/>
                <a:gd name="connsiteY408" fmla="*/ 94990 h 351710"/>
                <a:gd name="connsiteX409" fmla="*/ 120583 w 533542"/>
                <a:gd name="connsiteY409" fmla="*/ 94178 h 351710"/>
                <a:gd name="connsiteX410" fmla="*/ 121394 w 533542"/>
                <a:gd name="connsiteY410" fmla="*/ 92555 h 351710"/>
                <a:gd name="connsiteX411" fmla="*/ 122205 w 533542"/>
                <a:gd name="connsiteY411" fmla="*/ 89307 h 351710"/>
                <a:gd name="connsiteX412" fmla="*/ 123017 w 533542"/>
                <a:gd name="connsiteY412" fmla="*/ 86871 h 351710"/>
                <a:gd name="connsiteX413" fmla="*/ 124640 w 533542"/>
                <a:gd name="connsiteY413" fmla="*/ 86059 h 351710"/>
                <a:gd name="connsiteX414" fmla="*/ 124640 w 533542"/>
                <a:gd name="connsiteY414" fmla="*/ 89307 h 351710"/>
                <a:gd name="connsiteX415" fmla="*/ 123828 w 533542"/>
                <a:gd name="connsiteY415" fmla="*/ 90931 h 351710"/>
                <a:gd name="connsiteX416" fmla="*/ 124640 w 533542"/>
                <a:gd name="connsiteY416" fmla="*/ 91743 h 351710"/>
                <a:gd name="connsiteX417" fmla="*/ 123017 w 533542"/>
                <a:gd name="connsiteY417" fmla="*/ 93366 h 351710"/>
                <a:gd name="connsiteX418" fmla="*/ 121394 w 533542"/>
                <a:gd name="connsiteY418" fmla="*/ 95802 h 351710"/>
                <a:gd name="connsiteX419" fmla="*/ 119772 w 533542"/>
                <a:gd name="connsiteY419" fmla="*/ 98238 h 351710"/>
                <a:gd name="connsiteX420" fmla="*/ 118960 w 533542"/>
                <a:gd name="connsiteY420" fmla="*/ 99861 h 351710"/>
                <a:gd name="connsiteX421" fmla="*/ 118149 w 533542"/>
                <a:gd name="connsiteY421" fmla="*/ 100673 h 351710"/>
                <a:gd name="connsiteX422" fmla="*/ 116526 w 533542"/>
                <a:gd name="connsiteY422" fmla="*/ 103921 h 351710"/>
                <a:gd name="connsiteX423" fmla="*/ 112470 w 533542"/>
                <a:gd name="connsiteY423" fmla="*/ 110416 h 351710"/>
                <a:gd name="connsiteX424" fmla="*/ 110036 w 533542"/>
                <a:gd name="connsiteY424" fmla="*/ 116099 h 351710"/>
                <a:gd name="connsiteX425" fmla="*/ 106791 w 533542"/>
                <a:gd name="connsiteY425" fmla="*/ 120970 h 351710"/>
                <a:gd name="connsiteX426" fmla="*/ 103545 w 533542"/>
                <a:gd name="connsiteY426" fmla="*/ 123406 h 351710"/>
                <a:gd name="connsiteX427" fmla="*/ 102734 w 533542"/>
                <a:gd name="connsiteY427" fmla="*/ 125030 h 351710"/>
                <a:gd name="connsiteX428" fmla="*/ 98677 w 533542"/>
                <a:gd name="connsiteY428" fmla="*/ 129089 h 351710"/>
                <a:gd name="connsiteX429" fmla="*/ 98677 w 533542"/>
                <a:gd name="connsiteY429" fmla="*/ 129901 h 351710"/>
                <a:gd name="connsiteX430" fmla="*/ 94621 w 533542"/>
                <a:gd name="connsiteY430" fmla="*/ 138832 h 351710"/>
                <a:gd name="connsiteX431" fmla="*/ 93809 w 533542"/>
                <a:gd name="connsiteY431" fmla="*/ 139643 h 351710"/>
                <a:gd name="connsiteX432" fmla="*/ 85696 w 533542"/>
                <a:gd name="connsiteY432" fmla="*/ 155881 h 351710"/>
                <a:gd name="connsiteX433" fmla="*/ 84074 w 533542"/>
                <a:gd name="connsiteY433" fmla="*/ 159941 h 351710"/>
                <a:gd name="connsiteX434" fmla="*/ 81640 w 533542"/>
                <a:gd name="connsiteY434" fmla="*/ 158317 h 351710"/>
                <a:gd name="connsiteX435" fmla="*/ 84074 w 533542"/>
                <a:gd name="connsiteY435" fmla="*/ 153446 h 351710"/>
                <a:gd name="connsiteX436" fmla="*/ 68659 w 533542"/>
                <a:gd name="connsiteY436" fmla="*/ 165624 h 351710"/>
                <a:gd name="connsiteX437" fmla="*/ 74338 w 533542"/>
                <a:gd name="connsiteY437" fmla="*/ 158317 h 351710"/>
                <a:gd name="connsiteX438" fmla="*/ 71904 w 533542"/>
                <a:gd name="connsiteY438" fmla="*/ 164812 h 351710"/>
                <a:gd name="connsiteX439" fmla="*/ 68659 w 533542"/>
                <a:gd name="connsiteY439" fmla="*/ 165624 h 351710"/>
                <a:gd name="connsiteX440" fmla="*/ 63791 w 533542"/>
                <a:gd name="connsiteY440" fmla="*/ 176990 h 351710"/>
                <a:gd name="connsiteX441" fmla="*/ 65413 w 533542"/>
                <a:gd name="connsiteY441" fmla="*/ 174554 h 351710"/>
                <a:gd name="connsiteX442" fmla="*/ 65413 w 533542"/>
                <a:gd name="connsiteY442" fmla="*/ 176990 h 351710"/>
                <a:gd name="connsiteX443" fmla="*/ 63791 w 533542"/>
                <a:gd name="connsiteY443" fmla="*/ 179426 h 351710"/>
                <a:gd name="connsiteX444" fmla="*/ 63791 w 533542"/>
                <a:gd name="connsiteY444" fmla="*/ 176990 h 351710"/>
                <a:gd name="connsiteX445" fmla="*/ 57300 w 533542"/>
                <a:gd name="connsiteY445" fmla="*/ 195663 h 351710"/>
                <a:gd name="connsiteX446" fmla="*/ 55678 w 533542"/>
                <a:gd name="connsiteY446" fmla="*/ 196475 h 351710"/>
                <a:gd name="connsiteX447" fmla="*/ 54866 w 533542"/>
                <a:gd name="connsiteY447" fmla="*/ 195663 h 351710"/>
                <a:gd name="connsiteX448" fmla="*/ 57300 w 533542"/>
                <a:gd name="connsiteY448" fmla="*/ 195663 h 351710"/>
                <a:gd name="connsiteX449" fmla="*/ 45131 w 533542"/>
                <a:gd name="connsiteY449" fmla="*/ 207029 h 351710"/>
                <a:gd name="connsiteX450" fmla="*/ 45942 w 533542"/>
                <a:gd name="connsiteY450" fmla="*/ 205406 h 351710"/>
                <a:gd name="connsiteX451" fmla="*/ 49998 w 533542"/>
                <a:gd name="connsiteY451" fmla="*/ 199723 h 351710"/>
                <a:gd name="connsiteX452" fmla="*/ 50810 w 533542"/>
                <a:gd name="connsiteY452" fmla="*/ 198911 h 351710"/>
                <a:gd name="connsiteX453" fmla="*/ 49187 w 533542"/>
                <a:gd name="connsiteY453" fmla="*/ 204594 h 351710"/>
                <a:gd name="connsiteX454" fmla="*/ 45131 w 533542"/>
                <a:gd name="connsiteY454" fmla="*/ 207029 h 351710"/>
                <a:gd name="connsiteX455" fmla="*/ 46753 w 533542"/>
                <a:gd name="connsiteY455" fmla="*/ 224079 h 351710"/>
                <a:gd name="connsiteX456" fmla="*/ 45131 w 533542"/>
                <a:gd name="connsiteY456" fmla="*/ 224891 h 351710"/>
                <a:gd name="connsiteX457" fmla="*/ 45131 w 533542"/>
                <a:gd name="connsiteY457" fmla="*/ 222455 h 351710"/>
                <a:gd name="connsiteX458" fmla="*/ 46753 w 533542"/>
                <a:gd name="connsiteY458" fmla="*/ 224079 h 351710"/>
                <a:gd name="connsiteX459" fmla="*/ 36206 w 533542"/>
                <a:gd name="connsiteY459" fmla="*/ 224891 h 351710"/>
                <a:gd name="connsiteX460" fmla="*/ 37017 w 533542"/>
                <a:gd name="connsiteY460" fmla="*/ 225703 h 351710"/>
                <a:gd name="connsiteX461" fmla="*/ 36206 w 533542"/>
                <a:gd name="connsiteY461" fmla="*/ 226515 h 351710"/>
                <a:gd name="connsiteX462" fmla="*/ 34584 w 533542"/>
                <a:gd name="connsiteY462" fmla="*/ 224891 h 351710"/>
                <a:gd name="connsiteX463" fmla="*/ 36206 w 533542"/>
                <a:gd name="connsiteY463" fmla="*/ 224891 h 351710"/>
                <a:gd name="connsiteX464" fmla="*/ 36206 w 533542"/>
                <a:gd name="connsiteY464" fmla="*/ 243564 h 351710"/>
                <a:gd name="connsiteX465" fmla="*/ 32961 w 533542"/>
                <a:gd name="connsiteY465" fmla="*/ 244376 h 351710"/>
                <a:gd name="connsiteX466" fmla="*/ 33772 w 533542"/>
                <a:gd name="connsiteY466" fmla="*/ 243564 h 351710"/>
                <a:gd name="connsiteX467" fmla="*/ 37017 w 533542"/>
                <a:gd name="connsiteY467" fmla="*/ 241129 h 351710"/>
                <a:gd name="connsiteX468" fmla="*/ 37829 w 533542"/>
                <a:gd name="connsiteY468" fmla="*/ 239505 h 351710"/>
                <a:gd name="connsiteX469" fmla="*/ 36206 w 533542"/>
                <a:gd name="connsiteY469" fmla="*/ 243564 h 351710"/>
                <a:gd name="connsiteX470" fmla="*/ 38640 w 533542"/>
                <a:gd name="connsiteY470" fmla="*/ 233822 h 351710"/>
                <a:gd name="connsiteX471" fmla="*/ 36206 w 533542"/>
                <a:gd name="connsiteY471" fmla="*/ 233822 h 351710"/>
                <a:gd name="connsiteX472" fmla="*/ 39451 w 533542"/>
                <a:gd name="connsiteY472" fmla="*/ 233010 h 351710"/>
                <a:gd name="connsiteX473" fmla="*/ 38640 w 533542"/>
                <a:gd name="connsiteY473" fmla="*/ 233822 h 351710"/>
                <a:gd name="connsiteX474" fmla="*/ 41885 w 533542"/>
                <a:gd name="connsiteY474" fmla="*/ 228138 h 351710"/>
                <a:gd name="connsiteX475" fmla="*/ 40263 w 533542"/>
                <a:gd name="connsiteY475" fmla="*/ 230574 h 351710"/>
                <a:gd name="connsiteX476" fmla="*/ 40263 w 533542"/>
                <a:gd name="connsiteY476" fmla="*/ 228138 h 351710"/>
                <a:gd name="connsiteX477" fmla="*/ 41885 w 533542"/>
                <a:gd name="connsiteY477" fmla="*/ 228138 h 351710"/>
                <a:gd name="connsiteX478" fmla="*/ 43508 w 533542"/>
                <a:gd name="connsiteY478" fmla="*/ 211089 h 351710"/>
                <a:gd name="connsiteX479" fmla="*/ 44319 w 533542"/>
                <a:gd name="connsiteY479" fmla="*/ 209465 h 351710"/>
                <a:gd name="connsiteX480" fmla="*/ 45131 w 533542"/>
                <a:gd name="connsiteY480" fmla="*/ 210277 h 351710"/>
                <a:gd name="connsiteX481" fmla="*/ 44319 w 533542"/>
                <a:gd name="connsiteY481" fmla="*/ 211901 h 351710"/>
                <a:gd name="connsiteX482" fmla="*/ 43508 w 533542"/>
                <a:gd name="connsiteY482" fmla="*/ 211089 h 351710"/>
                <a:gd name="connsiteX483" fmla="*/ 45131 w 533542"/>
                <a:gd name="connsiteY483" fmla="*/ 255742 h 351710"/>
                <a:gd name="connsiteX484" fmla="*/ 45131 w 533542"/>
                <a:gd name="connsiteY484" fmla="*/ 254931 h 351710"/>
                <a:gd name="connsiteX485" fmla="*/ 45131 w 533542"/>
                <a:gd name="connsiteY485" fmla="*/ 255742 h 351710"/>
                <a:gd name="connsiteX486" fmla="*/ 49187 w 533542"/>
                <a:gd name="connsiteY486" fmla="*/ 219208 h 351710"/>
                <a:gd name="connsiteX487" fmla="*/ 47565 w 533542"/>
                <a:gd name="connsiteY487" fmla="*/ 220832 h 351710"/>
                <a:gd name="connsiteX488" fmla="*/ 48376 w 533542"/>
                <a:gd name="connsiteY488" fmla="*/ 217584 h 351710"/>
                <a:gd name="connsiteX489" fmla="*/ 49187 w 533542"/>
                <a:gd name="connsiteY489" fmla="*/ 219208 h 351710"/>
                <a:gd name="connsiteX490" fmla="*/ 51621 w 533542"/>
                <a:gd name="connsiteY490" fmla="*/ 213525 h 351710"/>
                <a:gd name="connsiteX491" fmla="*/ 50810 w 533542"/>
                <a:gd name="connsiteY491" fmla="*/ 215148 h 351710"/>
                <a:gd name="connsiteX492" fmla="*/ 49998 w 533542"/>
                <a:gd name="connsiteY492" fmla="*/ 214337 h 351710"/>
                <a:gd name="connsiteX493" fmla="*/ 50810 w 533542"/>
                <a:gd name="connsiteY493" fmla="*/ 212713 h 351710"/>
                <a:gd name="connsiteX494" fmla="*/ 51621 w 533542"/>
                <a:gd name="connsiteY494" fmla="*/ 213525 h 351710"/>
                <a:gd name="connsiteX495" fmla="*/ 54055 w 533542"/>
                <a:gd name="connsiteY495" fmla="*/ 225703 h 351710"/>
                <a:gd name="connsiteX496" fmla="*/ 53244 w 533542"/>
                <a:gd name="connsiteY496" fmla="*/ 227326 h 351710"/>
                <a:gd name="connsiteX497" fmla="*/ 52432 w 533542"/>
                <a:gd name="connsiteY497" fmla="*/ 226515 h 351710"/>
                <a:gd name="connsiteX498" fmla="*/ 53244 w 533542"/>
                <a:gd name="connsiteY498" fmla="*/ 224891 h 351710"/>
                <a:gd name="connsiteX499" fmla="*/ 54055 w 533542"/>
                <a:gd name="connsiteY499" fmla="*/ 225703 h 351710"/>
                <a:gd name="connsiteX500" fmla="*/ 58923 w 533542"/>
                <a:gd name="connsiteY500" fmla="*/ 237069 h 351710"/>
                <a:gd name="connsiteX501" fmla="*/ 56489 w 533542"/>
                <a:gd name="connsiteY501" fmla="*/ 237881 h 351710"/>
                <a:gd name="connsiteX502" fmla="*/ 54866 w 533542"/>
                <a:gd name="connsiteY502" fmla="*/ 239505 h 351710"/>
                <a:gd name="connsiteX503" fmla="*/ 54866 w 533542"/>
                <a:gd name="connsiteY503" fmla="*/ 237069 h 351710"/>
                <a:gd name="connsiteX504" fmla="*/ 58923 w 533542"/>
                <a:gd name="connsiteY504" fmla="*/ 237069 h 351710"/>
                <a:gd name="connsiteX505" fmla="*/ 58923 w 533542"/>
                <a:gd name="connsiteY505" fmla="*/ 237069 h 351710"/>
                <a:gd name="connsiteX506" fmla="*/ 62980 w 533542"/>
                <a:gd name="connsiteY506" fmla="*/ 226515 h 351710"/>
                <a:gd name="connsiteX507" fmla="*/ 62168 w 533542"/>
                <a:gd name="connsiteY507" fmla="*/ 224891 h 351710"/>
                <a:gd name="connsiteX508" fmla="*/ 62980 w 533542"/>
                <a:gd name="connsiteY508" fmla="*/ 224079 h 351710"/>
                <a:gd name="connsiteX509" fmla="*/ 63791 w 533542"/>
                <a:gd name="connsiteY509" fmla="*/ 224891 h 351710"/>
                <a:gd name="connsiteX510" fmla="*/ 62980 w 533542"/>
                <a:gd name="connsiteY510" fmla="*/ 226515 h 351710"/>
                <a:gd name="connsiteX511" fmla="*/ 67848 w 533542"/>
                <a:gd name="connsiteY511" fmla="*/ 185921 h 351710"/>
                <a:gd name="connsiteX512" fmla="*/ 64602 w 533542"/>
                <a:gd name="connsiteY512" fmla="*/ 189168 h 351710"/>
                <a:gd name="connsiteX513" fmla="*/ 63791 w 533542"/>
                <a:gd name="connsiteY513" fmla="*/ 190792 h 351710"/>
                <a:gd name="connsiteX514" fmla="*/ 62168 w 533542"/>
                <a:gd name="connsiteY514" fmla="*/ 198099 h 351710"/>
                <a:gd name="connsiteX515" fmla="*/ 53244 w 533542"/>
                <a:gd name="connsiteY515" fmla="*/ 207029 h 351710"/>
                <a:gd name="connsiteX516" fmla="*/ 53244 w 533542"/>
                <a:gd name="connsiteY516" fmla="*/ 206218 h 351710"/>
                <a:gd name="connsiteX517" fmla="*/ 54055 w 533542"/>
                <a:gd name="connsiteY517" fmla="*/ 205406 h 351710"/>
                <a:gd name="connsiteX518" fmla="*/ 58923 w 533542"/>
                <a:gd name="connsiteY518" fmla="*/ 194851 h 351710"/>
                <a:gd name="connsiteX519" fmla="*/ 61357 w 533542"/>
                <a:gd name="connsiteY519" fmla="*/ 189980 h 351710"/>
                <a:gd name="connsiteX520" fmla="*/ 63791 w 533542"/>
                <a:gd name="connsiteY520" fmla="*/ 188356 h 351710"/>
                <a:gd name="connsiteX521" fmla="*/ 67036 w 533542"/>
                <a:gd name="connsiteY521" fmla="*/ 181049 h 351710"/>
                <a:gd name="connsiteX522" fmla="*/ 67848 w 533542"/>
                <a:gd name="connsiteY522" fmla="*/ 180238 h 351710"/>
                <a:gd name="connsiteX523" fmla="*/ 68659 w 533542"/>
                <a:gd name="connsiteY523" fmla="*/ 178614 h 351710"/>
                <a:gd name="connsiteX524" fmla="*/ 69470 w 533542"/>
                <a:gd name="connsiteY524" fmla="*/ 177802 h 351710"/>
                <a:gd name="connsiteX525" fmla="*/ 70281 w 533542"/>
                <a:gd name="connsiteY525" fmla="*/ 176990 h 351710"/>
                <a:gd name="connsiteX526" fmla="*/ 75961 w 533542"/>
                <a:gd name="connsiteY526" fmla="*/ 168871 h 351710"/>
                <a:gd name="connsiteX527" fmla="*/ 75961 w 533542"/>
                <a:gd name="connsiteY527" fmla="*/ 166435 h 351710"/>
                <a:gd name="connsiteX528" fmla="*/ 76772 w 533542"/>
                <a:gd name="connsiteY528" fmla="*/ 164000 h 351710"/>
                <a:gd name="connsiteX529" fmla="*/ 78395 w 533542"/>
                <a:gd name="connsiteY529" fmla="*/ 163188 h 351710"/>
                <a:gd name="connsiteX530" fmla="*/ 78395 w 533542"/>
                <a:gd name="connsiteY530" fmla="*/ 164812 h 351710"/>
                <a:gd name="connsiteX531" fmla="*/ 77583 w 533542"/>
                <a:gd name="connsiteY531" fmla="*/ 170495 h 351710"/>
                <a:gd name="connsiteX532" fmla="*/ 75149 w 533542"/>
                <a:gd name="connsiteY532" fmla="*/ 173743 h 351710"/>
                <a:gd name="connsiteX533" fmla="*/ 73527 w 533542"/>
                <a:gd name="connsiteY533" fmla="*/ 177802 h 351710"/>
                <a:gd name="connsiteX534" fmla="*/ 71093 w 533542"/>
                <a:gd name="connsiteY534" fmla="*/ 181861 h 351710"/>
                <a:gd name="connsiteX535" fmla="*/ 70281 w 533542"/>
                <a:gd name="connsiteY535" fmla="*/ 181861 h 351710"/>
                <a:gd name="connsiteX536" fmla="*/ 70281 w 533542"/>
                <a:gd name="connsiteY536" fmla="*/ 182673 h 351710"/>
                <a:gd name="connsiteX537" fmla="*/ 69470 w 533542"/>
                <a:gd name="connsiteY537" fmla="*/ 185109 h 351710"/>
                <a:gd name="connsiteX538" fmla="*/ 67848 w 533542"/>
                <a:gd name="connsiteY538" fmla="*/ 185921 h 351710"/>
                <a:gd name="connsiteX539" fmla="*/ 148168 w 533542"/>
                <a:gd name="connsiteY539" fmla="*/ 248435 h 351710"/>
                <a:gd name="connsiteX540" fmla="*/ 148979 w 533542"/>
                <a:gd name="connsiteY540" fmla="*/ 248435 h 351710"/>
                <a:gd name="connsiteX541" fmla="*/ 148168 w 533542"/>
                <a:gd name="connsiteY541" fmla="*/ 249247 h 351710"/>
                <a:gd name="connsiteX542" fmla="*/ 148168 w 533542"/>
                <a:gd name="connsiteY542" fmla="*/ 248435 h 351710"/>
                <a:gd name="connsiteX543" fmla="*/ 153036 w 533542"/>
                <a:gd name="connsiteY543" fmla="*/ 295525 h 351710"/>
                <a:gd name="connsiteX544" fmla="*/ 151413 w 533542"/>
                <a:gd name="connsiteY544" fmla="*/ 297148 h 351710"/>
                <a:gd name="connsiteX545" fmla="*/ 152224 w 533542"/>
                <a:gd name="connsiteY545" fmla="*/ 293901 h 351710"/>
                <a:gd name="connsiteX546" fmla="*/ 153036 w 533542"/>
                <a:gd name="connsiteY546" fmla="*/ 295525 h 351710"/>
                <a:gd name="connsiteX547" fmla="*/ 140866 w 533542"/>
                <a:gd name="connsiteY547" fmla="*/ 289841 h 351710"/>
                <a:gd name="connsiteX548" fmla="*/ 125451 w 533542"/>
                <a:gd name="connsiteY548" fmla="*/ 303643 h 351710"/>
                <a:gd name="connsiteX549" fmla="*/ 85696 w 533542"/>
                <a:gd name="connsiteY549" fmla="*/ 328000 h 351710"/>
                <a:gd name="connsiteX550" fmla="*/ 75961 w 533542"/>
                <a:gd name="connsiteY550" fmla="*/ 321505 h 351710"/>
                <a:gd name="connsiteX551" fmla="*/ 88942 w 533542"/>
                <a:gd name="connsiteY551" fmla="*/ 302020 h 351710"/>
                <a:gd name="connsiteX552" fmla="*/ 139243 w 533542"/>
                <a:gd name="connsiteY552" fmla="*/ 276039 h 351710"/>
                <a:gd name="connsiteX553" fmla="*/ 140055 w 533542"/>
                <a:gd name="connsiteY553" fmla="*/ 276039 h 351710"/>
                <a:gd name="connsiteX554" fmla="*/ 161149 w 533542"/>
                <a:gd name="connsiteY554" fmla="*/ 268732 h 351710"/>
                <a:gd name="connsiteX555" fmla="*/ 154658 w 533542"/>
                <a:gd name="connsiteY555" fmla="*/ 276039 h 351710"/>
                <a:gd name="connsiteX556" fmla="*/ 140866 w 533542"/>
                <a:gd name="connsiteY556" fmla="*/ 289841 h 351710"/>
                <a:gd name="connsiteX557" fmla="*/ 171696 w 533542"/>
                <a:gd name="connsiteY557" fmla="*/ 273604 h 351710"/>
                <a:gd name="connsiteX558" fmla="*/ 170073 w 533542"/>
                <a:gd name="connsiteY558" fmla="*/ 276039 h 351710"/>
                <a:gd name="connsiteX559" fmla="*/ 166016 w 533542"/>
                <a:gd name="connsiteY559" fmla="*/ 282534 h 351710"/>
                <a:gd name="connsiteX560" fmla="*/ 161149 w 533542"/>
                <a:gd name="connsiteY560" fmla="*/ 289029 h 351710"/>
                <a:gd name="connsiteX561" fmla="*/ 159526 w 533542"/>
                <a:gd name="connsiteY561" fmla="*/ 290653 h 351710"/>
                <a:gd name="connsiteX562" fmla="*/ 158715 w 533542"/>
                <a:gd name="connsiteY562" fmla="*/ 289841 h 351710"/>
                <a:gd name="connsiteX563" fmla="*/ 159526 w 533542"/>
                <a:gd name="connsiteY563" fmla="*/ 287406 h 351710"/>
                <a:gd name="connsiteX564" fmla="*/ 164394 w 533542"/>
                <a:gd name="connsiteY564" fmla="*/ 280099 h 351710"/>
                <a:gd name="connsiteX565" fmla="*/ 166016 w 533542"/>
                <a:gd name="connsiteY565" fmla="*/ 280099 h 351710"/>
                <a:gd name="connsiteX566" fmla="*/ 174130 w 533542"/>
                <a:gd name="connsiteY566" fmla="*/ 271168 h 351710"/>
                <a:gd name="connsiteX567" fmla="*/ 171696 w 533542"/>
                <a:gd name="connsiteY567" fmla="*/ 273604 h 351710"/>
                <a:gd name="connsiteX568" fmla="*/ 177375 w 533542"/>
                <a:gd name="connsiteY568" fmla="*/ 266297 h 351710"/>
                <a:gd name="connsiteX569" fmla="*/ 176564 w 533542"/>
                <a:gd name="connsiteY569" fmla="*/ 265485 h 351710"/>
                <a:gd name="connsiteX570" fmla="*/ 177375 w 533542"/>
                <a:gd name="connsiteY570" fmla="*/ 264673 h 351710"/>
                <a:gd name="connsiteX571" fmla="*/ 178186 w 533542"/>
                <a:gd name="connsiteY571" fmla="*/ 265485 h 351710"/>
                <a:gd name="connsiteX572" fmla="*/ 177375 w 533542"/>
                <a:gd name="connsiteY572" fmla="*/ 266297 h 351710"/>
                <a:gd name="connsiteX573" fmla="*/ 179809 w 533542"/>
                <a:gd name="connsiteY573" fmla="*/ 283346 h 351710"/>
                <a:gd name="connsiteX574" fmla="*/ 178998 w 533542"/>
                <a:gd name="connsiteY574" fmla="*/ 282534 h 351710"/>
                <a:gd name="connsiteX575" fmla="*/ 179809 w 533542"/>
                <a:gd name="connsiteY575" fmla="*/ 280911 h 351710"/>
                <a:gd name="connsiteX576" fmla="*/ 180620 w 533542"/>
                <a:gd name="connsiteY576" fmla="*/ 282534 h 351710"/>
                <a:gd name="connsiteX577" fmla="*/ 179809 w 533542"/>
                <a:gd name="connsiteY577" fmla="*/ 283346 h 351710"/>
                <a:gd name="connsiteX578" fmla="*/ 183865 w 533542"/>
                <a:gd name="connsiteY578" fmla="*/ 261426 h 351710"/>
                <a:gd name="connsiteX579" fmla="*/ 181432 w 533542"/>
                <a:gd name="connsiteY579" fmla="*/ 263861 h 351710"/>
                <a:gd name="connsiteX580" fmla="*/ 180620 w 533542"/>
                <a:gd name="connsiteY580" fmla="*/ 264673 h 351710"/>
                <a:gd name="connsiteX581" fmla="*/ 181432 w 533542"/>
                <a:gd name="connsiteY581" fmla="*/ 261426 h 351710"/>
                <a:gd name="connsiteX582" fmla="*/ 185488 w 533542"/>
                <a:gd name="connsiteY582" fmla="*/ 260614 h 351710"/>
                <a:gd name="connsiteX583" fmla="*/ 183865 w 533542"/>
                <a:gd name="connsiteY583" fmla="*/ 261426 h 351710"/>
                <a:gd name="connsiteX584" fmla="*/ 187111 w 533542"/>
                <a:gd name="connsiteY584" fmla="*/ 269544 h 351710"/>
                <a:gd name="connsiteX585" fmla="*/ 186299 w 533542"/>
                <a:gd name="connsiteY585" fmla="*/ 270356 h 351710"/>
                <a:gd name="connsiteX586" fmla="*/ 185488 w 533542"/>
                <a:gd name="connsiteY586" fmla="*/ 269544 h 351710"/>
                <a:gd name="connsiteX587" fmla="*/ 186299 w 533542"/>
                <a:gd name="connsiteY587" fmla="*/ 268732 h 351710"/>
                <a:gd name="connsiteX588" fmla="*/ 187111 w 533542"/>
                <a:gd name="connsiteY588" fmla="*/ 269544 h 351710"/>
                <a:gd name="connsiteX589" fmla="*/ 198469 w 533542"/>
                <a:gd name="connsiteY589" fmla="*/ 245188 h 351710"/>
                <a:gd name="connsiteX590" fmla="*/ 194412 w 533542"/>
                <a:gd name="connsiteY590" fmla="*/ 246812 h 351710"/>
                <a:gd name="connsiteX591" fmla="*/ 191979 w 533542"/>
                <a:gd name="connsiteY591" fmla="*/ 247623 h 351710"/>
                <a:gd name="connsiteX592" fmla="*/ 192790 w 533542"/>
                <a:gd name="connsiteY592" fmla="*/ 246000 h 351710"/>
                <a:gd name="connsiteX593" fmla="*/ 200092 w 533542"/>
                <a:gd name="connsiteY593" fmla="*/ 244376 h 351710"/>
                <a:gd name="connsiteX594" fmla="*/ 198469 w 533542"/>
                <a:gd name="connsiteY594" fmla="*/ 245188 h 351710"/>
                <a:gd name="connsiteX595" fmla="*/ 211450 w 533542"/>
                <a:gd name="connsiteY595" fmla="*/ 227326 h 351710"/>
                <a:gd name="connsiteX596" fmla="*/ 209016 w 533542"/>
                <a:gd name="connsiteY596" fmla="*/ 228138 h 351710"/>
                <a:gd name="connsiteX597" fmla="*/ 209016 w 533542"/>
                <a:gd name="connsiteY597" fmla="*/ 227326 h 351710"/>
                <a:gd name="connsiteX598" fmla="*/ 211450 w 533542"/>
                <a:gd name="connsiteY598" fmla="*/ 226515 h 351710"/>
                <a:gd name="connsiteX599" fmla="*/ 211450 w 533542"/>
                <a:gd name="connsiteY599" fmla="*/ 227326 h 351710"/>
                <a:gd name="connsiteX600" fmla="*/ 238224 w 533542"/>
                <a:gd name="connsiteY600" fmla="*/ 234634 h 351710"/>
                <a:gd name="connsiteX601" fmla="*/ 239846 w 533542"/>
                <a:gd name="connsiteY601" fmla="*/ 234634 h 351710"/>
                <a:gd name="connsiteX602" fmla="*/ 238224 w 533542"/>
                <a:gd name="connsiteY602" fmla="*/ 234634 h 351710"/>
                <a:gd name="connsiteX603" fmla="*/ 238224 w 533542"/>
                <a:gd name="connsiteY603" fmla="*/ 234634 h 351710"/>
                <a:gd name="connsiteX604" fmla="*/ 270676 w 533542"/>
                <a:gd name="connsiteY604" fmla="*/ 133960 h 351710"/>
                <a:gd name="connsiteX605" fmla="*/ 271487 w 533542"/>
                <a:gd name="connsiteY605" fmla="*/ 135584 h 351710"/>
                <a:gd name="connsiteX606" fmla="*/ 270676 w 533542"/>
                <a:gd name="connsiteY606" fmla="*/ 136396 h 351710"/>
                <a:gd name="connsiteX607" fmla="*/ 269865 w 533542"/>
                <a:gd name="connsiteY607" fmla="*/ 135584 h 351710"/>
                <a:gd name="connsiteX608" fmla="*/ 270676 w 533542"/>
                <a:gd name="connsiteY608" fmla="*/ 133960 h 351710"/>
                <a:gd name="connsiteX609" fmla="*/ 264997 w 533542"/>
                <a:gd name="connsiteY609" fmla="*/ 145327 h 351710"/>
                <a:gd name="connsiteX610" fmla="*/ 267431 w 533542"/>
                <a:gd name="connsiteY610" fmla="*/ 142079 h 351710"/>
                <a:gd name="connsiteX611" fmla="*/ 269054 w 533542"/>
                <a:gd name="connsiteY611" fmla="*/ 139643 h 351710"/>
                <a:gd name="connsiteX612" fmla="*/ 267431 w 533542"/>
                <a:gd name="connsiteY612" fmla="*/ 144515 h 351710"/>
                <a:gd name="connsiteX613" fmla="*/ 264186 w 533542"/>
                <a:gd name="connsiteY613" fmla="*/ 146950 h 351710"/>
                <a:gd name="connsiteX614" fmla="*/ 264997 w 533542"/>
                <a:gd name="connsiteY614" fmla="*/ 145327 h 351710"/>
                <a:gd name="connsiteX615" fmla="*/ 263374 w 533542"/>
                <a:gd name="connsiteY615" fmla="*/ 149386 h 351710"/>
                <a:gd name="connsiteX616" fmla="*/ 260940 w 533542"/>
                <a:gd name="connsiteY616" fmla="*/ 156693 h 351710"/>
                <a:gd name="connsiteX617" fmla="*/ 256884 w 533542"/>
                <a:gd name="connsiteY617" fmla="*/ 164000 h 351710"/>
                <a:gd name="connsiteX618" fmla="*/ 258507 w 533542"/>
                <a:gd name="connsiteY618" fmla="*/ 156693 h 351710"/>
                <a:gd name="connsiteX619" fmla="*/ 260940 w 533542"/>
                <a:gd name="connsiteY619" fmla="*/ 151822 h 351710"/>
                <a:gd name="connsiteX620" fmla="*/ 263374 w 533542"/>
                <a:gd name="connsiteY620" fmla="*/ 149386 h 351710"/>
                <a:gd name="connsiteX621" fmla="*/ 258507 w 533542"/>
                <a:gd name="connsiteY621" fmla="*/ 140455 h 351710"/>
                <a:gd name="connsiteX622" fmla="*/ 260940 w 533542"/>
                <a:gd name="connsiteY622" fmla="*/ 134772 h 351710"/>
                <a:gd name="connsiteX623" fmla="*/ 258507 w 533542"/>
                <a:gd name="connsiteY623" fmla="*/ 142079 h 351710"/>
                <a:gd name="connsiteX624" fmla="*/ 255261 w 533542"/>
                <a:gd name="connsiteY624" fmla="*/ 148574 h 351710"/>
                <a:gd name="connsiteX625" fmla="*/ 258507 w 533542"/>
                <a:gd name="connsiteY625" fmla="*/ 140455 h 351710"/>
                <a:gd name="connsiteX626" fmla="*/ 247959 w 533542"/>
                <a:gd name="connsiteY626" fmla="*/ 164000 h 351710"/>
                <a:gd name="connsiteX627" fmla="*/ 250393 w 533542"/>
                <a:gd name="connsiteY627" fmla="*/ 160752 h 351710"/>
                <a:gd name="connsiteX628" fmla="*/ 249582 w 533542"/>
                <a:gd name="connsiteY628" fmla="*/ 164000 h 351710"/>
                <a:gd name="connsiteX629" fmla="*/ 247148 w 533542"/>
                <a:gd name="connsiteY629" fmla="*/ 167247 h 351710"/>
                <a:gd name="connsiteX630" fmla="*/ 247959 w 533542"/>
                <a:gd name="connsiteY630" fmla="*/ 164000 h 351710"/>
                <a:gd name="connsiteX631" fmla="*/ 237412 w 533542"/>
                <a:gd name="connsiteY631" fmla="*/ 194040 h 351710"/>
                <a:gd name="connsiteX632" fmla="*/ 242280 w 533542"/>
                <a:gd name="connsiteY632" fmla="*/ 185109 h 351710"/>
                <a:gd name="connsiteX633" fmla="*/ 247148 w 533542"/>
                <a:gd name="connsiteY633" fmla="*/ 177802 h 351710"/>
                <a:gd name="connsiteX634" fmla="*/ 251205 w 533542"/>
                <a:gd name="connsiteY634" fmla="*/ 171307 h 351710"/>
                <a:gd name="connsiteX635" fmla="*/ 256073 w 533542"/>
                <a:gd name="connsiteY635" fmla="*/ 165624 h 351710"/>
                <a:gd name="connsiteX636" fmla="*/ 253639 w 533542"/>
                <a:gd name="connsiteY636" fmla="*/ 170495 h 351710"/>
                <a:gd name="connsiteX637" fmla="*/ 251205 w 533542"/>
                <a:gd name="connsiteY637" fmla="*/ 175366 h 351710"/>
                <a:gd name="connsiteX638" fmla="*/ 250393 w 533542"/>
                <a:gd name="connsiteY638" fmla="*/ 176178 h 351710"/>
                <a:gd name="connsiteX639" fmla="*/ 239846 w 533542"/>
                <a:gd name="connsiteY639" fmla="*/ 192416 h 351710"/>
                <a:gd name="connsiteX640" fmla="*/ 235790 w 533542"/>
                <a:gd name="connsiteY640" fmla="*/ 198099 h 351710"/>
                <a:gd name="connsiteX641" fmla="*/ 237412 w 533542"/>
                <a:gd name="connsiteY641" fmla="*/ 194040 h 351710"/>
                <a:gd name="connsiteX642" fmla="*/ 231733 w 533542"/>
                <a:gd name="connsiteY642" fmla="*/ 202158 h 351710"/>
                <a:gd name="connsiteX643" fmla="*/ 234978 w 533542"/>
                <a:gd name="connsiteY643" fmla="*/ 200535 h 351710"/>
                <a:gd name="connsiteX644" fmla="*/ 233356 w 533542"/>
                <a:gd name="connsiteY644" fmla="*/ 204594 h 351710"/>
                <a:gd name="connsiteX645" fmla="*/ 230111 w 533542"/>
                <a:gd name="connsiteY645" fmla="*/ 207029 h 351710"/>
                <a:gd name="connsiteX646" fmla="*/ 231733 w 533542"/>
                <a:gd name="connsiteY646" fmla="*/ 202158 h 351710"/>
                <a:gd name="connsiteX647" fmla="*/ 221186 w 533542"/>
                <a:gd name="connsiteY647" fmla="*/ 209465 h 351710"/>
                <a:gd name="connsiteX648" fmla="*/ 222809 w 533542"/>
                <a:gd name="connsiteY648" fmla="*/ 207841 h 351710"/>
                <a:gd name="connsiteX649" fmla="*/ 222809 w 533542"/>
                <a:gd name="connsiteY649" fmla="*/ 209465 h 351710"/>
                <a:gd name="connsiteX650" fmla="*/ 221186 w 533542"/>
                <a:gd name="connsiteY650" fmla="*/ 211089 h 351710"/>
                <a:gd name="connsiteX651" fmla="*/ 221186 w 533542"/>
                <a:gd name="connsiteY651" fmla="*/ 209465 h 351710"/>
                <a:gd name="connsiteX652" fmla="*/ 213884 w 533542"/>
                <a:gd name="connsiteY652" fmla="*/ 219208 h 351710"/>
                <a:gd name="connsiteX653" fmla="*/ 215507 w 533542"/>
                <a:gd name="connsiteY653" fmla="*/ 217584 h 351710"/>
                <a:gd name="connsiteX654" fmla="*/ 216318 w 533542"/>
                <a:gd name="connsiteY654" fmla="*/ 218396 h 351710"/>
                <a:gd name="connsiteX655" fmla="*/ 213884 w 533542"/>
                <a:gd name="connsiteY655" fmla="*/ 219208 h 351710"/>
                <a:gd name="connsiteX656" fmla="*/ 218752 w 533542"/>
                <a:gd name="connsiteY656" fmla="*/ 225703 h 351710"/>
                <a:gd name="connsiteX657" fmla="*/ 216318 w 533542"/>
                <a:gd name="connsiteY657" fmla="*/ 226515 h 351710"/>
                <a:gd name="connsiteX658" fmla="*/ 220375 w 533542"/>
                <a:gd name="connsiteY658" fmla="*/ 220020 h 351710"/>
                <a:gd name="connsiteX659" fmla="*/ 226054 w 533542"/>
                <a:gd name="connsiteY659" fmla="*/ 211901 h 351710"/>
                <a:gd name="connsiteX660" fmla="*/ 228488 w 533542"/>
                <a:gd name="connsiteY660" fmla="*/ 211089 h 351710"/>
                <a:gd name="connsiteX661" fmla="*/ 226865 w 533542"/>
                <a:gd name="connsiteY661" fmla="*/ 215960 h 351710"/>
                <a:gd name="connsiteX662" fmla="*/ 224431 w 533542"/>
                <a:gd name="connsiteY662" fmla="*/ 221643 h 351710"/>
                <a:gd name="connsiteX663" fmla="*/ 222809 w 533542"/>
                <a:gd name="connsiteY663" fmla="*/ 223267 h 351710"/>
                <a:gd name="connsiteX664" fmla="*/ 218752 w 533542"/>
                <a:gd name="connsiteY664" fmla="*/ 225703 h 351710"/>
                <a:gd name="connsiteX665" fmla="*/ 251205 w 533542"/>
                <a:gd name="connsiteY665" fmla="*/ 241129 h 351710"/>
                <a:gd name="connsiteX666" fmla="*/ 248771 w 533542"/>
                <a:gd name="connsiteY666" fmla="*/ 241129 h 351710"/>
                <a:gd name="connsiteX667" fmla="*/ 221186 w 533542"/>
                <a:gd name="connsiteY667" fmla="*/ 243564 h 351710"/>
                <a:gd name="connsiteX668" fmla="*/ 224431 w 533542"/>
                <a:gd name="connsiteY668" fmla="*/ 240317 h 351710"/>
                <a:gd name="connsiteX669" fmla="*/ 247148 w 533542"/>
                <a:gd name="connsiteY669" fmla="*/ 240317 h 351710"/>
                <a:gd name="connsiteX670" fmla="*/ 251205 w 533542"/>
                <a:gd name="connsiteY670" fmla="*/ 241129 h 351710"/>
                <a:gd name="connsiteX671" fmla="*/ 483241 w 533542"/>
                <a:gd name="connsiteY671" fmla="*/ 263861 h 351710"/>
                <a:gd name="connsiteX672" fmla="*/ 482429 w 533542"/>
                <a:gd name="connsiteY672" fmla="*/ 264673 h 351710"/>
                <a:gd name="connsiteX673" fmla="*/ 481618 w 533542"/>
                <a:gd name="connsiteY673" fmla="*/ 263861 h 351710"/>
                <a:gd name="connsiteX674" fmla="*/ 483241 w 533542"/>
                <a:gd name="connsiteY674" fmla="*/ 263861 h 351710"/>
                <a:gd name="connsiteX675" fmla="*/ 483241 w 533542"/>
                <a:gd name="connsiteY675" fmla="*/ 263861 h 351710"/>
                <a:gd name="connsiteX676" fmla="*/ 488109 w 533542"/>
                <a:gd name="connsiteY676" fmla="*/ 263861 h 351710"/>
                <a:gd name="connsiteX677" fmla="*/ 485675 w 533542"/>
                <a:gd name="connsiteY677" fmla="*/ 266297 h 351710"/>
                <a:gd name="connsiteX678" fmla="*/ 483241 w 533542"/>
                <a:gd name="connsiteY678" fmla="*/ 267920 h 351710"/>
                <a:gd name="connsiteX679" fmla="*/ 484864 w 533542"/>
                <a:gd name="connsiteY679" fmla="*/ 265485 h 351710"/>
                <a:gd name="connsiteX680" fmla="*/ 488109 w 533542"/>
                <a:gd name="connsiteY680" fmla="*/ 263861 h 3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533542" h="351710">
                  <a:moveTo>
                    <a:pt x="491354" y="254931"/>
                  </a:moveTo>
                  <a:cubicBezTo>
                    <a:pt x="491354" y="254931"/>
                    <a:pt x="492165" y="254119"/>
                    <a:pt x="492977" y="253307"/>
                  </a:cubicBezTo>
                  <a:cubicBezTo>
                    <a:pt x="493788" y="252495"/>
                    <a:pt x="494599" y="251683"/>
                    <a:pt x="494599" y="252495"/>
                  </a:cubicBezTo>
                  <a:cubicBezTo>
                    <a:pt x="494599" y="252495"/>
                    <a:pt x="495411" y="252495"/>
                    <a:pt x="495411" y="251683"/>
                  </a:cubicBezTo>
                  <a:cubicBezTo>
                    <a:pt x="496222" y="250871"/>
                    <a:pt x="497033" y="250059"/>
                    <a:pt x="497033" y="250059"/>
                  </a:cubicBezTo>
                  <a:cubicBezTo>
                    <a:pt x="497845" y="250059"/>
                    <a:pt x="499467" y="246000"/>
                    <a:pt x="499467" y="245188"/>
                  </a:cubicBezTo>
                  <a:cubicBezTo>
                    <a:pt x="499467" y="244376"/>
                    <a:pt x="500278" y="243564"/>
                    <a:pt x="501090" y="241940"/>
                  </a:cubicBezTo>
                  <a:cubicBezTo>
                    <a:pt x="504335" y="237881"/>
                    <a:pt x="524618" y="211901"/>
                    <a:pt x="524618" y="208653"/>
                  </a:cubicBezTo>
                  <a:cubicBezTo>
                    <a:pt x="524618" y="207841"/>
                    <a:pt x="524618" y="207841"/>
                    <a:pt x="525429" y="207841"/>
                  </a:cubicBezTo>
                  <a:cubicBezTo>
                    <a:pt x="526241" y="208653"/>
                    <a:pt x="527863" y="206218"/>
                    <a:pt x="527863" y="204594"/>
                  </a:cubicBezTo>
                  <a:cubicBezTo>
                    <a:pt x="527863" y="203782"/>
                    <a:pt x="528674" y="202970"/>
                    <a:pt x="530297" y="201346"/>
                  </a:cubicBezTo>
                  <a:cubicBezTo>
                    <a:pt x="531108" y="199723"/>
                    <a:pt x="531920" y="198099"/>
                    <a:pt x="531920" y="197287"/>
                  </a:cubicBezTo>
                  <a:cubicBezTo>
                    <a:pt x="531920" y="196475"/>
                    <a:pt x="532731" y="195663"/>
                    <a:pt x="532731" y="195663"/>
                  </a:cubicBezTo>
                  <a:cubicBezTo>
                    <a:pt x="533542" y="194851"/>
                    <a:pt x="533542" y="194040"/>
                    <a:pt x="533542" y="194040"/>
                  </a:cubicBezTo>
                  <a:cubicBezTo>
                    <a:pt x="533542" y="193228"/>
                    <a:pt x="533542" y="193228"/>
                    <a:pt x="532731" y="194040"/>
                  </a:cubicBezTo>
                  <a:cubicBezTo>
                    <a:pt x="532731" y="194851"/>
                    <a:pt x="531920" y="195663"/>
                    <a:pt x="531920" y="195663"/>
                  </a:cubicBezTo>
                  <a:cubicBezTo>
                    <a:pt x="531108" y="195663"/>
                    <a:pt x="510014" y="220020"/>
                    <a:pt x="509203" y="221643"/>
                  </a:cubicBezTo>
                  <a:cubicBezTo>
                    <a:pt x="508392" y="222455"/>
                    <a:pt x="508392" y="223267"/>
                    <a:pt x="508392" y="223267"/>
                  </a:cubicBezTo>
                  <a:cubicBezTo>
                    <a:pt x="508392" y="223267"/>
                    <a:pt x="503524" y="228138"/>
                    <a:pt x="499467" y="233010"/>
                  </a:cubicBezTo>
                  <a:cubicBezTo>
                    <a:pt x="495411" y="237881"/>
                    <a:pt x="466203" y="269544"/>
                    <a:pt x="464581" y="270356"/>
                  </a:cubicBezTo>
                  <a:cubicBezTo>
                    <a:pt x="463769" y="270356"/>
                    <a:pt x="463769" y="271168"/>
                    <a:pt x="463769" y="271168"/>
                  </a:cubicBezTo>
                  <a:cubicBezTo>
                    <a:pt x="463769" y="271168"/>
                    <a:pt x="462958" y="271980"/>
                    <a:pt x="462958" y="271980"/>
                  </a:cubicBezTo>
                  <a:cubicBezTo>
                    <a:pt x="462147" y="271980"/>
                    <a:pt x="460524" y="273604"/>
                    <a:pt x="458901" y="275228"/>
                  </a:cubicBezTo>
                  <a:cubicBezTo>
                    <a:pt x="458090" y="276039"/>
                    <a:pt x="454845" y="280099"/>
                    <a:pt x="451600" y="281723"/>
                  </a:cubicBezTo>
                  <a:cubicBezTo>
                    <a:pt x="449977" y="282534"/>
                    <a:pt x="448354" y="282534"/>
                    <a:pt x="445920" y="283346"/>
                  </a:cubicBezTo>
                  <a:cubicBezTo>
                    <a:pt x="442675" y="285782"/>
                    <a:pt x="439430" y="290653"/>
                    <a:pt x="438618" y="292277"/>
                  </a:cubicBezTo>
                  <a:cubicBezTo>
                    <a:pt x="438618" y="292277"/>
                    <a:pt x="435373" y="292277"/>
                    <a:pt x="432128" y="294713"/>
                  </a:cubicBezTo>
                  <a:cubicBezTo>
                    <a:pt x="429694" y="296336"/>
                    <a:pt x="426449" y="301208"/>
                    <a:pt x="425637" y="301208"/>
                  </a:cubicBezTo>
                  <a:lnTo>
                    <a:pt x="424826" y="297148"/>
                  </a:lnTo>
                  <a:lnTo>
                    <a:pt x="426449" y="293901"/>
                  </a:lnTo>
                  <a:lnTo>
                    <a:pt x="426449" y="289841"/>
                  </a:lnTo>
                  <a:lnTo>
                    <a:pt x="438618" y="271168"/>
                  </a:lnTo>
                  <a:cubicBezTo>
                    <a:pt x="440241" y="267109"/>
                    <a:pt x="442675" y="263049"/>
                    <a:pt x="445920" y="258990"/>
                  </a:cubicBezTo>
                  <a:cubicBezTo>
                    <a:pt x="447543" y="255742"/>
                    <a:pt x="446732" y="257366"/>
                    <a:pt x="444298" y="260614"/>
                  </a:cubicBezTo>
                  <a:cubicBezTo>
                    <a:pt x="445109" y="258990"/>
                    <a:pt x="445920" y="257366"/>
                    <a:pt x="447543" y="255742"/>
                  </a:cubicBezTo>
                  <a:cubicBezTo>
                    <a:pt x="449166" y="254119"/>
                    <a:pt x="450788" y="252495"/>
                    <a:pt x="451600" y="250871"/>
                  </a:cubicBezTo>
                  <a:cubicBezTo>
                    <a:pt x="451600" y="250059"/>
                    <a:pt x="453222" y="248435"/>
                    <a:pt x="455656" y="246000"/>
                  </a:cubicBezTo>
                  <a:lnTo>
                    <a:pt x="461335" y="234634"/>
                  </a:lnTo>
                  <a:cubicBezTo>
                    <a:pt x="462147" y="231386"/>
                    <a:pt x="466203" y="225703"/>
                    <a:pt x="465392" y="222455"/>
                  </a:cubicBezTo>
                  <a:cubicBezTo>
                    <a:pt x="463769" y="217584"/>
                    <a:pt x="459713" y="215148"/>
                    <a:pt x="452411" y="211901"/>
                  </a:cubicBezTo>
                  <a:cubicBezTo>
                    <a:pt x="448354" y="210277"/>
                    <a:pt x="446732" y="210277"/>
                    <a:pt x="441864" y="211089"/>
                  </a:cubicBezTo>
                  <a:cubicBezTo>
                    <a:pt x="439430" y="211901"/>
                    <a:pt x="435373" y="212713"/>
                    <a:pt x="434562" y="213525"/>
                  </a:cubicBezTo>
                  <a:cubicBezTo>
                    <a:pt x="432128" y="215148"/>
                    <a:pt x="421581" y="230574"/>
                    <a:pt x="421581" y="233010"/>
                  </a:cubicBezTo>
                  <a:cubicBezTo>
                    <a:pt x="421581" y="233822"/>
                    <a:pt x="420770" y="235445"/>
                    <a:pt x="419147" y="237069"/>
                  </a:cubicBezTo>
                  <a:cubicBezTo>
                    <a:pt x="409411" y="242752"/>
                    <a:pt x="396430" y="252495"/>
                    <a:pt x="392374" y="254931"/>
                  </a:cubicBezTo>
                  <a:cubicBezTo>
                    <a:pt x="386694" y="258178"/>
                    <a:pt x="381826" y="262237"/>
                    <a:pt x="376147" y="265485"/>
                  </a:cubicBezTo>
                  <a:cubicBezTo>
                    <a:pt x="352619" y="281723"/>
                    <a:pt x="320978" y="302831"/>
                    <a:pt x="291770" y="303643"/>
                  </a:cubicBezTo>
                  <a:cubicBezTo>
                    <a:pt x="287714" y="303643"/>
                    <a:pt x="286091" y="303643"/>
                    <a:pt x="284469" y="302831"/>
                  </a:cubicBezTo>
                  <a:cubicBezTo>
                    <a:pt x="285280" y="302020"/>
                    <a:pt x="286091" y="300396"/>
                    <a:pt x="286091" y="298772"/>
                  </a:cubicBezTo>
                  <a:cubicBezTo>
                    <a:pt x="285280" y="297960"/>
                    <a:pt x="284469" y="297960"/>
                    <a:pt x="283657" y="297960"/>
                  </a:cubicBezTo>
                  <a:cubicBezTo>
                    <a:pt x="280412" y="297960"/>
                    <a:pt x="282035" y="292277"/>
                    <a:pt x="286903" y="281723"/>
                  </a:cubicBezTo>
                  <a:cubicBezTo>
                    <a:pt x="290959" y="274416"/>
                    <a:pt x="291770" y="273604"/>
                    <a:pt x="292582" y="274416"/>
                  </a:cubicBezTo>
                  <a:cubicBezTo>
                    <a:pt x="293393" y="275228"/>
                    <a:pt x="294204" y="275228"/>
                    <a:pt x="295016" y="273604"/>
                  </a:cubicBezTo>
                  <a:cubicBezTo>
                    <a:pt x="295016" y="271980"/>
                    <a:pt x="295016" y="271168"/>
                    <a:pt x="294204" y="271168"/>
                  </a:cubicBezTo>
                  <a:cubicBezTo>
                    <a:pt x="293393" y="270356"/>
                    <a:pt x="293393" y="269544"/>
                    <a:pt x="294204" y="269544"/>
                  </a:cubicBezTo>
                  <a:cubicBezTo>
                    <a:pt x="295016" y="269544"/>
                    <a:pt x="295827" y="267920"/>
                    <a:pt x="297450" y="265485"/>
                  </a:cubicBezTo>
                  <a:cubicBezTo>
                    <a:pt x="301506" y="258178"/>
                    <a:pt x="313676" y="241129"/>
                    <a:pt x="316110" y="239505"/>
                  </a:cubicBezTo>
                  <a:cubicBezTo>
                    <a:pt x="317733" y="238693"/>
                    <a:pt x="319355" y="236257"/>
                    <a:pt x="320166" y="234634"/>
                  </a:cubicBezTo>
                  <a:cubicBezTo>
                    <a:pt x="320978" y="233010"/>
                    <a:pt x="321789" y="231386"/>
                    <a:pt x="322600" y="229762"/>
                  </a:cubicBezTo>
                  <a:cubicBezTo>
                    <a:pt x="327468" y="221643"/>
                    <a:pt x="328280" y="219208"/>
                    <a:pt x="326657" y="215960"/>
                  </a:cubicBezTo>
                  <a:cubicBezTo>
                    <a:pt x="323412" y="210277"/>
                    <a:pt x="316110" y="206218"/>
                    <a:pt x="308808" y="206218"/>
                  </a:cubicBezTo>
                  <a:cubicBezTo>
                    <a:pt x="299883" y="206218"/>
                    <a:pt x="297450" y="209465"/>
                    <a:pt x="292582" y="215960"/>
                  </a:cubicBezTo>
                  <a:cubicBezTo>
                    <a:pt x="290959" y="219208"/>
                    <a:pt x="287714" y="223267"/>
                    <a:pt x="286903" y="224079"/>
                  </a:cubicBezTo>
                  <a:cubicBezTo>
                    <a:pt x="286091" y="225703"/>
                    <a:pt x="284469" y="226515"/>
                    <a:pt x="284469" y="227326"/>
                  </a:cubicBezTo>
                  <a:cubicBezTo>
                    <a:pt x="284469" y="228138"/>
                    <a:pt x="282846" y="230574"/>
                    <a:pt x="280412" y="233822"/>
                  </a:cubicBezTo>
                  <a:cubicBezTo>
                    <a:pt x="277978" y="237069"/>
                    <a:pt x="276355" y="240317"/>
                    <a:pt x="276355" y="241129"/>
                  </a:cubicBezTo>
                  <a:cubicBezTo>
                    <a:pt x="276355" y="241940"/>
                    <a:pt x="275544" y="242752"/>
                    <a:pt x="274733" y="243564"/>
                  </a:cubicBezTo>
                  <a:cubicBezTo>
                    <a:pt x="273922" y="244376"/>
                    <a:pt x="273922" y="245188"/>
                    <a:pt x="273922" y="245188"/>
                  </a:cubicBezTo>
                  <a:cubicBezTo>
                    <a:pt x="273922" y="246000"/>
                    <a:pt x="273922" y="246000"/>
                    <a:pt x="273110" y="246000"/>
                  </a:cubicBezTo>
                  <a:cubicBezTo>
                    <a:pt x="273110" y="246000"/>
                    <a:pt x="273110" y="246000"/>
                    <a:pt x="273110" y="246000"/>
                  </a:cubicBezTo>
                  <a:cubicBezTo>
                    <a:pt x="272299" y="245188"/>
                    <a:pt x="272299" y="245188"/>
                    <a:pt x="272299" y="244376"/>
                  </a:cubicBezTo>
                  <a:cubicBezTo>
                    <a:pt x="272299" y="242752"/>
                    <a:pt x="263374" y="237069"/>
                    <a:pt x="262563" y="237069"/>
                  </a:cubicBezTo>
                  <a:cubicBezTo>
                    <a:pt x="261752" y="237069"/>
                    <a:pt x="260129" y="237069"/>
                    <a:pt x="259318" y="236257"/>
                  </a:cubicBezTo>
                  <a:cubicBezTo>
                    <a:pt x="257695" y="235445"/>
                    <a:pt x="252827" y="234634"/>
                    <a:pt x="251205" y="234634"/>
                  </a:cubicBezTo>
                  <a:cubicBezTo>
                    <a:pt x="250393" y="234634"/>
                    <a:pt x="248771" y="233822"/>
                    <a:pt x="246337" y="233822"/>
                  </a:cubicBezTo>
                  <a:cubicBezTo>
                    <a:pt x="243903" y="233010"/>
                    <a:pt x="231733" y="232198"/>
                    <a:pt x="230111" y="232198"/>
                  </a:cubicBezTo>
                  <a:cubicBezTo>
                    <a:pt x="230111" y="232198"/>
                    <a:pt x="229299" y="233010"/>
                    <a:pt x="228488" y="234634"/>
                  </a:cubicBezTo>
                  <a:lnTo>
                    <a:pt x="226865" y="237069"/>
                  </a:lnTo>
                  <a:lnTo>
                    <a:pt x="226865" y="234634"/>
                  </a:lnTo>
                  <a:lnTo>
                    <a:pt x="226865" y="233822"/>
                  </a:lnTo>
                  <a:cubicBezTo>
                    <a:pt x="227676" y="232198"/>
                    <a:pt x="229299" y="230574"/>
                    <a:pt x="230111" y="228950"/>
                  </a:cubicBezTo>
                  <a:cubicBezTo>
                    <a:pt x="234978" y="223267"/>
                    <a:pt x="235790" y="221643"/>
                    <a:pt x="244714" y="207841"/>
                  </a:cubicBezTo>
                  <a:cubicBezTo>
                    <a:pt x="248771" y="202158"/>
                    <a:pt x="251205" y="198099"/>
                    <a:pt x="252016" y="198099"/>
                  </a:cubicBezTo>
                  <a:cubicBezTo>
                    <a:pt x="252827" y="198099"/>
                    <a:pt x="252827" y="197287"/>
                    <a:pt x="252827" y="197287"/>
                  </a:cubicBezTo>
                  <a:cubicBezTo>
                    <a:pt x="252827" y="196475"/>
                    <a:pt x="255261" y="190792"/>
                    <a:pt x="259318" y="183485"/>
                  </a:cubicBezTo>
                  <a:cubicBezTo>
                    <a:pt x="270676" y="163188"/>
                    <a:pt x="271487" y="161564"/>
                    <a:pt x="278789" y="145327"/>
                  </a:cubicBezTo>
                  <a:cubicBezTo>
                    <a:pt x="295016" y="107980"/>
                    <a:pt x="299883" y="83624"/>
                    <a:pt x="296638" y="62515"/>
                  </a:cubicBezTo>
                  <a:cubicBezTo>
                    <a:pt x="293393" y="42218"/>
                    <a:pt x="274733" y="18673"/>
                    <a:pt x="260940" y="17861"/>
                  </a:cubicBezTo>
                  <a:cubicBezTo>
                    <a:pt x="255261" y="17050"/>
                    <a:pt x="244714" y="21109"/>
                    <a:pt x="238224" y="25980"/>
                  </a:cubicBezTo>
                  <a:cubicBezTo>
                    <a:pt x="235790" y="28416"/>
                    <a:pt x="232544" y="30040"/>
                    <a:pt x="232544" y="30040"/>
                  </a:cubicBezTo>
                  <a:cubicBezTo>
                    <a:pt x="230111" y="30040"/>
                    <a:pt x="197658" y="62515"/>
                    <a:pt x="191167" y="69010"/>
                  </a:cubicBezTo>
                  <a:cubicBezTo>
                    <a:pt x="185488" y="74693"/>
                    <a:pt x="179809" y="81188"/>
                    <a:pt x="178186" y="82000"/>
                  </a:cubicBezTo>
                  <a:cubicBezTo>
                    <a:pt x="159526" y="94178"/>
                    <a:pt x="117338" y="151010"/>
                    <a:pt x="105168" y="168871"/>
                  </a:cubicBezTo>
                  <a:cubicBezTo>
                    <a:pt x="99489" y="177802"/>
                    <a:pt x="90564" y="189980"/>
                    <a:pt x="85696" y="195663"/>
                  </a:cubicBezTo>
                  <a:cubicBezTo>
                    <a:pt x="80828" y="202158"/>
                    <a:pt x="76772" y="207841"/>
                    <a:pt x="75149" y="210277"/>
                  </a:cubicBezTo>
                  <a:cubicBezTo>
                    <a:pt x="73527" y="212713"/>
                    <a:pt x="72715" y="213525"/>
                    <a:pt x="71093" y="212713"/>
                  </a:cubicBezTo>
                  <a:cubicBezTo>
                    <a:pt x="68659" y="211901"/>
                    <a:pt x="69470" y="211901"/>
                    <a:pt x="71904" y="211089"/>
                  </a:cubicBezTo>
                  <a:cubicBezTo>
                    <a:pt x="73527" y="210277"/>
                    <a:pt x="74338" y="210277"/>
                    <a:pt x="73527" y="210277"/>
                  </a:cubicBezTo>
                  <a:cubicBezTo>
                    <a:pt x="72715" y="210277"/>
                    <a:pt x="73527" y="209465"/>
                    <a:pt x="74338" y="207841"/>
                  </a:cubicBezTo>
                  <a:cubicBezTo>
                    <a:pt x="75149" y="207029"/>
                    <a:pt x="77583" y="203782"/>
                    <a:pt x="79206" y="200535"/>
                  </a:cubicBezTo>
                  <a:lnTo>
                    <a:pt x="81640" y="195663"/>
                  </a:lnTo>
                  <a:lnTo>
                    <a:pt x="79206" y="194040"/>
                  </a:lnTo>
                  <a:cubicBezTo>
                    <a:pt x="76772" y="192416"/>
                    <a:pt x="76772" y="191604"/>
                    <a:pt x="78395" y="192416"/>
                  </a:cubicBezTo>
                  <a:cubicBezTo>
                    <a:pt x="79206" y="192416"/>
                    <a:pt x="80828" y="193228"/>
                    <a:pt x="80828" y="193228"/>
                  </a:cubicBezTo>
                  <a:cubicBezTo>
                    <a:pt x="81640" y="194040"/>
                    <a:pt x="81640" y="194851"/>
                    <a:pt x="83262" y="193228"/>
                  </a:cubicBezTo>
                  <a:cubicBezTo>
                    <a:pt x="84074" y="192416"/>
                    <a:pt x="84885" y="190792"/>
                    <a:pt x="84074" y="190792"/>
                  </a:cubicBezTo>
                  <a:cubicBezTo>
                    <a:pt x="83262" y="189980"/>
                    <a:pt x="84885" y="188356"/>
                    <a:pt x="86508" y="187544"/>
                  </a:cubicBezTo>
                  <a:cubicBezTo>
                    <a:pt x="88942" y="185109"/>
                    <a:pt x="89753" y="183485"/>
                    <a:pt x="88130" y="183485"/>
                  </a:cubicBezTo>
                  <a:cubicBezTo>
                    <a:pt x="87319" y="183485"/>
                    <a:pt x="86508" y="183485"/>
                    <a:pt x="85696" y="184297"/>
                  </a:cubicBezTo>
                  <a:cubicBezTo>
                    <a:pt x="81640" y="186732"/>
                    <a:pt x="80828" y="185921"/>
                    <a:pt x="84074" y="182673"/>
                  </a:cubicBezTo>
                  <a:cubicBezTo>
                    <a:pt x="86508" y="179426"/>
                    <a:pt x="89753" y="178614"/>
                    <a:pt x="88130" y="181049"/>
                  </a:cubicBezTo>
                  <a:cubicBezTo>
                    <a:pt x="87319" y="181861"/>
                    <a:pt x="88130" y="181049"/>
                    <a:pt x="88942" y="180238"/>
                  </a:cubicBezTo>
                  <a:cubicBezTo>
                    <a:pt x="90564" y="178614"/>
                    <a:pt x="90564" y="177802"/>
                    <a:pt x="89753" y="176178"/>
                  </a:cubicBezTo>
                  <a:cubicBezTo>
                    <a:pt x="88130" y="174554"/>
                    <a:pt x="89753" y="173743"/>
                    <a:pt x="92187" y="174554"/>
                  </a:cubicBezTo>
                  <a:cubicBezTo>
                    <a:pt x="93809" y="174554"/>
                    <a:pt x="96244" y="172119"/>
                    <a:pt x="96244" y="168059"/>
                  </a:cubicBezTo>
                  <a:cubicBezTo>
                    <a:pt x="96244" y="166435"/>
                    <a:pt x="97866" y="162376"/>
                    <a:pt x="100300" y="160752"/>
                  </a:cubicBezTo>
                  <a:cubicBezTo>
                    <a:pt x="102734" y="157505"/>
                    <a:pt x="105168" y="154257"/>
                    <a:pt x="106791" y="150198"/>
                  </a:cubicBezTo>
                  <a:cubicBezTo>
                    <a:pt x="107602" y="149386"/>
                    <a:pt x="107602" y="147762"/>
                    <a:pt x="108413" y="147762"/>
                  </a:cubicBezTo>
                  <a:cubicBezTo>
                    <a:pt x="109224" y="147762"/>
                    <a:pt x="109224" y="146950"/>
                    <a:pt x="109224" y="145327"/>
                  </a:cubicBezTo>
                  <a:cubicBezTo>
                    <a:pt x="109224" y="143703"/>
                    <a:pt x="109224" y="142891"/>
                    <a:pt x="110036" y="141267"/>
                  </a:cubicBezTo>
                  <a:cubicBezTo>
                    <a:pt x="110847" y="140455"/>
                    <a:pt x="110847" y="139643"/>
                    <a:pt x="110036" y="138832"/>
                  </a:cubicBezTo>
                  <a:cubicBezTo>
                    <a:pt x="109224" y="138020"/>
                    <a:pt x="108413" y="138832"/>
                    <a:pt x="108413" y="139643"/>
                  </a:cubicBezTo>
                  <a:cubicBezTo>
                    <a:pt x="107602" y="144515"/>
                    <a:pt x="106791" y="144515"/>
                    <a:pt x="106791" y="142079"/>
                  </a:cubicBezTo>
                  <a:cubicBezTo>
                    <a:pt x="106791" y="138832"/>
                    <a:pt x="111658" y="133149"/>
                    <a:pt x="114092" y="133960"/>
                  </a:cubicBezTo>
                  <a:cubicBezTo>
                    <a:pt x="115715" y="134772"/>
                    <a:pt x="121394" y="126653"/>
                    <a:pt x="121394" y="125030"/>
                  </a:cubicBezTo>
                  <a:cubicBezTo>
                    <a:pt x="121394" y="124218"/>
                    <a:pt x="121394" y="123406"/>
                    <a:pt x="122205" y="123406"/>
                  </a:cubicBezTo>
                  <a:cubicBezTo>
                    <a:pt x="123017" y="123406"/>
                    <a:pt x="123017" y="120970"/>
                    <a:pt x="123828" y="120158"/>
                  </a:cubicBezTo>
                  <a:cubicBezTo>
                    <a:pt x="123828" y="118535"/>
                    <a:pt x="124640" y="117723"/>
                    <a:pt x="126262" y="117723"/>
                  </a:cubicBezTo>
                  <a:cubicBezTo>
                    <a:pt x="127885" y="117723"/>
                    <a:pt x="127885" y="116911"/>
                    <a:pt x="127073" y="116911"/>
                  </a:cubicBezTo>
                  <a:cubicBezTo>
                    <a:pt x="126262" y="116099"/>
                    <a:pt x="126262" y="116099"/>
                    <a:pt x="128696" y="115287"/>
                  </a:cubicBezTo>
                  <a:cubicBezTo>
                    <a:pt x="131130" y="114475"/>
                    <a:pt x="131941" y="113663"/>
                    <a:pt x="131130" y="110416"/>
                  </a:cubicBezTo>
                  <a:cubicBezTo>
                    <a:pt x="131130" y="107980"/>
                    <a:pt x="131941" y="107168"/>
                    <a:pt x="132753" y="107168"/>
                  </a:cubicBezTo>
                  <a:cubicBezTo>
                    <a:pt x="133564" y="107168"/>
                    <a:pt x="135187" y="105544"/>
                    <a:pt x="135998" y="102297"/>
                  </a:cubicBezTo>
                  <a:cubicBezTo>
                    <a:pt x="137620" y="98238"/>
                    <a:pt x="137620" y="96614"/>
                    <a:pt x="136809" y="96614"/>
                  </a:cubicBezTo>
                  <a:cubicBezTo>
                    <a:pt x="135998" y="96614"/>
                    <a:pt x="137620" y="94990"/>
                    <a:pt x="140055" y="94178"/>
                  </a:cubicBezTo>
                  <a:cubicBezTo>
                    <a:pt x="142488" y="92555"/>
                    <a:pt x="144922" y="90119"/>
                    <a:pt x="144922" y="89307"/>
                  </a:cubicBezTo>
                  <a:cubicBezTo>
                    <a:pt x="145734" y="87683"/>
                    <a:pt x="146545" y="85247"/>
                    <a:pt x="147356" y="84436"/>
                  </a:cubicBezTo>
                  <a:cubicBezTo>
                    <a:pt x="148168" y="83624"/>
                    <a:pt x="151413" y="79564"/>
                    <a:pt x="154658" y="75505"/>
                  </a:cubicBezTo>
                  <a:cubicBezTo>
                    <a:pt x="161960" y="65762"/>
                    <a:pt x="165205" y="61703"/>
                    <a:pt x="166016" y="61703"/>
                  </a:cubicBezTo>
                  <a:cubicBezTo>
                    <a:pt x="166828" y="61703"/>
                    <a:pt x="166828" y="60891"/>
                    <a:pt x="166828" y="60079"/>
                  </a:cubicBezTo>
                  <a:cubicBezTo>
                    <a:pt x="166828" y="59267"/>
                    <a:pt x="174130" y="50337"/>
                    <a:pt x="182243" y="40594"/>
                  </a:cubicBezTo>
                  <a:cubicBezTo>
                    <a:pt x="191167" y="30852"/>
                    <a:pt x="198469" y="21109"/>
                    <a:pt x="200092" y="18673"/>
                  </a:cubicBezTo>
                  <a:cubicBezTo>
                    <a:pt x="202526" y="12178"/>
                    <a:pt x="200092" y="5683"/>
                    <a:pt x="191979" y="1624"/>
                  </a:cubicBezTo>
                  <a:cubicBezTo>
                    <a:pt x="190356" y="812"/>
                    <a:pt x="187111" y="0"/>
                    <a:pt x="184677" y="0"/>
                  </a:cubicBezTo>
                  <a:cubicBezTo>
                    <a:pt x="179809" y="0"/>
                    <a:pt x="174941" y="812"/>
                    <a:pt x="171696" y="2436"/>
                  </a:cubicBezTo>
                  <a:cubicBezTo>
                    <a:pt x="168451" y="4059"/>
                    <a:pt x="153036" y="21109"/>
                    <a:pt x="148979" y="26792"/>
                  </a:cubicBezTo>
                  <a:cubicBezTo>
                    <a:pt x="148168" y="27604"/>
                    <a:pt x="144922" y="32475"/>
                    <a:pt x="141677" y="37347"/>
                  </a:cubicBezTo>
                  <a:cubicBezTo>
                    <a:pt x="135998" y="45465"/>
                    <a:pt x="131130" y="53584"/>
                    <a:pt x="125451" y="61703"/>
                  </a:cubicBezTo>
                  <a:cubicBezTo>
                    <a:pt x="123828" y="64950"/>
                    <a:pt x="121394" y="69010"/>
                    <a:pt x="119772" y="69822"/>
                  </a:cubicBezTo>
                  <a:cubicBezTo>
                    <a:pt x="118960" y="71446"/>
                    <a:pt x="117338" y="72258"/>
                    <a:pt x="117338" y="73069"/>
                  </a:cubicBezTo>
                  <a:cubicBezTo>
                    <a:pt x="117338" y="73069"/>
                    <a:pt x="102734" y="100673"/>
                    <a:pt x="99489" y="103109"/>
                  </a:cubicBezTo>
                  <a:cubicBezTo>
                    <a:pt x="97866" y="103921"/>
                    <a:pt x="97055" y="106356"/>
                    <a:pt x="97055" y="107168"/>
                  </a:cubicBezTo>
                  <a:cubicBezTo>
                    <a:pt x="97055" y="107980"/>
                    <a:pt x="96244" y="109604"/>
                    <a:pt x="94621" y="111228"/>
                  </a:cubicBezTo>
                  <a:cubicBezTo>
                    <a:pt x="93809" y="112040"/>
                    <a:pt x="92187" y="113663"/>
                    <a:pt x="92187" y="114475"/>
                  </a:cubicBezTo>
                  <a:cubicBezTo>
                    <a:pt x="92187" y="116099"/>
                    <a:pt x="71093" y="150198"/>
                    <a:pt x="68659" y="153446"/>
                  </a:cubicBezTo>
                  <a:cubicBezTo>
                    <a:pt x="67848" y="155069"/>
                    <a:pt x="65413" y="158317"/>
                    <a:pt x="64602" y="160752"/>
                  </a:cubicBezTo>
                  <a:cubicBezTo>
                    <a:pt x="61357" y="166435"/>
                    <a:pt x="56489" y="175366"/>
                    <a:pt x="49998" y="185109"/>
                  </a:cubicBezTo>
                  <a:cubicBezTo>
                    <a:pt x="41885" y="198099"/>
                    <a:pt x="11055" y="254119"/>
                    <a:pt x="11055" y="258178"/>
                  </a:cubicBezTo>
                  <a:cubicBezTo>
                    <a:pt x="11055" y="258990"/>
                    <a:pt x="10244" y="260614"/>
                    <a:pt x="9433" y="262237"/>
                  </a:cubicBezTo>
                  <a:cubicBezTo>
                    <a:pt x="6999" y="266297"/>
                    <a:pt x="1320" y="288217"/>
                    <a:pt x="508" y="294713"/>
                  </a:cubicBezTo>
                  <a:cubicBezTo>
                    <a:pt x="-1114" y="309326"/>
                    <a:pt x="1320" y="327188"/>
                    <a:pt x="5376" y="334495"/>
                  </a:cubicBezTo>
                  <a:cubicBezTo>
                    <a:pt x="9433" y="341802"/>
                    <a:pt x="14301" y="346673"/>
                    <a:pt x="23225" y="345049"/>
                  </a:cubicBezTo>
                  <a:cubicBezTo>
                    <a:pt x="24036" y="345049"/>
                    <a:pt x="29716" y="338554"/>
                    <a:pt x="30527" y="337742"/>
                  </a:cubicBezTo>
                  <a:cubicBezTo>
                    <a:pt x="29716" y="336119"/>
                    <a:pt x="26470" y="337742"/>
                    <a:pt x="24848" y="336930"/>
                  </a:cubicBezTo>
                  <a:cubicBezTo>
                    <a:pt x="24036" y="322317"/>
                    <a:pt x="46753" y="273604"/>
                    <a:pt x="54866" y="258990"/>
                  </a:cubicBezTo>
                  <a:cubicBezTo>
                    <a:pt x="68659" y="234634"/>
                    <a:pt x="84885" y="209465"/>
                    <a:pt x="101923" y="186732"/>
                  </a:cubicBezTo>
                  <a:cubicBezTo>
                    <a:pt x="113281" y="171307"/>
                    <a:pt x="129507" y="149386"/>
                    <a:pt x="126262" y="155881"/>
                  </a:cubicBezTo>
                  <a:cubicBezTo>
                    <a:pt x="124640" y="158317"/>
                    <a:pt x="135998" y="144515"/>
                    <a:pt x="139243" y="140455"/>
                  </a:cubicBezTo>
                  <a:cubicBezTo>
                    <a:pt x="140055" y="139643"/>
                    <a:pt x="143300" y="135584"/>
                    <a:pt x="146545" y="132337"/>
                  </a:cubicBezTo>
                  <a:cubicBezTo>
                    <a:pt x="149790" y="129089"/>
                    <a:pt x="158715" y="120158"/>
                    <a:pt x="165205" y="112040"/>
                  </a:cubicBezTo>
                  <a:cubicBezTo>
                    <a:pt x="178186" y="96614"/>
                    <a:pt x="192790" y="81188"/>
                    <a:pt x="207394" y="67386"/>
                  </a:cubicBezTo>
                  <a:cubicBezTo>
                    <a:pt x="213073" y="62515"/>
                    <a:pt x="214695" y="60891"/>
                    <a:pt x="225243" y="50337"/>
                  </a:cubicBezTo>
                  <a:cubicBezTo>
                    <a:pt x="227676" y="47901"/>
                    <a:pt x="230111" y="46277"/>
                    <a:pt x="230922" y="46277"/>
                  </a:cubicBezTo>
                  <a:cubicBezTo>
                    <a:pt x="231733" y="45465"/>
                    <a:pt x="234167" y="44653"/>
                    <a:pt x="235790" y="43030"/>
                  </a:cubicBezTo>
                  <a:cubicBezTo>
                    <a:pt x="241469" y="38158"/>
                    <a:pt x="251205" y="32475"/>
                    <a:pt x="256073" y="32475"/>
                  </a:cubicBezTo>
                  <a:cubicBezTo>
                    <a:pt x="261752" y="31664"/>
                    <a:pt x="264997" y="34099"/>
                    <a:pt x="267431" y="43030"/>
                  </a:cubicBezTo>
                  <a:cubicBezTo>
                    <a:pt x="272299" y="57644"/>
                    <a:pt x="269865" y="82000"/>
                    <a:pt x="263374" y="101485"/>
                  </a:cubicBezTo>
                  <a:cubicBezTo>
                    <a:pt x="260129" y="112040"/>
                    <a:pt x="256073" y="122594"/>
                    <a:pt x="251205" y="132337"/>
                  </a:cubicBezTo>
                  <a:cubicBezTo>
                    <a:pt x="243903" y="147762"/>
                    <a:pt x="228488" y="176178"/>
                    <a:pt x="226865" y="176178"/>
                  </a:cubicBezTo>
                  <a:cubicBezTo>
                    <a:pt x="226054" y="176178"/>
                    <a:pt x="226054" y="176990"/>
                    <a:pt x="226054" y="177802"/>
                  </a:cubicBezTo>
                  <a:cubicBezTo>
                    <a:pt x="226054" y="178614"/>
                    <a:pt x="224431" y="181049"/>
                    <a:pt x="223620" y="183485"/>
                  </a:cubicBezTo>
                  <a:cubicBezTo>
                    <a:pt x="221997" y="185921"/>
                    <a:pt x="219563" y="189168"/>
                    <a:pt x="217941" y="192416"/>
                  </a:cubicBezTo>
                  <a:cubicBezTo>
                    <a:pt x="216318" y="194851"/>
                    <a:pt x="214695" y="197287"/>
                    <a:pt x="214695" y="197287"/>
                  </a:cubicBezTo>
                  <a:cubicBezTo>
                    <a:pt x="214695" y="197287"/>
                    <a:pt x="213884" y="198911"/>
                    <a:pt x="212262" y="201346"/>
                  </a:cubicBezTo>
                  <a:cubicBezTo>
                    <a:pt x="211450" y="202970"/>
                    <a:pt x="209828" y="206218"/>
                    <a:pt x="208205" y="207841"/>
                  </a:cubicBezTo>
                  <a:cubicBezTo>
                    <a:pt x="206582" y="209465"/>
                    <a:pt x="203337" y="214337"/>
                    <a:pt x="200092" y="218396"/>
                  </a:cubicBezTo>
                  <a:cubicBezTo>
                    <a:pt x="196035" y="224079"/>
                    <a:pt x="187922" y="233822"/>
                    <a:pt x="179809" y="243564"/>
                  </a:cubicBezTo>
                  <a:cubicBezTo>
                    <a:pt x="179809" y="243564"/>
                    <a:pt x="178998" y="243564"/>
                    <a:pt x="178998" y="242752"/>
                  </a:cubicBezTo>
                  <a:cubicBezTo>
                    <a:pt x="178998" y="241940"/>
                    <a:pt x="178186" y="241940"/>
                    <a:pt x="177375" y="243564"/>
                  </a:cubicBezTo>
                  <a:cubicBezTo>
                    <a:pt x="175752" y="244376"/>
                    <a:pt x="174941" y="245188"/>
                    <a:pt x="173318" y="242752"/>
                  </a:cubicBezTo>
                  <a:cubicBezTo>
                    <a:pt x="171696" y="241129"/>
                    <a:pt x="170884" y="241129"/>
                    <a:pt x="170884" y="241940"/>
                  </a:cubicBezTo>
                  <a:cubicBezTo>
                    <a:pt x="170884" y="242752"/>
                    <a:pt x="170073" y="242752"/>
                    <a:pt x="169262" y="242752"/>
                  </a:cubicBezTo>
                  <a:cubicBezTo>
                    <a:pt x="168451" y="242752"/>
                    <a:pt x="168451" y="242752"/>
                    <a:pt x="167639" y="243564"/>
                  </a:cubicBezTo>
                  <a:cubicBezTo>
                    <a:pt x="166828" y="244376"/>
                    <a:pt x="167639" y="244376"/>
                    <a:pt x="167639" y="243564"/>
                  </a:cubicBezTo>
                  <a:cubicBezTo>
                    <a:pt x="168451" y="242752"/>
                    <a:pt x="168451" y="243564"/>
                    <a:pt x="168451" y="243564"/>
                  </a:cubicBezTo>
                  <a:cubicBezTo>
                    <a:pt x="168451" y="244376"/>
                    <a:pt x="168451" y="244376"/>
                    <a:pt x="169262" y="243564"/>
                  </a:cubicBezTo>
                  <a:cubicBezTo>
                    <a:pt x="170073" y="243564"/>
                    <a:pt x="170073" y="243564"/>
                    <a:pt x="170884" y="243564"/>
                  </a:cubicBezTo>
                  <a:cubicBezTo>
                    <a:pt x="170884" y="243564"/>
                    <a:pt x="170884" y="244376"/>
                    <a:pt x="170073" y="244376"/>
                  </a:cubicBezTo>
                  <a:cubicBezTo>
                    <a:pt x="169262" y="244376"/>
                    <a:pt x="167639" y="245188"/>
                    <a:pt x="166016" y="245188"/>
                  </a:cubicBezTo>
                  <a:cubicBezTo>
                    <a:pt x="164394" y="246000"/>
                    <a:pt x="163583" y="246000"/>
                    <a:pt x="164394" y="245188"/>
                  </a:cubicBezTo>
                  <a:cubicBezTo>
                    <a:pt x="164394" y="244376"/>
                    <a:pt x="164394" y="244376"/>
                    <a:pt x="163583" y="244376"/>
                  </a:cubicBezTo>
                  <a:cubicBezTo>
                    <a:pt x="162771" y="244376"/>
                    <a:pt x="162771" y="245188"/>
                    <a:pt x="162771" y="245188"/>
                  </a:cubicBezTo>
                  <a:cubicBezTo>
                    <a:pt x="162771" y="246000"/>
                    <a:pt x="162771" y="246000"/>
                    <a:pt x="161960" y="245188"/>
                  </a:cubicBezTo>
                  <a:cubicBezTo>
                    <a:pt x="161149" y="244376"/>
                    <a:pt x="160337" y="244376"/>
                    <a:pt x="157903" y="246000"/>
                  </a:cubicBezTo>
                  <a:cubicBezTo>
                    <a:pt x="153036" y="248435"/>
                    <a:pt x="148168" y="250059"/>
                    <a:pt x="147356" y="249247"/>
                  </a:cubicBezTo>
                  <a:cubicBezTo>
                    <a:pt x="146545" y="248435"/>
                    <a:pt x="147356" y="248435"/>
                    <a:pt x="148168" y="248435"/>
                  </a:cubicBezTo>
                  <a:cubicBezTo>
                    <a:pt x="148979" y="248435"/>
                    <a:pt x="150602" y="247623"/>
                    <a:pt x="150602" y="246812"/>
                  </a:cubicBezTo>
                  <a:cubicBezTo>
                    <a:pt x="150602" y="246000"/>
                    <a:pt x="152224" y="245188"/>
                    <a:pt x="153036" y="245188"/>
                  </a:cubicBezTo>
                  <a:cubicBezTo>
                    <a:pt x="154658" y="245188"/>
                    <a:pt x="155469" y="244376"/>
                    <a:pt x="155469" y="244376"/>
                  </a:cubicBezTo>
                  <a:cubicBezTo>
                    <a:pt x="155469" y="243564"/>
                    <a:pt x="150602" y="244376"/>
                    <a:pt x="139243" y="248435"/>
                  </a:cubicBezTo>
                  <a:cubicBezTo>
                    <a:pt x="132753" y="250871"/>
                    <a:pt x="130319" y="252495"/>
                    <a:pt x="136809" y="250871"/>
                  </a:cubicBezTo>
                  <a:cubicBezTo>
                    <a:pt x="140866" y="250059"/>
                    <a:pt x="142488" y="250059"/>
                    <a:pt x="139243" y="251683"/>
                  </a:cubicBezTo>
                  <a:cubicBezTo>
                    <a:pt x="136809" y="252495"/>
                    <a:pt x="135187" y="252495"/>
                    <a:pt x="133564" y="254119"/>
                  </a:cubicBezTo>
                  <a:cubicBezTo>
                    <a:pt x="131941" y="254931"/>
                    <a:pt x="127073" y="256554"/>
                    <a:pt x="123828" y="257366"/>
                  </a:cubicBezTo>
                  <a:cubicBezTo>
                    <a:pt x="123017" y="257366"/>
                    <a:pt x="120583" y="258178"/>
                    <a:pt x="119772" y="258990"/>
                  </a:cubicBezTo>
                  <a:cubicBezTo>
                    <a:pt x="118149" y="259802"/>
                    <a:pt x="118149" y="259802"/>
                    <a:pt x="118149" y="258990"/>
                  </a:cubicBezTo>
                  <a:cubicBezTo>
                    <a:pt x="118149" y="258178"/>
                    <a:pt x="117338" y="258990"/>
                    <a:pt x="116526" y="259802"/>
                  </a:cubicBezTo>
                  <a:cubicBezTo>
                    <a:pt x="115715" y="260614"/>
                    <a:pt x="115715" y="261426"/>
                    <a:pt x="115715" y="260614"/>
                  </a:cubicBezTo>
                  <a:cubicBezTo>
                    <a:pt x="115715" y="259802"/>
                    <a:pt x="114904" y="259802"/>
                    <a:pt x="114092" y="258990"/>
                  </a:cubicBezTo>
                  <a:cubicBezTo>
                    <a:pt x="113281" y="258990"/>
                    <a:pt x="112470" y="258990"/>
                    <a:pt x="113281" y="259802"/>
                  </a:cubicBezTo>
                  <a:cubicBezTo>
                    <a:pt x="114092" y="260614"/>
                    <a:pt x="112470" y="260614"/>
                    <a:pt x="110847" y="261426"/>
                  </a:cubicBezTo>
                  <a:cubicBezTo>
                    <a:pt x="109224" y="262237"/>
                    <a:pt x="105168" y="263861"/>
                    <a:pt x="102734" y="265485"/>
                  </a:cubicBezTo>
                  <a:cubicBezTo>
                    <a:pt x="99489" y="266297"/>
                    <a:pt x="97866" y="267920"/>
                    <a:pt x="94621" y="267109"/>
                  </a:cubicBezTo>
                  <a:cubicBezTo>
                    <a:pt x="94621" y="267109"/>
                    <a:pt x="101111" y="264673"/>
                    <a:pt x="97055" y="263861"/>
                  </a:cubicBezTo>
                  <a:cubicBezTo>
                    <a:pt x="94621" y="263861"/>
                    <a:pt x="90564" y="268732"/>
                    <a:pt x="88942" y="269544"/>
                  </a:cubicBezTo>
                  <a:cubicBezTo>
                    <a:pt x="88942" y="268732"/>
                    <a:pt x="85696" y="267920"/>
                    <a:pt x="85696" y="271980"/>
                  </a:cubicBezTo>
                  <a:cubicBezTo>
                    <a:pt x="85696" y="274416"/>
                    <a:pt x="84885" y="271168"/>
                    <a:pt x="81640" y="271980"/>
                  </a:cubicBezTo>
                  <a:cubicBezTo>
                    <a:pt x="74338" y="274416"/>
                    <a:pt x="60545" y="283346"/>
                    <a:pt x="57300" y="290653"/>
                  </a:cubicBezTo>
                  <a:cubicBezTo>
                    <a:pt x="51621" y="301208"/>
                    <a:pt x="54866" y="323128"/>
                    <a:pt x="61357" y="332059"/>
                  </a:cubicBezTo>
                  <a:cubicBezTo>
                    <a:pt x="68659" y="342614"/>
                    <a:pt x="83262" y="353168"/>
                    <a:pt x="95432" y="351544"/>
                  </a:cubicBezTo>
                  <a:cubicBezTo>
                    <a:pt x="99489" y="350732"/>
                    <a:pt x="111658" y="348297"/>
                    <a:pt x="114904" y="344237"/>
                  </a:cubicBezTo>
                  <a:cubicBezTo>
                    <a:pt x="115715" y="343425"/>
                    <a:pt x="117338" y="341802"/>
                    <a:pt x="119772" y="341802"/>
                  </a:cubicBezTo>
                  <a:cubicBezTo>
                    <a:pt x="122205" y="340990"/>
                    <a:pt x="123828" y="340178"/>
                    <a:pt x="123828" y="339366"/>
                  </a:cubicBezTo>
                  <a:cubicBezTo>
                    <a:pt x="123828" y="338554"/>
                    <a:pt x="124640" y="337742"/>
                    <a:pt x="126262" y="337742"/>
                  </a:cubicBezTo>
                  <a:cubicBezTo>
                    <a:pt x="127885" y="337742"/>
                    <a:pt x="128696" y="336930"/>
                    <a:pt x="128696" y="336930"/>
                  </a:cubicBezTo>
                  <a:cubicBezTo>
                    <a:pt x="128696" y="336119"/>
                    <a:pt x="129507" y="336119"/>
                    <a:pt x="130319" y="336119"/>
                  </a:cubicBezTo>
                  <a:cubicBezTo>
                    <a:pt x="131130" y="336119"/>
                    <a:pt x="132753" y="335307"/>
                    <a:pt x="132753" y="333683"/>
                  </a:cubicBezTo>
                  <a:cubicBezTo>
                    <a:pt x="132753" y="332871"/>
                    <a:pt x="135187" y="329623"/>
                    <a:pt x="137620" y="328000"/>
                  </a:cubicBezTo>
                  <a:cubicBezTo>
                    <a:pt x="140055" y="326376"/>
                    <a:pt x="141677" y="323940"/>
                    <a:pt x="141677" y="323940"/>
                  </a:cubicBezTo>
                  <a:cubicBezTo>
                    <a:pt x="141677" y="323128"/>
                    <a:pt x="142488" y="323128"/>
                    <a:pt x="142488" y="323128"/>
                  </a:cubicBezTo>
                  <a:cubicBezTo>
                    <a:pt x="145734" y="323128"/>
                    <a:pt x="157903" y="311762"/>
                    <a:pt x="157903" y="308514"/>
                  </a:cubicBezTo>
                  <a:cubicBezTo>
                    <a:pt x="157903" y="307703"/>
                    <a:pt x="158715" y="306891"/>
                    <a:pt x="160337" y="306079"/>
                  </a:cubicBezTo>
                  <a:cubicBezTo>
                    <a:pt x="161960" y="305267"/>
                    <a:pt x="162771" y="304455"/>
                    <a:pt x="162771" y="303643"/>
                  </a:cubicBezTo>
                  <a:cubicBezTo>
                    <a:pt x="162771" y="302831"/>
                    <a:pt x="165205" y="301208"/>
                    <a:pt x="168451" y="299584"/>
                  </a:cubicBezTo>
                  <a:cubicBezTo>
                    <a:pt x="170073" y="298772"/>
                    <a:pt x="179809" y="286594"/>
                    <a:pt x="178998" y="284970"/>
                  </a:cubicBezTo>
                  <a:cubicBezTo>
                    <a:pt x="178998" y="284158"/>
                    <a:pt x="179809" y="284158"/>
                    <a:pt x="180620" y="283346"/>
                  </a:cubicBezTo>
                  <a:cubicBezTo>
                    <a:pt x="182243" y="282534"/>
                    <a:pt x="183054" y="281723"/>
                    <a:pt x="183054" y="280911"/>
                  </a:cubicBezTo>
                  <a:cubicBezTo>
                    <a:pt x="183054" y="280099"/>
                    <a:pt x="185488" y="277663"/>
                    <a:pt x="187922" y="275228"/>
                  </a:cubicBezTo>
                  <a:cubicBezTo>
                    <a:pt x="190356" y="272792"/>
                    <a:pt x="191979" y="271168"/>
                    <a:pt x="191979" y="271168"/>
                  </a:cubicBezTo>
                  <a:cubicBezTo>
                    <a:pt x="191167" y="271168"/>
                    <a:pt x="194412" y="267109"/>
                    <a:pt x="199280" y="261426"/>
                  </a:cubicBezTo>
                  <a:cubicBezTo>
                    <a:pt x="201715" y="258990"/>
                    <a:pt x="204148" y="255742"/>
                    <a:pt x="206582" y="253307"/>
                  </a:cubicBezTo>
                  <a:cubicBezTo>
                    <a:pt x="208205" y="252495"/>
                    <a:pt x="209828" y="252495"/>
                    <a:pt x="209828" y="252495"/>
                  </a:cubicBezTo>
                  <a:cubicBezTo>
                    <a:pt x="209828" y="251683"/>
                    <a:pt x="212262" y="250871"/>
                    <a:pt x="215507" y="250871"/>
                  </a:cubicBezTo>
                  <a:cubicBezTo>
                    <a:pt x="218752" y="250871"/>
                    <a:pt x="220375" y="250059"/>
                    <a:pt x="220375" y="250871"/>
                  </a:cubicBezTo>
                  <a:cubicBezTo>
                    <a:pt x="219563" y="250871"/>
                    <a:pt x="225243" y="251683"/>
                    <a:pt x="232544" y="250871"/>
                  </a:cubicBezTo>
                  <a:cubicBezTo>
                    <a:pt x="239846" y="250871"/>
                    <a:pt x="247148" y="250871"/>
                    <a:pt x="247959" y="250871"/>
                  </a:cubicBezTo>
                  <a:cubicBezTo>
                    <a:pt x="248771" y="250871"/>
                    <a:pt x="249582" y="250871"/>
                    <a:pt x="248771" y="250059"/>
                  </a:cubicBezTo>
                  <a:cubicBezTo>
                    <a:pt x="247959" y="249247"/>
                    <a:pt x="247959" y="249247"/>
                    <a:pt x="249582" y="249247"/>
                  </a:cubicBezTo>
                  <a:cubicBezTo>
                    <a:pt x="250393" y="250059"/>
                    <a:pt x="252016" y="250059"/>
                    <a:pt x="252016" y="249247"/>
                  </a:cubicBezTo>
                  <a:cubicBezTo>
                    <a:pt x="252827" y="249247"/>
                    <a:pt x="252827" y="250059"/>
                    <a:pt x="252827" y="250059"/>
                  </a:cubicBezTo>
                  <a:cubicBezTo>
                    <a:pt x="252827" y="250871"/>
                    <a:pt x="252827" y="250871"/>
                    <a:pt x="252827" y="250871"/>
                  </a:cubicBezTo>
                  <a:cubicBezTo>
                    <a:pt x="252827" y="250871"/>
                    <a:pt x="254450" y="250059"/>
                    <a:pt x="255261" y="250871"/>
                  </a:cubicBezTo>
                  <a:cubicBezTo>
                    <a:pt x="256884" y="251683"/>
                    <a:pt x="256884" y="251683"/>
                    <a:pt x="255261" y="250059"/>
                  </a:cubicBezTo>
                  <a:cubicBezTo>
                    <a:pt x="254450" y="249247"/>
                    <a:pt x="254450" y="249247"/>
                    <a:pt x="255261" y="249247"/>
                  </a:cubicBezTo>
                  <a:cubicBezTo>
                    <a:pt x="256073" y="249247"/>
                    <a:pt x="257695" y="249247"/>
                    <a:pt x="257695" y="250059"/>
                  </a:cubicBezTo>
                  <a:cubicBezTo>
                    <a:pt x="257695" y="250871"/>
                    <a:pt x="259318" y="250871"/>
                    <a:pt x="260129" y="250871"/>
                  </a:cubicBezTo>
                  <a:cubicBezTo>
                    <a:pt x="260940" y="250871"/>
                    <a:pt x="264186" y="251683"/>
                    <a:pt x="265808" y="252495"/>
                  </a:cubicBezTo>
                  <a:cubicBezTo>
                    <a:pt x="265808" y="252495"/>
                    <a:pt x="265808" y="252495"/>
                    <a:pt x="265808" y="252495"/>
                  </a:cubicBezTo>
                  <a:cubicBezTo>
                    <a:pt x="263374" y="257366"/>
                    <a:pt x="260940" y="263049"/>
                    <a:pt x="260129" y="265485"/>
                  </a:cubicBezTo>
                  <a:cubicBezTo>
                    <a:pt x="259318" y="267920"/>
                    <a:pt x="257695" y="277663"/>
                    <a:pt x="257695" y="280911"/>
                  </a:cubicBezTo>
                  <a:cubicBezTo>
                    <a:pt x="257695" y="289841"/>
                    <a:pt x="270676" y="303643"/>
                    <a:pt x="277978" y="307703"/>
                  </a:cubicBezTo>
                  <a:lnTo>
                    <a:pt x="278789" y="306891"/>
                  </a:lnTo>
                  <a:cubicBezTo>
                    <a:pt x="281223" y="309326"/>
                    <a:pt x="286903" y="313386"/>
                    <a:pt x="290148" y="313386"/>
                  </a:cubicBezTo>
                  <a:cubicBezTo>
                    <a:pt x="298261" y="314198"/>
                    <a:pt x="303129" y="315010"/>
                    <a:pt x="306374" y="315822"/>
                  </a:cubicBezTo>
                  <a:cubicBezTo>
                    <a:pt x="312053" y="317445"/>
                    <a:pt x="315299" y="316633"/>
                    <a:pt x="324223" y="313386"/>
                  </a:cubicBezTo>
                  <a:cubicBezTo>
                    <a:pt x="329091" y="311762"/>
                    <a:pt x="333959" y="310138"/>
                    <a:pt x="334770" y="310138"/>
                  </a:cubicBezTo>
                  <a:cubicBezTo>
                    <a:pt x="338015" y="309326"/>
                    <a:pt x="348562" y="303643"/>
                    <a:pt x="350996" y="300396"/>
                  </a:cubicBezTo>
                  <a:cubicBezTo>
                    <a:pt x="355053" y="296336"/>
                    <a:pt x="359921" y="293089"/>
                    <a:pt x="361543" y="293901"/>
                  </a:cubicBezTo>
                  <a:cubicBezTo>
                    <a:pt x="362355" y="293901"/>
                    <a:pt x="362355" y="293901"/>
                    <a:pt x="362355" y="293089"/>
                  </a:cubicBezTo>
                  <a:cubicBezTo>
                    <a:pt x="362355" y="292277"/>
                    <a:pt x="363978" y="291465"/>
                    <a:pt x="366411" y="289841"/>
                  </a:cubicBezTo>
                  <a:cubicBezTo>
                    <a:pt x="368034" y="288217"/>
                    <a:pt x="372902" y="284970"/>
                    <a:pt x="376147" y="282534"/>
                  </a:cubicBezTo>
                  <a:cubicBezTo>
                    <a:pt x="379393" y="280099"/>
                    <a:pt x="383449" y="277663"/>
                    <a:pt x="384260" y="276851"/>
                  </a:cubicBezTo>
                  <a:cubicBezTo>
                    <a:pt x="385072" y="276039"/>
                    <a:pt x="385883" y="275228"/>
                    <a:pt x="385883" y="274416"/>
                  </a:cubicBezTo>
                  <a:cubicBezTo>
                    <a:pt x="385883" y="273604"/>
                    <a:pt x="386694" y="272792"/>
                    <a:pt x="387506" y="271168"/>
                  </a:cubicBezTo>
                  <a:cubicBezTo>
                    <a:pt x="390751" y="267109"/>
                    <a:pt x="385072" y="272792"/>
                    <a:pt x="389128" y="267920"/>
                  </a:cubicBezTo>
                  <a:cubicBezTo>
                    <a:pt x="393185" y="263861"/>
                    <a:pt x="388317" y="266297"/>
                    <a:pt x="395619" y="262237"/>
                  </a:cubicBezTo>
                  <a:cubicBezTo>
                    <a:pt x="400487" y="259802"/>
                    <a:pt x="404543" y="255742"/>
                    <a:pt x="409411" y="251683"/>
                  </a:cubicBezTo>
                  <a:cubicBezTo>
                    <a:pt x="408600" y="254119"/>
                    <a:pt x="406977" y="256554"/>
                    <a:pt x="406977" y="255742"/>
                  </a:cubicBezTo>
                  <a:cubicBezTo>
                    <a:pt x="406166" y="254931"/>
                    <a:pt x="406166" y="255742"/>
                    <a:pt x="406166" y="256554"/>
                  </a:cubicBezTo>
                  <a:cubicBezTo>
                    <a:pt x="406166" y="257366"/>
                    <a:pt x="406166" y="258178"/>
                    <a:pt x="405354" y="258178"/>
                  </a:cubicBezTo>
                  <a:cubicBezTo>
                    <a:pt x="404543" y="258178"/>
                    <a:pt x="404543" y="260614"/>
                    <a:pt x="403732" y="263861"/>
                  </a:cubicBezTo>
                  <a:cubicBezTo>
                    <a:pt x="402109" y="271980"/>
                    <a:pt x="400487" y="274416"/>
                    <a:pt x="399675" y="271980"/>
                  </a:cubicBezTo>
                  <a:cubicBezTo>
                    <a:pt x="398864" y="271168"/>
                    <a:pt x="398864" y="271980"/>
                    <a:pt x="398864" y="274416"/>
                  </a:cubicBezTo>
                  <a:cubicBezTo>
                    <a:pt x="398864" y="276851"/>
                    <a:pt x="398864" y="279287"/>
                    <a:pt x="399675" y="279287"/>
                  </a:cubicBezTo>
                  <a:cubicBezTo>
                    <a:pt x="399675" y="279287"/>
                    <a:pt x="398864" y="280911"/>
                    <a:pt x="398864" y="282534"/>
                  </a:cubicBezTo>
                  <a:cubicBezTo>
                    <a:pt x="398053" y="284158"/>
                    <a:pt x="398053" y="285782"/>
                    <a:pt x="398053" y="287406"/>
                  </a:cubicBezTo>
                  <a:cubicBezTo>
                    <a:pt x="398053" y="288217"/>
                    <a:pt x="398864" y="289841"/>
                    <a:pt x="398864" y="290653"/>
                  </a:cubicBezTo>
                  <a:cubicBezTo>
                    <a:pt x="398864" y="292277"/>
                    <a:pt x="399675" y="295525"/>
                    <a:pt x="401298" y="297960"/>
                  </a:cubicBezTo>
                  <a:lnTo>
                    <a:pt x="400487" y="304455"/>
                  </a:lnTo>
                  <a:lnTo>
                    <a:pt x="405354" y="313386"/>
                  </a:lnTo>
                  <a:lnTo>
                    <a:pt x="414279" y="319069"/>
                  </a:lnTo>
                  <a:cubicBezTo>
                    <a:pt x="415090" y="319881"/>
                    <a:pt x="422392" y="320693"/>
                    <a:pt x="424015" y="320693"/>
                  </a:cubicBezTo>
                  <a:cubicBezTo>
                    <a:pt x="425637" y="320693"/>
                    <a:pt x="433750" y="315010"/>
                    <a:pt x="437807" y="310138"/>
                  </a:cubicBezTo>
                  <a:cubicBezTo>
                    <a:pt x="440241" y="306891"/>
                    <a:pt x="441864" y="305267"/>
                    <a:pt x="442675" y="305267"/>
                  </a:cubicBezTo>
                  <a:cubicBezTo>
                    <a:pt x="445920" y="304455"/>
                    <a:pt x="458090" y="292277"/>
                    <a:pt x="458901" y="289841"/>
                  </a:cubicBezTo>
                  <a:cubicBezTo>
                    <a:pt x="458901" y="289029"/>
                    <a:pt x="459713" y="289029"/>
                    <a:pt x="460524" y="288217"/>
                  </a:cubicBezTo>
                  <a:cubicBezTo>
                    <a:pt x="461335" y="288217"/>
                    <a:pt x="461335" y="287406"/>
                    <a:pt x="461335" y="287406"/>
                  </a:cubicBezTo>
                  <a:cubicBezTo>
                    <a:pt x="461335" y="286594"/>
                    <a:pt x="463769" y="284970"/>
                    <a:pt x="466203" y="282534"/>
                  </a:cubicBezTo>
                  <a:cubicBezTo>
                    <a:pt x="471882" y="277663"/>
                    <a:pt x="492977" y="255742"/>
                    <a:pt x="492977" y="254119"/>
                  </a:cubicBezTo>
                  <a:cubicBezTo>
                    <a:pt x="492977" y="253307"/>
                    <a:pt x="490543" y="254931"/>
                    <a:pt x="488920" y="257366"/>
                  </a:cubicBezTo>
                  <a:cubicBezTo>
                    <a:pt x="488109" y="258178"/>
                    <a:pt x="488109" y="258990"/>
                    <a:pt x="487297" y="258990"/>
                  </a:cubicBezTo>
                  <a:cubicBezTo>
                    <a:pt x="486486" y="258178"/>
                    <a:pt x="488920" y="254931"/>
                    <a:pt x="490543" y="254119"/>
                  </a:cubicBezTo>
                  <a:cubicBezTo>
                    <a:pt x="491354" y="254119"/>
                    <a:pt x="492165" y="253307"/>
                    <a:pt x="492977" y="251683"/>
                  </a:cubicBezTo>
                  <a:cubicBezTo>
                    <a:pt x="493788" y="250871"/>
                    <a:pt x="495411" y="250059"/>
                    <a:pt x="495411" y="250059"/>
                  </a:cubicBezTo>
                  <a:cubicBezTo>
                    <a:pt x="496222" y="250059"/>
                    <a:pt x="498656" y="246000"/>
                    <a:pt x="498656" y="245188"/>
                  </a:cubicBezTo>
                  <a:cubicBezTo>
                    <a:pt x="498656" y="244376"/>
                    <a:pt x="497845" y="245188"/>
                    <a:pt x="497033" y="246000"/>
                  </a:cubicBezTo>
                  <a:cubicBezTo>
                    <a:pt x="496222" y="246812"/>
                    <a:pt x="495411" y="247623"/>
                    <a:pt x="495411" y="247623"/>
                  </a:cubicBezTo>
                  <a:cubicBezTo>
                    <a:pt x="495411" y="248435"/>
                    <a:pt x="492165" y="251683"/>
                    <a:pt x="489731" y="252495"/>
                  </a:cubicBezTo>
                  <a:cubicBezTo>
                    <a:pt x="488920" y="252495"/>
                    <a:pt x="488920" y="252495"/>
                    <a:pt x="488109" y="252495"/>
                  </a:cubicBezTo>
                  <a:cubicBezTo>
                    <a:pt x="490543" y="254931"/>
                    <a:pt x="491354" y="254931"/>
                    <a:pt x="491354" y="254931"/>
                  </a:cubicBezTo>
                  <a:close/>
                  <a:moveTo>
                    <a:pt x="444298" y="262237"/>
                  </a:moveTo>
                  <a:cubicBezTo>
                    <a:pt x="443486" y="263049"/>
                    <a:pt x="443486" y="263049"/>
                    <a:pt x="443486" y="263861"/>
                  </a:cubicBezTo>
                  <a:cubicBezTo>
                    <a:pt x="443486" y="263049"/>
                    <a:pt x="443486" y="262237"/>
                    <a:pt x="444298" y="262237"/>
                  </a:cubicBezTo>
                  <a:close/>
                  <a:moveTo>
                    <a:pt x="441053" y="266297"/>
                  </a:moveTo>
                  <a:cubicBezTo>
                    <a:pt x="440241" y="267920"/>
                    <a:pt x="439430" y="268732"/>
                    <a:pt x="439430" y="267920"/>
                  </a:cubicBezTo>
                  <a:cubicBezTo>
                    <a:pt x="439430" y="267920"/>
                    <a:pt x="440241" y="267109"/>
                    <a:pt x="441053" y="266297"/>
                  </a:cubicBezTo>
                  <a:close/>
                  <a:moveTo>
                    <a:pt x="131130" y="76317"/>
                  </a:moveTo>
                  <a:cubicBezTo>
                    <a:pt x="131941" y="76317"/>
                    <a:pt x="131941" y="75505"/>
                    <a:pt x="131941" y="75505"/>
                  </a:cubicBezTo>
                  <a:cubicBezTo>
                    <a:pt x="131130" y="74693"/>
                    <a:pt x="137620" y="65762"/>
                    <a:pt x="138432" y="66574"/>
                  </a:cubicBezTo>
                  <a:cubicBezTo>
                    <a:pt x="139243" y="67386"/>
                    <a:pt x="137620" y="70634"/>
                    <a:pt x="135998" y="70634"/>
                  </a:cubicBezTo>
                  <a:cubicBezTo>
                    <a:pt x="135187" y="69822"/>
                    <a:pt x="135187" y="70634"/>
                    <a:pt x="135187" y="71446"/>
                  </a:cubicBezTo>
                  <a:cubicBezTo>
                    <a:pt x="135187" y="72258"/>
                    <a:pt x="134375" y="74693"/>
                    <a:pt x="132753" y="77129"/>
                  </a:cubicBezTo>
                  <a:cubicBezTo>
                    <a:pt x="130319" y="80376"/>
                    <a:pt x="130319" y="80376"/>
                    <a:pt x="130319" y="78752"/>
                  </a:cubicBezTo>
                  <a:cubicBezTo>
                    <a:pt x="130319" y="77129"/>
                    <a:pt x="131130" y="76317"/>
                    <a:pt x="131130" y="76317"/>
                  </a:cubicBezTo>
                  <a:close/>
                  <a:moveTo>
                    <a:pt x="15923" y="268732"/>
                  </a:moveTo>
                  <a:cubicBezTo>
                    <a:pt x="15112" y="269544"/>
                    <a:pt x="15112" y="268732"/>
                    <a:pt x="15112" y="267920"/>
                  </a:cubicBezTo>
                  <a:cubicBezTo>
                    <a:pt x="15112" y="267109"/>
                    <a:pt x="15923" y="266297"/>
                    <a:pt x="15923" y="265485"/>
                  </a:cubicBezTo>
                  <a:cubicBezTo>
                    <a:pt x="16734" y="264673"/>
                    <a:pt x="16734" y="265485"/>
                    <a:pt x="16734" y="266297"/>
                  </a:cubicBezTo>
                  <a:cubicBezTo>
                    <a:pt x="17546" y="267109"/>
                    <a:pt x="16734" y="267920"/>
                    <a:pt x="15923" y="268732"/>
                  </a:cubicBezTo>
                  <a:close/>
                  <a:moveTo>
                    <a:pt x="24036" y="263049"/>
                  </a:moveTo>
                  <a:cubicBezTo>
                    <a:pt x="24848" y="262237"/>
                    <a:pt x="24848" y="262237"/>
                    <a:pt x="25659" y="262237"/>
                  </a:cubicBezTo>
                  <a:cubicBezTo>
                    <a:pt x="27282" y="265485"/>
                    <a:pt x="22414" y="265485"/>
                    <a:pt x="24036" y="263049"/>
                  </a:cubicBezTo>
                  <a:close/>
                  <a:moveTo>
                    <a:pt x="27282" y="292277"/>
                  </a:moveTo>
                  <a:cubicBezTo>
                    <a:pt x="28093" y="291465"/>
                    <a:pt x="28093" y="293089"/>
                    <a:pt x="28093" y="293089"/>
                  </a:cubicBezTo>
                  <a:cubicBezTo>
                    <a:pt x="28904" y="295525"/>
                    <a:pt x="26470" y="294713"/>
                    <a:pt x="27282" y="292277"/>
                  </a:cubicBezTo>
                  <a:close/>
                  <a:moveTo>
                    <a:pt x="28904" y="257366"/>
                  </a:moveTo>
                  <a:cubicBezTo>
                    <a:pt x="28093" y="258178"/>
                    <a:pt x="27282" y="259802"/>
                    <a:pt x="27282" y="257366"/>
                  </a:cubicBezTo>
                  <a:cubicBezTo>
                    <a:pt x="27282" y="256554"/>
                    <a:pt x="28093" y="256554"/>
                    <a:pt x="28093" y="256554"/>
                  </a:cubicBezTo>
                  <a:cubicBezTo>
                    <a:pt x="28904" y="256554"/>
                    <a:pt x="29716" y="256554"/>
                    <a:pt x="28904" y="257366"/>
                  </a:cubicBezTo>
                  <a:close/>
                  <a:moveTo>
                    <a:pt x="78395" y="200535"/>
                  </a:moveTo>
                  <a:cubicBezTo>
                    <a:pt x="78395" y="201346"/>
                    <a:pt x="77583" y="202158"/>
                    <a:pt x="77583" y="202158"/>
                  </a:cubicBezTo>
                  <a:cubicBezTo>
                    <a:pt x="77583" y="202158"/>
                    <a:pt x="76772" y="201346"/>
                    <a:pt x="76772" y="200535"/>
                  </a:cubicBezTo>
                  <a:cubicBezTo>
                    <a:pt x="76772" y="199723"/>
                    <a:pt x="76772" y="198911"/>
                    <a:pt x="77583" y="198911"/>
                  </a:cubicBezTo>
                  <a:cubicBezTo>
                    <a:pt x="78395" y="198099"/>
                    <a:pt x="78395" y="199723"/>
                    <a:pt x="78395" y="200535"/>
                  </a:cubicBezTo>
                  <a:close/>
                  <a:moveTo>
                    <a:pt x="96244" y="168871"/>
                  </a:moveTo>
                  <a:cubicBezTo>
                    <a:pt x="95432" y="169683"/>
                    <a:pt x="94621" y="168871"/>
                    <a:pt x="95432" y="168059"/>
                  </a:cubicBezTo>
                  <a:cubicBezTo>
                    <a:pt x="95432" y="167247"/>
                    <a:pt x="96244" y="166435"/>
                    <a:pt x="97055" y="165624"/>
                  </a:cubicBezTo>
                  <a:cubicBezTo>
                    <a:pt x="97866" y="165624"/>
                    <a:pt x="97866" y="165624"/>
                    <a:pt x="97866" y="166435"/>
                  </a:cubicBezTo>
                  <a:cubicBezTo>
                    <a:pt x="97866" y="167247"/>
                    <a:pt x="97055" y="168871"/>
                    <a:pt x="96244" y="168871"/>
                  </a:cubicBezTo>
                  <a:close/>
                  <a:moveTo>
                    <a:pt x="102734" y="156693"/>
                  </a:moveTo>
                  <a:cubicBezTo>
                    <a:pt x="101923" y="157505"/>
                    <a:pt x="101111" y="156693"/>
                    <a:pt x="101923" y="155881"/>
                  </a:cubicBezTo>
                  <a:cubicBezTo>
                    <a:pt x="102734" y="153446"/>
                    <a:pt x="104357" y="153446"/>
                    <a:pt x="104357" y="155069"/>
                  </a:cubicBezTo>
                  <a:cubicBezTo>
                    <a:pt x="104357" y="155881"/>
                    <a:pt x="104357" y="156693"/>
                    <a:pt x="102734" y="156693"/>
                  </a:cubicBezTo>
                  <a:close/>
                  <a:moveTo>
                    <a:pt x="120583" y="79564"/>
                  </a:moveTo>
                  <a:cubicBezTo>
                    <a:pt x="123017" y="77129"/>
                    <a:pt x="122205" y="77941"/>
                    <a:pt x="120583" y="79564"/>
                  </a:cubicBezTo>
                  <a:cubicBezTo>
                    <a:pt x="119772" y="82000"/>
                    <a:pt x="118960" y="82812"/>
                    <a:pt x="118960" y="82000"/>
                  </a:cubicBezTo>
                  <a:cubicBezTo>
                    <a:pt x="118960" y="81188"/>
                    <a:pt x="119772" y="80376"/>
                    <a:pt x="120583" y="79564"/>
                  </a:cubicBezTo>
                  <a:close/>
                  <a:moveTo>
                    <a:pt x="106791" y="103921"/>
                  </a:moveTo>
                  <a:cubicBezTo>
                    <a:pt x="107602" y="103109"/>
                    <a:pt x="108413" y="103109"/>
                    <a:pt x="108413" y="103921"/>
                  </a:cubicBezTo>
                  <a:cubicBezTo>
                    <a:pt x="108413" y="104733"/>
                    <a:pt x="107602" y="105544"/>
                    <a:pt x="106791" y="105544"/>
                  </a:cubicBezTo>
                  <a:cubicBezTo>
                    <a:pt x="105979" y="106356"/>
                    <a:pt x="105168" y="106356"/>
                    <a:pt x="105168" y="106356"/>
                  </a:cubicBezTo>
                  <a:cubicBezTo>
                    <a:pt x="105168" y="105544"/>
                    <a:pt x="105979" y="104733"/>
                    <a:pt x="106791" y="103921"/>
                  </a:cubicBezTo>
                  <a:close/>
                  <a:moveTo>
                    <a:pt x="100300" y="113663"/>
                  </a:moveTo>
                  <a:cubicBezTo>
                    <a:pt x="101111" y="112852"/>
                    <a:pt x="101923" y="112852"/>
                    <a:pt x="101111" y="112852"/>
                  </a:cubicBezTo>
                  <a:cubicBezTo>
                    <a:pt x="100300" y="113663"/>
                    <a:pt x="101111" y="114475"/>
                    <a:pt x="101923" y="115287"/>
                  </a:cubicBezTo>
                  <a:cubicBezTo>
                    <a:pt x="102734" y="116911"/>
                    <a:pt x="101923" y="116911"/>
                    <a:pt x="101111" y="118535"/>
                  </a:cubicBezTo>
                  <a:cubicBezTo>
                    <a:pt x="99489" y="120158"/>
                    <a:pt x="99489" y="119346"/>
                    <a:pt x="98677" y="117723"/>
                  </a:cubicBezTo>
                  <a:cubicBezTo>
                    <a:pt x="98677" y="116911"/>
                    <a:pt x="99489" y="114475"/>
                    <a:pt x="100300" y="113663"/>
                  </a:cubicBezTo>
                  <a:close/>
                  <a:moveTo>
                    <a:pt x="91376" y="129089"/>
                  </a:moveTo>
                  <a:cubicBezTo>
                    <a:pt x="92187" y="129089"/>
                    <a:pt x="93809" y="129089"/>
                    <a:pt x="93809" y="128277"/>
                  </a:cubicBezTo>
                  <a:cubicBezTo>
                    <a:pt x="93809" y="127465"/>
                    <a:pt x="94621" y="127465"/>
                    <a:pt x="94621" y="129089"/>
                  </a:cubicBezTo>
                  <a:cubicBezTo>
                    <a:pt x="94621" y="130713"/>
                    <a:pt x="93809" y="131525"/>
                    <a:pt x="92998" y="130713"/>
                  </a:cubicBezTo>
                  <a:cubicBezTo>
                    <a:pt x="92187" y="129901"/>
                    <a:pt x="91376" y="130713"/>
                    <a:pt x="90564" y="132337"/>
                  </a:cubicBezTo>
                  <a:cubicBezTo>
                    <a:pt x="90564" y="133960"/>
                    <a:pt x="89753" y="133149"/>
                    <a:pt x="89753" y="131525"/>
                  </a:cubicBezTo>
                  <a:cubicBezTo>
                    <a:pt x="89753" y="129901"/>
                    <a:pt x="90564" y="129089"/>
                    <a:pt x="91376" y="129089"/>
                  </a:cubicBezTo>
                  <a:close/>
                  <a:moveTo>
                    <a:pt x="85696" y="138020"/>
                  </a:moveTo>
                  <a:cubicBezTo>
                    <a:pt x="86508" y="138020"/>
                    <a:pt x="86508" y="138832"/>
                    <a:pt x="86508" y="139643"/>
                  </a:cubicBezTo>
                  <a:cubicBezTo>
                    <a:pt x="85696" y="140455"/>
                    <a:pt x="85696" y="140455"/>
                    <a:pt x="85696" y="140455"/>
                  </a:cubicBezTo>
                  <a:cubicBezTo>
                    <a:pt x="84885" y="140455"/>
                    <a:pt x="84885" y="139643"/>
                    <a:pt x="84885" y="139643"/>
                  </a:cubicBezTo>
                  <a:cubicBezTo>
                    <a:pt x="84074" y="138832"/>
                    <a:pt x="84885" y="138020"/>
                    <a:pt x="85696" y="138020"/>
                  </a:cubicBezTo>
                  <a:close/>
                  <a:moveTo>
                    <a:pt x="84074" y="153446"/>
                  </a:moveTo>
                  <a:cubicBezTo>
                    <a:pt x="84885" y="154257"/>
                    <a:pt x="84885" y="153446"/>
                    <a:pt x="84885" y="152634"/>
                  </a:cubicBezTo>
                  <a:cubicBezTo>
                    <a:pt x="84074" y="151822"/>
                    <a:pt x="84885" y="150198"/>
                    <a:pt x="86508" y="149386"/>
                  </a:cubicBezTo>
                  <a:cubicBezTo>
                    <a:pt x="88130" y="148574"/>
                    <a:pt x="88942" y="146950"/>
                    <a:pt x="88942" y="145327"/>
                  </a:cubicBezTo>
                  <a:cubicBezTo>
                    <a:pt x="88942" y="144515"/>
                    <a:pt x="89753" y="142079"/>
                    <a:pt x="90564" y="141267"/>
                  </a:cubicBezTo>
                  <a:cubicBezTo>
                    <a:pt x="91376" y="140455"/>
                    <a:pt x="92187" y="138832"/>
                    <a:pt x="91376" y="138020"/>
                  </a:cubicBezTo>
                  <a:cubicBezTo>
                    <a:pt x="91376" y="137208"/>
                    <a:pt x="92187" y="136396"/>
                    <a:pt x="92998" y="136396"/>
                  </a:cubicBezTo>
                  <a:cubicBezTo>
                    <a:pt x="94621" y="136396"/>
                    <a:pt x="95432" y="135584"/>
                    <a:pt x="95432" y="134772"/>
                  </a:cubicBezTo>
                  <a:cubicBezTo>
                    <a:pt x="94621" y="133149"/>
                    <a:pt x="100300" y="123406"/>
                    <a:pt x="101923" y="123406"/>
                  </a:cubicBezTo>
                  <a:cubicBezTo>
                    <a:pt x="102734" y="123406"/>
                    <a:pt x="102734" y="122594"/>
                    <a:pt x="102734" y="122594"/>
                  </a:cubicBezTo>
                  <a:cubicBezTo>
                    <a:pt x="101923" y="121782"/>
                    <a:pt x="103545" y="120158"/>
                    <a:pt x="105168" y="118535"/>
                  </a:cubicBezTo>
                  <a:cubicBezTo>
                    <a:pt x="106791" y="116911"/>
                    <a:pt x="108413" y="115287"/>
                    <a:pt x="108413" y="113663"/>
                  </a:cubicBezTo>
                  <a:cubicBezTo>
                    <a:pt x="108413" y="112852"/>
                    <a:pt x="109224" y="111228"/>
                    <a:pt x="110036" y="110416"/>
                  </a:cubicBezTo>
                  <a:cubicBezTo>
                    <a:pt x="110847" y="109604"/>
                    <a:pt x="110847" y="109604"/>
                    <a:pt x="110847" y="111228"/>
                  </a:cubicBezTo>
                  <a:cubicBezTo>
                    <a:pt x="110036" y="112852"/>
                    <a:pt x="110847" y="112040"/>
                    <a:pt x="112470" y="110416"/>
                  </a:cubicBezTo>
                  <a:cubicBezTo>
                    <a:pt x="114904" y="107980"/>
                    <a:pt x="114904" y="105544"/>
                    <a:pt x="113281" y="107168"/>
                  </a:cubicBezTo>
                  <a:cubicBezTo>
                    <a:pt x="112470" y="107980"/>
                    <a:pt x="113281" y="106356"/>
                    <a:pt x="114092" y="103109"/>
                  </a:cubicBezTo>
                  <a:cubicBezTo>
                    <a:pt x="114904" y="100673"/>
                    <a:pt x="117338" y="98238"/>
                    <a:pt x="118149" y="97426"/>
                  </a:cubicBezTo>
                  <a:cubicBezTo>
                    <a:pt x="119772" y="96614"/>
                    <a:pt x="119772" y="95802"/>
                    <a:pt x="119772" y="94990"/>
                  </a:cubicBezTo>
                  <a:cubicBezTo>
                    <a:pt x="118960" y="94178"/>
                    <a:pt x="119772" y="93366"/>
                    <a:pt x="120583" y="94178"/>
                  </a:cubicBezTo>
                  <a:cubicBezTo>
                    <a:pt x="122205" y="94990"/>
                    <a:pt x="122205" y="94178"/>
                    <a:pt x="121394" y="92555"/>
                  </a:cubicBezTo>
                  <a:cubicBezTo>
                    <a:pt x="121394" y="91743"/>
                    <a:pt x="121394" y="90119"/>
                    <a:pt x="122205" y="89307"/>
                  </a:cubicBezTo>
                  <a:cubicBezTo>
                    <a:pt x="123017" y="88495"/>
                    <a:pt x="123828" y="87683"/>
                    <a:pt x="123017" y="86871"/>
                  </a:cubicBezTo>
                  <a:cubicBezTo>
                    <a:pt x="123017" y="86059"/>
                    <a:pt x="123017" y="86059"/>
                    <a:pt x="124640" y="86059"/>
                  </a:cubicBezTo>
                  <a:cubicBezTo>
                    <a:pt x="127885" y="86059"/>
                    <a:pt x="127885" y="89307"/>
                    <a:pt x="124640" y="89307"/>
                  </a:cubicBezTo>
                  <a:cubicBezTo>
                    <a:pt x="122205" y="89307"/>
                    <a:pt x="122205" y="90119"/>
                    <a:pt x="123828" y="90931"/>
                  </a:cubicBezTo>
                  <a:cubicBezTo>
                    <a:pt x="124640" y="91743"/>
                    <a:pt x="125451" y="91743"/>
                    <a:pt x="124640" y="91743"/>
                  </a:cubicBezTo>
                  <a:cubicBezTo>
                    <a:pt x="123828" y="91743"/>
                    <a:pt x="123017" y="92555"/>
                    <a:pt x="123017" y="93366"/>
                  </a:cubicBezTo>
                  <a:cubicBezTo>
                    <a:pt x="123017" y="94178"/>
                    <a:pt x="122205" y="95802"/>
                    <a:pt x="121394" y="95802"/>
                  </a:cubicBezTo>
                  <a:cubicBezTo>
                    <a:pt x="120583" y="96614"/>
                    <a:pt x="119772" y="97426"/>
                    <a:pt x="119772" y="98238"/>
                  </a:cubicBezTo>
                  <a:cubicBezTo>
                    <a:pt x="119772" y="99049"/>
                    <a:pt x="118960" y="99861"/>
                    <a:pt x="118960" y="99861"/>
                  </a:cubicBezTo>
                  <a:cubicBezTo>
                    <a:pt x="118149" y="99861"/>
                    <a:pt x="118149" y="100673"/>
                    <a:pt x="118149" y="100673"/>
                  </a:cubicBezTo>
                  <a:cubicBezTo>
                    <a:pt x="118149" y="101485"/>
                    <a:pt x="117338" y="102297"/>
                    <a:pt x="116526" y="103921"/>
                  </a:cubicBezTo>
                  <a:cubicBezTo>
                    <a:pt x="115715" y="105544"/>
                    <a:pt x="113281" y="107980"/>
                    <a:pt x="112470" y="110416"/>
                  </a:cubicBezTo>
                  <a:cubicBezTo>
                    <a:pt x="111658" y="112852"/>
                    <a:pt x="110847" y="115287"/>
                    <a:pt x="110036" y="116099"/>
                  </a:cubicBezTo>
                  <a:cubicBezTo>
                    <a:pt x="109224" y="116911"/>
                    <a:pt x="108413" y="118535"/>
                    <a:pt x="106791" y="120970"/>
                  </a:cubicBezTo>
                  <a:cubicBezTo>
                    <a:pt x="105979" y="122594"/>
                    <a:pt x="103545" y="124218"/>
                    <a:pt x="103545" y="123406"/>
                  </a:cubicBezTo>
                  <a:cubicBezTo>
                    <a:pt x="102734" y="122594"/>
                    <a:pt x="102734" y="124218"/>
                    <a:pt x="102734" y="125030"/>
                  </a:cubicBezTo>
                  <a:cubicBezTo>
                    <a:pt x="102734" y="127465"/>
                    <a:pt x="100300" y="130713"/>
                    <a:pt x="98677" y="129089"/>
                  </a:cubicBezTo>
                  <a:cubicBezTo>
                    <a:pt x="97866" y="128277"/>
                    <a:pt x="97866" y="129089"/>
                    <a:pt x="98677" y="129901"/>
                  </a:cubicBezTo>
                  <a:cubicBezTo>
                    <a:pt x="99489" y="132337"/>
                    <a:pt x="96244" y="138832"/>
                    <a:pt x="94621" y="138832"/>
                  </a:cubicBezTo>
                  <a:cubicBezTo>
                    <a:pt x="93809" y="138832"/>
                    <a:pt x="93809" y="138832"/>
                    <a:pt x="93809" y="139643"/>
                  </a:cubicBezTo>
                  <a:cubicBezTo>
                    <a:pt x="95432" y="142079"/>
                    <a:pt x="91376" y="146950"/>
                    <a:pt x="85696" y="155881"/>
                  </a:cubicBezTo>
                  <a:cubicBezTo>
                    <a:pt x="84885" y="157505"/>
                    <a:pt x="84074" y="159129"/>
                    <a:pt x="84074" y="159941"/>
                  </a:cubicBezTo>
                  <a:cubicBezTo>
                    <a:pt x="84074" y="162376"/>
                    <a:pt x="81640" y="161564"/>
                    <a:pt x="81640" y="158317"/>
                  </a:cubicBezTo>
                  <a:cubicBezTo>
                    <a:pt x="79206" y="157505"/>
                    <a:pt x="82451" y="152634"/>
                    <a:pt x="84074" y="153446"/>
                  </a:cubicBezTo>
                  <a:close/>
                  <a:moveTo>
                    <a:pt x="68659" y="165624"/>
                  </a:moveTo>
                  <a:cubicBezTo>
                    <a:pt x="70281" y="161564"/>
                    <a:pt x="72715" y="158317"/>
                    <a:pt x="74338" y="158317"/>
                  </a:cubicBezTo>
                  <a:cubicBezTo>
                    <a:pt x="75961" y="157505"/>
                    <a:pt x="75149" y="160752"/>
                    <a:pt x="71904" y="164812"/>
                  </a:cubicBezTo>
                  <a:cubicBezTo>
                    <a:pt x="67036" y="168871"/>
                    <a:pt x="67036" y="168871"/>
                    <a:pt x="68659" y="165624"/>
                  </a:cubicBezTo>
                  <a:close/>
                  <a:moveTo>
                    <a:pt x="63791" y="176990"/>
                  </a:moveTo>
                  <a:cubicBezTo>
                    <a:pt x="63791" y="175366"/>
                    <a:pt x="64602" y="174554"/>
                    <a:pt x="65413" y="174554"/>
                  </a:cubicBezTo>
                  <a:cubicBezTo>
                    <a:pt x="66225" y="174554"/>
                    <a:pt x="66225" y="175366"/>
                    <a:pt x="65413" y="176990"/>
                  </a:cubicBezTo>
                  <a:cubicBezTo>
                    <a:pt x="64602" y="178614"/>
                    <a:pt x="63791" y="179426"/>
                    <a:pt x="63791" y="179426"/>
                  </a:cubicBezTo>
                  <a:cubicBezTo>
                    <a:pt x="63791" y="179426"/>
                    <a:pt x="63791" y="178614"/>
                    <a:pt x="63791" y="176990"/>
                  </a:cubicBezTo>
                  <a:close/>
                  <a:moveTo>
                    <a:pt x="57300" y="195663"/>
                  </a:moveTo>
                  <a:cubicBezTo>
                    <a:pt x="57300" y="195663"/>
                    <a:pt x="56489" y="196475"/>
                    <a:pt x="55678" y="196475"/>
                  </a:cubicBezTo>
                  <a:cubicBezTo>
                    <a:pt x="54866" y="196475"/>
                    <a:pt x="54055" y="195663"/>
                    <a:pt x="54866" y="195663"/>
                  </a:cubicBezTo>
                  <a:cubicBezTo>
                    <a:pt x="54866" y="194040"/>
                    <a:pt x="57300" y="194040"/>
                    <a:pt x="57300" y="195663"/>
                  </a:cubicBezTo>
                  <a:close/>
                  <a:moveTo>
                    <a:pt x="45131" y="207029"/>
                  </a:moveTo>
                  <a:cubicBezTo>
                    <a:pt x="45942" y="206218"/>
                    <a:pt x="45942" y="205406"/>
                    <a:pt x="45942" y="205406"/>
                  </a:cubicBezTo>
                  <a:cubicBezTo>
                    <a:pt x="46753" y="206218"/>
                    <a:pt x="49998" y="200535"/>
                    <a:pt x="49998" y="199723"/>
                  </a:cubicBezTo>
                  <a:cubicBezTo>
                    <a:pt x="49998" y="198911"/>
                    <a:pt x="49998" y="198911"/>
                    <a:pt x="50810" y="198911"/>
                  </a:cubicBezTo>
                  <a:cubicBezTo>
                    <a:pt x="52432" y="198911"/>
                    <a:pt x="52432" y="199723"/>
                    <a:pt x="49187" y="204594"/>
                  </a:cubicBezTo>
                  <a:cubicBezTo>
                    <a:pt x="46753" y="208653"/>
                    <a:pt x="44319" y="210277"/>
                    <a:pt x="45131" y="207029"/>
                  </a:cubicBezTo>
                  <a:close/>
                  <a:moveTo>
                    <a:pt x="46753" y="224079"/>
                  </a:moveTo>
                  <a:cubicBezTo>
                    <a:pt x="46753" y="226515"/>
                    <a:pt x="45942" y="226515"/>
                    <a:pt x="45131" y="224891"/>
                  </a:cubicBezTo>
                  <a:cubicBezTo>
                    <a:pt x="44319" y="224079"/>
                    <a:pt x="45131" y="223267"/>
                    <a:pt x="45131" y="222455"/>
                  </a:cubicBezTo>
                  <a:cubicBezTo>
                    <a:pt x="45942" y="222455"/>
                    <a:pt x="46753" y="222455"/>
                    <a:pt x="46753" y="224079"/>
                  </a:cubicBezTo>
                  <a:close/>
                  <a:moveTo>
                    <a:pt x="36206" y="224891"/>
                  </a:moveTo>
                  <a:cubicBezTo>
                    <a:pt x="37017" y="224891"/>
                    <a:pt x="37017" y="225703"/>
                    <a:pt x="37017" y="225703"/>
                  </a:cubicBezTo>
                  <a:cubicBezTo>
                    <a:pt x="37017" y="225703"/>
                    <a:pt x="36206" y="226515"/>
                    <a:pt x="36206" y="226515"/>
                  </a:cubicBezTo>
                  <a:cubicBezTo>
                    <a:pt x="35395" y="226515"/>
                    <a:pt x="35395" y="225703"/>
                    <a:pt x="34584" y="224891"/>
                  </a:cubicBezTo>
                  <a:cubicBezTo>
                    <a:pt x="35395" y="224891"/>
                    <a:pt x="35395" y="224891"/>
                    <a:pt x="36206" y="224891"/>
                  </a:cubicBezTo>
                  <a:close/>
                  <a:moveTo>
                    <a:pt x="36206" y="243564"/>
                  </a:moveTo>
                  <a:cubicBezTo>
                    <a:pt x="33772" y="246000"/>
                    <a:pt x="34584" y="246000"/>
                    <a:pt x="32961" y="244376"/>
                  </a:cubicBezTo>
                  <a:cubicBezTo>
                    <a:pt x="31338" y="242752"/>
                    <a:pt x="31338" y="242752"/>
                    <a:pt x="33772" y="243564"/>
                  </a:cubicBezTo>
                  <a:cubicBezTo>
                    <a:pt x="35395" y="243564"/>
                    <a:pt x="36206" y="243564"/>
                    <a:pt x="37017" y="241129"/>
                  </a:cubicBezTo>
                  <a:cubicBezTo>
                    <a:pt x="37829" y="239505"/>
                    <a:pt x="37829" y="238693"/>
                    <a:pt x="37829" y="239505"/>
                  </a:cubicBezTo>
                  <a:cubicBezTo>
                    <a:pt x="37829" y="240317"/>
                    <a:pt x="37017" y="241940"/>
                    <a:pt x="36206" y="243564"/>
                  </a:cubicBezTo>
                  <a:close/>
                  <a:moveTo>
                    <a:pt x="38640" y="233822"/>
                  </a:moveTo>
                  <a:cubicBezTo>
                    <a:pt x="36206" y="234634"/>
                    <a:pt x="36206" y="234634"/>
                    <a:pt x="36206" y="233822"/>
                  </a:cubicBezTo>
                  <a:cubicBezTo>
                    <a:pt x="37017" y="233010"/>
                    <a:pt x="38640" y="232198"/>
                    <a:pt x="39451" y="233010"/>
                  </a:cubicBezTo>
                  <a:cubicBezTo>
                    <a:pt x="41074" y="233010"/>
                    <a:pt x="41074" y="233010"/>
                    <a:pt x="38640" y="233822"/>
                  </a:cubicBezTo>
                  <a:close/>
                  <a:moveTo>
                    <a:pt x="41885" y="228138"/>
                  </a:moveTo>
                  <a:cubicBezTo>
                    <a:pt x="41074" y="228950"/>
                    <a:pt x="41074" y="230574"/>
                    <a:pt x="40263" y="230574"/>
                  </a:cubicBezTo>
                  <a:cubicBezTo>
                    <a:pt x="39451" y="230574"/>
                    <a:pt x="40263" y="229762"/>
                    <a:pt x="40263" y="228138"/>
                  </a:cubicBezTo>
                  <a:cubicBezTo>
                    <a:pt x="41074" y="224079"/>
                    <a:pt x="42697" y="224891"/>
                    <a:pt x="41885" y="228138"/>
                  </a:cubicBezTo>
                  <a:close/>
                  <a:moveTo>
                    <a:pt x="43508" y="211089"/>
                  </a:moveTo>
                  <a:cubicBezTo>
                    <a:pt x="43508" y="210277"/>
                    <a:pt x="44319" y="209465"/>
                    <a:pt x="44319" y="209465"/>
                  </a:cubicBezTo>
                  <a:cubicBezTo>
                    <a:pt x="45131" y="209465"/>
                    <a:pt x="45131" y="210277"/>
                    <a:pt x="45131" y="210277"/>
                  </a:cubicBezTo>
                  <a:cubicBezTo>
                    <a:pt x="45131" y="211089"/>
                    <a:pt x="44319" y="211901"/>
                    <a:pt x="44319" y="211901"/>
                  </a:cubicBezTo>
                  <a:cubicBezTo>
                    <a:pt x="44319" y="211901"/>
                    <a:pt x="43508" y="211901"/>
                    <a:pt x="43508" y="211089"/>
                  </a:cubicBezTo>
                  <a:close/>
                  <a:moveTo>
                    <a:pt x="45131" y="255742"/>
                  </a:moveTo>
                  <a:cubicBezTo>
                    <a:pt x="44319" y="255742"/>
                    <a:pt x="44319" y="254931"/>
                    <a:pt x="45131" y="254931"/>
                  </a:cubicBezTo>
                  <a:cubicBezTo>
                    <a:pt x="47565" y="254931"/>
                    <a:pt x="49187" y="258178"/>
                    <a:pt x="45131" y="255742"/>
                  </a:cubicBezTo>
                  <a:close/>
                  <a:moveTo>
                    <a:pt x="49187" y="219208"/>
                  </a:moveTo>
                  <a:cubicBezTo>
                    <a:pt x="49187" y="220020"/>
                    <a:pt x="48376" y="220832"/>
                    <a:pt x="47565" y="220832"/>
                  </a:cubicBezTo>
                  <a:cubicBezTo>
                    <a:pt x="45942" y="220832"/>
                    <a:pt x="46753" y="218396"/>
                    <a:pt x="48376" y="217584"/>
                  </a:cubicBezTo>
                  <a:cubicBezTo>
                    <a:pt x="49187" y="217584"/>
                    <a:pt x="49187" y="217584"/>
                    <a:pt x="49187" y="219208"/>
                  </a:cubicBezTo>
                  <a:close/>
                  <a:moveTo>
                    <a:pt x="51621" y="213525"/>
                  </a:moveTo>
                  <a:cubicBezTo>
                    <a:pt x="50810" y="214337"/>
                    <a:pt x="50810" y="215148"/>
                    <a:pt x="50810" y="215148"/>
                  </a:cubicBezTo>
                  <a:cubicBezTo>
                    <a:pt x="50810" y="215148"/>
                    <a:pt x="49998" y="214337"/>
                    <a:pt x="49998" y="214337"/>
                  </a:cubicBezTo>
                  <a:cubicBezTo>
                    <a:pt x="49998" y="213525"/>
                    <a:pt x="50810" y="212713"/>
                    <a:pt x="50810" y="212713"/>
                  </a:cubicBezTo>
                  <a:cubicBezTo>
                    <a:pt x="51621" y="211901"/>
                    <a:pt x="51621" y="212713"/>
                    <a:pt x="51621" y="213525"/>
                  </a:cubicBezTo>
                  <a:close/>
                  <a:moveTo>
                    <a:pt x="54055" y="225703"/>
                  </a:moveTo>
                  <a:cubicBezTo>
                    <a:pt x="54055" y="226515"/>
                    <a:pt x="53244" y="227326"/>
                    <a:pt x="53244" y="227326"/>
                  </a:cubicBezTo>
                  <a:cubicBezTo>
                    <a:pt x="53244" y="227326"/>
                    <a:pt x="52432" y="226515"/>
                    <a:pt x="52432" y="226515"/>
                  </a:cubicBezTo>
                  <a:cubicBezTo>
                    <a:pt x="52432" y="225703"/>
                    <a:pt x="53244" y="224891"/>
                    <a:pt x="53244" y="224891"/>
                  </a:cubicBezTo>
                  <a:cubicBezTo>
                    <a:pt x="54055" y="224079"/>
                    <a:pt x="54055" y="224891"/>
                    <a:pt x="54055" y="225703"/>
                  </a:cubicBezTo>
                  <a:close/>
                  <a:moveTo>
                    <a:pt x="58923" y="237069"/>
                  </a:moveTo>
                  <a:cubicBezTo>
                    <a:pt x="58112" y="236257"/>
                    <a:pt x="57300" y="237069"/>
                    <a:pt x="56489" y="237881"/>
                  </a:cubicBezTo>
                  <a:cubicBezTo>
                    <a:pt x="56489" y="238693"/>
                    <a:pt x="55678" y="239505"/>
                    <a:pt x="54866" y="239505"/>
                  </a:cubicBezTo>
                  <a:cubicBezTo>
                    <a:pt x="54055" y="239505"/>
                    <a:pt x="54866" y="238693"/>
                    <a:pt x="54866" y="237069"/>
                  </a:cubicBezTo>
                  <a:cubicBezTo>
                    <a:pt x="56489" y="234634"/>
                    <a:pt x="58112" y="234634"/>
                    <a:pt x="58923" y="237069"/>
                  </a:cubicBezTo>
                  <a:cubicBezTo>
                    <a:pt x="59734" y="237069"/>
                    <a:pt x="59734" y="237881"/>
                    <a:pt x="58923" y="237069"/>
                  </a:cubicBezTo>
                  <a:close/>
                  <a:moveTo>
                    <a:pt x="62980" y="226515"/>
                  </a:moveTo>
                  <a:cubicBezTo>
                    <a:pt x="62168" y="226515"/>
                    <a:pt x="62168" y="225703"/>
                    <a:pt x="62168" y="224891"/>
                  </a:cubicBezTo>
                  <a:cubicBezTo>
                    <a:pt x="62980" y="224079"/>
                    <a:pt x="62980" y="224079"/>
                    <a:pt x="62980" y="224079"/>
                  </a:cubicBezTo>
                  <a:cubicBezTo>
                    <a:pt x="63791" y="224079"/>
                    <a:pt x="63791" y="224891"/>
                    <a:pt x="63791" y="224891"/>
                  </a:cubicBezTo>
                  <a:cubicBezTo>
                    <a:pt x="63791" y="225703"/>
                    <a:pt x="63791" y="226515"/>
                    <a:pt x="62980" y="226515"/>
                  </a:cubicBezTo>
                  <a:close/>
                  <a:moveTo>
                    <a:pt x="67848" y="185921"/>
                  </a:moveTo>
                  <a:cubicBezTo>
                    <a:pt x="67848" y="187544"/>
                    <a:pt x="67036" y="188356"/>
                    <a:pt x="64602" y="189168"/>
                  </a:cubicBezTo>
                  <a:cubicBezTo>
                    <a:pt x="62168" y="189980"/>
                    <a:pt x="62168" y="189980"/>
                    <a:pt x="63791" y="190792"/>
                  </a:cubicBezTo>
                  <a:cubicBezTo>
                    <a:pt x="64602" y="191604"/>
                    <a:pt x="64602" y="193228"/>
                    <a:pt x="62168" y="198099"/>
                  </a:cubicBezTo>
                  <a:cubicBezTo>
                    <a:pt x="57300" y="206218"/>
                    <a:pt x="55678" y="208653"/>
                    <a:pt x="53244" y="207029"/>
                  </a:cubicBezTo>
                  <a:cubicBezTo>
                    <a:pt x="52432" y="206218"/>
                    <a:pt x="52432" y="206218"/>
                    <a:pt x="53244" y="206218"/>
                  </a:cubicBezTo>
                  <a:cubicBezTo>
                    <a:pt x="54055" y="206218"/>
                    <a:pt x="54055" y="205406"/>
                    <a:pt x="54055" y="205406"/>
                  </a:cubicBezTo>
                  <a:cubicBezTo>
                    <a:pt x="53244" y="204594"/>
                    <a:pt x="55678" y="198911"/>
                    <a:pt x="58923" y="194851"/>
                  </a:cubicBezTo>
                  <a:cubicBezTo>
                    <a:pt x="60545" y="192416"/>
                    <a:pt x="61357" y="190792"/>
                    <a:pt x="61357" y="189980"/>
                  </a:cubicBezTo>
                  <a:cubicBezTo>
                    <a:pt x="61357" y="189168"/>
                    <a:pt x="62980" y="188356"/>
                    <a:pt x="63791" y="188356"/>
                  </a:cubicBezTo>
                  <a:cubicBezTo>
                    <a:pt x="66225" y="187544"/>
                    <a:pt x="67848" y="182673"/>
                    <a:pt x="67036" y="181049"/>
                  </a:cubicBezTo>
                  <a:cubicBezTo>
                    <a:pt x="66225" y="180238"/>
                    <a:pt x="67036" y="180238"/>
                    <a:pt x="67848" y="180238"/>
                  </a:cubicBezTo>
                  <a:cubicBezTo>
                    <a:pt x="68659" y="180238"/>
                    <a:pt x="68659" y="179426"/>
                    <a:pt x="68659" y="178614"/>
                  </a:cubicBezTo>
                  <a:cubicBezTo>
                    <a:pt x="68659" y="177802"/>
                    <a:pt x="69470" y="176990"/>
                    <a:pt x="69470" y="177802"/>
                  </a:cubicBezTo>
                  <a:cubicBezTo>
                    <a:pt x="70281" y="178614"/>
                    <a:pt x="70281" y="177802"/>
                    <a:pt x="70281" y="176990"/>
                  </a:cubicBezTo>
                  <a:cubicBezTo>
                    <a:pt x="69470" y="175366"/>
                    <a:pt x="73527" y="169683"/>
                    <a:pt x="75961" y="168871"/>
                  </a:cubicBezTo>
                  <a:cubicBezTo>
                    <a:pt x="77583" y="168871"/>
                    <a:pt x="78395" y="166435"/>
                    <a:pt x="75961" y="166435"/>
                  </a:cubicBezTo>
                  <a:cubicBezTo>
                    <a:pt x="75149" y="166435"/>
                    <a:pt x="75961" y="164812"/>
                    <a:pt x="76772" y="164000"/>
                  </a:cubicBezTo>
                  <a:cubicBezTo>
                    <a:pt x="78395" y="162376"/>
                    <a:pt x="79206" y="162376"/>
                    <a:pt x="78395" y="163188"/>
                  </a:cubicBezTo>
                  <a:cubicBezTo>
                    <a:pt x="77583" y="164000"/>
                    <a:pt x="78395" y="164812"/>
                    <a:pt x="78395" y="164812"/>
                  </a:cubicBezTo>
                  <a:cubicBezTo>
                    <a:pt x="80828" y="164812"/>
                    <a:pt x="80017" y="168059"/>
                    <a:pt x="77583" y="170495"/>
                  </a:cubicBezTo>
                  <a:cubicBezTo>
                    <a:pt x="75961" y="172119"/>
                    <a:pt x="75149" y="172931"/>
                    <a:pt x="75149" y="173743"/>
                  </a:cubicBezTo>
                  <a:cubicBezTo>
                    <a:pt x="75149" y="174554"/>
                    <a:pt x="75149" y="176178"/>
                    <a:pt x="73527" y="177802"/>
                  </a:cubicBezTo>
                  <a:cubicBezTo>
                    <a:pt x="71904" y="179426"/>
                    <a:pt x="71093" y="181049"/>
                    <a:pt x="71093" y="181861"/>
                  </a:cubicBezTo>
                  <a:cubicBezTo>
                    <a:pt x="71093" y="182673"/>
                    <a:pt x="70281" y="182673"/>
                    <a:pt x="70281" y="181861"/>
                  </a:cubicBezTo>
                  <a:cubicBezTo>
                    <a:pt x="69470" y="181861"/>
                    <a:pt x="69470" y="181861"/>
                    <a:pt x="70281" y="182673"/>
                  </a:cubicBezTo>
                  <a:cubicBezTo>
                    <a:pt x="71093" y="183485"/>
                    <a:pt x="70281" y="185109"/>
                    <a:pt x="69470" y="185109"/>
                  </a:cubicBezTo>
                  <a:cubicBezTo>
                    <a:pt x="68659" y="182673"/>
                    <a:pt x="67848" y="184297"/>
                    <a:pt x="67848" y="185921"/>
                  </a:cubicBezTo>
                  <a:close/>
                  <a:moveTo>
                    <a:pt x="148168" y="248435"/>
                  </a:moveTo>
                  <a:cubicBezTo>
                    <a:pt x="148979" y="247623"/>
                    <a:pt x="148979" y="247623"/>
                    <a:pt x="148979" y="248435"/>
                  </a:cubicBezTo>
                  <a:cubicBezTo>
                    <a:pt x="148979" y="249247"/>
                    <a:pt x="148168" y="249247"/>
                    <a:pt x="148168" y="249247"/>
                  </a:cubicBezTo>
                  <a:cubicBezTo>
                    <a:pt x="145734" y="250059"/>
                    <a:pt x="146545" y="249247"/>
                    <a:pt x="148168" y="248435"/>
                  </a:cubicBezTo>
                  <a:close/>
                  <a:moveTo>
                    <a:pt x="153036" y="295525"/>
                  </a:moveTo>
                  <a:cubicBezTo>
                    <a:pt x="153036" y="296336"/>
                    <a:pt x="152224" y="297148"/>
                    <a:pt x="151413" y="297148"/>
                  </a:cubicBezTo>
                  <a:cubicBezTo>
                    <a:pt x="149790" y="297148"/>
                    <a:pt x="150602" y="294713"/>
                    <a:pt x="152224" y="293901"/>
                  </a:cubicBezTo>
                  <a:cubicBezTo>
                    <a:pt x="153847" y="293901"/>
                    <a:pt x="153847" y="293901"/>
                    <a:pt x="153036" y="295525"/>
                  </a:cubicBezTo>
                  <a:close/>
                  <a:moveTo>
                    <a:pt x="140866" y="289841"/>
                  </a:moveTo>
                  <a:cubicBezTo>
                    <a:pt x="139243" y="292277"/>
                    <a:pt x="131941" y="297960"/>
                    <a:pt x="125451" y="303643"/>
                  </a:cubicBezTo>
                  <a:cubicBezTo>
                    <a:pt x="118960" y="309326"/>
                    <a:pt x="98677" y="328000"/>
                    <a:pt x="85696" y="328000"/>
                  </a:cubicBezTo>
                  <a:cubicBezTo>
                    <a:pt x="81640" y="328000"/>
                    <a:pt x="78395" y="326376"/>
                    <a:pt x="75961" y="321505"/>
                  </a:cubicBezTo>
                  <a:cubicBezTo>
                    <a:pt x="71904" y="312574"/>
                    <a:pt x="83262" y="306079"/>
                    <a:pt x="88942" y="302020"/>
                  </a:cubicBezTo>
                  <a:cubicBezTo>
                    <a:pt x="100300" y="293901"/>
                    <a:pt x="124640" y="279287"/>
                    <a:pt x="139243" y="276039"/>
                  </a:cubicBezTo>
                  <a:lnTo>
                    <a:pt x="140055" y="276039"/>
                  </a:lnTo>
                  <a:cubicBezTo>
                    <a:pt x="145734" y="274416"/>
                    <a:pt x="154658" y="271168"/>
                    <a:pt x="161149" y="268732"/>
                  </a:cubicBezTo>
                  <a:cubicBezTo>
                    <a:pt x="158715" y="271980"/>
                    <a:pt x="156281" y="274416"/>
                    <a:pt x="154658" y="276039"/>
                  </a:cubicBezTo>
                  <a:cubicBezTo>
                    <a:pt x="148168" y="280911"/>
                    <a:pt x="142488" y="287406"/>
                    <a:pt x="140866" y="289841"/>
                  </a:cubicBezTo>
                  <a:close/>
                  <a:moveTo>
                    <a:pt x="171696" y="273604"/>
                  </a:moveTo>
                  <a:cubicBezTo>
                    <a:pt x="170884" y="273604"/>
                    <a:pt x="169262" y="275228"/>
                    <a:pt x="170073" y="276039"/>
                  </a:cubicBezTo>
                  <a:cubicBezTo>
                    <a:pt x="170073" y="276851"/>
                    <a:pt x="168451" y="280099"/>
                    <a:pt x="166016" y="282534"/>
                  </a:cubicBezTo>
                  <a:cubicBezTo>
                    <a:pt x="163583" y="284970"/>
                    <a:pt x="161149" y="288217"/>
                    <a:pt x="161149" y="289029"/>
                  </a:cubicBezTo>
                  <a:cubicBezTo>
                    <a:pt x="161149" y="289841"/>
                    <a:pt x="160337" y="290653"/>
                    <a:pt x="159526" y="290653"/>
                  </a:cubicBezTo>
                  <a:cubicBezTo>
                    <a:pt x="157903" y="290653"/>
                    <a:pt x="157903" y="290653"/>
                    <a:pt x="158715" y="289841"/>
                  </a:cubicBezTo>
                  <a:cubicBezTo>
                    <a:pt x="159526" y="289841"/>
                    <a:pt x="159526" y="288217"/>
                    <a:pt x="159526" y="287406"/>
                  </a:cubicBezTo>
                  <a:cubicBezTo>
                    <a:pt x="158715" y="284970"/>
                    <a:pt x="161960" y="279287"/>
                    <a:pt x="164394" y="280099"/>
                  </a:cubicBezTo>
                  <a:cubicBezTo>
                    <a:pt x="165205" y="280099"/>
                    <a:pt x="166016" y="280099"/>
                    <a:pt x="166016" y="280099"/>
                  </a:cubicBezTo>
                  <a:cubicBezTo>
                    <a:pt x="165205" y="278475"/>
                    <a:pt x="172507" y="271168"/>
                    <a:pt x="174130" y="271168"/>
                  </a:cubicBezTo>
                  <a:cubicBezTo>
                    <a:pt x="174941" y="270356"/>
                    <a:pt x="174130" y="273604"/>
                    <a:pt x="171696" y="273604"/>
                  </a:cubicBezTo>
                  <a:close/>
                  <a:moveTo>
                    <a:pt x="177375" y="266297"/>
                  </a:moveTo>
                  <a:cubicBezTo>
                    <a:pt x="176564" y="266297"/>
                    <a:pt x="176564" y="265485"/>
                    <a:pt x="176564" y="265485"/>
                  </a:cubicBezTo>
                  <a:cubicBezTo>
                    <a:pt x="176564" y="264673"/>
                    <a:pt x="177375" y="264673"/>
                    <a:pt x="177375" y="264673"/>
                  </a:cubicBezTo>
                  <a:cubicBezTo>
                    <a:pt x="177375" y="264673"/>
                    <a:pt x="178186" y="265485"/>
                    <a:pt x="178186" y="265485"/>
                  </a:cubicBezTo>
                  <a:cubicBezTo>
                    <a:pt x="178186" y="266297"/>
                    <a:pt x="178186" y="266297"/>
                    <a:pt x="177375" y="266297"/>
                  </a:cubicBezTo>
                  <a:close/>
                  <a:moveTo>
                    <a:pt x="179809" y="283346"/>
                  </a:moveTo>
                  <a:cubicBezTo>
                    <a:pt x="178998" y="283346"/>
                    <a:pt x="178998" y="282534"/>
                    <a:pt x="178998" y="282534"/>
                  </a:cubicBezTo>
                  <a:cubicBezTo>
                    <a:pt x="179809" y="281723"/>
                    <a:pt x="179809" y="281723"/>
                    <a:pt x="179809" y="280911"/>
                  </a:cubicBezTo>
                  <a:cubicBezTo>
                    <a:pt x="179809" y="280911"/>
                    <a:pt x="180620" y="281723"/>
                    <a:pt x="180620" y="282534"/>
                  </a:cubicBezTo>
                  <a:cubicBezTo>
                    <a:pt x="181432" y="283346"/>
                    <a:pt x="180620" y="283346"/>
                    <a:pt x="179809" y="283346"/>
                  </a:cubicBezTo>
                  <a:close/>
                  <a:moveTo>
                    <a:pt x="183865" y="261426"/>
                  </a:moveTo>
                  <a:cubicBezTo>
                    <a:pt x="182243" y="262237"/>
                    <a:pt x="181432" y="263049"/>
                    <a:pt x="181432" y="263861"/>
                  </a:cubicBezTo>
                  <a:cubicBezTo>
                    <a:pt x="181432" y="264673"/>
                    <a:pt x="180620" y="264673"/>
                    <a:pt x="180620" y="264673"/>
                  </a:cubicBezTo>
                  <a:cubicBezTo>
                    <a:pt x="178998" y="264673"/>
                    <a:pt x="178998" y="263861"/>
                    <a:pt x="181432" y="261426"/>
                  </a:cubicBezTo>
                  <a:cubicBezTo>
                    <a:pt x="182243" y="261426"/>
                    <a:pt x="183865" y="261426"/>
                    <a:pt x="185488" y="260614"/>
                  </a:cubicBezTo>
                  <a:cubicBezTo>
                    <a:pt x="184677" y="261426"/>
                    <a:pt x="183865" y="261426"/>
                    <a:pt x="183865" y="261426"/>
                  </a:cubicBezTo>
                  <a:close/>
                  <a:moveTo>
                    <a:pt x="187111" y="269544"/>
                  </a:moveTo>
                  <a:cubicBezTo>
                    <a:pt x="187111" y="270356"/>
                    <a:pt x="186299" y="270356"/>
                    <a:pt x="186299" y="270356"/>
                  </a:cubicBezTo>
                  <a:cubicBezTo>
                    <a:pt x="186299" y="270356"/>
                    <a:pt x="185488" y="269544"/>
                    <a:pt x="185488" y="269544"/>
                  </a:cubicBezTo>
                  <a:cubicBezTo>
                    <a:pt x="185488" y="268732"/>
                    <a:pt x="186299" y="268732"/>
                    <a:pt x="186299" y="268732"/>
                  </a:cubicBezTo>
                  <a:cubicBezTo>
                    <a:pt x="187111" y="267920"/>
                    <a:pt x="187111" y="268732"/>
                    <a:pt x="187111" y="269544"/>
                  </a:cubicBezTo>
                  <a:close/>
                  <a:moveTo>
                    <a:pt x="198469" y="245188"/>
                  </a:moveTo>
                  <a:cubicBezTo>
                    <a:pt x="197658" y="245188"/>
                    <a:pt x="196035" y="246000"/>
                    <a:pt x="194412" y="246812"/>
                  </a:cubicBezTo>
                  <a:cubicBezTo>
                    <a:pt x="193601" y="246812"/>
                    <a:pt x="191979" y="247623"/>
                    <a:pt x="191979" y="247623"/>
                  </a:cubicBezTo>
                  <a:cubicBezTo>
                    <a:pt x="191979" y="246812"/>
                    <a:pt x="192790" y="246812"/>
                    <a:pt x="192790" y="246000"/>
                  </a:cubicBezTo>
                  <a:cubicBezTo>
                    <a:pt x="195224" y="245188"/>
                    <a:pt x="197658" y="244376"/>
                    <a:pt x="200092" y="244376"/>
                  </a:cubicBezTo>
                  <a:cubicBezTo>
                    <a:pt x="199280" y="245188"/>
                    <a:pt x="198469" y="245188"/>
                    <a:pt x="198469" y="245188"/>
                  </a:cubicBezTo>
                  <a:close/>
                  <a:moveTo>
                    <a:pt x="211450" y="227326"/>
                  </a:moveTo>
                  <a:cubicBezTo>
                    <a:pt x="210639" y="226515"/>
                    <a:pt x="209828" y="227326"/>
                    <a:pt x="209016" y="228138"/>
                  </a:cubicBezTo>
                  <a:cubicBezTo>
                    <a:pt x="208205" y="228950"/>
                    <a:pt x="208205" y="228950"/>
                    <a:pt x="209016" y="227326"/>
                  </a:cubicBezTo>
                  <a:cubicBezTo>
                    <a:pt x="211450" y="223267"/>
                    <a:pt x="211450" y="224079"/>
                    <a:pt x="211450" y="226515"/>
                  </a:cubicBezTo>
                  <a:cubicBezTo>
                    <a:pt x="211450" y="226515"/>
                    <a:pt x="211450" y="227326"/>
                    <a:pt x="211450" y="227326"/>
                  </a:cubicBezTo>
                  <a:close/>
                  <a:moveTo>
                    <a:pt x="238224" y="234634"/>
                  </a:moveTo>
                  <a:cubicBezTo>
                    <a:pt x="239035" y="234634"/>
                    <a:pt x="239846" y="233822"/>
                    <a:pt x="239846" y="234634"/>
                  </a:cubicBezTo>
                  <a:cubicBezTo>
                    <a:pt x="239846" y="234634"/>
                    <a:pt x="239035" y="234634"/>
                    <a:pt x="238224" y="234634"/>
                  </a:cubicBezTo>
                  <a:cubicBezTo>
                    <a:pt x="237412" y="234634"/>
                    <a:pt x="237412" y="234634"/>
                    <a:pt x="238224" y="234634"/>
                  </a:cubicBezTo>
                  <a:close/>
                  <a:moveTo>
                    <a:pt x="270676" y="133960"/>
                  </a:moveTo>
                  <a:cubicBezTo>
                    <a:pt x="271487" y="134772"/>
                    <a:pt x="271487" y="134772"/>
                    <a:pt x="271487" y="135584"/>
                  </a:cubicBezTo>
                  <a:cubicBezTo>
                    <a:pt x="271487" y="135584"/>
                    <a:pt x="270676" y="136396"/>
                    <a:pt x="270676" y="136396"/>
                  </a:cubicBezTo>
                  <a:cubicBezTo>
                    <a:pt x="269865" y="136396"/>
                    <a:pt x="269865" y="135584"/>
                    <a:pt x="269865" y="135584"/>
                  </a:cubicBezTo>
                  <a:cubicBezTo>
                    <a:pt x="269054" y="133960"/>
                    <a:pt x="269865" y="133960"/>
                    <a:pt x="270676" y="133960"/>
                  </a:cubicBezTo>
                  <a:close/>
                  <a:moveTo>
                    <a:pt x="264997" y="145327"/>
                  </a:moveTo>
                  <a:cubicBezTo>
                    <a:pt x="265808" y="145327"/>
                    <a:pt x="266620" y="143703"/>
                    <a:pt x="267431" y="142079"/>
                  </a:cubicBezTo>
                  <a:cubicBezTo>
                    <a:pt x="268242" y="140455"/>
                    <a:pt x="269054" y="138832"/>
                    <a:pt x="269054" y="139643"/>
                  </a:cubicBezTo>
                  <a:cubicBezTo>
                    <a:pt x="269054" y="140455"/>
                    <a:pt x="269054" y="142079"/>
                    <a:pt x="267431" y="144515"/>
                  </a:cubicBezTo>
                  <a:cubicBezTo>
                    <a:pt x="265808" y="146950"/>
                    <a:pt x="264997" y="148574"/>
                    <a:pt x="264186" y="146950"/>
                  </a:cubicBezTo>
                  <a:cubicBezTo>
                    <a:pt x="264186" y="145327"/>
                    <a:pt x="264186" y="145327"/>
                    <a:pt x="264997" y="145327"/>
                  </a:cubicBezTo>
                  <a:close/>
                  <a:moveTo>
                    <a:pt x="263374" y="149386"/>
                  </a:moveTo>
                  <a:cubicBezTo>
                    <a:pt x="265808" y="148574"/>
                    <a:pt x="265808" y="148574"/>
                    <a:pt x="260940" y="156693"/>
                  </a:cubicBezTo>
                  <a:cubicBezTo>
                    <a:pt x="258507" y="160752"/>
                    <a:pt x="256884" y="164000"/>
                    <a:pt x="256884" y="164000"/>
                  </a:cubicBezTo>
                  <a:cubicBezTo>
                    <a:pt x="255261" y="164000"/>
                    <a:pt x="256073" y="159941"/>
                    <a:pt x="258507" y="156693"/>
                  </a:cubicBezTo>
                  <a:cubicBezTo>
                    <a:pt x="260129" y="154257"/>
                    <a:pt x="260940" y="152634"/>
                    <a:pt x="260940" y="151822"/>
                  </a:cubicBezTo>
                  <a:cubicBezTo>
                    <a:pt x="261752" y="151010"/>
                    <a:pt x="262563" y="150198"/>
                    <a:pt x="263374" y="149386"/>
                  </a:cubicBezTo>
                  <a:close/>
                  <a:moveTo>
                    <a:pt x="258507" y="140455"/>
                  </a:moveTo>
                  <a:cubicBezTo>
                    <a:pt x="260129" y="137208"/>
                    <a:pt x="260940" y="134772"/>
                    <a:pt x="260940" y="134772"/>
                  </a:cubicBezTo>
                  <a:cubicBezTo>
                    <a:pt x="260940" y="134772"/>
                    <a:pt x="260129" y="137208"/>
                    <a:pt x="258507" y="142079"/>
                  </a:cubicBezTo>
                  <a:cubicBezTo>
                    <a:pt x="256884" y="145327"/>
                    <a:pt x="256073" y="148574"/>
                    <a:pt x="255261" y="148574"/>
                  </a:cubicBezTo>
                  <a:cubicBezTo>
                    <a:pt x="254450" y="147762"/>
                    <a:pt x="255261" y="146950"/>
                    <a:pt x="258507" y="140455"/>
                  </a:cubicBezTo>
                  <a:close/>
                  <a:moveTo>
                    <a:pt x="247959" y="164000"/>
                  </a:moveTo>
                  <a:cubicBezTo>
                    <a:pt x="248771" y="162376"/>
                    <a:pt x="249582" y="160752"/>
                    <a:pt x="250393" y="160752"/>
                  </a:cubicBezTo>
                  <a:cubicBezTo>
                    <a:pt x="251205" y="160752"/>
                    <a:pt x="250393" y="162376"/>
                    <a:pt x="249582" y="164000"/>
                  </a:cubicBezTo>
                  <a:cubicBezTo>
                    <a:pt x="248771" y="165624"/>
                    <a:pt x="247148" y="167247"/>
                    <a:pt x="247148" y="167247"/>
                  </a:cubicBezTo>
                  <a:cubicBezTo>
                    <a:pt x="246337" y="167247"/>
                    <a:pt x="247148" y="165624"/>
                    <a:pt x="247959" y="164000"/>
                  </a:cubicBezTo>
                  <a:close/>
                  <a:moveTo>
                    <a:pt x="237412" y="194040"/>
                  </a:moveTo>
                  <a:cubicBezTo>
                    <a:pt x="239035" y="191604"/>
                    <a:pt x="240658" y="188356"/>
                    <a:pt x="242280" y="185109"/>
                  </a:cubicBezTo>
                  <a:cubicBezTo>
                    <a:pt x="243091" y="183485"/>
                    <a:pt x="244714" y="180238"/>
                    <a:pt x="247148" y="177802"/>
                  </a:cubicBezTo>
                  <a:cubicBezTo>
                    <a:pt x="249582" y="175366"/>
                    <a:pt x="251205" y="172119"/>
                    <a:pt x="251205" y="171307"/>
                  </a:cubicBezTo>
                  <a:cubicBezTo>
                    <a:pt x="250393" y="168871"/>
                    <a:pt x="255261" y="164000"/>
                    <a:pt x="256073" y="165624"/>
                  </a:cubicBezTo>
                  <a:cubicBezTo>
                    <a:pt x="256884" y="166435"/>
                    <a:pt x="255261" y="168059"/>
                    <a:pt x="253639" y="170495"/>
                  </a:cubicBezTo>
                  <a:cubicBezTo>
                    <a:pt x="252016" y="172931"/>
                    <a:pt x="251205" y="174554"/>
                    <a:pt x="251205" y="175366"/>
                  </a:cubicBezTo>
                  <a:cubicBezTo>
                    <a:pt x="252016" y="176178"/>
                    <a:pt x="251205" y="176178"/>
                    <a:pt x="250393" y="176178"/>
                  </a:cubicBezTo>
                  <a:cubicBezTo>
                    <a:pt x="249582" y="176178"/>
                    <a:pt x="243903" y="184297"/>
                    <a:pt x="239846" y="192416"/>
                  </a:cubicBezTo>
                  <a:cubicBezTo>
                    <a:pt x="239035" y="193228"/>
                    <a:pt x="236601" y="198099"/>
                    <a:pt x="235790" y="198099"/>
                  </a:cubicBezTo>
                  <a:cubicBezTo>
                    <a:pt x="235790" y="198099"/>
                    <a:pt x="236601" y="195663"/>
                    <a:pt x="237412" y="194040"/>
                  </a:cubicBezTo>
                  <a:close/>
                  <a:moveTo>
                    <a:pt x="231733" y="202158"/>
                  </a:moveTo>
                  <a:cubicBezTo>
                    <a:pt x="234167" y="199723"/>
                    <a:pt x="234167" y="199723"/>
                    <a:pt x="234978" y="200535"/>
                  </a:cubicBezTo>
                  <a:cubicBezTo>
                    <a:pt x="235790" y="201346"/>
                    <a:pt x="235790" y="202970"/>
                    <a:pt x="233356" y="204594"/>
                  </a:cubicBezTo>
                  <a:cubicBezTo>
                    <a:pt x="231733" y="206218"/>
                    <a:pt x="230111" y="207029"/>
                    <a:pt x="230111" y="207029"/>
                  </a:cubicBezTo>
                  <a:cubicBezTo>
                    <a:pt x="229299" y="207029"/>
                    <a:pt x="229299" y="205406"/>
                    <a:pt x="231733" y="202158"/>
                  </a:cubicBezTo>
                  <a:close/>
                  <a:moveTo>
                    <a:pt x="221186" y="209465"/>
                  </a:moveTo>
                  <a:cubicBezTo>
                    <a:pt x="221186" y="208653"/>
                    <a:pt x="221997" y="207841"/>
                    <a:pt x="222809" y="207841"/>
                  </a:cubicBezTo>
                  <a:cubicBezTo>
                    <a:pt x="223620" y="207841"/>
                    <a:pt x="223620" y="208653"/>
                    <a:pt x="222809" y="209465"/>
                  </a:cubicBezTo>
                  <a:cubicBezTo>
                    <a:pt x="221997" y="210277"/>
                    <a:pt x="221186" y="211089"/>
                    <a:pt x="221186" y="211089"/>
                  </a:cubicBezTo>
                  <a:cubicBezTo>
                    <a:pt x="221186" y="211089"/>
                    <a:pt x="221186" y="210277"/>
                    <a:pt x="221186" y="209465"/>
                  </a:cubicBezTo>
                  <a:close/>
                  <a:moveTo>
                    <a:pt x="213884" y="219208"/>
                  </a:moveTo>
                  <a:cubicBezTo>
                    <a:pt x="213884" y="218396"/>
                    <a:pt x="214695" y="217584"/>
                    <a:pt x="215507" y="217584"/>
                  </a:cubicBezTo>
                  <a:cubicBezTo>
                    <a:pt x="217129" y="216772"/>
                    <a:pt x="217129" y="216772"/>
                    <a:pt x="216318" y="218396"/>
                  </a:cubicBezTo>
                  <a:cubicBezTo>
                    <a:pt x="214695" y="220832"/>
                    <a:pt x="214695" y="220832"/>
                    <a:pt x="213884" y="219208"/>
                  </a:cubicBezTo>
                  <a:close/>
                  <a:moveTo>
                    <a:pt x="218752" y="225703"/>
                  </a:moveTo>
                  <a:cubicBezTo>
                    <a:pt x="217941" y="227326"/>
                    <a:pt x="217129" y="227326"/>
                    <a:pt x="216318" y="226515"/>
                  </a:cubicBezTo>
                  <a:cubicBezTo>
                    <a:pt x="215507" y="225703"/>
                    <a:pt x="217941" y="222455"/>
                    <a:pt x="220375" y="220020"/>
                  </a:cubicBezTo>
                  <a:cubicBezTo>
                    <a:pt x="222809" y="216772"/>
                    <a:pt x="225243" y="213525"/>
                    <a:pt x="226054" y="211901"/>
                  </a:cubicBezTo>
                  <a:cubicBezTo>
                    <a:pt x="226865" y="210277"/>
                    <a:pt x="226865" y="209465"/>
                    <a:pt x="228488" y="211089"/>
                  </a:cubicBezTo>
                  <a:cubicBezTo>
                    <a:pt x="229299" y="211901"/>
                    <a:pt x="229299" y="213525"/>
                    <a:pt x="226865" y="215960"/>
                  </a:cubicBezTo>
                  <a:cubicBezTo>
                    <a:pt x="224431" y="218396"/>
                    <a:pt x="223620" y="220832"/>
                    <a:pt x="224431" y="221643"/>
                  </a:cubicBezTo>
                  <a:cubicBezTo>
                    <a:pt x="225243" y="223267"/>
                    <a:pt x="224431" y="224079"/>
                    <a:pt x="222809" y="223267"/>
                  </a:cubicBezTo>
                  <a:cubicBezTo>
                    <a:pt x="221186" y="223267"/>
                    <a:pt x="219563" y="224079"/>
                    <a:pt x="218752" y="225703"/>
                  </a:cubicBezTo>
                  <a:close/>
                  <a:moveTo>
                    <a:pt x="251205" y="241129"/>
                  </a:moveTo>
                  <a:cubicBezTo>
                    <a:pt x="250393" y="241129"/>
                    <a:pt x="249582" y="241129"/>
                    <a:pt x="248771" y="241129"/>
                  </a:cubicBezTo>
                  <a:cubicBezTo>
                    <a:pt x="247148" y="240317"/>
                    <a:pt x="239846" y="241129"/>
                    <a:pt x="221186" y="243564"/>
                  </a:cubicBezTo>
                  <a:cubicBezTo>
                    <a:pt x="222809" y="241940"/>
                    <a:pt x="223620" y="241129"/>
                    <a:pt x="224431" y="240317"/>
                  </a:cubicBezTo>
                  <a:cubicBezTo>
                    <a:pt x="233356" y="239505"/>
                    <a:pt x="242280" y="239505"/>
                    <a:pt x="247148" y="240317"/>
                  </a:cubicBezTo>
                  <a:cubicBezTo>
                    <a:pt x="250393" y="240317"/>
                    <a:pt x="252016" y="241129"/>
                    <a:pt x="251205" y="241129"/>
                  </a:cubicBezTo>
                  <a:close/>
                  <a:moveTo>
                    <a:pt x="483241" y="263861"/>
                  </a:moveTo>
                  <a:cubicBezTo>
                    <a:pt x="483241" y="264673"/>
                    <a:pt x="482429" y="264673"/>
                    <a:pt x="482429" y="264673"/>
                  </a:cubicBezTo>
                  <a:cubicBezTo>
                    <a:pt x="482429" y="264673"/>
                    <a:pt x="481618" y="264673"/>
                    <a:pt x="481618" y="263861"/>
                  </a:cubicBezTo>
                  <a:cubicBezTo>
                    <a:pt x="482429" y="263861"/>
                    <a:pt x="482429" y="263861"/>
                    <a:pt x="483241" y="263861"/>
                  </a:cubicBezTo>
                  <a:cubicBezTo>
                    <a:pt x="483241" y="263861"/>
                    <a:pt x="483241" y="263861"/>
                    <a:pt x="483241" y="263861"/>
                  </a:cubicBezTo>
                  <a:close/>
                  <a:moveTo>
                    <a:pt x="488109" y="263861"/>
                  </a:moveTo>
                  <a:cubicBezTo>
                    <a:pt x="488109" y="264673"/>
                    <a:pt x="487297" y="265485"/>
                    <a:pt x="485675" y="266297"/>
                  </a:cubicBezTo>
                  <a:lnTo>
                    <a:pt x="483241" y="267920"/>
                  </a:lnTo>
                  <a:lnTo>
                    <a:pt x="484864" y="265485"/>
                  </a:lnTo>
                  <a:cubicBezTo>
                    <a:pt x="488109" y="263049"/>
                    <a:pt x="488920" y="262237"/>
                    <a:pt x="488109" y="263861"/>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3" name="Freeform 92">
              <a:extLst>
                <a:ext uri="{FF2B5EF4-FFF2-40B4-BE49-F238E27FC236}">
                  <a16:creationId xmlns:a16="http://schemas.microsoft.com/office/drawing/2014/main" id="{90D4DE48-28DD-F8E3-E30A-84BEDCB81973}"/>
                </a:ext>
              </a:extLst>
            </p:cNvPr>
            <p:cNvSpPr/>
            <p:nvPr/>
          </p:nvSpPr>
          <p:spPr>
            <a:xfrm>
              <a:off x="4693527" y="4644671"/>
              <a:ext cx="49794" cy="56470"/>
            </a:xfrm>
            <a:custGeom>
              <a:avLst/>
              <a:gdLst>
                <a:gd name="connsiteX0" fmla="*/ 3245 w 49794"/>
                <a:gd name="connsiteY0" fmla="*/ 56020 h 56470"/>
                <a:gd name="connsiteX1" fmla="*/ 5679 w 49794"/>
                <a:gd name="connsiteY1" fmla="*/ 54396 h 56470"/>
                <a:gd name="connsiteX2" fmla="*/ 10547 w 49794"/>
                <a:gd name="connsiteY2" fmla="*/ 51148 h 56470"/>
                <a:gd name="connsiteX3" fmla="*/ 17038 w 49794"/>
                <a:gd name="connsiteY3" fmla="*/ 45465 h 56470"/>
                <a:gd name="connsiteX4" fmla="*/ 25962 w 49794"/>
                <a:gd name="connsiteY4" fmla="*/ 39782 h 56470"/>
                <a:gd name="connsiteX5" fmla="*/ 47056 w 49794"/>
                <a:gd name="connsiteY5" fmla="*/ 24356 h 56470"/>
                <a:gd name="connsiteX6" fmla="*/ 49490 w 49794"/>
                <a:gd name="connsiteY6" fmla="*/ 16238 h 56470"/>
                <a:gd name="connsiteX7" fmla="*/ 37321 w 49794"/>
                <a:gd name="connsiteY7" fmla="*/ 0 h 56470"/>
                <a:gd name="connsiteX8" fmla="*/ 32453 w 49794"/>
                <a:gd name="connsiteY8" fmla="*/ 1624 h 56470"/>
                <a:gd name="connsiteX9" fmla="*/ 0 w 49794"/>
                <a:gd name="connsiteY9" fmla="*/ 53584 h 56470"/>
                <a:gd name="connsiteX10" fmla="*/ 3245 w 49794"/>
                <a:gd name="connsiteY10" fmla="*/ 56020 h 5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794" h="56470">
                  <a:moveTo>
                    <a:pt x="3245" y="56020"/>
                  </a:moveTo>
                  <a:cubicBezTo>
                    <a:pt x="4868" y="55208"/>
                    <a:pt x="5679" y="54396"/>
                    <a:pt x="5679" y="54396"/>
                  </a:cubicBezTo>
                  <a:cubicBezTo>
                    <a:pt x="5679" y="54396"/>
                    <a:pt x="7302" y="52772"/>
                    <a:pt x="10547" y="51148"/>
                  </a:cubicBezTo>
                  <a:cubicBezTo>
                    <a:pt x="12981" y="49525"/>
                    <a:pt x="16226" y="47089"/>
                    <a:pt x="17038" y="45465"/>
                  </a:cubicBezTo>
                  <a:cubicBezTo>
                    <a:pt x="18660" y="43030"/>
                    <a:pt x="24339" y="39782"/>
                    <a:pt x="25962" y="39782"/>
                  </a:cubicBezTo>
                  <a:cubicBezTo>
                    <a:pt x="30830" y="39782"/>
                    <a:pt x="41377" y="32475"/>
                    <a:pt x="47056" y="24356"/>
                  </a:cubicBezTo>
                  <a:cubicBezTo>
                    <a:pt x="49490" y="21109"/>
                    <a:pt x="50301" y="19485"/>
                    <a:pt x="49490" y="16238"/>
                  </a:cubicBezTo>
                  <a:cubicBezTo>
                    <a:pt x="47868" y="7307"/>
                    <a:pt x="43000" y="0"/>
                    <a:pt x="37321" y="0"/>
                  </a:cubicBezTo>
                  <a:cubicBezTo>
                    <a:pt x="35698" y="0"/>
                    <a:pt x="34075" y="812"/>
                    <a:pt x="32453" y="1624"/>
                  </a:cubicBezTo>
                  <a:cubicBezTo>
                    <a:pt x="27585" y="5683"/>
                    <a:pt x="811" y="50337"/>
                    <a:pt x="0" y="53584"/>
                  </a:cubicBezTo>
                  <a:cubicBezTo>
                    <a:pt x="811" y="56832"/>
                    <a:pt x="1622" y="56832"/>
                    <a:pt x="3245" y="56020"/>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4" name="Freeform 93">
              <a:extLst>
                <a:ext uri="{FF2B5EF4-FFF2-40B4-BE49-F238E27FC236}">
                  <a16:creationId xmlns:a16="http://schemas.microsoft.com/office/drawing/2014/main" id="{DDC30418-7686-50EA-469A-E154B92430F3}"/>
                </a:ext>
              </a:extLst>
            </p:cNvPr>
            <p:cNvSpPr/>
            <p:nvPr/>
          </p:nvSpPr>
          <p:spPr>
            <a:xfrm>
              <a:off x="4633490" y="4712057"/>
              <a:ext cx="565486" cy="137207"/>
            </a:xfrm>
            <a:custGeom>
              <a:avLst/>
              <a:gdLst>
                <a:gd name="connsiteX0" fmla="*/ 508695 w 565486"/>
                <a:gd name="connsiteY0" fmla="*/ 71446 h 137207"/>
                <a:gd name="connsiteX1" fmla="*/ 503827 w 565486"/>
                <a:gd name="connsiteY1" fmla="*/ 74693 h 137207"/>
                <a:gd name="connsiteX2" fmla="*/ 496525 w 565486"/>
                <a:gd name="connsiteY2" fmla="*/ 79564 h 137207"/>
                <a:gd name="connsiteX3" fmla="*/ 493280 w 565486"/>
                <a:gd name="connsiteY3" fmla="*/ 81188 h 137207"/>
                <a:gd name="connsiteX4" fmla="*/ 418638 w 565486"/>
                <a:gd name="connsiteY4" fmla="*/ 115287 h 137207"/>
                <a:gd name="connsiteX5" fmla="*/ 395110 w 565486"/>
                <a:gd name="connsiteY5" fmla="*/ 120970 h 137207"/>
                <a:gd name="connsiteX6" fmla="*/ 382941 w 565486"/>
                <a:gd name="connsiteY6" fmla="*/ 121782 h 137207"/>
                <a:gd name="connsiteX7" fmla="*/ 362658 w 565486"/>
                <a:gd name="connsiteY7" fmla="*/ 119346 h 137207"/>
                <a:gd name="connsiteX8" fmla="*/ 357790 w 565486"/>
                <a:gd name="connsiteY8" fmla="*/ 106356 h 137207"/>
                <a:gd name="connsiteX9" fmla="*/ 369960 w 565486"/>
                <a:gd name="connsiteY9" fmla="*/ 82000 h 137207"/>
                <a:gd name="connsiteX10" fmla="*/ 370771 w 565486"/>
                <a:gd name="connsiteY10" fmla="*/ 83624 h 137207"/>
                <a:gd name="connsiteX11" fmla="*/ 395922 w 565486"/>
                <a:gd name="connsiteY11" fmla="*/ 69822 h 137207"/>
                <a:gd name="connsiteX12" fmla="*/ 401601 w 565486"/>
                <a:gd name="connsiteY12" fmla="*/ 68198 h 137207"/>
                <a:gd name="connsiteX13" fmla="*/ 428374 w 565486"/>
                <a:gd name="connsiteY13" fmla="*/ 56832 h 137207"/>
                <a:gd name="connsiteX14" fmla="*/ 431620 w 565486"/>
                <a:gd name="connsiteY14" fmla="*/ 55208 h 137207"/>
                <a:gd name="connsiteX15" fmla="*/ 446223 w 565486"/>
                <a:gd name="connsiteY15" fmla="*/ 42218 h 137207"/>
                <a:gd name="connsiteX16" fmla="*/ 449469 w 565486"/>
                <a:gd name="connsiteY16" fmla="*/ 38970 h 137207"/>
                <a:gd name="connsiteX17" fmla="*/ 454337 w 565486"/>
                <a:gd name="connsiteY17" fmla="*/ 29228 h 137207"/>
                <a:gd name="connsiteX18" fmla="*/ 455148 w 565486"/>
                <a:gd name="connsiteY18" fmla="*/ 28416 h 137207"/>
                <a:gd name="connsiteX19" fmla="*/ 448657 w 565486"/>
                <a:gd name="connsiteY19" fmla="*/ 7307 h 137207"/>
                <a:gd name="connsiteX20" fmla="*/ 448657 w 565486"/>
                <a:gd name="connsiteY20" fmla="*/ 4871 h 137207"/>
                <a:gd name="connsiteX21" fmla="*/ 448657 w 565486"/>
                <a:gd name="connsiteY21" fmla="*/ 4059 h 137207"/>
                <a:gd name="connsiteX22" fmla="*/ 442167 w 565486"/>
                <a:gd name="connsiteY22" fmla="*/ 2436 h 137207"/>
                <a:gd name="connsiteX23" fmla="*/ 428374 w 565486"/>
                <a:gd name="connsiteY23" fmla="*/ 0 h 137207"/>
                <a:gd name="connsiteX24" fmla="*/ 420261 w 565486"/>
                <a:gd name="connsiteY24" fmla="*/ 0 h 137207"/>
                <a:gd name="connsiteX25" fmla="*/ 412959 w 565486"/>
                <a:gd name="connsiteY25" fmla="*/ 4871 h 137207"/>
                <a:gd name="connsiteX26" fmla="*/ 376450 w 565486"/>
                <a:gd name="connsiteY26" fmla="*/ 36535 h 137207"/>
                <a:gd name="connsiteX27" fmla="*/ 371582 w 565486"/>
                <a:gd name="connsiteY27" fmla="*/ 41406 h 137207"/>
                <a:gd name="connsiteX28" fmla="*/ 359413 w 565486"/>
                <a:gd name="connsiteY28" fmla="*/ 56020 h 137207"/>
                <a:gd name="connsiteX29" fmla="*/ 350488 w 565486"/>
                <a:gd name="connsiteY29" fmla="*/ 60891 h 137207"/>
                <a:gd name="connsiteX30" fmla="*/ 343186 w 565486"/>
                <a:gd name="connsiteY30" fmla="*/ 64950 h 137207"/>
                <a:gd name="connsiteX31" fmla="*/ 266923 w 565486"/>
                <a:gd name="connsiteY31" fmla="*/ 94178 h 137207"/>
                <a:gd name="connsiteX32" fmla="*/ 257998 w 565486"/>
                <a:gd name="connsiteY32" fmla="*/ 92555 h 137207"/>
                <a:gd name="connsiteX33" fmla="*/ 258810 w 565486"/>
                <a:gd name="connsiteY33" fmla="*/ 76317 h 137207"/>
                <a:gd name="connsiteX34" fmla="*/ 257998 w 565486"/>
                <a:gd name="connsiteY34" fmla="*/ 61703 h 137207"/>
                <a:gd name="connsiteX35" fmla="*/ 246640 w 565486"/>
                <a:gd name="connsiteY35" fmla="*/ 47089 h 137207"/>
                <a:gd name="connsiteX36" fmla="*/ 241772 w 565486"/>
                <a:gd name="connsiteY36" fmla="*/ 44653 h 137207"/>
                <a:gd name="connsiteX37" fmla="*/ 233659 w 565486"/>
                <a:gd name="connsiteY37" fmla="*/ 43030 h 137207"/>
                <a:gd name="connsiteX38" fmla="*/ 176055 w 565486"/>
                <a:gd name="connsiteY38" fmla="*/ 74693 h 137207"/>
                <a:gd name="connsiteX39" fmla="*/ 175244 w 565486"/>
                <a:gd name="connsiteY39" fmla="*/ 72258 h 137207"/>
                <a:gd name="connsiteX40" fmla="*/ 183357 w 565486"/>
                <a:gd name="connsiteY40" fmla="*/ 59267 h 137207"/>
                <a:gd name="connsiteX41" fmla="*/ 187414 w 565486"/>
                <a:gd name="connsiteY41" fmla="*/ 53584 h 137207"/>
                <a:gd name="connsiteX42" fmla="*/ 191470 w 565486"/>
                <a:gd name="connsiteY42" fmla="*/ 47089 h 137207"/>
                <a:gd name="connsiteX43" fmla="*/ 197961 w 565486"/>
                <a:gd name="connsiteY43" fmla="*/ 31664 h 137207"/>
                <a:gd name="connsiteX44" fmla="*/ 182546 w 565486"/>
                <a:gd name="connsiteY44" fmla="*/ 18673 h 137207"/>
                <a:gd name="connsiteX45" fmla="*/ 180112 w 565486"/>
                <a:gd name="connsiteY45" fmla="*/ 19485 h 137207"/>
                <a:gd name="connsiteX46" fmla="*/ 176867 w 565486"/>
                <a:gd name="connsiteY46" fmla="*/ 20297 h 137207"/>
                <a:gd name="connsiteX47" fmla="*/ 165508 w 565486"/>
                <a:gd name="connsiteY47" fmla="*/ 35723 h 137207"/>
                <a:gd name="connsiteX48" fmla="*/ 158206 w 565486"/>
                <a:gd name="connsiteY48" fmla="*/ 47089 h 137207"/>
                <a:gd name="connsiteX49" fmla="*/ 158206 w 565486"/>
                <a:gd name="connsiteY49" fmla="*/ 47901 h 137207"/>
                <a:gd name="connsiteX50" fmla="*/ 133056 w 565486"/>
                <a:gd name="connsiteY50" fmla="*/ 64950 h 137207"/>
                <a:gd name="connsiteX51" fmla="*/ 116829 w 565486"/>
                <a:gd name="connsiteY51" fmla="*/ 75505 h 137207"/>
                <a:gd name="connsiteX52" fmla="*/ 32453 w 565486"/>
                <a:gd name="connsiteY52" fmla="*/ 113663 h 137207"/>
                <a:gd name="connsiteX53" fmla="*/ 25151 w 565486"/>
                <a:gd name="connsiteY53" fmla="*/ 112852 h 137207"/>
                <a:gd name="connsiteX54" fmla="*/ 26773 w 565486"/>
                <a:gd name="connsiteY54" fmla="*/ 108792 h 137207"/>
                <a:gd name="connsiteX55" fmla="*/ 24339 w 565486"/>
                <a:gd name="connsiteY55" fmla="*/ 107980 h 137207"/>
                <a:gd name="connsiteX56" fmla="*/ 27585 w 565486"/>
                <a:gd name="connsiteY56" fmla="*/ 91743 h 137207"/>
                <a:gd name="connsiteX57" fmla="*/ 33264 w 565486"/>
                <a:gd name="connsiteY57" fmla="*/ 84436 h 137207"/>
                <a:gd name="connsiteX58" fmla="*/ 35698 w 565486"/>
                <a:gd name="connsiteY58" fmla="*/ 83624 h 137207"/>
                <a:gd name="connsiteX59" fmla="*/ 34886 w 565486"/>
                <a:gd name="connsiteY59" fmla="*/ 81188 h 137207"/>
                <a:gd name="connsiteX60" fmla="*/ 34886 w 565486"/>
                <a:gd name="connsiteY60" fmla="*/ 79564 h 137207"/>
                <a:gd name="connsiteX61" fmla="*/ 38132 w 565486"/>
                <a:gd name="connsiteY61" fmla="*/ 75505 h 137207"/>
                <a:gd name="connsiteX62" fmla="*/ 56792 w 565486"/>
                <a:gd name="connsiteY62" fmla="*/ 49525 h 137207"/>
                <a:gd name="connsiteX63" fmla="*/ 60849 w 565486"/>
                <a:gd name="connsiteY63" fmla="*/ 44653 h 137207"/>
                <a:gd name="connsiteX64" fmla="*/ 63282 w 565486"/>
                <a:gd name="connsiteY64" fmla="*/ 39782 h 137207"/>
                <a:gd name="connsiteX65" fmla="*/ 67339 w 565486"/>
                <a:gd name="connsiteY65" fmla="*/ 25980 h 137207"/>
                <a:gd name="connsiteX66" fmla="*/ 49490 w 565486"/>
                <a:gd name="connsiteY66" fmla="*/ 16238 h 137207"/>
                <a:gd name="connsiteX67" fmla="*/ 33264 w 565486"/>
                <a:gd name="connsiteY67" fmla="*/ 25980 h 137207"/>
                <a:gd name="connsiteX68" fmla="*/ 27585 w 565486"/>
                <a:gd name="connsiteY68" fmla="*/ 34099 h 137207"/>
                <a:gd name="connsiteX69" fmla="*/ 25151 w 565486"/>
                <a:gd name="connsiteY69" fmla="*/ 37347 h 137207"/>
                <a:gd name="connsiteX70" fmla="*/ 21094 w 565486"/>
                <a:gd name="connsiteY70" fmla="*/ 43842 h 137207"/>
                <a:gd name="connsiteX71" fmla="*/ 17037 w 565486"/>
                <a:gd name="connsiteY71" fmla="*/ 51149 h 137207"/>
                <a:gd name="connsiteX72" fmla="*/ 15415 w 565486"/>
                <a:gd name="connsiteY72" fmla="*/ 53584 h 137207"/>
                <a:gd name="connsiteX73" fmla="*/ 14604 w 565486"/>
                <a:gd name="connsiteY73" fmla="*/ 55208 h 137207"/>
                <a:gd name="connsiteX74" fmla="*/ 13792 w 565486"/>
                <a:gd name="connsiteY74" fmla="*/ 56020 h 137207"/>
                <a:gd name="connsiteX75" fmla="*/ 2434 w 565486"/>
                <a:gd name="connsiteY75" fmla="*/ 77941 h 137207"/>
                <a:gd name="connsiteX76" fmla="*/ 0 w 565486"/>
                <a:gd name="connsiteY76" fmla="*/ 93366 h 137207"/>
                <a:gd name="connsiteX77" fmla="*/ 20283 w 565486"/>
                <a:gd name="connsiteY77" fmla="*/ 120158 h 137207"/>
                <a:gd name="connsiteX78" fmla="*/ 21094 w 565486"/>
                <a:gd name="connsiteY78" fmla="*/ 119346 h 137207"/>
                <a:gd name="connsiteX79" fmla="*/ 32453 w 565486"/>
                <a:gd name="connsiteY79" fmla="*/ 125841 h 137207"/>
                <a:gd name="connsiteX80" fmla="*/ 48679 w 565486"/>
                <a:gd name="connsiteY80" fmla="*/ 128277 h 137207"/>
                <a:gd name="connsiteX81" fmla="*/ 66528 w 565486"/>
                <a:gd name="connsiteY81" fmla="*/ 125841 h 137207"/>
                <a:gd name="connsiteX82" fmla="*/ 77075 w 565486"/>
                <a:gd name="connsiteY82" fmla="*/ 122594 h 137207"/>
                <a:gd name="connsiteX83" fmla="*/ 93301 w 565486"/>
                <a:gd name="connsiteY83" fmla="*/ 112852 h 137207"/>
                <a:gd name="connsiteX84" fmla="*/ 103848 w 565486"/>
                <a:gd name="connsiteY84" fmla="*/ 106356 h 137207"/>
                <a:gd name="connsiteX85" fmla="*/ 104660 w 565486"/>
                <a:gd name="connsiteY85" fmla="*/ 105544 h 137207"/>
                <a:gd name="connsiteX86" fmla="*/ 108716 w 565486"/>
                <a:gd name="connsiteY86" fmla="*/ 102297 h 137207"/>
                <a:gd name="connsiteX87" fmla="*/ 118452 w 565486"/>
                <a:gd name="connsiteY87" fmla="*/ 94990 h 137207"/>
                <a:gd name="connsiteX88" fmla="*/ 126565 w 565486"/>
                <a:gd name="connsiteY88" fmla="*/ 89307 h 137207"/>
                <a:gd name="connsiteX89" fmla="*/ 128188 w 565486"/>
                <a:gd name="connsiteY89" fmla="*/ 86871 h 137207"/>
                <a:gd name="connsiteX90" fmla="*/ 129810 w 565486"/>
                <a:gd name="connsiteY90" fmla="*/ 83624 h 137207"/>
                <a:gd name="connsiteX91" fmla="*/ 131433 w 565486"/>
                <a:gd name="connsiteY91" fmla="*/ 80376 h 137207"/>
                <a:gd name="connsiteX92" fmla="*/ 137924 w 565486"/>
                <a:gd name="connsiteY92" fmla="*/ 74693 h 137207"/>
                <a:gd name="connsiteX93" fmla="*/ 143603 w 565486"/>
                <a:gd name="connsiteY93" fmla="*/ 70634 h 137207"/>
                <a:gd name="connsiteX94" fmla="*/ 139546 w 565486"/>
                <a:gd name="connsiteY94" fmla="*/ 77941 h 137207"/>
                <a:gd name="connsiteX95" fmla="*/ 134678 w 565486"/>
                <a:gd name="connsiteY95" fmla="*/ 86059 h 137207"/>
                <a:gd name="connsiteX96" fmla="*/ 133056 w 565486"/>
                <a:gd name="connsiteY96" fmla="*/ 88495 h 137207"/>
                <a:gd name="connsiteX97" fmla="*/ 128188 w 565486"/>
                <a:gd name="connsiteY97" fmla="*/ 100673 h 137207"/>
                <a:gd name="connsiteX98" fmla="*/ 126565 w 565486"/>
                <a:gd name="connsiteY98" fmla="*/ 108792 h 137207"/>
                <a:gd name="connsiteX99" fmla="*/ 131433 w 565486"/>
                <a:gd name="connsiteY99" fmla="*/ 118535 h 137207"/>
                <a:gd name="connsiteX100" fmla="*/ 134678 w 565486"/>
                <a:gd name="connsiteY100" fmla="*/ 122594 h 137207"/>
                <a:gd name="connsiteX101" fmla="*/ 144414 w 565486"/>
                <a:gd name="connsiteY101" fmla="*/ 129089 h 137207"/>
                <a:gd name="connsiteX102" fmla="*/ 166320 w 565486"/>
                <a:gd name="connsiteY102" fmla="*/ 108792 h 137207"/>
                <a:gd name="connsiteX103" fmla="*/ 197961 w 565486"/>
                <a:gd name="connsiteY103" fmla="*/ 80376 h 137207"/>
                <a:gd name="connsiteX104" fmla="*/ 204451 w 565486"/>
                <a:gd name="connsiteY104" fmla="*/ 75505 h 137207"/>
                <a:gd name="connsiteX105" fmla="*/ 207697 w 565486"/>
                <a:gd name="connsiteY105" fmla="*/ 73881 h 137207"/>
                <a:gd name="connsiteX106" fmla="*/ 209319 w 565486"/>
                <a:gd name="connsiteY106" fmla="*/ 72258 h 137207"/>
                <a:gd name="connsiteX107" fmla="*/ 210942 w 565486"/>
                <a:gd name="connsiteY107" fmla="*/ 71446 h 137207"/>
                <a:gd name="connsiteX108" fmla="*/ 212564 w 565486"/>
                <a:gd name="connsiteY108" fmla="*/ 70634 h 137207"/>
                <a:gd name="connsiteX109" fmla="*/ 213376 w 565486"/>
                <a:gd name="connsiteY109" fmla="*/ 69822 h 137207"/>
                <a:gd name="connsiteX110" fmla="*/ 216621 w 565486"/>
                <a:gd name="connsiteY110" fmla="*/ 67386 h 137207"/>
                <a:gd name="connsiteX111" fmla="*/ 223923 w 565486"/>
                <a:gd name="connsiteY111" fmla="*/ 63327 h 137207"/>
                <a:gd name="connsiteX112" fmla="*/ 228791 w 565486"/>
                <a:gd name="connsiteY112" fmla="*/ 61703 h 137207"/>
                <a:gd name="connsiteX113" fmla="*/ 231225 w 565486"/>
                <a:gd name="connsiteY113" fmla="*/ 60891 h 137207"/>
                <a:gd name="connsiteX114" fmla="*/ 234470 w 565486"/>
                <a:gd name="connsiteY114" fmla="*/ 69822 h 137207"/>
                <a:gd name="connsiteX115" fmla="*/ 236093 w 565486"/>
                <a:gd name="connsiteY115" fmla="*/ 81188 h 137207"/>
                <a:gd name="connsiteX116" fmla="*/ 267734 w 565486"/>
                <a:gd name="connsiteY116" fmla="*/ 110416 h 137207"/>
                <a:gd name="connsiteX117" fmla="*/ 273413 w 565486"/>
                <a:gd name="connsiteY117" fmla="*/ 112040 h 137207"/>
                <a:gd name="connsiteX118" fmla="*/ 302621 w 565486"/>
                <a:gd name="connsiteY118" fmla="*/ 107980 h 137207"/>
                <a:gd name="connsiteX119" fmla="*/ 310734 w 565486"/>
                <a:gd name="connsiteY119" fmla="*/ 103109 h 137207"/>
                <a:gd name="connsiteX120" fmla="*/ 331017 w 565486"/>
                <a:gd name="connsiteY120" fmla="*/ 92555 h 137207"/>
                <a:gd name="connsiteX121" fmla="*/ 329394 w 565486"/>
                <a:gd name="connsiteY121" fmla="*/ 92555 h 137207"/>
                <a:gd name="connsiteX122" fmla="*/ 319658 w 565486"/>
                <a:gd name="connsiteY122" fmla="*/ 96614 h 137207"/>
                <a:gd name="connsiteX123" fmla="*/ 318847 w 565486"/>
                <a:gd name="connsiteY123" fmla="*/ 95802 h 137207"/>
                <a:gd name="connsiteX124" fmla="*/ 324526 w 565486"/>
                <a:gd name="connsiteY124" fmla="*/ 92555 h 137207"/>
                <a:gd name="connsiteX125" fmla="*/ 330205 w 565486"/>
                <a:gd name="connsiteY125" fmla="*/ 89307 h 137207"/>
                <a:gd name="connsiteX126" fmla="*/ 334262 w 565486"/>
                <a:gd name="connsiteY126" fmla="*/ 86059 h 137207"/>
                <a:gd name="connsiteX127" fmla="*/ 336696 w 565486"/>
                <a:gd name="connsiteY127" fmla="*/ 84436 h 137207"/>
                <a:gd name="connsiteX128" fmla="*/ 335073 w 565486"/>
                <a:gd name="connsiteY128" fmla="*/ 83624 h 137207"/>
                <a:gd name="connsiteX129" fmla="*/ 336696 w 565486"/>
                <a:gd name="connsiteY129" fmla="*/ 82812 h 137207"/>
                <a:gd name="connsiteX130" fmla="*/ 342375 w 565486"/>
                <a:gd name="connsiteY130" fmla="*/ 78752 h 137207"/>
                <a:gd name="connsiteX131" fmla="*/ 348054 w 565486"/>
                <a:gd name="connsiteY131" fmla="*/ 74693 h 137207"/>
                <a:gd name="connsiteX132" fmla="*/ 351299 w 565486"/>
                <a:gd name="connsiteY132" fmla="*/ 72258 h 137207"/>
                <a:gd name="connsiteX133" fmla="*/ 343186 w 565486"/>
                <a:gd name="connsiteY133" fmla="*/ 101485 h 137207"/>
                <a:gd name="connsiteX134" fmla="*/ 349677 w 565486"/>
                <a:gd name="connsiteY134" fmla="*/ 117723 h 137207"/>
                <a:gd name="connsiteX135" fmla="*/ 369960 w 565486"/>
                <a:gd name="connsiteY135" fmla="*/ 134772 h 137207"/>
                <a:gd name="connsiteX136" fmla="*/ 399167 w 565486"/>
                <a:gd name="connsiteY136" fmla="*/ 137208 h 137207"/>
                <a:gd name="connsiteX137" fmla="*/ 411337 w 565486"/>
                <a:gd name="connsiteY137" fmla="*/ 136396 h 137207"/>
                <a:gd name="connsiteX138" fmla="*/ 411337 w 565486"/>
                <a:gd name="connsiteY138" fmla="*/ 135584 h 137207"/>
                <a:gd name="connsiteX139" fmla="*/ 409714 w 565486"/>
                <a:gd name="connsiteY139" fmla="*/ 134772 h 137207"/>
                <a:gd name="connsiteX140" fmla="*/ 421073 w 565486"/>
                <a:gd name="connsiteY140" fmla="*/ 133149 h 137207"/>
                <a:gd name="connsiteX141" fmla="*/ 457582 w 565486"/>
                <a:gd name="connsiteY141" fmla="*/ 120158 h 137207"/>
                <a:gd name="connsiteX142" fmla="*/ 458393 w 565486"/>
                <a:gd name="connsiteY142" fmla="*/ 120970 h 137207"/>
                <a:gd name="connsiteX143" fmla="*/ 459204 w 565486"/>
                <a:gd name="connsiteY143" fmla="*/ 120970 h 137207"/>
                <a:gd name="connsiteX144" fmla="*/ 465695 w 565486"/>
                <a:gd name="connsiteY144" fmla="*/ 117723 h 137207"/>
                <a:gd name="connsiteX145" fmla="*/ 481110 w 565486"/>
                <a:gd name="connsiteY145" fmla="*/ 109604 h 137207"/>
                <a:gd name="connsiteX146" fmla="*/ 494091 w 565486"/>
                <a:gd name="connsiteY146" fmla="*/ 98238 h 137207"/>
                <a:gd name="connsiteX147" fmla="*/ 496525 w 565486"/>
                <a:gd name="connsiteY147" fmla="*/ 96614 h 137207"/>
                <a:gd name="connsiteX148" fmla="*/ 498959 w 565486"/>
                <a:gd name="connsiteY148" fmla="*/ 92555 h 137207"/>
                <a:gd name="connsiteX149" fmla="*/ 496525 w 565486"/>
                <a:gd name="connsiteY149" fmla="*/ 94178 h 137207"/>
                <a:gd name="connsiteX150" fmla="*/ 494091 w 565486"/>
                <a:gd name="connsiteY150" fmla="*/ 95802 h 137207"/>
                <a:gd name="connsiteX151" fmla="*/ 488412 w 565486"/>
                <a:gd name="connsiteY151" fmla="*/ 98238 h 137207"/>
                <a:gd name="connsiteX152" fmla="*/ 485166 w 565486"/>
                <a:gd name="connsiteY152" fmla="*/ 99049 h 137207"/>
                <a:gd name="connsiteX153" fmla="*/ 497336 w 565486"/>
                <a:gd name="connsiteY153" fmla="*/ 90931 h 137207"/>
                <a:gd name="connsiteX154" fmla="*/ 503015 w 565486"/>
                <a:gd name="connsiteY154" fmla="*/ 86871 h 137207"/>
                <a:gd name="connsiteX155" fmla="*/ 507072 w 565486"/>
                <a:gd name="connsiteY155" fmla="*/ 83624 h 137207"/>
                <a:gd name="connsiteX156" fmla="*/ 516808 w 565486"/>
                <a:gd name="connsiteY156" fmla="*/ 77941 h 137207"/>
                <a:gd name="connsiteX157" fmla="*/ 525732 w 565486"/>
                <a:gd name="connsiteY157" fmla="*/ 70634 h 137207"/>
                <a:gd name="connsiteX158" fmla="*/ 541959 w 565486"/>
                <a:gd name="connsiteY158" fmla="*/ 55208 h 137207"/>
                <a:gd name="connsiteX159" fmla="*/ 544392 w 565486"/>
                <a:gd name="connsiteY159" fmla="*/ 52772 h 137207"/>
                <a:gd name="connsiteX160" fmla="*/ 546826 w 565486"/>
                <a:gd name="connsiteY160" fmla="*/ 50337 h 137207"/>
                <a:gd name="connsiteX161" fmla="*/ 554128 w 565486"/>
                <a:gd name="connsiteY161" fmla="*/ 44653 h 137207"/>
                <a:gd name="connsiteX162" fmla="*/ 565487 w 565486"/>
                <a:gd name="connsiteY162" fmla="*/ 33287 h 137207"/>
                <a:gd name="connsiteX163" fmla="*/ 521676 w 565486"/>
                <a:gd name="connsiteY163" fmla="*/ 63327 h 137207"/>
                <a:gd name="connsiteX164" fmla="*/ 508695 w 565486"/>
                <a:gd name="connsiteY164" fmla="*/ 71446 h 137207"/>
                <a:gd name="connsiteX165" fmla="*/ 395922 w 565486"/>
                <a:gd name="connsiteY165" fmla="*/ 59267 h 137207"/>
                <a:gd name="connsiteX166" fmla="*/ 395110 w 565486"/>
                <a:gd name="connsiteY166" fmla="*/ 58455 h 137207"/>
                <a:gd name="connsiteX167" fmla="*/ 395922 w 565486"/>
                <a:gd name="connsiteY167" fmla="*/ 56832 h 137207"/>
                <a:gd name="connsiteX168" fmla="*/ 396733 w 565486"/>
                <a:gd name="connsiteY168" fmla="*/ 56832 h 137207"/>
                <a:gd name="connsiteX169" fmla="*/ 395922 w 565486"/>
                <a:gd name="connsiteY169" fmla="*/ 59267 h 137207"/>
                <a:gd name="connsiteX170" fmla="*/ 421884 w 565486"/>
                <a:gd name="connsiteY170" fmla="*/ 34099 h 137207"/>
                <a:gd name="connsiteX171" fmla="*/ 438921 w 565486"/>
                <a:gd name="connsiteY171" fmla="*/ 29228 h 137207"/>
                <a:gd name="connsiteX172" fmla="*/ 440544 w 565486"/>
                <a:gd name="connsiteY172" fmla="*/ 29228 h 137207"/>
                <a:gd name="connsiteX173" fmla="*/ 438110 w 565486"/>
                <a:gd name="connsiteY173" fmla="*/ 34099 h 137207"/>
                <a:gd name="connsiteX174" fmla="*/ 437299 w 565486"/>
                <a:gd name="connsiteY174" fmla="*/ 34911 h 137207"/>
                <a:gd name="connsiteX175" fmla="*/ 431620 w 565486"/>
                <a:gd name="connsiteY175" fmla="*/ 40594 h 137207"/>
                <a:gd name="connsiteX176" fmla="*/ 416205 w 565486"/>
                <a:gd name="connsiteY176" fmla="*/ 49525 h 137207"/>
                <a:gd name="connsiteX177" fmla="*/ 405658 w 565486"/>
                <a:gd name="connsiteY177" fmla="*/ 55208 h 137207"/>
                <a:gd name="connsiteX178" fmla="*/ 403224 w 565486"/>
                <a:gd name="connsiteY178" fmla="*/ 56020 h 137207"/>
                <a:gd name="connsiteX179" fmla="*/ 401601 w 565486"/>
                <a:gd name="connsiteY179" fmla="*/ 56832 h 137207"/>
                <a:gd name="connsiteX180" fmla="*/ 400790 w 565486"/>
                <a:gd name="connsiteY180" fmla="*/ 56020 h 137207"/>
                <a:gd name="connsiteX181" fmla="*/ 408091 w 565486"/>
                <a:gd name="connsiteY181" fmla="*/ 48713 h 137207"/>
                <a:gd name="connsiteX182" fmla="*/ 394299 w 565486"/>
                <a:gd name="connsiteY182" fmla="*/ 56020 h 137207"/>
                <a:gd name="connsiteX183" fmla="*/ 421884 w 565486"/>
                <a:gd name="connsiteY183" fmla="*/ 34099 h 137207"/>
                <a:gd name="connsiteX184" fmla="*/ 447846 w 565486"/>
                <a:gd name="connsiteY184" fmla="*/ 120970 h 137207"/>
                <a:gd name="connsiteX185" fmla="*/ 447846 w 565486"/>
                <a:gd name="connsiteY185" fmla="*/ 120970 h 137207"/>
                <a:gd name="connsiteX186" fmla="*/ 448657 w 565486"/>
                <a:gd name="connsiteY186" fmla="*/ 120158 h 137207"/>
                <a:gd name="connsiteX187" fmla="*/ 447846 w 565486"/>
                <a:gd name="connsiteY187" fmla="*/ 120970 h 137207"/>
                <a:gd name="connsiteX188" fmla="*/ 451091 w 565486"/>
                <a:gd name="connsiteY188" fmla="*/ 120158 h 137207"/>
                <a:gd name="connsiteX189" fmla="*/ 453525 w 565486"/>
                <a:gd name="connsiteY189" fmla="*/ 117723 h 137207"/>
                <a:gd name="connsiteX190" fmla="*/ 454337 w 565486"/>
                <a:gd name="connsiteY190" fmla="*/ 118535 h 137207"/>
                <a:gd name="connsiteX191" fmla="*/ 451091 w 565486"/>
                <a:gd name="connsiteY191" fmla="*/ 120158 h 137207"/>
                <a:gd name="connsiteX192" fmla="*/ 489223 w 565486"/>
                <a:gd name="connsiteY192" fmla="*/ 101485 h 137207"/>
                <a:gd name="connsiteX193" fmla="*/ 490846 w 565486"/>
                <a:gd name="connsiteY193" fmla="*/ 100673 h 137207"/>
                <a:gd name="connsiteX194" fmla="*/ 489223 w 565486"/>
                <a:gd name="connsiteY194" fmla="*/ 101485 h 137207"/>
                <a:gd name="connsiteX195" fmla="*/ 489223 w 565486"/>
                <a:gd name="connsiteY195" fmla="*/ 101485 h 137207"/>
                <a:gd name="connsiteX196" fmla="*/ 505449 w 565486"/>
                <a:gd name="connsiteY196" fmla="*/ 78752 h 137207"/>
                <a:gd name="connsiteX197" fmla="*/ 509506 w 565486"/>
                <a:gd name="connsiteY197" fmla="*/ 75505 h 137207"/>
                <a:gd name="connsiteX198" fmla="*/ 514374 w 565486"/>
                <a:gd name="connsiteY198" fmla="*/ 73069 h 137207"/>
                <a:gd name="connsiteX199" fmla="*/ 505449 w 565486"/>
                <a:gd name="connsiteY199" fmla="*/ 78752 h 137207"/>
                <a:gd name="connsiteX200" fmla="*/ 527355 w 565486"/>
                <a:gd name="connsiteY200" fmla="*/ 64950 h 137207"/>
                <a:gd name="connsiteX201" fmla="*/ 528977 w 565486"/>
                <a:gd name="connsiteY201" fmla="*/ 63327 h 137207"/>
                <a:gd name="connsiteX202" fmla="*/ 527355 w 565486"/>
                <a:gd name="connsiteY202" fmla="*/ 64950 h 137207"/>
                <a:gd name="connsiteX203" fmla="*/ 527355 w 565486"/>
                <a:gd name="connsiteY203" fmla="*/ 64950 h 137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565486" h="137207">
                  <a:moveTo>
                    <a:pt x="508695" y="71446"/>
                  </a:moveTo>
                  <a:cubicBezTo>
                    <a:pt x="506261" y="73069"/>
                    <a:pt x="503827" y="74693"/>
                    <a:pt x="503827" y="74693"/>
                  </a:cubicBezTo>
                  <a:cubicBezTo>
                    <a:pt x="503015" y="76317"/>
                    <a:pt x="498148" y="78752"/>
                    <a:pt x="496525" y="79564"/>
                  </a:cubicBezTo>
                  <a:cubicBezTo>
                    <a:pt x="495713" y="79564"/>
                    <a:pt x="494091" y="80376"/>
                    <a:pt x="493280" y="81188"/>
                  </a:cubicBezTo>
                  <a:cubicBezTo>
                    <a:pt x="486789" y="88495"/>
                    <a:pt x="432431" y="111228"/>
                    <a:pt x="418638" y="115287"/>
                  </a:cubicBezTo>
                  <a:cubicBezTo>
                    <a:pt x="414582" y="116099"/>
                    <a:pt x="401601" y="120158"/>
                    <a:pt x="395110" y="120970"/>
                  </a:cubicBezTo>
                  <a:cubicBezTo>
                    <a:pt x="391865" y="121782"/>
                    <a:pt x="387809" y="121782"/>
                    <a:pt x="382941" y="121782"/>
                  </a:cubicBezTo>
                  <a:cubicBezTo>
                    <a:pt x="374828" y="121782"/>
                    <a:pt x="365092" y="120970"/>
                    <a:pt x="362658" y="119346"/>
                  </a:cubicBezTo>
                  <a:cubicBezTo>
                    <a:pt x="358601" y="117723"/>
                    <a:pt x="356979" y="112852"/>
                    <a:pt x="357790" y="106356"/>
                  </a:cubicBezTo>
                  <a:cubicBezTo>
                    <a:pt x="358601" y="101485"/>
                    <a:pt x="365903" y="87683"/>
                    <a:pt x="369960" y="82000"/>
                  </a:cubicBezTo>
                  <a:lnTo>
                    <a:pt x="370771" y="83624"/>
                  </a:lnTo>
                  <a:cubicBezTo>
                    <a:pt x="377262" y="74693"/>
                    <a:pt x="386186" y="71446"/>
                    <a:pt x="395922" y="69822"/>
                  </a:cubicBezTo>
                  <a:cubicBezTo>
                    <a:pt x="396733" y="69822"/>
                    <a:pt x="399978" y="69010"/>
                    <a:pt x="401601" y="68198"/>
                  </a:cubicBezTo>
                  <a:cubicBezTo>
                    <a:pt x="406469" y="64950"/>
                    <a:pt x="426752" y="56832"/>
                    <a:pt x="428374" y="56832"/>
                  </a:cubicBezTo>
                  <a:cubicBezTo>
                    <a:pt x="429186" y="56832"/>
                    <a:pt x="429997" y="56020"/>
                    <a:pt x="431620" y="55208"/>
                  </a:cubicBezTo>
                  <a:cubicBezTo>
                    <a:pt x="439733" y="48713"/>
                    <a:pt x="445412" y="43842"/>
                    <a:pt x="446223" y="42218"/>
                  </a:cubicBezTo>
                  <a:cubicBezTo>
                    <a:pt x="447035" y="40594"/>
                    <a:pt x="447846" y="39782"/>
                    <a:pt x="449469" y="38970"/>
                  </a:cubicBezTo>
                  <a:cubicBezTo>
                    <a:pt x="451091" y="38158"/>
                    <a:pt x="454337" y="31664"/>
                    <a:pt x="454337" y="29228"/>
                  </a:cubicBezTo>
                  <a:lnTo>
                    <a:pt x="455148" y="28416"/>
                  </a:lnTo>
                  <a:cubicBezTo>
                    <a:pt x="458393" y="25168"/>
                    <a:pt x="453525" y="9743"/>
                    <a:pt x="448657" y="7307"/>
                  </a:cubicBezTo>
                  <a:cubicBezTo>
                    <a:pt x="447035" y="6495"/>
                    <a:pt x="447035" y="5683"/>
                    <a:pt x="448657" y="4871"/>
                  </a:cubicBezTo>
                  <a:cubicBezTo>
                    <a:pt x="450280" y="3248"/>
                    <a:pt x="450280" y="3248"/>
                    <a:pt x="448657" y="4059"/>
                  </a:cubicBezTo>
                  <a:cubicBezTo>
                    <a:pt x="447035" y="4871"/>
                    <a:pt x="445412" y="4059"/>
                    <a:pt x="442167" y="2436"/>
                  </a:cubicBezTo>
                  <a:cubicBezTo>
                    <a:pt x="438110" y="812"/>
                    <a:pt x="434865" y="0"/>
                    <a:pt x="428374" y="0"/>
                  </a:cubicBezTo>
                  <a:lnTo>
                    <a:pt x="420261" y="0"/>
                  </a:lnTo>
                  <a:lnTo>
                    <a:pt x="412959" y="4871"/>
                  </a:lnTo>
                  <a:cubicBezTo>
                    <a:pt x="407280" y="8119"/>
                    <a:pt x="377262" y="33287"/>
                    <a:pt x="376450" y="36535"/>
                  </a:cubicBezTo>
                  <a:cubicBezTo>
                    <a:pt x="376450" y="36535"/>
                    <a:pt x="374016" y="38970"/>
                    <a:pt x="371582" y="41406"/>
                  </a:cubicBezTo>
                  <a:cubicBezTo>
                    <a:pt x="368337" y="43842"/>
                    <a:pt x="362658" y="51149"/>
                    <a:pt x="359413" y="56020"/>
                  </a:cubicBezTo>
                  <a:cubicBezTo>
                    <a:pt x="356979" y="56832"/>
                    <a:pt x="354545" y="58455"/>
                    <a:pt x="350488" y="60891"/>
                  </a:cubicBezTo>
                  <a:cubicBezTo>
                    <a:pt x="347243" y="62515"/>
                    <a:pt x="344809" y="64139"/>
                    <a:pt x="343186" y="64950"/>
                  </a:cubicBezTo>
                  <a:cubicBezTo>
                    <a:pt x="327771" y="77129"/>
                    <a:pt x="287206" y="94178"/>
                    <a:pt x="266923" y="94178"/>
                  </a:cubicBezTo>
                  <a:cubicBezTo>
                    <a:pt x="262866" y="94178"/>
                    <a:pt x="258810" y="93366"/>
                    <a:pt x="257998" y="92555"/>
                  </a:cubicBezTo>
                  <a:cubicBezTo>
                    <a:pt x="257187" y="90931"/>
                    <a:pt x="257187" y="86059"/>
                    <a:pt x="258810" y="76317"/>
                  </a:cubicBezTo>
                  <a:cubicBezTo>
                    <a:pt x="259621" y="69010"/>
                    <a:pt x="259621" y="67386"/>
                    <a:pt x="257998" y="61703"/>
                  </a:cubicBezTo>
                  <a:cubicBezTo>
                    <a:pt x="256375" y="53584"/>
                    <a:pt x="251508" y="47901"/>
                    <a:pt x="246640" y="47089"/>
                  </a:cubicBezTo>
                  <a:cubicBezTo>
                    <a:pt x="245017" y="46277"/>
                    <a:pt x="242583" y="45465"/>
                    <a:pt x="241772" y="44653"/>
                  </a:cubicBezTo>
                  <a:cubicBezTo>
                    <a:pt x="240960" y="43030"/>
                    <a:pt x="238527" y="43030"/>
                    <a:pt x="233659" y="43030"/>
                  </a:cubicBezTo>
                  <a:cubicBezTo>
                    <a:pt x="215810" y="43030"/>
                    <a:pt x="189848" y="64139"/>
                    <a:pt x="176055" y="74693"/>
                  </a:cubicBezTo>
                  <a:cubicBezTo>
                    <a:pt x="172810" y="77129"/>
                    <a:pt x="172810" y="77129"/>
                    <a:pt x="175244" y="72258"/>
                  </a:cubicBezTo>
                  <a:cubicBezTo>
                    <a:pt x="177678" y="66574"/>
                    <a:pt x="180923" y="61703"/>
                    <a:pt x="183357" y="59267"/>
                  </a:cubicBezTo>
                  <a:cubicBezTo>
                    <a:pt x="184980" y="57644"/>
                    <a:pt x="186603" y="55208"/>
                    <a:pt x="187414" y="53584"/>
                  </a:cubicBezTo>
                  <a:cubicBezTo>
                    <a:pt x="188225" y="51149"/>
                    <a:pt x="189848" y="48713"/>
                    <a:pt x="191470" y="47089"/>
                  </a:cubicBezTo>
                  <a:cubicBezTo>
                    <a:pt x="195527" y="41406"/>
                    <a:pt x="197961" y="38970"/>
                    <a:pt x="197961" y="31664"/>
                  </a:cubicBezTo>
                  <a:cubicBezTo>
                    <a:pt x="197961" y="24356"/>
                    <a:pt x="189036" y="18673"/>
                    <a:pt x="182546" y="18673"/>
                  </a:cubicBezTo>
                  <a:cubicBezTo>
                    <a:pt x="181735" y="18673"/>
                    <a:pt x="180112" y="18673"/>
                    <a:pt x="180112" y="19485"/>
                  </a:cubicBezTo>
                  <a:cubicBezTo>
                    <a:pt x="179300" y="20297"/>
                    <a:pt x="178489" y="21109"/>
                    <a:pt x="176867" y="20297"/>
                  </a:cubicBezTo>
                  <a:cubicBezTo>
                    <a:pt x="174433" y="20297"/>
                    <a:pt x="171999" y="23545"/>
                    <a:pt x="165508" y="35723"/>
                  </a:cubicBezTo>
                  <a:cubicBezTo>
                    <a:pt x="162263" y="41406"/>
                    <a:pt x="159018" y="46277"/>
                    <a:pt x="158206" y="47089"/>
                  </a:cubicBezTo>
                  <a:cubicBezTo>
                    <a:pt x="158206" y="47089"/>
                    <a:pt x="158206" y="47089"/>
                    <a:pt x="158206" y="47901"/>
                  </a:cubicBezTo>
                  <a:cubicBezTo>
                    <a:pt x="148471" y="53584"/>
                    <a:pt x="136301" y="62515"/>
                    <a:pt x="133056" y="64950"/>
                  </a:cubicBezTo>
                  <a:cubicBezTo>
                    <a:pt x="127376" y="68198"/>
                    <a:pt x="122508" y="72258"/>
                    <a:pt x="116829" y="75505"/>
                  </a:cubicBezTo>
                  <a:cubicBezTo>
                    <a:pt x="93301" y="91743"/>
                    <a:pt x="61660" y="112852"/>
                    <a:pt x="32453" y="113663"/>
                  </a:cubicBezTo>
                  <a:cubicBezTo>
                    <a:pt x="28396" y="113663"/>
                    <a:pt x="26773" y="113663"/>
                    <a:pt x="25151" y="112852"/>
                  </a:cubicBezTo>
                  <a:cubicBezTo>
                    <a:pt x="25962" y="112040"/>
                    <a:pt x="26773" y="110416"/>
                    <a:pt x="26773" y="108792"/>
                  </a:cubicBezTo>
                  <a:cubicBezTo>
                    <a:pt x="25962" y="107980"/>
                    <a:pt x="25151" y="107980"/>
                    <a:pt x="24339" y="107980"/>
                  </a:cubicBezTo>
                  <a:cubicBezTo>
                    <a:pt x="21094" y="107980"/>
                    <a:pt x="22717" y="102297"/>
                    <a:pt x="27585" y="91743"/>
                  </a:cubicBezTo>
                  <a:cubicBezTo>
                    <a:pt x="31641" y="84436"/>
                    <a:pt x="32453" y="83624"/>
                    <a:pt x="33264" y="84436"/>
                  </a:cubicBezTo>
                  <a:cubicBezTo>
                    <a:pt x="34075" y="85247"/>
                    <a:pt x="34886" y="85247"/>
                    <a:pt x="35698" y="83624"/>
                  </a:cubicBezTo>
                  <a:cubicBezTo>
                    <a:pt x="35698" y="82000"/>
                    <a:pt x="35698" y="81188"/>
                    <a:pt x="34886" y="81188"/>
                  </a:cubicBezTo>
                  <a:cubicBezTo>
                    <a:pt x="34075" y="80376"/>
                    <a:pt x="34075" y="79564"/>
                    <a:pt x="34886" y="79564"/>
                  </a:cubicBezTo>
                  <a:cubicBezTo>
                    <a:pt x="35698" y="79564"/>
                    <a:pt x="36509" y="77941"/>
                    <a:pt x="38132" y="75505"/>
                  </a:cubicBezTo>
                  <a:cubicBezTo>
                    <a:pt x="42188" y="68198"/>
                    <a:pt x="54358" y="51149"/>
                    <a:pt x="56792" y="49525"/>
                  </a:cubicBezTo>
                  <a:cubicBezTo>
                    <a:pt x="58415" y="48713"/>
                    <a:pt x="60037" y="46277"/>
                    <a:pt x="60849" y="44653"/>
                  </a:cubicBezTo>
                  <a:cubicBezTo>
                    <a:pt x="61660" y="43030"/>
                    <a:pt x="62471" y="41406"/>
                    <a:pt x="63282" y="39782"/>
                  </a:cubicBezTo>
                  <a:cubicBezTo>
                    <a:pt x="68150" y="31664"/>
                    <a:pt x="68962" y="29228"/>
                    <a:pt x="67339" y="25980"/>
                  </a:cubicBezTo>
                  <a:cubicBezTo>
                    <a:pt x="64094" y="20297"/>
                    <a:pt x="56792" y="16238"/>
                    <a:pt x="49490" y="16238"/>
                  </a:cubicBezTo>
                  <a:cubicBezTo>
                    <a:pt x="40566" y="16238"/>
                    <a:pt x="38132" y="19485"/>
                    <a:pt x="33264" y="25980"/>
                  </a:cubicBezTo>
                  <a:cubicBezTo>
                    <a:pt x="31641" y="29228"/>
                    <a:pt x="28396" y="33287"/>
                    <a:pt x="27585" y="34099"/>
                  </a:cubicBezTo>
                  <a:cubicBezTo>
                    <a:pt x="26773" y="35723"/>
                    <a:pt x="25151" y="36535"/>
                    <a:pt x="25151" y="37347"/>
                  </a:cubicBezTo>
                  <a:cubicBezTo>
                    <a:pt x="25151" y="38158"/>
                    <a:pt x="23528" y="40594"/>
                    <a:pt x="21094" y="43842"/>
                  </a:cubicBezTo>
                  <a:cubicBezTo>
                    <a:pt x="18660" y="47089"/>
                    <a:pt x="17037" y="50337"/>
                    <a:pt x="17037" y="51149"/>
                  </a:cubicBezTo>
                  <a:cubicBezTo>
                    <a:pt x="17037" y="51961"/>
                    <a:pt x="16226" y="52772"/>
                    <a:pt x="15415" y="53584"/>
                  </a:cubicBezTo>
                  <a:cubicBezTo>
                    <a:pt x="14604" y="54396"/>
                    <a:pt x="14604" y="55208"/>
                    <a:pt x="14604" y="55208"/>
                  </a:cubicBezTo>
                  <a:cubicBezTo>
                    <a:pt x="14604" y="56020"/>
                    <a:pt x="14604" y="56020"/>
                    <a:pt x="13792" y="56020"/>
                  </a:cubicBezTo>
                  <a:cubicBezTo>
                    <a:pt x="12170" y="56020"/>
                    <a:pt x="4057" y="73881"/>
                    <a:pt x="2434" y="77941"/>
                  </a:cubicBezTo>
                  <a:cubicBezTo>
                    <a:pt x="1622" y="80376"/>
                    <a:pt x="0" y="90119"/>
                    <a:pt x="0" y="93366"/>
                  </a:cubicBezTo>
                  <a:cubicBezTo>
                    <a:pt x="0" y="102297"/>
                    <a:pt x="12981" y="116099"/>
                    <a:pt x="20283" y="120158"/>
                  </a:cubicBezTo>
                  <a:lnTo>
                    <a:pt x="21094" y="119346"/>
                  </a:lnTo>
                  <a:cubicBezTo>
                    <a:pt x="23528" y="121782"/>
                    <a:pt x="29207" y="125841"/>
                    <a:pt x="32453" y="125841"/>
                  </a:cubicBezTo>
                  <a:cubicBezTo>
                    <a:pt x="40566" y="126653"/>
                    <a:pt x="45433" y="127465"/>
                    <a:pt x="48679" y="128277"/>
                  </a:cubicBezTo>
                  <a:cubicBezTo>
                    <a:pt x="54358" y="129901"/>
                    <a:pt x="57603" y="129089"/>
                    <a:pt x="66528" y="125841"/>
                  </a:cubicBezTo>
                  <a:cubicBezTo>
                    <a:pt x="71396" y="124218"/>
                    <a:pt x="76264" y="122594"/>
                    <a:pt x="77075" y="122594"/>
                  </a:cubicBezTo>
                  <a:cubicBezTo>
                    <a:pt x="80320" y="121782"/>
                    <a:pt x="90867" y="116099"/>
                    <a:pt x="93301" y="112852"/>
                  </a:cubicBezTo>
                  <a:cubicBezTo>
                    <a:pt x="97358" y="108792"/>
                    <a:pt x="102226" y="105544"/>
                    <a:pt x="103848" y="106356"/>
                  </a:cubicBezTo>
                  <a:cubicBezTo>
                    <a:pt x="104660" y="106356"/>
                    <a:pt x="104660" y="106356"/>
                    <a:pt x="104660" y="105544"/>
                  </a:cubicBezTo>
                  <a:cubicBezTo>
                    <a:pt x="104660" y="104733"/>
                    <a:pt x="106282" y="103921"/>
                    <a:pt x="108716" y="102297"/>
                  </a:cubicBezTo>
                  <a:cubicBezTo>
                    <a:pt x="110339" y="100673"/>
                    <a:pt x="115207" y="97426"/>
                    <a:pt x="118452" y="94990"/>
                  </a:cubicBezTo>
                  <a:cubicBezTo>
                    <a:pt x="121697" y="92555"/>
                    <a:pt x="125754" y="90119"/>
                    <a:pt x="126565" y="89307"/>
                  </a:cubicBezTo>
                  <a:cubicBezTo>
                    <a:pt x="127376" y="88495"/>
                    <a:pt x="128188" y="87683"/>
                    <a:pt x="128188" y="86871"/>
                  </a:cubicBezTo>
                  <a:cubicBezTo>
                    <a:pt x="128188" y="86059"/>
                    <a:pt x="128999" y="85247"/>
                    <a:pt x="129810" y="83624"/>
                  </a:cubicBezTo>
                  <a:cubicBezTo>
                    <a:pt x="133056" y="79564"/>
                    <a:pt x="127376" y="85247"/>
                    <a:pt x="131433" y="80376"/>
                  </a:cubicBezTo>
                  <a:cubicBezTo>
                    <a:pt x="135490" y="76317"/>
                    <a:pt x="130622" y="78752"/>
                    <a:pt x="137924" y="74693"/>
                  </a:cubicBezTo>
                  <a:cubicBezTo>
                    <a:pt x="139546" y="73069"/>
                    <a:pt x="141980" y="72258"/>
                    <a:pt x="143603" y="70634"/>
                  </a:cubicBezTo>
                  <a:cubicBezTo>
                    <a:pt x="141980" y="73069"/>
                    <a:pt x="140357" y="75505"/>
                    <a:pt x="139546" y="77941"/>
                  </a:cubicBezTo>
                  <a:cubicBezTo>
                    <a:pt x="137924" y="82000"/>
                    <a:pt x="134678" y="85247"/>
                    <a:pt x="134678" y="86059"/>
                  </a:cubicBezTo>
                  <a:cubicBezTo>
                    <a:pt x="133867" y="86871"/>
                    <a:pt x="133056" y="87683"/>
                    <a:pt x="133056" y="88495"/>
                  </a:cubicBezTo>
                  <a:cubicBezTo>
                    <a:pt x="133056" y="89307"/>
                    <a:pt x="132244" y="90931"/>
                    <a:pt x="128188" y="100673"/>
                  </a:cubicBezTo>
                  <a:cubicBezTo>
                    <a:pt x="126565" y="103921"/>
                    <a:pt x="125754" y="106356"/>
                    <a:pt x="126565" y="108792"/>
                  </a:cubicBezTo>
                  <a:cubicBezTo>
                    <a:pt x="127376" y="113663"/>
                    <a:pt x="129810" y="118535"/>
                    <a:pt x="131433" y="118535"/>
                  </a:cubicBezTo>
                  <a:cubicBezTo>
                    <a:pt x="132244" y="118535"/>
                    <a:pt x="133867" y="120158"/>
                    <a:pt x="134678" y="122594"/>
                  </a:cubicBezTo>
                  <a:cubicBezTo>
                    <a:pt x="136301" y="127465"/>
                    <a:pt x="141169" y="129901"/>
                    <a:pt x="144414" y="129089"/>
                  </a:cubicBezTo>
                  <a:cubicBezTo>
                    <a:pt x="148471" y="127465"/>
                    <a:pt x="160640" y="117723"/>
                    <a:pt x="166320" y="108792"/>
                  </a:cubicBezTo>
                  <a:cubicBezTo>
                    <a:pt x="171999" y="100673"/>
                    <a:pt x="189848" y="86059"/>
                    <a:pt x="197961" y="80376"/>
                  </a:cubicBezTo>
                  <a:cubicBezTo>
                    <a:pt x="200395" y="78752"/>
                    <a:pt x="203640" y="75505"/>
                    <a:pt x="204451" y="75505"/>
                  </a:cubicBezTo>
                  <a:cubicBezTo>
                    <a:pt x="205263" y="74693"/>
                    <a:pt x="206885" y="73881"/>
                    <a:pt x="207697" y="73881"/>
                  </a:cubicBezTo>
                  <a:cubicBezTo>
                    <a:pt x="209319" y="73069"/>
                    <a:pt x="209319" y="73069"/>
                    <a:pt x="209319" y="72258"/>
                  </a:cubicBezTo>
                  <a:cubicBezTo>
                    <a:pt x="209319" y="71446"/>
                    <a:pt x="210131" y="71446"/>
                    <a:pt x="210942" y="71446"/>
                  </a:cubicBezTo>
                  <a:cubicBezTo>
                    <a:pt x="211753" y="71446"/>
                    <a:pt x="212564" y="70634"/>
                    <a:pt x="212564" y="70634"/>
                  </a:cubicBezTo>
                  <a:cubicBezTo>
                    <a:pt x="212564" y="69822"/>
                    <a:pt x="213376" y="69822"/>
                    <a:pt x="213376" y="69822"/>
                  </a:cubicBezTo>
                  <a:cubicBezTo>
                    <a:pt x="214187" y="69822"/>
                    <a:pt x="215810" y="69010"/>
                    <a:pt x="216621" y="67386"/>
                  </a:cubicBezTo>
                  <a:cubicBezTo>
                    <a:pt x="218244" y="65762"/>
                    <a:pt x="221489" y="64139"/>
                    <a:pt x="223923" y="63327"/>
                  </a:cubicBezTo>
                  <a:cubicBezTo>
                    <a:pt x="226357" y="62515"/>
                    <a:pt x="228791" y="61703"/>
                    <a:pt x="228791" y="61703"/>
                  </a:cubicBezTo>
                  <a:cubicBezTo>
                    <a:pt x="228791" y="60891"/>
                    <a:pt x="229602" y="60891"/>
                    <a:pt x="231225" y="60891"/>
                  </a:cubicBezTo>
                  <a:cubicBezTo>
                    <a:pt x="233659" y="60891"/>
                    <a:pt x="233659" y="61703"/>
                    <a:pt x="234470" y="69822"/>
                  </a:cubicBezTo>
                  <a:cubicBezTo>
                    <a:pt x="235281" y="74693"/>
                    <a:pt x="235281" y="79564"/>
                    <a:pt x="236093" y="81188"/>
                  </a:cubicBezTo>
                  <a:cubicBezTo>
                    <a:pt x="238527" y="89307"/>
                    <a:pt x="257998" y="109604"/>
                    <a:pt x="267734" y="110416"/>
                  </a:cubicBezTo>
                  <a:cubicBezTo>
                    <a:pt x="270168" y="110416"/>
                    <a:pt x="272602" y="111228"/>
                    <a:pt x="273413" y="112040"/>
                  </a:cubicBezTo>
                  <a:cubicBezTo>
                    <a:pt x="276658" y="113663"/>
                    <a:pt x="300187" y="110416"/>
                    <a:pt x="302621" y="107980"/>
                  </a:cubicBezTo>
                  <a:cubicBezTo>
                    <a:pt x="303432" y="107168"/>
                    <a:pt x="307488" y="105544"/>
                    <a:pt x="310734" y="103109"/>
                  </a:cubicBezTo>
                  <a:cubicBezTo>
                    <a:pt x="322092" y="97426"/>
                    <a:pt x="328583" y="94990"/>
                    <a:pt x="331017" y="92555"/>
                  </a:cubicBezTo>
                  <a:cubicBezTo>
                    <a:pt x="333450" y="90931"/>
                    <a:pt x="333450" y="90931"/>
                    <a:pt x="329394" y="92555"/>
                  </a:cubicBezTo>
                  <a:cubicBezTo>
                    <a:pt x="326149" y="94178"/>
                    <a:pt x="322903" y="94990"/>
                    <a:pt x="319658" y="96614"/>
                  </a:cubicBezTo>
                  <a:cubicBezTo>
                    <a:pt x="319658" y="96614"/>
                    <a:pt x="318847" y="96614"/>
                    <a:pt x="318847" y="95802"/>
                  </a:cubicBezTo>
                  <a:cubicBezTo>
                    <a:pt x="318847" y="94990"/>
                    <a:pt x="321281" y="94178"/>
                    <a:pt x="324526" y="92555"/>
                  </a:cubicBezTo>
                  <a:cubicBezTo>
                    <a:pt x="327771" y="90931"/>
                    <a:pt x="330205" y="89307"/>
                    <a:pt x="330205" y="89307"/>
                  </a:cubicBezTo>
                  <a:cubicBezTo>
                    <a:pt x="330205" y="88495"/>
                    <a:pt x="331828" y="86871"/>
                    <a:pt x="334262" y="86059"/>
                  </a:cubicBezTo>
                  <a:cubicBezTo>
                    <a:pt x="336696" y="85247"/>
                    <a:pt x="337507" y="84436"/>
                    <a:pt x="336696" y="84436"/>
                  </a:cubicBezTo>
                  <a:cubicBezTo>
                    <a:pt x="335884" y="84436"/>
                    <a:pt x="335073" y="83624"/>
                    <a:pt x="335073" y="83624"/>
                  </a:cubicBezTo>
                  <a:cubicBezTo>
                    <a:pt x="335073" y="82812"/>
                    <a:pt x="335884" y="82812"/>
                    <a:pt x="336696" y="82812"/>
                  </a:cubicBezTo>
                  <a:cubicBezTo>
                    <a:pt x="337507" y="82812"/>
                    <a:pt x="339941" y="81188"/>
                    <a:pt x="342375" y="78752"/>
                  </a:cubicBezTo>
                  <a:cubicBezTo>
                    <a:pt x="344809" y="76317"/>
                    <a:pt x="347243" y="74693"/>
                    <a:pt x="348054" y="74693"/>
                  </a:cubicBezTo>
                  <a:cubicBezTo>
                    <a:pt x="348054" y="74693"/>
                    <a:pt x="349677" y="73881"/>
                    <a:pt x="351299" y="72258"/>
                  </a:cubicBezTo>
                  <a:cubicBezTo>
                    <a:pt x="345620" y="82812"/>
                    <a:pt x="342375" y="92555"/>
                    <a:pt x="343186" y="101485"/>
                  </a:cubicBezTo>
                  <a:cubicBezTo>
                    <a:pt x="343998" y="106356"/>
                    <a:pt x="344809" y="109604"/>
                    <a:pt x="349677" y="117723"/>
                  </a:cubicBezTo>
                  <a:cubicBezTo>
                    <a:pt x="356167" y="129089"/>
                    <a:pt x="359413" y="131525"/>
                    <a:pt x="369960" y="134772"/>
                  </a:cubicBezTo>
                  <a:cubicBezTo>
                    <a:pt x="376450" y="136396"/>
                    <a:pt x="389431" y="137208"/>
                    <a:pt x="399167" y="137208"/>
                  </a:cubicBezTo>
                  <a:cubicBezTo>
                    <a:pt x="404846" y="137208"/>
                    <a:pt x="409714" y="136396"/>
                    <a:pt x="411337" y="136396"/>
                  </a:cubicBezTo>
                  <a:cubicBezTo>
                    <a:pt x="413771" y="135584"/>
                    <a:pt x="413771" y="135584"/>
                    <a:pt x="411337" y="135584"/>
                  </a:cubicBezTo>
                  <a:cubicBezTo>
                    <a:pt x="409714" y="135584"/>
                    <a:pt x="409714" y="135584"/>
                    <a:pt x="409714" y="134772"/>
                  </a:cubicBezTo>
                  <a:cubicBezTo>
                    <a:pt x="410525" y="133960"/>
                    <a:pt x="414582" y="133149"/>
                    <a:pt x="421073" y="133149"/>
                  </a:cubicBezTo>
                  <a:cubicBezTo>
                    <a:pt x="431620" y="132337"/>
                    <a:pt x="449469" y="125841"/>
                    <a:pt x="457582" y="120158"/>
                  </a:cubicBezTo>
                  <a:cubicBezTo>
                    <a:pt x="459204" y="119346"/>
                    <a:pt x="459204" y="119346"/>
                    <a:pt x="458393" y="120970"/>
                  </a:cubicBezTo>
                  <a:cubicBezTo>
                    <a:pt x="457582" y="122594"/>
                    <a:pt x="457582" y="121782"/>
                    <a:pt x="459204" y="120970"/>
                  </a:cubicBezTo>
                  <a:cubicBezTo>
                    <a:pt x="460016" y="120158"/>
                    <a:pt x="463261" y="118535"/>
                    <a:pt x="465695" y="117723"/>
                  </a:cubicBezTo>
                  <a:cubicBezTo>
                    <a:pt x="468940" y="116911"/>
                    <a:pt x="475431" y="112852"/>
                    <a:pt x="481110" y="109604"/>
                  </a:cubicBezTo>
                  <a:cubicBezTo>
                    <a:pt x="490846" y="104733"/>
                    <a:pt x="493280" y="101485"/>
                    <a:pt x="494091" y="98238"/>
                  </a:cubicBezTo>
                  <a:cubicBezTo>
                    <a:pt x="494091" y="97426"/>
                    <a:pt x="494902" y="96614"/>
                    <a:pt x="496525" y="96614"/>
                  </a:cubicBezTo>
                  <a:cubicBezTo>
                    <a:pt x="498959" y="95802"/>
                    <a:pt x="501393" y="92555"/>
                    <a:pt x="498959" y="92555"/>
                  </a:cubicBezTo>
                  <a:cubicBezTo>
                    <a:pt x="498148" y="92555"/>
                    <a:pt x="497336" y="93366"/>
                    <a:pt x="496525" y="94178"/>
                  </a:cubicBezTo>
                  <a:cubicBezTo>
                    <a:pt x="495713" y="94990"/>
                    <a:pt x="494902" y="95802"/>
                    <a:pt x="494091" y="95802"/>
                  </a:cubicBezTo>
                  <a:cubicBezTo>
                    <a:pt x="493280" y="96614"/>
                    <a:pt x="490846" y="97426"/>
                    <a:pt x="488412" y="98238"/>
                  </a:cubicBezTo>
                  <a:cubicBezTo>
                    <a:pt x="486789" y="99049"/>
                    <a:pt x="485166" y="99861"/>
                    <a:pt x="485166" y="99049"/>
                  </a:cubicBezTo>
                  <a:cubicBezTo>
                    <a:pt x="485166" y="98238"/>
                    <a:pt x="495713" y="90931"/>
                    <a:pt x="497336" y="90931"/>
                  </a:cubicBezTo>
                  <a:cubicBezTo>
                    <a:pt x="498959" y="90119"/>
                    <a:pt x="501393" y="87683"/>
                    <a:pt x="503015" y="86871"/>
                  </a:cubicBezTo>
                  <a:cubicBezTo>
                    <a:pt x="503827" y="86059"/>
                    <a:pt x="506261" y="84436"/>
                    <a:pt x="507072" y="83624"/>
                  </a:cubicBezTo>
                  <a:cubicBezTo>
                    <a:pt x="508695" y="82812"/>
                    <a:pt x="512751" y="80376"/>
                    <a:pt x="516808" y="77941"/>
                  </a:cubicBezTo>
                  <a:cubicBezTo>
                    <a:pt x="520053" y="74693"/>
                    <a:pt x="524109" y="72258"/>
                    <a:pt x="525732" y="70634"/>
                  </a:cubicBezTo>
                  <a:cubicBezTo>
                    <a:pt x="528977" y="68198"/>
                    <a:pt x="541959" y="56832"/>
                    <a:pt x="541959" y="55208"/>
                  </a:cubicBezTo>
                  <a:cubicBezTo>
                    <a:pt x="541959" y="54396"/>
                    <a:pt x="543581" y="53584"/>
                    <a:pt x="544392" y="52772"/>
                  </a:cubicBezTo>
                  <a:cubicBezTo>
                    <a:pt x="546015" y="51961"/>
                    <a:pt x="546826" y="51149"/>
                    <a:pt x="546826" y="50337"/>
                  </a:cubicBezTo>
                  <a:cubicBezTo>
                    <a:pt x="546826" y="49525"/>
                    <a:pt x="549260" y="47089"/>
                    <a:pt x="554128" y="44653"/>
                  </a:cubicBezTo>
                  <a:cubicBezTo>
                    <a:pt x="555751" y="43030"/>
                    <a:pt x="564675" y="36535"/>
                    <a:pt x="565487" y="33287"/>
                  </a:cubicBezTo>
                  <a:cubicBezTo>
                    <a:pt x="565487" y="32475"/>
                    <a:pt x="536279" y="51961"/>
                    <a:pt x="521676" y="63327"/>
                  </a:cubicBezTo>
                  <a:cubicBezTo>
                    <a:pt x="515185" y="67386"/>
                    <a:pt x="511129" y="70634"/>
                    <a:pt x="508695" y="71446"/>
                  </a:cubicBezTo>
                  <a:close/>
                  <a:moveTo>
                    <a:pt x="395922" y="59267"/>
                  </a:moveTo>
                  <a:cubicBezTo>
                    <a:pt x="394299" y="59267"/>
                    <a:pt x="394299" y="59267"/>
                    <a:pt x="395110" y="58455"/>
                  </a:cubicBezTo>
                  <a:cubicBezTo>
                    <a:pt x="395922" y="57644"/>
                    <a:pt x="395922" y="56832"/>
                    <a:pt x="395922" y="56832"/>
                  </a:cubicBezTo>
                  <a:cubicBezTo>
                    <a:pt x="395922" y="56832"/>
                    <a:pt x="396733" y="56832"/>
                    <a:pt x="396733" y="56832"/>
                  </a:cubicBezTo>
                  <a:cubicBezTo>
                    <a:pt x="399167" y="56020"/>
                    <a:pt x="397544" y="59267"/>
                    <a:pt x="395922" y="59267"/>
                  </a:cubicBezTo>
                  <a:close/>
                  <a:moveTo>
                    <a:pt x="421884" y="34099"/>
                  </a:moveTo>
                  <a:cubicBezTo>
                    <a:pt x="427563" y="32475"/>
                    <a:pt x="435676" y="30040"/>
                    <a:pt x="438921" y="29228"/>
                  </a:cubicBezTo>
                  <a:cubicBezTo>
                    <a:pt x="439733" y="29228"/>
                    <a:pt x="439733" y="29228"/>
                    <a:pt x="440544" y="29228"/>
                  </a:cubicBezTo>
                  <a:cubicBezTo>
                    <a:pt x="438921" y="30852"/>
                    <a:pt x="438921" y="34911"/>
                    <a:pt x="438110" y="34099"/>
                  </a:cubicBezTo>
                  <a:cubicBezTo>
                    <a:pt x="438110" y="33287"/>
                    <a:pt x="438110" y="34099"/>
                    <a:pt x="437299" y="34911"/>
                  </a:cubicBezTo>
                  <a:cubicBezTo>
                    <a:pt x="436488" y="35723"/>
                    <a:pt x="435676" y="37347"/>
                    <a:pt x="431620" y="40594"/>
                  </a:cubicBezTo>
                  <a:cubicBezTo>
                    <a:pt x="428374" y="42218"/>
                    <a:pt x="417016" y="49525"/>
                    <a:pt x="416205" y="49525"/>
                  </a:cubicBezTo>
                  <a:cubicBezTo>
                    <a:pt x="415393" y="49525"/>
                    <a:pt x="408903" y="53584"/>
                    <a:pt x="405658" y="55208"/>
                  </a:cubicBezTo>
                  <a:cubicBezTo>
                    <a:pt x="404846" y="56020"/>
                    <a:pt x="404035" y="56020"/>
                    <a:pt x="403224" y="56020"/>
                  </a:cubicBezTo>
                  <a:cubicBezTo>
                    <a:pt x="402412" y="56020"/>
                    <a:pt x="401601" y="56020"/>
                    <a:pt x="401601" y="56832"/>
                  </a:cubicBezTo>
                  <a:cubicBezTo>
                    <a:pt x="400790" y="58455"/>
                    <a:pt x="399978" y="57644"/>
                    <a:pt x="400790" y="56020"/>
                  </a:cubicBezTo>
                  <a:cubicBezTo>
                    <a:pt x="401601" y="54396"/>
                    <a:pt x="406469" y="50337"/>
                    <a:pt x="408091" y="48713"/>
                  </a:cubicBezTo>
                  <a:lnTo>
                    <a:pt x="394299" y="56020"/>
                  </a:lnTo>
                  <a:cubicBezTo>
                    <a:pt x="401601" y="48713"/>
                    <a:pt x="412959" y="39782"/>
                    <a:pt x="421884" y="34099"/>
                  </a:cubicBezTo>
                  <a:close/>
                  <a:moveTo>
                    <a:pt x="447846" y="120970"/>
                  </a:moveTo>
                  <a:cubicBezTo>
                    <a:pt x="447035" y="120970"/>
                    <a:pt x="447035" y="120970"/>
                    <a:pt x="447846" y="120970"/>
                  </a:cubicBezTo>
                  <a:cubicBezTo>
                    <a:pt x="447035" y="120158"/>
                    <a:pt x="447846" y="119346"/>
                    <a:pt x="448657" y="120158"/>
                  </a:cubicBezTo>
                  <a:cubicBezTo>
                    <a:pt x="450280" y="120970"/>
                    <a:pt x="449469" y="120970"/>
                    <a:pt x="447846" y="120970"/>
                  </a:cubicBezTo>
                  <a:close/>
                  <a:moveTo>
                    <a:pt x="451091" y="120158"/>
                  </a:moveTo>
                  <a:cubicBezTo>
                    <a:pt x="450280" y="119346"/>
                    <a:pt x="451902" y="117723"/>
                    <a:pt x="453525" y="117723"/>
                  </a:cubicBezTo>
                  <a:cubicBezTo>
                    <a:pt x="454337" y="117723"/>
                    <a:pt x="454337" y="118535"/>
                    <a:pt x="454337" y="118535"/>
                  </a:cubicBezTo>
                  <a:cubicBezTo>
                    <a:pt x="454337" y="119346"/>
                    <a:pt x="451902" y="120970"/>
                    <a:pt x="451091" y="120158"/>
                  </a:cubicBezTo>
                  <a:close/>
                  <a:moveTo>
                    <a:pt x="489223" y="101485"/>
                  </a:moveTo>
                  <a:cubicBezTo>
                    <a:pt x="490034" y="100673"/>
                    <a:pt x="490846" y="100673"/>
                    <a:pt x="490846" y="100673"/>
                  </a:cubicBezTo>
                  <a:cubicBezTo>
                    <a:pt x="491657" y="100673"/>
                    <a:pt x="490846" y="101485"/>
                    <a:pt x="489223" y="101485"/>
                  </a:cubicBezTo>
                  <a:cubicBezTo>
                    <a:pt x="488412" y="101485"/>
                    <a:pt x="488412" y="102297"/>
                    <a:pt x="489223" y="101485"/>
                  </a:cubicBezTo>
                  <a:close/>
                  <a:moveTo>
                    <a:pt x="505449" y="78752"/>
                  </a:moveTo>
                  <a:cubicBezTo>
                    <a:pt x="505449" y="78752"/>
                    <a:pt x="507072" y="77129"/>
                    <a:pt x="509506" y="75505"/>
                  </a:cubicBezTo>
                  <a:cubicBezTo>
                    <a:pt x="511940" y="73881"/>
                    <a:pt x="514374" y="73069"/>
                    <a:pt x="514374" y="73069"/>
                  </a:cubicBezTo>
                  <a:cubicBezTo>
                    <a:pt x="514374" y="73881"/>
                    <a:pt x="506261" y="79564"/>
                    <a:pt x="505449" y="78752"/>
                  </a:cubicBezTo>
                  <a:close/>
                  <a:moveTo>
                    <a:pt x="527355" y="64950"/>
                  </a:moveTo>
                  <a:cubicBezTo>
                    <a:pt x="528166" y="64139"/>
                    <a:pt x="528977" y="63327"/>
                    <a:pt x="528977" y="63327"/>
                  </a:cubicBezTo>
                  <a:cubicBezTo>
                    <a:pt x="529789" y="62515"/>
                    <a:pt x="529789" y="64139"/>
                    <a:pt x="527355" y="64950"/>
                  </a:cubicBezTo>
                  <a:cubicBezTo>
                    <a:pt x="525732" y="66574"/>
                    <a:pt x="525732" y="66574"/>
                    <a:pt x="527355" y="64950"/>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5" name="Freeform 94">
              <a:extLst>
                <a:ext uri="{FF2B5EF4-FFF2-40B4-BE49-F238E27FC236}">
                  <a16:creationId xmlns:a16="http://schemas.microsoft.com/office/drawing/2014/main" id="{C1807A8E-C929-76EF-C5CA-0DAC5A33DFAC}"/>
                </a:ext>
              </a:extLst>
            </p:cNvPr>
            <p:cNvSpPr/>
            <p:nvPr/>
          </p:nvSpPr>
          <p:spPr>
            <a:xfrm>
              <a:off x="6071141" y="4840334"/>
              <a:ext cx="12980" cy="5683"/>
            </a:xfrm>
            <a:custGeom>
              <a:avLst/>
              <a:gdLst>
                <a:gd name="connsiteX0" fmla="*/ 4868 w 12980"/>
                <a:gd name="connsiteY0" fmla="*/ 4059 h 5683"/>
                <a:gd name="connsiteX1" fmla="*/ 12981 w 12980"/>
                <a:gd name="connsiteY1" fmla="*/ 0 h 5683"/>
                <a:gd name="connsiteX2" fmla="*/ 12981 w 12980"/>
                <a:gd name="connsiteY2" fmla="*/ 0 h 5683"/>
                <a:gd name="connsiteX3" fmla="*/ 0 w 12980"/>
                <a:gd name="connsiteY3" fmla="*/ 5683 h 5683"/>
                <a:gd name="connsiteX4" fmla="*/ 4868 w 12980"/>
                <a:gd name="connsiteY4" fmla="*/ 4059 h 5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0" h="5683">
                  <a:moveTo>
                    <a:pt x="4868" y="4059"/>
                  </a:moveTo>
                  <a:cubicBezTo>
                    <a:pt x="5679" y="4059"/>
                    <a:pt x="12981" y="812"/>
                    <a:pt x="12981" y="0"/>
                  </a:cubicBezTo>
                  <a:lnTo>
                    <a:pt x="12981" y="0"/>
                  </a:lnTo>
                  <a:lnTo>
                    <a:pt x="0" y="5683"/>
                  </a:lnTo>
                  <a:cubicBezTo>
                    <a:pt x="1622" y="4871"/>
                    <a:pt x="3245" y="4059"/>
                    <a:pt x="4868" y="4059"/>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6" name="Freeform 95">
              <a:extLst>
                <a:ext uri="{FF2B5EF4-FFF2-40B4-BE49-F238E27FC236}">
                  <a16:creationId xmlns:a16="http://schemas.microsoft.com/office/drawing/2014/main" id="{AC0507A1-0201-C3AA-D80C-566A1FB65706}"/>
                </a:ext>
              </a:extLst>
            </p:cNvPr>
            <p:cNvSpPr/>
            <p:nvPr/>
          </p:nvSpPr>
          <p:spPr>
            <a:xfrm>
              <a:off x="5237283" y="4518017"/>
              <a:ext cx="386856" cy="423801"/>
            </a:xfrm>
            <a:custGeom>
              <a:avLst/>
              <a:gdLst>
                <a:gd name="connsiteX0" fmla="*/ 368974 w 386856"/>
                <a:gd name="connsiteY0" fmla="*/ 362099 h 423801"/>
                <a:gd name="connsiteX1" fmla="*/ 365729 w 386856"/>
                <a:gd name="connsiteY1" fmla="*/ 366158 h 423801"/>
                <a:gd name="connsiteX2" fmla="*/ 341389 w 386856"/>
                <a:gd name="connsiteY2" fmla="*/ 391326 h 423801"/>
                <a:gd name="connsiteX3" fmla="*/ 317050 w 386856"/>
                <a:gd name="connsiteY3" fmla="*/ 396198 h 423801"/>
                <a:gd name="connsiteX4" fmla="*/ 299201 w 386856"/>
                <a:gd name="connsiteY4" fmla="*/ 393762 h 423801"/>
                <a:gd name="connsiteX5" fmla="*/ 292710 w 386856"/>
                <a:gd name="connsiteY5" fmla="*/ 392138 h 423801"/>
                <a:gd name="connsiteX6" fmla="*/ 282163 w 386856"/>
                <a:gd name="connsiteY6" fmla="*/ 388079 h 423801"/>
                <a:gd name="connsiteX7" fmla="*/ 270805 w 386856"/>
                <a:gd name="connsiteY7" fmla="*/ 384019 h 423801"/>
                <a:gd name="connsiteX8" fmla="*/ 267559 w 386856"/>
                <a:gd name="connsiteY8" fmla="*/ 382396 h 423801"/>
                <a:gd name="connsiteX9" fmla="*/ 264314 w 386856"/>
                <a:gd name="connsiteY9" fmla="*/ 380772 h 423801"/>
                <a:gd name="connsiteX10" fmla="*/ 255390 w 386856"/>
                <a:gd name="connsiteY10" fmla="*/ 374277 h 423801"/>
                <a:gd name="connsiteX11" fmla="*/ 245654 w 386856"/>
                <a:gd name="connsiteY11" fmla="*/ 366970 h 423801"/>
                <a:gd name="connsiteX12" fmla="*/ 244843 w 386856"/>
                <a:gd name="connsiteY12" fmla="*/ 364534 h 423801"/>
                <a:gd name="connsiteX13" fmla="*/ 244843 w 386856"/>
                <a:gd name="connsiteY13" fmla="*/ 362099 h 423801"/>
                <a:gd name="connsiteX14" fmla="*/ 243220 w 386856"/>
                <a:gd name="connsiteY14" fmla="*/ 359663 h 423801"/>
                <a:gd name="connsiteX15" fmla="*/ 241597 w 386856"/>
                <a:gd name="connsiteY15" fmla="*/ 357227 h 423801"/>
                <a:gd name="connsiteX16" fmla="*/ 229428 w 386856"/>
                <a:gd name="connsiteY16" fmla="*/ 342614 h 423801"/>
                <a:gd name="connsiteX17" fmla="*/ 226994 w 386856"/>
                <a:gd name="connsiteY17" fmla="*/ 340178 h 423801"/>
                <a:gd name="connsiteX18" fmla="*/ 224560 w 386856"/>
                <a:gd name="connsiteY18" fmla="*/ 337742 h 423801"/>
                <a:gd name="connsiteX19" fmla="*/ 218069 w 386856"/>
                <a:gd name="connsiteY19" fmla="*/ 324752 h 423801"/>
                <a:gd name="connsiteX20" fmla="*/ 190485 w 386856"/>
                <a:gd name="connsiteY20" fmla="*/ 263861 h 423801"/>
                <a:gd name="connsiteX21" fmla="*/ 196975 w 386856"/>
                <a:gd name="connsiteY21" fmla="*/ 257366 h 423801"/>
                <a:gd name="connsiteX22" fmla="*/ 219692 w 386856"/>
                <a:gd name="connsiteY22" fmla="*/ 249247 h 423801"/>
                <a:gd name="connsiteX23" fmla="*/ 229428 w 386856"/>
                <a:gd name="connsiteY23" fmla="*/ 246000 h 423801"/>
                <a:gd name="connsiteX24" fmla="*/ 274050 w 386856"/>
                <a:gd name="connsiteY24" fmla="*/ 216772 h 423801"/>
                <a:gd name="connsiteX25" fmla="*/ 290276 w 386856"/>
                <a:gd name="connsiteY25" fmla="*/ 204594 h 423801"/>
                <a:gd name="connsiteX26" fmla="*/ 296767 w 386856"/>
                <a:gd name="connsiteY26" fmla="*/ 198099 h 423801"/>
                <a:gd name="connsiteX27" fmla="*/ 300012 w 386856"/>
                <a:gd name="connsiteY27" fmla="*/ 195663 h 423801"/>
                <a:gd name="connsiteX28" fmla="*/ 349502 w 386856"/>
                <a:gd name="connsiteY28" fmla="*/ 147762 h 423801"/>
                <a:gd name="connsiteX29" fmla="*/ 373842 w 386856"/>
                <a:gd name="connsiteY29" fmla="*/ 112851 h 423801"/>
                <a:gd name="connsiteX30" fmla="*/ 379521 w 386856"/>
                <a:gd name="connsiteY30" fmla="*/ 94178 h 423801"/>
                <a:gd name="connsiteX31" fmla="*/ 382766 w 386856"/>
                <a:gd name="connsiteY31" fmla="*/ 82812 h 423801"/>
                <a:gd name="connsiteX32" fmla="*/ 386823 w 386856"/>
                <a:gd name="connsiteY32" fmla="*/ 59267 h 423801"/>
                <a:gd name="connsiteX33" fmla="*/ 357616 w 386856"/>
                <a:gd name="connsiteY33" fmla="*/ 21921 h 423801"/>
                <a:gd name="connsiteX34" fmla="*/ 347880 w 386856"/>
                <a:gd name="connsiteY34" fmla="*/ 20297 h 423801"/>
                <a:gd name="connsiteX35" fmla="*/ 322729 w 386856"/>
                <a:gd name="connsiteY35" fmla="*/ 30852 h 423801"/>
                <a:gd name="connsiteX36" fmla="*/ 312993 w 386856"/>
                <a:gd name="connsiteY36" fmla="*/ 36535 h 423801"/>
                <a:gd name="connsiteX37" fmla="*/ 249710 w 386856"/>
                <a:gd name="connsiteY37" fmla="*/ 91743 h 423801"/>
                <a:gd name="connsiteX38" fmla="*/ 241597 w 386856"/>
                <a:gd name="connsiteY38" fmla="*/ 99049 h 423801"/>
                <a:gd name="connsiteX39" fmla="*/ 171824 w 386856"/>
                <a:gd name="connsiteY39" fmla="*/ 173742 h 423801"/>
                <a:gd name="connsiteX40" fmla="*/ 148296 w 386856"/>
                <a:gd name="connsiteY40" fmla="*/ 198099 h 423801"/>
                <a:gd name="connsiteX41" fmla="*/ 134504 w 386856"/>
                <a:gd name="connsiteY41" fmla="*/ 211901 h 423801"/>
                <a:gd name="connsiteX42" fmla="*/ 132070 w 386856"/>
                <a:gd name="connsiteY42" fmla="*/ 216772 h 423801"/>
                <a:gd name="connsiteX43" fmla="*/ 128825 w 386856"/>
                <a:gd name="connsiteY43" fmla="*/ 211901 h 423801"/>
                <a:gd name="connsiteX44" fmla="*/ 129636 w 386856"/>
                <a:gd name="connsiteY44" fmla="*/ 202158 h 423801"/>
                <a:gd name="connsiteX45" fmla="*/ 135315 w 386856"/>
                <a:gd name="connsiteY45" fmla="*/ 194851 h 423801"/>
                <a:gd name="connsiteX46" fmla="*/ 137749 w 386856"/>
                <a:gd name="connsiteY46" fmla="*/ 189980 h 423801"/>
                <a:gd name="connsiteX47" fmla="*/ 141806 w 386856"/>
                <a:gd name="connsiteY47" fmla="*/ 183485 h 423801"/>
                <a:gd name="connsiteX48" fmla="*/ 146674 w 386856"/>
                <a:gd name="connsiteY48" fmla="*/ 176178 h 423801"/>
                <a:gd name="connsiteX49" fmla="*/ 148296 w 386856"/>
                <a:gd name="connsiteY49" fmla="*/ 172119 h 423801"/>
                <a:gd name="connsiteX50" fmla="*/ 154787 w 386856"/>
                <a:gd name="connsiteY50" fmla="*/ 165624 h 423801"/>
                <a:gd name="connsiteX51" fmla="*/ 159654 w 386856"/>
                <a:gd name="connsiteY51" fmla="*/ 159129 h 423801"/>
                <a:gd name="connsiteX52" fmla="*/ 170202 w 386856"/>
                <a:gd name="connsiteY52" fmla="*/ 140455 h 423801"/>
                <a:gd name="connsiteX53" fmla="*/ 177503 w 386856"/>
                <a:gd name="connsiteY53" fmla="*/ 130713 h 423801"/>
                <a:gd name="connsiteX54" fmla="*/ 180749 w 386856"/>
                <a:gd name="connsiteY54" fmla="*/ 125030 h 423801"/>
                <a:gd name="connsiteX55" fmla="*/ 190485 w 386856"/>
                <a:gd name="connsiteY55" fmla="*/ 111228 h 423801"/>
                <a:gd name="connsiteX56" fmla="*/ 202654 w 386856"/>
                <a:gd name="connsiteY56" fmla="*/ 95802 h 423801"/>
                <a:gd name="connsiteX57" fmla="*/ 222126 w 386856"/>
                <a:gd name="connsiteY57" fmla="*/ 73069 h 423801"/>
                <a:gd name="connsiteX58" fmla="*/ 242409 w 386856"/>
                <a:gd name="connsiteY58" fmla="*/ 50337 h 423801"/>
                <a:gd name="connsiteX59" fmla="*/ 252145 w 386856"/>
                <a:gd name="connsiteY59" fmla="*/ 38970 h 423801"/>
                <a:gd name="connsiteX60" fmla="*/ 255390 w 386856"/>
                <a:gd name="connsiteY60" fmla="*/ 33287 h 423801"/>
                <a:gd name="connsiteX61" fmla="*/ 257012 w 386856"/>
                <a:gd name="connsiteY61" fmla="*/ 11366 h 423801"/>
                <a:gd name="connsiteX62" fmla="*/ 235107 w 386856"/>
                <a:gd name="connsiteY62" fmla="*/ 0 h 423801"/>
                <a:gd name="connsiteX63" fmla="*/ 215635 w 386856"/>
                <a:gd name="connsiteY63" fmla="*/ 9743 h 423801"/>
                <a:gd name="connsiteX64" fmla="*/ 182371 w 386856"/>
                <a:gd name="connsiteY64" fmla="*/ 56020 h 423801"/>
                <a:gd name="connsiteX65" fmla="*/ 160466 w 386856"/>
                <a:gd name="connsiteY65" fmla="*/ 88495 h 423801"/>
                <a:gd name="connsiteX66" fmla="*/ 140183 w 386856"/>
                <a:gd name="connsiteY66" fmla="*/ 117723 h 423801"/>
                <a:gd name="connsiteX67" fmla="*/ 132881 w 386856"/>
                <a:gd name="connsiteY67" fmla="*/ 128277 h 423801"/>
                <a:gd name="connsiteX68" fmla="*/ 124768 w 386856"/>
                <a:gd name="connsiteY68" fmla="*/ 141267 h 423801"/>
                <a:gd name="connsiteX69" fmla="*/ 120711 w 386856"/>
                <a:gd name="connsiteY69" fmla="*/ 147762 h 423801"/>
                <a:gd name="connsiteX70" fmla="*/ 115843 w 386856"/>
                <a:gd name="connsiteY70" fmla="*/ 153445 h 423801"/>
                <a:gd name="connsiteX71" fmla="*/ 110164 w 386856"/>
                <a:gd name="connsiteY71" fmla="*/ 162376 h 423801"/>
                <a:gd name="connsiteX72" fmla="*/ 103674 w 386856"/>
                <a:gd name="connsiteY72" fmla="*/ 173742 h 423801"/>
                <a:gd name="connsiteX73" fmla="*/ 102051 w 386856"/>
                <a:gd name="connsiteY73" fmla="*/ 176178 h 423801"/>
                <a:gd name="connsiteX74" fmla="*/ 98806 w 386856"/>
                <a:gd name="connsiteY74" fmla="*/ 181861 h 423801"/>
                <a:gd name="connsiteX75" fmla="*/ 97183 w 386856"/>
                <a:gd name="connsiteY75" fmla="*/ 185109 h 423801"/>
                <a:gd name="connsiteX76" fmla="*/ 93127 w 386856"/>
                <a:gd name="connsiteY76" fmla="*/ 189168 h 423801"/>
                <a:gd name="connsiteX77" fmla="*/ 89881 w 386856"/>
                <a:gd name="connsiteY77" fmla="*/ 194851 h 423801"/>
                <a:gd name="connsiteX78" fmla="*/ 88259 w 386856"/>
                <a:gd name="connsiteY78" fmla="*/ 196475 h 423801"/>
                <a:gd name="connsiteX79" fmla="*/ 85825 w 386856"/>
                <a:gd name="connsiteY79" fmla="*/ 201346 h 423801"/>
                <a:gd name="connsiteX80" fmla="*/ 77712 w 386856"/>
                <a:gd name="connsiteY80" fmla="*/ 214336 h 423801"/>
                <a:gd name="connsiteX81" fmla="*/ 73655 w 386856"/>
                <a:gd name="connsiteY81" fmla="*/ 220832 h 423801"/>
                <a:gd name="connsiteX82" fmla="*/ 69599 w 386856"/>
                <a:gd name="connsiteY82" fmla="*/ 227326 h 423801"/>
                <a:gd name="connsiteX83" fmla="*/ 67165 w 386856"/>
                <a:gd name="connsiteY83" fmla="*/ 229762 h 423801"/>
                <a:gd name="connsiteX84" fmla="*/ 63919 w 386856"/>
                <a:gd name="connsiteY84" fmla="*/ 235445 h 423801"/>
                <a:gd name="connsiteX85" fmla="*/ 61485 w 386856"/>
                <a:gd name="connsiteY85" fmla="*/ 240317 h 423801"/>
                <a:gd name="connsiteX86" fmla="*/ 60674 w 386856"/>
                <a:gd name="connsiteY86" fmla="*/ 241940 h 423801"/>
                <a:gd name="connsiteX87" fmla="*/ 55806 w 386856"/>
                <a:gd name="connsiteY87" fmla="*/ 250059 h 423801"/>
                <a:gd name="connsiteX88" fmla="*/ 51750 w 386856"/>
                <a:gd name="connsiteY88" fmla="*/ 258178 h 423801"/>
                <a:gd name="connsiteX89" fmla="*/ 51750 w 386856"/>
                <a:gd name="connsiteY89" fmla="*/ 258990 h 423801"/>
                <a:gd name="connsiteX90" fmla="*/ 48504 w 386856"/>
                <a:gd name="connsiteY90" fmla="*/ 262237 h 423801"/>
                <a:gd name="connsiteX91" fmla="*/ 45259 w 386856"/>
                <a:gd name="connsiteY91" fmla="*/ 267109 h 423801"/>
                <a:gd name="connsiteX92" fmla="*/ 40391 w 386856"/>
                <a:gd name="connsiteY92" fmla="*/ 276851 h 423801"/>
                <a:gd name="connsiteX93" fmla="*/ 37146 w 386856"/>
                <a:gd name="connsiteY93" fmla="*/ 282534 h 423801"/>
                <a:gd name="connsiteX94" fmla="*/ 34712 w 386856"/>
                <a:gd name="connsiteY94" fmla="*/ 289029 h 423801"/>
                <a:gd name="connsiteX95" fmla="*/ 33089 w 386856"/>
                <a:gd name="connsiteY95" fmla="*/ 291465 h 423801"/>
                <a:gd name="connsiteX96" fmla="*/ 31467 w 386856"/>
                <a:gd name="connsiteY96" fmla="*/ 293901 h 423801"/>
                <a:gd name="connsiteX97" fmla="*/ 29033 w 386856"/>
                <a:gd name="connsiteY97" fmla="*/ 297148 h 423801"/>
                <a:gd name="connsiteX98" fmla="*/ 27410 w 386856"/>
                <a:gd name="connsiteY98" fmla="*/ 300396 h 423801"/>
                <a:gd name="connsiteX99" fmla="*/ 25787 w 386856"/>
                <a:gd name="connsiteY99" fmla="*/ 303643 h 423801"/>
                <a:gd name="connsiteX100" fmla="*/ 18486 w 386856"/>
                <a:gd name="connsiteY100" fmla="*/ 316633 h 423801"/>
                <a:gd name="connsiteX101" fmla="*/ 17674 w 386856"/>
                <a:gd name="connsiteY101" fmla="*/ 318257 h 423801"/>
                <a:gd name="connsiteX102" fmla="*/ 16052 w 386856"/>
                <a:gd name="connsiteY102" fmla="*/ 319881 h 423801"/>
                <a:gd name="connsiteX103" fmla="*/ 14429 w 386856"/>
                <a:gd name="connsiteY103" fmla="*/ 322317 h 423801"/>
                <a:gd name="connsiteX104" fmla="*/ 12807 w 386856"/>
                <a:gd name="connsiteY104" fmla="*/ 327188 h 423801"/>
                <a:gd name="connsiteX105" fmla="*/ 11184 w 386856"/>
                <a:gd name="connsiteY105" fmla="*/ 332059 h 423801"/>
                <a:gd name="connsiteX106" fmla="*/ 3071 w 386856"/>
                <a:gd name="connsiteY106" fmla="*/ 354792 h 423801"/>
                <a:gd name="connsiteX107" fmla="*/ 14429 w 386856"/>
                <a:gd name="connsiteY107" fmla="*/ 422178 h 423801"/>
                <a:gd name="connsiteX108" fmla="*/ 19297 w 386856"/>
                <a:gd name="connsiteY108" fmla="*/ 423802 h 423801"/>
                <a:gd name="connsiteX109" fmla="*/ 23354 w 386856"/>
                <a:gd name="connsiteY109" fmla="*/ 421366 h 423801"/>
                <a:gd name="connsiteX110" fmla="*/ 27410 w 386856"/>
                <a:gd name="connsiteY110" fmla="*/ 418118 h 423801"/>
                <a:gd name="connsiteX111" fmla="*/ 33089 w 386856"/>
                <a:gd name="connsiteY111" fmla="*/ 413247 h 423801"/>
                <a:gd name="connsiteX112" fmla="*/ 50938 w 386856"/>
                <a:gd name="connsiteY112" fmla="*/ 379960 h 423801"/>
                <a:gd name="connsiteX113" fmla="*/ 103674 w 386856"/>
                <a:gd name="connsiteY113" fmla="*/ 289841 h 423801"/>
                <a:gd name="connsiteX114" fmla="*/ 136938 w 386856"/>
                <a:gd name="connsiteY114" fmla="*/ 246000 h 423801"/>
                <a:gd name="connsiteX115" fmla="*/ 139372 w 386856"/>
                <a:gd name="connsiteY115" fmla="*/ 251683 h 423801"/>
                <a:gd name="connsiteX116" fmla="*/ 149107 w 386856"/>
                <a:gd name="connsiteY116" fmla="*/ 276039 h 423801"/>
                <a:gd name="connsiteX117" fmla="*/ 155598 w 386856"/>
                <a:gd name="connsiteY117" fmla="*/ 289029 h 423801"/>
                <a:gd name="connsiteX118" fmla="*/ 162089 w 386856"/>
                <a:gd name="connsiteY118" fmla="*/ 302831 h 423801"/>
                <a:gd name="connsiteX119" fmla="*/ 178315 w 386856"/>
                <a:gd name="connsiteY119" fmla="*/ 328000 h 423801"/>
                <a:gd name="connsiteX120" fmla="*/ 187239 w 386856"/>
                <a:gd name="connsiteY120" fmla="*/ 341802 h 423801"/>
                <a:gd name="connsiteX121" fmla="*/ 192918 w 386856"/>
                <a:gd name="connsiteY121" fmla="*/ 349108 h 423801"/>
                <a:gd name="connsiteX122" fmla="*/ 196975 w 386856"/>
                <a:gd name="connsiteY122" fmla="*/ 353980 h 423801"/>
                <a:gd name="connsiteX123" fmla="*/ 198598 w 386856"/>
                <a:gd name="connsiteY123" fmla="*/ 355604 h 423801"/>
                <a:gd name="connsiteX124" fmla="*/ 214013 w 386856"/>
                <a:gd name="connsiteY124" fmla="*/ 373465 h 423801"/>
                <a:gd name="connsiteX125" fmla="*/ 282974 w 386856"/>
                <a:gd name="connsiteY125" fmla="*/ 411623 h 423801"/>
                <a:gd name="connsiteX126" fmla="*/ 302446 w 386856"/>
                <a:gd name="connsiteY126" fmla="*/ 414059 h 423801"/>
                <a:gd name="connsiteX127" fmla="*/ 335710 w 386856"/>
                <a:gd name="connsiteY127" fmla="*/ 408376 h 423801"/>
                <a:gd name="connsiteX128" fmla="*/ 351125 w 386856"/>
                <a:gd name="connsiteY128" fmla="*/ 404316 h 423801"/>
                <a:gd name="connsiteX129" fmla="*/ 351125 w 386856"/>
                <a:gd name="connsiteY129" fmla="*/ 402693 h 423801"/>
                <a:gd name="connsiteX130" fmla="*/ 358427 w 386856"/>
                <a:gd name="connsiteY130" fmla="*/ 392950 h 423801"/>
                <a:gd name="connsiteX131" fmla="*/ 373030 w 386856"/>
                <a:gd name="connsiteY131" fmla="*/ 367782 h 423801"/>
                <a:gd name="connsiteX132" fmla="*/ 368974 w 386856"/>
                <a:gd name="connsiteY132" fmla="*/ 362099 h 423801"/>
                <a:gd name="connsiteX133" fmla="*/ 153975 w 386856"/>
                <a:gd name="connsiteY133" fmla="*/ 126653 h 423801"/>
                <a:gd name="connsiteX134" fmla="*/ 156409 w 386856"/>
                <a:gd name="connsiteY134" fmla="*/ 126653 h 423801"/>
                <a:gd name="connsiteX135" fmla="*/ 155598 w 386856"/>
                <a:gd name="connsiteY135" fmla="*/ 129089 h 423801"/>
                <a:gd name="connsiteX136" fmla="*/ 153975 w 386856"/>
                <a:gd name="connsiteY136" fmla="*/ 126653 h 423801"/>
                <a:gd name="connsiteX137" fmla="*/ 141806 w 386856"/>
                <a:gd name="connsiteY137" fmla="*/ 146138 h 423801"/>
                <a:gd name="connsiteX138" fmla="*/ 143428 w 386856"/>
                <a:gd name="connsiteY138" fmla="*/ 142891 h 423801"/>
                <a:gd name="connsiteX139" fmla="*/ 145862 w 386856"/>
                <a:gd name="connsiteY139" fmla="*/ 140455 h 423801"/>
                <a:gd name="connsiteX140" fmla="*/ 145862 w 386856"/>
                <a:gd name="connsiteY140" fmla="*/ 144515 h 423801"/>
                <a:gd name="connsiteX141" fmla="*/ 140994 w 386856"/>
                <a:gd name="connsiteY141" fmla="*/ 147762 h 423801"/>
                <a:gd name="connsiteX142" fmla="*/ 141806 w 386856"/>
                <a:gd name="connsiteY142" fmla="*/ 146138 h 423801"/>
                <a:gd name="connsiteX143" fmla="*/ 135315 w 386856"/>
                <a:gd name="connsiteY143" fmla="*/ 155069 h 423801"/>
                <a:gd name="connsiteX144" fmla="*/ 136126 w 386856"/>
                <a:gd name="connsiteY144" fmla="*/ 156693 h 423801"/>
                <a:gd name="connsiteX145" fmla="*/ 133692 w 386856"/>
                <a:gd name="connsiteY145" fmla="*/ 156693 h 423801"/>
                <a:gd name="connsiteX146" fmla="*/ 135315 w 386856"/>
                <a:gd name="connsiteY146" fmla="*/ 155069 h 423801"/>
                <a:gd name="connsiteX147" fmla="*/ 127202 w 386856"/>
                <a:gd name="connsiteY147" fmla="*/ 164812 h 423801"/>
                <a:gd name="connsiteX148" fmla="*/ 128825 w 386856"/>
                <a:gd name="connsiteY148" fmla="*/ 163188 h 423801"/>
                <a:gd name="connsiteX149" fmla="*/ 130447 w 386856"/>
                <a:gd name="connsiteY149" fmla="*/ 162376 h 423801"/>
                <a:gd name="connsiteX150" fmla="*/ 132070 w 386856"/>
                <a:gd name="connsiteY150" fmla="*/ 160752 h 423801"/>
                <a:gd name="connsiteX151" fmla="*/ 131258 w 386856"/>
                <a:gd name="connsiteY151" fmla="*/ 165624 h 423801"/>
                <a:gd name="connsiteX152" fmla="*/ 127202 w 386856"/>
                <a:gd name="connsiteY152" fmla="*/ 164812 h 423801"/>
                <a:gd name="connsiteX153" fmla="*/ 132881 w 386856"/>
                <a:gd name="connsiteY153" fmla="*/ 182673 h 423801"/>
                <a:gd name="connsiteX154" fmla="*/ 132881 w 386856"/>
                <a:gd name="connsiteY154" fmla="*/ 185109 h 423801"/>
                <a:gd name="connsiteX155" fmla="*/ 130447 w 386856"/>
                <a:gd name="connsiteY155" fmla="*/ 189168 h 423801"/>
                <a:gd name="connsiteX156" fmla="*/ 110975 w 386856"/>
                <a:gd name="connsiteY156" fmla="*/ 216772 h 423801"/>
                <a:gd name="connsiteX157" fmla="*/ 109353 w 386856"/>
                <a:gd name="connsiteY157" fmla="*/ 216772 h 423801"/>
                <a:gd name="connsiteX158" fmla="*/ 115843 w 386856"/>
                <a:gd name="connsiteY158" fmla="*/ 207029 h 423801"/>
                <a:gd name="connsiteX159" fmla="*/ 125579 w 386856"/>
                <a:gd name="connsiteY159" fmla="*/ 192416 h 423801"/>
                <a:gd name="connsiteX160" fmla="*/ 132881 w 386856"/>
                <a:gd name="connsiteY160" fmla="*/ 182673 h 423801"/>
                <a:gd name="connsiteX161" fmla="*/ 119089 w 386856"/>
                <a:gd name="connsiteY161" fmla="*/ 176178 h 423801"/>
                <a:gd name="connsiteX162" fmla="*/ 123145 w 386856"/>
                <a:gd name="connsiteY162" fmla="*/ 174554 h 423801"/>
                <a:gd name="connsiteX163" fmla="*/ 123957 w 386856"/>
                <a:gd name="connsiteY163" fmla="*/ 175366 h 423801"/>
                <a:gd name="connsiteX164" fmla="*/ 119900 w 386856"/>
                <a:gd name="connsiteY164" fmla="*/ 176990 h 423801"/>
                <a:gd name="connsiteX165" fmla="*/ 119089 w 386856"/>
                <a:gd name="connsiteY165" fmla="*/ 176178 h 423801"/>
                <a:gd name="connsiteX166" fmla="*/ 114221 w 386856"/>
                <a:gd name="connsiteY166" fmla="*/ 182673 h 423801"/>
                <a:gd name="connsiteX167" fmla="*/ 115843 w 386856"/>
                <a:gd name="connsiteY167" fmla="*/ 183485 h 423801"/>
                <a:gd name="connsiteX168" fmla="*/ 114221 w 386856"/>
                <a:gd name="connsiteY168" fmla="*/ 185109 h 423801"/>
                <a:gd name="connsiteX169" fmla="*/ 112598 w 386856"/>
                <a:gd name="connsiteY169" fmla="*/ 184297 h 423801"/>
                <a:gd name="connsiteX170" fmla="*/ 114221 w 386856"/>
                <a:gd name="connsiteY170" fmla="*/ 182673 h 423801"/>
                <a:gd name="connsiteX171" fmla="*/ 100428 w 386856"/>
                <a:gd name="connsiteY171" fmla="*/ 202970 h 423801"/>
                <a:gd name="connsiteX172" fmla="*/ 103674 w 386856"/>
                <a:gd name="connsiteY172" fmla="*/ 198099 h 423801"/>
                <a:gd name="connsiteX173" fmla="*/ 104485 w 386856"/>
                <a:gd name="connsiteY173" fmla="*/ 196475 h 423801"/>
                <a:gd name="connsiteX174" fmla="*/ 106919 w 386856"/>
                <a:gd name="connsiteY174" fmla="*/ 193228 h 423801"/>
                <a:gd name="connsiteX175" fmla="*/ 111787 w 386856"/>
                <a:gd name="connsiteY175" fmla="*/ 189980 h 423801"/>
                <a:gd name="connsiteX176" fmla="*/ 117466 w 386856"/>
                <a:gd name="connsiteY176" fmla="*/ 191604 h 423801"/>
                <a:gd name="connsiteX177" fmla="*/ 116655 w 386856"/>
                <a:gd name="connsiteY177" fmla="*/ 193228 h 423801"/>
                <a:gd name="connsiteX178" fmla="*/ 113410 w 386856"/>
                <a:gd name="connsiteY178" fmla="*/ 194851 h 423801"/>
                <a:gd name="connsiteX179" fmla="*/ 110164 w 386856"/>
                <a:gd name="connsiteY179" fmla="*/ 195663 h 423801"/>
                <a:gd name="connsiteX180" fmla="*/ 108542 w 386856"/>
                <a:gd name="connsiteY180" fmla="*/ 196475 h 423801"/>
                <a:gd name="connsiteX181" fmla="*/ 107730 w 386856"/>
                <a:gd name="connsiteY181" fmla="*/ 198099 h 423801"/>
                <a:gd name="connsiteX182" fmla="*/ 106919 w 386856"/>
                <a:gd name="connsiteY182" fmla="*/ 201346 h 423801"/>
                <a:gd name="connsiteX183" fmla="*/ 106108 w 386856"/>
                <a:gd name="connsiteY183" fmla="*/ 204594 h 423801"/>
                <a:gd name="connsiteX184" fmla="*/ 106108 w 386856"/>
                <a:gd name="connsiteY184" fmla="*/ 206218 h 423801"/>
                <a:gd name="connsiteX185" fmla="*/ 105296 w 386856"/>
                <a:gd name="connsiteY185" fmla="*/ 206218 h 423801"/>
                <a:gd name="connsiteX186" fmla="*/ 101240 w 386856"/>
                <a:gd name="connsiteY186" fmla="*/ 205406 h 423801"/>
                <a:gd name="connsiteX187" fmla="*/ 100428 w 386856"/>
                <a:gd name="connsiteY187" fmla="*/ 202970 h 423801"/>
                <a:gd name="connsiteX188" fmla="*/ 97995 w 386856"/>
                <a:gd name="connsiteY188" fmla="*/ 213525 h 423801"/>
                <a:gd name="connsiteX189" fmla="*/ 99617 w 386856"/>
                <a:gd name="connsiteY189" fmla="*/ 211901 h 423801"/>
                <a:gd name="connsiteX190" fmla="*/ 100428 w 386856"/>
                <a:gd name="connsiteY190" fmla="*/ 213525 h 423801"/>
                <a:gd name="connsiteX191" fmla="*/ 98806 w 386856"/>
                <a:gd name="connsiteY191" fmla="*/ 215148 h 423801"/>
                <a:gd name="connsiteX192" fmla="*/ 97995 w 386856"/>
                <a:gd name="connsiteY192" fmla="*/ 213525 h 423801"/>
                <a:gd name="connsiteX193" fmla="*/ 96372 w 386856"/>
                <a:gd name="connsiteY193" fmla="*/ 238693 h 423801"/>
                <a:gd name="connsiteX194" fmla="*/ 98806 w 386856"/>
                <a:gd name="connsiteY194" fmla="*/ 232198 h 423801"/>
                <a:gd name="connsiteX195" fmla="*/ 102051 w 386856"/>
                <a:gd name="connsiteY195" fmla="*/ 226515 h 423801"/>
                <a:gd name="connsiteX196" fmla="*/ 106919 w 386856"/>
                <a:gd name="connsiteY196" fmla="*/ 220832 h 423801"/>
                <a:gd name="connsiteX197" fmla="*/ 99617 w 386856"/>
                <a:gd name="connsiteY197" fmla="*/ 235445 h 423801"/>
                <a:gd name="connsiteX198" fmla="*/ 97995 w 386856"/>
                <a:gd name="connsiteY198" fmla="*/ 238693 h 423801"/>
                <a:gd name="connsiteX199" fmla="*/ 94749 w 386856"/>
                <a:gd name="connsiteY199" fmla="*/ 244376 h 423801"/>
                <a:gd name="connsiteX200" fmla="*/ 88259 w 386856"/>
                <a:gd name="connsiteY200" fmla="*/ 256554 h 423801"/>
                <a:gd name="connsiteX201" fmla="*/ 84202 w 386856"/>
                <a:gd name="connsiteY201" fmla="*/ 262237 h 423801"/>
                <a:gd name="connsiteX202" fmla="*/ 77712 w 386856"/>
                <a:gd name="connsiteY202" fmla="*/ 271168 h 423801"/>
                <a:gd name="connsiteX203" fmla="*/ 75278 w 386856"/>
                <a:gd name="connsiteY203" fmla="*/ 275227 h 423801"/>
                <a:gd name="connsiteX204" fmla="*/ 75278 w 386856"/>
                <a:gd name="connsiteY204" fmla="*/ 277663 h 423801"/>
                <a:gd name="connsiteX205" fmla="*/ 72844 w 386856"/>
                <a:gd name="connsiteY205" fmla="*/ 281723 h 423801"/>
                <a:gd name="connsiteX206" fmla="*/ 66353 w 386856"/>
                <a:gd name="connsiteY206" fmla="*/ 289029 h 423801"/>
                <a:gd name="connsiteX207" fmla="*/ 56618 w 386856"/>
                <a:gd name="connsiteY207" fmla="*/ 299584 h 423801"/>
                <a:gd name="connsiteX208" fmla="*/ 58240 w 386856"/>
                <a:gd name="connsiteY208" fmla="*/ 296336 h 423801"/>
                <a:gd name="connsiteX209" fmla="*/ 59863 w 386856"/>
                <a:gd name="connsiteY209" fmla="*/ 294713 h 423801"/>
                <a:gd name="connsiteX210" fmla="*/ 61485 w 386856"/>
                <a:gd name="connsiteY210" fmla="*/ 291465 h 423801"/>
                <a:gd name="connsiteX211" fmla="*/ 64731 w 386856"/>
                <a:gd name="connsiteY211" fmla="*/ 287406 h 423801"/>
                <a:gd name="connsiteX212" fmla="*/ 72844 w 386856"/>
                <a:gd name="connsiteY212" fmla="*/ 270356 h 423801"/>
                <a:gd name="connsiteX213" fmla="*/ 84202 w 386856"/>
                <a:gd name="connsiteY213" fmla="*/ 254930 h 423801"/>
                <a:gd name="connsiteX214" fmla="*/ 95561 w 386856"/>
                <a:gd name="connsiteY214" fmla="*/ 240317 h 423801"/>
                <a:gd name="connsiteX215" fmla="*/ 96372 w 386856"/>
                <a:gd name="connsiteY215" fmla="*/ 238693 h 423801"/>
                <a:gd name="connsiteX216" fmla="*/ 80146 w 386856"/>
                <a:gd name="connsiteY216" fmla="*/ 276851 h 423801"/>
                <a:gd name="connsiteX217" fmla="*/ 78523 w 386856"/>
                <a:gd name="connsiteY217" fmla="*/ 279287 h 423801"/>
                <a:gd name="connsiteX218" fmla="*/ 76900 w 386856"/>
                <a:gd name="connsiteY218" fmla="*/ 277663 h 423801"/>
                <a:gd name="connsiteX219" fmla="*/ 78523 w 386856"/>
                <a:gd name="connsiteY219" fmla="*/ 275227 h 423801"/>
                <a:gd name="connsiteX220" fmla="*/ 80146 w 386856"/>
                <a:gd name="connsiteY220" fmla="*/ 276851 h 423801"/>
                <a:gd name="connsiteX221" fmla="*/ 52561 w 386856"/>
                <a:gd name="connsiteY221" fmla="*/ 310138 h 423801"/>
                <a:gd name="connsiteX222" fmla="*/ 53372 w 386856"/>
                <a:gd name="connsiteY222" fmla="*/ 307703 h 423801"/>
                <a:gd name="connsiteX223" fmla="*/ 54995 w 386856"/>
                <a:gd name="connsiteY223" fmla="*/ 306079 h 423801"/>
                <a:gd name="connsiteX224" fmla="*/ 56618 w 386856"/>
                <a:gd name="connsiteY224" fmla="*/ 310138 h 423801"/>
                <a:gd name="connsiteX225" fmla="*/ 52561 w 386856"/>
                <a:gd name="connsiteY225" fmla="*/ 315010 h 423801"/>
                <a:gd name="connsiteX226" fmla="*/ 49316 w 386856"/>
                <a:gd name="connsiteY226" fmla="*/ 319881 h 423801"/>
                <a:gd name="connsiteX227" fmla="*/ 45259 w 386856"/>
                <a:gd name="connsiteY227" fmla="*/ 323128 h 423801"/>
                <a:gd name="connsiteX228" fmla="*/ 43636 w 386856"/>
                <a:gd name="connsiteY228" fmla="*/ 321505 h 423801"/>
                <a:gd name="connsiteX229" fmla="*/ 52561 w 386856"/>
                <a:gd name="connsiteY229" fmla="*/ 310138 h 423801"/>
                <a:gd name="connsiteX230" fmla="*/ 46882 w 386856"/>
                <a:gd name="connsiteY230" fmla="*/ 302020 h 423801"/>
                <a:gd name="connsiteX231" fmla="*/ 50938 w 386856"/>
                <a:gd name="connsiteY231" fmla="*/ 301208 h 423801"/>
                <a:gd name="connsiteX232" fmla="*/ 46070 w 386856"/>
                <a:gd name="connsiteY232" fmla="*/ 304455 h 423801"/>
                <a:gd name="connsiteX233" fmla="*/ 46882 w 386856"/>
                <a:gd name="connsiteY233" fmla="*/ 302020 h 423801"/>
                <a:gd name="connsiteX234" fmla="*/ 51750 w 386856"/>
                <a:gd name="connsiteY234" fmla="*/ 297148 h 423801"/>
                <a:gd name="connsiteX235" fmla="*/ 54183 w 386856"/>
                <a:gd name="connsiteY235" fmla="*/ 294713 h 423801"/>
                <a:gd name="connsiteX236" fmla="*/ 53372 w 386856"/>
                <a:gd name="connsiteY236" fmla="*/ 297960 h 423801"/>
                <a:gd name="connsiteX237" fmla="*/ 51750 w 386856"/>
                <a:gd name="connsiteY237" fmla="*/ 297148 h 423801"/>
                <a:gd name="connsiteX238" fmla="*/ 88259 w 386856"/>
                <a:gd name="connsiteY238" fmla="*/ 224079 h 423801"/>
                <a:gd name="connsiteX239" fmla="*/ 89881 w 386856"/>
                <a:gd name="connsiteY239" fmla="*/ 224079 h 423801"/>
                <a:gd name="connsiteX240" fmla="*/ 91504 w 386856"/>
                <a:gd name="connsiteY240" fmla="*/ 221643 h 423801"/>
                <a:gd name="connsiteX241" fmla="*/ 93938 w 386856"/>
                <a:gd name="connsiteY241" fmla="*/ 220020 h 423801"/>
                <a:gd name="connsiteX242" fmla="*/ 92315 w 386856"/>
                <a:gd name="connsiteY242" fmla="*/ 219208 h 423801"/>
                <a:gd name="connsiteX243" fmla="*/ 92315 w 386856"/>
                <a:gd name="connsiteY243" fmla="*/ 217584 h 423801"/>
                <a:gd name="connsiteX244" fmla="*/ 96372 w 386856"/>
                <a:gd name="connsiteY244" fmla="*/ 215960 h 423801"/>
                <a:gd name="connsiteX245" fmla="*/ 95561 w 386856"/>
                <a:gd name="connsiteY245" fmla="*/ 221643 h 423801"/>
                <a:gd name="connsiteX246" fmla="*/ 93127 w 386856"/>
                <a:gd name="connsiteY246" fmla="*/ 224891 h 423801"/>
                <a:gd name="connsiteX247" fmla="*/ 91504 w 386856"/>
                <a:gd name="connsiteY247" fmla="*/ 228950 h 423801"/>
                <a:gd name="connsiteX248" fmla="*/ 89070 w 386856"/>
                <a:gd name="connsiteY248" fmla="*/ 229762 h 423801"/>
                <a:gd name="connsiteX249" fmla="*/ 88259 w 386856"/>
                <a:gd name="connsiteY249" fmla="*/ 224079 h 423801"/>
                <a:gd name="connsiteX250" fmla="*/ 88259 w 386856"/>
                <a:gd name="connsiteY250" fmla="*/ 224079 h 423801"/>
                <a:gd name="connsiteX251" fmla="*/ 62297 w 386856"/>
                <a:gd name="connsiteY251" fmla="*/ 262237 h 423801"/>
                <a:gd name="connsiteX252" fmla="*/ 67165 w 386856"/>
                <a:gd name="connsiteY252" fmla="*/ 256554 h 423801"/>
                <a:gd name="connsiteX253" fmla="*/ 69599 w 386856"/>
                <a:gd name="connsiteY253" fmla="*/ 250871 h 423801"/>
                <a:gd name="connsiteX254" fmla="*/ 71221 w 386856"/>
                <a:gd name="connsiteY254" fmla="*/ 250059 h 423801"/>
                <a:gd name="connsiteX255" fmla="*/ 73655 w 386856"/>
                <a:gd name="connsiteY255" fmla="*/ 247623 h 423801"/>
                <a:gd name="connsiteX256" fmla="*/ 76089 w 386856"/>
                <a:gd name="connsiteY256" fmla="*/ 238693 h 423801"/>
                <a:gd name="connsiteX257" fmla="*/ 83391 w 386856"/>
                <a:gd name="connsiteY257" fmla="*/ 231386 h 423801"/>
                <a:gd name="connsiteX258" fmla="*/ 82579 w 386856"/>
                <a:gd name="connsiteY258" fmla="*/ 234633 h 423801"/>
                <a:gd name="connsiteX259" fmla="*/ 78523 w 386856"/>
                <a:gd name="connsiteY259" fmla="*/ 240317 h 423801"/>
                <a:gd name="connsiteX260" fmla="*/ 79334 w 386856"/>
                <a:gd name="connsiteY260" fmla="*/ 242752 h 423801"/>
                <a:gd name="connsiteX261" fmla="*/ 80146 w 386856"/>
                <a:gd name="connsiteY261" fmla="*/ 246000 h 423801"/>
                <a:gd name="connsiteX262" fmla="*/ 80146 w 386856"/>
                <a:gd name="connsiteY262" fmla="*/ 248435 h 423801"/>
                <a:gd name="connsiteX263" fmla="*/ 79334 w 386856"/>
                <a:gd name="connsiteY263" fmla="*/ 247623 h 423801"/>
                <a:gd name="connsiteX264" fmla="*/ 78523 w 386856"/>
                <a:gd name="connsiteY264" fmla="*/ 246812 h 423801"/>
                <a:gd name="connsiteX265" fmla="*/ 76900 w 386856"/>
                <a:gd name="connsiteY265" fmla="*/ 250059 h 423801"/>
                <a:gd name="connsiteX266" fmla="*/ 69599 w 386856"/>
                <a:gd name="connsiteY266" fmla="*/ 254930 h 423801"/>
                <a:gd name="connsiteX267" fmla="*/ 67165 w 386856"/>
                <a:gd name="connsiteY267" fmla="*/ 258178 h 423801"/>
                <a:gd name="connsiteX268" fmla="*/ 69599 w 386856"/>
                <a:gd name="connsiteY268" fmla="*/ 258178 h 423801"/>
                <a:gd name="connsiteX269" fmla="*/ 72844 w 386856"/>
                <a:gd name="connsiteY269" fmla="*/ 257366 h 423801"/>
                <a:gd name="connsiteX270" fmla="*/ 64731 w 386856"/>
                <a:gd name="connsiteY270" fmla="*/ 263049 h 423801"/>
                <a:gd name="connsiteX271" fmla="*/ 59863 w 386856"/>
                <a:gd name="connsiteY271" fmla="*/ 263861 h 423801"/>
                <a:gd name="connsiteX272" fmla="*/ 62297 w 386856"/>
                <a:gd name="connsiteY272" fmla="*/ 262237 h 423801"/>
                <a:gd name="connsiteX273" fmla="*/ 50127 w 386856"/>
                <a:gd name="connsiteY273" fmla="*/ 282534 h 423801"/>
                <a:gd name="connsiteX274" fmla="*/ 55806 w 386856"/>
                <a:gd name="connsiteY274" fmla="*/ 280911 h 423801"/>
                <a:gd name="connsiteX275" fmla="*/ 54995 w 386856"/>
                <a:gd name="connsiteY275" fmla="*/ 279287 h 423801"/>
                <a:gd name="connsiteX276" fmla="*/ 55806 w 386856"/>
                <a:gd name="connsiteY276" fmla="*/ 276039 h 423801"/>
                <a:gd name="connsiteX277" fmla="*/ 63919 w 386856"/>
                <a:gd name="connsiteY277" fmla="*/ 274416 h 423801"/>
                <a:gd name="connsiteX278" fmla="*/ 66353 w 386856"/>
                <a:gd name="connsiteY278" fmla="*/ 274416 h 423801"/>
                <a:gd name="connsiteX279" fmla="*/ 65542 w 386856"/>
                <a:gd name="connsiteY279" fmla="*/ 276851 h 423801"/>
                <a:gd name="connsiteX280" fmla="*/ 63108 w 386856"/>
                <a:gd name="connsiteY280" fmla="*/ 281723 h 423801"/>
                <a:gd name="connsiteX281" fmla="*/ 53372 w 386856"/>
                <a:gd name="connsiteY281" fmla="*/ 284158 h 423801"/>
                <a:gd name="connsiteX282" fmla="*/ 50127 w 386856"/>
                <a:gd name="connsiteY282" fmla="*/ 282534 h 423801"/>
                <a:gd name="connsiteX283" fmla="*/ 53372 w 386856"/>
                <a:gd name="connsiteY283" fmla="*/ 287406 h 423801"/>
                <a:gd name="connsiteX284" fmla="*/ 56618 w 386856"/>
                <a:gd name="connsiteY284" fmla="*/ 290653 h 423801"/>
                <a:gd name="connsiteX285" fmla="*/ 54183 w 386856"/>
                <a:gd name="connsiteY285" fmla="*/ 290653 h 423801"/>
                <a:gd name="connsiteX286" fmla="*/ 50127 w 386856"/>
                <a:gd name="connsiteY286" fmla="*/ 289029 h 423801"/>
                <a:gd name="connsiteX287" fmla="*/ 53372 w 386856"/>
                <a:gd name="connsiteY287" fmla="*/ 287406 h 423801"/>
                <a:gd name="connsiteX288" fmla="*/ 46882 w 386856"/>
                <a:gd name="connsiteY288" fmla="*/ 293901 h 423801"/>
                <a:gd name="connsiteX289" fmla="*/ 50938 w 386856"/>
                <a:gd name="connsiteY289" fmla="*/ 293901 h 423801"/>
                <a:gd name="connsiteX290" fmla="*/ 42825 w 386856"/>
                <a:gd name="connsiteY290" fmla="*/ 297148 h 423801"/>
                <a:gd name="connsiteX291" fmla="*/ 46882 w 386856"/>
                <a:gd name="connsiteY291" fmla="*/ 293901 h 423801"/>
                <a:gd name="connsiteX292" fmla="*/ 40391 w 386856"/>
                <a:gd name="connsiteY292" fmla="*/ 303643 h 423801"/>
                <a:gd name="connsiteX293" fmla="*/ 42825 w 386856"/>
                <a:gd name="connsiteY293" fmla="*/ 304455 h 423801"/>
                <a:gd name="connsiteX294" fmla="*/ 40391 w 386856"/>
                <a:gd name="connsiteY294" fmla="*/ 306079 h 423801"/>
                <a:gd name="connsiteX295" fmla="*/ 37957 w 386856"/>
                <a:gd name="connsiteY295" fmla="*/ 305267 h 423801"/>
                <a:gd name="connsiteX296" fmla="*/ 40391 w 386856"/>
                <a:gd name="connsiteY296" fmla="*/ 303643 h 423801"/>
                <a:gd name="connsiteX297" fmla="*/ 24976 w 386856"/>
                <a:gd name="connsiteY297" fmla="*/ 332871 h 423801"/>
                <a:gd name="connsiteX298" fmla="*/ 22542 w 386856"/>
                <a:gd name="connsiteY298" fmla="*/ 334495 h 423801"/>
                <a:gd name="connsiteX299" fmla="*/ 24976 w 386856"/>
                <a:gd name="connsiteY299" fmla="*/ 327188 h 423801"/>
                <a:gd name="connsiteX300" fmla="*/ 30655 w 386856"/>
                <a:gd name="connsiteY300" fmla="*/ 317445 h 423801"/>
                <a:gd name="connsiteX301" fmla="*/ 37957 w 386856"/>
                <a:gd name="connsiteY301" fmla="*/ 309326 h 423801"/>
                <a:gd name="connsiteX302" fmla="*/ 42014 w 386856"/>
                <a:gd name="connsiteY302" fmla="*/ 310138 h 423801"/>
                <a:gd name="connsiteX303" fmla="*/ 41203 w 386856"/>
                <a:gd name="connsiteY303" fmla="*/ 311762 h 423801"/>
                <a:gd name="connsiteX304" fmla="*/ 38768 w 386856"/>
                <a:gd name="connsiteY304" fmla="*/ 315010 h 423801"/>
                <a:gd name="connsiteX305" fmla="*/ 41203 w 386856"/>
                <a:gd name="connsiteY305" fmla="*/ 316633 h 423801"/>
                <a:gd name="connsiteX306" fmla="*/ 42014 w 386856"/>
                <a:gd name="connsiteY306" fmla="*/ 318257 h 423801"/>
                <a:gd name="connsiteX307" fmla="*/ 38768 w 386856"/>
                <a:gd name="connsiteY307" fmla="*/ 319069 h 423801"/>
                <a:gd name="connsiteX308" fmla="*/ 35523 w 386856"/>
                <a:gd name="connsiteY308" fmla="*/ 321505 h 423801"/>
                <a:gd name="connsiteX309" fmla="*/ 32278 w 386856"/>
                <a:gd name="connsiteY309" fmla="*/ 324752 h 423801"/>
                <a:gd name="connsiteX310" fmla="*/ 31467 w 386856"/>
                <a:gd name="connsiteY310" fmla="*/ 327188 h 423801"/>
                <a:gd name="connsiteX311" fmla="*/ 29844 w 386856"/>
                <a:gd name="connsiteY311" fmla="*/ 328811 h 423801"/>
                <a:gd name="connsiteX312" fmla="*/ 26599 w 386856"/>
                <a:gd name="connsiteY312" fmla="*/ 329623 h 423801"/>
                <a:gd name="connsiteX313" fmla="*/ 28221 w 386856"/>
                <a:gd name="connsiteY313" fmla="*/ 331247 h 423801"/>
                <a:gd name="connsiteX314" fmla="*/ 29033 w 386856"/>
                <a:gd name="connsiteY314" fmla="*/ 332871 h 423801"/>
                <a:gd name="connsiteX315" fmla="*/ 26599 w 386856"/>
                <a:gd name="connsiteY315" fmla="*/ 333683 h 423801"/>
                <a:gd name="connsiteX316" fmla="*/ 24976 w 386856"/>
                <a:gd name="connsiteY316" fmla="*/ 332871 h 423801"/>
                <a:gd name="connsiteX317" fmla="*/ 40391 w 386856"/>
                <a:gd name="connsiteY317" fmla="*/ 320693 h 423801"/>
                <a:gd name="connsiteX318" fmla="*/ 38768 w 386856"/>
                <a:gd name="connsiteY318" fmla="*/ 322317 h 423801"/>
                <a:gd name="connsiteX319" fmla="*/ 37146 w 386856"/>
                <a:gd name="connsiteY319" fmla="*/ 321505 h 423801"/>
                <a:gd name="connsiteX320" fmla="*/ 38768 w 386856"/>
                <a:gd name="connsiteY320" fmla="*/ 319881 h 423801"/>
                <a:gd name="connsiteX321" fmla="*/ 40391 w 386856"/>
                <a:gd name="connsiteY321" fmla="*/ 320693 h 423801"/>
                <a:gd name="connsiteX322" fmla="*/ 34712 w 386856"/>
                <a:gd name="connsiteY322" fmla="*/ 345049 h 423801"/>
                <a:gd name="connsiteX323" fmla="*/ 33089 w 386856"/>
                <a:gd name="connsiteY323" fmla="*/ 342614 h 423801"/>
                <a:gd name="connsiteX324" fmla="*/ 35523 w 386856"/>
                <a:gd name="connsiteY324" fmla="*/ 342614 h 423801"/>
                <a:gd name="connsiteX325" fmla="*/ 34712 w 386856"/>
                <a:gd name="connsiteY325" fmla="*/ 345049 h 423801"/>
                <a:gd name="connsiteX326" fmla="*/ 114221 w 386856"/>
                <a:gd name="connsiteY326" fmla="*/ 244376 h 423801"/>
                <a:gd name="connsiteX327" fmla="*/ 84202 w 386856"/>
                <a:gd name="connsiteY327" fmla="*/ 284970 h 423801"/>
                <a:gd name="connsiteX328" fmla="*/ 75278 w 386856"/>
                <a:gd name="connsiteY328" fmla="*/ 298772 h 423801"/>
                <a:gd name="connsiteX329" fmla="*/ 36335 w 386856"/>
                <a:gd name="connsiteY329" fmla="*/ 365346 h 423801"/>
                <a:gd name="connsiteX330" fmla="*/ 31467 w 386856"/>
                <a:gd name="connsiteY330" fmla="*/ 370217 h 423801"/>
                <a:gd name="connsiteX331" fmla="*/ 31467 w 386856"/>
                <a:gd name="connsiteY331" fmla="*/ 371841 h 423801"/>
                <a:gd name="connsiteX332" fmla="*/ 31467 w 386856"/>
                <a:gd name="connsiteY332" fmla="*/ 373465 h 423801"/>
                <a:gd name="connsiteX333" fmla="*/ 29033 w 386856"/>
                <a:gd name="connsiteY333" fmla="*/ 377524 h 423801"/>
                <a:gd name="connsiteX334" fmla="*/ 27410 w 386856"/>
                <a:gd name="connsiteY334" fmla="*/ 380772 h 423801"/>
                <a:gd name="connsiteX335" fmla="*/ 29844 w 386856"/>
                <a:gd name="connsiteY335" fmla="*/ 369405 h 423801"/>
                <a:gd name="connsiteX336" fmla="*/ 35523 w 386856"/>
                <a:gd name="connsiteY336" fmla="*/ 359663 h 423801"/>
                <a:gd name="connsiteX337" fmla="*/ 37146 w 386856"/>
                <a:gd name="connsiteY337" fmla="*/ 357227 h 423801"/>
                <a:gd name="connsiteX338" fmla="*/ 38768 w 386856"/>
                <a:gd name="connsiteY338" fmla="*/ 354792 h 423801"/>
                <a:gd name="connsiteX339" fmla="*/ 40391 w 386856"/>
                <a:gd name="connsiteY339" fmla="*/ 349920 h 423801"/>
                <a:gd name="connsiteX340" fmla="*/ 38768 w 386856"/>
                <a:gd name="connsiteY340" fmla="*/ 346673 h 423801"/>
                <a:gd name="connsiteX341" fmla="*/ 42014 w 386856"/>
                <a:gd name="connsiteY341" fmla="*/ 345049 h 423801"/>
                <a:gd name="connsiteX342" fmla="*/ 40391 w 386856"/>
                <a:gd name="connsiteY342" fmla="*/ 340178 h 423801"/>
                <a:gd name="connsiteX343" fmla="*/ 40391 w 386856"/>
                <a:gd name="connsiteY343" fmla="*/ 333683 h 423801"/>
                <a:gd name="connsiteX344" fmla="*/ 43636 w 386856"/>
                <a:gd name="connsiteY344" fmla="*/ 335307 h 423801"/>
                <a:gd name="connsiteX345" fmla="*/ 42825 w 386856"/>
                <a:gd name="connsiteY345" fmla="*/ 337742 h 423801"/>
                <a:gd name="connsiteX346" fmla="*/ 40391 w 386856"/>
                <a:gd name="connsiteY346" fmla="*/ 336930 h 423801"/>
                <a:gd name="connsiteX347" fmla="*/ 45259 w 386856"/>
                <a:gd name="connsiteY347" fmla="*/ 339366 h 423801"/>
                <a:gd name="connsiteX348" fmla="*/ 58240 w 386856"/>
                <a:gd name="connsiteY348" fmla="*/ 318257 h 423801"/>
                <a:gd name="connsiteX349" fmla="*/ 61485 w 386856"/>
                <a:gd name="connsiteY349" fmla="*/ 310138 h 423801"/>
                <a:gd name="connsiteX350" fmla="*/ 63108 w 386856"/>
                <a:gd name="connsiteY350" fmla="*/ 308514 h 423801"/>
                <a:gd name="connsiteX351" fmla="*/ 62297 w 386856"/>
                <a:gd name="connsiteY351" fmla="*/ 306891 h 423801"/>
                <a:gd name="connsiteX352" fmla="*/ 61485 w 386856"/>
                <a:gd name="connsiteY352" fmla="*/ 306079 h 423801"/>
                <a:gd name="connsiteX353" fmla="*/ 64731 w 386856"/>
                <a:gd name="connsiteY353" fmla="*/ 303643 h 423801"/>
                <a:gd name="connsiteX354" fmla="*/ 68787 w 386856"/>
                <a:gd name="connsiteY354" fmla="*/ 297960 h 423801"/>
                <a:gd name="connsiteX355" fmla="*/ 71221 w 386856"/>
                <a:gd name="connsiteY355" fmla="*/ 293901 h 423801"/>
                <a:gd name="connsiteX356" fmla="*/ 81768 w 386856"/>
                <a:gd name="connsiteY356" fmla="*/ 280099 h 423801"/>
                <a:gd name="connsiteX357" fmla="*/ 86636 w 386856"/>
                <a:gd name="connsiteY357" fmla="*/ 271168 h 423801"/>
                <a:gd name="connsiteX358" fmla="*/ 100428 w 386856"/>
                <a:gd name="connsiteY358" fmla="*/ 248435 h 423801"/>
                <a:gd name="connsiteX359" fmla="*/ 102051 w 386856"/>
                <a:gd name="connsiteY359" fmla="*/ 245188 h 423801"/>
                <a:gd name="connsiteX360" fmla="*/ 102051 w 386856"/>
                <a:gd name="connsiteY360" fmla="*/ 241940 h 423801"/>
                <a:gd name="connsiteX361" fmla="*/ 102862 w 386856"/>
                <a:gd name="connsiteY361" fmla="*/ 241129 h 423801"/>
                <a:gd name="connsiteX362" fmla="*/ 108542 w 386856"/>
                <a:gd name="connsiteY362" fmla="*/ 235445 h 423801"/>
                <a:gd name="connsiteX363" fmla="*/ 113410 w 386856"/>
                <a:gd name="connsiteY363" fmla="*/ 228950 h 423801"/>
                <a:gd name="connsiteX364" fmla="*/ 114221 w 386856"/>
                <a:gd name="connsiteY364" fmla="*/ 226515 h 423801"/>
                <a:gd name="connsiteX365" fmla="*/ 117466 w 386856"/>
                <a:gd name="connsiteY365" fmla="*/ 220832 h 423801"/>
                <a:gd name="connsiteX366" fmla="*/ 121523 w 386856"/>
                <a:gd name="connsiteY366" fmla="*/ 215148 h 423801"/>
                <a:gd name="connsiteX367" fmla="*/ 124768 w 386856"/>
                <a:gd name="connsiteY367" fmla="*/ 218396 h 423801"/>
                <a:gd name="connsiteX368" fmla="*/ 128013 w 386856"/>
                <a:gd name="connsiteY368" fmla="*/ 224891 h 423801"/>
                <a:gd name="connsiteX369" fmla="*/ 114221 w 386856"/>
                <a:gd name="connsiteY369" fmla="*/ 244376 h 423801"/>
                <a:gd name="connsiteX370" fmla="*/ 248899 w 386856"/>
                <a:gd name="connsiteY370" fmla="*/ 198099 h 423801"/>
                <a:gd name="connsiteX371" fmla="*/ 248088 w 386856"/>
                <a:gd name="connsiteY371" fmla="*/ 198099 h 423801"/>
                <a:gd name="connsiteX372" fmla="*/ 248899 w 386856"/>
                <a:gd name="connsiteY372" fmla="*/ 196475 h 423801"/>
                <a:gd name="connsiteX373" fmla="*/ 250522 w 386856"/>
                <a:gd name="connsiteY373" fmla="*/ 197287 h 423801"/>
                <a:gd name="connsiteX374" fmla="*/ 248899 w 386856"/>
                <a:gd name="connsiteY374" fmla="*/ 198099 h 423801"/>
                <a:gd name="connsiteX375" fmla="*/ 252956 w 386856"/>
                <a:gd name="connsiteY375" fmla="*/ 194851 h 423801"/>
                <a:gd name="connsiteX376" fmla="*/ 252956 w 386856"/>
                <a:gd name="connsiteY376" fmla="*/ 194851 h 423801"/>
                <a:gd name="connsiteX377" fmla="*/ 254578 w 386856"/>
                <a:gd name="connsiteY377" fmla="*/ 191604 h 423801"/>
                <a:gd name="connsiteX378" fmla="*/ 252956 w 386856"/>
                <a:gd name="connsiteY378" fmla="*/ 194851 h 423801"/>
                <a:gd name="connsiteX379" fmla="*/ 291899 w 386856"/>
                <a:gd name="connsiteY379" fmla="*/ 60079 h 423801"/>
                <a:gd name="connsiteX380" fmla="*/ 294333 w 386856"/>
                <a:gd name="connsiteY380" fmla="*/ 59267 h 423801"/>
                <a:gd name="connsiteX381" fmla="*/ 291899 w 386856"/>
                <a:gd name="connsiteY381" fmla="*/ 62515 h 423801"/>
                <a:gd name="connsiteX382" fmla="*/ 291899 w 386856"/>
                <a:gd name="connsiteY382" fmla="*/ 60079 h 423801"/>
                <a:gd name="connsiteX383" fmla="*/ 283786 w 386856"/>
                <a:gd name="connsiteY383" fmla="*/ 68198 h 423801"/>
                <a:gd name="connsiteX384" fmla="*/ 286220 w 386856"/>
                <a:gd name="connsiteY384" fmla="*/ 65762 h 423801"/>
                <a:gd name="connsiteX385" fmla="*/ 283786 w 386856"/>
                <a:gd name="connsiteY385" fmla="*/ 68198 h 423801"/>
                <a:gd name="connsiteX386" fmla="*/ 283786 w 386856"/>
                <a:gd name="connsiteY386" fmla="*/ 68198 h 423801"/>
                <a:gd name="connsiteX387" fmla="*/ 231050 w 386856"/>
                <a:gd name="connsiteY387" fmla="*/ 116911 h 423801"/>
                <a:gd name="connsiteX388" fmla="*/ 234296 w 386856"/>
                <a:gd name="connsiteY388" fmla="*/ 116911 h 423801"/>
                <a:gd name="connsiteX389" fmla="*/ 231050 w 386856"/>
                <a:gd name="connsiteY389" fmla="*/ 118535 h 423801"/>
                <a:gd name="connsiteX390" fmla="*/ 227805 w 386856"/>
                <a:gd name="connsiteY390" fmla="*/ 117723 h 423801"/>
                <a:gd name="connsiteX391" fmla="*/ 231050 w 386856"/>
                <a:gd name="connsiteY391" fmla="*/ 116911 h 423801"/>
                <a:gd name="connsiteX392" fmla="*/ 210767 w 386856"/>
                <a:gd name="connsiteY392" fmla="*/ 138832 h 423801"/>
                <a:gd name="connsiteX393" fmla="*/ 213201 w 386856"/>
                <a:gd name="connsiteY393" fmla="*/ 136396 h 423801"/>
                <a:gd name="connsiteX394" fmla="*/ 210767 w 386856"/>
                <a:gd name="connsiteY394" fmla="*/ 138832 h 423801"/>
                <a:gd name="connsiteX395" fmla="*/ 210767 w 386856"/>
                <a:gd name="connsiteY395" fmla="*/ 138832 h 423801"/>
                <a:gd name="connsiteX396" fmla="*/ 187239 w 386856"/>
                <a:gd name="connsiteY396" fmla="*/ 239505 h 423801"/>
                <a:gd name="connsiteX397" fmla="*/ 188050 w 386856"/>
                <a:gd name="connsiteY397" fmla="*/ 237069 h 423801"/>
                <a:gd name="connsiteX398" fmla="*/ 191296 w 386856"/>
                <a:gd name="connsiteY398" fmla="*/ 234633 h 423801"/>
                <a:gd name="connsiteX399" fmla="*/ 196975 w 386856"/>
                <a:gd name="connsiteY399" fmla="*/ 230574 h 423801"/>
                <a:gd name="connsiteX400" fmla="*/ 199409 w 386856"/>
                <a:gd name="connsiteY400" fmla="*/ 225703 h 423801"/>
                <a:gd name="connsiteX401" fmla="*/ 196164 w 386856"/>
                <a:gd name="connsiteY401" fmla="*/ 227326 h 423801"/>
                <a:gd name="connsiteX402" fmla="*/ 182371 w 386856"/>
                <a:gd name="connsiteY402" fmla="*/ 232198 h 423801"/>
                <a:gd name="connsiteX403" fmla="*/ 180749 w 386856"/>
                <a:gd name="connsiteY403" fmla="*/ 228950 h 423801"/>
                <a:gd name="connsiteX404" fmla="*/ 175881 w 386856"/>
                <a:gd name="connsiteY404" fmla="*/ 211901 h 423801"/>
                <a:gd name="connsiteX405" fmla="*/ 171824 w 386856"/>
                <a:gd name="connsiteY405" fmla="*/ 198911 h 423801"/>
                <a:gd name="connsiteX406" fmla="*/ 196164 w 386856"/>
                <a:gd name="connsiteY406" fmla="*/ 170495 h 423801"/>
                <a:gd name="connsiteX407" fmla="*/ 254578 w 386856"/>
                <a:gd name="connsiteY407" fmla="*/ 110416 h 423801"/>
                <a:gd name="connsiteX408" fmla="*/ 257012 w 386856"/>
                <a:gd name="connsiteY408" fmla="*/ 108792 h 423801"/>
                <a:gd name="connsiteX409" fmla="*/ 287031 w 386856"/>
                <a:gd name="connsiteY409" fmla="*/ 80376 h 423801"/>
                <a:gd name="connsiteX410" fmla="*/ 290276 w 386856"/>
                <a:gd name="connsiteY410" fmla="*/ 77941 h 423801"/>
                <a:gd name="connsiteX411" fmla="*/ 292710 w 386856"/>
                <a:gd name="connsiteY411" fmla="*/ 77129 h 423801"/>
                <a:gd name="connsiteX412" fmla="*/ 294333 w 386856"/>
                <a:gd name="connsiteY412" fmla="*/ 75505 h 423801"/>
                <a:gd name="connsiteX413" fmla="*/ 325974 w 386856"/>
                <a:gd name="connsiteY413" fmla="*/ 49525 h 423801"/>
                <a:gd name="connsiteX414" fmla="*/ 349502 w 386856"/>
                <a:gd name="connsiteY414" fmla="*/ 37347 h 423801"/>
                <a:gd name="connsiteX415" fmla="*/ 356804 w 386856"/>
                <a:gd name="connsiteY415" fmla="*/ 34911 h 423801"/>
                <a:gd name="connsiteX416" fmla="*/ 356804 w 386856"/>
                <a:gd name="connsiteY416" fmla="*/ 41406 h 423801"/>
                <a:gd name="connsiteX417" fmla="*/ 351125 w 386856"/>
                <a:gd name="connsiteY417" fmla="*/ 68198 h 423801"/>
                <a:gd name="connsiteX418" fmla="*/ 347068 w 386856"/>
                <a:gd name="connsiteY418" fmla="*/ 77941 h 423801"/>
                <a:gd name="connsiteX419" fmla="*/ 292710 w 386856"/>
                <a:gd name="connsiteY419" fmla="*/ 154257 h 423801"/>
                <a:gd name="connsiteX420" fmla="*/ 289465 w 386856"/>
                <a:gd name="connsiteY420" fmla="*/ 158317 h 423801"/>
                <a:gd name="connsiteX421" fmla="*/ 291899 w 386856"/>
                <a:gd name="connsiteY421" fmla="*/ 156693 h 423801"/>
                <a:gd name="connsiteX422" fmla="*/ 290276 w 386856"/>
                <a:gd name="connsiteY422" fmla="*/ 159941 h 423801"/>
                <a:gd name="connsiteX423" fmla="*/ 280541 w 386856"/>
                <a:gd name="connsiteY423" fmla="*/ 168059 h 423801"/>
                <a:gd name="connsiteX424" fmla="*/ 274861 w 386856"/>
                <a:gd name="connsiteY424" fmla="*/ 172119 h 423801"/>
                <a:gd name="connsiteX425" fmla="*/ 268371 w 386856"/>
                <a:gd name="connsiteY425" fmla="*/ 180238 h 423801"/>
                <a:gd name="connsiteX426" fmla="*/ 261880 w 386856"/>
                <a:gd name="connsiteY426" fmla="*/ 188356 h 423801"/>
                <a:gd name="connsiteX427" fmla="*/ 261069 w 386856"/>
                <a:gd name="connsiteY427" fmla="*/ 190792 h 423801"/>
                <a:gd name="connsiteX428" fmla="*/ 260258 w 386856"/>
                <a:gd name="connsiteY428" fmla="*/ 190792 h 423801"/>
                <a:gd name="connsiteX429" fmla="*/ 248088 w 386856"/>
                <a:gd name="connsiteY429" fmla="*/ 198099 h 423801"/>
                <a:gd name="connsiteX430" fmla="*/ 238352 w 386856"/>
                <a:gd name="connsiteY430" fmla="*/ 207841 h 423801"/>
                <a:gd name="connsiteX431" fmla="*/ 240786 w 386856"/>
                <a:gd name="connsiteY431" fmla="*/ 207029 h 423801"/>
                <a:gd name="connsiteX432" fmla="*/ 244843 w 386856"/>
                <a:gd name="connsiteY432" fmla="*/ 203782 h 423801"/>
                <a:gd name="connsiteX433" fmla="*/ 244031 w 386856"/>
                <a:gd name="connsiteY433" fmla="*/ 206218 h 423801"/>
                <a:gd name="connsiteX434" fmla="*/ 238352 w 386856"/>
                <a:gd name="connsiteY434" fmla="*/ 211089 h 423801"/>
                <a:gd name="connsiteX435" fmla="*/ 235107 w 386856"/>
                <a:gd name="connsiteY435" fmla="*/ 213525 h 423801"/>
                <a:gd name="connsiteX436" fmla="*/ 230239 w 386856"/>
                <a:gd name="connsiteY436" fmla="*/ 216772 h 423801"/>
                <a:gd name="connsiteX437" fmla="*/ 228616 w 386856"/>
                <a:gd name="connsiteY437" fmla="*/ 215148 h 423801"/>
                <a:gd name="connsiteX438" fmla="*/ 224560 w 386856"/>
                <a:gd name="connsiteY438" fmla="*/ 216772 h 423801"/>
                <a:gd name="connsiteX439" fmla="*/ 220503 w 386856"/>
                <a:gd name="connsiteY439" fmla="*/ 220832 h 423801"/>
                <a:gd name="connsiteX440" fmla="*/ 223749 w 386856"/>
                <a:gd name="connsiteY440" fmla="*/ 220020 h 423801"/>
                <a:gd name="connsiteX441" fmla="*/ 226994 w 386856"/>
                <a:gd name="connsiteY441" fmla="*/ 219208 h 423801"/>
                <a:gd name="connsiteX442" fmla="*/ 219692 w 386856"/>
                <a:gd name="connsiteY442" fmla="*/ 226515 h 423801"/>
                <a:gd name="connsiteX443" fmla="*/ 214824 w 386856"/>
                <a:gd name="connsiteY443" fmla="*/ 229762 h 423801"/>
                <a:gd name="connsiteX444" fmla="*/ 187239 w 386856"/>
                <a:gd name="connsiteY444" fmla="*/ 239505 h 423801"/>
                <a:gd name="connsiteX445" fmla="*/ 261880 w 386856"/>
                <a:gd name="connsiteY445" fmla="*/ 389703 h 423801"/>
                <a:gd name="connsiteX446" fmla="*/ 258635 w 386856"/>
                <a:gd name="connsiteY446" fmla="*/ 385643 h 423801"/>
                <a:gd name="connsiteX447" fmla="*/ 261069 w 386856"/>
                <a:gd name="connsiteY447" fmla="*/ 387267 h 423801"/>
                <a:gd name="connsiteX448" fmla="*/ 261880 w 386856"/>
                <a:gd name="connsiteY448" fmla="*/ 389703 h 423801"/>
                <a:gd name="connsiteX449" fmla="*/ 276484 w 386856"/>
                <a:gd name="connsiteY449" fmla="*/ 398633 h 423801"/>
                <a:gd name="connsiteX450" fmla="*/ 273239 w 386856"/>
                <a:gd name="connsiteY450" fmla="*/ 397821 h 423801"/>
                <a:gd name="connsiteX451" fmla="*/ 274861 w 386856"/>
                <a:gd name="connsiteY451" fmla="*/ 397009 h 423801"/>
                <a:gd name="connsiteX452" fmla="*/ 276484 w 386856"/>
                <a:gd name="connsiteY452" fmla="*/ 398633 h 423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386856" h="423801">
                  <a:moveTo>
                    <a:pt x="368974" y="362099"/>
                  </a:moveTo>
                  <a:cubicBezTo>
                    <a:pt x="368163" y="362099"/>
                    <a:pt x="367351" y="363722"/>
                    <a:pt x="365729" y="366158"/>
                  </a:cubicBezTo>
                  <a:cubicBezTo>
                    <a:pt x="361672" y="374277"/>
                    <a:pt x="348691" y="387267"/>
                    <a:pt x="341389" y="391326"/>
                  </a:cubicBezTo>
                  <a:cubicBezTo>
                    <a:pt x="334899" y="394574"/>
                    <a:pt x="325974" y="396198"/>
                    <a:pt x="317050" y="396198"/>
                  </a:cubicBezTo>
                  <a:cubicBezTo>
                    <a:pt x="310559" y="396198"/>
                    <a:pt x="303257" y="395386"/>
                    <a:pt x="299201" y="393762"/>
                  </a:cubicBezTo>
                  <a:cubicBezTo>
                    <a:pt x="296767" y="392950"/>
                    <a:pt x="294333" y="392138"/>
                    <a:pt x="292710" y="392138"/>
                  </a:cubicBezTo>
                  <a:cubicBezTo>
                    <a:pt x="291088" y="392138"/>
                    <a:pt x="287031" y="390514"/>
                    <a:pt x="282163" y="388079"/>
                  </a:cubicBezTo>
                  <a:cubicBezTo>
                    <a:pt x="278106" y="385643"/>
                    <a:pt x="272427" y="384019"/>
                    <a:pt x="270805" y="384019"/>
                  </a:cubicBezTo>
                  <a:cubicBezTo>
                    <a:pt x="268371" y="384019"/>
                    <a:pt x="267559" y="383208"/>
                    <a:pt x="267559" y="382396"/>
                  </a:cubicBezTo>
                  <a:cubicBezTo>
                    <a:pt x="267559" y="381584"/>
                    <a:pt x="266748" y="380772"/>
                    <a:pt x="264314" y="380772"/>
                  </a:cubicBezTo>
                  <a:cubicBezTo>
                    <a:pt x="260258" y="380772"/>
                    <a:pt x="254578" y="376712"/>
                    <a:pt x="255390" y="374277"/>
                  </a:cubicBezTo>
                  <a:cubicBezTo>
                    <a:pt x="256201" y="372653"/>
                    <a:pt x="248899" y="367782"/>
                    <a:pt x="245654" y="366970"/>
                  </a:cubicBezTo>
                  <a:cubicBezTo>
                    <a:pt x="243220" y="366158"/>
                    <a:pt x="243220" y="366158"/>
                    <a:pt x="244843" y="364534"/>
                  </a:cubicBezTo>
                  <a:cubicBezTo>
                    <a:pt x="246465" y="362911"/>
                    <a:pt x="246465" y="362911"/>
                    <a:pt x="244843" y="362099"/>
                  </a:cubicBezTo>
                  <a:cubicBezTo>
                    <a:pt x="244031" y="362099"/>
                    <a:pt x="243220" y="360475"/>
                    <a:pt x="243220" y="359663"/>
                  </a:cubicBezTo>
                  <a:cubicBezTo>
                    <a:pt x="243220" y="358039"/>
                    <a:pt x="242409" y="357227"/>
                    <a:pt x="241597" y="357227"/>
                  </a:cubicBezTo>
                  <a:cubicBezTo>
                    <a:pt x="239163" y="357227"/>
                    <a:pt x="229428" y="346673"/>
                    <a:pt x="229428" y="342614"/>
                  </a:cubicBezTo>
                  <a:cubicBezTo>
                    <a:pt x="229428" y="341802"/>
                    <a:pt x="228616" y="340178"/>
                    <a:pt x="226994" y="340178"/>
                  </a:cubicBezTo>
                  <a:cubicBezTo>
                    <a:pt x="226182" y="340178"/>
                    <a:pt x="225371" y="339366"/>
                    <a:pt x="224560" y="337742"/>
                  </a:cubicBezTo>
                  <a:cubicBezTo>
                    <a:pt x="223749" y="336118"/>
                    <a:pt x="221314" y="330435"/>
                    <a:pt x="218069" y="324752"/>
                  </a:cubicBezTo>
                  <a:cubicBezTo>
                    <a:pt x="201843" y="298772"/>
                    <a:pt x="189673" y="271980"/>
                    <a:pt x="190485" y="263861"/>
                  </a:cubicBezTo>
                  <a:cubicBezTo>
                    <a:pt x="190485" y="258990"/>
                    <a:pt x="191296" y="258990"/>
                    <a:pt x="196975" y="257366"/>
                  </a:cubicBezTo>
                  <a:cubicBezTo>
                    <a:pt x="206711" y="254930"/>
                    <a:pt x="214013" y="252495"/>
                    <a:pt x="219692" y="249247"/>
                  </a:cubicBezTo>
                  <a:cubicBezTo>
                    <a:pt x="222937" y="247623"/>
                    <a:pt x="226994" y="246000"/>
                    <a:pt x="229428" y="246000"/>
                  </a:cubicBezTo>
                  <a:cubicBezTo>
                    <a:pt x="237541" y="245188"/>
                    <a:pt x="245654" y="237881"/>
                    <a:pt x="274050" y="216772"/>
                  </a:cubicBezTo>
                  <a:cubicBezTo>
                    <a:pt x="279729" y="212713"/>
                    <a:pt x="287031" y="207029"/>
                    <a:pt x="290276" y="204594"/>
                  </a:cubicBezTo>
                  <a:cubicBezTo>
                    <a:pt x="293521" y="202158"/>
                    <a:pt x="296767" y="198911"/>
                    <a:pt x="296767" y="198099"/>
                  </a:cubicBezTo>
                  <a:cubicBezTo>
                    <a:pt x="296767" y="197287"/>
                    <a:pt x="298389" y="196475"/>
                    <a:pt x="300012" y="195663"/>
                  </a:cubicBezTo>
                  <a:cubicBezTo>
                    <a:pt x="304880" y="193228"/>
                    <a:pt x="343823" y="155069"/>
                    <a:pt x="349502" y="147762"/>
                  </a:cubicBezTo>
                  <a:cubicBezTo>
                    <a:pt x="352748" y="144515"/>
                    <a:pt x="373030" y="114475"/>
                    <a:pt x="373842" y="112851"/>
                  </a:cubicBezTo>
                  <a:cubicBezTo>
                    <a:pt x="374653" y="107980"/>
                    <a:pt x="379521" y="100673"/>
                    <a:pt x="379521" y="94178"/>
                  </a:cubicBezTo>
                  <a:cubicBezTo>
                    <a:pt x="379521" y="90119"/>
                    <a:pt x="381144" y="85247"/>
                    <a:pt x="382766" y="82812"/>
                  </a:cubicBezTo>
                  <a:cubicBezTo>
                    <a:pt x="385200" y="77941"/>
                    <a:pt x="386012" y="66574"/>
                    <a:pt x="386823" y="59267"/>
                  </a:cubicBezTo>
                  <a:cubicBezTo>
                    <a:pt x="387634" y="43841"/>
                    <a:pt x="373842" y="26792"/>
                    <a:pt x="357616" y="21921"/>
                  </a:cubicBezTo>
                  <a:cubicBezTo>
                    <a:pt x="352748" y="20297"/>
                    <a:pt x="351125" y="20297"/>
                    <a:pt x="347880" y="20297"/>
                  </a:cubicBezTo>
                  <a:cubicBezTo>
                    <a:pt x="340578" y="20297"/>
                    <a:pt x="328408" y="26792"/>
                    <a:pt x="322729" y="30852"/>
                  </a:cubicBezTo>
                  <a:cubicBezTo>
                    <a:pt x="317861" y="34099"/>
                    <a:pt x="313804" y="35723"/>
                    <a:pt x="312993" y="36535"/>
                  </a:cubicBezTo>
                  <a:cubicBezTo>
                    <a:pt x="310559" y="36535"/>
                    <a:pt x="258635" y="82000"/>
                    <a:pt x="249710" y="91743"/>
                  </a:cubicBezTo>
                  <a:cubicBezTo>
                    <a:pt x="246465" y="95802"/>
                    <a:pt x="242409" y="99049"/>
                    <a:pt x="241597" y="99049"/>
                  </a:cubicBezTo>
                  <a:cubicBezTo>
                    <a:pt x="239163" y="99861"/>
                    <a:pt x="178315" y="165624"/>
                    <a:pt x="171824" y="173742"/>
                  </a:cubicBezTo>
                  <a:cubicBezTo>
                    <a:pt x="162900" y="184297"/>
                    <a:pt x="152353" y="194851"/>
                    <a:pt x="148296" y="198099"/>
                  </a:cubicBezTo>
                  <a:cubicBezTo>
                    <a:pt x="138560" y="204594"/>
                    <a:pt x="136938" y="206218"/>
                    <a:pt x="134504" y="211901"/>
                  </a:cubicBezTo>
                  <a:cubicBezTo>
                    <a:pt x="133692" y="214336"/>
                    <a:pt x="132070" y="216772"/>
                    <a:pt x="132070" y="216772"/>
                  </a:cubicBezTo>
                  <a:cubicBezTo>
                    <a:pt x="132070" y="216772"/>
                    <a:pt x="130447" y="214336"/>
                    <a:pt x="128825" y="211901"/>
                  </a:cubicBezTo>
                  <a:cubicBezTo>
                    <a:pt x="126391" y="207841"/>
                    <a:pt x="127202" y="207029"/>
                    <a:pt x="129636" y="202158"/>
                  </a:cubicBezTo>
                  <a:cubicBezTo>
                    <a:pt x="131258" y="198911"/>
                    <a:pt x="133692" y="196475"/>
                    <a:pt x="135315" y="194851"/>
                  </a:cubicBezTo>
                  <a:cubicBezTo>
                    <a:pt x="136938" y="193228"/>
                    <a:pt x="137749" y="191604"/>
                    <a:pt x="137749" y="189980"/>
                  </a:cubicBezTo>
                  <a:cubicBezTo>
                    <a:pt x="137749" y="188356"/>
                    <a:pt x="139372" y="185921"/>
                    <a:pt x="141806" y="183485"/>
                  </a:cubicBezTo>
                  <a:cubicBezTo>
                    <a:pt x="144239" y="181049"/>
                    <a:pt x="145862" y="178614"/>
                    <a:pt x="146674" y="176178"/>
                  </a:cubicBezTo>
                  <a:cubicBezTo>
                    <a:pt x="146674" y="173742"/>
                    <a:pt x="148296" y="172119"/>
                    <a:pt x="148296" y="172119"/>
                  </a:cubicBezTo>
                  <a:cubicBezTo>
                    <a:pt x="149107" y="172119"/>
                    <a:pt x="152353" y="168871"/>
                    <a:pt x="154787" y="165624"/>
                  </a:cubicBezTo>
                  <a:cubicBezTo>
                    <a:pt x="158032" y="162376"/>
                    <a:pt x="159654" y="159941"/>
                    <a:pt x="159654" y="159129"/>
                  </a:cubicBezTo>
                  <a:cubicBezTo>
                    <a:pt x="157221" y="159129"/>
                    <a:pt x="162900" y="148574"/>
                    <a:pt x="170202" y="140455"/>
                  </a:cubicBezTo>
                  <a:cubicBezTo>
                    <a:pt x="174258" y="135584"/>
                    <a:pt x="177503" y="130713"/>
                    <a:pt x="177503" y="130713"/>
                  </a:cubicBezTo>
                  <a:cubicBezTo>
                    <a:pt x="177503" y="130713"/>
                    <a:pt x="178315" y="127465"/>
                    <a:pt x="180749" y="125030"/>
                  </a:cubicBezTo>
                  <a:cubicBezTo>
                    <a:pt x="184805" y="120158"/>
                    <a:pt x="187239" y="116099"/>
                    <a:pt x="190485" y="111228"/>
                  </a:cubicBezTo>
                  <a:cubicBezTo>
                    <a:pt x="192107" y="107980"/>
                    <a:pt x="197786" y="101485"/>
                    <a:pt x="202654" y="95802"/>
                  </a:cubicBezTo>
                  <a:cubicBezTo>
                    <a:pt x="207522" y="90119"/>
                    <a:pt x="215635" y="79564"/>
                    <a:pt x="222126" y="73069"/>
                  </a:cubicBezTo>
                  <a:cubicBezTo>
                    <a:pt x="227805" y="65762"/>
                    <a:pt x="236729" y="56020"/>
                    <a:pt x="242409" y="50337"/>
                  </a:cubicBezTo>
                  <a:cubicBezTo>
                    <a:pt x="248088" y="44653"/>
                    <a:pt x="252145" y="39782"/>
                    <a:pt x="252145" y="38970"/>
                  </a:cubicBezTo>
                  <a:cubicBezTo>
                    <a:pt x="252145" y="38158"/>
                    <a:pt x="253767" y="34911"/>
                    <a:pt x="255390" y="33287"/>
                  </a:cubicBezTo>
                  <a:cubicBezTo>
                    <a:pt x="260258" y="29228"/>
                    <a:pt x="261069" y="18673"/>
                    <a:pt x="257012" y="11366"/>
                  </a:cubicBezTo>
                  <a:cubicBezTo>
                    <a:pt x="253767" y="4871"/>
                    <a:pt x="242409" y="0"/>
                    <a:pt x="235107" y="0"/>
                  </a:cubicBezTo>
                  <a:cubicBezTo>
                    <a:pt x="229428" y="0"/>
                    <a:pt x="218069" y="6495"/>
                    <a:pt x="215635" y="9743"/>
                  </a:cubicBezTo>
                  <a:cubicBezTo>
                    <a:pt x="203466" y="23544"/>
                    <a:pt x="192107" y="39782"/>
                    <a:pt x="182371" y="56020"/>
                  </a:cubicBezTo>
                  <a:cubicBezTo>
                    <a:pt x="169390" y="75505"/>
                    <a:pt x="162089" y="86059"/>
                    <a:pt x="160466" y="88495"/>
                  </a:cubicBezTo>
                  <a:cubicBezTo>
                    <a:pt x="153975" y="96614"/>
                    <a:pt x="145051" y="107980"/>
                    <a:pt x="140183" y="117723"/>
                  </a:cubicBezTo>
                  <a:cubicBezTo>
                    <a:pt x="139372" y="120158"/>
                    <a:pt x="135315" y="124218"/>
                    <a:pt x="132881" y="128277"/>
                  </a:cubicBezTo>
                  <a:cubicBezTo>
                    <a:pt x="129636" y="132337"/>
                    <a:pt x="125579" y="138020"/>
                    <a:pt x="124768" y="141267"/>
                  </a:cubicBezTo>
                  <a:cubicBezTo>
                    <a:pt x="123957" y="144515"/>
                    <a:pt x="121523" y="146950"/>
                    <a:pt x="120711" y="147762"/>
                  </a:cubicBezTo>
                  <a:cubicBezTo>
                    <a:pt x="119900" y="147762"/>
                    <a:pt x="118278" y="150198"/>
                    <a:pt x="115843" y="153445"/>
                  </a:cubicBezTo>
                  <a:cubicBezTo>
                    <a:pt x="114221" y="156693"/>
                    <a:pt x="110975" y="159941"/>
                    <a:pt x="110164" y="162376"/>
                  </a:cubicBezTo>
                  <a:cubicBezTo>
                    <a:pt x="105296" y="168871"/>
                    <a:pt x="102862" y="172931"/>
                    <a:pt x="103674" y="173742"/>
                  </a:cubicBezTo>
                  <a:cubicBezTo>
                    <a:pt x="104485" y="173742"/>
                    <a:pt x="103674" y="175366"/>
                    <a:pt x="102051" y="176178"/>
                  </a:cubicBezTo>
                  <a:cubicBezTo>
                    <a:pt x="100428" y="177802"/>
                    <a:pt x="98806" y="180238"/>
                    <a:pt x="98806" y="181861"/>
                  </a:cubicBezTo>
                  <a:cubicBezTo>
                    <a:pt x="98806" y="183485"/>
                    <a:pt x="97995" y="185109"/>
                    <a:pt x="97183" y="185109"/>
                  </a:cubicBezTo>
                  <a:cubicBezTo>
                    <a:pt x="96372" y="185109"/>
                    <a:pt x="94749" y="186732"/>
                    <a:pt x="93127" y="189168"/>
                  </a:cubicBezTo>
                  <a:cubicBezTo>
                    <a:pt x="91504" y="191604"/>
                    <a:pt x="90693" y="194039"/>
                    <a:pt x="89881" y="194851"/>
                  </a:cubicBezTo>
                  <a:cubicBezTo>
                    <a:pt x="89070" y="194851"/>
                    <a:pt x="88259" y="196475"/>
                    <a:pt x="88259" y="196475"/>
                  </a:cubicBezTo>
                  <a:cubicBezTo>
                    <a:pt x="88259" y="197287"/>
                    <a:pt x="87447" y="199723"/>
                    <a:pt x="85825" y="201346"/>
                  </a:cubicBezTo>
                  <a:cubicBezTo>
                    <a:pt x="77712" y="211089"/>
                    <a:pt x="76900" y="213525"/>
                    <a:pt x="77712" y="214336"/>
                  </a:cubicBezTo>
                  <a:cubicBezTo>
                    <a:pt x="77712" y="215148"/>
                    <a:pt x="76089" y="217584"/>
                    <a:pt x="73655" y="220832"/>
                  </a:cubicBezTo>
                  <a:cubicBezTo>
                    <a:pt x="71221" y="223267"/>
                    <a:pt x="69599" y="226515"/>
                    <a:pt x="69599" y="227326"/>
                  </a:cubicBezTo>
                  <a:cubicBezTo>
                    <a:pt x="69599" y="228138"/>
                    <a:pt x="68787" y="229762"/>
                    <a:pt x="67165" y="229762"/>
                  </a:cubicBezTo>
                  <a:cubicBezTo>
                    <a:pt x="66353" y="230574"/>
                    <a:pt x="63919" y="233010"/>
                    <a:pt x="63919" y="235445"/>
                  </a:cubicBezTo>
                  <a:cubicBezTo>
                    <a:pt x="63108" y="237881"/>
                    <a:pt x="62297" y="240317"/>
                    <a:pt x="61485" y="240317"/>
                  </a:cubicBezTo>
                  <a:cubicBezTo>
                    <a:pt x="60674" y="240317"/>
                    <a:pt x="60674" y="241129"/>
                    <a:pt x="60674" y="241940"/>
                  </a:cubicBezTo>
                  <a:cubicBezTo>
                    <a:pt x="60674" y="242752"/>
                    <a:pt x="58240" y="246812"/>
                    <a:pt x="55806" y="250059"/>
                  </a:cubicBezTo>
                  <a:cubicBezTo>
                    <a:pt x="53372" y="254119"/>
                    <a:pt x="50938" y="257366"/>
                    <a:pt x="51750" y="258178"/>
                  </a:cubicBezTo>
                  <a:cubicBezTo>
                    <a:pt x="52561" y="258990"/>
                    <a:pt x="52561" y="259802"/>
                    <a:pt x="51750" y="258990"/>
                  </a:cubicBezTo>
                  <a:cubicBezTo>
                    <a:pt x="50127" y="258178"/>
                    <a:pt x="49316" y="259802"/>
                    <a:pt x="48504" y="262237"/>
                  </a:cubicBezTo>
                  <a:cubicBezTo>
                    <a:pt x="47693" y="264673"/>
                    <a:pt x="46070" y="267109"/>
                    <a:pt x="45259" y="267109"/>
                  </a:cubicBezTo>
                  <a:cubicBezTo>
                    <a:pt x="44448" y="267109"/>
                    <a:pt x="39580" y="275227"/>
                    <a:pt x="40391" y="276851"/>
                  </a:cubicBezTo>
                  <a:cubicBezTo>
                    <a:pt x="40391" y="277663"/>
                    <a:pt x="38768" y="280099"/>
                    <a:pt x="37146" y="282534"/>
                  </a:cubicBezTo>
                  <a:cubicBezTo>
                    <a:pt x="35523" y="284970"/>
                    <a:pt x="33901" y="288217"/>
                    <a:pt x="34712" y="289029"/>
                  </a:cubicBezTo>
                  <a:cubicBezTo>
                    <a:pt x="35523" y="290653"/>
                    <a:pt x="34712" y="291465"/>
                    <a:pt x="33089" y="291465"/>
                  </a:cubicBezTo>
                  <a:cubicBezTo>
                    <a:pt x="32278" y="291465"/>
                    <a:pt x="31467" y="293089"/>
                    <a:pt x="31467" y="293901"/>
                  </a:cubicBezTo>
                  <a:cubicBezTo>
                    <a:pt x="31467" y="294713"/>
                    <a:pt x="30655" y="296336"/>
                    <a:pt x="29033" y="297148"/>
                  </a:cubicBezTo>
                  <a:cubicBezTo>
                    <a:pt x="28221" y="297960"/>
                    <a:pt x="26599" y="298772"/>
                    <a:pt x="27410" y="300396"/>
                  </a:cubicBezTo>
                  <a:cubicBezTo>
                    <a:pt x="27410" y="301208"/>
                    <a:pt x="26599" y="302831"/>
                    <a:pt x="25787" y="303643"/>
                  </a:cubicBezTo>
                  <a:cubicBezTo>
                    <a:pt x="23354" y="305267"/>
                    <a:pt x="18486" y="314198"/>
                    <a:pt x="18486" y="316633"/>
                  </a:cubicBezTo>
                  <a:cubicBezTo>
                    <a:pt x="18486" y="317445"/>
                    <a:pt x="18486" y="318257"/>
                    <a:pt x="17674" y="318257"/>
                  </a:cubicBezTo>
                  <a:cubicBezTo>
                    <a:pt x="16863" y="318257"/>
                    <a:pt x="16052" y="319069"/>
                    <a:pt x="16052" y="319881"/>
                  </a:cubicBezTo>
                  <a:cubicBezTo>
                    <a:pt x="16052" y="321505"/>
                    <a:pt x="15240" y="322317"/>
                    <a:pt x="14429" y="322317"/>
                  </a:cubicBezTo>
                  <a:cubicBezTo>
                    <a:pt x="13618" y="322317"/>
                    <a:pt x="12807" y="324752"/>
                    <a:pt x="12807" y="327188"/>
                  </a:cubicBezTo>
                  <a:cubicBezTo>
                    <a:pt x="12807" y="330435"/>
                    <a:pt x="11995" y="332059"/>
                    <a:pt x="11184" y="332059"/>
                  </a:cubicBezTo>
                  <a:cubicBezTo>
                    <a:pt x="10372" y="332059"/>
                    <a:pt x="7939" y="339366"/>
                    <a:pt x="3071" y="354792"/>
                  </a:cubicBezTo>
                  <a:cubicBezTo>
                    <a:pt x="-4231" y="378336"/>
                    <a:pt x="2259" y="412435"/>
                    <a:pt x="14429" y="422178"/>
                  </a:cubicBezTo>
                  <a:cubicBezTo>
                    <a:pt x="16052" y="423802"/>
                    <a:pt x="17674" y="423802"/>
                    <a:pt x="19297" y="423802"/>
                  </a:cubicBezTo>
                  <a:cubicBezTo>
                    <a:pt x="20920" y="423802"/>
                    <a:pt x="22542" y="422990"/>
                    <a:pt x="23354" y="421366"/>
                  </a:cubicBezTo>
                  <a:cubicBezTo>
                    <a:pt x="24165" y="419742"/>
                    <a:pt x="26599" y="418118"/>
                    <a:pt x="27410" y="418118"/>
                  </a:cubicBezTo>
                  <a:cubicBezTo>
                    <a:pt x="29033" y="418118"/>
                    <a:pt x="31467" y="415683"/>
                    <a:pt x="33089" y="413247"/>
                  </a:cubicBezTo>
                  <a:cubicBezTo>
                    <a:pt x="38768" y="401881"/>
                    <a:pt x="45259" y="391326"/>
                    <a:pt x="50938" y="379960"/>
                  </a:cubicBezTo>
                  <a:cubicBezTo>
                    <a:pt x="63108" y="356415"/>
                    <a:pt x="87447" y="313386"/>
                    <a:pt x="103674" y="289841"/>
                  </a:cubicBezTo>
                  <a:cubicBezTo>
                    <a:pt x="119089" y="267109"/>
                    <a:pt x="136126" y="245188"/>
                    <a:pt x="136938" y="246000"/>
                  </a:cubicBezTo>
                  <a:cubicBezTo>
                    <a:pt x="137749" y="246000"/>
                    <a:pt x="138560" y="248435"/>
                    <a:pt x="139372" y="251683"/>
                  </a:cubicBezTo>
                  <a:cubicBezTo>
                    <a:pt x="141806" y="259802"/>
                    <a:pt x="147485" y="276039"/>
                    <a:pt x="149107" y="276039"/>
                  </a:cubicBezTo>
                  <a:cubicBezTo>
                    <a:pt x="149919" y="276039"/>
                    <a:pt x="152353" y="281723"/>
                    <a:pt x="155598" y="289029"/>
                  </a:cubicBezTo>
                  <a:cubicBezTo>
                    <a:pt x="158843" y="296336"/>
                    <a:pt x="161277" y="302020"/>
                    <a:pt x="162089" y="302831"/>
                  </a:cubicBezTo>
                  <a:cubicBezTo>
                    <a:pt x="162900" y="303643"/>
                    <a:pt x="165334" y="305267"/>
                    <a:pt x="178315" y="328000"/>
                  </a:cubicBezTo>
                  <a:cubicBezTo>
                    <a:pt x="181560" y="333683"/>
                    <a:pt x="185617" y="340178"/>
                    <a:pt x="187239" y="341802"/>
                  </a:cubicBezTo>
                  <a:cubicBezTo>
                    <a:pt x="188862" y="343425"/>
                    <a:pt x="191296" y="346673"/>
                    <a:pt x="192918" y="349108"/>
                  </a:cubicBezTo>
                  <a:cubicBezTo>
                    <a:pt x="194541" y="351544"/>
                    <a:pt x="196164" y="353980"/>
                    <a:pt x="196975" y="353980"/>
                  </a:cubicBezTo>
                  <a:cubicBezTo>
                    <a:pt x="197786" y="353980"/>
                    <a:pt x="198598" y="353980"/>
                    <a:pt x="198598" y="355604"/>
                  </a:cubicBezTo>
                  <a:cubicBezTo>
                    <a:pt x="198598" y="357227"/>
                    <a:pt x="208333" y="368594"/>
                    <a:pt x="214013" y="373465"/>
                  </a:cubicBezTo>
                  <a:cubicBezTo>
                    <a:pt x="244843" y="400257"/>
                    <a:pt x="259446" y="406752"/>
                    <a:pt x="282974" y="411623"/>
                  </a:cubicBezTo>
                  <a:cubicBezTo>
                    <a:pt x="289465" y="413247"/>
                    <a:pt x="295956" y="414059"/>
                    <a:pt x="302446" y="414059"/>
                  </a:cubicBezTo>
                  <a:cubicBezTo>
                    <a:pt x="312182" y="414059"/>
                    <a:pt x="323540" y="411623"/>
                    <a:pt x="335710" y="408376"/>
                  </a:cubicBezTo>
                  <a:cubicBezTo>
                    <a:pt x="343823" y="405940"/>
                    <a:pt x="351125" y="404316"/>
                    <a:pt x="351125" y="404316"/>
                  </a:cubicBezTo>
                  <a:cubicBezTo>
                    <a:pt x="351125" y="404316"/>
                    <a:pt x="351936" y="403505"/>
                    <a:pt x="351125" y="402693"/>
                  </a:cubicBezTo>
                  <a:cubicBezTo>
                    <a:pt x="351125" y="401881"/>
                    <a:pt x="354370" y="397821"/>
                    <a:pt x="358427" y="392950"/>
                  </a:cubicBezTo>
                  <a:cubicBezTo>
                    <a:pt x="367351" y="383208"/>
                    <a:pt x="374653" y="371841"/>
                    <a:pt x="373030" y="367782"/>
                  </a:cubicBezTo>
                  <a:cubicBezTo>
                    <a:pt x="370596" y="362911"/>
                    <a:pt x="370596" y="362099"/>
                    <a:pt x="368974" y="362099"/>
                  </a:cubicBezTo>
                  <a:close/>
                  <a:moveTo>
                    <a:pt x="153975" y="126653"/>
                  </a:moveTo>
                  <a:cubicBezTo>
                    <a:pt x="154787" y="125841"/>
                    <a:pt x="155598" y="125841"/>
                    <a:pt x="156409" y="126653"/>
                  </a:cubicBezTo>
                  <a:cubicBezTo>
                    <a:pt x="157221" y="127465"/>
                    <a:pt x="156409" y="128277"/>
                    <a:pt x="155598" y="129089"/>
                  </a:cubicBezTo>
                  <a:cubicBezTo>
                    <a:pt x="152353" y="130713"/>
                    <a:pt x="151541" y="128277"/>
                    <a:pt x="153975" y="126653"/>
                  </a:cubicBezTo>
                  <a:close/>
                  <a:moveTo>
                    <a:pt x="141806" y="146138"/>
                  </a:moveTo>
                  <a:cubicBezTo>
                    <a:pt x="142617" y="146138"/>
                    <a:pt x="143428" y="144515"/>
                    <a:pt x="143428" y="142891"/>
                  </a:cubicBezTo>
                  <a:cubicBezTo>
                    <a:pt x="143428" y="142079"/>
                    <a:pt x="144239" y="140455"/>
                    <a:pt x="145862" y="140455"/>
                  </a:cubicBezTo>
                  <a:cubicBezTo>
                    <a:pt x="149919" y="138832"/>
                    <a:pt x="149919" y="140455"/>
                    <a:pt x="145862" y="144515"/>
                  </a:cubicBezTo>
                  <a:cubicBezTo>
                    <a:pt x="143428" y="146950"/>
                    <a:pt x="141806" y="147762"/>
                    <a:pt x="140994" y="147762"/>
                  </a:cubicBezTo>
                  <a:cubicBezTo>
                    <a:pt x="140183" y="146950"/>
                    <a:pt x="140994" y="146138"/>
                    <a:pt x="141806" y="146138"/>
                  </a:cubicBezTo>
                  <a:close/>
                  <a:moveTo>
                    <a:pt x="135315" y="155069"/>
                  </a:moveTo>
                  <a:cubicBezTo>
                    <a:pt x="138560" y="154257"/>
                    <a:pt x="138560" y="155069"/>
                    <a:pt x="136126" y="156693"/>
                  </a:cubicBezTo>
                  <a:cubicBezTo>
                    <a:pt x="135315" y="157505"/>
                    <a:pt x="133692" y="157505"/>
                    <a:pt x="133692" y="156693"/>
                  </a:cubicBezTo>
                  <a:cubicBezTo>
                    <a:pt x="133692" y="155881"/>
                    <a:pt x="133692" y="155069"/>
                    <a:pt x="135315" y="155069"/>
                  </a:cubicBezTo>
                  <a:close/>
                  <a:moveTo>
                    <a:pt x="127202" y="164812"/>
                  </a:moveTo>
                  <a:cubicBezTo>
                    <a:pt x="127202" y="163188"/>
                    <a:pt x="128013" y="163188"/>
                    <a:pt x="128825" y="163188"/>
                  </a:cubicBezTo>
                  <a:cubicBezTo>
                    <a:pt x="129636" y="163188"/>
                    <a:pt x="130447" y="163188"/>
                    <a:pt x="130447" y="162376"/>
                  </a:cubicBezTo>
                  <a:cubicBezTo>
                    <a:pt x="130447" y="161564"/>
                    <a:pt x="131258" y="160752"/>
                    <a:pt x="132070" y="160752"/>
                  </a:cubicBezTo>
                  <a:cubicBezTo>
                    <a:pt x="134504" y="159941"/>
                    <a:pt x="133692" y="163188"/>
                    <a:pt x="131258" y="165624"/>
                  </a:cubicBezTo>
                  <a:cubicBezTo>
                    <a:pt x="127202" y="168059"/>
                    <a:pt x="126391" y="167247"/>
                    <a:pt x="127202" y="164812"/>
                  </a:cubicBezTo>
                  <a:close/>
                  <a:moveTo>
                    <a:pt x="132881" y="182673"/>
                  </a:moveTo>
                  <a:cubicBezTo>
                    <a:pt x="136126" y="180238"/>
                    <a:pt x="136126" y="181049"/>
                    <a:pt x="132881" y="185109"/>
                  </a:cubicBezTo>
                  <a:cubicBezTo>
                    <a:pt x="131258" y="186732"/>
                    <a:pt x="130447" y="188356"/>
                    <a:pt x="130447" y="189168"/>
                  </a:cubicBezTo>
                  <a:cubicBezTo>
                    <a:pt x="130447" y="191604"/>
                    <a:pt x="113410" y="215148"/>
                    <a:pt x="110975" y="216772"/>
                  </a:cubicBezTo>
                  <a:cubicBezTo>
                    <a:pt x="107730" y="219208"/>
                    <a:pt x="107730" y="220020"/>
                    <a:pt x="109353" y="216772"/>
                  </a:cubicBezTo>
                  <a:cubicBezTo>
                    <a:pt x="110164" y="215148"/>
                    <a:pt x="112598" y="211089"/>
                    <a:pt x="115843" y="207029"/>
                  </a:cubicBezTo>
                  <a:cubicBezTo>
                    <a:pt x="118278" y="202970"/>
                    <a:pt x="123145" y="196475"/>
                    <a:pt x="125579" y="192416"/>
                  </a:cubicBezTo>
                  <a:cubicBezTo>
                    <a:pt x="128013" y="188356"/>
                    <a:pt x="132070" y="183485"/>
                    <a:pt x="132881" y="182673"/>
                  </a:cubicBezTo>
                  <a:close/>
                  <a:moveTo>
                    <a:pt x="119089" y="176178"/>
                  </a:moveTo>
                  <a:cubicBezTo>
                    <a:pt x="119900" y="175366"/>
                    <a:pt x="121523" y="174554"/>
                    <a:pt x="123145" y="174554"/>
                  </a:cubicBezTo>
                  <a:cubicBezTo>
                    <a:pt x="124768" y="175366"/>
                    <a:pt x="124768" y="175366"/>
                    <a:pt x="123957" y="175366"/>
                  </a:cubicBezTo>
                  <a:cubicBezTo>
                    <a:pt x="123145" y="175366"/>
                    <a:pt x="120711" y="176178"/>
                    <a:pt x="119900" y="176990"/>
                  </a:cubicBezTo>
                  <a:cubicBezTo>
                    <a:pt x="117466" y="178614"/>
                    <a:pt x="117466" y="178614"/>
                    <a:pt x="119089" y="176178"/>
                  </a:cubicBezTo>
                  <a:close/>
                  <a:moveTo>
                    <a:pt x="114221" y="182673"/>
                  </a:moveTo>
                  <a:cubicBezTo>
                    <a:pt x="115032" y="182673"/>
                    <a:pt x="115843" y="182673"/>
                    <a:pt x="115843" y="183485"/>
                  </a:cubicBezTo>
                  <a:cubicBezTo>
                    <a:pt x="115843" y="184297"/>
                    <a:pt x="115032" y="185109"/>
                    <a:pt x="114221" y="185109"/>
                  </a:cubicBezTo>
                  <a:cubicBezTo>
                    <a:pt x="113410" y="185109"/>
                    <a:pt x="111787" y="184297"/>
                    <a:pt x="112598" y="184297"/>
                  </a:cubicBezTo>
                  <a:cubicBezTo>
                    <a:pt x="112598" y="183485"/>
                    <a:pt x="113410" y="182673"/>
                    <a:pt x="114221" y="182673"/>
                  </a:cubicBezTo>
                  <a:close/>
                  <a:moveTo>
                    <a:pt x="100428" y="202970"/>
                  </a:moveTo>
                  <a:cubicBezTo>
                    <a:pt x="102051" y="201346"/>
                    <a:pt x="103674" y="198911"/>
                    <a:pt x="103674" y="198099"/>
                  </a:cubicBezTo>
                  <a:cubicBezTo>
                    <a:pt x="103674" y="197287"/>
                    <a:pt x="103674" y="196475"/>
                    <a:pt x="104485" y="196475"/>
                  </a:cubicBezTo>
                  <a:cubicBezTo>
                    <a:pt x="105296" y="196475"/>
                    <a:pt x="106108" y="194851"/>
                    <a:pt x="106919" y="193228"/>
                  </a:cubicBezTo>
                  <a:cubicBezTo>
                    <a:pt x="107730" y="191604"/>
                    <a:pt x="109353" y="189980"/>
                    <a:pt x="111787" y="189980"/>
                  </a:cubicBezTo>
                  <a:cubicBezTo>
                    <a:pt x="114221" y="189980"/>
                    <a:pt x="115843" y="190792"/>
                    <a:pt x="117466" y="191604"/>
                  </a:cubicBezTo>
                  <a:cubicBezTo>
                    <a:pt x="119089" y="192416"/>
                    <a:pt x="119089" y="193228"/>
                    <a:pt x="116655" y="193228"/>
                  </a:cubicBezTo>
                  <a:cubicBezTo>
                    <a:pt x="115032" y="193228"/>
                    <a:pt x="113410" y="194039"/>
                    <a:pt x="113410" y="194851"/>
                  </a:cubicBezTo>
                  <a:cubicBezTo>
                    <a:pt x="112598" y="195663"/>
                    <a:pt x="111787" y="196475"/>
                    <a:pt x="110164" y="195663"/>
                  </a:cubicBezTo>
                  <a:cubicBezTo>
                    <a:pt x="108542" y="194851"/>
                    <a:pt x="108542" y="195663"/>
                    <a:pt x="108542" y="196475"/>
                  </a:cubicBezTo>
                  <a:cubicBezTo>
                    <a:pt x="109353" y="198099"/>
                    <a:pt x="108542" y="198099"/>
                    <a:pt x="107730" y="198099"/>
                  </a:cubicBezTo>
                  <a:cubicBezTo>
                    <a:pt x="106108" y="198099"/>
                    <a:pt x="106108" y="198911"/>
                    <a:pt x="106919" y="201346"/>
                  </a:cubicBezTo>
                  <a:cubicBezTo>
                    <a:pt x="106919" y="202970"/>
                    <a:pt x="106919" y="204594"/>
                    <a:pt x="106108" y="204594"/>
                  </a:cubicBezTo>
                  <a:cubicBezTo>
                    <a:pt x="105296" y="204594"/>
                    <a:pt x="104485" y="205406"/>
                    <a:pt x="106108" y="206218"/>
                  </a:cubicBezTo>
                  <a:cubicBezTo>
                    <a:pt x="107730" y="207841"/>
                    <a:pt x="106919" y="207841"/>
                    <a:pt x="105296" y="206218"/>
                  </a:cubicBezTo>
                  <a:cubicBezTo>
                    <a:pt x="104485" y="205406"/>
                    <a:pt x="102051" y="204594"/>
                    <a:pt x="101240" y="205406"/>
                  </a:cubicBezTo>
                  <a:cubicBezTo>
                    <a:pt x="98806" y="206218"/>
                    <a:pt x="98806" y="205406"/>
                    <a:pt x="100428" y="202970"/>
                  </a:cubicBezTo>
                  <a:close/>
                  <a:moveTo>
                    <a:pt x="97995" y="213525"/>
                  </a:moveTo>
                  <a:cubicBezTo>
                    <a:pt x="98806" y="212713"/>
                    <a:pt x="98806" y="211901"/>
                    <a:pt x="99617" y="211901"/>
                  </a:cubicBezTo>
                  <a:cubicBezTo>
                    <a:pt x="99617" y="211901"/>
                    <a:pt x="100428" y="212713"/>
                    <a:pt x="100428" y="213525"/>
                  </a:cubicBezTo>
                  <a:cubicBezTo>
                    <a:pt x="100428" y="214336"/>
                    <a:pt x="99617" y="215148"/>
                    <a:pt x="98806" y="215148"/>
                  </a:cubicBezTo>
                  <a:cubicBezTo>
                    <a:pt x="97995" y="215148"/>
                    <a:pt x="97995" y="214336"/>
                    <a:pt x="97995" y="213525"/>
                  </a:cubicBezTo>
                  <a:close/>
                  <a:moveTo>
                    <a:pt x="96372" y="238693"/>
                  </a:moveTo>
                  <a:cubicBezTo>
                    <a:pt x="96372" y="237881"/>
                    <a:pt x="97183" y="235445"/>
                    <a:pt x="98806" y="232198"/>
                  </a:cubicBezTo>
                  <a:cubicBezTo>
                    <a:pt x="100428" y="229762"/>
                    <a:pt x="102051" y="227326"/>
                    <a:pt x="102051" y="226515"/>
                  </a:cubicBezTo>
                  <a:cubicBezTo>
                    <a:pt x="102051" y="225703"/>
                    <a:pt x="106108" y="221643"/>
                    <a:pt x="106919" y="220832"/>
                  </a:cubicBezTo>
                  <a:cubicBezTo>
                    <a:pt x="109353" y="220832"/>
                    <a:pt x="103674" y="232198"/>
                    <a:pt x="99617" y="235445"/>
                  </a:cubicBezTo>
                  <a:cubicBezTo>
                    <a:pt x="97995" y="237069"/>
                    <a:pt x="97183" y="237881"/>
                    <a:pt x="97995" y="238693"/>
                  </a:cubicBezTo>
                  <a:cubicBezTo>
                    <a:pt x="97995" y="239505"/>
                    <a:pt x="96372" y="241940"/>
                    <a:pt x="94749" y="244376"/>
                  </a:cubicBezTo>
                  <a:cubicBezTo>
                    <a:pt x="91504" y="248435"/>
                    <a:pt x="88259" y="254930"/>
                    <a:pt x="88259" y="256554"/>
                  </a:cubicBezTo>
                  <a:cubicBezTo>
                    <a:pt x="88259" y="256554"/>
                    <a:pt x="86636" y="258990"/>
                    <a:pt x="84202" y="262237"/>
                  </a:cubicBezTo>
                  <a:cubicBezTo>
                    <a:pt x="81768" y="264673"/>
                    <a:pt x="79334" y="269544"/>
                    <a:pt x="77712" y="271168"/>
                  </a:cubicBezTo>
                  <a:cubicBezTo>
                    <a:pt x="76900" y="273604"/>
                    <a:pt x="75278" y="275227"/>
                    <a:pt x="75278" y="275227"/>
                  </a:cubicBezTo>
                  <a:cubicBezTo>
                    <a:pt x="74466" y="275227"/>
                    <a:pt x="74466" y="276851"/>
                    <a:pt x="75278" y="277663"/>
                  </a:cubicBezTo>
                  <a:cubicBezTo>
                    <a:pt x="76089" y="279287"/>
                    <a:pt x="75278" y="280911"/>
                    <a:pt x="72844" y="281723"/>
                  </a:cubicBezTo>
                  <a:cubicBezTo>
                    <a:pt x="71221" y="282534"/>
                    <a:pt x="67165" y="285782"/>
                    <a:pt x="66353" y="289029"/>
                  </a:cubicBezTo>
                  <a:cubicBezTo>
                    <a:pt x="63919" y="296336"/>
                    <a:pt x="59051" y="298772"/>
                    <a:pt x="56618" y="299584"/>
                  </a:cubicBezTo>
                  <a:cubicBezTo>
                    <a:pt x="53372" y="300396"/>
                    <a:pt x="54183" y="297960"/>
                    <a:pt x="58240" y="296336"/>
                  </a:cubicBezTo>
                  <a:cubicBezTo>
                    <a:pt x="60674" y="295524"/>
                    <a:pt x="61485" y="294713"/>
                    <a:pt x="59863" y="294713"/>
                  </a:cubicBezTo>
                  <a:cubicBezTo>
                    <a:pt x="59051" y="294713"/>
                    <a:pt x="59051" y="293089"/>
                    <a:pt x="61485" y="291465"/>
                  </a:cubicBezTo>
                  <a:cubicBezTo>
                    <a:pt x="63919" y="289841"/>
                    <a:pt x="64731" y="288217"/>
                    <a:pt x="64731" y="287406"/>
                  </a:cubicBezTo>
                  <a:cubicBezTo>
                    <a:pt x="63919" y="286594"/>
                    <a:pt x="69599" y="272792"/>
                    <a:pt x="72844" y="270356"/>
                  </a:cubicBezTo>
                  <a:cubicBezTo>
                    <a:pt x="74466" y="269544"/>
                    <a:pt x="79334" y="262237"/>
                    <a:pt x="84202" y="254930"/>
                  </a:cubicBezTo>
                  <a:cubicBezTo>
                    <a:pt x="89070" y="247623"/>
                    <a:pt x="93938" y="240317"/>
                    <a:pt x="95561" y="240317"/>
                  </a:cubicBezTo>
                  <a:cubicBezTo>
                    <a:pt x="96372" y="241940"/>
                    <a:pt x="97183" y="240317"/>
                    <a:pt x="96372" y="238693"/>
                  </a:cubicBezTo>
                  <a:close/>
                  <a:moveTo>
                    <a:pt x="80146" y="276851"/>
                  </a:moveTo>
                  <a:cubicBezTo>
                    <a:pt x="80146" y="278475"/>
                    <a:pt x="79334" y="279287"/>
                    <a:pt x="78523" y="279287"/>
                  </a:cubicBezTo>
                  <a:cubicBezTo>
                    <a:pt x="77712" y="279287"/>
                    <a:pt x="77712" y="278475"/>
                    <a:pt x="76900" y="277663"/>
                  </a:cubicBezTo>
                  <a:cubicBezTo>
                    <a:pt x="76900" y="276851"/>
                    <a:pt x="77712" y="276039"/>
                    <a:pt x="78523" y="275227"/>
                  </a:cubicBezTo>
                  <a:cubicBezTo>
                    <a:pt x="78523" y="275227"/>
                    <a:pt x="79334" y="276039"/>
                    <a:pt x="80146" y="276851"/>
                  </a:cubicBezTo>
                  <a:close/>
                  <a:moveTo>
                    <a:pt x="52561" y="310138"/>
                  </a:moveTo>
                  <a:cubicBezTo>
                    <a:pt x="52561" y="310138"/>
                    <a:pt x="53372" y="308514"/>
                    <a:pt x="53372" y="307703"/>
                  </a:cubicBezTo>
                  <a:cubicBezTo>
                    <a:pt x="53372" y="306079"/>
                    <a:pt x="53372" y="306079"/>
                    <a:pt x="54995" y="306079"/>
                  </a:cubicBezTo>
                  <a:cubicBezTo>
                    <a:pt x="57429" y="306079"/>
                    <a:pt x="59051" y="310950"/>
                    <a:pt x="56618" y="310138"/>
                  </a:cubicBezTo>
                  <a:cubicBezTo>
                    <a:pt x="55806" y="310138"/>
                    <a:pt x="53372" y="311762"/>
                    <a:pt x="52561" y="315010"/>
                  </a:cubicBezTo>
                  <a:cubicBezTo>
                    <a:pt x="51750" y="317445"/>
                    <a:pt x="50127" y="319881"/>
                    <a:pt x="49316" y="319881"/>
                  </a:cubicBezTo>
                  <a:cubicBezTo>
                    <a:pt x="47693" y="319881"/>
                    <a:pt x="46070" y="321505"/>
                    <a:pt x="45259" y="323128"/>
                  </a:cubicBezTo>
                  <a:cubicBezTo>
                    <a:pt x="42825" y="327188"/>
                    <a:pt x="41203" y="326376"/>
                    <a:pt x="43636" y="321505"/>
                  </a:cubicBezTo>
                  <a:cubicBezTo>
                    <a:pt x="45259" y="318257"/>
                    <a:pt x="50938" y="310138"/>
                    <a:pt x="52561" y="310138"/>
                  </a:cubicBezTo>
                  <a:close/>
                  <a:moveTo>
                    <a:pt x="46882" y="302020"/>
                  </a:moveTo>
                  <a:cubicBezTo>
                    <a:pt x="49316" y="301208"/>
                    <a:pt x="50938" y="301208"/>
                    <a:pt x="50938" y="301208"/>
                  </a:cubicBezTo>
                  <a:cubicBezTo>
                    <a:pt x="50938" y="303643"/>
                    <a:pt x="47693" y="305267"/>
                    <a:pt x="46070" y="304455"/>
                  </a:cubicBezTo>
                  <a:cubicBezTo>
                    <a:pt x="43636" y="302831"/>
                    <a:pt x="43636" y="302831"/>
                    <a:pt x="46882" y="302020"/>
                  </a:cubicBezTo>
                  <a:close/>
                  <a:moveTo>
                    <a:pt x="51750" y="297148"/>
                  </a:moveTo>
                  <a:cubicBezTo>
                    <a:pt x="51750" y="295524"/>
                    <a:pt x="53372" y="293901"/>
                    <a:pt x="54183" y="294713"/>
                  </a:cubicBezTo>
                  <a:cubicBezTo>
                    <a:pt x="55806" y="294713"/>
                    <a:pt x="55806" y="295524"/>
                    <a:pt x="53372" y="297960"/>
                  </a:cubicBezTo>
                  <a:cubicBezTo>
                    <a:pt x="50938" y="298772"/>
                    <a:pt x="50938" y="298772"/>
                    <a:pt x="51750" y="297148"/>
                  </a:cubicBezTo>
                  <a:close/>
                  <a:moveTo>
                    <a:pt x="88259" y="224079"/>
                  </a:moveTo>
                  <a:cubicBezTo>
                    <a:pt x="89881" y="225703"/>
                    <a:pt x="90693" y="225703"/>
                    <a:pt x="89881" y="224079"/>
                  </a:cubicBezTo>
                  <a:cubicBezTo>
                    <a:pt x="89881" y="222455"/>
                    <a:pt x="90693" y="221643"/>
                    <a:pt x="91504" y="221643"/>
                  </a:cubicBezTo>
                  <a:cubicBezTo>
                    <a:pt x="92315" y="221643"/>
                    <a:pt x="93127" y="220832"/>
                    <a:pt x="93938" y="220020"/>
                  </a:cubicBezTo>
                  <a:cubicBezTo>
                    <a:pt x="93938" y="218396"/>
                    <a:pt x="93938" y="218396"/>
                    <a:pt x="92315" y="219208"/>
                  </a:cubicBezTo>
                  <a:cubicBezTo>
                    <a:pt x="89881" y="220020"/>
                    <a:pt x="89881" y="220020"/>
                    <a:pt x="92315" y="217584"/>
                  </a:cubicBezTo>
                  <a:cubicBezTo>
                    <a:pt x="93938" y="215148"/>
                    <a:pt x="95561" y="215148"/>
                    <a:pt x="96372" y="215960"/>
                  </a:cubicBezTo>
                  <a:cubicBezTo>
                    <a:pt x="97995" y="218396"/>
                    <a:pt x="97995" y="220832"/>
                    <a:pt x="95561" y="221643"/>
                  </a:cubicBezTo>
                  <a:cubicBezTo>
                    <a:pt x="93938" y="222455"/>
                    <a:pt x="93127" y="223267"/>
                    <a:pt x="93127" y="224891"/>
                  </a:cubicBezTo>
                  <a:cubicBezTo>
                    <a:pt x="93127" y="225703"/>
                    <a:pt x="92315" y="227326"/>
                    <a:pt x="91504" y="228950"/>
                  </a:cubicBezTo>
                  <a:cubicBezTo>
                    <a:pt x="90693" y="230574"/>
                    <a:pt x="89070" y="229762"/>
                    <a:pt x="89070" y="229762"/>
                  </a:cubicBezTo>
                  <a:cubicBezTo>
                    <a:pt x="88259" y="228138"/>
                    <a:pt x="87447" y="225703"/>
                    <a:pt x="88259" y="224079"/>
                  </a:cubicBezTo>
                  <a:cubicBezTo>
                    <a:pt x="86636" y="222455"/>
                    <a:pt x="85825" y="222455"/>
                    <a:pt x="88259" y="224079"/>
                  </a:cubicBezTo>
                  <a:close/>
                  <a:moveTo>
                    <a:pt x="62297" y="262237"/>
                  </a:moveTo>
                  <a:cubicBezTo>
                    <a:pt x="63108" y="259802"/>
                    <a:pt x="65542" y="257366"/>
                    <a:pt x="67165" y="256554"/>
                  </a:cubicBezTo>
                  <a:cubicBezTo>
                    <a:pt x="69599" y="255742"/>
                    <a:pt x="70410" y="254119"/>
                    <a:pt x="69599" y="250871"/>
                  </a:cubicBezTo>
                  <a:cubicBezTo>
                    <a:pt x="69599" y="250059"/>
                    <a:pt x="70410" y="250059"/>
                    <a:pt x="71221" y="250059"/>
                  </a:cubicBezTo>
                  <a:cubicBezTo>
                    <a:pt x="73655" y="250059"/>
                    <a:pt x="75278" y="249247"/>
                    <a:pt x="73655" y="247623"/>
                  </a:cubicBezTo>
                  <a:cubicBezTo>
                    <a:pt x="72844" y="246812"/>
                    <a:pt x="73655" y="243564"/>
                    <a:pt x="76089" y="238693"/>
                  </a:cubicBezTo>
                  <a:cubicBezTo>
                    <a:pt x="78523" y="233822"/>
                    <a:pt x="80957" y="231386"/>
                    <a:pt x="83391" y="231386"/>
                  </a:cubicBezTo>
                  <a:cubicBezTo>
                    <a:pt x="88259" y="231386"/>
                    <a:pt x="87447" y="234633"/>
                    <a:pt x="82579" y="234633"/>
                  </a:cubicBezTo>
                  <a:cubicBezTo>
                    <a:pt x="79334" y="234633"/>
                    <a:pt x="76089" y="239505"/>
                    <a:pt x="78523" y="240317"/>
                  </a:cubicBezTo>
                  <a:cubicBezTo>
                    <a:pt x="79334" y="241129"/>
                    <a:pt x="80146" y="241940"/>
                    <a:pt x="79334" y="242752"/>
                  </a:cubicBezTo>
                  <a:cubicBezTo>
                    <a:pt x="79334" y="243564"/>
                    <a:pt x="80146" y="245188"/>
                    <a:pt x="80146" y="246000"/>
                  </a:cubicBezTo>
                  <a:cubicBezTo>
                    <a:pt x="80957" y="247623"/>
                    <a:pt x="80957" y="248435"/>
                    <a:pt x="80146" y="248435"/>
                  </a:cubicBezTo>
                  <a:cubicBezTo>
                    <a:pt x="79334" y="248435"/>
                    <a:pt x="78523" y="249247"/>
                    <a:pt x="79334" y="247623"/>
                  </a:cubicBezTo>
                  <a:cubicBezTo>
                    <a:pt x="80146" y="246000"/>
                    <a:pt x="79334" y="246000"/>
                    <a:pt x="78523" y="246812"/>
                  </a:cubicBezTo>
                  <a:cubicBezTo>
                    <a:pt x="77712" y="247623"/>
                    <a:pt x="76900" y="249247"/>
                    <a:pt x="76900" y="250059"/>
                  </a:cubicBezTo>
                  <a:cubicBezTo>
                    <a:pt x="77712" y="253307"/>
                    <a:pt x="75278" y="254119"/>
                    <a:pt x="69599" y="254930"/>
                  </a:cubicBezTo>
                  <a:cubicBezTo>
                    <a:pt x="64731" y="255742"/>
                    <a:pt x="64731" y="255742"/>
                    <a:pt x="67165" y="258178"/>
                  </a:cubicBezTo>
                  <a:cubicBezTo>
                    <a:pt x="70410" y="261426"/>
                    <a:pt x="71221" y="261426"/>
                    <a:pt x="69599" y="258178"/>
                  </a:cubicBezTo>
                  <a:cubicBezTo>
                    <a:pt x="68787" y="256554"/>
                    <a:pt x="71221" y="254930"/>
                    <a:pt x="72844" y="257366"/>
                  </a:cubicBezTo>
                  <a:cubicBezTo>
                    <a:pt x="74466" y="259802"/>
                    <a:pt x="70410" y="262237"/>
                    <a:pt x="64731" y="263049"/>
                  </a:cubicBezTo>
                  <a:lnTo>
                    <a:pt x="59863" y="263861"/>
                  </a:lnTo>
                  <a:lnTo>
                    <a:pt x="62297" y="262237"/>
                  </a:lnTo>
                  <a:close/>
                  <a:moveTo>
                    <a:pt x="50127" y="282534"/>
                  </a:moveTo>
                  <a:cubicBezTo>
                    <a:pt x="52561" y="281723"/>
                    <a:pt x="54183" y="280911"/>
                    <a:pt x="55806" y="280911"/>
                  </a:cubicBezTo>
                  <a:cubicBezTo>
                    <a:pt x="56618" y="280911"/>
                    <a:pt x="55806" y="280099"/>
                    <a:pt x="54995" y="279287"/>
                  </a:cubicBezTo>
                  <a:cubicBezTo>
                    <a:pt x="52561" y="278475"/>
                    <a:pt x="51750" y="278475"/>
                    <a:pt x="55806" y="276039"/>
                  </a:cubicBezTo>
                  <a:cubicBezTo>
                    <a:pt x="60674" y="273604"/>
                    <a:pt x="63108" y="272792"/>
                    <a:pt x="63919" y="274416"/>
                  </a:cubicBezTo>
                  <a:cubicBezTo>
                    <a:pt x="64731" y="276039"/>
                    <a:pt x="65542" y="275227"/>
                    <a:pt x="66353" y="274416"/>
                  </a:cubicBezTo>
                  <a:cubicBezTo>
                    <a:pt x="68787" y="271168"/>
                    <a:pt x="68787" y="273604"/>
                    <a:pt x="65542" y="276851"/>
                  </a:cubicBezTo>
                  <a:cubicBezTo>
                    <a:pt x="63919" y="278475"/>
                    <a:pt x="63108" y="280911"/>
                    <a:pt x="63108" y="281723"/>
                  </a:cubicBezTo>
                  <a:cubicBezTo>
                    <a:pt x="63919" y="284158"/>
                    <a:pt x="58240" y="285782"/>
                    <a:pt x="53372" y="284158"/>
                  </a:cubicBezTo>
                  <a:cubicBezTo>
                    <a:pt x="50938" y="283346"/>
                    <a:pt x="49316" y="282534"/>
                    <a:pt x="50127" y="282534"/>
                  </a:cubicBezTo>
                  <a:close/>
                  <a:moveTo>
                    <a:pt x="53372" y="287406"/>
                  </a:moveTo>
                  <a:cubicBezTo>
                    <a:pt x="58240" y="286594"/>
                    <a:pt x="60674" y="288217"/>
                    <a:pt x="56618" y="290653"/>
                  </a:cubicBezTo>
                  <a:cubicBezTo>
                    <a:pt x="54995" y="292277"/>
                    <a:pt x="54995" y="292277"/>
                    <a:pt x="54183" y="290653"/>
                  </a:cubicBezTo>
                  <a:cubicBezTo>
                    <a:pt x="54183" y="289841"/>
                    <a:pt x="52561" y="289029"/>
                    <a:pt x="50127" y="289029"/>
                  </a:cubicBezTo>
                  <a:cubicBezTo>
                    <a:pt x="45259" y="289841"/>
                    <a:pt x="46882" y="288217"/>
                    <a:pt x="53372" y="287406"/>
                  </a:cubicBezTo>
                  <a:close/>
                  <a:moveTo>
                    <a:pt x="46882" y="293901"/>
                  </a:moveTo>
                  <a:cubicBezTo>
                    <a:pt x="48504" y="293089"/>
                    <a:pt x="50938" y="293089"/>
                    <a:pt x="50938" y="293901"/>
                  </a:cubicBezTo>
                  <a:cubicBezTo>
                    <a:pt x="50938" y="294713"/>
                    <a:pt x="46070" y="297148"/>
                    <a:pt x="42825" y="297148"/>
                  </a:cubicBezTo>
                  <a:cubicBezTo>
                    <a:pt x="38768" y="297960"/>
                    <a:pt x="42014" y="295524"/>
                    <a:pt x="46882" y="293901"/>
                  </a:cubicBezTo>
                  <a:close/>
                  <a:moveTo>
                    <a:pt x="40391" y="303643"/>
                  </a:moveTo>
                  <a:cubicBezTo>
                    <a:pt x="41203" y="303643"/>
                    <a:pt x="42825" y="304455"/>
                    <a:pt x="42825" y="304455"/>
                  </a:cubicBezTo>
                  <a:cubicBezTo>
                    <a:pt x="42825" y="305267"/>
                    <a:pt x="41203" y="305267"/>
                    <a:pt x="40391" y="306079"/>
                  </a:cubicBezTo>
                  <a:cubicBezTo>
                    <a:pt x="38768" y="306079"/>
                    <a:pt x="37957" y="305267"/>
                    <a:pt x="37957" y="305267"/>
                  </a:cubicBezTo>
                  <a:cubicBezTo>
                    <a:pt x="37957" y="304455"/>
                    <a:pt x="39580" y="303643"/>
                    <a:pt x="40391" y="303643"/>
                  </a:cubicBezTo>
                  <a:close/>
                  <a:moveTo>
                    <a:pt x="24976" y="332871"/>
                  </a:moveTo>
                  <a:cubicBezTo>
                    <a:pt x="24976" y="333683"/>
                    <a:pt x="23354" y="334495"/>
                    <a:pt x="22542" y="334495"/>
                  </a:cubicBezTo>
                  <a:cubicBezTo>
                    <a:pt x="21731" y="334495"/>
                    <a:pt x="23354" y="328811"/>
                    <a:pt x="24976" y="327188"/>
                  </a:cubicBezTo>
                  <a:cubicBezTo>
                    <a:pt x="25787" y="326376"/>
                    <a:pt x="28221" y="322317"/>
                    <a:pt x="30655" y="317445"/>
                  </a:cubicBezTo>
                  <a:cubicBezTo>
                    <a:pt x="33901" y="310950"/>
                    <a:pt x="36335" y="308514"/>
                    <a:pt x="37957" y="309326"/>
                  </a:cubicBezTo>
                  <a:cubicBezTo>
                    <a:pt x="39580" y="309326"/>
                    <a:pt x="41203" y="309326"/>
                    <a:pt x="42014" y="310138"/>
                  </a:cubicBezTo>
                  <a:cubicBezTo>
                    <a:pt x="42825" y="310138"/>
                    <a:pt x="42014" y="310950"/>
                    <a:pt x="41203" y="311762"/>
                  </a:cubicBezTo>
                  <a:cubicBezTo>
                    <a:pt x="39580" y="312574"/>
                    <a:pt x="38768" y="314198"/>
                    <a:pt x="38768" y="315010"/>
                  </a:cubicBezTo>
                  <a:cubicBezTo>
                    <a:pt x="38768" y="315821"/>
                    <a:pt x="40391" y="316633"/>
                    <a:pt x="41203" y="316633"/>
                  </a:cubicBezTo>
                  <a:cubicBezTo>
                    <a:pt x="42825" y="316633"/>
                    <a:pt x="43636" y="317445"/>
                    <a:pt x="42014" y="318257"/>
                  </a:cubicBezTo>
                  <a:cubicBezTo>
                    <a:pt x="41203" y="319069"/>
                    <a:pt x="39580" y="319069"/>
                    <a:pt x="38768" y="319069"/>
                  </a:cubicBezTo>
                  <a:cubicBezTo>
                    <a:pt x="37957" y="318257"/>
                    <a:pt x="36335" y="319881"/>
                    <a:pt x="35523" y="321505"/>
                  </a:cubicBezTo>
                  <a:cubicBezTo>
                    <a:pt x="34712" y="323128"/>
                    <a:pt x="33089" y="324752"/>
                    <a:pt x="32278" y="324752"/>
                  </a:cubicBezTo>
                  <a:cubicBezTo>
                    <a:pt x="31467" y="324752"/>
                    <a:pt x="30655" y="326376"/>
                    <a:pt x="31467" y="327188"/>
                  </a:cubicBezTo>
                  <a:cubicBezTo>
                    <a:pt x="32278" y="328811"/>
                    <a:pt x="31467" y="328811"/>
                    <a:pt x="29844" y="328811"/>
                  </a:cubicBezTo>
                  <a:cubicBezTo>
                    <a:pt x="28221" y="328811"/>
                    <a:pt x="27410" y="328811"/>
                    <a:pt x="26599" y="329623"/>
                  </a:cubicBezTo>
                  <a:cubicBezTo>
                    <a:pt x="26599" y="330435"/>
                    <a:pt x="27410" y="331247"/>
                    <a:pt x="28221" y="331247"/>
                  </a:cubicBezTo>
                  <a:cubicBezTo>
                    <a:pt x="29033" y="331247"/>
                    <a:pt x="29844" y="332059"/>
                    <a:pt x="29033" y="332871"/>
                  </a:cubicBezTo>
                  <a:cubicBezTo>
                    <a:pt x="28221" y="333683"/>
                    <a:pt x="27410" y="333683"/>
                    <a:pt x="26599" y="333683"/>
                  </a:cubicBezTo>
                  <a:cubicBezTo>
                    <a:pt x="26599" y="332059"/>
                    <a:pt x="24976" y="332059"/>
                    <a:pt x="24976" y="332871"/>
                  </a:cubicBezTo>
                  <a:close/>
                  <a:moveTo>
                    <a:pt x="40391" y="320693"/>
                  </a:moveTo>
                  <a:cubicBezTo>
                    <a:pt x="40391" y="321505"/>
                    <a:pt x="39580" y="321505"/>
                    <a:pt x="38768" y="322317"/>
                  </a:cubicBezTo>
                  <a:cubicBezTo>
                    <a:pt x="37957" y="323128"/>
                    <a:pt x="37146" y="322317"/>
                    <a:pt x="37146" y="321505"/>
                  </a:cubicBezTo>
                  <a:cubicBezTo>
                    <a:pt x="37146" y="320693"/>
                    <a:pt x="37957" y="319881"/>
                    <a:pt x="38768" y="319881"/>
                  </a:cubicBezTo>
                  <a:cubicBezTo>
                    <a:pt x="39580" y="319881"/>
                    <a:pt x="40391" y="320693"/>
                    <a:pt x="40391" y="320693"/>
                  </a:cubicBezTo>
                  <a:close/>
                  <a:moveTo>
                    <a:pt x="34712" y="345049"/>
                  </a:moveTo>
                  <a:cubicBezTo>
                    <a:pt x="33089" y="346673"/>
                    <a:pt x="30655" y="345049"/>
                    <a:pt x="33089" y="342614"/>
                  </a:cubicBezTo>
                  <a:cubicBezTo>
                    <a:pt x="33901" y="341802"/>
                    <a:pt x="34712" y="341802"/>
                    <a:pt x="35523" y="342614"/>
                  </a:cubicBezTo>
                  <a:cubicBezTo>
                    <a:pt x="36335" y="343425"/>
                    <a:pt x="35523" y="344237"/>
                    <a:pt x="34712" y="345049"/>
                  </a:cubicBezTo>
                  <a:close/>
                  <a:moveTo>
                    <a:pt x="114221" y="244376"/>
                  </a:moveTo>
                  <a:cubicBezTo>
                    <a:pt x="110164" y="249247"/>
                    <a:pt x="85014" y="283346"/>
                    <a:pt x="84202" y="284970"/>
                  </a:cubicBezTo>
                  <a:cubicBezTo>
                    <a:pt x="83391" y="286594"/>
                    <a:pt x="75278" y="298772"/>
                    <a:pt x="75278" y="298772"/>
                  </a:cubicBezTo>
                  <a:cubicBezTo>
                    <a:pt x="74466" y="298772"/>
                    <a:pt x="39580" y="358851"/>
                    <a:pt x="36335" y="365346"/>
                  </a:cubicBezTo>
                  <a:cubicBezTo>
                    <a:pt x="34712" y="368594"/>
                    <a:pt x="32278" y="371029"/>
                    <a:pt x="31467" y="370217"/>
                  </a:cubicBezTo>
                  <a:cubicBezTo>
                    <a:pt x="30655" y="369405"/>
                    <a:pt x="30655" y="370217"/>
                    <a:pt x="31467" y="371841"/>
                  </a:cubicBezTo>
                  <a:cubicBezTo>
                    <a:pt x="32278" y="373465"/>
                    <a:pt x="32278" y="374277"/>
                    <a:pt x="31467" y="373465"/>
                  </a:cubicBezTo>
                  <a:cubicBezTo>
                    <a:pt x="30655" y="372653"/>
                    <a:pt x="29844" y="375089"/>
                    <a:pt x="29033" y="377524"/>
                  </a:cubicBezTo>
                  <a:cubicBezTo>
                    <a:pt x="28221" y="379960"/>
                    <a:pt x="27410" y="381584"/>
                    <a:pt x="27410" y="380772"/>
                  </a:cubicBezTo>
                  <a:cubicBezTo>
                    <a:pt x="27410" y="379960"/>
                    <a:pt x="28221" y="374277"/>
                    <a:pt x="29844" y="369405"/>
                  </a:cubicBezTo>
                  <a:cubicBezTo>
                    <a:pt x="32278" y="362911"/>
                    <a:pt x="33901" y="359663"/>
                    <a:pt x="35523" y="359663"/>
                  </a:cubicBezTo>
                  <a:cubicBezTo>
                    <a:pt x="37146" y="359663"/>
                    <a:pt x="37957" y="358851"/>
                    <a:pt x="37146" y="357227"/>
                  </a:cubicBezTo>
                  <a:cubicBezTo>
                    <a:pt x="37146" y="355604"/>
                    <a:pt x="37146" y="354792"/>
                    <a:pt x="38768" y="354792"/>
                  </a:cubicBezTo>
                  <a:cubicBezTo>
                    <a:pt x="42014" y="354792"/>
                    <a:pt x="42825" y="351544"/>
                    <a:pt x="40391" y="349920"/>
                  </a:cubicBezTo>
                  <a:cubicBezTo>
                    <a:pt x="37957" y="348297"/>
                    <a:pt x="36335" y="345861"/>
                    <a:pt x="38768" y="346673"/>
                  </a:cubicBezTo>
                  <a:cubicBezTo>
                    <a:pt x="39580" y="346673"/>
                    <a:pt x="41203" y="346673"/>
                    <a:pt x="42014" y="345049"/>
                  </a:cubicBezTo>
                  <a:cubicBezTo>
                    <a:pt x="43636" y="343425"/>
                    <a:pt x="42825" y="341802"/>
                    <a:pt x="40391" y="340178"/>
                  </a:cubicBezTo>
                  <a:cubicBezTo>
                    <a:pt x="36335" y="336930"/>
                    <a:pt x="36335" y="336930"/>
                    <a:pt x="40391" y="333683"/>
                  </a:cubicBezTo>
                  <a:cubicBezTo>
                    <a:pt x="43636" y="331247"/>
                    <a:pt x="43636" y="331247"/>
                    <a:pt x="43636" y="335307"/>
                  </a:cubicBezTo>
                  <a:cubicBezTo>
                    <a:pt x="43636" y="336930"/>
                    <a:pt x="43636" y="337742"/>
                    <a:pt x="42825" y="337742"/>
                  </a:cubicBezTo>
                  <a:cubicBezTo>
                    <a:pt x="42014" y="336930"/>
                    <a:pt x="41203" y="336118"/>
                    <a:pt x="40391" y="336930"/>
                  </a:cubicBezTo>
                  <a:cubicBezTo>
                    <a:pt x="38768" y="338554"/>
                    <a:pt x="42014" y="340178"/>
                    <a:pt x="45259" y="339366"/>
                  </a:cubicBezTo>
                  <a:cubicBezTo>
                    <a:pt x="49316" y="337742"/>
                    <a:pt x="58240" y="323128"/>
                    <a:pt x="58240" y="318257"/>
                  </a:cubicBezTo>
                  <a:cubicBezTo>
                    <a:pt x="58240" y="313386"/>
                    <a:pt x="59863" y="310138"/>
                    <a:pt x="61485" y="310138"/>
                  </a:cubicBezTo>
                  <a:cubicBezTo>
                    <a:pt x="62297" y="310138"/>
                    <a:pt x="63108" y="310138"/>
                    <a:pt x="63108" y="308514"/>
                  </a:cubicBezTo>
                  <a:cubicBezTo>
                    <a:pt x="63108" y="306891"/>
                    <a:pt x="63108" y="306891"/>
                    <a:pt x="62297" y="306891"/>
                  </a:cubicBezTo>
                  <a:cubicBezTo>
                    <a:pt x="61485" y="307703"/>
                    <a:pt x="60674" y="307703"/>
                    <a:pt x="61485" y="306079"/>
                  </a:cubicBezTo>
                  <a:cubicBezTo>
                    <a:pt x="61485" y="305267"/>
                    <a:pt x="63108" y="303643"/>
                    <a:pt x="64731" y="303643"/>
                  </a:cubicBezTo>
                  <a:cubicBezTo>
                    <a:pt x="67976" y="303643"/>
                    <a:pt x="68787" y="302020"/>
                    <a:pt x="68787" y="297960"/>
                  </a:cubicBezTo>
                  <a:cubicBezTo>
                    <a:pt x="68787" y="295524"/>
                    <a:pt x="69599" y="293901"/>
                    <a:pt x="71221" y="293901"/>
                  </a:cubicBezTo>
                  <a:cubicBezTo>
                    <a:pt x="73655" y="293901"/>
                    <a:pt x="78523" y="287406"/>
                    <a:pt x="81768" y="280099"/>
                  </a:cubicBezTo>
                  <a:cubicBezTo>
                    <a:pt x="82579" y="277663"/>
                    <a:pt x="85014" y="273604"/>
                    <a:pt x="86636" y="271168"/>
                  </a:cubicBezTo>
                  <a:cubicBezTo>
                    <a:pt x="95561" y="258178"/>
                    <a:pt x="100428" y="250059"/>
                    <a:pt x="100428" y="248435"/>
                  </a:cubicBezTo>
                  <a:cubicBezTo>
                    <a:pt x="100428" y="247623"/>
                    <a:pt x="101240" y="246000"/>
                    <a:pt x="102051" y="245188"/>
                  </a:cubicBezTo>
                  <a:cubicBezTo>
                    <a:pt x="103674" y="243564"/>
                    <a:pt x="103674" y="242752"/>
                    <a:pt x="102051" y="241940"/>
                  </a:cubicBezTo>
                  <a:cubicBezTo>
                    <a:pt x="100428" y="241129"/>
                    <a:pt x="100428" y="241129"/>
                    <a:pt x="102862" y="241129"/>
                  </a:cubicBezTo>
                  <a:cubicBezTo>
                    <a:pt x="105296" y="241129"/>
                    <a:pt x="106108" y="240317"/>
                    <a:pt x="108542" y="235445"/>
                  </a:cubicBezTo>
                  <a:cubicBezTo>
                    <a:pt x="110975" y="232198"/>
                    <a:pt x="112598" y="228950"/>
                    <a:pt x="113410" y="228950"/>
                  </a:cubicBezTo>
                  <a:cubicBezTo>
                    <a:pt x="114221" y="228950"/>
                    <a:pt x="114221" y="228138"/>
                    <a:pt x="114221" y="226515"/>
                  </a:cubicBezTo>
                  <a:cubicBezTo>
                    <a:pt x="113410" y="224891"/>
                    <a:pt x="115032" y="223267"/>
                    <a:pt x="117466" y="220832"/>
                  </a:cubicBezTo>
                  <a:cubicBezTo>
                    <a:pt x="119900" y="218396"/>
                    <a:pt x="121523" y="215960"/>
                    <a:pt x="121523" y="215148"/>
                  </a:cubicBezTo>
                  <a:cubicBezTo>
                    <a:pt x="121523" y="213525"/>
                    <a:pt x="122334" y="215148"/>
                    <a:pt x="124768" y="218396"/>
                  </a:cubicBezTo>
                  <a:cubicBezTo>
                    <a:pt x="127202" y="221643"/>
                    <a:pt x="128013" y="224891"/>
                    <a:pt x="128013" y="224891"/>
                  </a:cubicBezTo>
                  <a:cubicBezTo>
                    <a:pt x="128013" y="225703"/>
                    <a:pt x="125579" y="230574"/>
                    <a:pt x="114221" y="244376"/>
                  </a:cubicBezTo>
                  <a:close/>
                  <a:moveTo>
                    <a:pt x="248899" y="198099"/>
                  </a:moveTo>
                  <a:cubicBezTo>
                    <a:pt x="248088" y="198911"/>
                    <a:pt x="248088" y="198099"/>
                    <a:pt x="248088" y="198099"/>
                  </a:cubicBezTo>
                  <a:cubicBezTo>
                    <a:pt x="248088" y="197287"/>
                    <a:pt x="248088" y="196475"/>
                    <a:pt x="248899" y="196475"/>
                  </a:cubicBezTo>
                  <a:cubicBezTo>
                    <a:pt x="249710" y="196475"/>
                    <a:pt x="250522" y="196475"/>
                    <a:pt x="250522" y="197287"/>
                  </a:cubicBezTo>
                  <a:cubicBezTo>
                    <a:pt x="250522" y="197287"/>
                    <a:pt x="248899" y="197287"/>
                    <a:pt x="248899" y="198099"/>
                  </a:cubicBezTo>
                  <a:close/>
                  <a:moveTo>
                    <a:pt x="252956" y="194851"/>
                  </a:moveTo>
                  <a:cubicBezTo>
                    <a:pt x="251333" y="196475"/>
                    <a:pt x="251333" y="196475"/>
                    <a:pt x="252956" y="194851"/>
                  </a:cubicBezTo>
                  <a:cubicBezTo>
                    <a:pt x="253767" y="192416"/>
                    <a:pt x="254578" y="191604"/>
                    <a:pt x="254578" y="191604"/>
                  </a:cubicBezTo>
                  <a:cubicBezTo>
                    <a:pt x="256201" y="190792"/>
                    <a:pt x="255390" y="192416"/>
                    <a:pt x="252956" y="194851"/>
                  </a:cubicBezTo>
                  <a:close/>
                  <a:moveTo>
                    <a:pt x="291899" y="60079"/>
                  </a:moveTo>
                  <a:cubicBezTo>
                    <a:pt x="292710" y="59267"/>
                    <a:pt x="293521" y="58455"/>
                    <a:pt x="294333" y="59267"/>
                  </a:cubicBezTo>
                  <a:cubicBezTo>
                    <a:pt x="295144" y="60079"/>
                    <a:pt x="293521" y="62515"/>
                    <a:pt x="291899" y="62515"/>
                  </a:cubicBezTo>
                  <a:cubicBezTo>
                    <a:pt x="290276" y="62515"/>
                    <a:pt x="291088" y="61703"/>
                    <a:pt x="291899" y="60079"/>
                  </a:cubicBezTo>
                  <a:close/>
                  <a:moveTo>
                    <a:pt x="283786" y="68198"/>
                  </a:moveTo>
                  <a:cubicBezTo>
                    <a:pt x="284597" y="66574"/>
                    <a:pt x="286220" y="65762"/>
                    <a:pt x="286220" y="65762"/>
                  </a:cubicBezTo>
                  <a:cubicBezTo>
                    <a:pt x="287031" y="64950"/>
                    <a:pt x="286220" y="66574"/>
                    <a:pt x="283786" y="68198"/>
                  </a:cubicBezTo>
                  <a:cubicBezTo>
                    <a:pt x="282163" y="70634"/>
                    <a:pt x="282163" y="70634"/>
                    <a:pt x="283786" y="68198"/>
                  </a:cubicBezTo>
                  <a:close/>
                  <a:moveTo>
                    <a:pt x="231050" y="116911"/>
                  </a:moveTo>
                  <a:cubicBezTo>
                    <a:pt x="232673" y="116099"/>
                    <a:pt x="234296" y="116099"/>
                    <a:pt x="234296" y="116911"/>
                  </a:cubicBezTo>
                  <a:cubicBezTo>
                    <a:pt x="234296" y="117723"/>
                    <a:pt x="232673" y="118535"/>
                    <a:pt x="231050" y="118535"/>
                  </a:cubicBezTo>
                  <a:cubicBezTo>
                    <a:pt x="229428" y="118535"/>
                    <a:pt x="228616" y="118535"/>
                    <a:pt x="227805" y="117723"/>
                  </a:cubicBezTo>
                  <a:cubicBezTo>
                    <a:pt x="227805" y="118535"/>
                    <a:pt x="229428" y="117723"/>
                    <a:pt x="231050" y="116911"/>
                  </a:cubicBezTo>
                  <a:close/>
                  <a:moveTo>
                    <a:pt x="210767" y="138832"/>
                  </a:moveTo>
                  <a:cubicBezTo>
                    <a:pt x="211579" y="137208"/>
                    <a:pt x="213201" y="136396"/>
                    <a:pt x="213201" y="136396"/>
                  </a:cubicBezTo>
                  <a:cubicBezTo>
                    <a:pt x="214013" y="136396"/>
                    <a:pt x="213201" y="137208"/>
                    <a:pt x="210767" y="138832"/>
                  </a:cubicBezTo>
                  <a:cubicBezTo>
                    <a:pt x="209145" y="141267"/>
                    <a:pt x="209145" y="141267"/>
                    <a:pt x="210767" y="138832"/>
                  </a:cubicBezTo>
                  <a:close/>
                  <a:moveTo>
                    <a:pt x="187239" y="239505"/>
                  </a:moveTo>
                  <a:cubicBezTo>
                    <a:pt x="186428" y="238693"/>
                    <a:pt x="187239" y="237881"/>
                    <a:pt x="188050" y="237069"/>
                  </a:cubicBezTo>
                  <a:cubicBezTo>
                    <a:pt x="188862" y="236257"/>
                    <a:pt x="190485" y="235445"/>
                    <a:pt x="191296" y="234633"/>
                  </a:cubicBezTo>
                  <a:cubicBezTo>
                    <a:pt x="192107" y="233822"/>
                    <a:pt x="194541" y="231386"/>
                    <a:pt x="196975" y="230574"/>
                  </a:cubicBezTo>
                  <a:cubicBezTo>
                    <a:pt x="201032" y="228138"/>
                    <a:pt x="201032" y="225703"/>
                    <a:pt x="199409" y="225703"/>
                  </a:cubicBezTo>
                  <a:cubicBezTo>
                    <a:pt x="198598" y="225703"/>
                    <a:pt x="197786" y="226515"/>
                    <a:pt x="196164" y="227326"/>
                  </a:cubicBezTo>
                  <a:cubicBezTo>
                    <a:pt x="193730" y="228138"/>
                    <a:pt x="185617" y="232198"/>
                    <a:pt x="182371" y="232198"/>
                  </a:cubicBezTo>
                  <a:cubicBezTo>
                    <a:pt x="181560" y="232198"/>
                    <a:pt x="180749" y="230574"/>
                    <a:pt x="180749" y="228950"/>
                  </a:cubicBezTo>
                  <a:cubicBezTo>
                    <a:pt x="180749" y="226515"/>
                    <a:pt x="178315" y="219208"/>
                    <a:pt x="175881" y="211901"/>
                  </a:cubicBezTo>
                  <a:lnTo>
                    <a:pt x="171824" y="198911"/>
                  </a:lnTo>
                  <a:lnTo>
                    <a:pt x="196164" y="170495"/>
                  </a:lnTo>
                  <a:cubicBezTo>
                    <a:pt x="221314" y="142079"/>
                    <a:pt x="250522" y="111228"/>
                    <a:pt x="254578" y="110416"/>
                  </a:cubicBezTo>
                  <a:cubicBezTo>
                    <a:pt x="255390" y="110416"/>
                    <a:pt x="256201" y="108792"/>
                    <a:pt x="257012" y="108792"/>
                  </a:cubicBezTo>
                  <a:cubicBezTo>
                    <a:pt x="257012" y="106356"/>
                    <a:pt x="282974" y="82000"/>
                    <a:pt x="287031" y="80376"/>
                  </a:cubicBezTo>
                  <a:cubicBezTo>
                    <a:pt x="288654" y="79564"/>
                    <a:pt x="290276" y="78752"/>
                    <a:pt x="290276" y="77941"/>
                  </a:cubicBezTo>
                  <a:cubicBezTo>
                    <a:pt x="290276" y="77129"/>
                    <a:pt x="291088" y="76317"/>
                    <a:pt x="292710" y="77129"/>
                  </a:cubicBezTo>
                  <a:cubicBezTo>
                    <a:pt x="293521" y="77129"/>
                    <a:pt x="294333" y="76317"/>
                    <a:pt x="294333" y="75505"/>
                  </a:cubicBezTo>
                  <a:cubicBezTo>
                    <a:pt x="293521" y="73881"/>
                    <a:pt x="314616" y="56832"/>
                    <a:pt x="325974" y="49525"/>
                  </a:cubicBezTo>
                  <a:cubicBezTo>
                    <a:pt x="340578" y="40594"/>
                    <a:pt x="341389" y="39782"/>
                    <a:pt x="349502" y="37347"/>
                  </a:cubicBezTo>
                  <a:lnTo>
                    <a:pt x="356804" y="34911"/>
                  </a:lnTo>
                  <a:lnTo>
                    <a:pt x="356804" y="41406"/>
                  </a:lnTo>
                  <a:cubicBezTo>
                    <a:pt x="356804" y="47089"/>
                    <a:pt x="355993" y="55208"/>
                    <a:pt x="351125" y="68198"/>
                  </a:cubicBezTo>
                  <a:cubicBezTo>
                    <a:pt x="350314" y="70634"/>
                    <a:pt x="348691" y="74693"/>
                    <a:pt x="347068" y="77941"/>
                  </a:cubicBezTo>
                  <a:cubicBezTo>
                    <a:pt x="341389" y="91743"/>
                    <a:pt x="300823" y="147762"/>
                    <a:pt x="292710" y="154257"/>
                  </a:cubicBezTo>
                  <a:cubicBezTo>
                    <a:pt x="290276" y="155881"/>
                    <a:pt x="288654" y="157505"/>
                    <a:pt x="289465" y="158317"/>
                  </a:cubicBezTo>
                  <a:cubicBezTo>
                    <a:pt x="289465" y="158317"/>
                    <a:pt x="290276" y="158317"/>
                    <a:pt x="291899" y="156693"/>
                  </a:cubicBezTo>
                  <a:cubicBezTo>
                    <a:pt x="293521" y="155069"/>
                    <a:pt x="292710" y="156693"/>
                    <a:pt x="290276" y="159941"/>
                  </a:cubicBezTo>
                  <a:cubicBezTo>
                    <a:pt x="288654" y="163188"/>
                    <a:pt x="283786" y="166435"/>
                    <a:pt x="280541" y="168059"/>
                  </a:cubicBezTo>
                  <a:cubicBezTo>
                    <a:pt x="277295" y="169683"/>
                    <a:pt x="274861" y="172119"/>
                    <a:pt x="274861" y="172119"/>
                  </a:cubicBezTo>
                  <a:cubicBezTo>
                    <a:pt x="275673" y="172931"/>
                    <a:pt x="272427" y="176178"/>
                    <a:pt x="268371" y="180238"/>
                  </a:cubicBezTo>
                  <a:cubicBezTo>
                    <a:pt x="264314" y="183485"/>
                    <a:pt x="261069" y="187544"/>
                    <a:pt x="261880" y="188356"/>
                  </a:cubicBezTo>
                  <a:cubicBezTo>
                    <a:pt x="261880" y="189168"/>
                    <a:pt x="261880" y="190792"/>
                    <a:pt x="261069" y="190792"/>
                  </a:cubicBezTo>
                  <a:cubicBezTo>
                    <a:pt x="259446" y="190792"/>
                    <a:pt x="259446" y="191604"/>
                    <a:pt x="260258" y="190792"/>
                  </a:cubicBezTo>
                  <a:cubicBezTo>
                    <a:pt x="261880" y="187544"/>
                    <a:pt x="259446" y="188356"/>
                    <a:pt x="248088" y="198099"/>
                  </a:cubicBezTo>
                  <a:cubicBezTo>
                    <a:pt x="241597" y="202970"/>
                    <a:pt x="237541" y="207841"/>
                    <a:pt x="238352" y="207841"/>
                  </a:cubicBezTo>
                  <a:cubicBezTo>
                    <a:pt x="239163" y="207841"/>
                    <a:pt x="240786" y="207841"/>
                    <a:pt x="240786" y="207029"/>
                  </a:cubicBezTo>
                  <a:cubicBezTo>
                    <a:pt x="240786" y="206218"/>
                    <a:pt x="243220" y="204594"/>
                    <a:pt x="244843" y="203782"/>
                  </a:cubicBezTo>
                  <a:cubicBezTo>
                    <a:pt x="248088" y="202158"/>
                    <a:pt x="247277" y="202970"/>
                    <a:pt x="244031" y="206218"/>
                  </a:cubicBezTo>
                  <a:cubicBezTo>
                    <a:pt x="241597" y="208653"/>
                    <a:pt x="239163" y="211089"/>
                    <a:pt x="238352" y="211089"/>
                  </a:cubicBezTo>
                  <a:cubicBezTo>
                    <a:pt x="237541" y="211089"/>
                    <a:pt x="235918" y="211901"/>
                    <a:pt x="235107" y="213525"/>
                  </a:cubicBezTo>
                  <a:cubicBezTo>
                    <a:pt x="233484" y="215148"/>
                    <a:pt x="231862" y="216772"/>
                    <a:pt x="230239" y="216772"/>
                  </a:cubicBezTo>
                  <a:cubicBezTo>
                    <a:pt x="228616" y="216772"/>
                    <a:pt x="227805" y="215960"/>
                    <a:pt x="228616" y="215148"/>
                  </a:cubicBezTo>
                  <a:cubicBezTo>
                    <a:pt x="228616" y="214336"/>
                    <a:pt x="227805" y="214336"/>
                    <a:pt x="224560" y="216772"/>
                  </a:cubicBezTo>
                  <a:cubicBezTo>
                    <a:pt x="221314" y="219208"/>
                    <a:pt x="219692" y="220832"/>
                    <a:pt x="220503" y="220832"/>
                  </a:cubicBezTo>
                  <a:cubicBezTo>
                    <a:pt x="221314" y="220832"/>
                    <a:pt x="222126" y="220832"/>
                    <a:pt x="223749" y="220020"/>
                  </a:cubicBezTo>
                  <a:cubicBezTo>
                    <a:pt x="225371" y="219208"/>
                    <a:pt x="226994" y="218396"/>
                    <a:pt x="226994" y="219208"/>
                  </a:cubicBezTo>
                  <a:cubicBezTo>
                    <a:pt x="226994" y="220020"/>
                    <a:pt x="221314" y="226515"/>
                    <a:pt x="219692" y="226515"/>
                  </a:cubicBezTo>
                  <a:cubicBezTo>
                    <a:pt x="218881" y="226515"/>
                    <a:pt x="216446" y="228138"/>
                    <a:pt x="214824" y="229762"/>
                  </a:cubicBezTo>
                  <a:cubicBezTo>
                    <a:pt x="208333" y="230574"/>
                    <a:pt x="188050" y="240317"/>
                    <a:pt x="187239" y="239505"/>
                  </a:cubicBezTo>
                  <a:close/>
                  <a:moveTo>
                    <a:pt x="261880" y="389703"/>
                  </a:moveTo>
                  <a:cubicBezTo>
                    <a:pt x="260258" y="389703"/>
                    <a:pt x="257824" y="387267"/>
                    <a:pt x="258635" y="385643"/>
                  </a:cubicBezTo>
                  <a:cubicBezTo>
                    <a:pt x="258635" y="384831"/>
                    <a:pt x="260258" y="385643"/>
                    <a:pt x="261069" y="387267"/>
                  </a:cubicBezTo>
                  <a:cubicBezTo>
                    <a:pt x="263503" y="388891"/>
                    <a:pt x="262692" y="389703"/>
                    <a:pt x="261880" y="389703"/>
                  </a:cubicBezTo>
                  <a:close/>
                  <a:moveTo>
                    <a:pt x="276484" y="398633"/>
                  </a:moveTo>
                  <a:cubicBezTo>
                    <a:pt x="274861" y="398633"/>
                    <a:pt x="274861" y="397821"/>
                    <a:pt x="273239" y="397821"/>
                  </a:cubicBezTo>
                  <a:cubicBezTo>
                    <a:pt x="272427" y="397821"/>
                    <a:pt x="273239" y="397009"/>
                    <a:pt x="274861" y="397009"/>
                  </a:cubicBezTo>
                  <a:cubicBezTo>
                    <a:pt x="278918" y="397009"/>
                    <a:pt x="278918" y="399445"/>
                    <a:pt x="276484" y="398633"/>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7" name="Freeform 96">
              <a:extLst>
                <a:ext uri="{FF2B5EF4-FFF2-40B4-BE49-F238E27FC236}">
                  <a16:creationId xmlns:a16="http://schemas.microsoft.com/office/drawing/2014/main" id="{EFEA2537-57E0-C70D-38DE-C222149DB573}"/>
                </a:ext>
              </a:extLst>
            </p:cNvPr>
            <p:cNvSpPr/>
            <p:nvPr/>
          </p:nvSpPr>
          <p:spPr>
            <a:xfrm>
              <a:off x="6363214" y="4778631"/>
              <a:ext cx="5678" cy="2435"/>
            </a:xfrm>
            <a:custGeom>
              <a:avLst/>
              <a:gdLst>
                <a:gd name="connsiteX0" fmla="*/ 2434 w 5678"/>
                <a:gd name="connsiteY0" fmla="*/ 2436 h 2435"/>
                <a:gd name="connsiteX1" fmla="*/ 4057 w 5678"/>
                <a:gd name="connsiteY1" fmla="*/ 1624 h 2435"/>
                <a:gd name="connsiteX2" fmla="*/ 4868 w 5678"/>
                <a:gd name="connsiteY2" fmla="*/ 812 h 2435"/>
                <a:gd name="connsiteX3" fmla="*/ 5679 w 5678"/>
                <a:gd name="connsiteY3" fmla="*/ 0 h 2435"/>
                <a:gd name="connsiteX4" fmla="*/ 4057 w 5678"/>
                <a:gd name="connsiteY4" fmla="*/ 0 h 2435"/>
                <a:gd name="connsiteX5" fmla="*/ 0 w 5678"/>
                <a:gd name="connsiteY5" fmla="*/ 1624 h 2435"/>
                <a:gd name="connsiteX6" fmla="*/ 2434 w 5678"/>
                <a:gd name="connsiteY6" fmla="*/ 2436 h 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78" h="2435">
                  <a:moveTo>
                    <a:pt x="2434" y="2436"/>
                  </a:moveTo>
                  <a:cubicBezTo>
                    <a:pt x="4057" y="2436"/>
                    <a:pt x="4057" y="2436"/>
                    <a:pt x="4057" y="1624"/>
                  </a:cubicBezTo>
                  <a:cubicBezTo>
                    <a:pt x="4057" y="812"/>
                    <a:pt x="4057" y="812"/>
                    <a:pt x="4868" y="812"/>
                  </a:cubicBezTo>
                  <a:cubicBezTo>
                    <a:pt x="5679" y="812"/>
                    <a:pt x="5679" y="812"/>
                    <a:pt x="5679" y="0"/>
                  </a:cubicBezTo>
                  <a:lnTo>
                    <a:pt x="4057" y="0"/>
                  </a:lnTo>
                  <a:lnTo>
                    <a:pt x="0" y="1624"/>
                  </a:lnTo>
                  <a:cubicBezTo>
                    <a:pt x="811" y="2436"/>
                    <a:pt x="1622" y="2436"/>
                    <a:pt x="2434" y="2436"/>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sp>
          <p:nvSpPr>
            <p:cNvPr id="98" name="Freeform 97">
              <a:extLst>
                <a:ext uri="{FF2B5EF4-FFF2-40B4-BE49-F238E27FC236}">
                  <a16:creationId xmlns:a16="http://schemas.microsoft.com/office/drawing/2014/main" id="{9C965289-492D-77B1-B396-1E00803659CD}"/>
                </a:ext>
              </a:extLst>
            </p:cNvPr>
            <p:cNvSpPr/>
            <p:nvPr/>
          </p:nvSpPr>
          <p:spPr>
            <a:xfrm>
              <a:off x="5576238" y="4559874"/>
              <a:ext cx="1459556" cy="563805"/>
            </a:xfrm>
            <a:custGeom>
              <a:avLst/>
              <a:gdLst>
                <a:gd name="connsiteX0" fmla="*/ 1443330 w 1459556"/>
                <a:gd name="connsiteY0" fmla="*/ 147311 h 563805"/>
                <a:gd name="connsiteX1" fmla="*/ 1436839 w 1459556"/>
                <a:gd name="connsiteY1" fmla="*/ 144064 h 563805"/>
                <a:gd name="connsiteX2" fmla="*/ 1432783 w 1459556"/>
                <a:gd name="connsiteY2" fmla="*/ 144875 h 563805"/>
                <a:gd name="connsiteX3" fmla="*/ 1415745 w 1459556"/>
                <a:gd name="connsiteY3" fmla="*/ 157866 h 563805"/>
                <a:gd name="connsiteX4" fmla="*/ 1395463 w 1459556"/>
                <a:gd name="connsiteY4" fmla="*/ 173291 h 563805"/>
                <a:gd name="connsiteX5" fmla="*/ 1349217 w 1459556"/>
                <a:gd name="connsiteY5" fmla="*/ 205766 h 563805"/>
                <a:gd name="connsiteX6" fmla="*/ 1320010 w 1459556"/>
                <a:gd name="connsiteY6" fmla="*/ 227687 h 563805"/>
                <a:gd name="connsiteX7" fmla="*/ 1311897 w 1459556"/>
                <a:gd name="connsiteY7" fmla="*/ 234182 h 563805"/>
                <a:gd name="connsiteX8" fmla="*/ 1268897 w 1459556"/>
                <a:gd name="connsiteY8" fmla="*/ 261786 h 563805"/>
                <a:gd name="connsiteX9" fmla="*/ 1213728 w 1459556"/>
                <a:gd name="connsiteY9" fmla="*/ 278024 h 563805"/>
                <a:gd name="connsiteX10" fmla="*/ 1205615 w 1459556"/>
                <a:gd name="connsiteY10" fmla="*/ 275588 h 563805"/>
                <a:gd name="connsiteX11" fmla="*/ 1215350 w 1459556"/>
                <a:gd name="connsiteY11" fmla="*/ 247172 h 563805"/>
                <a:gd name="connsiteX12" fmla="*/ 1248614 w 1459556"/>
                <a:gd name="connsiteY12" fmla="*/ 202519 h 563805"/>
                <a:gd name="connsiteX13" fmla="*/ 1251860 w 1459556"/>
                <a:gd name="connsiteY13" fmla="*/ 188717 h 563805"/>
                <a:gd name="connsiteX14" fmla="*/ 1245369 w 1459556"/>
                <a:gd name="connsiteY14" fmla="*/ 178975 h 563805"/>
                <a:gd name="connsiteX15" fmla="*/ 1242935 w 1459556"/>
                <a:gd name="connsiteY15" fmla="*/ 177351 h 563805"/>
                <a:gd name="connsiteX16" fmla="*/ 1239690 w 1459556"/>
                <a:gd name="connsiteY16" fmla="*/ 175727 h 563805"/>
                <a:gd name="connsiteX17" fmla="*/ 1227520 w 1459556"/>
                <a:gd name="connsiteY17" fmla="*/ 187093 h 563805"/>
                <a:gd name="connsiteX18" fmla="*/ 1216162 w 1459556"/>
                <a:gd name="connsiteY18" fmla="*/ 200895 h 563805"/>
                <a:gd name="connsiteX19" fmla="*/ 1215350 w 1459556"/>
                <a:gd name="connsiteY19" fmla="*/ 201707 h 563805"/>
                <a:gd name="connsiteX20" fmla="*/ 1188577 w 1459556"/>
                <a:gd name="connsiteY20" fmla="*/ 221192 h 563805"/>
                <a:gd name="connsiteX21" fmla="*/ 1170728 w 1459556"/>
                <a:gd name="connsiteY21" fmla="*/ 233370 h 563805"/>
                <a:gd name="connsiteX22" fmla="*/ 1136653 w 1459556"/>
                <a:gd name="connsiteY22" fmla="*/ 256103 h 563805"/>
                <a:gd name="connsiteX23" fmla="*/ 1111502 w 1459556"/>
                <a:gd name="connsiteY23" fmla="*/ 269905 h 563805"/>
                <a:gd name="connsiteX24" fmla="*/ 1095276 w 1459556"/>
                <a:gd name="connsiteY24" fmla="*/ 276400 h 563805"/>
                <a:gd name="connsiteX25" fmla="*/ 1089597 w 1459556"/>
                <a:gd name="connsiteY25" fmla="*/ 277212 h 563805"/>
                <a:gd name="connsiteX26" fmla="*/ 1075804 w 1459556"/>
                <a:gd name="connsiteY26" fmla="*/ 278836 h 563805"/>
                <a:gd name="connsiteX27" fmla="*/ 1066068 w 1459556"/>
                <a:gd name="connsiteY27" fmla="*/ 277212 h 563805"/>
                <a:gd name="connsiteX28" fmla="*/ 1072559 w 1459556"/>
                <a:gd name="connsiteY28" fmla="*/ 234994 h 563805"/>
                <a:gd name="connsiteX29" fmla="*/ 1076615 w 1459556"/>
                <a:gd name="connsiteY29" fmla="*/ 224440 h 563805"/>
                <a:gd name="connsiteX30" fmla="*/ 1079050 w 1459556"/>
                <a:gd name="connsiteY30" fmla="*/ 218757 h 563805"/>
                <a:gd name="connsiteX31" fmla="*/ 1085540 w 1459556"/>
                <a:gd name="connsiteY31" fmla="*/ 206578 h 563805"/>
                <a:gd name="connsiteX32" fmla="*/ 1100955 w 1459556"/>
                <a:gd name="connsiteY32" fmla="*/ 181410 h 563805"/>
                <a:gd name="connsiteX33" fmla="*/ 1104200 w 1459556"/>
                <a:gd name="connsiteY33" fmla="*/ 175727 h 563805"/>
                <a:gd name="connsiteX34" fmla="*/ 1105823 w 1459556"/>
                <a:gd name="connsiteY34" fmla="*/ 174103 h 563805"/>
                <a:gd name="connsiteX35" fmla="*/ 1106634 w 1459556"/>
                <a:gd name="connsiteY35" fmla="*/ 172479 h 563805"/>
                <a:gd name="connsiteX36" fmla="*/ 1113124 w 1459556"/>
                <a:gd name="connsiteY36" fmla="*/ 163549 h 563805"/>
                <a:gd name="connsiteX37" fmla="*/ 1117993 w 1459556"/>
                <a:gd name="connsiteY37" fmla="*/ 156242 h 563805"/>
                <a:gd name="connsiteX38" fmla="*/ 1118804 w 1459556"/>
                <a:gd name="connsiteY38" fmla="*/ 153806 h 563805"/>
                <a:gd name="connsiteX39" fmla="*/ 1129351 w 1459556"/>
                <a:gd name="connsiteY39" fmla="*/ 140816 h 563805"/>
                <a:gd name="connsiteX40" fmla="*/ 1146389 w 1459556"/>
                <a:gd name="connsiteY40" fmla="*/ 120519 h 563805"/>
                <a:gd name="connsiteX41" fmla="*/ 1147200 w 1459556"/>
                <a:gd name="connsiteY41" fmla="*/ 118895 h 563805"/>
                <a:gd name="connsiteX42" fmla="*/ 1149634 w 1459556"/>
                <a:gd name="connsiteY42" fmla="*/ 115648 h 563805"/>
                <a:gd name="connsiteX43" fmla="*/ 1152068 w 1459556"/>
                <a:gd name="connsiteY43" fmla="*/ 112400 h 563805"/>
                <a:gd name="connsiteX44" fmla="*/ 1156125 w 1459556"/>
                <a:gd name="connsiteY44" fmla="*/ 106717 h 563805"/>
                <a:gd name="connsiteX45" fmla="*/ 1169916 w 1459556"/>
                <a:gd name="connsiteY45" fmla="*/ 92103 h 563805"/>
                <a:gd name="connsiteX46" fmla="*/ 1233199 w 1459556"/>
                <a:gd name="connsiteY46" fmla="*/ 30400 h 563805"/>
                <a:gd name="connsiteX47" fmla="*/ 1243746 w 1459556"/>
                <a:gd name="connsiteY47" fmla="*/ 16598 h 563805"/>
                <a:gd name="connsiteX48" fmla="*/ 1237256 w 1459556"/>
                <a:gd name="connsiteY48" fmla="*/ 4420 h 563805"/>
                <a:gd name="connsiteX49" fmla="*/ 1233199 w 1459556"/>
                <a:gd name="connsiteY49" fmla="*/ 1984 h 563805"/>
                <a:gd name="connsiteX50" fmla="*/ 1224275 w 1459556"/>
                <a:gd name="connsiteY50" fmla="*/ 361 h 563805"/>
                <a:gd name="connsiteX51" fmla="*/ 1214539 w 1459556"/>
                <a:gd name="connsiteY51" fmla="*/ 361 h 563805"/>
                <a:gd name="connsiteX52" fmla="*/ 1155313 w 1459556"/>
                <a:gd name="connsiteY52" fmla="*/ 58004 h 563805"/>
                <a:gd name="connsiteX53" fmla="*/ 1114747 w 1459556"/>
                <a:gd name="connsiteY53" fmla="*/ 108341 h 563805"/>
                <a:gd name="connsiteX54" fmla="*/ 1101766 w 1459556"/>
                <a:gd name="connsiteY54" fmla="*/ 125390 h 563805"/>
                <a:gd name="connsiteX55" fmla="*/ 1100144 w 1459556"/>
                <a:gd name="connsiteY55" fmla="*/ 130262 h 563805"/>
                <a:gd name="connsiteX56" fmla="*/ 1099332 w 1459556"/>
                <a:gd name="connsiteY56" fmla="*/ 133509 h 563805"/>
                <a:gd name="connsiteX57" fmla="*/ 1098521 w 1459556"/>
                <a:gd name="connsiteY57" fmla="*/ 132697 h 563805"/>
                <a:gd name="connsiteX58" fmla="*/ 1098521 w 1459556"/>
                <a:gd name="connsiteY58" fmla="*/ 131074 h 563805"/>
                <a:gd name="connsiteX59" fmla="*/ 1079050 w 1459556"/>
                <a:gd name="connsiteY59" fmla="*/ 157866 h 563805"/>
                <a:gd name="connsiteX60" fmla="*/ 1075804 w 1459556"/>
                <a:gd name="connsiteY60" fmla="*/ 164361 h 563805"/>
                <a:gd name="connsiteX61" fmla="*/ 1074993 w 1459556"/>
                <a:gd name="connsiteY61" fmla="*/ 165984 h 563805"/>
                <a:gd name="connsiteX62" fmla="*/ 1072559 w 1459556"/>
                <a:gd name="connsiteY62" fmla="*/ 169232 h 563805"/>
                <a:gd name="connsiteX63" fmla="*/ 1053899 w 1459556"/>
                <a:gd name="connsiteY63" fmla="*/ 186281 h 563805"/>
                <a:gd name="connsiteX64" fmla="*/ 1049031 w 1459556"/>
                <a:gd name="connsiteY64" fmla="*/ 189529 h 563805"/>
                <a:gd name="connsiteX65" fmla="*/ 1040918 w 1459556"/>
                <a:gd name="connsiteY65" fmla="*/ 184658 h 563805"/>
                <a:gd name="connsiteX66" fmla="*/ 1015767 w 1459556"/>
                <a:gd name="connsiteY66" fmla="*/ 174915 h 563805"/>
                <a:gd name="connsiteX67" fmla="*/ 995484 w 1459556"/>
                <a:gd name="connsiteY67" fmla="*/ 178163 h 563805"/>
                <a:gd name="connsiteX68" fmla="*/ 974390 w 1459556"/>
                <a:gd name="connsiteY68" fmla="*/ 198460 h 563805"/>
                <a:gd name="connsiteX69" fmla="*/ 917598 w 1459556"/>
                <a:gd name="connsiteY69" fmla="*/ 214697 h 563805"/>
                <a:gd name="connsiteX70" fmla="*/ 894881 w 1459556"/>
                <a:gd name="connsiteY70" fmla="*/ 211450 h 563805"/>
                <a:gd name="connsiteX71" fmla="*/ 896504 w 1459556"/>
                <a:gd name="connsiteY71" fmla="*/ 203331 h 563805"/>
                <a:gd name="connsiteX72" fmla="*/ 894069 w 1459556"/>
                <a:gd name="connsiteY72" fmla="*/ 210638 h 563805"/>
                <a:gd name="connsiteX73" fmla="*/ 893258 w 1459556"/>
                <a:gd name="connsiteY73" fmla="*/ 204143 h 563805"/>
                <a:gd name="connsiteX74" fmla="*/ 894881 w 1459556"/>
                <a:gd name="connsiteY74" fmla="*/ 200083 h 563805"/>
                <a:gd name="connsiteX75" fmla="*/ 893258 w 1459556"/>
                <a:gd name="connsiteY75" fmla="*/ 199272 h 563805"/>
                <a:gd name="connsiteX76" fmla="*/ 883522 w 1459556"/>
                <a:gd name="connsiteY76" fmla="*/ 173291 h 563805"/>
                <a:gd name="connsiteX77" fmla="*/ 867296 w 1459556"/>
                <a:gd name="connsiteY77" fmla="*/ 167608 h 563805"/>
                <a:gd name="connsiteX78" fmla="*/ 862428 w 1459556"/>
                <a:gd name="connsiteY78" fmla="*/ 169232 h 563805"/>
                <a:gd name="connsiteX79" fmla="*/ 864051 w 1459556"/>
                <a:gd name="connsiteY79" fmla="*/ 191153 h 563805"/>
                <a:gd name="connsiteX80" fmla="*/ 869730 w 1459556"/>
                <a:gd name="connsiteY80" fmla="*/ 211450 h 563805"/>
                <a:gd name="connsiteX81" fmla="*/ 838089 w 1459556"/>
                <a:gd name="connsiteY81" fmla="*/ 256103 h 563805"/>
                <a:gd name="connsiteX82" fmla="*/ 802391 w 1459556"/>
                <a:gd name="connsiteY82" fmla="*/ 279648 h 563805"/>
                <a:gd name="connsiteX83" fmla="*/ 803202 w 1459556"/>
                <a:gd name="connsiteY83" fmla="*/ 267469 h 563805"/>
                <a:gd name="connsiteX84" fmla="*/ 825919 w 1459556"/>
                <a:gd name="connsiteY84" fmla="*/ 231747 h 563805"/>
                <a:gd name="connsiteX85" fmla="*/ 826730 w 1459556"/>
                <a:gd name="connsiteY85" fmla="*/ 230935 h 563805"/>
                <a:gd name="connsiteX86" fmla="*/ 852692 w 1459556"/>
                <a:gd name="connsiteY86" fmla="*/ 208202 h 563805"/>
                <a:gd name="connsiteX87" fmla="*/ 840523 w 1459556"/>
                <a:gd name="connsiteY87" fmla="*/ 186281 h 563805"/>
                <a:gd name="connsiteX88" fmla="*/ 806447 w 1459556"/>
                <a:gd name="connsiteY88" fmla="*/ 204955 h 563805"/>
                <a:gd name="connsiteX89" fmla="*/ 796711 w 1459556"/>
                <a:gd name="connsiteY89" fmla="*/ 217945 h 563805"/>
                <a:gd name="connsiteX90" fmla="*/ 713958 w 1459556"/>
                <a:gd name="connsiteY90" fmla="*/ 239866 h 563805"/>
                <a:gd name="connsiteX91" fmla="*/ 679882 w 1459556"/>
                <a:gd name="connsiteY91" fmla="*/ 247984 h 563805"/>
                <a:gd name="connsiteX92" fmla="*/ 646618 w 1459556"/>
                <a:gd name="connsiteY92" fmla="*/ 233370 h 563805"/>
                <a:gd name="connsiteX93" fmla="*/ 648241 w 1459556"/>
                <a:gd name="connsiteY93" fmla="*/ 220380 h 563805"/>
                <a:gd name="connsiteX94" fmla="*/ 699354 w 1459556"/>
                <a:gd name="connsiteY94" fmla="*/ 183846 h 563805"/>
                <a:gd name="connsiteX95" fmla="*/ 705033 w 1459556"/>
                <a:gd name="connsiteY95" fmla="*/ 181410 h 563805"/>
                <a:gd name="connsiteX96" fmla="*/ 719637 w 1459556"/>
                <a:gd name="connsiteY96" fmla="*/ 176539 h 563805"/>
                <a:gd name="connsiteX97" fmla="*/ 722882 w 1459556"/>
                <a:gd name="connsiteY97" fmla="*/ 174915 h 563805"/>
                <a:gd name="connsiteX98" fmla="*/ 728561 w 1459556"/>
                <a:gd name="connsiteY98" fmla="*/ 173291 h 563805"/>
                <a:gd name="connsiteX99" fmla="*/ 742354 w 1459556"/>
                <a:gd name="connsiteY99" fmla="*/ 170856 h 563805"/>
                <a:gd name="connsiteX100" fmla="*/ 752901 w 1459556"/>
                <a:gd name="connsiteY100" fmla="*/ 167608 h 563805"/>
                <a:gd name="connsiteX101" fmla="*/ 754523 w 1459556"/>
                <a:gd name="connsiteY101" fmla="*/ 158678 h 563805"/>
                <a:gd name="connsiteX102" fmla="*/ 739919 w 1459556"/>
                <a:gd name="connsiteY102" fmla="*/ 144875 h 563805"/>
                <a:gd name="connsiteX103" fmla="*/ 726939 w 1459556"/>
                <a:gd name="connsiteY103" fmla="*/ 141628 h 563805"/>
                <a:gd name="connsiteX104" fmla="*/ 717203 w 1459556"/>
                <a:gd name="connsiteY104" fmla="*/ 140004 h 563805"/>
                <a:gd name="connsiteX105" fmla="*/ 706656 w 1459556"/>
                <a:gd name="connsiteY105" fmla="*/ 140816 h 563805"/>
                <a:gd name="connsiteX106" fmla="*/ 696920 w 1459556"/>
                <a:gd name="connsiteY106" fmla="*/ 144064 h 563805"/>
                <a:gd name="connsiteX107" fmla="*/ 675826 w 1459556"/>
                <a:gd name="connsiteY107" fmla="*/ 154618 h 563805"/>
                <a:gd name="connsiteX108" fmla="*/ 606052 w 1459556"/>
                <a:gd name="connsiteY108" fmla="*/ 188717 h 563805"/>
                <a:gd name="connsiteX109" fmla="*/ 596317 w 1459556"/>
                <a:gd name="connsiteY109" fmla="*/ 194400 h 563805"/>
                <a:gd name="connsiteX110" fmla="*/ 581713 w 1459556"/>
                <a:gd name="connsiteY110" fmla="*/ 203331 h 563805"/>
                <a:gd name="connsiteX111" fmla="*/ 588204 w 1459556"/>
                <a:gd name="connsiteY111" fmla="*/ 174103 h 563805"/>
                <a:gd name="connsiteX112" fmla="*/ 584958 w 1459556"/>
                <a:gd name="connsiteY112" fmla="*/ 166796 h 563805"/>
                <a:gd name="connsiteX113" fmla="*/ 567109 w 1459556"/>
                <a:gd name="connsiteY113" fmla="*/ 152182 h 563805"/>
                <a:gd name="connsiteX114" fmla="*/ 549260 w 1459556"/>
                <a:gd name="connsiteY114" fmla="*/ 152994 h 563805"/>
                <a:gd name="connsiteX115" fmla="*/ 542770 w 1459556"/>
                <a:gd name="connsiteY115" fmla="*/ 155430 h 563805"/>
                <a:gd name="connsiteX116" fmla="*/ 537902 w 1459556"/>
                <a:gd name="connsiteY116" fmla="*/ 157866 h 563805"/>
                <a:gd name="connsiteX117" fmla="*/ 534657 w 1459556"/>
                <a:gd name="connsiteY117" fmla="*/ 159489 h 563805"/>
                <a:gd name="connsiteX118" fmla="*/ 525732 w 1459556"/>
                <a:gd name="connsiteY118" fmla="*/ 164361 h 563805"/>
                <a:gd name="connsiteX119" fmla="*/ 524110 w 1459556"/>
                <a:gd name="connsiteY119" fmla="*/ 165172 h 563805"/>
                <a:gd name="connsiteX120" fmla="*/ 522487 w 1459556"/>
                <a:gd name="connsiteY120" fmla="*/ 165984 h 563805"/>
                <a:gd name="connsiteX121" fmla="*/ 519242 w 1459556"/>
                <a:gd name="connsiteY121" fmla="*/ 168420 h 563805"/>
                <a:gd name="connsiteX122" fmla="*/ 515997 w 1459556"/>
                <a:gd name="connsiteY122" fmla="*/ 170856 h 563805"/>
                <a:gd name="connsiteX123" fmla="*/ 517619 w 1459556"/>
                <a:gd name="connsiteY123" fmla="*/ 167608 h 563805"/>
                <a:gd name="connsiteX124" fmla="*/ 520864 w 1459556"/>
                <a:gd name="connsiteY124" fmla="*/ 162737 h 563805"/>
                <a:gd name="connsiteX125" fmla="*/ 523299 w 1459556"/>
                <a:gd name="connsiteY125" fmla="*/ 160301 h 563805"/>
                <a:gd name="connsiteX126" fmla="*/ 527355 w 1459556"/>
                <a:gd name="connsiteY126" fmla="*/ 155430 h 563805"/>
                <a:gd name="connsiteX127" fmla="*/ 538713 w 1459556"/>
                <a:gd name="connsiteY127" fmla="*/ 133509 h 563805"/>
                <a:gd name="connsiteX128" fmla="*/ 537091 w 1459556"/>
                <a:gd name="connsiteY128" fmla="*/ 130262 h 563805"/>
                <a:gd name="connsiteX129" fmla="*/ 535468 w 1459556"/>
                <a:gd name="connsiteY129" fmla="*/ 128638 h 563805"/>
                <a:gd name="connsiteX130" fmla="*/ 520864 w 1459556"/>
                <a:gd name="connsiteY130" fmla="*/ 117272 h 563805"/>
                <a:gd name="connsiteX131" fmla="*/ 511940 w 1459556"/>
                <a:gd name="connsiteY131" fmla="*/ 119707 h 563805"/>
                <a:gd name="connsiteX132" fmla="*/ 498148 w 1459556"/>
                <a:gd name="connsiteY132" fmla="*/ 131885 h 563805"/>
                <a:gd name="connsiteX133" fmla="*/ 496525 w 1459556"/>
                <a:gd name="connsiteY133" fmla="*/ 135133 h 563805"/>
                <a:gd name="connsiteX134" fmla="*/ 490846 w 1459556"/>
                <a:gd name="connsiteY134" fmla="*/ 144064 h 563805"/>
                <a:gd name="connsiteX135" fmla="*/ 489223 w 1459556"/>
                <a:gd name="connsiteY135" fmla="*/ 144875 h 563805"/>
                <a:gd name="connsiteX136" fmla="*/ 487601 w 1459556"/>
                <a:gd name="connsiteY136" fmla="*/ 145687 h 563805"/>
                <a:gd name="connsiteX137" fmla="*/ 483544 w 1459556"/>
                <a:gd name="connsiteY137" fmla="*/ 153806 h 563805"/>
                <a:gd name="connsiteX138" fmla="*/ 481110 w 1459556"/>
                <a:gd name="connsiteY138" fmla="*/ 157054 h 563805"/>
                <a:gd name="connsiteX139" fmla="*/ 478676 w 1459556"/>
                <a:gd name="connsiteY139" fmla="*/ 161113 h 563805"/>
                <a:gd name="connsiteX140" fmla="*/ 472997 w 1459556"/>
                <a:gd name="connsiteY140" fmla="*/ 170044 h 563805"/>
                <a:gd name="connsiteX141" fmla="*/ 468940 w 1459556"/>
                <a:gd name="connsiteY141" fmla="*/ 175727 h 563805"/>
                <a:gd name="connsiteX142" fmla="*/ 467318 w 1459556"/>
                <a:gd name="connsiteY142" fmla="*/ 178163 h 563805"/>
                <a:gd name="connsiteX143" fmla="*/ 465695 w 1459556"/>
                <a:gd name="connsiteY143" fmla="*/ 180598 h 563805"/>
                <a:gd name="connsiteX144" fmla="*/ 459204 w 1459556"/>
                <a:gd name="connsiteY144" fmla="*/ 191965 h 563805"/>
                <a:gd name="connsiteX145" fmla="*/ 458393 w 1459556"/>
                <a:gd name="connsiteY145" fmla="*/ 193588 h 563805"/>
                <a:gd name="connsiteX146" fmla="*/ 453525 w 1459556"/>
                <a:gd name="connsiteY146" fmla="*/ 201707 h 563805"/>
                <a:gd name="connsiteX147" fmla="*/ 448657 w 1459556"/>
                <a:gd name="connsiteY147" fmla="*/ 209014 h 563805"/>
                <a:gd name="connsiteX148" fmla="*/ 445412 w 1459556"/>
                <a:gd name="connsiteY148" fmla="*/ 214697 h 563805"/>
                <a:gd name="connsiteX149" fmla="*/ 442978 w 1459556"/>
                <a:gd name="connsiteY149" fmla="*/ 218757 h 563805"/>
                <a:gd name="connsiteX150" fmla="*/ 438922 w 1459556"/>
                <a:gd name="connsiteY150" fmla="*/ 221192 h 563805"/>
                <a:gd name="connsiteX151" fmla="*/ 430808 w 1459556"/>
                <a:gd name="connsiteY151" fmla="*/ 226875 h 563805"/>
                <a:gd name="connsiteX152" fmla="*/ 410526 w 1459556"/>
                <a:gd name="connsiteY152" fmla="*/ 240677 h 563805"/>
                <a:gd name="connsiteX153" fmla="*/ 328583 w 1459556"/>
                <a:gd name="connsiteY153" fmla="*/ 278024 h 563805"/>
                <a:gd name="connsiteX154" fmla="*/ 309922 w 1459556"/>
                <a:gd name="connsiteY154" fmla="*/ 273964 h 563805"/>
                <a:gd name="connsiteX155" fmla="*/ 310734 w 1459556"/>
                <a:gd name="connsiteY155" fmla="*/ 243113 h 563805"/>
                <a:gd name="connsiteX156" fmla="*/ 320470 w 1459556"/>
                <a:gd name="connsiteY156" fmla="*/ 225252 h 563805"/>
                <a:gd name="connsiteX157" fmla="*/ 331017 w 1459556"/>
                <a:gd name="connsiteY157" fmla="*/ 200895 h 563805"/>
                <a:gd name="connsiteX158" fmla="*/ 326149 w 1459556"/>
                <a:gd name="connsiteY158" fmla="*/ 193588 h 563805"/>
                <a:gd name="connsiteX159" fmla="*/ 311545 w 1459556"/>
                <a:gd name="connsiteY159" fmla="*/ 188717 h 563805"/>
                <a:gd name="connsiteX160" fmla="*/ 300998 w 1459556"/>
                <a:gd name="connsiteY160" fmla="*/ 185469 h 563805"/>
                <a:gd name="connsiteX161" fmla="*/ 294508 w 1459556"/>
                <a:gd name="connsiteY161" fmla="*/ 181410 h 563805"/>
                <a:gd name="connsiteX162" fmla="*/ 288017 w 1459556"/>
                <a:gd name="connsiteY162" fmla="*/ 178975 h 563805"/>
                <a:gd name="connsiteX163" fmla="*/ 267734 w 1459556"/>
                <a:gd name="connsiteY163" fmla="*/ 176539 h 563805"/>
                <a:gd name="connsiteX164" fmla="*/ 255565 w 1459556"/>
                <a:gd name="connsiteY164" fmla="*/ 178975 h 563805"/>
                <a:gd name="connsiteX165" fmla="*/ 231225 w 1459556"/>
                <a:gd name="connsiteY165" fmla="*/ 202519 h 563805"/>
                <a:gd name="connsiteX166" fmla="*/ 223923 w 1459556"/>
                <a:gd name="connsiteY166" fmla="*/ 212262 h 563805"/>
                <a:gd name="connsiteX167" fmla="*/ 203640 w 1459556"/>
                <a:gd name="connsiteY167" fmla="*/ 241489 h 563805"/>
                <a:gd name="connsiteX168" fmla="*/ 197150 w 1459556"/>
                <a:gd name="connsiteY168" fmla="*/ 246360 h 563805"/>
                <a:gd name="connsiteX169" fmla="*/ 174433 w 1459556"/>
                <a:gd name="connsiteY169" fmla="*/ 263410 h 563805"/>
                <a:gd name="connsiteX170" fmla="*/ 153339 w 1459556"/>
                <a:gd name="connsiteY170" fmla="*/ 275588 h 563805"/>
                <a:gd name="connsiteX171" fmla="*/ 151716 w 1459556"/>
                <a:gd name="connsiteY171" fmla="*/ 276400 h 563805"/>
                <a:gd name="connsiteX172" fmla="*/ 131433 w 1459556"/>
                <a:gd name="connsiteY172" fmla="*/ 282895 h 563805"/>
                <a:gd name="connsiteX173" fmla="*/ 123320 w 1459556"/>
                <a:gd name="connsiteY173" fmla="*/ 282083 h 563805"/>
                <a:gd name="connsiteX174" fmla="*/ 121698 w 1459556"/>
                <a:gd name="connsiteY174" fmla="*/ 273153 h 563805"/>
                <a:gd name="connsiteX175" fmla="*/ 124131 w 1459556"/>
                <a:gd name="connsiteY175" fmla="*/ 262598 h 563805"/>
                <a:gd name="connsiteX176" fmla="*/ 132245 w 1459556"/>
                <a:gd name="connsiteY176" fmla="*/ 232559 h 563805"/>
                <a:gd name="connsiteX177" fmla="*/ 129811 w 1459556"/>
                <a:gd name="connsiteY177" fmla="*/ 220380 h 563805"/>
                <a:gd name="connsiteX178" fmla="*/ 124943 w 1459556"/>
                <a:gd name="connsiteY178" fmla="*/ 215509 h 563805"/>
                <a:gd name="connsiteX179" fmla="*/ 120886 w 1459556"/>
                <a:gd name="connsiteY179" fmla="*/ 213073 h 563805"/>
                <a:gd name="connsiteX180" fmla="*/ 113584 w 1459556"/>
                <a:gd name="connsiteY180" fmla="*/ 210638 h 563805"/>
                <a:gd name="connsiteX181" fmla="*/ 104660 w 1459556"/>
                <a:gd name="connsiteY181" fmla="*/ 211450 h 563805"/>
                <a:gd name="connsiteX182" fmla="*/ 58415 w 1459556"/>
                <a:gd name="connsiteY182" fmla="*/ 243925 h 563805"/>
                <a:gd name="connsiteX183" fmla="*/ 47056 w 1459556"/>
                <a:gd name="connsiteY183" fmla="*/ 252044 h 563805"/>
                <a:gd name="connsiteX184" fmla="*/ 51113 w 1459556"/>
                <a:gd name="connsiteY184" fmla="*/ 243925 h 563805"/>
                <a:gd name="connsiteX185" fmla="*/ 55170 w 1459556"/>
                <a:gd name="connsiteY185" fmla="*/ 235806 h 563805"/>
                <a:gd name="connsiteX186" fmla="*/ 55981 w 1459556"/>
                <a:gd name="connsiteY186" fmla="*/ 234182 h 563805"/>
                <a:gd name="connsiteX187" fmla="*/ 68150 w 1459556"/>
                <a:gd name="connsiteY187" fmla="*/ 216321 h 563805"/>
                <a:gd name="connsiteX188" fmla="*/ 70585 w 1459556"/>
                <a:gd name="connsiteY188" fmla="*/ 212262 h 563805"/>
                <a:gd name="connsiteX189" fmla="*/ 77075 w 1459556"/>
                <a:gd name="connsiteY189" fmla="*/ 200895 h 563805"/>
                <a:gd name="connsiteX190" fmla="*/ 80320 w 1459556"/>
                <a:gd name="connsiteY190" fmla="*/ 196836 h 563805"/>
                <a:gd name="connsiteX191" fmla="*/ 84377 w 1459556"/>
                <a:gd name="connsiteY191" fmla="*/ 191965 h 563805"/>
                <a:gd name="connsiteX192" fmla="*/ 89245 w 1459556"/>
                <a:gd name="connsiteY192" fmla="*/ 183846 h 563805"/>
                <a:gd name="connsiteX193" fmla="*/ 94113 w 1459556"/>
                <a:gd name="connsiteY193" fmla="*/ 176539 h 563805"/>
                <a:gd name="connsiteX194" fmla="*/ 95735 w 1459556"/>
                <a:gd name="connsiteY194" fmla="*/ 174103 h 563805"/>
                <a:gd name="connsiteX195" fmla="*/ 98981 w 1459556"/>
                <a:gd name="connsiteY195" fmla="*/ 170044 h 563805"/>
                <a:gd name="connsiteX196" fmla="*/ 103849 w 1459556"/>
                <a:gd name="connsiteY196" fmla="*/ 163549 h 563805"/>
                <a:gd name="connsiteX197" fmla="*/ 105471 w 1459556"/>
                <a:gd name="connsiteY197" fmla="*/ 159489 h 563805"/>
                <a:gd name="connsiteX198" fmla="*/ 109528 w 1459556"/>
                <a:gd name="connsiteY198" fmla="*/ 153806 h 563805"/>
                <a:gd name="connsiteX199" fmla="*/ 116018 w 1459556"/>
                <a:gd name="connsiteY199" fmla="*/ 143252 h 563805"/>
                <a:gd name="connsiteX200" fmla="*/ 140358 w 1459556"/>
                <a:gd name="connsiteY200" fmla="*/ 109153 h 563805"/>
                <a:gd name="connsiteX201" fmla="*/ 144414 w 1459556"/>
                <a:gd name="connsiteY201" fmla="*/ 102658 h 563805"/>
                <a:gd name="connsiteX202" fmla="*/ 150094 w 1459556"/>
                <a:gd name="connsiteY202" fmla="*/ 93727 h 563805"/>
                <a:gd name="connsiteX203" fmla="*/ 156584 w 1459556"/>
                <a:gd name="connsiteY203" fmla="*/ 84796 h 563805"/>
                <a:gd name="connsiteX204" fmla="*/ 160641 w 1459556"/>
                <a:gd name="connsiteY204" fmla="*/ 79113 h 563805"/>
                <a:gd name="connsiteX205" fmla="*/ 165508 w 1459556"/>
                <a:gd name="connsiteY205" fmla="*/ 65311 h 563805"/>
                <a:gd name="connsiteX206" fmla="*/ 141169 w 1459556"/>
                <a:gd name="connsiteY206" fmla="*/ 49074 h 563805"/>
                <a:gd name="connsiteX207" fmla="*/ 131433 w 1459556"/>
                <a:gd name="connsiteY207" fmla="*/ 55569 h 563805"/>
                <a:gd name="connsiteX208" fmla="*/ 128188 w 1459556"/>
                <a:gd name="connsiteY208" fmla="*/ 59628 h 563805"/>
                <a:gd name="connsiteX209" fmla="*/ 120886 w 1459556"/>
                <a:gd name="connsiteY209" fmla="*/ 69371 h 563805"/>
                <a:gd name="connsiteX210" fmla="*/ 105471 w 1459556"/>
                <a:gd name="connsiteY210" fmla="*/ 91291 h 563805"/>
                <a:gd name="connsiteX211" fmla="*/ 103849 w 1459556"/>
                <a:gd name="connsiteY211" fmla="*/ 92915 h 563805"/>
                <a:gd name="connsiteX212" fmla="*/ 101414 w 1459556"/>
                <a:gd name="connsiteY212" fmla="*/ 97786 h 563805"/>
                <a:gd name="connsiteX213" fmla="*/ 100603 w 1459556"/>
                <a:gd name="connsiteY213" fmla="*/ 98598 h 563805"/>
                <a:gd name="connsiteX214" fmla="*/ 96546 w 1459556"/>
                <a:gd name="connsiteY214" fmla="*/ 107529 h 563805"/>
                <a:gd name="connsiteX215" fmla="*/ 94113 w 1459556"/>
                <a:gd name="connsiteY215" fmla="*/ 110777 h 563805"/>
                <a:gd name="connsiteX216" fmla="*/ 93301 w 1459556"/>
                <a:gd name="connsiteY216" fmla="*/ 112400 h 563805"/>
                <a:gd name="connsiteX217" fmla="*/ 91679 w 1459556"/>
                <a:gd name="connsiteY217" fmla="*/ 114024 h 563805"/>
                <a:gd name="connsiteX218" fmla="*/ 89245 w 1459556"/>
                <a:gd name="connsiteY218" fmla="*/ 116460 h 563805"/>
                <a:gd name="connsiteX219" fmla="*/ 87622 w 1459556"/>
                <a:gd name="connsiteY219" fmla="*/ 118895 h 563805"/>
                <a:gd name="connsiteX220" fmla="*/ 85999 w 1459556"/>
                <a:gd name="connsiteY220" fmla="*/ 121331 h 563805"/>
                <a:gd name="connsiteX221" fmla="*/ 84377 w 1459556"/>
                <a:gd name="connsiteY221" fmla="*/ 124578 h 563805"/>
                <a:gd name="connsiteX222" fmla="*/ 83566 w 1459556"/>
                <a:gd name="connsiteY222" fmla="*/ 127014 h 563805"/>
                <a:gd name="connsiteX223" fmla="*/ 81943 w 1459556"/>
                <a:gd name="connsiteY223" fmla="*/ 130262 h 563805"/>
                <a:gd name="connsiteX224" fmla="*/ 77075 w 1459556"/>
                <a:gd name="connsiteY224" fmla="*/ 136757 h 563805"/>
                <a:gd name="connsiteX225" fmla="*/ 72207 w 1459556"/>
                <a:gd name="connsiteY225" fmla="*/ 143252 h 563805"/>
                <a:gd name="connsiteX226" fmla="*/ 68150 w 1459556"/>
                <a:gd name="connsiteY226" fmla="*/ 148935 h 563805"/>
                <a:gd name="connsiteX227" fmla="*/ 66528 w 1459556"/>
                <a:gd name="connsiteY227" fmla="*/ 151371 h 563805"/>
                <a:gd name="connsiteX228" fmla="*/ 64905 w 1459556"/>
                <a:gd name="connsiteY228" fmla="*/ 152994 h 563805"/>
                <a:gd name="connsiteX229" fmla="*/ 64094 w 1459556"/>
                <a:gd name="connsiteY229" fmla="*/ 154618 h 563805"/>
                <a:gd name="connsiteX230" fmla="*/ 56792 w 1459556"/>
                <a:gd name="connsiteY230" fmla="*/ 165984 h 563805"/>
                <a:gd name="connsiteX231" fmla="*/ 55981 w 1459556"/>
                <a:gd name="connsiteY231" fmla="*/ 167608 h 563805"/>
                <a:gd name="connsiteX232" fmla="*/ 51113 w 1459556"/>
                <a:gd name="connsiteY232" fmla="*/ 177351 h 563805"/>
                <a:gd name="connsiteX233" fmla="*/ 46245 w 1459556"/>
                <a:gd name="connsiteY233" fmla="*/ 186281 h 563805"/>
                <a:gd name="connsiteX234" fmla="*/ 43000 w 1459556"/>
                <a:gd name="connsiteY234" fmla="*/ 189529 h 563805"/>
                <a:gd name="connsiteX235" fmla="*/ 40566 w 1459556"/>
                <a:gd name="connsiteY235" fmla="*/ 193588 h 563805"/>
                <a:gd name="connsiteX236" fmla="*/ 38943 w 1459556"/>
                <a:gd name="connsiteY236" fmla="*/ 195212 h 563805"/>
                <a:gd name="connsiteX237" fmla="*/ 38132 w 1459556"/>
                <a:gd name="connsiteY237" fmla="*/ 196836 h 563805"/>
                <a:gd name="connsiteX238" fmla="*/ 35698 w 1459556"/>
                <a:gd name="connsiteY238" fmla="*/ 201707 h 563805"/>
                <a:gd name="connsiteX239" fmla="*/ 32453 w 1459556"/>
                <a:gd name="connsiteY239" fmla="*/ 206578 h 563805"/>
                <a:gd name="connsiteX240" fmla="*/ 30830 w 1459556"/>
                <a:gd name="connsiteY240" fmla="*/ 208202 h 563805"/>
                <a:gd name="connsiteX241" fmla="*/ 30019 w 1459556"/>
                <a:gd name="connsiteY241" fmla="*/ 209014 h 563805"/>
                <a:gd name="connsiteX242" fmla="*/ 28396 w 1459556"/>
                <a:gd name="connsiteY242" fmla="*/ 213073 h 563805"/>
                <a:gd name="connsiteX243" fmla="*/ 26774 w 1459556"/>
                <a:gd name="connsiteY243" fmla="*/ 217133 h 563805"/>
                <a:gd name="connsiteX244" fmla="*/ 25962 w 1459556"/>
                <a:gd name="connsiteY244" fmla="*/ 217945 h 563805"/>
                <a:gd name="connsiteX245" fmla="*/ 23528 w 1459556"/>
                <a:gd name="connsiteY245" fmla="*/ 217945 h 563805"/>
                <a:gd name="connsiteX246" fmla="*/ 23528 w 1459556"/>
                <a:gd name="connsiteY246" fmla="*/ 219569 h 563805"/>
                <a:gd name="connsiteX247" fmla="*/ 21906 w 1459556"/>
                <a:gd name="connsiteY247" fmla="*/ 224440 h 563805"/>
                <a:gd name="connsiteX248" fmla="*/ 19472 w 1459556"/>
                <a:gd name="connsiteY248" fmla="*/ 229311 h 563805"/>
                <a:gd name="connsiteX249" fmla="*/ 19472 w 1459556"/>
                <a:gd name="connsiteY249" fmla="*/ 230935 h 563805"/>
                <a:gd name="connsiteX250" fmla="*/ 9736 w 1459556"/>
                <a:gd name="connsiteY250" fmla="*/ 245549 h 563805"/>
                <a:gd name="connsiteX251" fmla="*/ 8925 w 1459556"/>
                <a:gd name="connsiteY251" fmla="*/ 248796 h 563805"/>
                <a:gd name="connsiteX252" fmla="*/ 4868 w 1459556"/>
                <a:gd name="connsiteY252" fmla="*/ 260163 h 563805"/>
                <a:gd name="connsiteX253" fmla="*/ 4057 w 1459556"/>
                <a:gd name="connsiteY253" fmla="*/ 261786 h 563805"/>
                <a:gd name="connsiteX254" fmla="*/ 0 w 1459556"/>
                <a:gd name="connsiteY254" fmla="*/ 279648 h 563805"/>
                <a:gd name="connsiteX255" fmla="*/ 5679 w 1459556"/>
                <a:gd name="connsiteY255" fmla="*/ 302380 h 563805"/>
                <a:gd name="connsiteX256" fmla="*/ 12981 w 1459556"/>
                <a:gd name="connsiteY256" fmla="*/ 305628 h 563805"/>
                <a:gd name="connsiteX257" fmla="*/ 17849 w 1459556"/>
                <a:gd name="connsiteY257" fmla="*/ 304816 h 563805"/>
                <a:gd name="connsiteX258" fmla="*/ 20283 w 1459556"/>
                <a:gd name="connsiteY258" fmla="*/ 302380 h 563805"/>
                <a:gd name="connsiteX259" fmla="*/ 22717 w 1459556"/>
                <a:gd name="connsiteY259" fmla="*/ 299945 h 563805"/>
                <a:gd name="connsiteX260" fmla="*/ 39754 w 1459556"/>
                <a:gd name="connsiteY260" fmla="*/ 284519 h 563805"/>
                <a:gd name="connsiteX261" fmla="*/ 52735 w 1459556"/>
                <a:gd name="connsiteY261" fmla="*/ 271529 h 563805"/>
                <a:gd name="connsiteX262" fmla="*/ 59226 w 1459556"/>
                <a:gd name="connsiteY262" fmla="*/ 265846 h 563805"/>
                <a:gd name="connsiteX263" fmla="*/ 60037 w 1459556"/>
                <a:gd name="connsiteY263" fmla="*/ 263410 h 563805"/>
                <a:gd name="connsiteX264" fmla="*/ 60849 w 1459556"/>
                <a:gd name="connsiteY264" fmla="*/ 263410 h 563805"/>
                <a:gd name="connsiteX265" fmla="*/ 62471 w 1459556"/>
                <a:gd name="connsiteY265" fmla="*/ 262598 h 563805"/>
                <a:gd name="connsiteX266" fmla="*/ 64094 w 1459556"/>
                <a:gd name="connsiteY266" fmla="*/ 260974 h 563805"/>
                <a:gd name="connsiteX267" fmla="*/ 65717 w 1459556"/>
                <a:gd name="connsiteY267" fmla="*/ 259351 h 563805"/>
                <a:gd name="connsiteX268" fmla="*/ 67339 w 1459556"/>
                <a:gd name="connsiteY268" fmla="*/ 257727 h 563805"/>
                <a:gd name="connsiteX269" fmla="*/ 68150 w 1459556"/>
                <a:gd name="connsiteY269" fmla="*/ 257727 h 563805"/>
                <a:gd name="connsiteX270" fmla="*/ 73830 w 1459556"/>
                <a:gd name="connsiteY270" fmla="*/ 253667 h 563805"/>
                <a:gd name="connsiteX271" fmla="*/ 75452 w 1459556"/>
                <a:gd name="connsiteY271" fmla="*/ 252856 h 563805"/>
                <a:gd name="connsiteX272" fmla="*/ 78698 w 1459556"/>
                <a:gd name="connsiteY272" fmla="*/ 249608 h 563805"/>
                <a:gd name="connsiteX273" fmla="*/ 82754 w 1459556"/>
                <a:gd name="connsiteY273" fmla="*/ 245549 h 563805"/>
                <a:gd name="connsiteX274" fmla="*/ 86811 w 1459556"/>
                <a:gd name="connsiteY274" fmla="*/ 241489 h 563805"/>
                <a:gd name="connsiteX275" fmla="*/ 89245 w 1459556"/>
                <a:gd name="connsiteY275" fmla="*/ 239054 h 563805"/>
                <a:gd name="connsiteX276" fmla="*/ 90867 w 1459556"/>
                <a:gd name="connsiteY276" fmla="*/ 239866 h 563805"/>
                <a:gd name="connsiteX277" fmla="*/ 91679 w 1459556"/>
                <a:gd name="connsiteY277" fmla="*/ 239866 h 563805"/>
                <a:gd name="connsiteX278" fmla="*/ 97358 w 1459556"/>
                <a:gd name="connsiteY278" fmla="*/ 235806 h 563805"/>
                <a:gd name="connsiteX279" fmla="*/ 98981 w 1459556"/>
                <a:gd name="connsiteY279" fmla="*/ 234182 h 563805"/>
                <a:gd name="connsiteX280" fmla="*/ 99792 w 1459556"/>
                <a:gd name="connsiteY280" fmla="*/ 231747 h 563805"/>
                <a:gd name="connsiteX281" fmla="*/ 99792 w 1459556"/>
                <a:gd name="connsiteY281" fmla="*/ 234994 h 563805"/>
                <a:gd name="connsiteX282" fmla="*/ 98981 w 1459556"/>
                <a:gd name="connsiteY282" fmla="*/ 243113 h 563805"/>
                <a:gd name="connsiteX283" fmla="*/ 101414 w 1459556"/>
                <a:gd name="connsiteY283" fmla="*/ 275588 h 563805"/>
                <a:gd name="connsiteX284" fmla="*/ 103037 w 1459556"/>
                <a:gd name="connsiteY284" fmla="*/ 278836 h 563805"/>
                <a:gd name="connsiteX285" fmla="*/ 130622 w 1459556"/>
                <a:gd name="connsiteY285" fmla="*/ 300757 h 563805"/>
                <a:gd name="connsiteX286" fmla="*/ 141169 w 1459556"/>
                <a:gd name="connsiteY286" fmla="*/ 302380 h 563805"/>
                <a:gd name="connsiteX287" fmla="*/ 150905 w 1459556"/>
                <a:gd name="connsiteY287" fmla="*/ 304004 h 563805"/>
                <a:gd name="connsiteX288" fmla="*/ 154150 w 1459556"/>
                <a:gd name="connsiteY288" fmla="*/ 302380 h 563805"/>
                <a:gd name="connsiteX289" fmla="*/ 159018 w 1459556"/>
                <a:gd name="connsiteY289" fmla="*/ 299133 h 563805"/>
                <a:gd name="connsiteX290" fmla="*/ 166320 w 1459556"/>
                <a:gd name="connsiteY290" fmla="*/ 294261 h 563805"/>
                <a:gd name="connsiteX291" fmla="*/ 176055 w 1459556"/>
                <a:gd name="connsiteY291" fmla="*/ 287766 h 563805"/>
                <a:gd name="connsiteX292" fmla="*/ 189037 w 1459556"/>
                <a:gd name="connsiteY292" fmla="*/ 277212 h 563805"/>
                <a:gd name="connsiteX293" fmla="*/ 191470 w 1459556"/>
                <a:gd name="connsiteY293" fmla="*/ 286143 h 563805"/>
                <a:gd name="connsiteX294" fmla="*/ 195527 w 1459556"/>
                <a:gd name="connsiteY294" fmla="*/ 291826 h 563805"/>
                <a:gd name="connsiteX295" fmla="*/ 198772 w 1459556"/>
                <a:gd name="connsiteY295" fmla="*/ 295885 h 563805"/>
                <a:gd name="connsiteX296" fmla="*/ 211753 w 1459556"/>
                <a:gd name="connsiteY296" fmla="*/ 307251 h 563805"/>
                <a:gd name="connsiteX297" fmla="*/ 215810 w 1459556"/>
                <a:gd name="connsiteY297" fmla="*/ 307251 h 563805"/>
                <a:gd name="connsiteX298" fmla="*/ 221489 w 1459556"/>
                <a:gd name="connsiteY298" fmla="*/ 304816 h 563805"/>
                <a:gd name="connsiteX299" fmla="*/ 230413 w 1459556"/>
                <a:gd name="connsiteY299" fmla="*/ 299133 h 563805"/>
                <a:gd name="connsiteX300" fmla="*/ 231225 w 1459556"/>
                <a:gd name="connsiteY300" fmla="*/ 298321 h 563805"/>
                <a:gd name="connsiteX301" fmla="*/ 234470 w 1459556"/>
                <a:gd name="connsiteY301" fmla="*/ 296697 h 563805"/>
                <a:gd name="connsiteX302" fmla="*/ 237716 w 1459556"/>
                <a:gd name="connsiteY302" fmla="*/ 294261 h 563805"/>
                <a:gd name="connsiteX303" fmla="*/ 262055 w 1459556"/>
                <a:gd name="connsiteY303" fmla="*/ 268281 h 563805"/>
                <a:gd name="connsiteX304" fmla="*/ 266923 w 1459556"/>
                <a:gd name="connsiteY304" fmla="*/ 262598 h 563805"/>
                <a:gd name="connsiteX305" fmla="*/ 267734 w 1459556"/>
                <a:gd name="connsiteY305" fmla="*/ 261786 h 563805"/>
                <a:gd name="connsiteX306" fmla="*/ 270168 w 1459556"/>
                <a:gd name="connsiteY306" fmla="*/ 257727 h 563805"/>
                <a:gd name="connsiteX307" fmla="*/ 272602 w 1459556"/>
                <a:gd name="connsiteY307" fmla="*/ 252856 h 563805"/>
                <a:gd name="connsiteX308" fmla="*/ 274225 w 1459556"/>
                <a:gd name="connsiteY308" fmla="*/ 250420 h 563805"/>
                <a:gd name="connsiteX309" fmla="*/ 275036 w 1459556"/>
                <a:gd name="connsiteY309" fmla="*/ 248796 h 563805"/>
                <a:gd name="connsiteX310" fmla="*/ 279904 w 1459556"/>
                <a:gd name="connsiteY310" fmla="*/ 239866 h 563805"/>
                <a:gd name="connsiteX311" fmla="*/ 283149 w 1459556"/>
                <a:gd name="connsiteY311" fmla="*/ 249608 h 563805"/>
                <a:gd name="connsiteX312" fmla="*/ 286394 w 1459556"/>
                <a:gd name="connsiteY312" fmla="*/ 267469 h 563805"/>
                <a:gd name="connsiteX313" fmla="*/ 286394 w 1459556"/>
                <a:gd name="connsiteY313" fmla="*/ 270717 h 563805"/>
                <a:gd name="connsiteX314" fmla="*/ 287206 w 1459556"/>
                <a:gd name="connsiteY314" fmla="*/ 270717 h 563805"/>
                <a:gd name="connsiteX315" fmla="*/ 288828 w 1459556"/>
                <a:gd name="connsiteY315" fmla="*/ 270717 h 563805"/>
                <a:gd name="connsiteX316" fmla="*/ 318035 w 1459556"/>
                <a:gd name="connsiteY316" fmla="*/ 299133 h 563805"/>
                <a:gd name="connsiteX317" fmla="*/ 326960 w 1459556"/>
                <a:gd name="connsiteY317" fmla="*/ 302380 h 563805"/>
                <a:gd name="connsiteX318" fmla="*/ 340753 w 1459556"/>
                <a:gd name="connsiteY318" fmla="*/ 302380 h 563805"/>
                <a:gd name="connsiteX319" fmla="*/ 374828 w 1459556"/>
                <a:gd name="connsiteY319" fmla="*/ 295885 h 563805"/>
                <a:gd name="connsiteX320" fmla="*/ 379696 w 1459556"/>
                <a:gd name="connsiteY320" fmla="*/ 291826 h 563805"/>
                <a:gd name="connsiteX321" fmla="*/ 382941 w 1459556"/>
                <a:gd name="connsiteY321" fmla="*/ 289390 h 563805"/>
                <a:gd name="connsiteX322" fmla="*/ 390243 w 1459556"/>
                <a:gd name="connsiteY322" fmla="*/ 286143 h 563805"/>
                <a:gd name="connsiteX323" fmla="*/ 398356 w 1459556"/>
                <a:gd name="connsiteY323" fmla="*/ 281271 h 563805"/>
                <a:gd name="connsiteX324" fmla="*/ 404035 w 1459556"/>
                <a:gd name="connsiteY324" fmla="*/ 277212 h 563805"/>
                <a:gd name="connsiteX325" fmla="*/ 407280 w 1459556"/>
                <a:gd name="connsiteY325" fmla="*/ 275588 h 563805"/>
                <a:gd name="connsiteX326" fmla="*/ 415393 w 1459556"/>
                <a:gd name="connsiteY326" fmla="*/ 269093 h 563805"/>
                <a:gd name="connsiteX327" fmla="*/ 411337 w 1459556"/>
                <a:gd name="connsiteY327" fmla="*/ 275588 h 563805"/>
                <a:gd name="connsiteX328" fmla="*/ 406469 w 1459556"/>
                <a:gd name="connsiteY328" fmla="*/ 283707 h 563805"/>
                <a:gd name="connsiteX329" fmla="*/ 404846 w 1459556"/>
                <a:gd name="connsiteY329" fmla="*/ 286143 h 563805"/>
                <a:gd name="connsiteX330" fmla="*/ 404846 w 1459556"/>
                <a:gd name="connsiteY330" fmla="*/ 287766 h 563805"/>
                <a:gd name="connsiteX331" fmla="*/ 403224 w 1459556"/>
                <a:gd name="connsiteY331" fmla="*/ 291826 h 563805"/>
                <a:gd name="connsiteX332" fmla="*/ 402412 w 1459556"/>
                <a:gd name="connsiteY332" fmla="*/ 293450 h 563805"/>
                <a:gd name="connsiteX333" fmla="*/ 401601 w 1459556"/>
                <a:gd name="connsiteY333" fmla="*/ 295073 h 563805"/>
                <a:gd name="connsiteX334" fmla="*/ 399979 w 1459556"/>
                <a:gd name="connsiteY334" fmla="*/ 297509 h 563805"/>
                <a:gd name="connsiteX335" fmla="*/ 399167 w 1459556"/>
                <a:gd name="connsiteY335" fmla="*/ 299133 h 563805"/>
                <a:gd name="connsiteX336" fmla="*/ 397545 w 1459556"/>
                <a:gd name="connsiteY336" fmla="*/ 301568 h 563805"/>
                <a:gd name="connsiteX337" fmla="*/ 394299 w 1459556"/>
                <a:gd name="connsiteY337" fmla="*/ 307251 h 563805"/>
                <a:gd name="connsiteX338" fmla="*/ 391865 w 1459556"/>
                <a:gd name="connsiteY338" fmla="*/ 313747 h 563805"/>
                <a:gd name="connsiteX339" fmla="*/ 390243 w 1459556"/>
                <a:gd name="connsiteY339" fmla="*/ 316994 h 563805"/>
                <a:gd name="connsiteX340" fmla="*/ 388620 w 1459556"/>
                <a:gd name="connsiteY340" fmla="*/ 319430 h 563805"/>
                <a:gd name="connsiteX341" fmla="*/ 388620 w 1459556"/>
                <a:gd name="connsiteY341" fmla="*/ 321054 h 563805"/>
                <a:gd name="connsiteX342" fmla="*/ 386186 w 1459556"/>
                <a:gd name="connsiteY342" fmla="*/ 325925 h 563805"/>
                <a:gd name="connsiteX343" fmla="*/ 383752 w 1459556"/>
                <a:gd name="connsiteY343" fmla="*/ 329172 h 563805"/>
                <a:gd name="connsiteX344" fmla="*/ 381318 w 1459556"/>
                <a:gd name="connsiteY344" fmla="*/ 333232 h 563805"/>
                <a:gd name="connsiteX345" fmla="*/ 380507 w 1459556"/>
                <a:gd name="connsiteY345" fmla="*/ 334855 h 563805"/>
                <a:gd name="connsiteX346" fmla="*/ 378073 w 1459556"/>
                <a:gd name="connsiteY346" fmla="*/ 340539 h 563805"/>
                <a:gd name="connsiteX347" fmla="*/ 377262 w 1459556"/>
                <a:gd name="connsiteY347" fmla="*/ 342162 h 563805"/>
                <a:gd name="connsiteX348" fmla="*/ 373205 w 1459556"/>
                <a:gd name="connsiteY348" fmla="*/ 351093 h 563805"/>
                <a:gd name="connsiteX349" fmla="*/ 370771 w 1459556"/>
                <a:gd name="connsiteY349" fmla="*/ 354341 h 563805"/>
                <a:gd name="connsiteX350" fmla="*/ 369149 w 1459556"/>
                <a:gd name="connsiteY350" fmla="*/ 359212 h 563805"/>
                <a:gd name="connsiteX351" fmla="*/ 368337 w 1459556"/>
                <a:gd name="connsiteY351" fmla="*/ 360836 h 563805"/>
                <a:gd name="connsiteX352" fmla="*/ 366714 w 1459556"/>
                <a:gd name="connsiteY352" fmla="*/ 362459 h 563805"/>
                <a:gd name="connsiteX353" fmla="*/ 365092 w 1459556"/>
                <a:gd name="connsiteY353" fmla="*/ 365707 h 563805"/>
                <a:gd name="connsiteX354" fmla="*/ 363469 w 1459556"/>
                <a:gd name="connsiteY354" fmla="*/ 368954 h 563805"/>
                <a:gd name="connsiteX355" fmla="*/ 363469 w 1459556"/>
                <a:gd name="connsiteY355" fmla="*/ 370578 h 563805"/>
                <a:gd name="connsiteX356" fmla="*/ 361036 w 1459556"/>
                <a:gd name="connsiteY356" fmla="*/ 373826 h 563805"/>
                <a:gd name="connsiteX357" fmla="*/ 360224 w 1459556"/>
                <a:gd name="connsiteY357" fmla="*/ 377073 h 563805"/>
                <a:gd name="connsiteX358" fmla="*/ 359413 w 1459556"/>
                <a:gd name="connsiteY358" fmla="*/ 378697 h 563805"/>
                <a:gd name="connsiteX359" fmla="*/ 348054 w 1459556"/>
                <a:gd name="connsiteY359" fmla="*/ 410360 h 563805"/>
                <a:gd name="connsiteX360" fmla="*/ 345620 w 1459556"/>
                <a:gd name="connsiteY360" fmla="*/ 450142 h 563805"/>
                <a:gd name="connsiteX361" fmla="*/ 354545 w 1459556"/>
                <a:gd name="connsiteY361" fmla="*/ 468816 h 563805"/>
                <a:gd name="connsiteX362" fmla="*/ 362658 w 1459556"/>
                <a:gd name="connsiteY362" fmla="*/ 471251 h 563805"/>
                <a:gd name="connsiteX363" fmla="*/ 367526 w 1459556"/>
                <a:gd name="connsiteY363" fmla="*/ 470439 h 563805"/>
                <a:gd name="connsiteX364" fmla="*/ 369960 w 1459556"/>
                <a:gd name="connsiteY364" fmla="*/ 468816 h 563805"/>
                <a:gd name="connsiteX365" fmla="*/ 366714 w 1459556"/>
                <a:gd name="connsiteY365" fmla="*/ 467192 h 563805"/>
                <a:gd name="connsiteX366" fmla="*/ 362658 w 1459556"/>
                <a:gd name="connsiteY366" fmla="*/ 456637 h 563805"/>
                <a:gd name="connsiteX367" fmla="*/ 364281 w 1459556"/>
                <a:gd name="connsiteY367" fmla="*/ 454202 h 563805"/>
                <a:gd name="connsiteX368" fmla="*/ 365903 w 1459556"/>
                <a:gd name="connsiteY368" fmla="*/ 450954 h 563805"/>
                <a:gd name="connsiteX369" fmla="*/ 366714 w 1459556"/>
                <a:gd name="connsiteY369" fmla="*/ 446083 h 563805"/>
                <a:gd name="connsiteX370" fmla="*/ 366714 w 1459556"/>
                <a:gd name="connsiteY370" fmla="*/ 442836 h 563805"/>
                <a:gd name="connsiteX371" fmla="*/ 367526 w 1459556"/>
                <a:gd name="connsiteY371" fmla="*/ 438776 h 563805"/>
                <a:gd name="connsiteX372" fmla="*/ 368337 w 1459556"/>
                <a:gd name="connsiteY372" fmla="*/ 433093 h 563805"/>
                <a:gd name="connsiteX373" fmla="*/ 369960 w 1459556"/>
                <a:gd name="connsiteY373" fmla="*/ 428222 h 563805"/>
                <a:gd name="connsiteX374" fmla="*/ 371583 w 1459556"/>
                <a:gd name="connsiteY374" fmla="*/ 424974 h 563805"/>
                <a:gd name="connsiteX375" fmla="*/ 372394 w 1459556"/>
                <a:gd name="connsiteY375" fmla="*/ 420915 h 563805"/>
                <a:gd name="connsiteX376" fmla="*/ 374828 w 1459556"/>
                <a:gd name="connsiteY376" fmla="*/ 414420 h 563805"/>
                <a:gd name="connsiteX377" fmla="*/ 378073 w 1459556"/>
                <a:gd name="connsiteY377" fmla="*/ 407113 h 563805"/>
                <a:gd name="connsiteX378" fmla="*/ 381318 w 1459556"/>
                <a:gd name="connsiteY378" fmla="*/ 396558 h 563805"/>
                <a:gd name="connsiteX379" fmla="*/ 382130 w 1459556"/>
                <a:gd name="connsiteY379" fmla="*/ 395746 h 563805"/>
                <a:gd name="connsiteX380" fmla="*/ 383752 w 1459556"/>
                <a:gd name="connsiteY380" fmla="*/ 395746 h 563805"/>
                <a:gd name="connsiteX381" fmla="*/ 386997 w 1459556"/>
                <a:gd name="connsiteY381" fmla="*/ 388440 h 563805"/>
                <a:gd name="connsiteX382" fmla="*/ 389432 w 1459556"/>
                <a:gd name="connsiteY382" fmla="*/ 384380 h 563805"/>
                <a:gd name="connsiteX383" fmla="*/ 395110 w 1459556"/>
                <a:gd name="connsiteY383" fmla="*/ 374638 h 563805"/>
                <a:gd name="connsiteX384" fmla="*/ 396733 w 1459556"/>
                <a:gd name="connsiteY384" fmla="*/ 370578 h 563805"/>
                <a:gd name="connsiteX385" fmla="*/ 397545 w 1459556"/>
                <a:gd name="connsiteY385" fmla="*/ 368142 h 563805"/>
                <a:gd name="connsiteX386" fmla="*/ 400790 w 1459556"/>
                <a:gd name="connsiteY386" fmla="*/ 360024 h 563805"/>
                <a:gd name="connsiteX387" fmla="*/ 403224 w 1459556"/>
                <a:gd name="connsiteY387" fmla="*/ 357588 h 563805"/>
                <a:gd name="connsiteX388" fmla="*/ 405658 w 1459556"/>
                <a:gd name="connsiteY388" fmla="*/ 353529 h 563805"/>
                <a:gd name="connsiteX389" fmla="*/ 406469 w 1459556"/>
                <a:gd name="connsiteY389" fmla="*/ 351905 h 563805"/>
                <a:gd name="connsiteX390" fmla="*/ 411337 w 1459556"/>
                <a:gd name="connsiteY390" fmla="*/ 343786 h 563805"/>
                <a:gd name="connsiteX391" fmla="*/ 417016 w 1459556"/>
                <a:gd name="connsiteY391" fmla="*/ 334044 h 563805"/>
                <a:gd name="connsiteX392" fmla="*/ 417828 w 1459556"/>
                <a:gd name="connsiteY392" fmla="*/ 331608 h 563805"/>
                <a:gd name="connsiteX393" fmla="*/ 419450 w 1459556"/>
                <a:gd name="connsiteY393" fmla="*/ 329172 h 563805"/>
                <a:gd name="connsiteX394" fmla="*/ 425129 w 1459556"/>
                <a:gd name="connsiteY394" fmla="*/ 317806 h 563805"/>
                <a:gd name="connsiteX395" fmla="*/ 425941 w 1459556"/>
                <a:gd name="connsiteY395" fmla="*/ 316182 h 563805"/>
                <a:gd name="connsiteX396" fmla="*/ 444601 w 1459556"/>
                <a:gd name="connsiteY396" fmla="*/ 285331 h 563805"/>
                <a:gd name="connsiteX397" fmla="*/ 458393 w 1459556"/>
                <a:gd name="connsiteY397" fmla="*/ 262598 h 563805"/>
                <a:gd name="connsiteX398" fmla="*/ 461638 w 1459556"/>
                <a:gd name="connsiteY398" fmla="*/ 257727 h 563805"/>
                <a:gd name="connsiteX399" fmla="*/ 475431 w 1459556"/>
                <a:gd name="connsiteY399" fmla="*/ 237430 h 563805"/>
                <a:gd name="connsiteX400" fmla="*/ 477865 w 1459556"/>
                <a:gd name="connsiteY400" fmla="*/ 236618 h 563805"/>
                <a:gd name="connsiteX401" fmla="*/ 484355 w 1459556"/>
                <a:gd name="connsiteY401" fmla="*/ 232559 h 563805"/>
                <a:gd name="connsiteX402" fmla="*/ 491657 w 1459556"/>
                <a:gd name="connsiteY402" fmla="*/ 229311 h 563805"/>
                <a:gd name="connsiteX403" fmla="*/ 492468 w 1459556"/>
                <a:gd name="connsiteY403" fmla="*/ 228499 h 563805"/>
                <a:gd name="connsiteX404" fmla="*/ 495714 w 1459556"/>
                <a:gd name="connsiteY404" fmla="*/ 226063 h 563805"/>
                <a:gd name="connsiteX405" fmla="*/ 495714 w 1459556"/>
                <a:gd name="connsiteY405" fmla="*/ 226875 h 563805"/>
                <a:gd name="connsiteX406" fmla="*/ 496525 w 1459556"/>
                <a:gd name="connsiteY406" fmla="*/ 226875 h 563805"/>
                <a:gd name="connsiteX407" fmla="*/ 496525 w 1459556"/>
                <a:gd name="connsiteY407" fmla="*/ 226063 h 563805"/>
                <a:gd name="connsiteX408" fmla="*/ 503827 w 1459556"/>
                <a:gd name="connsiteY408" fmla="*/ 217133 h 563805"/>
                <a:gd name="connsiteX409" fmla="*/ 511940 w 1459556"/>
                <a:gd name="connsiteY409" fmla="*/ 210638 h 563805"/>
                <a:gd name="connsiteX410" fmla="*/ 526544 w 1459556"/>
                <a:gd name="connsiteY410" fmla="*/ 199272 h 563805"/>
                <a:gd name="connsiteX411" fmla="*/ 526544 w 1459556"/>
                <a:gd name="connsiteY411" fmla="*/ 199272 h 563805"/>
                <a:gd name="connsiteX412" fmla="*/ 535468 w 1459556"/>
                <a:gd name="connsiteY412" fmla="*/ 190341 h 563805"/>
                <a:gd name="connsiteX413" fmla="*/ 546015 w 1459556"/>
                <a:gd name="connsiteY413" fmla="*/ 184658 h 563805"/>
                <a:gd name="connsiteX414" fmla="*/ 552506 w 1459556"/>
                <a:gd name="connsiteY414" fmla="*/ 181410 h 563805"/>
                <a:gd name="connsiteX415" fmla="*/ 558996 w 1459556"/>
                <a:gd name="connsiteY415" fmla="*/ 178163 h 563805"/>
                <a:gd name="connsiteX416" fmla="*/ 560619 w 1459556"/>
                <a:gd name="connsiteY416" fmla="*/ 179786 h 563805"/>
                <a:gd name="connsiteX417" fmla="*/ 558996 w 1459556"/>
                <a:gd name="connsiteY417" fmla="*/ 187905 h 563805"/>
                <a:gd name="connsiteX418" fmla="*/ 558996 w 1459556"/>
                <a:gd name="connsiteY418" fmla="*/ 188717 h 563805"/>
                <a:gd name="connsiteX419" fmla="*/ 558185 w 1459556"/>
                <a:gd name="connsiteY419" fmla="*/ 192776 h 563805"/>
                <a:gd name="connsiteX420" fmla="*/ 556562 w 1459556"/>
                <a:gd name="connsiteY420" fmla="*/ 195212 h 563805"/>
                <a:gd name="connsiteX421" fmla="*/ 544393 w 1459556"/>
                <a:gd name="connsiteY421" fmla="*/ 216321 h 563805"/>
                <a:gd name="connsiteX422" fmla="*/ 520053 w 1459556"/>
                <a:gd name="connsiteY422" fmla="*/ 242301 h 563805"/>
                <a:gd name="connsiteX423" fmla="*/ 520864 w 1459556"/>
                <a:gd name="connsiteY423" fmla="*/ 243113 h 563805"/>
                <a:gd name="connsiteX424" fmla="*/ 516808 w 1459556"/>
                <a:gd name="connsiteY424" fmla="*/ 243925 h 563805"/>
                <a:gd name="connsiteX425" fmla="*/ 470563 w 1459556"/>
                <a:gd name="connsiteY425" fmla="*/ 266657 h 563805"/>
                <a:gd name="connsiteX426" fmla="*/ 469751 w 1459556"/>
                <a:gd name="connsiteY426" fmla="*/ 270717 h 563805"/>
                <a:gd name="connsiteX427" fmla="*/ 469751 w 1459556"/>
                <a:gd name="connsiteY427" fmla="*/ 280460 h 563805"/>
                <a:gd name="connsiteX428" fmla="*/ 488412 w 1459556"/>
                <a:gd name="connsiteY428" fmla="*/ 297509 h 563805"/>
                <a:gd name="connsiteX429" fmla="*/ 495714 w 1459556"/>
                <a:gd name="connsiteY429" fmla="*/ 295073 h 563805"/>
                <a:gd name="connsiteX430" fmla="*/ 508695 w 1459556"/>
                <a:gd name="connsiteY430" fmla="*/ 289390 h 563805"/>
                <a:gd name="connsiteX431" fmla="*/ 517619 w 1459556"/>
                <a:gd name="connsiteY431" fmla="*/ 284519 h 563805"/>
                <a:gd name="connsiteX432" fmla="*/ 525732 w 1459556"/>
                <a:gd name="connsiteY432" fmla="*/ 274776 h 563805"/>
                <a:gd name="connsiteX433" fmla="*/ 527355 w 1459556"/>
                <a:gd name="connsiteY433" fmla="*/ 273964 h 563805"/>
                <a:gd name="connsiteX434" fmla="*/ 531412 w 1459556"/>
                <a:gd name="connsiteY434" fmla="*/ 269905 h 563805"/>
                <a:gd name="connsiteX435" fmla="*/ 532223 w 1459556"/>
                <a:gd name="connsiteY435" fmla="*/ 269905 h 563805"/>
                <a:gd name="connsiteX436" fmla="*/ 537091 w 1459556"/>
                <a:gd name="connsiteY436" fmla="*/ 270717 h 563805"/>
                <a:gd name="connsiteX437" fmla="*/ 537902 w 1459556"/>
                <a:gd name="connsiteY437" fmla="*/ 272341 h 563805"/>
                <a:gd name="connsiteX438" fmla="*/ 538713 w 1459556"/>
                <a:gd name="connsiteY438" fmla="*/ 266657 h 563805"/>
                <a:gd name="connsiteX439" fmla="*/ 537902 w 1459556"/>
                <a:gd name="connsiteY439" fmla="*/ 264222 h 563805"/>
                <a:gd name="connsiteX440" fmla="*/ 543581 w 1459556"/>
                <a:gd name="connsiteY440" fmla="*/ 259351 h 563805"/>
                <a:gd name="connsiteX441" fmla="*/ 549260 w 1459556"/>
                <a:gd name="connsiteY441" fmla="*/ 257727 h 563805"/>
                <a:gd name="connsiteX442" fmla="*/ 550072 w 1459556"/>
                <a:gd name="connsiteY442" fmla="*/ 256915 h 563805"/>
                <a:gd name="connsiteX443" fmla="*/ 550883 w 1459556"/>
                <a:gd name="connsiteY443" fmla="*/ 255291 h 563805"/>
                <a:gd name="connsiteX444" fmla="*/ 561430 w 1459556"/>
                <a:gd name="connsiteY444" fmla="*/ 248796 h 563805"/>
                <a:gd name="connsiteX445" fmla="*/ 564675 w 1459556"/>
                <a:gd name="connsiteY445" fmla="*/ 245549 h 563805"/>
                <a:gd name="connsiteX446" fmla="*/ 570355 w 1459556"/>
                <a:gd name="connsiteY446" fmla="*/ 243925 h 563805"/>
                <a:gd name="connsiteX447" fmla="*/ 573600 w 1459556"/>
                <a:gd name="connsiteY447" fmla="*/ 242301 h 563805"/>
                <a:gd name="connsiteX448" fmla="*/ 572789 w 1459556"/>
                <a:gd name="connsiteY448" fmla="*/ 240677 h 563805"/>
                <a:gd name="connsiteX449" fmla="*/ 573600 w 1459556"/>
                <a:gd name="connsiteY449" fmla="*/ 238242 h 563805"/>
                <a:gd name="connsiteX450" fmla="*/ 580902 w 1459556"/>
                <a:gd name="connsiteY450" fmla="*/ 237430 h 563805"/>
                <a:gd name="connsiteX451" fmla="*/ 581713 w 1459556"/>
                <a:gd name="connsiteY451" fmla="*/ 235806 h 563805"/>
                <a:gd name="connsiteX452" fmla="*/ 580091 w 1459556"/>
                <a:gd name="connsiteY452" fmla="*/ 234182 h 563805"/>
                <a:gd name="connsiteX453" fmla="*/ 582525 w 1459556"/>
                <a:gd name="connsiteY453" fmla="*/ 233370 h 563805"/>
                <a:gd name="connsiteX454" fmla="*/ 607675 w 1459556"/>
                <a:gd name="connsiteY454" fmla="*/ 217133 h 563805"/>
                <a:gd name="connsiteX455" fmla="*/ 620656 w 1459556"/>
                <a:gd name="connsiteY455" fmla="*/ 209014 h 563805"/>
                <a:gd name="connsiteX456" fmla="*/ 636883 w 1459556"/>
                <a:gd name="connsiteY456" fmla="*/ 199272 h 563805"/>
                <a:gd name="connsiteX457" fmla="*/ 632015 w 1459556"/>
                <a:gd name="connsiteY457" fmla="*/ 207390 h 563805"/>
                <a:gd name="connsiteX458" fmla="*/ 629581 w 1459556"/>
                <a:gd name="connsiteY458" fmla="*/ 231747 h 563805"/>
                <a:gd name="connsiteX459" fmla="*/ 633637 w 1459556"/>
                <a:gd name="connsiteY459" fmla="*/ 243925 h 563805"/>
                <a:gd name="connsiteX460" fmla="*/ 635260 w 1459556"/>
                <a:gd name="connsiteY460" fmla="*/ 247984 h 563805"/>
                <a:gd name="connsiteX461" fmla="*/ 636883 w 1459556"/>
                <a:gd name="connsiteY461" fmla="*/ 250420 h 563805"/>
                <a:gd name="connsiteX462" fmla="*/ 640939 w 1459556"/>
                <a:gd name="connsiteY462" fmla="*/ 256103 h 563805"/>
                <a:gd name="connsiteX463" fmla="*/ 646618 w 1459556"/>
                <a:gd name="connsiteY463" fmla="*/ 260974 h 563805"/>
                <a:gd name="connsiteX464" fmla="*/ 651486 w 1459556"/>
                <a:gd name="connsiteY464" fmla="*/ 263410 h 563805"/>
                <a:gd name="connsiteX465" fmla="*/ 653920 w 1459556"/>
                <a:gd name="connsiteY465" fmla="*/ 265846 h 563805"/>
                <a:gd name="connsiteX466" fmla="*/ 647430 w 1459556"/>
                <a:gd name="connsiteY466" fmla="*/ 270717 h 563805"/>
                <a:gd name="connsiteX467" fmla="*/ 618222 w 1459556"/>
                <a:gd name="connsiteY467" fmla="*/ 282895 h 563805"/>
                <a:gd name="connsiteX468" fmla="*/ 613354 w 1459556"/>
                <a:gd name="connsiteY468" fmla="*/ 285331 h 563805"/>
                <a:gd name="connsiteX469" fmla="*/ 603619 w 1459556"/>
                <a:gd name="connsiteY469" fmla="*/ 289390 h 563805"/>
                <a:gd name="connsiteX470" fmla="*/ 593883 w 1459556"/>
                <a:gd name="connsiteY470" fmla="*/ 293450 h 563805"/>
                <a:gd name="connsiteX471" fmla="*/ 579279 w 1459556"/>
                <a:gd name="connsiteY471" fmla="*/ 304004 h 563805"/>
                <a:gd name="connsiteX472" fmla="*/ 576845 w 1459556"/>
                <a:gd name="connsiteY472" fmla="*/ 332420 h 563805"/>
                <a:gd name="connsiteX473" fmla="*/ 584147 w 1459556"/>
                <a:gd name="connsiteY473" fmla="*/ 348657 h 563805"/>
                <a:gd name="connsiteX474" fmla="*/ 597939 w 1459556"/>
                <a:gd name="connsiteY474" fmla="*/ 353529 h 563805"/>
                <a:gd name="connsiteX475" fmla="*/ 612543 w 1459556"/>
                <a:gd name="connsiteY475" fmla="*/ 354341 h 563805"/>
                <a:gd name="connsiteX476" fmla="*/ 675014 w 1459556"/>
                <a:gd name="connsiteY476" fmla="*/ 342162 h 563805"/>
                <a:gd name="connsiteX477" fmla="*/ 682316 w 1459556"/>
                <a:gd name="connsiteY477" fmla="*/ 340539 h 563805"/>
                <a:gd name="connsiteX478" fmla="*/ 688807 w 1459556"/>
                <a:gd name="connsiteY478" fmla="*/ 338103 h 563805"/>
                <a:gd name="connsiteX479" fmla="*/ 694486 w 1459556"/>
                <a:gd name="connsiteY479" fmla="*/ 335667 h 563805"/>
                <a:gd name="connsiteX480" fmla="*/ 701788 w 1459556"/>
                <a:gd name="connsiteY480" fmla="*/ 333232 h 563805"/>
                <a:gd name="connsiteX481" fmla="*/ 723693 w 1459556"/>
                <a:gd name="connsiteY481" fmla="*/ 316994 h 563805"/>
                <a:gd name="connsiteX482" fmla="*/ 727750 w 1459556"/>
                <a:gd name="connsiteY482" fmla="*/ 295885 h 563805"/>
                <a:gd name="connsiteX483" fmla="*/ 718014 w 1459556"/>
                <a:gd name="connsiteY483" fmla="*/ 279648 h 563805"/>
                <a:gd name="connsiteX484" fmla="*/ 709901 w 1459556"/>
                <a:gd name="connsiteY484" fmla="*/ 269093 h 563805"/>
                <a:gd name="connsiteX485" fmla="*/ 713146 w 1459556"/>
                <a:gd name="connsiteY485" fmla="*/ 266657 h 563805"/>
                <a:gd name="connsiteX486" fmla="*/ 722071 w 1459556"/>
                <a:gd name="connsiteY486" fmla="*/ 262598 h 563805"/>
                <a:gd name="connsiteX487" fmla="*/ 723693 w 1459556"/>
                <a:gd name="connsiteY487" fmla="*/ 260974 h 563805"/>
                <a:gd name="connsiteX488" fmla="*/ 725316 w 1459556"/>
                <a:gd name="connsiteY488" fmla="*/ 259351 h 563805"/>
                <a:gd name="connsiteX489" fmla="*/ 742354 w 1459556"/>
                <a:gd name="connsiteY489" fmla="*/ 249608 h 563805"/>
                <a:gd name="connsiteX490" fmla="*/ 745599 w 1459556"/>
                <a:gd name="connsiteY490" fmla="*/ 248796 h 563805"/>
                <a:gd name="connsiteX491" fmla="*/ 748844 w 1459556"/>
                <a:gd name="connsiteY491" fmla="*/ 247172 h 563805"/>
                <a:gd name="connsiteX492" fmla="*/ 752901 w 1459556"/>
                <a:gd name="connsiteY492" fmla="*/ 245549 h 563805"/>
                <a:gd name="connsiteX493" fmla="*/ 755335 w 1459556"/>
                <a:gd name="connsiteY493" fmla="*/ 243925 h 563805"/>
                <a:gd name="connsiteX494" fmla="*/ 758580 w 1459556"/>
                <a:gd name="connsiteY494" fmla="*/ 243113 h 563805"/>
                <a:gd name="connsiteX495" fmla="*/ 788598 w 1459556"/>
                <a:gd name="connsiteY495" fmla="*/ 230123 h 563805"/>
                <a:gd name="connsiteX496" fmla="*/ 786164 w 1459556"/>
                <a:gd name="connsiteY496" fmla="*/ 230935 h 563805"/>
                <a:gd name="connsiteX497" fmla="*/ 782919 w 1459556"/>
                <a:gd name="connsiteY497" fmla="*/ 230935 h 563805"/>
                <a:gd name="connsiteX498" fmla="*/ 788598 w 1459556"/>
                <a:gd name="connsiteY498" fmla="*/ 229311 h 563805"/>
                <a:gd name="connsiteX499" fmla="*/ 793466 w 1459556"/>
                <a:gd name="connsiteY499" fmla="*/ 228499 h 563805"/>
                <a:gd name="connsiteX500" fmla="*/ 796711 w 1459556"/>
                <a:gd name="connsiteY500" fmla="*/ 226875 h 563805"/>
                <a:gd name="connsiteX501" fmla="*/ 786976 w 1459556"/>
                <a:gd name="connsiteY501" fmla="*/ 243113 h 563805"/>
                <a:gd name="connsiteX502" fmla="*/ 785353 w 1459556"/>
                <a:gd name="connsiteY502" fmla="*/ 246360 h 563805"/>
                <a:gd name="connsiteX503" fmla="*/ 782919 w 1459556"/>
                <a:gd name="connsiteY503" fmla="*/ 255291 h 563805"/>
                <a:gd name="connsiteX504" fmla="*/ 780485 w 1459556"/>
                <a:gd name="connsiteY504" fmla="*/ 281271 h 563805"/>
                <a:gd name="connsiteX505" fmla="*/ 786976 w 1459556"/>
                <a:gd name="connsiteY505" fmla="*/ 291826 h 563805"/>
                <a:gd name="connsiteX506" fmla="*/ 789410 w 1459556"/>
                <a:gd name="connsiteY506" fmla="*/ 295073 h 563805"/>
                <a:gd name="connsiteX507" fmla="*/ 814560 w 1459556"/>
                <a:gd name="connsiteY507" fmla="*/ 305628 h 563805"/>
                <a:gd name="connsiteX508" fmla="*/ 829976 w 1459556"/>
                <a:gd name="connsiteY508" fmla="*/ 300757 h 563805"/>
                <a:gd name="connsiteX509" fmla="*/ 836466 w 1459556"/>
                <a:gd name="connsiteY509" fmla="*/ 297509 h 563805"/>
                <a:gd name="connsiteX510" fmla="*/ 875409 w 1459556"/>
                <a:gd name="connsiteY510" fmla="*/ 261786 h 563805"/>
                <a:gd name="connsiteX511" fmla="*/ 877032 w 1459556"/>
                <a:gd name="connsiteY511" fmla="*/ 258539 h 563805"/>
                <a:gd name="connsiteX512" fmla="*/ 885145 w 1459556"/>
                <a:gd name="connsiteY512" fmla="*/ 245549 h 563805"/>
                <a:gd name="connsiteX513" fmla="*/ 888390 w 1459556"/>
                <a:gd name="connsiteY513" fmla="*/ 239866 h 563805"/>
                <a:gd name="connsiteX514" fmla="*/ 906239 w 1459556"/>
                <a:gd name="connsiteY514" fmla="*/ 243113 h 563805"/>
                <a:gd name="connsiteX515" fmla="*/ 965465 w 1459556"/>
                <a:gd name="connsiteY515" fmla="*/ 220380 h 563805"/>
                <a:gd name="connsiteX516" fmla="*/ 945183 w 1459556"/>
                <a:gd name="connsiteY516" fmla="*/ 263410 h 563805"/>
                <a:gd name="connsiteX517" fmla="*/ 950050 w 1459556"/>
                <a:gd name="connsiteY517" fmla="*/ 278836 h 563805"/>
                <a:gd name="connsiteX518" fmla="*/ 951673 w 1459556"/>
                <a:gd name="connsiteY518" fmla="*/ 279648 h 563805"/>
                <a:gd name="connsiteX519" fmla="*/ 958163 w 1459556"/>
                <a:gd name="connsiteY519" fmla="*/ 288578 h 563805"/>
                <a:gd name="connsiteX520" fmla="*/ 967899 w 1459556"/>
                <a:gd name="connsiteY520" fmla="*/ 293450 h 563805"/>
                <a:gd name="connsiteX521" fmla="*/ 983314 w 1459556"/>
                <a:gd name="connsiteY521" fmla="*/ 285331 h 563805"/>
                <a:gd name="connsiteX522" fmla="*/ 997106 w 1459556"/>
                <a:gd name="connsiteY522" fmla="*/ 271529 h 563805"/>
                <a:gd name="connsiteX523" fmla="*/ 998729 w 1459556"/>
                <a:gd name="connsiteY523" fmla="*/ 269093 h 563805"/>
                <a:gd name="connsiteX524" fmla="*/ 1001163 w 1459556"/>
                <a:gd name="connsiteY524" fmla="*/ 264222 h 563805"/>
                <a:gd name="connsiteX525" fmla="*/ 1004408 w 1459556"/>
                <a:gd name="connsiteY525" fmla="*/ 258539 h 563805"/>
                <a:gd name="connsiteX526" fmla="*/ 1043351 w 1459556"/>
                <a:gd name="connsiteY526" fmla="*/ 220380 h 563805"/>
                <a:gd name="connsiteX527" fmla="*/ 1047408 w 1459556"/>
                <a:gd name="connsiteY527" fmla="*/ 216321 h 563805"/>
                <a:gd name="connsiteX528" fmla="*/ 1049842 w 1459556"/>
                <a:gd name="connsiteY528" fmla="*/ 219569 h 563805"/>
                <a:gd name="connsiteX529" fmla="*/ 1051465 w 1459556"/>
                <a:gd name="connsiteY529" fmla="*/ 225252 h 563805"/>
                <a:gd name="connsiteX530" fmla="*/ 1050654 w 1459556"/>
                <a:gd name="connsiteY530" fmla="*/ 230123 h 563805"/>
                <a:gd name="connsiteX531" fmla="*/ 1049842 w 1459556"/>
                <a:gd name="connsiteY531" fmla="*/ 231747 h 563805"/>
                <a:gd name="connsiteX532" fmla="*/ 1049031 w 1459556"/>
                <a:gd name="connsiteY532" fmla="*/ 232559 h 563805"/>
                <a:gd name="connsiteX533" fmla="*/ 1049031 w 1459556"/>
                <a:gd name="connsiteY533" fmla="*/ 234182 h 563805"/>
                <a:gd name="connsiteX534" fmla="*/ 1049031 w 1459556"/>
                <a:gd name="connsiteY534" fmla="*/ 235806 h 563805"/>
                <a:gd name="connsiteX535" fmla="*/ 1048219 w 1459556"/>
                <a:gd name="connsiteY535" fmla="*/ 238242 h 563805"/>
                <a:gd name="connsiteX536" fmla="*/ 1046597 w 1459556"/>
                <a:gd name="connsiteY536" fmla="*/ 242301 h 563805"/>
                <a:gd name="connsiteX537" fmla="*/ 1045785 w 1459556"/>
                <a:gd name="connsiteY537" fmla="*/ 247172 h 563805"/>
                <a:gd name="connsiteX538" fmla="*/ 1044974 w 1459556"/>
                <a:gd name="connsiteY538" fmla="*/ 252856 h 563805"/>
                <a:gd name="connsiteX539" fmla="*/ 1048219 w 1459556"/>
                <a:gd name="connsiteY539" fmla="*/ 274776 h 563805"/>
                <a:gd name="connsiteX540" fmla="*/ 1062012 w 1459556"/>
                <a:gd name="connsiteY540" fmla="*/ 291826 h 563805"/>
                <a:gd name="connsiteX541" fmla="*/ 1065257 w 1459556"/>
                <a:gd name="connsiteY541" fmla="*/ 294261 h 563805"/>
                <a:gd name="connsiteX542" fmla="*/ 1079050 w 1459556"/>
                <a:gd name="connsiteY542" fmla="*/ 303192 h 563805"/>
                <a:gd name="connsiteX543" fmla="*/ 1098521 w 1459556"/>
                <a:gd name="connsiteY543" fmla="*/ 305628 h 563805"/>
                <a:gd name="connsiteX544" fmla="*/ 1118804 w 1459556"/>
                <a:gd name="connsiteY544" fmla="*/ 302380 h 563805"/>
                <a:gd name="connsiteX545" fmla="*/ 1130973 w 1459556"/>
                <a:gd name="connsiteY545" fmla="*/ 298321 h 563805"/>
                <a:gd name="connsiteX546" fmla="*/ 1149634 w 1459556"/>
                <a:gd name="connsiteY546" fmla="*/ 286954 h 563805"/>
                <a:gd name="connsiteX547" fmla="*/ 1160992 w 1459556"/>
                <a:gd name="connsiteY547" fmla="*/ 278836 h 563805"/>
                <a:gd name="connsiteX548" fmla="*/ 1161803 w 1459556"/>
                <a:gd name="connsiteY548" fmla="*/ 278024 h 563805"/>
                <a:gd name="connsiteX549" fmla="*/ 1165860 w 1459556"/>
                <a:gd name="connsiteY549" fmla="*/ 273964 h 563805"/>
                <a:gd name="connsiteX550" fmla="*/ 1177219 w 1459556"/>
                <a:gd name="connsiteY550" fmla="*/ 265846 h 563805"/>
                <a:gd name="connsiteX551" fmla="*/ 1186143 w 1459556"/>
                <a:gd name="connsiteY551" fmla="*/ 259351 h 563805"/>
                <a:gd name="connsiteX552" fmla="*/ 1187766 w 1459556"/>
                <a:gd name="connsiteY552" fmla="*/ 256103 h 563805"/>
                <a:gd name="connsiteX553" fmla="*/ 1189388 w 1459556"/>
                <a:gd name="connsiteY553" fmla="*/ 252044 h 563805"/>
                <a:gd name="connsiteX554" fmla="*/ 1191011 w 1459556"/>
                <a:gd name="connsiteY554" fmla="*/ 248796 h 563805"/>
                <a:gd name="connsiteX555" fmla="*/ 1198313 w 1459556"/>
                <a:gd name="connsiteY555" fmla="*/ 241489 h 563805"/>
                <a:gd name="connsiteX556" fmla="*/ 1199124 w 1459556"/>
                <a:gd name="connsiteY556" fmla="*/ 241489 h 563805"/>
                <a:gd name="connsiteX557" fmla="*/ 1194256 w 1459556"/>
                <a:gd name="connsiteY557" fmla="*/ 252856 h 563805"/>
                <a:gd name="connsiteX558" fmla="*/ 1191822 w 1459556"/>
                <a:gd name="connsiteY558" fmla="*/ 269905 h 563805"/>
                <a:gd name="connsiteX559" fmla="*/ 1195068 w 1459556"/>
                <a:gd name="connsiteY559" fmla="*/ 286954 h 563805"/>
                <a:gd name="connsiteX560" fmla="*/ 1208860 w 1459556"/>
                <a:gd name="connsiteY560" fmla="*/ 304004 h 563805"/>
                <a:gd name="connsiteX561" fmla="*/ 1226709 w 1459556"/>
                <a:gd name="connsiteY561" fmla="*/ 309687 h 563805"/>
                <a:gd name="connsiteX562" fmla="*/ 1245369 w 1459556"/>
                <a:gd name="connsiteY562" fmla="*/ 308875 h 563805"/>
                <a:gd name="connsiteX563" fmla="*/ 1268086 w 1459556"/>
                <a:gd name="connsiteY563" fmla="*/ 299945 h 563805"/>
                <a:gd name="connsiteX564" fmla="*/ 1271331 w 1459556"/>
                <a:gd name="connsiteY564" fmla="*/ 298321 h 563805"/>
                <a:gd name="connsiteX565" fmla="*/ 1294048 w 1459556"/>
                <a:gd name="connsiteY565" fmla="*/ 284519 h 563805"/>
                <a:gd name="connsiteX566" fmla="*/ 1300539 w 1459556"/>
                <a:gd name="connsiteY566" fmla="*/ 279648 h 563805"/>
                <a:gd name="connsiteX567" fmla="*/ 1303784 w 1459556"/>
                <a:gd name="connsiteY567" fmla="*/ 277212 h 563805"/>
                <a:gd name="connsiteX568" fmla="*/ 1309463 w 1459556"/>
                <a:gd name="connsiteY568" fmla="*/ 273153 h 563805"/>
                <a:gd name="connsiteX569" fmla="*/ 1315142 w 1459556"/>
                <a:gd name="connsiteY569" fmla="*/ 269093 h 563805"/>
                <a:gd name="connsiteX570" fmla="*/ 1321633 w 1459556"/>
                <a:gd name="connsiteY570" fmla="*/ 264222 h 563805"/>
                <a:gd name="connsiteX571" fmla="*/ 1325689 w 1459556"/>
                <a:gd name="connsiteY571" fmla="*/ 260163 h 563805"/>
                <a:gd name="connsiteX572" fmla="*/ 1331368 w 1459556"/>
                <a:gd name="connsiteY572" fmla="*/ 254479 h 563805"/>
                <a:gd name="connsiteX573" fmla="*/ 1339482 w 1459556"/>
                <a:gd name="connsiteY573" fmla="*/ 247984 h 563805"/>
                <a:gd name="connsiteX574" fmla="*/ 1344349 w 1459556"/>
                <a:gd name="connsiteY574" fmla="*/ 244737 h 563805"/>
                <a:gd name="connsiteX575" fmla="*/ 1345161 w 1459556"/>
                <a:gd name="connsiteY575" fmla="*/ 241489 h 563805"/>
                <a:gd name="connsiteX576" fmla="*/ 1344349 w 1459556"/>
                <a:gd name="connsiteY576" fmla="*/ 240677 h 563805"/>
                <a:gd name="connsiteX577" fmla="*/ 1347595 w 1459556"/>
                <a:gd name="connsiteY577" fmla="*/ 240677 h 563805"/>
                <a:gd name="connsiteX578" fmla="*/ 1349217 w 1459556"/>
                <a:gd name="connsiteY578" fmla="*/ 239866 h 563805"/>
                <a:gd name="connsiteX579" fmla="*/ 1350840 w 1459556"/>
                <a:gd name="connsiteY579" fmla="*/ 237430 h 563805"/>
                <a:gd name="connsiteX580" fmla="*/ 1357331 w 1459556"/>
                <a:gd name="connsiteY580" fmla="*/ 234182 h 563805"/>
                <a:gd name="connsiteX581" fmla="*/ 1363010 w 1459556"/>
                <a:gd name="connsiteY581" fmla="*/ 231747 h 563805"/>
                <a:gd name="connsiteX582" fmla="*/ 1364632 w 1459556"/>
                <a:gd name="connsiteY582" fmla="*/ 234182 h 563805"/>
                <a:gd name="connsiteX583" fmla="*/ 1359764 w 1459556"/>
                <a:gd name="connsiteY583" fmla="*/ 241489 h 563805"/>
                <a:gd name="connsiteX584" fmla="*/ 1355708 w 1459556"/>
                <a:gd name="connsiteY584" fmla="*/ 244737 h 563805"/>
                <a:gd name="connsiteX585" fmla="*/ 1353274 w 1459556"/>
                <a:gd name="connsiteY585" fmla="*/ 247984 h 563805"/>
                <a:gd name="connsiteX586" fmla="*/ 1340293 w 1459556"/>
                <a:gd name="connsiteY586" fmla="*/ 267469 h 563805"/>
                <a:gd name="connsiteX587" fmla="*/ 1344349 w 1459556"/>
                <a:gd name="connsiteY587" fmla="*/ 262598 h 563805"/>
                <a:gd name="connsiteX588" fmla="*/ 1348406 w 1459556"/>
                <a:gd name="connsiteY588" fmla="*/ 259351 h 563805"/>
                <a:gd name="connsiteX589" fmla="*/ 1339482 w 1459556"/>
                <a:gd name="connsiteY589" fmla="*/ 268281 h 563805"/>
                <a:gd name="connsiteX590" fmla="*/ 1337048 w 1459556"/>
                <a:gd name="connsiteY590" fmla="*/ 269905 h 563805"/>
                <a:gd name="connsiteX591" fmla="*/ 1334614 w 1459556"/>
                <a:gd name="connsiteY591" fmla="*/ 273153 h 563805"/>
                <a:gd name="connsiteX592" fmla="*/ 1332991 w 1459556"/>
                <a:gd name="connsiteY592" fmla="*/ 277212 h 563805"/>
                <a:gd name="connsiteX593" fmla="*/ 1331368 w 1459556"/>
                <a:gd name="connsiteY593" fmla="*/ 280460 h 563805"/>
                <a:gd name="connsiteX594" fmla="*/ 1333802 w 1459556"/>
                <a:gd name="connsiteY594" fmla="*/ 277212 h 563805"/>
                <a:gd name="connsiteX595" fmla="*/ 1336236 w 1459556"/>
                <a:gd name="connsiteY595" fmla="*/ 274776 h 563805"/>
                <a:gd name="connsiteX596" fmla="*/ 1332180 w 1459556"/>
                <a:gd name="connsiteY596" fmla="*/ 281271 h 563805"/>
                <a:gd name="connsiteX597" fmla="*/ 1327312 w 1459556"/>
                <a:gd name="connsiteY597" fmla="*/ 287766 h 563805"/>
                <a:gd name="connsiteX598" fmla="*/ 1322444 w 1459556"/>
                <a:gd name="connsiteY598" fmla="*/ 292638 h 563805"/>
                <a:gd name="connsiteX599" fmla="*/ 1326501 w 1459556"/>
                <a:gd name="connsiteY599" fmla="*/ 286143 h 563805"/>
                <a:gd name="connsiteX600" fmla="*/ 1329746 w 1459556"/>
                <a:gd name="connsiteY600" fmla="*/ 280460 h 563805"/>
                <a:gd name="connsiteX601" fmla="*/ 1315953 w 1459556"/>
                <a:gd name="connsiteY601" fmla="*/ 299133 h 563805"/>
                <a:gd name="connsiteX602" fmla="*/ 1312708 w 1459556"/>
                <a:gd name="connsiteY602" fmla="*/ 304004 h 563805"/>
                <a:gd name="connsiteX603" fmla="*/ 1312708 w 1459556"/>
                <a:gd name="connsiteY603" fmla="*/ 305628 h 563805"/>
                <a:gd name="connsiteX604" fmla="*/ 1315142 w 1459556"/>
                <a:gd name="connsiteY604" fmla="*/ 305628 h 563805"/>
                <a:gd name="connsiteX605" fmla="*/ 1314331 w 1459556"/>
                <a:gd name="connsiteY605" fmla="*/ 308875 h 563805"/>
                <a:gd name="connsiteX606" fmla="*/ 1304595 w 1459556"/>
                <a:gd name="connsiteY606" fmla="*/ 321054 h 563805"/>
                <a:gd name="connsiteX607" fmla="*/ 1308652 w 1459556"/>
                <a:gd name="connsiteY607" fmla="*/ 314558 h 563805"/>
                <a:gd name="connsiteX608" fmla="*/ 1311897 w 1459556"/>
                <a:gd name="connsiteY608" fmla="*/ 308063 h 563805"/>
                <a:gd name="connsiteX609" fmla="*/ 1308652 w 1459556"/>
                <a:gd name="connsiteY609" fmla="*/ 312123 h 563805"/>
                <a:gd name="connsiteX610" fmla="*/ 1302972 w 1459556"/>
                <a:gd name="connsiteY610" fmla="*/ 320242 h 563805"/>
                <a:gd name="connsiteX611" fmla="*/ 1297293 w 1459556"/>
                <a:gd name="connsiteY611" fmla="*/ 329984 h 563805"/>
                <a:gd name="connsiteX612" fmla="*/ 1293237 w 1459556"/>
                <a:gd name="connsiteY612" fmla="*/ 336479 h 563805"/>
                <a:gd name="connsiteX613" fmla="*/ 1281878 w 1459556"/>
                <a:gd name="connsiteY613" fmla="*/ 355152 h 563805"/>
                <a:gd name="connsiteX614" fmla="*/ 1278633 w 1459556"/>
                <a:gd name="connsiteY614" fmla="*/ 359212 h 563805"/>
                <a:gd name="connsiteX615" fmla="*/ 1272143 w 1459556"/>
                <a:gd name="connsiteY615" fmla="*/ 369766 h 563805"/>
                <a:gd name="connsiteX616" fmla="*/ 1256727 w 1459556"/>
                <a:gd name="connsiteY616" fmla="*/ 397370 h 563805"/>
                <a:gd name="connsiteX617" fmla="*/ 1225086 w 1459556"/>
                <a:gd name="connsiteY617" fmla="*/ 455826 h 563805"/>
                <a:gd name="connsiteX618" fmla="*/ 1222652 w 1459556"/>
                <a:gd name="connsiteY618" fmla="*/ 459885 h 563805"/>
                <a:gd name="connsiteX619" fmla="*/ 1221841 w 1459556"/>
                <a:gd name="connsiteY619" fmla="*/ 462321 h 563805"/>
                <a:gd name="connsiteX620" fmla="*/ 1221030 w 1459556"/>
                <a:gd name="connsiteY620" fmla="*/ 465568 h 563805"/>
                <a:gd name="connsiteX621" fmla="*/ 1206426 w 1459556"/>
                <a:gd name="connsiteY621" fmla="*/ 498044 h 563805"/>
                <a:gd name="connsiteX622" fmla="*/ 1201558 w 1459556"/>
                <a:gd name="connsiteY622" fmla="*/ 510222 h 563805"/>
                <a:gd name="connsiteX623" fmla="*/ 1195879 w 1459556"/>
                <a:gd name="connsiteY623" fmla="*/ 544320 h 563805"/>
                <a:gd name="connsiteX624" fmla="*/ 1206426 w 1459556"/>
                <a:gd name="connsiteY624" fmla="*/ 559746 h 563805"/>
                <a:gd name="connsiteX625" fmla="*/ 1213728 w 1459556"/>
                <a:gd name="connsiteY625" fmla="*/ 563806 h 563805"/>
                <a:gd name="connsiteX626" fmla="*/ 1213728 w 1459556"/>
                <a:gd name="connsiteY626" fmla="*/ 559746 h 563805"/>
                <a:gd name="connsiteX627" fmla="*/ 1213728 w 1459556"/>
                <a:gd name="connsiteY627" fmla="*/ 555687 h 563805"/>
                <a:gd name="connsiteX628" fmla="*/ 1212917 w 1459556"/>
                <a:gd name="connsiteY628" fmla="*/ 553251 h 563805"/>
                <a:gd name="connsiteX629" fmla="*/ 1212105 w 1459556"/>
                <a:gd name="connsiteY629" fmla="*/ 552439 h 563805"/>
                <a:gd name="connsiteX630" fmla="*/ 1213728 w 1459556"/>
                <a:gd name="connsiteY630" fmla="*/ 550816 h 563805"/>
                <a:gd name="connsiteX631" fmla="*/ 1212917 w 1459556"/>
                <a:gd name="connsiteY631" fmla="*/ 548380 h 563805"/>
                <a:gd name="connsiteX632" fmla="*/ 1214539 w 1459556"/>
                <a:gd name="connsiteY632" fmla="*/ 544320 h 563805"/>
                <a:gd name="connsiteX633" fmla="*/ 1218595 w 1459556"/>
                <a:gd name="connsiteY633" fmla="*/ 534578 h 563805"/>
                <a:gd name="connsiteX634" fmla="*/ 1216162 w 1459556"/>
                <a:gd name="connsiteY634" fmla="*/ 533766 h 563805"/>
                <a:gd name="connsiteX635" fmla="*/ 1212105 w 1459556"/>
                <a:gd name="connsiteY635" fmla="*/ 537014 h 563805"/>
                <a:gd name="connsiteX636" fmla="*/ 1210482 w 1459556"/>
                <a:gd name="connsiteY636" fmla="*/ 541885 h 563805"/>
                <a:gd name="connsiteX637" fmla="*/ 1209671 w 1459556"/>
                <a:gd name="connsiteY637" fmla="*/ 541073 h 563805"/>
                <a:gd name="connsiteX638" fmla="*/ 1211294 w 1459556"/>
                <a:gd name="connsiteY638" fmla="*/ 534578 h 563805"/>
                <a:gd name="connsiteX639" fmla="*/ 1213728 w 1459556"/>
                <a:gd name="connsiteY639" fmla="*/ 530519 h 563805"/>
                <a:gd name="connsiteX640" fmla="*/ 1214539 w 1459556"/>
                <a:gd name="connsiteY640" fmla="*/ 528083 h 563805"/>
                <a:gd name="connsiteX641" fmla="*/ 1214539 w 1459556"/>
                <a:gd name="connsiteY641" fmla="*/ 525647 h 563805"/>
                <a:gd name="connsiteX642" fmla="*/ 1216162 w 1459556"/>
                <a:gd name="connsiteY642" fmla="*/ 525647 h 563805"/>
                <a:gd name="connsiteX643" fmla="*/ 1217784 w 1459556"/>
                <a:gd name="connsiteY643" fmla="*/ 524836 h 563805"/>
                <a:gd name="connsiteX644" fmla="*/ 1218595 w 1459556"/>
                <a:gd name="connsiteY644" fmla="*/ 525647 h 563805"/>
                <a:gd name="connsiteX645" fmla="*/ 1216973 w 1459556"/>
                <a:gd name="connsiteY645" fmla="*/ 529707 h 563805"/>
                <a:gd name="connsiteX646" fmla="*/ 1217784 w 1459556"/>
                <a:gd name="connsiteY646" fmla="*/ 531330 h 563805"/>
                <a:gd name="connsiteX647" fmla="*/ 1220218 w 1459556"/>
                <a:gd name="connsiteY647" fmla="*/ 528083 h 563805"/>
                <a:gd name="connsiteX648" fmla="*/ 1221841 w 1459556"/>
                <a:gd name="connsiteY648" fmla="*/ 524836 h 563805"/>
                <a:gd name="connsiteX649" fmla="*/ 1223464 w 1459556"/>
                <a:gd name="connsiteY649" fmla="*/ 517528 h 563805"/>
                <a:gd name="connsiteX650" fmla="*/ 1221841 w 1459556"/>
                <a:gd name="connsiteY650" fmla="*/ 517528 h 563805"/>
                <a:gd name="connsiteX651" fmla="*/ 1220218 w 1459556"/>
                <a:gd name="connsiteY651" fmla="*/ 516717 h 563805"/>
                <a:gd name="connsiteX652" fmla="*/ 1221841 w 1459556"/>
                <a:gd name="connsiteY652" fmla="*/ 514281 h 563805"/>
                <a:gd name="connsiteX653" fmla="*/ 1226709 w 1459556"/>
                <a:gd name="connsiteY653" fmla="*/ 511033 h 563805"/>
                <a:gd name="connsiteX654" fmla="*/ 1229143 w 1459556"/>
                <a:gd name="connsiteY654" fmla="*/ 508598 h 563805"/>
                <a:gd name="connsiteX655" fmla="*/ 1233199 w 1459556"/>
                <a:gd name="connsiteY655" fmla="*/ 498044 h 563805"/>
                <a:gd name="connsiteX656" fmla="*/ 1234822 w 1459556"/>
                <a:gd name="connsiteY656" fmla="*/ 493172 h 563805"/>
                <a:gd name="connsiteX657" fmla="*/ 1235633 w 1459556"/>
                <a:gd name="connsiteY657" fmla="*/ 494796 h 563805"/>
                <a:gd name="connsiteX658" fmla="*/ 1236444 w 1459556"/>
                <a:gd name="connsiteY658" fmla="*/ 494796 h 563805"/>
                <a:gd name="connsiteX659" fmla="*/ 1235633 w 1459556"/>
                <a:gd name="connsiteY659" fmla="*/ 491548 h 563805"/>
                <a:gd name="connsiteX660" fmla="*/ 1234822 w 1459556"/>
                <a:gd name="connsiteY660" fmla="*/ 490736 h 563805"/>
                <a:gd name="connsiteX661" fmla="*/ 1237256 w 1459556"/>
                <a:gd name="connsiteY661" fmla="*/ 487489 h 563805"/>
                <a:gd name="connsiteX662" fmla="*/ 1238067 w 1459556"/>
                <a:gd name="connsiteY662" fmla="*/ 485053 h 563805"/>
                <a:gd name="connsiteX663" fmla="*/ 1238878 w 1459556"/>
                <a:gd name="connsiteY663" fmla="*/ 481806 h 563805"/>
                <a:gd name="connsiteX664" fmla="*/ 1240501 w 1459556"/>
                <a:gd name="connsiteY664" fmla="*/ 482618 h 563805"/>
                <a:gd name="connsiteX665" fmla="*/ 1242124 w 1459556"/>
                <a:gd name="connsiteY665" fmla="*/ 482618 h 563805"/>
                <a:gd name="connsiteX666" fmla="*/ 1242124 w 1459556"/>
                <a:gd name="connsiteY666" fmla="*/ 480182 h 563805"/>
                <a:gd name="connsiteX667" fmla="*/ 1240501 w 1459556"/>
                <a:gd name="connsiteY667" fmla="*/ 478558 h 563805"/>
                <a:gd name="connsiteX668" fmla="*/ 1249426 w 1459556"/>
                <a:gd name="connsiteY668" fmla="*/ 461509 h 563805"/>
                <a:gd name="connsiteX669" fmla="*/ 1247803 w 1459556"/>
                <a:gd name="connsiteY669" fmla="*/ 466380 h 563805"/>
                <a:gd name="connsiteX670" fmla="*/ 1245369 w 1459556"/>
                <a:gd name="connsiteY670" fmla="*/ 472063 h 563805"/>
                <a:gd name="connsiteX671" fmla="*/ 1243746 w 1459556"/>
                <a:gd name="connsiteY671" fmla="*/ 476123 h 563805"/>
                <a:gd name="connsiteX672" fmla="*/ 1243746 w 1459556"/>
                <a:gd name="connsiteY672" fmla="*/ 477747 h 563805"/>
                <a:gd name="connsiteX673" fmla="*/ 1245369 w 1459556"/>
                <a:gd name="connsiteY673" fmla="*/ 475311 h 563805"/>
                <a:gd name="connsiteX674" fmla="*/ 1248614 w 1459556"/>
                <a:gd name="connsiteY674" fmla="*/ 470439 h 563805"/>
                <a:gd name="connsiteX675" fmla="*/ 1250237 w 1459556"/>
                <a:gd name="connsiteY675" fmla="*/ 466380 h 563805"/>
                <a:gd name="connsiteX676" fmla="*/ 1250237 w 1459556"/>
                <a:gd name="connsiteY676" fmla="*/ 465568 h 563805"/>
                <a:gd name="connsiteX677" fmla="*/ 1252671 w 1459556"/>
                <a:gd name="connsiteY677" fmla="*/ 460697 h 563805"/>
                <a:gd name="connsiteX678" fmla="*/ 1255105 w 1459556"/>
                <a:gd name="connsiteY678" fmla="*/ 456637 h 563805"/>
                <a:gd name="connsiteX679" fmla="*/ 1255916 w 1459556"/>
                <a:gd name="connsiteY679" fmla="*/ 455826 h 563805"/>
                <a:gd name="connsiteX680" fmla="*/ 1252671 w 1459556"/>
                <a:gd name="connsiteY680" fmla="*/ 457450 h 563805"/>
                <a:gd name="connsiteX681" fmla="*/ 1251048 w 1459556"/>
                <a:gd name="connsiteY681" fmla="*/ 459885 h 563805"/>
                <a:gd name="connsiteX682" fmla="*/ 1251860 w 1459556"/>
                <a:gd name="connsiteY682" fmla="*/ 455826 h 563805"/>
                <a:gd name="connsiteX683" fmla="*/ 1255916 w 1459556"/>
                <a:gd name="connsiteY683" fmla="*/ 453390 h 563805"/>
                <a:gd name="connsiteX684" fmla="*/ 1256727 w 1459556"/>
                <a:gd name="connsiteY684" fmla="*/ 453390 h 563805"/>
                <a:gd name="connsiteX685" fmla="*/ 1258350 w 1459556"/>
                <a:gd name="connsiteY685" fmla="*/ 452578 h 563805"/>
                <a:gd name="connsiteX686" fmla="*/ 1259161 w 1459556"/>
                <a:gd name="connsiteY686" fmla="*/ 450142 h 563805"/>
                <a:gd name="connsiteX687" fmla="*/ 1260784 w 1459556"/>
                <a:gd name="connsiteY687" fmla="*/ 446083 h 563805"/>
                <a:gd name="connsiteX688" fmla="*/ 1263218 w 1459556"/>
                <a:gd name="connsiteY688" fmla="*/ 442836 h 563805"/>
                <a:gd name="connsiteX689" fmla="*/ 1264840 w 1459556"/>
                <a:gd name="connsiteY689" fmla="*/ 442024 h 563805"/>
                <a:gd name="connsiteX690" fmla="*/ 1266463 w 1459556"/>
                <a:gd name="connsiteY690" fmla="*/ 441212 h 563805"/>
                <a:gd name="connsiteX691" fmla="*/ 1264840 w 1459556"/>
                <a:gd name="connsiteY691" fmla="*/ 440400 h 563805"/>
                <a:gd name="connsiteX692" fmla="*/ 1263218 w 1459556"/>
                <a:gd name="connsiteY692" fmla="*/ 439588 h 563805"/>
                <a:gd name="connsiteX693" fmla="*/ 1265652 w 1459556"/>
                <a:gd name="connsiteY693" fmla="*/ 438776 h 563805"/>
                <a:gd name="connsiteX694" fmla="*/ 1268086 w 1459556"/>
                <a:gd name="connsiteY694" fmla="*/ 437152 h 563805"/>
                <a:gd name="connsiteX695" fmla="*/ 1267274 w 1459556"/>
                <a:gd name="connsiteY695" fmla="*/ 436340 h 563805"/>
                <a:gd name="connsiteX696" fmla="*/ 1268086 w 1459556"/>
                <a:gd name="connsiteY696" fmla="*/ 435529 h 563805"/>
                <a:gd name="connsiteX697" fmla="*/ 1269709 w 1459556"/>
                <a:gd name="connsiteY697" fmla="*/ 431469 h 563805"/>
                <a:gd name="connsiteX698" fmla="*/ 1273765 w 1459556"/>
                <a:gd name="connsiteY698" fmla="*/ 425786 h 563805"/>
                <a:gd name="connsiteX699" fmla="*/ 1277010 w 1459556"/>
                <a:gd name="connsiteY699" fmla="*/ 422539 h 563805"/>
                <a:gd name="connsiteX700" fmla="*/ 1279444 w 1459556"/>
                <a:gd name="connsiteY700" fmla="*/ 417667 h 563805"/>
                <a:gd name="connsiteX701" fmla="*/ 1280256 w 1459556"/>
                <a:gd name="connsiteY701" fmla="*/ 416855 h 563805"/>
                <a:gd name="connsiteX702" fmla="*/ 1281878 w 1459556"/>
                <a:gd name="connsiteY702" fmla="*/ 415232 h 563805"/>
                <a:gd name="connsiteX703" fmla="*/ 1281067 w 1459556"/>
                <a:gd name="connsiteY703" fmla="*/ 413608 h 563805"/>
                <a:gd name="connsiteX704" fmla="*/ 1280256 w 1459556"/>
                <a:gd name="connsiteY704" fmla="*/ 412796 h 563805"/>
                <a:gd name="connsiteX705" fmla="*/ 1281067 w 1459556"/>
                <a:gd name="connsiteY705" fmla="*/ 412796 h 563805"/>
                <a:gd name="connsiteX706" fmla="*/ 1281878 w 1459556"/>
                <a:gd name="connsiteY706" fmla="*/ 412796 h 563805"/>
                <a:gd name="connsiteX707" fmla="*/ 1282690 w 1459556"/>
                <a:gd name="connsiteY707" fmla="*/ 411984 h 563805"/>
                <a:gd name="connsiteX708" fmla="*/ 1283501 w 1459556"/>
                <a:gd name="connsiteY708" fmla="*/ 411984 h 563805"/>
                <a:gd name="connsiteX709" fmla="*/ 1284312 w 1459556"/>
                <a:gd name="connsiteY709" fmla="*/ 409548 h 563805"/>
                <a:gd name="connsiteX710" fmla="*/ 1283501 w 1459556"/>
                <a:gd name="connsiteY710" fmla="*/ 407925 h 563805"/>
                <a:gd name="connsiteX711" fmla="*/ 1282690 w 1459556"/>
                <a:gd name="connsiteY711" fmla="*/ 407113 h 563805"/>
                <a:gd name="connsiteX712" fmla="*/ 1285123 w 1459556"/>
                <a:gd name="connsiteY712" fmla="*/ 406301 h 563805"/>
                <a:gd name="connsiteX713" fmla="*/ 1289180 w 1459556"/>
                <a:gd name="connsiteY713" fmla="*/ 400618 h 563805"/>
                <a:gd name="connsiteX714" fmla="*/ 1289992 w 1459556"/>
                <a:gd name="connsiteY714" fmla="*/ 399806 h 563805"/>
                <a:gd name="connsiteX715" fmla="*/ 1302161 w 1459556"/>
                <a:gd name="connsiteY715" fmla="*/ 381133 h 563805"/>
                <a:gd name="connsiteX716" fmla="*/ 1294859 w 1459556"/>
                <a:gd name="connsiteY716" fmla="*/ 382756 h 563805"/>
                <a:gd name="connsiteX717" fmla="*/ 1294048 w 1459556"/>
                <a:gd name="connsiteY717" fmla="*/ 382756 h 563805"/>
                <a:gd name="connsiteX718" fmla="*/ 1296482 w 1459556"/>
                <a:gd name="connsiteY718" fmla="*/ 378697 h 563805"/>
                <a:gd name="connsiteX719" fmla="*/ 1298105 w 1459556"/>
                <a:gd name="connsiteY719" fmla="*/ 377073 h 563805"/>
                <a:gd name="connsiteX720" fmla="*/ 1298105 w 1459556"/>
                <a:gd name="connsiteY720" fmla="*/ 377885 h 563805"/>
                <a:gd name="connsiteX721" fmla="*/ 1302161 w 1459556"/>
                <a:gd name="connsiteY721" fmla="*/ 377073 h 563805"/>
                <a:gd name="connsiteX722" fmla="*/ 1306218 w 1459556"/>
                <a:gd name="connsiteY722" fmla="*/ 371390 h 563805"/>
                <a:gd name="connsiteX723" fmla="*/ 1311086 w 1459556"/>
                <a:gd name="connsiteY723" fmla="*/ 363271 h 563805"/>
                <a:gd name="connsiteX724" fmla="*/ 1312708 w 1459556"/>
                <a:gd name="connsiteY724" fmla="*/ 359212 h 563805"/>
                <a:gd name="connsiteX725" fmla="*/ 1311897 w 1459556"/>
                <a:gd name="connsiteY725" fmla="*/ 357588 h 563805"/>
                <a:gd name="connsiteX726" fmla="*/ 1312708 w 1459556"/>
                <a:gd name="connsiteY726" fmla="*/ 357588 h 563805"/>
                <a:gd name="connsiteX727" fmla="*/ 1318388 w 1459556"/>
                <a:gd name="connsiteY727" fmla="*/ 351905 h 563805"/>
                <a:gd name="connsiteX728" fmla="*/ 1324878 w 1459556"/>
                <a:gd name="connsiteY728" fmla="*/ 342162 h 563805"/>
                <a:gd name="connsiteX729" fmla="*/ 1332991 w 1459556"/>
                <a:gd name="connsiteY729" fmla="*/ 330796 h 563805"/>
                <a:gd name="connsiteX730" fmla="*/ 1341104 w 1459556"/>
                <a:gd name="connsiteY730" fmla="*/ 321865 h 563805"/>
                <a:gd name="connsiteX731" fmla="*/ 1343538 w 1459556"/>
                <a:gd name="connsiteY731" fmla="*/ 321054 h 563805"/>
                <a:gd name="connsiteX732" fmla="*/ 1342727 w 1459556"/>
                <a:gd name="connsiteY732" fmla="*/ 320242 h 563805"/>
                <a:gd name="connsiteX733" fmla="*/ 1343538 w 1459556"/>
                <a:gd name="connsiteY733" fmla="*/ 315370 h 563805"/>
                <a:gd name="connsiteX734" fmla="*/ 1346784 w 1459556"/>
                <a:gd name="connsiteY734" fmla="*/ 309687 h 563805"/>
                <a:gd name="connsiteX735" fmla="*/ 1350029 w 1459556"/>
                <a:gd name="connsiteY735" fmla="*/ 304816 h 563805"/>
                <a:gd name="connsiteX736" fmla="*/ 1352462 w 1459556"/>
                <a:gd name="connsiteY736" fmla="*/ 301568 h 563805"/>
                <a:gd name="connsiteX737" fmla="*/ 1354085 w 1459556"/>
                <a:gd name="connsiteY737" fmla="*/ 299133 h 563805"/>
                <a:gd name="connsiteX738" fmla="*/ 1359764 w 1459556"/>
                <a:gd name="connsiteY738" fmla="*/ 291014 h 563805"/>
                <a:gd name="connsiteX739" fmla="*/ 1379236 w 1459556"/>
                <a:gd name="connsiteY739" fmla="*/ 265846 h 563805"/>
                <a:gd name="connsiteX740" fmla="*/ 1382481 w 1459556"/>
                <a:gd name="connsiteY740" fmla="*/ 261786 h 563805"/>
                <a:gd name="connsiteX741" fmla="*/ 1396274 w 1459556"/>
                <a:gd name="connsiteY741" fmla="*/ 242301 h 563805"/>
                <a:gd name="connsiteX742" fmla="*/ 1410066 w 1459556"/>
                <a:gd name="connsiteY742" fmla="*/ 223628 h 563805"/>
                <a:gd name="connsiteX743" fmla="*/ 1411689 w 1459556"/>
                <a:gd name="connsiteY743" fmla="*/ 222004 h 563805"/>
                <a:gd name="connsiteX744" fmla="*/ 1419802 w 1459556"/>
                <a:gd name="connsiteY744" fmla="*/ 212262 h 563805"/>
                <a:gd name="connsiteX745" fmla="*/ 1449009 w 1459556"/>
                <a:gd name="connsiteY745" fmla="*/ 181410 h 563805"/>
                <a:gd name="connsiteX746" fmla="*/ 1459556 w 1459556"/>
                <a:gd name="connsiteY746" fmla="*/ 167608 h 563805"/>
                <a:gd name="connsiteX747" fmla="*/ 1443330 w 1459556"/>
                <a:gd name="connsiteY747" fmla="*/ 147311 h 563805"/>
                <a:gd name="connsiteX748" fmla="*/ 81132 w 1459556"/>
                <a:gd name="connsiteY748" fmla="*/ 148935 h 563805"/>
                <a:gd name="connsiteX749" fmla="*/ 82754 w 1459556"/>
                <a:gd name="connsiteY749" fmla="*/ 148123 h 563805"/>
                <a:gd name="connsiteX750" fmla="*/ 81943 w 1459556"/>
                <a:gd name="connsiteY750" fmla="*/ 150559 h 563805"/>
                <a:gd name="connsiteX751" fmla="*/ 81132 w 1459556"/>
                <a:gd name="connsiteY751" fmla="*/ 148935 h 563805"/>
                <a:gd name="connsiteX752" fmla="*/ 77075 w 1459556"/>
                <a:gd name="connsiteY752" fmla="*/ 157866 h 563805"/>
                <a:gd name="connsiteX753" fmla="*/ 75452 w 1459556"/>
                <a:gd name="connsiteY753" fmla="*/ 161113 h 563805"/>
                <a:gd name="connsiteX754" fmla="*/ 73830 w 1459556"/>
                <a:gd name="connsiteY754" fmla="*/ 161113 h 563805"/>
                <a:gd name="connsiteX755" fmla="*/ 77075 w 1459556"/>
                <a:gd name="connsiteY755" fmla="*/ 157866 h 563805"/>
                <a:gd name="connsiteX756" fmla="*/ 70585 w 1459556"/>
                <a:gd name="connsiteY756" fmla="*/ 180598 h 563805"/>
                <a:gd name="connsiteX757" fmla="*/ 69773 w 1459556"/>
                <a:gd name="connsiteY757" fmla="*/ 179786 h 563805"/>
                <a:gd name="connsiteX758" fmla="*/ 70585 w 1459556"/>
                <a:gd name="connsiteY758" fmla="*/ 178163 h 563805"/>
                <a:gd name="connsiteX759" fmla="*/ 71396 w 1459556"/>
                <a:gd name="connsiteY759" fmla="*/ 179786 h 563805"/>
                <a:gd name="connsiteX760" fmla="*/ 70585 w 1459556"/>
                <a:gd name="connsiteY760" fmla="*/ 180598 h 563805"/>
                <a:gd name="connsiteX761" fmla="*/ 68962 w 1459556"/>
                <a:gd name="connsiteY761" fmla="*/ 168420 h 563805"/>
                <a:gd name="connsiteX762" fmla="*/ 69773 w 1459556"/>
                <a:gd name="connsiteY762" fmla="*/ 166796 h 563805"/>
                <a:gd name="connsiteX763" fmla="*/ 70585 w 1459556"/>
                <a:gd name="connsiteY763" fmla="*/ 164361 h 563805"/>
                <a:gd name="connsiteX764" fmla="*/ 72207 w 1459556"/>
                <a:gd name="connsiteY764" fmla="*/ 164361 h 563805"/>
                <a:gd name="connsiteX765" fmla="*/ 67339 w 1459556"/>
                <a:gd name="connsiteY765" fmla="*/ 172479 h 563805"/>
                <a:gd name="connsiteX766" fmla="*/ 68962 w 1459556"/>
                <a:gd name="connsiteY766" fmla="*/ 168420 h 563805"/>
                <a:gd name="connsiteX767" fmla="*/ 64905 w 1459556"/>
                <a:gd name="connsiteY767" fmla="*/ 191153 h 563805"/>
                <a:gd name="connsiteX768" fmla="*/ 63283 w 1459556"/>
                <a:gd name="connsiteY768" fmla="*/ 192776 h 563805"/>
                <a:gd name="connsiteX769" fmla="*/ 61660 w 1459556"/>
                <a:gd name="connsiteY769" fmla="*/ 192776 h 563805"/>
                <a:gd name="connsiteX770" fmla="*/ 63283 w 1459556"/>
                <a:gd name="connsiteY770" fmla="*/ 191153 h 563805"/>
                <a:gd name="connsiteX771" fmla="*/ 64905 w 1459556"/>
                <a:gd name="connsiteY771" fmla="*/ 191153 h 563805"/>
                <a:gd name="connsiteX772" fmla="*/ 61660 w 1459556"/>
                <a:gd name="connsiteY772" fmla="*/ 178975 h 563805"/>
                <a:gd name="connsiteX773" fmla="*/ 63283 w 1459556"/>
                <a:gd name="connsiteY773" fmla="*/ 178975 h 563805"/>
                <a:gd name="connsiteX774" fmla="*/ 61660 w 1459556"/>
                <a:gd name="connsiteY774" fmla="*/ 180598 h 563805"/>
                <a:gd name="connsiteX775" fmla="*/ 60849 w 1459556"/>
                <a:gd name="connsiteY775" fmla="*/ 179786 h 563805"/>
                <a:gd name="connsiteX776" fmla="*/ 61660 w 1459556"/>
                <a:gd name="connsiteY776" fmla="*/ 178975 h 563805"/>
                <a:gd name="connsiteX777" fmla="*/ 60037 w 1459556"/>
                <a:gd name="connsiteY777" fmla="*/ 182222 h 563805"/>
                <a:gd name="connsiteX778" fmla="*/ 61660 w 1459556"/>
                <a:gd name="connsiteY778" fmla="*/ 182222 h 563805"/>
                <a:gd name="connsiteX779" fmla="*/ 60037 w 1459556"/>
                <a:gd name="connsiteY779" fmla="*/ 183846 h 563805"/>
                <a:gd name="connsiteX780" fmla="*/ 59226 w 1459556"/>
                <a:gd name="connsiteY780" fmla="*/ 183034 h 563805"/>
                <a:gd name="connsiteX781" fmla="*/ 60037 w 1459556"/>
                <a:gd name="connsiteY781" fmla="*/ 182222 h 563805"/>
                <a:gd name="connsiteX782" fmla="*/ 26774 w 1459556"/>
                <a:gd name="connsiteY782" fmla="*/ 236618 h 563805"/>
                <a:gd name="connsiteX783" fmla="*/ 29207 w 1459556"/>
                <a:gd name="connsiteY783" fmla="*/ 230935 h 563805"/>
                <a:gd name="connsiteX784" fmla="*/ 30830 w 1459556"/>
                <a:gd name="connsiteY784" fmla="*/ 230935 h 563805"/>
                <a:gd name="connsiteX785" fmla="*/ 26774 w 1459556"/>
                <a:gd name="connsiteY785" fmla="*/ 236618 h 563805"/>
                <a:gd name="connsiteX786" fmla="*/ 31641 w 1459556"/>
                <a:gd name="connsiteY786" fmla="*/ 227687 h 563805"/>
                <a:gd name="connsiteX787" fmla="*/ 33264 w 1459556"/>
                <a:gd name="connsiteY787" fmla="*/ 224440 h 563805"/>
                <a:gd name="connsiteX788" fmla="*/ 34075 w 1459556"/>
                <a:gd name="connsiteY788" fmla="*/ 225252 h 563805"/>
                <a:gd name="connsiteX789" fmla="*/ 31641 w 1459556"/>
                <a:gd name="connsiteY789" fmla="*/ 227687 h 563805"/>
                <a:gd name="connsiteX790" fmla="*/ 36509 w 1459556"/>
                <a:gd name="connsiteY790" fmla="*/ 220380 h 563805"/>
                <a:gd name="connsiteX791" fmla="*/ 36509 w 1459556"/>
                <a:gd name="connsiteY791" fmla="*/ 219569 h 563805"/>
                <a:gd name="connsiteX792" fmla="*/ 38132 w 1459556"/>
                <a:gd name="connsiteY792" fmla="*/ 217945 h 563805"/>
                <a:gd name="connsiteX793" fmla="*/ 38943 w 1459556"/>
                <a:gd name="connsiteY793" fmla="*/ 219569 h 563805"/>
                <a:gd name="connsiteX794" fmla="*/ 36509 w 1459556"/>
                <a:gd name="connsiteY794" fmla="*/ 220380 h 563805"/>
                <a:gd name="connsiteX795" fmla="*/ 46245 w 1459556"/>
                <a:gd name="connsiteY795" fmla="*/ 202519 h 563805"/>
                <a:gd name="connsiteX796" fmla="*/ 50302 w 1459556"/>
                <a:gd name="connsiteY796" fmla="*/ 196024 h 563805"/>
                <a:gd name="connsiteX797" fmla="*/ 52735 w 1459556"/>
                <a:gd name="connsiteY797" fmla="*/ 195212 h 563805"/>
                <a:gd name="connsiteX798" fmla="*/ 51924 w 1459556"/>
                <a:gd name="connsiteY798" fmla="*/ 197648 h 563805"/>
                <a:gd name="connsiteX799" fmla="*/ 50302 w 1459556"/>
                <a:gd name="connsiteY799" fmla="*/ 200895 h 563805"/>
                <a:gd name="connsiteX800" fmla="*/ 44622 w 1459556"/>
                <a:gd name="connsiteY800" fmla="*/ 205766 h 563805"/>
                <a:gd name="connsiteX801" fmla="*/ 46245 w 1459556"/>
                <a:gd name="connsiteY801" fmla="*/ 202519 h 563805"/>
                <a:gd name="connsiteX802" fmla="*/ 42188 w 1459556"/>
                <a:gd name="connsiteY802" fmla="*/ 209014 h 563805"/>
                <a:gd name="connsiteX803" fmla="*/ 43000 w 1459556"/>
                <a:gd name="connsiteY803" fmla="*/ 207390 h 563805"/>
                <a:gd name="connsiteX804" fmla="*/ 44622 w 1459556"/>
                <a:gd name="connsiteY804" fmla="*/ 207390 h 563805"/>
                <a:gd name="connsiteX805" fmla="*/ 43000 w 1459556"/>
                <a:gd name="connsiteY805" fmla="*/ 209014 h 563805"/>
                <a:gd name="connsiteX806" fmla="*/ 42188 w 1459556"/>
                <a:gd name="connsiteY806" fmla="*/ 209014 h 563805"/>
                <a:gd name="connsiteX807" fmla="*/ 263678 w 1459556"/>
                <a:gd name="connsiteY807" fmla="*/ 234182 h 563805"/>
                <a:gd name="connsiteX808" fmla="*/ 230413 w 1459556"/>
                <a:gd name="connsiteY808" fmla="*/ 267469 h 563805"/>
                <a:gd name="connsiteX809" fmla="*/ 216621 w 1459556"/>
                <a:gd name="connsiteY809" fmla="*/ 276400 h 563805"/>
                <a:gd name="connsiteX810" fmla="*/ 225546 w 1459556"/>
                <a:gd name="connsiteY810" fmla="*/ 257727 h 563805"/>
                <a:gd name="connsiteX811" fmla="*/ 229602 w 1459556"/>
                <a:gd name="connsiteY811" fmla="*/ 252044 h 563805"/>
                <a:gd name="connsiteX812" fmla="*/ 275847 w 1459556"/>
                <a:gd name="connsiteY812" fmla="*/ 203331 h 563805"/>
                <a:gd name="connsiteX813" fmla="*/ 276659 w 1459556"/>
                <a:gd name="connsiteY813" fmla="*/ 202519 h 563805"/>
                <a:gd name="connsiteX814" fmla="*/ 281526 w 1459556"/>
                <a:gd name="connsiteY814" fmla="*/ 200083 h 563805"/>
                <a:gd name="connsiteX815" fmla="*/ 288017 w 1459556"/>
                <a:gd name="connsiteY815" fmla="*/ 200083 h 563805"/>
                <a:gd name="connsiteX816" fmla="*/ 263678 w 1459556"/>
                <a:gd name="connsiteY816" fmla="*/ 234182 h 563805"/>
                <a:gd name="connsiteX817" fmla="*/ 369149 w 1459556"/>
                <a:gd name="connsiteY817" fmla="*/ 290202 h 563805"/>
                <a:gd name="connsiteX818" fmla="*/ 366714 w 1459556"/>
                <a:gd name="connsiteY818" fmla="*/ 291014 h 563805"/>
                <a:gd name="connsiteX819" fmla="*/ 368337 w 1459556"/>
                <a:gd name="connsiteY819" fmla="*/ 289390 h 563805"/>
                <a:gd name="connsiteX820" fmla="*/ 369149 w 1459556"/>
                <a:gd name="connsiteY820" fmla="*/ 290202 h 563805"/>
                <a:gd name="connsiteX821" fmla="*/ 383752 w 1459556"/>
                <a:gd name="connsiteY821" fmla="*/ 278836 h 563805"/>
                <a:gd name="connsiteX822" fmla="*/ 383752 w 1459556"/>
                <a:gd name="connsiteY822" fmla="*/ 278024 h 563805"/>
                <a:gd name="connsiteX823" fmla="*/ 386186 w 1459556"/>
                <a:gd name="connsiteY823" fmla="*/ 277212 h 563805"/>
                <a:gd name="connsiteX824" fmla="*/ 383752 w 1459556"/>
                <a:gd name="connsiteY824" fmla="*/ 278836 h 563805"/>
                <a:gd name="connsiteX825" fmla="*/ 405658 w 1459556"/>
                <a:gd name="connsiteY825" fmla="*/ 264222 h 563805"/>
                <a:gd name="connsiteX826" fmla="*/ 401601 w 1459556"/>
                <a:gd name="connsiteY826" fmla="*/ 266657 h 563805"/>
                <a:gd name="connsiteX827" fmla="*/ 399167 w 1459556"/>
                <a:gd name="connsiteY827" fmla="*/ 268281 h 563805"/>
                <a:gd name="connsiteX828" fmla="*/ 401601 w 1459556"/>
                <a:gd name="connsiteY828" fmla="*/ 265846 h 563805"/>
                <a:gd name="connsiteX829" fmla="*/ 404846 w 1459556"/>
                <a:gd name="connsiteY829" fmla="*/ 263410 h 563805"/>
                <a:gd name="connsiteX830" fmla="*/ 406469 w 1459556"/>
                <a:gd name="connsiteY830" fmla="*/ 261786 h 563805"/>
                <a:gd name="connsiteX831" fmla="*/ 407280 w 1459556"/>
                <a:gd name="connsiteY831" fmla="*/ 261786 h 563805"/>
                <a:gd name="connsiteX832" fmla="*/ 405658 w 1459556"/>
                <a:gd name="connsiteY832" fmla="*/ 264222 h 563805"/>
                <a:gd name="connsiteX833" fmla="*/ 409714 w 1459556"/>
                <a:gd name="connsiteY833" fmla="*/ 260974 h 563805"/>
                <a:gd name="connsiteX834" fmla="*/ 421073 w 1459556"/>
                <a:gd name="connsiteY834" fmla="*/ 252044 h 563805"/>
                <a:gd name="connsiteX835" fmla="*/ 419450 w 1459556"/>
                <a:gd name="connsiteY835" fmla="*/ 254479 h 563805"/>
                <a:gd name="connsiteX836" fmla="*/ 417828 w 1459556"/>
                <a:gd name="connsiteY836" fmla="*/ 256103 h 563805"/>
                <a:gd name="connsiteX837" fmla="*/ 409714 w 1459556"/>
                <a:gd name="connsiteY837" fmla="*/ 260974 h 563805"/>
                <a:gd name="connsiteX838" fmla="*/ 419450 w 1459556"/>
                <a:gd name="connsiteY838" fmla="*/ 273153 h 563805"/>
                <a:gd name="connsiteX839" fmla="*/ 419450 w 1459556"/>
                <a:gd name="connsiteY839" fmla="*/ 276400 h 563805"/>
                <a:gd name="connsiteX840" fmla="*/ 417828 w 1459556"/>
                <a:gd name="connsiteY840" fmla="*/ 275588 h 563805"/>
                <a:gd name="connsiteX841" fmla="*/ 419450 w 1459556"/>
                <a:gd name="connsiteY841" fmla="*/ 273153 h 563805"/>
                <a:gd name="connsiteX842" fmla="*/ 396733 w 1459556"/>
                <a:gd name="connsiteY842" fmla="*/ 311311 h 563805"/>
                <a:gd name="connsiteX843" fmla="*/ 398356 w 1459556"/>
                <a:gd name="connsiteY843" fmla="*/ 308063 h 563805"/>
                <a:gd name="connsiteX844" fmla="*/ 396733 w 1459556"/>
                <a:gd name="connsiteY844" fmla="*/ 312123 h 563805"/>
                <a:gd name="connsiteX845" fmla="*/ 396733 w 1459556"/>
                <a:gd name="connsiteY845" fmla="*/ 311311 h 563805"/>
                <a:gd name="connsiteX846" fmla="*/ 388620 w 1459556"/>
                <a:gd name="connsiteY846" fmla="*/ 327548 h 563805"/>
                <a:gd name="connsiteX847" fmla="*/ 389432 w 1459556"/>
                <a:gd name="connsiteY847" fmla="*/ 328360 h 563805"/>
                <a:gd name="connsiteX848" fmla="*/ 387809 w 1459556"/>
                <a:gd name="connsiteY848" fmla="*/ 329172 h 563805"/>
                <a:gd name="connsiteX849" fmla="*/ 388620 w 1459556"/>
                <a:gd name="connsiteY849" fmla="*/ 327548 h 563805"/>
                <a:gd name="connsiteX850" fmla="*/ 381318 w 1459556"/>
                <a:gd name="connsiteY850" fmla="*/ 338915 h 563805"/>
                <a:gd name="connsiteX851" fmla="*/ 382941 w 1459556"/>
                <a:gd name="connsiteY851" fmla="*/ 338915 h 563805"/>
                <a:gd name="connsiteX852" fmla="*/ 379696 w 1459556"/>
                <a:gd name="connsiteY852" fmla="*/ 341351 h 563805"/>
                <a:gd name="connsiteX853" fmla="*/ 381318 w 1459556"/>
                <a:gd name="connsiteY853" fmla="*/ 338915 h 563805"/>
                <a:gd name="connsiteX854" fmla="*/ 362658 w 1459556"/>
                <a:gd name="connsiteY854" fmla="*/ 379509 h 563805"/>
                <a:gd name="connsiteX855" fmla="*/ 364281 w 1459556"/>
                <a:gd name="connsiteY855" fmla="*/ 375449 h 563805"/>
                <a:gd name="connsiteX856" fmla="*/ 368337 w 1459556"/>
                <a:gd name="connsiteY856" fmla="*/ 368954 h 563805"/>
                <a:gd name="connsiteX857" fmla="*/ 369149 w 1459556"/>
                <a:gd name="connsiteY857" fmla="*/ 368954 h 563805"/>
                <a:gd name="connsiteX858" fmla="*/ 368337 w 1459556"/>
                <a:gd name="connsiteY858" fmla="*/ 371390 h 563805"/>
                <a:gd name="connsiteX859" fmla="*/ 366714 w 1459556"/>
                <a:gd name="connsiteY859" fmla="*/ 373826 h 563805"/>
                <a:gd name="connsiteX860" fmla="*/ 365903 w 1459556"/>
                <a:gd name="connsiteY860" fmla="*/ 377073 h 563805"/>
                <a:gd name="connsiteX861" fmla="*/ 361847 w 1459556"/>
                <a:gd name="connsiteY861" fmla="*/ 381133 h 563805"/>
                <a:gd name="connsiteX862" fmla="*/ 362658 w 1459556"/>
                <a:gd name="connsiteY862" fmla="*/ 379509 h 563805"/>
                <a:gd name="connsiteX863" fmla="*/ 369960 w 1459556"/>
                <a:gd name="connsiteY863" fmla="*/ 377073 h 563805"/>
                <a:gd name="connsiteX864" fmla="*/ 366714 w 1459556"/>
                <a:gd name="connsiteY864" fmla="*/ 384380 h 563805"/>
                <a:gd name="connsiteX865" fmla="*/ 368337 w 1459556"/>
                <a:gd name="connsiteY865" fmla="*/ 378697 h 563805"/>
                <a:gd name="connsiteX866" fmla="*/ 369960 w 1459556"/>
                <a:gd name="connsiteY866" fmla="*/ 377073 h 563805"/>
                <a:gd name="connsiteX867" fmla="*/ 356979 w 1459556"/>
                <a:gd name="connsiteY867" fmla="*/ 392499 h 563805"/>
                <a:gd name="connsiteX868" fmla="*/ 360224 w 1459556"/>
                <a:gd name="connsiteY868" fmla="*/ 382756 h 563805"/>
                <a:gd name="connsiteX869" fmla="*/ 361036 w 1459556"/>
                <a:gd name="connsiteY869" fmla="*/ 381945 h 563805"/>
                <a:gd name="connsiteX870" fmla="*/ 360224 w 1459556"/>
                <a:gd name="connsiteY870" fmla="*/ 387628 h 563805"/>
                <a:gd name="connsiteX871" fmla="*/ 358601 w 1459556"/>
                <a:gd name="connsiteY871" fmla="*/ 393311 h 563805"/>
                <a:gd name="connsiteX872" fmla="*/ 353734 w 1459556"/>
                <a:gd name="connsiteY872" fmla="*/ 398994 h 563805"/>
                <a:gd name="connsiteX873" fmla="*/ 356979 w 1459556"/>
                <a:gd name="connsiteY873" fmla="*/ 392499 h 563805"/>
                <a:gd name="connsiteX874" fmla="*/ 360224 w 1459556"/>
                <a:gd name="connsiteY874" fmla="*/ 404677 h 563805"/>
                <a:gd name="connsiteX875" fmla="*/ 359413 w 1459556"/>
                <a:gd name="connsiteY875" fmla="*/ 404677 h 563805"/>
                <a:gd name="connsiteX876" fmla="*/ 358601 w 1459556"/>
                <a:gd name="connsiteY876" fmla="*/ 403053 h 563805"/>
                <a:gd name="connsiteX877" fmla="*/ 359413 w 1459556"/>
                <a:gd name="connsiteY877" fmla="*/ 402242 h 563805"/>
                <a:gd name="connsiteX878" fmla="*/ 360224 w 1459556"/>
                <a:gd name="connsiteY878" fmla="*/ 404677 h 563805"/>
                <a:gd name="connsiteX879" fmla="*/ 353734 w 1459556"/>
                <a:gd name="connsiteY879" fmla="*/ 407113 h 563805"/>
                <a:gd name="connsiteX880" fmla="*/ 354545 w 1459556"/>
                <a:gd name="connsiteY880" fmla="*/ 404677 h 563805"/>
                <a:gd name="connsiteX881" fmla="*/ 355356 w 1459556"/>
                <a:gd name="connsiteY881" fmla="*/ 402242 h 563805"/>
                <a:gd name="connsiteX882" fmla="*/ 356979 w 1459556"/>
                <a:gd name="connsiteY882" fmla="*/ 402242 h 563805"/>
                <a:gd name="connsiteX883" fmla="*/ 352922 w 1459556"/>
                <a:gd name="connsiteY883" fmla="*/ 411172 h 563805"/>
                <a:gd name="connsiteX884" fmla="*/ 353734 w 1459556"/>
                <a:gd name="connsiteY884" fmla="*/ 407113 h 563805"/>
                <a:gd name="connsiteX885" fmla="*/ 355356 w 1459556"/>
                <a:gd name="connsiteY885" fmla="*/ 416043 h 563805"/>
                <a:gd name="connsiteX886" fmla="*/ 356979 w 1459556"/>
                <a:gd name="connsiteY886" fmla="*/ 415232 h 563805"/>
                <a:gd name="connsiteX887" fmla="*/ 357790 w 1459556"/>
                <a:gd name="connsiteY887" fmla="*/ 416043 h 563805"/>
                <a:gd name="connsiteX888" fmla="*/ 356979 w 1459556"/>
                <a:gd name="connsiteY888" fmla="*/ 416855 h 563805"/>
                <a:gd name="connsiteX889" fmla="*/ 355356 w 1459556"/>
                <a:gd name="connsiteY889" fmla="*/ 416043 h 563805"/>
                <a:gd name="connsiteX890" fmla="*/ 356167 w 1459556"/>
                <a:gd name="connsiteY890" fmla="*/ 419291 h 563805"/>
                <a:gd name="connsiteX891" fmla="*/ 354545 w 1459556"/>
                <a:gd name="connsiteY891" fmla="*/ 426598 h 563805"/>
                <a:gd name="connsiteX892" fmla="*/ 354545 w 1459556"/>
                <a:gd name="connsiteY892" fmla="*/ 423350 h 563805"/>
                <a:gd name="connsiteX893" fmla="*/ 355356 w 1459556"/>
                <a:gd name="connsiteY893" fmla="*/ 419291 h 563805"/>
                <a:gd name="connsiteX894" fmla="*/ 356167 w 1459556"/>
                <a:gd name="connsiteY894" fmla="*/ 419291 h 563805"/>
                <a:gd name="connsiteX895" fmla="*/ 350488 w 1459556"/>
                <a:gd name="connsiteY895" fmla="*/ 421727 h 563805"/>
                <a:gd name="connsiteX896" fmla="*/ 349677 w 1459556"/>
                <a:gd name="connsiteY896" fmla="*/ 421727 h 563805"/>
                <a:gd name="connsiteX897" fmla="*/ 350488 w 1459556"/>
                <a:gd name="connsiteY897" fmla="*/ 419291 h 563805"/>
                <a:gd name="connsiteX898" fmla="*/ 350488 w 1459556"/>
                <a:gd name="connsiteY898" fmla="*/ 421727 h 563805"/>
                <a:gd name="connsiteX899" fmla="*/ 351300 w 1459556"/>
                <a:gd name="connsiteY899" fmla="*/ 416855 h 563805"/>
                <a:gd name="connsiteX900" fmla="*/ 350488 w 1459556"/>
                <a:gd name="connsiteY900" fmla="*/ 415232 h 563805"/>
                <a:gd name="connsiteX901" fmla="*/ 351300 w 1459556"/>
                <a:gd name="connsiteY901" fmla="*/ 412796 h 563805"/>
                <a:gd name="connsiteX902" fmla="*/ 352111 w 1459556"/>
                <a:gd name="connsiteY902" fmla="*/ 414420 h 563805"/>
                <a:gd name="connsiteX903" fmla="*/ 351300 w 1459556"/>
                <a:gd name="connsiteY903" fmla="*/ 416855 h 563805"/>
                <a:gd name="connsiteX904" fmla="*/ 354545 w 1459556"/>
                <a:gd name="connsiteY904" fmla="*/ 441212 h 563805"/>
                <a:gd name="connsiteX905" fmla="*/ 353734 w 1459556"/>
                <a:gd name="connsiteY905" fmla="*/ 440400 h 563805"/>
                <a:gd name="connsiteX906" fmla="*/ 355356 w 1459556"/>
                <a:gd name="connsiteY906" fmla="*/ 439588 h 563805"/>
                <a:gd name="connsiteX907" fmla="*/ 354545 w 1459556"/>
                <a:gd name="connsiteY907" fmla="*/ 441212 h 563805"/>
                <a:gd name="connsiteX908" fmla="*/ 355356 w 1459556"/>
                <a:gd name="connsiteY908" fmla="*/ 433905 h 563805"/>
                <a:gd name="connsiteX909" fmla="*/ 352922 w 1459556"/>
                <a:gd name="connsiteY909" fmla="*/ 436340 h 563805"/>
                <a:gd name="connsiteX910" fmla="*/ 354545 w 1459556"/>
                <a:gd name="connsiteY910" fmla="*/ 433905 h 563805"/>
                <a:gd name="connsiteX911" fmla="*/ 356979 w 1459556"/>
                <a:gd name="connsiteY911" fmla="*/ 430657 h 563805"/>
                <a:gd name="connsiteX912" fmla="*/ 355356 w 1459556"/>
                <a:gd name="connsiteY912" fmla="*/ 433905 h 563805"/>
                <a:gd name="connsiteX913" fmla="*/ 357790 w 1459556"/>
                <a:gd name="connsiteY913" fmla="*/ 410360 h 563805"/>
                <a:gd name="connsiteX914" fmla="*/ 356167 w 1459556"/>
                <a:gd name="connsiteY914" fmla="*/ 410360 h 563805"/>
                <a:gd name="connsiteX915" fmla="*/ 357790 w 1459556"/>
                <a:gd name="connsiteY915" fmla="*/ 407113 h 563805"/>
                <a:gd name="connsiteX916" fmla="*/ 357790 w 1459556"/>
                <a:gd name="connsiteY916" fmla="*/ 410360 h 563805"/>
                <a:gd name="connsiteX917" fmla="*/ 364281 w 1459556"/>
                <a:gd name="connsiteY917" fmla="*/ 408737 h 563805"/>
                <a:gd name="connsiteX918" fmla="*/ 363469 w 1459556"/>
                <a:gd name="connsiteY918" fmla="*/ 408737 h 563805"/>
                <a:gd name="connsiteX919" fmla="*/ 361847 w 1459556"/>
                <a:gd name="connsiteY919" fmla="*/ 410360 h 563805"/>
                <a:gd name="connsiteX920" fmla="*/ 361036 w 1459556"/>
                <a:gd name="connsiteY920" fmla="*/ 407113 h 563805"/>
                <a:gd name="connsiteX921" fmla="*/ 365092 w 1459556"/>
                <a:gd name="connsiteY921" fmla="*/ 404677 h 563805"/>
                <a:gd name="connsiteX922" fmla="*/ 364281 w 1459556"/>
                <a:gd name="connsiteY922" fmla="*/ 405489 h 563805"/>
                <a:gd name="connsiteX923" fmla="*/ 362658 w 1459556"/>
                <a:gd name="connsiteY923" fmla="*/ 405489 h 563805"/>
                <a:gd name="connsiteX924" fmla="*/ 364281 w 1459556"/>
                <a:gd name="connsiteY924" fmla="*/ 407113 h 563805"/>
                <a:gd name="connsiteX925" fmla="*/ 364281 w 1459556"/>
                <a:gd name="connsiteY925" fmla="*/ 408737 h 563805"/>
                <a:gd name="connsiteX926" fmla="*/ 365092 w 1459556"/>
                <a:gd name="connsiteY926" fmla="*/ 390875 h 563805"/>
                <a:gd name="connsiteX927" fmla="*/ 362658 w 1459556"/>
                <a:gd name="connsiteY927" fmla="*/ 396558 h 563805"/>
                <a:gd name="connsiteX928" fmla="*/ 361036 w 1459556"/>
                <a:gd name="connsiteY928" fmla="*/ 399806 h 563805"/>
                <a:gd name="connsiteX929" fmla="*/ 361847 w 1459556"/>
                <a:gd name="connsiteY929" fmla="*/ 394123 h 563805"/>
                <a:gd name="connsiteX930" fmla="*/ 365092 w 1459556"/>
                <a:gd name="connsiteY930" fmla="*/ 386004 h 563805"/>
                <a:gd name="connsiteX931" fmla="*/ 365092 w 1459556"/>
                <a:gd name="connsiteY931" fmla="*/ 390875 h 563805"/>
                <a:gd name="connsiteX932" fmla="*/ 367526 w 1459556"/>
                <a:gd name="connsiteY932" fmla="*/ 406301 h 563805"/>
                <a:gd name="connsiteX933" fmla="*/ 367526 w 1459556"/>
                <a:gd name="connsiteY933" fmla="*/ 403865 h 563805"/>
                <a:gd name="connsiteX934" fmla="*/ 368337 w 1459556"/>
                <a:gd name="connsiteY934" fmla="*/ 405489 h 563805"/>
                <a:gd name="connsiteX935" fmla="*/ 367526 w 1459556"/>
                <a:gd name="connsiteY935" fmla="*/ 406301 h 563805"/>
                <a:gd name="connsiteX936" fmla="*/ 369149 w 1459556"/>
                <a:gd name="connsiteY936" fmla="*/ 387628 h 563805"/>
                <a:gd name="connsiteX937" fmla="*/ 368337 w 1459556"/>
                <a:gd name="connsiteY937" fmla="*/ 390063 h 563805"/>
                <a:gd name="connsiteX938" fmla="*/ 367526 w 1459556"/>
                <a:gd name="connsiteY938" fmla="*/ 392499 h 563805"/>
                <a:gd name="connsiteX939" fmla="*/ 366714 w 1459556"/>
                <a:gd name="connsiteY939" fmla="*/ 391687 h 563805"/>
                <a:gd name="connsiteX940" fmla="*/ 370771 w 1459556"/>
                <a:gd name="connsiteY940" fmla="*/ 383568 h 563805"/>
                <a:gd name="connsiteX941" fmla="*/ 371583 w 1459556"/>
                <a:gd name="connsiteY941" fmla="*/ 385192 h 563805"/>
                <a:gd name="connsiteX942" fmla="*/ 369149 w 1459556"/>
                <a:gd name="connsiteY942" fmla="*/ 387628 h 563805"/>
                <a:gd name="connsiteX943" fmla="*/ 369960 w 1459556"/>
                <a:gd name="connsiteY943" fmla="*/ 374638 h 563805"/>
                <a:gd name="connsiteX944" fmla="*/ 370771 w 1459556"/>
                <a:gd name="connsiteY944" fmla="*/ 371390 h 563805"/>
                <a:gd name="connsiteX945" fmla="*/ 373205 w 1459556"/>
                <a:gd name="connsiteY945" fmla="*/ 368954 h 563805"/>
                <a:gd name="connsiteX946" fmla="*/ 372394 w 1459556"/>
                <a:gd name="connsiteY946" fmla="*/ 372202 h 563805"/>
                <a:gd name="connsiteX947" fmla="*/ 369960 w 1459556"/>
                <a:gd name="connsiteY947" fmla="*/ 374638 h 563805"/>
                <a:gd name="connsiteX948" fmla="*/ 371583 w 1459556"/>
                <a:gd name="connsiteY948" fmla="*/ 380321 h 563805"/>
                <a:gd name="connsiteX949" fmla="*/ 373205 w 1459556"/>
                <a:gd name="connsiteY949" fmla="*/ 377073 h 563805"/>
                <a:gd name="connsiteX950" fmla="*/ 373205 w 1459556"/>
                <a:gd name="connsiteY950" fmla="*/ 378697 h 563805"/>
                <a:gd name="connsiteX951" fmla="*/ 371583 w 1459556"/>
                <a:gd name="connsiteY951" fmla="*/ 380321 h 563805"/>
                <a:gd name="connsiteX952" fmla="*/ 375639 w 1459556"/>
                <a:gd name="connsiteY952" fmla="*/ 390875 h 563805"/>
                <a:gd name="connsiteX953" fmla="*/ 374016 w 1459556"/>
                <a:gd name="connsiteY953" fmla="*/ 389251 h 563805"/>
                <a:gd name="connsiteX954" fmla="*/ 375639 w 1459556"/>
                <a:gd name="connsiteY954" fmla="*/ 387628 h 563805"/>
                <a:gd name="connsiteX955" fmla="*/ 376450 w 1459556"/>
                <a:gd name="connsiteY955" fmla="*/ 389251 h 563805"/>
                <a:gd name="connsiteX956" fmla="*/ 375639 w 1459556"/>
                <a:gd name="connsiteY956" fmla="*/ 390875 h 563805"/>
                <a:gd name="connsiteX957" fmla="*/ 382941 w 1459556"/>
                <a:gd name="connsiteY957" fmla="*/ 382756 h 563805"/>
                <a:gd name="connsiteX958" fmla="*/ 382130 w 1459556"/>
                <a:gd name="connsiteY958" fmla="*/ 385192 h 563805"/>
                <a:gd name="connsiteX959" fmla="*/ 382130 w 1459556"/>
                <a:gd name="connsiteY959" fmla="*/ 381133 h 563805"/>
                <a:gd name="connsiteX960" fmla="*/ 382941 w 1459556"/>
                <a:gd name="connsiteY960" fmla="*/ 382756 h 563805"/>
                <a:gd name="connsiteX961" fmla="*/ 382941 w 1459556"/>
                <a:gd name="connsiteY961" fmla="*/ 373826 h 563805"/>
                <a:gd name="connsiteX962" fmla="*/ 381318 w 1459556"/>
                <a:gd name="connsiteY962" fmla="*/ 374638 h 563805"/>
                <a:gd name="connsiteX963" fmla="*/ 382130 w 1459556"/>
                <a:gd name="connsiteY963" fmla="*/ 373014 h 563805"/>
                <a:gd name="connsiteX964" fmla="*/ 382941 w 1459556"/>
                <a:gd name="connsiteY964" fmla="*/ 373826 h 563805"/>
                <a:gd name="connsiteX965" fmla="*/ 383752 w 1459556"/>
                <a:gd name="connsiteY965" fmla="*/ 355964 h 563805"/>
                <a:gd name="connsiteX966" fmla="*/ 380507 w 1459556"/>
                <a:gd name="connsiteY966" fmla="*/ 361648 h 563805"/>
                <a:gd name="connsiteX967" fmla="*/ 378073 w 1459556"/>
                <a:gd name="connsiteY967" fmla="*/ 366519 h 563805"/>
                <a:gd name="connsiteX968" fmla="*/ 378884 w 1459556"/>
                <a:gd name="connsiteY968" fmla="*/ 358400 h 563805"/>
                <a:gd name="connsiteX969" fmla="*/ 376450 w 1459556"/>
                <a:gd name="connsiteY969" fmla="*/ 363271 h 563805"/>
                <a:gd name="connsiteX970" fmla="*/ 373205 w 1459556"/>
                <a:gd name="connsiteY970" fmla="*/ 367331 h 563805"/>
                <a:gd name="connsiteX971" fmla="*/ 369960 w 1459556"/>
                <a:gd name="connsiteY971" fmla="*/ 366519 h 563805"/>
                <a:gd name="connsiteX972" fmla="*/ 368337 w 1459556"/>
                <a:gd name="connsiteY972" fmla="*/ 365707 h 563805"/>
                <a:gd name="connsiteX973" fmla="*/ 370771 w 1459556"/>
                <a:gd name="connsiteY973" fmla="*/ 364895 h 563805"/>
                <a:gd name="connsiteX974" fmla="*/ 374016 w 1459556"/>
                <a:gd name="connsiteY974" fmla="*/ 364083 h 563805"/>
                <a:gd name="connsiteX975" fmla="*/ 374016 w 1459556"/>
                <a:gd name="connsiteY975" fmla="*/ 362459 h 563805"/>
                <a:gd name="connsiteX976" fmla="*/ 374828 w 1459556"/>
                <a:gd name="connsiteY976" fmla="*/ 360024 h 563805"/>
                <a:gd name="connsiteX977" fmla="*/ 374828 w 1459556"/>
                <a:gd name="connsiteY977" fmla="*/ 356776 h 563805"/>
                <a:gd name="connsiteX978" fmla="*/ 372394 w 1459556"/>
                <a:gd name="connsiteY978" fmla="*/ 359212 h 563805"/>
                <a:gd name="connsiteX979" fmla="*/ 370771 w 1459556"/>
                <a:gd name="connsiteY979" fmla="*/ 362459 h 563805"/>
                <a:gd name="connsiteX980" fmla="*/ 368337 w 1459556"/>
                <a:gd name="connsiteY980" fmla="*/ 363271 h 563805"/>
                <a:gd name="connsiteX981" fmla="*/ 369149 w 1459556"/>
                <a:gd name="connsiteY981" fmla="*/ 361648 h 563805"/>
                <a:gd name="connsiteX982" fmla="*/ 370771 w 1459556"/>
                <a:gd name="connsiteY982" fmla="*/ 360024 h 563805"/>
                <a:gd name="connsiteX983" fmla="*/ 378884 w 1459556"/>
                <a:gd name="connsiteY983" fmla="*/ 343786 h 563805"/>
                <a:gd name="connsiteX984" fmla="*/ 377262 w 1459556"/>
                <a:gd name="connsiteY984" fmla="*/ 348657 h 563805"/>
                <a:gd name="connsiteX985" fmla="*/ 374828 w 1459556"/>
                <a:gd name="connsiteY985" fmla="*/ 351093 h 563805"/>
                <a:gd name="connsiteX986" fmla="*/ 377262 w 1459556"/>
                <a:gd name="connsiteY986" fmla="*/ 351093 h 563805"/>
                <a:gd name="connsiteX987" fmla="*/ 378884 w 1459556"/>
                <a:gd name="connsiteY987" fmla="*/ 355152 h 563805"/>
                <a:gd name="connsiteX988" fmla="*/ 378884 w 1459556"/>
                <a:gd name="connsiteY988" fmla="*/ 357588 h 563805"/>
                <a:gd name="connsiteX989" fmla="*/ 380507 w 1459556"/>
                <a:gd name="connsiteY989" fmla="*/ 355964 h 563805"/>
                <a:gd name="connsiteX990" fmla="*/ 382130 w 1459556"/>
                <a:gd name="connsiteY990" fmla="*/ 353529 h 563805"/>
                <a:gd name="connsiteX991" fmla="*/ 383752 w 1459556"/>
                <a:gd name="connsiteY991" fmla="*/ 355964 h 563805"/>
                <a:gd name="connsiteX992" fmla="*/ 386186 w 1459556"/>
                <a:gd name="connsiteY992" fmla="*/ 351905 h 563805"/>
                <a:gd name="connsiteX993" fmla="*/ 385375 w 1459556"/>
                <a:gd name="connsiteY993" fmla="*/ 351093 h 563805"/>
                <a:gd name="connsiteX994" fmla="*/ 386186 w 1459556"/>
                <a:gd name="connsiteY994" fmla="*/ 349469 h 563805"/>
                <a:gd name="connsiteX995" fmla="*/ 387809 w 1459556"/>
                <a:gd name="connsiteY995" fmla="*/ 351093 h 563805"/>
                <a:gd name="connsiteX996" fmla="*/ 386186 w 1459556"/>
                <a:gd name="connsiteY996" fmla="*/ 351905 h 563805"/>
                <a:gd name="connsiteX997" fmla="*/ 393488 w 1459556"/>
                <a:gd name="connsiteY997" fmla="*/ 351905 h 563805"/>
                <a:gd name="connsiteX998" fmla="*/ 393488 w 1459556"/>
                <a:gd name="connsiteY998" fmla="*/ 351905 h 563805"/>
                <a:gd name="connsiteX999" fmla="*/ 395110 w 1459556"/>
                <a:gd name="connsiteY999" fmla="*/ 351093 h 563805"/>
                <a:gd name="connsiteX1000" fmla="*/ 393488 w 1459556"/>
                <a:gd name="connsiteY1000" fmla="*/ 351905 h 563805"/>
                <a:gd name="connsiteX1001" fmla="*/ 424318 w 1459556"/>
                <a:gd name="connsiteY1001" fmla="*/ 278024 h 563805"/>
                <a:gd name="connsiteX1002" fmla="*/ 421073 w 1459556"/>
                <a:gd name="connsiteY1002" fmla="*/ 280460 h 563805"/>
                <a:gd name="connsiteX1003" fmla="*/ 421073 w 1459556"/>
                <a:gd name="connsiteY1003" fmla="*/ 283707 h 563805"/>
                <a:gd name="connsiteX1004" fmla="*/ 421884 w 1459556"/>
                <a:gd name="connsiteY1004" fmla="*/ 284519 h 563805"/>
                <a:gd name="connsiteX1005" fmla="*/ 419450 w 1459556"/>
                <a:gd name="connsiteY1005" fmla="*/ 285331 h 563805"/>
                <a:gd name="connsiteX1006" fmla="*/ 418639 w 1459556"/>
                <a:gd name="connsiteY1006" fmla="*/ 286143 h 563805"/>
                <a:gd name="connsiteX1007" fmla="*/ 417016 w 1459556"/>
                <a:gd name="connsiteY1007" fmla="*/ 288578 h 563805"/>
                <a:gd name="connsiteX1008" fmla="*/ 414582 w 1459556"/>
                <a:gd name="connsiteY1008" fmla="*/ 285331 h 563805"/>
                <a:gd name="connsiteX1009" fmla="*/ 413771 w 1459556"/>
                <a:gd name="connsiteY1009" fmla="*/ 285331 h 563805"/>
                <a:gd name="connsiteX1010" fmla="*/ 417016 w 1459556"/>
                <a:gd name="connsiteY1010" fmla="*/ 289390 h 563805"/>
                <a:gd name="connsiteX1011" fmla="*/ 419450 w 1459556"/>
                <a:gd name="connsiteY1011" fmla="*/ 289390 h 563805"/>
                <a:gd name="connsiteX1012" fmla="*/ 417828 w 1459556"/>
                <a:gd name="connsiteY1012" fmla="*/ 291014 h 563805"/>
                <a:gd name="connsiteX1013" fmla="*/ 415393 w 1459556"/>
                <a:gd name="connsiteY1013" fmla="*/ 292638 h 563805"/>
                <a:gd name="connsiteX1014" fmla="*/ 413771 w 1459556"/>
                <a:gd name="connsiteY1014" fmla="*/ 294261 h 563805"/>
                <a:gd name="connsiteX1015" fmla="*/ 411337 w 1459556"/>
                <a:gd name="connsiteY1015" fmla="*/ 295073 h 563805"/>
                <a:gd name="connsiteX1016" fmla="*/ 412148 w 1459556"/>
                <a:gd name="connsiteY1016" fmla="*/ 295073 h 563805"/>
                <a:gd name="connsiteX1017" fmla="*/ 411337 w 1459556"/>
                <a:gd name="connsiteY1017" fmla="*/ 297509 h 563805"/>
                <a:gd name="connsiteX1018" fmla="*/ 411337 w 1459556"/>
                <a:gd name="connsiteY1018" fmla="*/ 298321 h 563805"/>
                <a:gd name="connsiteX1019" fmla="*/ 412148 w 1459556"/>
                <a:gd name="connsiteY1019" fmla="*/ 299945 h 563805"/>
                <a:gd name="connsiteX1020" fmla="*/ 411337 w 1459556"/>
                <a:gd name="connsiteY1020" fmla="*/ 302380 h 563805"/>
                <a:gd name="connsiteX1021" fmla="*/ 408903 w 1459556"/>
                <a:gd name="connsiteY1021" fmla="*/ 303192 h 563805"/>
                <a:gd name="connsiteX1022" fmla="*/ 407280 w 1459556"/>
                <a:gd name="connsiteY1022" fmla="*/ 304004 h 563805"/>
                <a:gd name="connsiteX1023" fmla="*/ 405658 w 1459556"/>
                <a:gd name="connsiteY1023" fmla="*/ 306440 h 563805"/>
                <a:gd name="connsiteX1024" fmla="*/ 404035 w 1459556"/>
                <a:gd name="connsiteY1024" fmla="*/ 310499 h 563805"/>
                <a:gd name="connsiteX1025" fmla="*/ 404035 w 1459556"/>
                <a:gd name="connsiteY1025" fmla="*/ 312123 h 563805"/>
                <a:gd name="connsiteX1026" fmla="*/ 399979 w 1459556"/>
                <a:gd name="connsiteY1026" fmla="*/ 315370 h 563805"/>
                <a:gd name="connsiteX1027" fmla="*/ 399167 w 1459556"/>
                <a:gd name="connsiteY1027" fmla="*/ 319430 h 563805"/>
                <a:gd name="connsiteX1028" fmla="*/ 400790 w 1459556"/>
                <a:gd name="connsiteY1028" fmla="*/ 320242 h 563805"/>
                <a:gd name="connsiteX1029" fmla="*/ 396733 w 1459556"/>
                <a:gd name="connsiteY1029" fmla="*/ 324301 h 563805"/>
                <a:gd name="connsiteX1030" fmla="*/ 395922 w 1459556"/>
                <a:gd name="connsiteY1030" fmla="*/ 325113 h 563805"/>
                <a:gd name="connsiteX1031" fmla="*/ 397545 w 1459556"/>
                <a:gd name="connsiteY1031" fmla="*/ 326737 h 563805"/>
                <a:gd name="connsiteX1032" fmla="*/ 395922 w 1459556"/>
                <a:gd name="connsiteY1032" fmla="*/ 328360 h 563805"/>
                <a:gd name="connsiteX1033" fmla="*/ 391865 w 1459556"/>
                <a:gd name="connsiteY1033" fmla="*/ 333232 h 563805"/>
                <a:gd name="connsiteX1034" fmla="*/ 394299 w 1459556"/>
                <a:gd name="connsiteY1034" fmla="*/ 334855 h 563805"/>
                <a:gd name="connsiteX1035" fmla="*/ 395922 w 1459556"/>
                <a:gd name="connsiteY1035" fmla="*/ 334044 h 563805"/>
                <a:gd name="connsiteX1036" fmla="*/ 395922 w 1459556"/>
                <a:gd name="connsiteY1036" fmla="*/ 335667 h 563805"/>
                <a:gd name="connsiteX1037" fmla="*/ 394299 w 1459556"/>
                <a:gd name="connsiteY1037" fmla="*/ 336479 h 563805"/>
                <a:gd name="connsiteX1038" fmla="*/ 392677 w 1459556"/>
                <a:gd name="connsiteY1038" fmla="*/ 337291 h 563805"/>
                <a:gd name="connsiteX1039" fmla="*/ 391054 w 1459556"/>
                <a:gd name="connsiteY1039" fmla="*/ 338103 h 563805"/>
                <a:gd name="connsiteX1040" fmla="*/ 388620 w 1459556"/>
                <a:gd name="connsiteY1040" fmla="*/ 339727 h 563805"/>
                <a:gd name="connsiteX1041" fmla="*/ 387809 w 1459556"/>
                <a:gd name="connsiteY1041" fmla="*/ 342162 h 563805"/>
                <a:gd name="connsiteX1042" fmla="*/ 382941 w 1459556"/>
                <a:gd name="connsiteY1042" fmla="*/ 351905 h 563805"/>
                <a:gd name="connsiteX1043" fmla="*/ 384563 w 1459556"/>
                <a:gd name="connsiteY1043" fmla="*/ 343786 h 563805"/>
                <a:gd name="connsiteX1044" fmla="*/ 385375 w 1459556"/>
                <a:gd name="connsiteY1044" fmla="*/ 336479 h 563805"/>
                <a:gd name="connsiteX1045" fmla="*/ 385375 w 1459556"/>
                <a:gd name="connsiteY1045" fmla="*/ 333232 h 563805"/>
                <a:gd name="connsiteX1046" fmla="*/ 386997 w 1459556"/>
                <a:gd name="connsiteY1046" fmla="*/ 332420 h 563805"/>
                <a:gd name="connsiteX1047" fmla="*/ 390243 w 1459556"/>
                <a:gd name="connsiteY1047" fmla="*/ 331608 h 563805"/>
                <a:gd name="connsiteX1048" fmla="*/ 391865 w 1459556"/>
                <a:gd name="connsiteY1048" fmla="*/ 327548 h 563805"/>
                <a:gd name="connsiteX1049" fmla="*/ 390243 w 1459556"/>
                <a:gd name="connsiteY1049" fmla="*/ 324301 h 563805"/>
                <a:gd name="connsiteX1050" fmla="*/ 390243 w 1459556"/>
                <a:gd name="connsiteY1050" fmla="*/ 322677 h 563805"/>
                <a:gd name="connsiteX1051" fmla="*/ 393488 w 1459556"/>
                <a:gd name="connsiteY1051" fmla="*/ 321865 h 563805"/>
                <a:gd name="connsiteX1052" fmla="*/ 396733 w 1459556"/>
                <a:gd name="connsiteY1052" fmla="*/ 319430 h 563805"/>
                <a:gd name="connsiteX1053" fmla="*/ 395922 w 1459556"/>
                <a:gd name="connsiteY1053" fmla="*/ 318618 h 563805"/>
                <a:gd name="connsiteX1054" fmla="*/ 393488 w 1459556"/>
                <a:gd name="connsiteY1054" fmla="*/ 316994 h 563805"/>
                <a:gd name="connsiteX1055" fmla="*/ 395922 w 1459556"/>
                <a:gd name="connsiteY1055" fmla="*/ 316182 h 563805"/>
                <a:gd name="connsiteX1056" fmla="*/ 399167 w 1459556"/>
                <a:gd name="connsiteY1056" fmla="*/ 313747 h 563805"/>
                <a:gd name="connsiteX1057" fmla="*/ 401601 w 1459556"/>
                <a:gd name="connsiteY1057" fmla="*/ 310499 h 563805"/>
                <a:gd name="connsiteX1058" fmla="*/ 400790 w 1459556"/>
                <a:gd name="connsiteY1058" fmla="*/ 308875 h 563805"/>
                <a:gd name="connsiteX1059" fmla="*/ 399979 w 1459556"/>
                <a:gd name="connsiteY1059" fmla="*/ 304816 h 563805"/>
                <a:gd name="connsiteX1060" fmla="*/ 402412 w 1459556"/>
                <a:gd name="connsiteY1060" fmla="*/ 299133 h 563805"/>
                <a:gd name="connsiteX1061" fmla="*/ 405658 w 1459556"/>
                <a:gd name="connsiteY1061" fmla="*/ 295885 h 563805"/>
                <a:gd name="connsiteX1062" fmla="*/ 406469 w 1459556"/>
                <a:gd name="connsiteY1062" fmla="*/ 294261 h 563805"/>
                <a:gd name="connsiteX1063" fmla="*/ 408092 w 1459556"/>
                <a:gd name="connsiteY1063" fmla="*/ 292638 h 563805"/>
                <a:gd name="connsiteX1064" fmla="*/ 409714 w 1459556"/>
                <a:gd name="connsiteY1064" fmla="*/ 290202 h 563805"/>
                <a:gd name="connsiteX1065" fmla="*/ 415393 w 1459556"/>
                <a:gd name="connsiteY1065" fmla="*/ 281271 h 563805"/>
                <a:gd name="connsiteX1066" fmla="*/ 415393 w 1459556"/>
                <a:gd name="connsiteY1066" fmla="*/ 282895 h 563805"/>
                <a:gd name="connsiteX1067" fmla="*/ 415393 w 1459556"/>
                <a:gd name="connsiteY1067" fmla="*/ 284519 h 563805"/>
                <a:gd name="connsiteX1068" fmla="*/ 417016 w 1459556"/>
                <a:gd name="connsiteY1068" fmla="*/ 283707 h 563805"/>
                <a:gd name="connsiteX1069" fmla="*/ 418639 w 1459556"/>
                <a:gd name="connsiteY1069" fmla="*/ 278836 h 563805"/>
                <a:gd name="connsiteX1070" fmla="*/ 421073 w 1459556"/>
                <a:gd name="connsiteY1070" fmla="*/ 273964 h 563805"/>
                <a:gd name="connsiteX1071" fmla="*/ 420261 w 1459556"/>
                <a:gd name="connsiteY1071" fmla="*/ 272341 h 563805"/>
                <a:gd name="connsiteX1072" fmla="*/ 420261 w 1459556"/>
                <a:gd name="connsiteY1072" fmla="*/ 270717 h 563805"/>
                <a:gd name="connsiteX1073" fmla="*/ 424318 w 1459556"/>
                <a:gd name="connsiteY1073" fmla="*/ 266657 h 563805"/>
                <a:gd name="connsiteX1074" fmla="*/ 425129 w 1459556"/>
                <a:gd name="connsiteY1074" fmla="*/ 269905 h 563805"/>
                <a:gd name="connsiteX1075" fmla="*/ 425129 w 1459556"/>
                <a:gd name="connsiteY1075" fmla="*/ 272341 h 563805"/>
                <a:gd name="connsiteX1076" fmla="*/ 425941 w 1459556"/>
                <a:gd name="connsiteY1076" fmla="*/ 273964 h 563805"/>
                <a:gd name="connsiteX1077" fmla="*/ 427563 w 1459556"/>
                <a:gd name="connsiteY1077" fmla="*/ 276400 h 563805"/>
                <a:gd name="connsiteX1078" fmla="*/ 424318 w 1459556"/>
                <a:gd name="connsiteY1078" fmla="*/ 278024 h 563805"/>
                <a:gd name="connsiteX1079" fmla="*/ 429186 w 1459556"/>
                <a:gd name="connsiteY1079" fmla="*/ 284519 h 563805"/>
                <a:gd name="connsiteX1080" fmla="*/ 428375 w 1459556"/>
                <a:gd name="connsiteY1080" fmla="*/ 283707 h 563805"/>
                <a:gd name="connsiteX1081" fmla="*/ 429186 w 1459556"/>
                <a:gd name="connsiteY1081" fmla="*/ 282895 h 563805"/>
                <a:gd name="connsiteX1082" fmla="*/ 430808 w 1459556"/>
                <a:gd name="connsiteY1082" fmla="*/ 283707 h 563805"/>
                <a:gd name="connsiteX1083" fmla="*/ 429186 w 1459556"/>
                <a:gd name="connsiteY1083" fmla="*/ 284519 h 563805"/>
                <a:gd name="connsiteX1084" fmla="*/ 433242 w 1459556"/>
                <a:gd name="connsiteY1084" fmla="*/ 276400 h 563805"/>
                <a:gd name="connsiteX1085" fmla="*/ 430808 w 1459556"/>
                <a:gd name="connsiteY1085" fmla="*/ 275588 h 563805"/>
                <a:gd name="connsiteX1086" fmla="*/ 433242 w 1459556"/>
                <a:gd name="connsiteY1086" fmla="*/ 274776 h 563805"/>
                <a:gd name="connsiteX1087" fmla="*/ 433242 w 1459556"/>
                <a:gd name="connsiteY1087" fmla="*/ 276400 h 563805"/>
                <a:gd name="connsiteX1088" fmla="*/ 451091 w 1459556"/>
                <a:gd name="connsiteY1088" fmla="*/ 232559 h 563805"/>
                <a:gd name="connsiteX1089" fmla="*/ 451091 w 1459556"/>
                <a:gd name="connsiteY1089" fmla="*/ 233370 h 563805"/>
                <a:gd name="connsiteX1090" fmla="*/ 448657 w 1459556"/>
                <a:gd name="connsiteY1090" fmla="*/ 231747 h 563805"/>
                <a:gd name="connsiteX1091" fmla="*/ 448657 w 1459556"/>
                <a:gd name="connsiteY1091" fmla="*/ 234182 h 563805"/>
                <a:gd name="connsiteX1092" fmla="*/ 449469 w 1459556"/>
                <a:gd name="connsiteY1092" fmla="*/ 235806 h 563805"/>
                <a:gd name="connsiteX1093" fmla="*/ 442978 w 1459556"/>
                <a:gd name="connsiteY1093" fmla="*/ 245549 h 563805"/>
                <a:gd name="connsiteX1094" fmla="*/ 442167 w 1459556"/>
                <a:gd name="connsiteY1094" fmla="*/ 247172 h 563805"/>
                <a:gd name="connsiteX1095" fmla="*/ 434865 w 1459556"/>
                <a:gd name="connsiteY1095" fmla="*/ 257727 h 563805"/>
                <a:gd name="connsiteX1096" fmla="*/ 432431 w 1459556"/>
                <a:gd name="connsiteY1096" fmla="*/ 260974 h 563805"/>
                <a:gd name="connsiteX1097" fmla="*/ 429997 w 1459556"/>
                <a:gd name="connsiteY1097" fmla="*/ 265846 h 563805"/>
                <a:gd name="connsiteX1098" fmla="*/ 428375 w 1459556"/>
                <a:gd name="connsiteY1098" fmla="*/ 267469 h 563805"/>
                <a:gd name="connsiteX1099" fmla="*/ 427563 w 1459556"/>
                <a:gd name="connsiteY1099" fmla="*/ 263410 h 563805"/>
                <a:gd name="connsiteX1100" fmla="*/ 427563 w 1459556"/>
                <a:gd name="connsiteY1100" fmla="*/ 261786 h 563805"/>
                <a:gd name="connsiteX1101" fmla="*/ 427563 w 1459556"/>
                <a:gd name="connsiteY1101" fmla="*/ 258539 h 563805"/>
                <a:gd name="connsiteX1102" fmla="*/ 429186 w 1459556"/>
                <a:gd name="connsiteY1102" fmla="*/ 257727 h 563805"/>
                <a:gd name="connsiteX1103" fmla="*/ 430808 w 1459556"/>
                <a:gd name="connsiteY1103" fmla="*/ 257727 h 563805"/>
                <a:gd name="connsiteX1104" fmla="*/ 434054 w 1459556"/>
                <a:gd name="connsiteY1104" fmla="*/ 252044 h 563805"/>
                <a:gd name="connsiteX1105" fmla="*/ 436488 w 1459556"/>
                <a:gd name="connsiteY1105" fmla="*/ 246360 h 563805"/>
                <a:gd name="connsiteX1106" fmla="*/ 437299 w 1459556"/>
                <a:gd name="connsiteY1106" fmla="*/ 244737 h 563805"/>
                <a:gd name="connsiteX1107" fmla="*/ 439733 w 1459556"/>
                <a:gd name="connsiteY1107" fmla="*/ 241489 h 563805"/>
                <a:gd name="connsiteX1108" fmla="*/ 440544 w 1459556"/>
                <a:gd name="connsiteY1108" fmla="*/ 241489 h 563805"/>
                <a:gd name="connsiteX1109" fmla="*/ 441355 w 1459556"/>
                <a:gd name="connsiteY1109" fmla="*/ 240677 h 563805"/>
                <a:gd name="connsiteX1110" fmla="*/ 442978 w 1459556"/>
                <a:gd name="connsiteY1110" fmla="*/ 239054 h 563805"/>
                <a:gd name="connsiteX1111" fmla="*/ 443789 w 1459556"/>
                <a:gd name="connsiteY1111" fmla="*/ 236618 h 563805"/>
                <a:gd name="connsiteX1112" fmla="*/ 450280 w 1459556"/>
                <a:gd name="connsiteY1112" fmla="*/ 228499 h 563805"/>
                <a:gd name="connsiteX1113" fmla="*/ 450280 w 1459556"/>
                <a:gd name="connsiteY1113" fmla="*/ 227687 h 563805"/>
                <a:gd name="connsiteX1114" fmla="*/ 451091 w 1459556"/>
                <a:gd name="connsiteY1114" fmla="*/ 226063 h 563805"/>
                <a:gd name="connsiteX1115" fmla="*/ 451091 w 1459556"/>
                <a:gd name="connsiteY1115" fmla="*/ 230935 h 563805"/>
                <a:gd name="connsiteX1116" fmla="*/ 451091 w 1459556"/>
                <a:gd name="connsiteY1116" fmla="*/ 232559 h 563805"/>
                <a:gd name="connsiteX1117" fmla="*/ 455959 w 1459556"/>
                <a:gd name="connsiteY1117" fmla="*/ 222816 h 563805"/>
                <a:gd name="connsiteX1118" fmla="*/ 452714 w 1459556"/>
                <a:gd name="connsiteY1118" fmla="*/ 225252 h 563805"/>
                <a:gd name="connsiteX1119" fmla="*/ 455148 w 1459556"/>
                <a:gd name="connsiteY1119" fmla="*/ 222816 h 563805"/>
                <a:gd name="connsiteX1120" fmla="*/ 458393 w 1459556"/>
                <a:gd name="connsiteY1120" fmla="*/ 219569 h 563805"/>
                <a:gd name="connsiteX1121" fmla="*/ 455959 w 1459556"/>
                <a:gd name="connsiteY1121" fmla="*/ 222816 h 563805"/>
                <a:gd name="connsiteX1122" fmla="*/ 461638 w 1459556"/>
                <a:gd name="connsiteY1122" fmla="*/ 211450 h 563805"/>
                <a:gd name="connsiteX1123" fmla="*/ 460016 w 1459556"/>
                <a:gd name="connsiteY1123" fmla="*/ 211450 h 563805"/>
                <a:gd name="connsiteX1124" fmla="*/ 462450 w 1459556"/>
                <a:gd name="connsiteY1124" fmla="*/ 208202 h 563805"/>
                <a:gd name="connsiteX1125" fmla="*/ 461638 w 1459556"/>
                <a:gd name="connsiteY1125" fmla="*/ 211450 h 563805"/>
                <a:gd name="connsiteX1126" fmla="*/ 664467 w 1459556"/>
                <a:gd name="connsiteY1126" fmla="*/ 271529 h 563805"/>
                <a:gd name="connsiteX1127" fmla="*/ 665279 w 1459556"/>
                <a:gd name="connsiteY1127" fmla="*/ 273153 h 563805"/>
                <a:gd name="connsiteX1128" fmla="*/ 663656 w 1459556"/>
                <a:gd name="connsiteY1128" fmla="*/ 273153 h 563805"/>
                <a:gd name="connsiteX1129" fmla="*/ 664467 w 1459556"/>
                <a:gd name="connsiteY1129" fmla="*/ 271529 h 563805"/>
                <a:gd name="connsiteX1130" fmla="*/ 705033 w 1459556"/>
                <a:gd name="connsiteY1130" fmla="*/ 288578 h 563805"/>
                <a:gd name="connsiteX1131" fmla="*/ 671769 w 1459556"/>
                <a:gd name="connsiteY1131" fmla="*/ 306440 h 563805"/>
                <a:gd name="connsiteX1132" fmla="*/ 659599 w 1459556"/>
                <a:gd name="connsiteY1132" fmla="*/ 309687 h 563805"/>
                <a:gd name="connsiteX1133" fmla="*/ 632826 w 1459556"/>
                <a:gd name="connsiteY1133" fmla="*/ 315370 h 563805"/>
                <a:gd name="connsiteX1134" fmla="*/ 623090 w 1459556"/>
                <a:gd name="connsiteY1134" fmla="*/ 316182 h 563805"/>
                <a:gd name="connsiteX1135" fmla="*/ 605241 w 1459556"/>
                <a:gd name="connsiteY1135" fmla="*/ 316182 h 563805"/>
                <a:gd name="connsiteX1136" fmla="*/ 600374 w 1459556"/>
                <a:gd name="connsiteY1136" fmla="*/ 314558 h 563805"/>
                <a:gd name="connsiteX1137" fmla="*/ 601185 w 1459556"/>
                <a:gd name="connsiteY1137" fmla="*/ 312935 h 563805"/>
                <a:gd name="connsiteX1138" fmla="*/ 624713 w 1459556"/>
                <a:gd name="connsiteY1138" fmla="*/ 298321 h 563805"/>
                <a:gd name="connsiteX1139" fmla="*/ 634448 w 1459556"/>
                <a:gd name="connsiteY1139" fmla="*/ 293450 h 563805"/>
                <a:gd name="connsiteX1140" fmla="*/ 644996 w 1459556"/>
                <a:gd name="connsiteY1140" fmla="*/ 288578 h 563805"/>
                <a:gd name="connsiteX1141" fmla="*/ 648241 w 1459556"/>
                <a:gd name="connsiteY1141" fmla="*/ 286954 h 563805"/>
                <a:gd name="connsiteX1142" fmla="*/ 652297 w 1459556"/>
                <a:gd name="connsiteY1142" fmla="*/ 285331 h 563805"/>
                <a:gd name="connsiteX1143" fmla="*/ 654731 w 1459556"/>
                <a:gd name="connsiteY1143" fmla="*/ 282895 h 563805"/>
                <a:gd name="connsiteX1144" fmla="*/ 670958 w 1459556"/>
                <a:gd name="connsiteY1144" fmla="*/ 273964 h 563805"/>
                <a:gd name="connsiteX1145" fmla="*/ 684750 w 1459556"/>
                <a:gd name="connsiteY1145" fmla="*/ 270717 h 563805"/>
                <a:gd name="connsiteX1146" fmla="*/ 690429 w 1459556"/>
                <a:gd name="connsiteY1146" fmla="*/ 273153 h 563805"/>
                <a:gd name="connsiteX1147" fmla="*/ 693675 w 1459556"/>
                <a:gd name="connsiteY1147" fmla="*/ 274776 h 563805"/>
                <a:gd name="connsiteX1148" fmla="*/ 701788 w 1459556"/>
                <a:gd name="connsiteY1148" fmla="*/ 278024 h 563805"/>
                <a:gd name="connsiteX1149" fmla="*/ 707467 w 1459556"/>
                <a:gd name="connsiteY1149" fmla="*/ 282895 h 563805"/>
                <a:gd name="connsiteX1150" fmla="*/ 705033 w 1459556"/>
                <a:gd name="connsiteY1150" fmla="*/ 288578 h 563805"/>
                <a:gd name="connsiteX1151" fmla="*/ 720448 w 1459556"/>
                <a:gd name="connsiteY1151" fmla="*/ 252044 h 563805"/>
                <a:gd name="connsiteX1152" fmla="*/ 718825 w 1459556"/>
                <a:gd name="connsiteY1152" fmla="*/ 251232 h 563805"/>
                <a:gd name="connsiteX1153" fmla="*/ 721259 w 1459556"/>
                <a:gd name="connsiteY1153" fmla="*/ 250420 h 563805"/>
                <a:gd name="connsiteX1154" fmla="*/ 720448 w 1459556"/>
                <a:gd name="connsiteY1154" fmla="*/ 252044 h 563805"/>
                <a:gd name="connsiteX1155" fmla="*/ 772372 w 1459556"/>
                <a:gd name="connsiteY1155" fmla="*/ 226063 h 563805"/>
                <a:gd name="connsiteX1156" fmla="*/ 768315 w 1459556"/>
                <a:gd name="connsiteY1156" fmla="*/ 226875 h 563805"/>
                <a:gd name="connsiteX1157" fmla="*/ 767504 w 1459556"/>
                <a:gd name="connsiteY1157" fmla="*/ 226875 h 563805"/>
                <a:gd name="connsiteX1158" fmla="*/ 767504 w 1459556"/>
                <a:gd name="connsiteY1158" fmla="*/ 225252 h 563805"/>
                <a:gd name="connsiteX1159" fmla="*/ 769127 w 1459556"/>
                <a:gd name="connsiteY1159" fmla="*/ 225252 h 563805"/>
                <a:gd name="connsiteX1160" fmla="*/ 769938 w 1459556"/>
                <a:gd name="connsiteY1160" fmla="*/ 225252 h 563805"/>
                <a:gd name="connsiteX1161" fmla="*/ 773995 w 1459556"/>
                <a:gd name="connsiteY1161" fmla="*/ 223628 h 563805"/>
                <a:gd name="connsiteX1162" fmla="*/ 772372 w 1459556"/>
                <a:gd name="connsiteY1162" fmla="*/ 226063 h 563805"/>
                <a:gd name="connsiteX1163" fmla="*/ 1019012 w 1459556"/>
                <a:gd name="connsiteY1163" fmla="*/ 216321 h 563805"/>
                <a:gd name="connsiteX1164" fmla="*/ 1000352 w 1459556"/>
                <a:gd name="connsiteY1164" fmla="*/ 232559 h 563805"/>
                <a:gd name="connsiteX1165" fmla="*/ 973579 w 1459556"/>
                <a:gd name="connsiteY1165" fmla="*/ 254479 h 563805"/>
                <a:gd name="connsiteX1166" fmla="*/ 984126 w 1459556"/>
                <a:gd name="connsiteY1166" fmla="*/ 235806 h 563805"/>
                <a:gd name="connsiteX1167" fmla="*/ 1021446 w 1459556"/>
                <a:gd name="connsiteY1167" fmla="*/ 203331 h 563805"/>
                <a:gd name="connsiteX1168" fmla="*/ 1035238 w 1459556"/>
                <a:gd name="connsiteY1168" fmla="*/ 197648 h 563805"/>
                <a:gd name="connsiteX1169" fmla="*/ 1037672 w 1459556"/>
                <a:gd name="connsiteY1169" fmla="*/ 198460 h 563805"/>
                <a:gd name="connsiteX1170" fmla="*/ 1019012 w 1459556"/>
                <a:gd name="connsiteY1170" fmla="*/ 216321 h 563805"/>
                <a:gd name="connsiteX1171" fmla="*/ 1090408 w 1459556"/>
                <a:gd name="connsiteY1171" fmla="*/ 144875 h 563805"/>
                <a:gd name="connsiteX1172" fmla="*/ 1092030 w 1459556"/>
                <a:gd name="connsiteY1172" fmla="*/ 144064 h 563805"/>
                <a:gd name="connsiteX1173" fmla="*/ 1090408 w 1459556"/>
                <a:gd name="connsiteY1173" fmla="*/ 144875 h 563805"/>
                <a:gd name="connsiteX1174" fmla="*/ 1090408 w 1459556"/>
                <a:gd name="connsiteY1174" fmla="*/ 144875 h 563805"/>
                <a:gd name="connsiteX1175" fmla="*/ 1050654 w 1459556"/>
                <a:gd name="connsiteY1175" fmla="*/ 232559 h 563805"/>
                <a:gd name="connsiteX1176" fmla="*/ 1049031 w 1459556"/>
                <a:gd name="connsiteY1176" fmla="*/ 232559 h 563805"/>
                <a:gd name="connsiteX1177" fmla="*/ 1050654 w 1459556"/>
                <a:gd name="connsiteY1177" fmla="*/ 231747 h 563805"/>
                <a:gd name="connsiteX1178" fmla="*/ 1051465 w 1459556"/>
                <a:gd name="connsiteY1178" fmla="*/ 231747 h 563805"/>
                <a:gd name="connsiteX1179" fmla="*/ 1050654 w 1459556"/>
                <a:gd name="connsiteY1179" fmla="*/ 232559 h 563805"/>
                <a:gd name="connsiteX1180" fmla="*/ 1053899 w 1459556"/>
                <a:gd name="connsiteY1180" fmla="*/ 224440 h 563805"/>
                <a:gd name="connsiteX1181" fmla="*/ 1053087 w 1459556"/>
                <a:gd name="connsiteY1181" fmla="*/ 222816 h 563805"/>
                <a:gd name="connsiteX1182" fmla="*/ 1054710 w 1459556"/>
                <a:gd name="connsiteY1182" fmla="*/ 222004 h 563805"/>
                <a:gd name="connsiteX1183" fmla="*/ 1053899 w 1459556"/>
                <a:gd name="connsiteY1183" fmla="*/ 224440 h 563805"/>
                <a:gd name="connsiteX1184" fmla="*/ 1053899 w 1459556"/>
                <a:gd name="connsiteY1184" fmla="*/ 215509 h 563805"/>
                <a:gd name="connsiteX1185" fmla="*/ 1053899 w 1459556"/>
                <a:gd name="connsiteY1185" fmla="*/ 214697 h 563805"/>
                <a:gd name="connsiteX1186" fmla="*/ 1054710 w 1459556"/>
                <a:gd name="connsiteY1186" fmla="*/ 213073 h 563805"/>
                <a:gd name="connsiteX1187" fmla="*/ 1053899 w 1459556"/>
                <a:gd name="connsiteY1187" fmla="*/ 215509 h 563805"/>
                <a:gd name="connsiteX1188" fmla="*/ 1057955 w 1459556"/>
                <a:gd name="connsiteY1188" fmla="*/ 213885 h 563805"/>
                <a:gd name="connsiteX1189" fmla="*/ 1056332 w 1459556"/>
                <a:gd name="connsiteY1189" fmla="*/ 217945 h 563805"/>
                <a:gd name="connsiteX1190" fmla="*/ 1056332 w 1459556"/>
                <a:gd name="connsiteY1190" fmla="*/ 213073 h 563805"/>
                <a:gd name="connsiteX1191" fmla="*/ 1057955 w 1459556"/>
                <a:gd name="connsiteY1191" fmla="*/ 210638 h 563805"/>
                <a:gd name="connsiteX1192" fmla="*/ 1057955 w 1459556"/>
                <a:gd name="connsiteY1192" fmla="*/ 213885 h 563805"/>
                <a:gd name="connsiteX1193" fmla="*/ 1062012 w 1459556"/>
                <a:gd name="connsiteY1193" fmla="*/ 206578 h 563805"/>
                <a:gd name="connsiteX1194" fmla="*/ 1060389 w 1459556"/>
                <a:gd name="connsiteY1194" fmla="*/ 204955 h 563805"/>
                <a:gd name="connsiteX1195" fmla="*/ 1061201 w 1459556"/>
                <a:gd name="connsiteY1195" fmla="*/ 203331 h 563805"/>
                <a:gd name="connsiteX1196" fmla="*/ 1062012 w 1459556"/>
                <a:gd name="connsiteY1196" fmla="*/ 203331 h 563805"/>
                <a:gd name="connsiteX1197" fmla="*/ 1062012 w 1459556"/>
                <a:gd name="connsiteY1197" fmla="*/ 206578 h 563805"/>
                <a:gd name="connsiteX1198" fmla="*/ 1064446 w 1459556"/>
                <a:gd name="connsiteY1198" fmla="*/ 200895 h 563805"/>
                <a:gd name="connsiteX1199" fmla="*/ 1062823 w 1459556"/>
                <a:gd name="connsiteY1199" fmla="*/ 200083 h 563805"/>
                <a:gd name="connsiteX1200" fmla="*/ 1060389 w 1459556"/>
                <a:gd name="connsiteY1200" fmla="*/ 196836 h 563805"/>
                <a:gd name="connsiteX1201" fmla="*/ 1058767 w 1459556"/>
                <a:gd name="connsiteY1201" fmla="*/ 195212 h 563805"/>
                <a:gd name="connsiteX1202" fmla="*/ 1061201 w 1459556"/>
                <a:gd name="connsiteY1202" fmla="*/ 193588 h 563805"/>
                <a:gd name="connsiteX1203" fmla="*/ 1062823 w 1459556"/>
                <a:gd name="connsiteY1203" fmla="*/ 191153 h 563805"/>
                <a:gd name="connsiteX1204" fmla="*/ 1063634 w 1459556"/>
                <a:gd name="connsiteY1204" fmla="*/ 195212 h 563805"/>
                <a:gd name="connsiteX1205" fmla="*/ 1062823 w 1459556"/>
                <a:gd name="connsiteY1205" fmla="*/ 192776 h 563805"/>
                <a:gd name="connsiteX1206" fmla="*/ 1062012 w 1459556"/>
                <a:gd name="connsiteY1206" fmla="*/ 191965 h 563805"/>
                <a:gd name="connsiteX1207" fmla="*/ 1063634 w 1459556"/>
                <a:gd name="connsiteY1207" fmla="*/ 196836 h 563805"/>
                <a:gd name="connsiteX1208" fmla="*/ 1065257 w 1459556"/>
                <a:gd name="connsiteY1208" fmla="*/ 194400 h 563805"/>
                <a:gd name="connsiteX1209" fmla="*/ 1067691 w 1459556"/>
                <a:gd name="connsiteY1209" fmla="*/ 191965 h 563805"/>
                <a:gd name="connsiteX1210" fmla="*/ 1070125 w 1459556"/>
                <a:gd name="connsiteY1210" fmla="*/ 190341 h 563805"/>
                <a:gd name="connsiteX1211" fmla="*/ 1069314 w 1459556"/>
                <a:gd name="connsiteY1211" fmla="*/ 189529 h 563805"/>
                <a:gd name="connsiteX1212" fmla="*/ 1067691 w 1459556"/>
                <a:gd name="connsiteY1212" fmla="*/ 188717 h 563805"/>
                <a:gd name="connsiteX1213" fmla="*/ 1066068 w 1459556"/>
                <a:gd name="connsiteY1213" fmla="*/ 187905 h 563805"/>
                <a:gd name="connsiteX1214" fmla="*/ 1063634 w 1459556"/>
                <a:gd name="connsiteY1214" fmla="*/ 184658 h 563805"/>
                <a:gd name="connsiteX1215" fmla="*/ 1064446 w 1459556"/>
                <a:gd name="connsiteY1215" fmla="*/ 184658 h 563805"/>
                <a:gd name="connsiteX1216" fmla="*/ 1067691 w 1459556"/>
                <a:gd name="connsiteY1216" fmla="*/ 186281 h 563805"/>
                <a:gd name="connsiteX1217" fmla="*/ 1071748 w 1459556"/>
                <a:gd name="connsiteY1217" fmla="*/ 184658 h 563805"/>
                <a:gd name="connsiteX1218" fmla="*/ 1070936 w 1459556"/>
                <a:gd name="connsiteY1218" fmla="*/ 183846 h 563805"/>
                <a:gd name="connsiteX1219" fmla="*/ 1070125 w 1459556"/>
                <a:gd name="connsiteY1219" fmla="*/ 182222 h 563805"/>
                <a:gd name="connsiteX1220" fmla="*/ 1070125 w 1459556"/>
                <a:gd name="connsiteY1220" fmla="*/ 178163 h 563805"/>
                <a:gd name="connsiteX1221" fmla="*/ 1072559 w 1459556"/>
                <a:gd name="connsiteY1221" fmla="*/ 175727 h 563805"/>
                <a:gd name="connsiteX1222" fmla="*/ 1075804 w 1459556"/>
                <a:gd name="connsiteY1222" fmla="*/ 172479 h 563805"/>
                <a:gd name="connsiteX1223" fmla="*/ 1078238 w 1459556"/>
                <a:gd name="connsiteY1223" fmla="*/ 169232 h 563805"/>
                <a:gd name="connsiteX1224" fmla="*/ 1080672 w 1459556"/>
                <a:gd name="connsiteY1224" fmla="*/ 161925 h 563805"/>
                <a:gd name="connsiteX1225" fmla="*/ 1079050 w 1459556"/>
                <a:gd name="connsiteY1225" fmla="*/ 161113 h 563805"/>
                <a:gd name="connsiteX1226" fmla="*/ 1077427 w 1459556"/>
                <a:gd name="connsiteY1226" fmla="*/ 162737 h 563805"/>
                <a:gd name="connsiteX1227" fmla="*/ 1077427 w 1459556"/>
                <a:gd name="connsiteY1227" fmla="*/ 161113 h 563805"/>
                <a:gd name="connsiteX1228" fmla="*/ 1080672 w 1459556"/>
                <a:gd name="connsiteY1228" fmla="*/ 159489 h 563805"/>
                <a:gd name="connsiteX1229" fmla="*/ 1082295 w 1459556"/>
                <a:gd name="connsiteY1229" fmla="*/ 161113 h 563805"/>
                <a:gd name="connsiteX1230" fmla="*/ 1083106 w 1459556"/>
                <a:gd name="connsiteY1230" fmla="*/ 162737 h 563805"/>
                <a:gd name="connsiteX1231" fmla="*/ 1083917 w 1459556"/>
                <a:gd name="connsiteY1231" fmla="*/ 160301 h 563805"/>
                <a:gd name="connsiteX1232" fmla="*/ 1084728 w 1459556"/>
                <a:gd name="connsiteY1232" fmla="*/ 157866 h 563805"/>
                <a:gd name="connsiteX1233" fmla="*/ 1083917 w 1459556"/>
                <a:gd name="connsiteY1233" fmla="*/ 156242 h 563805"/>
                <a:gd name="connsiteX1234" fmla="*/ 1084728 w 1459556"/>
                <a:gd name="connsiteY1234" fmla="*/ 151371 h 563805"/>
                <a:gd name="connsiteX1235" fmla="*/ 1087163 w 1459556"/>
                <a:gd name="connsiteY1235" fmla="*/ 148935 h 563805"/>
                <a:gd name="connsiteX1236" fmla="*/ 1085540 w 1459556"/>
                <a:gd name="connsiteY1236" fmla="*/ 151371 h 563805"/>
                <a:gd name="connsiteX1237" fmla="*/ 1086351 w 1459556"/>
                <a:gd name="connsiteY1237" fmla="*/ 153806 h 563805"/>
                <a:gd name="connsiteX1238" fmla="*/ 1088785 w 1459556"/>
                <a:gd name="connsiteY1238" fmla="*/ 151371 h 563805"/>
                <a:gd name="connsiteX1239" fmla="*/ 1091219 w 1459556"/>
                <a:gd name="connsiteY1239" fmla="*/ 148123 h 563805"/>
                <a:gd name="connsiteX1240" fmla="*/ 1096087 w 1459556"/>
                <a:gd name="connsiteY1240" fmla="*/ 142440 h 563805"/>
                <a:gd name="connsiteX1241" fmla="*/ 1096898 w 1459556"/>
                <a:gd name="connsiteY1241" fmla="*/ 140004 h 563805"/>
                <a:gd name="connsiteX1242" fmla="*/ 1096087 w 1459556"/>
                <a:gd name="connsiteY1242" fmla="*/ 139192 h 563805"/>
                <a:gd name="connsiteX1243" fmla="*/ 1096898 w 1459556"/>
                <a:gd name="connsiteY1243" fmla="*/ 135945 h 563805"/>
                <a:gd name="connsiteX1244" fmla="*/ 1098521 w 1459556"/>
                <a:gd name="connsiteY1244" fmla="*/ 134321 h 563805"/>
                <a:gd name="connsiteX1245" fmla="*/ 1099332 w 1459556"/>
                <a:gd name="connsiteY1245" fmla="*/ 135133 h 563805"/>
                <a:gd name="connsiteX1246" fmla="*/ 1100955 w 1459556"/>
                <a:gd name="connsiteY1246" fmla="*/ 135133 h 563805"/>
                <a:gd name="connsiteX1247" fmla="*/ 1101766 w 1459556"/>
                <a:gd name="connsiteY1247" fmla="*/ 127014 h 563805"/>
                <a:gd name="connsiteX1248" fmla="*/ 1102577 w 1459556"/>
                <a:gd name="connsiteY1248" fmla="*/ 124578 h 563805"/>
                <a:gd name="connsiteX1249" fmla="*/ 1103389 w 1459556"/>
                <a:gd name="connsiteY1249" fmla="*/ 124578 h 563805"/>
                <a:gd name="connsiteX1250" fmla="*/ 1106634 w 1459556"/>
                <a:gd name="connsiteY1250" fmla="*/ 122955 h 563805"/>
                <a:gd name="connsiteX1251" fmla="*/ 1109879 w 1459556"/>
                <a:gd name="connsiteY1251" fmla="*/ 120519 h 563805"/>
                <a:gd name="connsiteX1252" fmla="*/ 1112313 w 1459556"/>
                <a:gd name="connsiteY1252" fmla="*/ 119707 h 563805"/>
                <a:gd name="connsiteX1253" fmla="*/ 1112313 w 1459556"/>
                <a:gd name="connsiteY1253" fmla="*/ 118895 h 563805"/>
                <a:gd name="connsiteX1254" fmla="*/ 1110691 w 1459556"/>
                <a:gd name="connsiteY1254" fmla="*/ 118083 h 563805"/>
                <a:gd name="connsiteX1255" fmla="*/ 1112313 w 1459556"/>
                <a:gd name="connsiteY1255" fmla="*/ 117272 h 563805"/>
                <a:gd name="connsiteX1256" fmla="*/ 1113124 w 1459556"/>
                <a:gd name="connsiteY1256" fmla="*/ 116460 h 563805"/>
                <a:gd name="connsiteX1257" fmla="*/ 1114747 w 1459556"/>
                <a:gd name="connsiteY1257" fmla="*/ 114836 h 563805"/>
                <a:gd name="connsiteX1258" fmla="*/ 1117993 w 1459556"/>
                <a:gd name="connsiteY1258" fmla="*/ 110777 h 563805"/>
                <a:gd name="connsiteX1259" fmla="*/ 1124483 w 1459556"/>
                <a:gd name="connsiteY1259" fmla="*/ 102658 h 563805"/>
                <a:gd name="connsiteX1260" fmla="*/ 1124483 w 1459556"/>
                <a:gd name="connsiteY1260" fmla="*/ 101846 h 563805"/>
                <a:gd name="connsiteX1261" fmla="*/ 1123672 w 1459556"/>
                <a:gd name="connsiteY1261" fmla="*/ 100222 h 563805"/>
                <a:gd name="connsiteX1262" fmla="*/ 1126106 w 1459556"/>
                <a:gd name="connsiteY1262" fmla="*/ 99410 h 563805"/>
                <a:gd name="connsiteX1263" fmla="*/ 1128540 w 1459556"/>
                <a:gd name="connsiteY1263" fmla="*/ 99410 h 563805"/>
                <a:gd name="connsiteX1264" fmla="*/ 1128540 w 1459556"/>
                <a:gd name="connsiteY1264" fmla="*/ 97786 h 563805"/>
                <a:gd name="connsiteX1265" fmla="*/ 1130973 w 1459556"/>
                <a:gd name="connsiteY1265" fmla="*/ 93727 h 563805"/>
                <a:gd name="connsiteX1266" fmla="*/ 1143143 w 1459556"/>
                <a:gd name="connsiteY1266" fmla="*/ 80737 h 563805"/>
                <a:gd name="connsiteX1267" fmla="*/ 1147200 w 1459556"/>
                <a:gd name="connsiteY1267" fmla="*/ 77489 h 563805"/>
                <a:gd name="connsiteX1268" fmla="*/ 1148011 w 1459556"/>
                <a:gd name="connsiteY1268" fmla="*/ 77489 h 563805"/>
                <a:gd name="connsiteX1269" fmla="*/ 1151256 w 1459556"/>
                <a:gd name="connsiteY1269" fmla="*/ 70183 h 563805"/>
                <a:gd name="connsiteX1270" fmla="*/ 1160181 w 1459556"/>
                <a:gd name="connsiteY1270" fmla="*/ 61252 h 563805"/>
                <a:gd name="connsiteX1271" fmla="*/ 1169105 w 1459556"/>
                <a:gd name="connsiteY1271" fmla="*/ 51509 h 563805"/>
                <a:gd name="connsiteX1272" fmla="*/ 1166672 w 1459556"/>
                <a:gd name="connsiteY1272" fmla="*/ 58004 h 563805"/>
                <a:gd name="connsiteX1273" fmla="*/ 1156936 w 1459556"/>
                <a:gd name="connsiteY1273" fmla="*/ 69371 h 563805"/>
                <a:gd name="connsiteX1274" fmla="*/ 1154502 w 1459556"/>
                <a:gd name="connsiteY1274" fmla="*/ 71806 h 563805"/>
                <a:gd name="connsiteX1275" fmla="*/ 1152879 w 1459556"/>
                <a:gd name="connsiteY1275" fmla="*/ 74242 h 563805"/>
                <a:gd name="connsiteX1276" fmla="*/ 1152068 w 1459556"/>
                <a:gd name="connsiteY1276" fmla="*/ 75054 h 563805"/>
                <a:gd name="connsiteX1277" fmla="*/ 1150445 w 1459556"/>
                <a:gd name="connsiteY1277" fmla="*/ 76678 h 563805"/>
                <a:gd name="connsiteX1278" fmla="*/ 1144766 w 1459556"/>
                <a:gd name="connsiteY1278" fmla="*/ 83172 h 563805"/>
                <a:gd name="connsiteX1279" fmla="*/ 1139087 w 1459556"/>
                <a:gd name="connsiteY1279" fmla="*/ 89668 h 563805"/>
                <a:gd name="connsiteX1280" fmla="*/ 1137464 w 1459556"/>
                <a:gd name="connsiteY1280" fmla="*/ 91291 h 563805"/>
                <a:gd name="connsiteX1281" fmla="*/ 1135842 w 1459556"/>
                <a:gd name="connsiteY1281" fmla="*/ 92915 h 563805"/>
                <a:gd name="connsiteX1282" fmla="*/ 1131785 w 1459556"/>
                <a:gd name="connsiteY1282" fmla="*/ 98598 h 563805"/>
                <a:gd name="connsiteX1283" fmla="*/ 1127728 w 1459556"/>
                <a:gd name="connsiteY1283" fmla="*/ 103469 h 563805"/>
                <a:gd name="connsiteX1284" fmla="*/ 1126106 w 1459556"/>
                <a:gd name="connsiteY1284" fmla="*/ 105905 h 563805"/>
                <a:gd name="connsiteX1285" fmla="*/ 1124483 w 1459556"/>
                <a:gd name="connsiteY1285" fmla="*/ 108341 h 563805"/>
                <a:gd name="connsiteX1286" fmla="*/ 1121238 w 1459556"/>
                <a:gd name="connsiteY1286" fmla="*/ 113212 h 563805"/>
                <a:gd name="connsiteX1287" fmla="*/ 1118804 w 1459556"/>
                <a:gd name="connsiteY1287" fmla="*/ 117272 h 563805"/>
                <a:gd name="connsiteX1288" fmla="*/ 1116370 w 1459556"/>
                <a:gd name="connsiteY1288" fmla="*/ 121331 h 563805"/>
                <a:gd name="connsiteX1289" fmla="*/ 1100955 w 1459556"/>
                <a:gd name="connsiteY1289" fmla="*/ 142440 h 563805"/>
                <a:gd name="connsiteX1290" fmla="*/ 1099332 w 1459556"/>
                <a:gd name="connsiteY1290" fmla="*/ 143252 h 563805"/>
                <a:gd name="connsiteX1291" fmla="*/ 1098521 w 1459556"/>
                <a:gd name="connsiteY1291" fmla="*/ 144875 h 563805"/>
                <a:gd name="connsiteX1292" fmla="*/ 1096898 w 1459556"/>
                <a:gd name="connsiteY1292" fmla="*/ 147311 h 563805"/>
                <a:gd name="connsiteX1293" fmla="*/ 1093653 w 1459556"/>
                <a:gd name="connsiteY1293" fmla="*/ 151371 h 563805"/>
                <a:gd name="connsiteX1294" fmla="*/ 1089597 w 1459556"/>
                <a:gd name="connsiteY1294" fmla="*/ 155430 h 563805"/>
                <a:gd name="connsiteX1295" fmla="*/ 1087974 w 1459556"/>
                <a:gd name="connsiteY1295" fmla="*/ 156242 h 563805"/>
                <a:gd name="connsiteX1296" fmla="*/ 1087163 w 1459556"/>
                <a:gd name="connsiteY1296" fmla="*/ 159489 h 563805"/>
                <a:gd name="connsiteX1297" fmla="*/ 1086351 w 1459556"/>
                <a:gd name="connsiteY1297" fmla="*/ 162737 h 563805"/>
                <a:gd name="connsiteX1298" fmla="*/ 1082295 w 1459556"/>
                <a:gd name="connsiteY1298" fmla="*/ 167608 h 563805"/>
                <a:gd name="connsiteX1299" fmla="*/ 1077427 w 1459556"/>
                <a:gd name="connsiteY1299" fmla="*/ 174915 h 563805"/>
                <a:gd name="connsiteX1300" fmla="*/ 1068502 w 1459556"/>
                <a:gd name="connsiteY1300" fmla="*/ 190341 h 563805"/>
                <a:gd name="connsiteX1301" fmla="*/ 1066880 w 1459556"/>
                <a:gd name="connsiteY1301" fmla="*/ 192776 h 563805"/>
                <a:gd name="connsiteX1302" fmla="*/ 1066068 w 1459556"/>
                <a:gd name="connsiteY1302" fmla="*/ 193588 h 563805"/>
                <a:gd name="connsiteX1303" fmla="*/ 1065257 w 1459556"/>
                <a:gd name="connsiteY1303" fmla="*/ 194400 h 563805"/>
                <a:gd name="connsiteX1304" fmla="*/ 1064446 w 1459556"/>
                <a:gd name="connsiteY1304" fmla="*/ 200895 h 563805"/>
                <a:gd name="connsiteX1305" fmla="*/ 1202369 w 1459556"/>
                <a:gd name="connsiteY1305" fmla="*/ 498855 h 563805"/>
                <a:gd name="connsiteX1306" fmla="*/ 1203992 w 1459556"/>
                <a:gd name="connsiteY1306" fmla="*/ 497231 h 563805"/>
                <a:gd name="connsiteX1307" fmla="*/ 1203992 w 1459556"/>
                <a:gd name="connsiteY1307" fmla="*/ 500479 h 563805"/>
                <a:gd name="connsiteX1308" fmla="*/ 1202369 w 1459556"/>
                <a:gd name="connsiteY1308" fmla="*/ 498855 h 563805"/>
                <a:gd name="connsiteX1309" fmla="*/ 1198313 w 1459556"/>
                <a:gd name="connsiteY1309" fmla="*/ 511033 h 563805"/>
                <a:gd name="connsiteX1310" fmla="*/ 1199935 w 1459556"/>
                <a:gd name="connsiteY1310" fmla="*/ 508598 h 563805"/>
                <a:gd name="connsiteX1311" fmla="*/ 1200747 w 1459556"/>
                <a:gd name="connsiteY1311" fmla="*/ 509410 h 563805"/>
                <a:gd name="connsiteX1312" fmla="*/ 1198313 w 1459556"/>
                <a:gd name="connsiteY1312" fmla="*/ 511033 h 563805"/>
                <a:gd name="connsiteX1313" fmla="*/ 1202369 w 1459556"/>
                <a:gd name="connsiteY1313" fmla="*/ 515093 h 563805"/>
                <a:gd name="connsiteX1314" fmla="*/ 1200747 w 1459556"/>
                <a:gd name="connsiteY1314" fmla="*/ 515905 h 563805"/>
                <a:gd name="connsiteX1315" fmla="*/ 1200747 w 1459556"/>
                <a:gd name="connsiteY1315" fmla="*/ 515093 h 563805"/>
                <a:gd name="connsiteX1316" fmla="*/ 1202369 w 1459556"/>
                <a:gd name="connsiteY1316" fmla="*/ 514281 h 563805"/>
                <a:gd name="connsiteX1317" fmla="*/ 1202369 w 1459556"/>
                <a:gd name="connsiteY1317" fmla="*/ 515093 h 563805"/>
                <a:gd name="connsiteX1318" fmla="*/ 1203992 w 1459556"/>
                <a:gd name="connsiteY1318" fmla="*/ 512657 h 563805"/>
                <a:gd name="connsiteX1319" fmla="*/ 1203181 w 1459556"/>
                <a:gd name="connsiteY1319" fmla="*/ 511033 h 563805"/>
                <a:gd name="connsiteX1320" fmla="*/ 1203992 w 1459556"/>
                <a:gd name="connsiteY1320" fmla="*/ 509410 h 563805"/>
                <a:gd name="connsiteX1321" fmla="*/ 1203992 w 1459556"/>
                <a:gd name="connsiteY1321" fmla="*/ 512657 h 563805"/>
                <a:gd name="connsiteX1322" fmla="*/ 1204803 w 1459556"/>
                <a:gd name="connsiteY1322" fmla="*/ 509410 h 563805"/>
                <a:gd name="connsiteX1323" fmla="*/ 1203992 w 1459556"/>
                <a:gd name="connsiteY1323" fmla="*/ 507786 h 563805"/>
                <a:gd name="connsiteX1324" fmla="*/ 1203992 w 1459556"/>
                <a:gd name="connsiteY1324" fmla="*/ 505350 h 563805"/>
                <a:gd name="connsiteX1325" fmla="*/ 1204803 w 1459556"/>
                <a:gd name="connsiteY1325" fmla="*/ 506974 h 563805"/>
                <a:gd name="connsiteX1326" fmla="*/ 1204803 w 1459556"/>
                <a:gd name="connsiteY1326" fmla="*/ 509410 h 563805"/>
                <a:gd name="connsiteX1327" fmla="*/ 1204803 w 1459556"/>
                <a:gd name="connsiteY1327" fmla="*/ 492360 h 563805"/>
                <a:gd name="connsiteX1328" fmla="*/ 1205615 w 1459556"/>
                <a:gd name="connsiteY1328" fmla="*/ 491548 h 563805"/>
                <a:gd name="connsiteX1329" fmla="*/ 1206426 w 1459556"/>
                <a:gd name="connsiteY1329" fmla="*/ 489925 h 563805"/>
                <a:gd name="connsiteX1330" fmla="*/ 1207237 w 1459556"/>
                <a:gd name="connsiteY1330" fmla="*/ 488301 h 563805"/>
                <a:gd name="connsiteX1331" fmla="*/ 1208048 w 1459556"/>
                <a:gd name="connsiteY1331" fmla="*/ 489925 h 563805"/>
                <a:gd name="connsiteX1332" fmla="*/ 1204803 w 1459556"/>
                <a:gd name="connsiteY1332" fmla="*/ 492360 h 563805"/>
                <a:gd name="connsiteX1333" fmla="*/ 1311897 w 1459556"/>
                <a:gd name="connsiteY1333" fmla="*/ 310499 h 563805"/>
                <a:gd name="connsiteX1334" fmla="*/ 1313519 w 1459556"/>
                <a:gd name="connsiteY1334" fmla="*/ 308875 h 563805"/>
                <a:gd name="connsiteX1335" fmla="*/ 1311897 w 1459556"/>
                <a:gd name="connsiteY1335" fmla="*/ 310499 h 563805"/>
                <a:gd name="connsiteX1336" fmla="*/ 1311897 w 1459556"/>
                <a:gd name="connsiteY1336" fmla="*/ 310499 h 563805"/>
                <a:gd name="connsiteX1337" fmla="*/ 1290803 w 1459556"/>
                <a:gd name="connsiteY1337" fmla="*/ 329172 h 563805"/>
                <a:gd name="connsiteX1338" fmla="*/ 1293237 w 1459556"/>
                <a:gd name="connsiteY1338" fmla="*/ 325925 h 563805"/>
                <a:gd name="connsiteX1339" fmla="*/ 1294048 w 1459556"/>
                <a:gd name="connsiteY1339" fmla="*/ 325925 h 563805"/>
                <a:gd name="connsiteX1340" fmla="*/ 1291614 w 1459556"/>
                <a:gd name="connsiteY1340" fmla="*/ 329172 h 563805"/>
                <a:gd name="connsiteX1341" fmla="*/ 1290803 w 1459556"/>
                <a:gd name="connsiteY1341" fmla="*/ 329172 h 563805"/>
                <a:gd name="connsiteX1342" fmla="*/ 1285123 w 1459556"/>
                <a:gd name="connsiteY1342" fmla="*/ 338103 h 563805"/>
                <a:gd name="connsiteX1343" fmla="*/ 1288369 w 1459556"/>
                <a:gd name="connsiteY1343" fmla="*/ 334855 h 563805"/>
                <a:gd name="connsiteX1344" fmla="*/ 1285935 w 1459556"/>
                <a:gd name="connsiteY1344" fmla="*/ 339727 h 563805"/>
                <a:gd name="connsiteX1345" fmla="*/ 1284312 w 1459556"/>
                <a:gd name="connsiteY1345" fmla="*/ 344598 h 563805"/>
                <a:gd name="connsiteX1346" fmla="*/ 1282690 w 1459556"/>
                <a:gd name="connsiteY1346" fmla="*/ 344598 h 563805"/>
                <a:gd name="connsiteX1347" fmla="*/ 1285123 w 1459556"/>
                <a:gd name="connsiteY1347" fmla="*/ 338103 h 563805"/>
                <a:gd name="connsiteX1348" fmla="*/ 1281878 w 1459556"/>
                <a:gd name="connsiteY1348" fmla="*/ 358400 h 563805"/>
                <a:gd name="connsiteX1349" fmla="*/ 1280256 w 1459556"/>
                <a:gd name="connsiteY1349" fmla="*/ 359212 h 563805"/>
                <a:gd name="connsiteX1350" fmla="*/ 1279444 w 1459556"/>
                <a:gd name="connsiteY1350" fmla="*/ 358400 h 563805"/>
                <a:gd name="connsiteX1351" fmla="*/ 1281067 w 1459556"/>
                <a:gd name="connsiteY1351" fmla="*/ 357588 h 563805"/>
                <a:gd name="connsiteX1352" fmla="*/ 1281878 w 1459556"/>
                <a:gd name="connsiteY1352" fmla="*/ 358400 h 563805"/>
                <a:gd name="connsiteX1353" fmla="*/ 1278633 w 1459556"/>
                <a:gd name="connsiteY1353" fmla="*/ 348657 h 563805"/>
                <a:gd name="connsiteX1354" fmla="*/ 1280256 w 1459556"/>
                <a:gd name="connsiteY1354" fmla="*/ 348657 h 563805"/>
                <a:gd name="connsiteX1355" fmla="*/ 1278633 w 1459556"/>
                <a:gd name="connsiteY1355" fmla="*/ 351093 h 563805"/>
                <a:gd name="connsiteX1356" fmla="*/ 1277010 w 1459556"/>
                <a:gd name="connsiteY1356" fmla="*/ 351093 h 563805"/>
                <a:gd name="connsiteX1357" fmla="*/ 1278633 w 1459556"/>
                <a:gd name="connsiteY1357" fmla="*/ 348657 h 563805"/>
                <a:gd name="connsiteX1358" fmla="*/ 1275387 w 1459556"/>
                <a:gd name="connsiteY1358" fmla="*/ 368142 h 563805"/>
                <a:gd name="connsiteX1359" fmla="*/ 1280256 w 1459556"/>
                <a:gd name="connsiteY1359" fmla="*/ 360836 h 563805"/>
                <a:gd name="connsiteX1360" fmla="*/ 1279444 w 1459556"/>
                <a:gd name="connsiteY1360" fmla="*/ 366519 h 563805"/>
                <a:gd name="connsiteX1361" fmla="*/ 1279444 w 1459556"/>
                <a:gd name="connsiteY1361" fmla="*/ 365707 h 563805"/>
                <a:gd name="connsiteX1362" fmla="*/ 1279444 w 1459556"/>
                <a:gd name="connsiteY1362" fmla="*/ 364083 h 563805"/>
                <a:gd name="connsiteX1363" fmla="*/ 1277010 w 1459556"/>
                <a:gd name="connsiteY1363" fmla="*/ 367331 h 563805"/>
                <a:gd name="connsiteX1364" fmla="*/ 1275387 w 1459556"/>
                <a:gd name="connsiteY1364" fmla="*/ 368142 h 563805"/>
                <a:gd name="connsiteX1365" fmla="*/ 1272954 w 1459556"/>
                <a:gd name="connsiteY1365" fmla="*/ 356776 h 563805"/>
                <a:gd name="connsiteX1366" fmla="*/ 1273765 w 1459556"/>
                <a:gd name="connsiteY1366" fmla="*/ 356776 h 563805"/>
                <a:gd name="connsiteX1367" fmla="*/ 1272143 w 1459556"/>
                <a:gd name="connsiteY1367" fmla="*/ 358400 h 563805"/>
                <a:gd name="connsiteX1368" fmla="*/ 1271331 w 1459556"/>
                <a:gd name="connsiteY1368" fmla="*/ 357588 h 563805"/>
                <a:gd name="connsiteX1369" fmla="*/ 1272954 w 1459556"/>
                <a:gd name="connsiteY1369" fmla="*/ 356776 h 563805"/>
                <a:gd name="connsiteX1370" fmla="*/ 1264840 w 1459556"/>
                <a:gd name="connsiteY1370" fmla="*/ 381945 h 563805"/>
                <a:gd name="connsiteX1371" fmla="*/ 1267274 w 1459556"/>
                <a:gd name="connsiteY1371" fmla="*/ 381945 h 563805"/>
                <a:gd name="connsiteX1372" fmla="*/ 1265652 w 1459556"/>
                <a:gd name="connsiteY1372" fmla="*/ 382756 h 563805"/>
                <a:gd name="connsiteX1373" fmla="*/ 1264840 w 1459556"/>
                <a:gd name="connsiteY1373" fmla="*/ 381945 h 563805"/>
                <a:gd name="connsiteX1374" fmla="*/ 1264029 w 1459556"/>
                <a:gd name="connsiteY1374" fmla="*/ 386004 h 563805"/>
                <a:gd name="connsiteX1375" fmla="*/ 1264029 w 1459556"/>
                <a:gd name="connsiteY1375" fmla="*/ 389251 h 563805"/>
                <a:gd name="connsiteX1376" fmla="*/ 1260784 w 1459556"/>
                <a:gd name="connsiteY1376" fmla="*/ 391687 h 563805"/>
                <a:gd name="connsiteX1377" fmla="*/ 1264029 w 1459556"/>
                <a:gd name="connsiteY1377" fmla="*/ 386004 h 563805"/>
                <a:gd name="connsiteX1378" fmla="*/ 1251048 w 1459556"/>
                <a:gd name="connsiteY1378" fmla="*/ 408737 h 563805"/>
                <a:gd name="connsiteX1379" fmla="*/ 1252671 w 1459556"/>
                <a:gd name="connsiteY1379" fmla="*/ 405489 h 563805"/>
                <a:gd name="connsiteX1380" fmla="*/ 1253482 w 1459556"/>
                <a:gd name="connsiteY1380" fmla="*/ 406301 h 563805"/>
                <a:gd name="connsiteX1381" fmla="*/ 1254293 w 1459556"/>
                <a:gd name="connsiteY1381" fmla="*/ 409548 h 563805"/>
                <a:gd name="connsiteX1382" fmla="*/ 1255105 w 1459556"/>
                <a:gd name="connsiteY1382" fmla="*/ 407925 h 563805"/>
                <a:gd name="connsiteX1383" fmla="*/ 1255105 w 1459556"/>
                <a:gd name="connsiteY1383" fmla="*/ 406301 h 563805"/>
                <a:gd name="connsiteX1384" fmla="*/ 1256727 w 1459556"/>
                <a:gd name="connsiteY1384" fmla="*/ 405489 h 563805"/>
                <a:gd name="connsiteX1385" fmla="*/ 1253482 w 1459556"/>
                <a:gd name="connsiteY1385" fmla="*/ 403053 h 563805"/>
                <a:gd name="connsiteX1386" fmla="*/ 1253482 w 1459556"/>
                <a:gd name="connsiteY1386" fmla="*/ 400618 h 563805"/>
                <a:gd name="connsiteX1387" fmla="*/ 1256727 w 1459556"/>
                <a:gd name="connsiteY1387" fmla="*/ 399806 h 563805"/>
                <a:gd name="connsiteX1388" fmla="*/ 1256727 w 1459556"/>
                <a:gd name="connsiteY1388" fmla="*/ 402242 h 563805"/>
                <a:gd name="connsiteX1389" fmla="*/ 1258350 w 1459556"/>
                <a:gd name="connsiteY1389" fmla="*/ 398994 h 563805"/>
                <a:gd name="connsiteX1390" fmla="*/ 1259973 w 1459556"/>
                <a:gd name="connsiteY1390" fmla="*/ 397370 h 563805"/>
                <a:gd name="connsiteX1391" fmla="*/ 1260784 w 1459556"/>
                <a:gd name="connsiteY1391" fmla="*/ 395746 h 563805"/>
                <a:gd name="connsiteX1392" fmla="*/ 1261596 w 1459556"/>
                <a:gd name="connsiteY1392" fmla="*/ 394935 h 563805"/>
                <a:gd name="connsiteX1393" fmla="*/ 1263218 w 1459556"/>
                <a:gd name="connsiteY1393" fmla="*/ 391687 h 563805"/>
                <a:gd name="connsiteX1394" fmla="*/ 1264840 w 1459556"/>
                <a:gd name="connsiteY1394" fmla="*/ 390063 h 563805"/>
                <a:gd name="connsiteX1395" fmla="*/ 1265652 w 1459556"/>
                <a:gd name="connsiteY1395" fmla="*/ 389251 h 563805"/>
                <a:gd name="connsiteX1396" fmla="*/ 1267274 w 1459556"/>
                <a:gd name="connsiteY1396" fmla="*/ 385192 h 563805"/>
                <a:gd name="connsiteX1397" fmla="*/ 1268086 w 1459556"/>
                <a:gd name="connsiteY1397" fmla="*/ 379509 h 563805"/>
                <a:gd name="connsiteX1398" fmla="*/ 1268086 w 1459556"/>
                <a:gd name="connsiteY1398" fmla="*/ 377073 h 563805"/>
                <a:gd name="connsiteX1399" fmla="*/ 1268897 w 1459556"/>
                <a:gd name="connsiteY1399" fmla="*/ 377073 h 563805"/>
                <a:gd name="connsiteX1400" fmla="*/ 1270520 w 1459556"/>
                <a:gd name="connsiteY1400" fmla="*/ 379509 h 563805"/>
                <a:gd name="connsiteX1401" fmla="*/ 1271331 w 1459556"/>
                <a:gd name="connsiteY1401" fmla="*/ 382756 h 563805"/>
                <a:gd name="connsiteX1402" fmla="*/ 1270520 w 1459556"/>
                <a:gd name="connsiteY1402" fmla="*/ 386004 h 563805"/>
                <a:gd name="connsiteX1403" fmla="*/ 1269709 w 1459556"/>
                <a:gd name="connsiteY1403" fmla="*/ 388440 h 563805"/>
                <a:gd name="connsiteX1404" fmla="*/ 1268897 w 1459556"/>
                <a:gd name="connsiteY1404" fmla="*/ 390063 h 563805"/>
                <a:gd name="connsiteX1405" fmla="*/ 1268897 w 1459556"/>
                <a:gd name="connsiteY1405" fmla="*/ 390875 h 563805"/>
                <a:gd name="connsiteX1406" fmla="*/ 1266463 w 1459556"/>
                <a:gd name="connsiteY1406" fmla="*/ 392499 h 563805"/>
                <a:gd name="connsiteX1407" fmla="*/ 1266463 w 1459556"/>
                <a:gd name="connsiteY1407" fmla="*/ 394123 h 563805"/>
                <a:gd name="connsiteX1408" fmla="*/ 1267274 w 1459556"/>
                <a:gd name="connsiteY1408" fmla="*/ 394935 h 563805"/>
                <a:gd name="connsiteX1409" fmla="*/ 1265652 w 1459556"/>
                <a:gd name="connsiteY1409" fmla="*/ 395746 h 563805"/>
                <a:gd name="connsiteX1410" fmla="*/ 1263218 w 1459556"/>
                <a:gd name="connsiteY1410" fmla="*/ 399806 h 563805"/>
                <a:gd name="connsiteX1411" fmla="*/ 1263218 w 1459556"/>
                <a:gd name="connsiteY1411" fmla="*/ 400618 h 563805"/>
                <a:gd name="connsiteX1412" fmla="*/ 1259973 w 1459556"/>
                <a:gd name="connsiteY1412" fmla="*/ 403865 h 563805"/>
                <a:gd name="connsiteX1413" fmla="*/ 1259161 w 1459556"/>
                <a:gd name="connsiteY1413" fmla="*/ 407925 h 563805"/>
                <a:gd name="connsiteX1414" fmla="*/ 1259161 w 1459556"/>
                <a:gd name="connsiteY1414" fmla="*/ 408737 h 563805"/>
                <a:gd name="connsiteX1415" fmla="*/ 1258350 w 1459556"/>
                <a:gd name="connsiteY1415" fmla="*/ 407925 h 563805"/>
                <a:gd name="connsiteX1416" fmla="*/ 1256727 w 1459556"/>
                <a:gd name="connsiteY1416" fmla="*/ 409548 h 563805"/>
                <a:gd name="connsiteX1417" fmla="*/ 1253482 w 1459556"/>
                <a:gd name="connsiteY1417" fmla="*/ 411984 h 563805"/>
                <a:gd name="connsiteX1418" fmla="*/ 1250237 w 1459556"/>
                <a:gd name="connsiteY1418" fmla="*/ 411984 h 563805"/>
                <a:gd name="connsiteX1419" fmla="*/ 1247803 w 1459556"/>
                <a:gd name="connsiteY1419" fmla="*/ 411984 h 563805"/>
                <a:gd name="connsiteX1420" fmla="*/ 1248614 w 1459556"/>
                <a:gd name="connsiteY1420" fmla="*/ 410360 h 563805"/>
                <a:gd name="connsiteX1421" fmla="*/ 1251048 w 1459556"/>
                <a:gd name="connsiteY1421" fmla="*/ 408737 h 563805"/>
                <a:gd name="connsiteX1422" fmla="*/ 1270520 w 1459556"/>
                <a:gd name="connsiteY1422" fmla="*/ 399806 h 563805"/>
                <a:gd name="connsiteX1423" fmla="*/ 1270520 w 1459556"/>
                <a:gd name="connsiteY1423" fmla="*/ 398182 h 563805"/>
                <a:gd name="connsiteX1424" fmla="*/ 1271331 w 1459556"/>
                <a:gd name="connsiteY1424" fmla="*/ 397370 h 563805"/>
                <a:gd name="connsiteX1425" fmla="*/ 1270520 w 1459556"/>
                <a:gd name="connsiteY1425" fmla="*/ 399806 h 563805"/>
                <a:gd name="connsiteX1426" fmla="*/ 1265652 w 1459556"/>
                <a:gd name="connsiteY1426" fmla="*/ 407925 h 563805"/>
                <a:gd name="connsiteX1427" fmla="*/ 1264029 w 1459556"/>
                <a:gd name="connsiteY1427" fmla="*/ 411984 h 563805"/>
                <a:gd name="connsiteX1428" fmla="*/ 1263218 w 1459556"/>
                <a:gd name="connsiteY1428" fmla="*/ 410360 h 563805"/>
                <a:gd name="connsiteX1429" fmla="*/ 1264840 w 1459556"/>
                <a:gd name="connsiteY1429" fmla="*/ 406301 h 563805"/>
                <a:gd name="connsiteX1430" fmla="*/ 1265652 w 1459556"/>
                <a:gd name="connsiteY1430" fmla="*/ 407925 h 563805"/>
                <a:gd name="connsiteX1431" fmla="*/ 1260784 w 1459556"/>
                <a:gd name="connsiteY1431" fmla="*/ 416855 h 563805"/>
                <a:gd name="connsiteX1432" fmla="*/ 1259973 w 1459556"/>
                <a:gd name="connsiteY1432" fmla="*/ 419291 h 563805"/>
                <a:gd name="connsiteX1433" fmla="*/ 1257539 w 1459556"/>
                <a:gd name="connsiteY1433" fmla="*/ 420103 h 563805"/>
                <a:gd name="connsiteX1434" fmla="*/ 1260784 w 1459556"/>
                <a:gd name="connsiteY1434" fmla="*/ 416855 h 563805"/>
                <a:gd name="connsiteX1435" fmla="*/ 1247803 w 1459556"/>
                <a:gd name="connsiteY1435" fmla="*/ 421727 h 563805"/>
                <a:gd name="connsiteX1436" fmla="*/ 1247803 w 1459556"/>
                <a:gd name="connsiteY1436" fmla="*/ 420915 h 563805"/>
                <a:gd name="connsiteX1437" fmla="*/ 1250237 w 1459556"/>
                <a:gd name="connsiteY1437" fmla="*/ 421727 h 563805"/>
                <a:gd name="connsiteX1438" fmla="*/ 1249426 w 1459556"/>
                <a:gd name="connsiteY1438" fmla="*/ 423350 h 563805"/>
                <a:gd name="connsiteX1439" fmla="*/ 1249426 w 1459556"/>
                <a:gd name="connsiteY1439" fmla="*/ 422539 h 563805"/>
                <a:gd name="connsiteX1440" fmla="*/ 1247803 w 1459556"/>
                <a:gd name="connsiteY1440" fmla="*/ 421727 h 563805"/>
                <a:gd name="connsiteX1441" fmla="*/ 1251860 w 1459556"/>
                <a:gd name="connsiteY1441" fmla="*/ 433905 h 563805"/>
                <a:gd name="connsiteX1442" fmla="*/ 1250237 w 1459556"/>
                <a:gd name="connsiteY1442" fmla="*/ 433905 h 563805"/>
                <a:gd name="connsiteX1443" fmla="*/ 1249426 w 1459556"/>
                <a:gd name="connsiteY1443" fmla="*/ 433093 h 563805"/>
                <a:gd name="connsiteX1444" fmla="*/ 1251860 w 1459556"/>
                <a:gd name="connsiteY1444" fmla="*/ 433905 h 563805"/>
                <a:gd name="connsiteX1445" fmla="*/ 1247803 w 1459556"/>
                <a:gd name="connsiteY1445" fmla="*/ 418479 h 563805"/>
                <a:gd name="connsiteX1446" fmla="*/ 1251048 w 1459556"/>
                <a:gd name="connsiteY1446" fmla="*/ 416043 h 563805"/>
                <a:gd name="connsiteX1447" fmla="*/ 1253482 w 1459556"/>
                <a:gd name="connsiteY1447" fmla="*/ 415232 h 563805"/>
                <a:gd name="connsiteX1448" fmla="*/ 1252671 w 1459556"/>
                <a:gd name="connsiteY1448" fmla="*/ 417667 h 563805"/>
                <a:gd name="connsiteX1449" fmla="*/ 1247803 w 1459556"/>
                <a:gd name="connsiteY1449" fmla="*/ 418479 h 563805"/>
                <a:gd name="connsiteX1450" fmla="*/ 1247803 w 1459556"/>
                <a:gd name="connsiteY1450" fmla="*/ 401430 h 563805"/>
                <a:gd name="connsiteX1451" fmla="*/ 1249426 w 1459556"/>
                <a:gd name="connsiteY1451" fmla="*/ 400618 h 563805"/>
                <a:gd name="connsiteX1452" fmla="*/ 1248614 w 1459556"/>
                <a:gd name="connsiteY1452" fmla="*/ 403053 h 563805"/>
                <a:gd name="connsiteX1453" fmla="*/ 1247803 w 1459556"/>
                <a:gd name="connsiteY1453" fmla="*/ 401430 h 563805"/>
                <a:gd name="connsiteX1454" fmla="*/ 1242124 w 1459556"/>
                <a:gd name="connsiteY1454" fmla="*/ 421727 h 563805"/>
                <a:gd name="connsiteX1455" fmla="*/ 1242935 w 1459556"/>
                <a:gd name="connsiteY1455" fmla="*/ 424162 h 563805"/>
                <a:gd name="connsiteX1456" fmla="*/ 1241313 w 1459556"/>
                <a:gd name="connsiteY1456" fmla="*/ 424974 h 563805"/>
                <a:gd name="connsiteX1457" fmla="*/ 1242124 w 1459556"/>
                <a:gd name="connsiteY1457" fmla="*/ 421727 h 563805"/>
                <a:gd name="connsiteX1458" fmla="*/ 1238878 w 1459556"/>
                <a:gd name="connsiteY1458" fmla="*/ 416855 h 563805"/>
                <a:gd name="connsiteX1459" fmla="*/ 1239690 w 1459556"/>
                <a:gd name="connsiteY1459" fmla="*/ 416043 h 563805"/>
                <a:gd name="connsiteX1460" fmla="*/ 1239690 w 1459556"/>
                <a:gd name="connsiteY1460" fmla="*/ 416855 h 563805"/>
                <a:gd name="connsiteX1461" fmla="*/ 1238067 w 1459556"/>
                <a:gd name="connsiteY1461" fmla="*/ 417667 h 563805"/>
                <a:gd name="connsiteX1462" fmla="*/ 1238878 w 1459556"/>
                <a:gd name="connsiteY1462" fmla="*/ 416855 h 563805"/>
                <a:gd name="connsiteX1463" fmla="*/ 1234822 w 1459556"/>
                <a:gd name="connsiteY1463" fmla="*/ 442024 h 563805"/>
                <a:gd name="connsiteX1464" fmla="*/ 1232388 w 1459556"/>
                <a:gd name="connsiteY1464" fmla="*/ 442836 h 563805"/>
                <a:gd name="connsiteX1465" fmla="*/ 1233199 w 1459556"/>
                <a:gd name="connsiteY1465" fmla="*/ 441212 h 563805"/>
                <a:gd name="connsiteX1466" fmla="*/ 1234822 w 1459556"/>
                <a:gd name="connsiteY1466" fmla="*/ 442024 h 563805"/>
                <a:gd name="connsiteX1467" fmla="*/ 1229143 w 1459556"/>
                <a:gd name="connsiteY1467" fmla="*/ 435529 h 563805"/>
                <a:gd name="connsiteX1468" fmla="*/ 1232388 w 1459556"/>
                <a:gd name="connsiteY1468" fmla="*/ 429845 h 563805"/>
                <a:gd name="connsiteX1469" fmla="*/ 1234011 w 1459556"/>
                <a:gd name="connsiteY1469" fmla="*/ 426598 h 563805"/>
                <a:gd name="connsiteX1470" fmla="*/ 1234011 w 1459556"/>
                <a:gd name="connsiteY1470" fmla="*/ 429845 h 563805"/>
                <a:gd name="connsiteX1471" fmla="*/ 1233199 w 1459556"/>
                <a:gd name="connsiteY1471" fmla="*/ 432281 h 563805"/>
                <a:gd name="connsiteX1472" fmla="*/ 1230765 w 1459556"/>
                <a:gd name="connsiteY1472" fmla="*/ 435529 h 563805"/>
                <a:gd name="connsiteX1473" fmla="*/ 1229143 w 1459556"/>
                <a:gd name="connsiteY1473" fmla="*/ 435529 h 563805"/>
                <a:gd name="connsiteX1474" fmla="*/ 1229143 w 1459556"/>
                <a:gd name="connsiteY1474" fmla="*/ 449331 h 563805"/>
                <a:gd name="connsiteX1475" fmla="*/ 1229954 w 1459556"/>
                <a:gd name="connsiteY1475" fmla="*/ 446895 h 563805"/>
                <a:gd name="connsiteX1476" fmla="*/ 1231577 w 1459556"/>
                <a:gd name="connsiteY1476" fmla="*/ 446895 h 563805"/>
                <a:gd name="connsiteX1477" fmla="*/ 1229143 w 1459556"/>
                <a:gd name="connsiteY1477" fmla="*/ 449331 h 563805"/>
                <a:gd name="connsiteX1478" fmla="*/ 1229954 w 1459556"/>
                <a:gd name="connsiteY1478" fmla="*/ 469628 h 563805"/>
                <a:gd name="connsiteX1479" fmla="*/ 1229143 w 1459556"/>
                <a:gd name="connsiteY1479" fmla="*/ 469628 h 563805"/>
                <a:gd name="connsiteX1480" fmla="*/ 1228331 w 1459556"/>
                <a:gd name="connsiteY1480" fmla="*/ 468816 h 563805"/>
                <a:gd name="connsiteX1481" fmla="*/ 1229143 w 1459556"/>
                <a:gd name="connsiteY1481" fmla="*/ 468816 h 563805"/>
                <a:gd name="connsiteX1482" fmla="*/ 1229954 w 1459556"/>
                <a:gd name="connsiteY1482" fmla="*/ 469628 h 563805"/>
                <a:gd name="connsiteX1483" fmla="*/ 1224275 w 1459556"/>
                <a:gd name="connsiteY1483" fmla="*/ 458261 h 563805"/>
                <a:gd name="connsiteX1484" fmla="*/ 1225086 w 1459556"/>
                <a:gd name="connsiteY1484" fmla="*/ 456637 h 563805"/>
                <a:gd name="connsiteX1485" fmla="*/ 1226709 w 1459556"/>
                <a:gd name="connsiteY1485" fmla="*/ 454202 h 563805"/>
                <a:gd name="connsiteX1486" fmla="*/ 1227520 w 1459556"/>
                <a:gd name="connsiteY1486" fmla="*/ 452578 h 563805"/>
                <a:gd name="connsiteX1487" fmla="*/ 1228331 w 1459556"/>
                <a:gd name="connsiteY1487" fmla="*/ 450954 h 563805"/>
                <a:gd name="connsiteX1488" fmla="*/ 1228331 w 1459556"/>
                <a:gd name="connsiteY1488" fmla="*/ 453390 h 563805"/>
                <a:gd name="connsiteX1489" fmla="*/ 1228331 w 1459556"/>
                <a:gd name="connsiteY1489" fmla="*/ 456637 h 563805"/>
                <a:gd name="connsiteX1490" fmla="*/ 1227520 w 1459556"/>
                <a:gd name="connsiteY1490" fmla="*/ 459073 h 563805"/>
                <a:gd name="connsiteX1491" fmla="*/ 1226709 w 1459556"/>
                <a:gd name="connsiteY1491" fmla="*/ 459073 h 563805"/>
                <a:gd name="connsiteX1492" fmla="*/ 1226709 w 1459556"/>
                <a:gd name="connsiteY1492" fmla="*/ 458261 h 563805"/>
                <a:gd name="connsiteX1493" fmla="*/ 1225086 w 1459556"/>
                <a:gd name="connsiteY1493" fmla="*/ 460697 h 563805"/>
                <a:gd name="connsiteX1494" fmla="*/ 1221030 w 1459556"/>
                <a:gd name="connsiteY1494" fmla="*/ 464756 h 563805"/>
                <a:gd name="connsiteX1495" fmla="*/ 1221030 w 1459556"/>
                <a:gd name="connsiteY1495" fmla="*/ 465568 h 563805"/>
                <a:gd name="connsiteX1496" fmla="*/ 1219407 w 1459556"/>
                <a:gd name="connsiteY1496" fmla="*/ 466380 h 563805"/>
                <a:gd name="connsiteX1497" fmla="*/ 1224275 w 1459556"/>
                <a:gd name="connsiteY1497" fmla="*/ 458261 h 563805"/>
                <a:gd name="connsiteX1498" fmla="*/ 1219407 w 1459556"/>
                <a:gd name="connsiteY1498" fmla="*/ 469628 h 563805"/>
                <a:gd name="connsiteX1499" fmla="*/ 1220218 w 1459556"/>
                <a:gd name="connsiteY1499" fmla="*/ 470439 h 563805"/>
                <a:gd name="connsiteX1500" fmla="*/ 1219407 w 1459556"/>
                <a:gd name="connsiteY1500" fmla="*/ 471251 h 563805"/>
                <a:gd name="connsiteX1501" fmla="*/ 1218595 w 1459556"/>
                <a:gd name="connsiteY1501" fmla="*/ 469628 h 563805"/>
                <a:gd name="connsiteX1502" fmla="*/ 1219407 w 1459556"/>
                <a:gd name="connsiteY1502" fmla="*/ 469628 h 563805"/>
                <a:gd name="connsiteX1503" fmla="*/ 1213728 w 1459556"/>
                <a:gd name="connsiteY1503" fmla="*/ 472875 h 563805"/>
                <a:gd name="connsiteX1504" fmla="*/ 1214539 w 1459556"/>
                <a:gd name="connsiteY1504" fmla="*/ 470439 h 563805"/>
                <a:gd name="connsiteX1505" fmla="*/ 1215350 w 1459556"/>
                <a:gd name="connsiteY1505" fmla="*/ 468004 h 563805"/>
                <a:gd name="connsiteX1506" fmla="*/ 1214539 w 1459556"/>
                <a:gd name="connsiteY1506" fmla="*/ 472875 h 563805"/>
                <a:gd name="connsiteX1507" fmla="*/ 1213728 w 1459556"/>
                <a:gd name="connsiteY1507" fmla="*/ 476123 h 563805"/>
                <a:gd name="connsiteX1508" fmla="*/ 1212917 w 1459556"/>
                <a:gd name="connsiteY1508" fmla="*/ 477747 h 563805"/>
                <a:gd name="connsiteX1509" fmla="*/ 1211294 w 1459556"/>
                <a:gd name="connsiteY1509" fmla="*/ 476934 h 563805"/>
                <a:gd name="connsiteX1510" fmla="*/ 1213728 w 1459556"/>
                <a:gd name="connsiteY1510" fmla="*/ 472875 h 563805"/>
                <a:gd name="connsiteX1511" fmla="*/ 1210482 w 1459556"/>
                <a:gd name="connsiteY1511" fmla="*/ 499667 h 563805"/>
                <a:gd name="connsiteX1512" fmla="*/ 1208860 w 1459556"/>
                <a:gd name="connsiteY1512" fmla="*/ 494796 h 563805"/>
                <a:gd name="connsiteX1513" fmla="*/ 1209671 w 1459556"/>
                <a:gd name="connsiteY1513" fmla="*/ 493172 h 563805"/>
                <a:gd name="connsiteX1514" fmla="*/ 1210482 w 1459556"/>
                <a:gd name="connsiteY1514" fmla="*/ 489113 h 563805"/>
                <a:gd name="connsiteX1515" fmla="*/ 1212917 w 1459556"/>
                <a:gd name="connsiteY1515" fmla="*/ 486677 h 563805"/>
                <a:gd name="connsiteX1516" fmla="*/ 1212917 w 1459556"/>
                <a:gd name="connsiteY1516" fmla="*/ 488301 h 563805"/>
                <a:gd name="connsiteX1517" fmla="*/ 1212917 w 1459556"/>
                <a:gd name="connsiteY1517" fmla="*/ 489925 h 563805"/>
                <a:gd name="connsiteX1518" fmla="*/ 1212917 w 1459556"/>
                <a:gd name="connsiteY1518" fmla="*/ 491548 h 563805"/>
                <a:gd name="connsiteX1519" fmla="*/ 1211294 w 1459556"/>
                <a:gd name="connsiteY1519" fmla="*/ 498855 h 563805"/>
                <a:gd name="connsiteX1520" fmla="*/ 1210482 w 1459556"/>
                <a:gd name="connsiteY1520" fmla="*/ 499667 h 563805"/>
                <a:gd name="connsiteX1521" fmla="*/ 1212105 w 1459556"/>
                <a:gd name="connsiteY1521" fmla="*/ 516717 h 563805"/>
                <a:gd name="connsiteX1522" fmla="*/ 1210482 w 1459556"/>
                <a:gd name="connsiteY1522" fmla="*/ 515905 h 563805"/>
                <a:gd name="connsiteX1523" fmla="*/ 1211294 w 1459556"/>
                <a:gd name="connsiteY1523" fmla="*/ 515093 h 563805"/>
                <a:gd name="connsiteX1524" fmla="*/ 1212105 w 1459556"/>
                <a:gd name="connsiteY1524" fmla="*/ 516717 h 563805"/>
                <a:gd name="connsiteX1525" fmla="*/ 1213728 w 1459556"/>
                <a:gd name="connsiteY1525" fmla="*/ 512657 h 563805"/>
                <a:gd name="connsiteX1526" fmla="*/ 1212917 w 1459556"/>
                <a:gd name="connsiteY1526" fmla="*/ 511845 h 563805"/>
                <a:gd name="connsiteX1527" fmla="*/ 1213728 w 1459556"/>
                <a:gd name="connsiteY1527" fmla="*/ 511033 h 563805"/>
                <a:gd name="connsiteX1528" fmla="*/ 1214539 w 1459556"/>
                <a:gd name="connsiteY1528" fmla="*/ 512657 h 563805"/>
                <a:gd name="connsiteX1529" fmla="*/ 1213728 w 1459556"/>
                <a:gd name="connsiteY1529" fmla="*/ 512657 h 563805"/>
                <a:gd name="connsiteX1530" fmla="*/ 1214539 w 1459556"/>
                <a:gd name="connsiteY1530" fmla="*/ 481806 h 563805"/>
                <a:gd name="connsiteX1531" fmla="*/ 1213728 w 1459556"/>
                <a:gd name="connsiteY1531" fmla="*/ 480182 h 563805"/>
                <a:gd name="connsiteX1532" fmla="*/ 1214539 w 1459556"/>
                <a:gd name="connsiteY1532" fmla="*/ 480182 h 563805"/>
                <a:gd name="connsiteX1533" fmla="*/ 1215350 w 1459556"/>
                <a:gd name="connsiteY1533" fmla="*/ 481806 h 563805"/>
                <a:gd name="connsiteX1534" fmla="*/ 1214539 w 1459556"/>
                <a:gd name="connsiteY1534" fmla="*/ 481806 h 563805"/>
                <a:gd name="connsiteX1535" fmla="*/ 1215350 w 1459556"/>
                <a:gd name="connsiteY1535" fmla="*/ 476934 h 563805"/>
                <a:gd name="connsiteX1536" fmla="*/ 1216162 w 1459556"/>
                <a:gd name="connsiteY1536" fmla="*/ 474499 h 563805"/>
                <a:gd name="connsiteX1537" fmla="*/ 1216973 w 1459556"/>
                <a:gd name="connsiteY1537" fmla="*/ 474499 h 563805"/>
                <a:gd name="connsiteX1538" fmla="*/ 1217784 w 1459556"/>
                <a:gd name="connsiteY1538" fmla="*/ 473687 h 563805"/>
                <a:gd name="connsiteX1539" fmla="*/ 1219407 w 1459556"/>
                <a:gd name="connsiteY1539" fmla="*/ 474499 h 563805"/>
                <a:gd name="connsiteX1540" fmla="*/ 1218595 w 1459556"/>
                <a:gd name="connsiteY1540" fmla="*/ 477747 h 563805"/>
                <a:gd name="connsiteX1541" fmla="*/ 1215350 w 1459556"/>
                <a:gd name="connsiteY1541" fmla="*/ 476934 h 563805"/>
                <a:gd name="connsiteX1542" fmla="*/ 1220218 w 1459556"/>
                <a:gd name="connsiteY1542" fmla="*/ 491548 h 563805"/>
                <a:gd name="connsiteX1543" fmla="*/ 1219407 w 1459556"/>
                <a:gd name="connsiteY1543" fmla="*/ 493172 h 563805"/>
                <a:gd name="connsiteX1544" fmla="*/ 1218595 w 1459556"/>
                <a:gd name="connsiteY1544" fmla="*/ 491548 h 563805"/>
                <a:gd name="connsiteX1545" fmla="*/ 1218595 w 1459556"/>
                <a:gd name="connsiteY1545" fmla="*/ 489925 h 563805"/>
                <a:gd name="connsiteX1546" fmla="*/ 1220218 w 1459556"/>
                <a:gd name="connsiteY1546" fmla="*/ 491548 h 563805"/>
                <a:gd name="connsiteX1547" fmla="*/ 1218595 w 1459556"/>
                <a:gd name="connsiteY1547" fmla="*/ 504539 h 563805"/>
                <a:gd name="connsiteX1548" fmla="*/ 1216973 w 1459556"/>
                <a:gd name="connsiteY1548" fmla="*/ 504539 h 563805"/>
                <a:gd name="connsiteX1549" fmla="*/ 1218595 w 1459556"/>
                <a:gd name="connsiteY1549" fmla="*/ 503726 h 563805"/>
                <a:gd name="connsiteX1550" fmla="*/ 1220218 w 1459556"/>
                <a:gd name="connsiteY1550" fmla="*/ 504539 h 563805"/>
                <a:gd name="connsiteX1551" fmla="*/ 1218595 w 1459556"/>
                <a:gd name="connsiteY1551" fmla="*/ 504539 h 563805"/>
                <a:gd name="connsiteX1552" fmla="*/ 1223464 w 1459556"/>
                <a:gd name="connsiteY1552" fmla="*/ 501291 h 563805"/>
                <a:gd name="connsiteX1553" fmla="*/ 1222652 w 1459556"/>
                <a:gd name="connsiteY1553" fmla="*/ 499667 h 563805"/>
                <a:gd name="connsiteX1554" fmla="*/ 1224275 w 1459556"/>
                <a:gd name="connsiteY1554" fmla="*/ 498855 h 563805"/>
                <a:gd name="connsiteX1555" fmla="*/ 1225086 w 1459556"/>
                <a:gd name="connsiteY1555" fmla="*/ 500479 h 563805"/>
                <a:gd name="connsiteX1556" fmla="*/ 1223464 w 1459556"/>
                <a:gd name="connsiteY1556" fmla="*/ 501291 h 563805"/>
                <a:gd name="connsiteX1557" fmla="*/ 1227520 w 1459556"/>
                <a:gd name="connsiteY1557" fmla="*/ 494796 h 563805"/>
                <a:gd name="connsiteX1558" fmla="*/ 1225897 w 1459556"/>
                <a:gd name="connsiteY1558" fmla="*/ 493984 h 563805"/>
                <a:gd name="connsiteX1559" fmla="*/ 1223464 w 1459556"/>
                <a:gd name="connsiteY1559" fmla="*/ 495608 h 563805"/>
                <a:gd name="connsiteX1560" fmla="*/ 1221030 w 1459556"/>
                <a:gd name="connsiteY1560" fmla="*/ 500479 h 563805"/>
                <a:gd name="connsiteX1561" fmla="*/ 1219407 w 1459556"/>
                <a:gd name="connsiteY1561" fmla="*/ 500479 h 563805"/>
                <a:gd name="connsiteX1562" fmla="*/ 1221030 w 1459556"/>
                <a:gd name="connsiteY1562" fmla="*/ 496420 h 563805"/>
                <a:gd name="connsiteX1563" fmla="*/ 1222652 w 1459556"/>
                <a:gd name="connsiteY1563" fmla="*/ 493984 h 563805"/>
                <a:gd name="connsiteX1564" fmla="*/ 1223464 w 1459556"/>
                <a:gd name="connsiteY1564" fmla="*/ 492360 h 563805"/>
                <a:gd name="connsiteX1565" fmla="*/ 1227520 w 1459556"/>
                <a:gd name="connsiteY1565" fmla="*/ 494796 h 563805"/>
                <a:gd name="connsiteX1566" fmla="*/ 1229954 w 1459556"/>
                <a:gd name="connsiteY1566" fmla="*/ 479370 h 563805"/>
                <a:gd name="connsiteX1567" fmla="*/ 1229143 w 1459556"/>
                <a:gd name="connsiteY1567" fmla="*/ 483429 h 563805"/>
                <a:gd name="connsiteX1568" fmla="*/ 1222652 w 1459556"/>
                <a:gd name="connsiteY1568" fmla="*/ 484242 h 563805"/>
                <a:gd name="connsiteX1569" fmla="*/ 1223464 w 1459556"/>
                <a:gd name="connsiteY1569" fmla="*/ 483429 h 563805"/>
                <a:gd name="connsiteX1570" fmla="*/ 1229143 w 1459556"/>
                <a:gd name="connsiteY1570" fmla="*/ 480182 h 563805"/>
                <a:gd name="connsiteX1571" fmla="*/ 1229954 w 1459556"/>
                <a:gd name="connsiteY1571" fmla="*/ 479370 h 563805"/>
                <a:gd name="connsiteX1572" fmla="*/ 1231577 w 1459556"/>
                <a:gd name="connsiteY1572" fmla="*/ 468004 h 563805"/>
                <a:gd name="connsiteX1573" fmla="*/ 1229954 w 1459556"/>
                <a:gd name="connsiteY1573" fmla="*/ 467192 h 563805"/>
                <a:gd name="connsiteX1574" fmla="*/ 1232388 w 1459556"/>
                <a:gd name="connsiteY1574" fmla="*/ 466380 h 563805"/>
                <a:gd name="connsiteX1575" fmla="*/ 1231577 w 1459556"/>
                <a:gd name="connsiteY1575" fmla="*/ 468004 h 563805"/>
                <a:gd name="connsiteX1576" fmla="*/ 1235633 w 1459556"/>
                <a:gd name="connsiteY1576" fmla="*/ 468816 h 563805"/>
                <a:gd name="connsiteX1577" fmla="*/ 1232388 w 1459556"/>
                <a:gd name="connsiteY1577" fmla="*/ 471251 h 563805"/>
                <a:gd name="connsiteX1578" fmla="*/ 1237256 w 1459556"/>
                <a:gd name="connsiteY1578" fmla="*/ 463945 h 563805"/>
                <a:gd name="connsiteX1579" fmla="*/ 1235633 w 1459556"/>
                <a:gd name="connsiteY1579" fmla="*/ 468816 h 563805"/>
                <a:gd name="connsiteX1580" fmla="*/ 1238067 w 1459556"/>
                <a:gd name="connsiteY1580" fmla="*/ 458261 h 563805"/>
                <a:gd name="connsiteX1581" fmla="*/ 1237256 w 1459556"/>
                <a:gd name="connsiteY1581" fmla="*/ 456637 h 563805"/>
                <a:gd name="connsiteX1582" fmla="*/ 1238067 w 1459556"/>
                <a:gd name="connsiteY1582" fmla="*/ 453390 h 563805"/>
                <a:gd name="connsiteX1583" fmla="*/ 1238878 w 1459556"/>
                <a:gd name="connsiteY1583" fmla="*/ 455014 h 563805"/>
                <a:gd name="connsiteX1584" fmla="*/ 1238067 w 1459556"/>
                <a:gd name="connsiteY1584" fmla="*/ 458261 h 563805"/>
                <a:gd name="connsiteX1585" fmla="*/ 1237256 w 1459556"/>
                <a:gd name="connsiteY1585" fmla="*/ 442024 h 563805"/>
                <a:gd name="connsiteX1586" fmla="*/ 1238067 w 1459556"/>
                <a:gd name="connsiteY1586" fmla="*/ 440400 h 563805"/>
                <a:gd name="connsiteX1587" fmla="*/ 1239690 w 1459556"/>
                <a:gd name="connsiteY1587" fmla="*/ 437964 h 563805"/>
                <a:gd name="connsiteX1588" fmla="*/ 1240501 w 1459556"/>
                <a:gd name="connsiteY1588" fmla="*/ 437152 h 563805"/>
                <a:gd name="connsiteX1589" fmla="*/ 1242935 w 1459556"/>
                <a:gd name="connsiteY1589" fmla="*/ 433093 h 563805"/>
                <a:gd name="connsiteX1590" fmla="*/ 1243746 w 1459556"/>
                <a:gd name="connsiteY1590" fmla="*/ 431469 h 563805"/>
                <a:gd name="connsiteX1591" fmla="*/ 1241313 w 1459556"/>
                <a:gd name="connsiteY1591" fmla="*/ 439588 h 563805"/>
                <a:gd name="connsiteX1592" fmla="*/ 1237256 w 1459556"/>
                <a:gd name="connsiteY1592" fmla="*/ 442024 h 563805"/>
                <a:gd name="connsiteX1593" fmla="*/ 1240501 w 1459556"/>
                <a:gd name="connsiteY1593" fmla="*/ 451766 h 563805"/>
                <a:gd name="connsiteX1594" fmla="*/ 1241313 w 1459556"/>
                <a:gd name="connsiteY1594" fmla="*/ 448519 h 563805"/>
                <a:gd name="connsiteX1595" fmla="*/ 1242124 w 1459556"/>
                <a:gd name="connsiteY1595" fmla="*/ 448519 h 563805"/>
                <a:gd name="connsiteX1596" fmla="*/ 1240501 w 1459556"/>
                <a:gd name="connsiteY1596" fmla="*/ 451766 h 563805"/>
                <a:gd name="connsiteX1597" fmla="*/ 1242935 w 1459556"/>
                <a:gd name="connsiteY1597" fmla="*/ 453390 h 563805"/>
                <a:gd name="connsiteX1598" fmla="*/ 1242124 w 1459556"/>
                <a:gd name="connsiteY1598" fmla="*/ 452578 h 563805"/>
                <a:gd name="connsiteX1599" fmla="*/ 1242935 w 1459556"/>
                <a:gd name="connsiteY1599" fmla="*/ 450954 h 563805"/>
                <a:gd name="connsiteX1600" fmla="*/ 1243746 w 1459556"/>
                <a:gd name="connsiteY1600" fmla="*/ 450954 h 563805"/>
                <a:gd name="connsiteX1601" fmla="*/ 1242935 w 1459556"/>
                <a:gd name="connsiteY1601" fmla="*/ 453390 h 563805"/>
                <a:gd name="connsiteX1602" fmla="*/ 1245369 w 1459556"/>
                <a:gd name="connsiteY1602" fmla="*/ 417667 h 563805"/>
                <a:gd name="connsiteX1603" fmla="*/ 1246991 w 1459556"/>
                <a:gd name="connsiteY1603" fmla="*/ 417667 h 563805"/>
                <a:gd name="connsiteX1604" fmla="*/ 1246180 w 1459556"/>
                <a:gd name="connsiteY1604" fmla="*/ 418479 h 563805"/>
                <a:gd name="connsiteX1605" fmla="*/ 1245369 w 1459556"/>
                <a:gd name="connsiteY1605" fmla="*/ 420103 h 563805"/>
                <a:gd name="connsiteX1606" fmla="*/ 1245369 w 1459556"/>
                <a:gd name="connsiteY1606" fmla="*/ 421727 h 563805"/>
                <a:gd name="connsiteX1607" fmla="*/ 1245369 w 1459556"/>
                <a:gd name="connsiteY1607" fmla="*/ 417667 h 563805"/>
                <a:gd name="connsiteX1608" fmla="*/ 1246991 w 1459556"/>
                <a:gd name="connsiteY1608" fmla="*/ 442024 h 563805"/>
                <a:gd name="connsiteX1609" fmla="*/ 1245369 w 1459556"/>
                <a:gd name="connsiteY1609" fmla="*/ 441212 h 563805"/>
                <a:gd name="connsiteX1610" fmla="*/ 1246991 w 1459556"/>
                <a:gd name="connsiteY1610" fmla="*/ 438776 h 563805"/>
                <a:gd name="connsiteX1611" fmla="*/ 1246991 w 1459556"/>
                <a:gd name="connsiteY1611" fmla="*/ 439588 h 563805"/>
                <a:gd name="connsiteX1612" fmla="*/ 1246991 w 1459556"/>
                <a:gd name="connsiteY1612" fmla="*/ 440400 h 563805"/>
                <a:gd name="connsiteX1613" fmla="*/ 1248614 w 1459556"/>
                <a:gd name="connsiteY1613" fmla="*/ 437964 h 563805"/>
                <a:gd name="connsiteX1614" fmla="*/ 1250237 w 1459556"/>
                <a:gd name="connsiteY1614" fmla="*/ 436340 h 563805"/>
                <a:gd name="connsiteX1615" fmla="*/ 1249426 w 1459556"/>
                <a:gd name="connsiteY1615" fmla="*/ 437964 h 563805"/>
                <a:gd name="connsiteX1616" fmla="*/ 1246991 w 1459556"/>
                <a:gd name="connsiteY1616" fmla="*/ 442024 h 563805"/>
                <a:gd name="connsiteX1617" fmla="*/ 1253482 w 1459556"/>
                <a:gd name="connsiteY1617" fmla="*/ 441212 h 563805"/>
                <a:gd name="connsiteX1618" fmla="*/ 1250237 w 1459556"/>
                <a:gd name="connsiteY1618" fmla="*/ 445271 h 563805"/>
                <a:gd name="connsiteX1619" fmla="*/ 1253482 w 1459556"/>
                <a:gd name="connsiteY1619" fmla="*/ 438776 h 563805"/>
                <a:gd name="connsiteX1620" fmla="*/ 1255105 w 1459556"/>
                <a:gd name="connsiteY1620" fmla="*/ 436340 h 563805"/>
                <a:gd name="connsiteX1621" fmla="*/ 1253482 w 1459556"/>
                <a:gd name="connsiteY1621" fmla="*/ 441212 h 563805"/>
                <a:gd name="connsiteX1622" fmla="*/ 1255916 w 1459556"/>
                <a:gd name="connsiteY1622" fmla="*/ 422539 h 563805"/>
                <a:gd name="connsiteX1623" fmla="*/ 1256727 w 1459556"/>
                <a:gd name="connsiteY1623" fmla="*/ 423350 h 563805"/>
                <a:gd name="connsiteX1624" fmla="*/ 1255916 w 1459556"/>
                <a:gd name="connsiteY1624" fmla="*/ 425786 h 563805"/>
                <a:gd name="connsiteX1625" fmla="*/ 1255916 w 1459556"/>
                <a:gd name="connsiteY1625" fmla="*/ 422539 h 563805"/>
                <a:gd name="connsiteX1626" fmla="*/ 1279444 w 1459556"/>
                <a:gd name="connsiteY1626" fmla="*/ 394935 h 563805"/>
                <a:gd name="connsiteX1627" fmla="*/ 1277010 w 1459556"/>
                <a:gd name="connsiteY1627" fmla="*/ 399806 h 563805"/>
                <a:gd name="connsiteX1628" fmla="*/ 1273765 w 1459556"/>
                <a:gd name="connsiteY1628" fmla="*/ 405489 h 563805"/>
                <a:gd name="connsiteX1629" fmla="*/ 1269709 w 1459556"/>
                <a:gd name="connsiteY1629" fmla="*/ 411984 h 563805"/>
                <a:gd name="connsiteX1630" fmla="*/ 1264840 w 1459556"/>
                <a:gd name="connsiteY1630" fmla="*/ 420103 h 563805"/>
                <a:gd name="connsiteX1631" fmla="*/ 1255916 w 1459556"/>
                <a:gd name="connsiteY1631" fmla="*/ 434717 h 563805"/>
                <a:gd name="connsiteX1632" fmla="*/ 1257539 w 1459556"/>
                <a:gd name="connsiteY1632" fmla="*/ 430657 h 563805"/>
                <a:gd name="connsiteX1633" fmla="*/ 1259161 w 1459556"/>
                <a:gd name="connsiteY1633" fmla="*/ 426598 h 563805"/>
                <a:gd name="connsiteX1634" fmla="*/ 1259973 w 1459556"/>
                <a:gd name="connsiteY1634" fmla="*/ 424974 h 563805"/>
                <a:gd name="connsiteX1635" fmla="*/ 1261596 w 1459556"/>
                <a:gd name="connsiteY1635" fmla="*/ 421727 h 563805"/>
                <a:gd name="connsiteX1636" fmla="*/ 1262407 w 1459556"/>
                <a:gd name="connsiteY1636" fmla="*/ 419291 h 563805"/>
                <a:gd name="connsiteX1637" fmla="*/ 1265652 w 1459556"/>
                <a:gd name="connsiteY1637" fmla="*/ 416043 h 563805"/>
                <a:gd name="connsiteX1638" fmla="*/ 1279444 w 1459556"/>
                <a:gd name="connsiteY1638" fmla="*/ 394935 h 563805"/>
                <a:gd name="connsiteX1639" fmla="*/ 1279444 w 1459556"/>
                <a:gd name="connsiteY1639" fmla="*/ 394935 h 563805"/>
                <a:gd name="connsiteX1640" fmla="*/ 1282690 w 1459556"/>
                <a:gd name="connsiteY1640" fmla="*/ 393311 h 563805"/>
                <a:gd name="connsiteX1641" fmla="*/ 1281067 w 1459556"/>
                <a:gd name="connsiteY1641" fmla="*/ 394935 h 563805"/>
                <a:gd name="connsiteX1642" fmla="*/ 1280256 w 1459556"/>
                <a:gd name="connsiteY1642" fmla="*/ 391687 h 563805"/>
                <a:gd name="connsiteX1643" fmla="*/ 1281067 w 1459556"/>
                <a:gd name="connsiteY1643" fmla="*/ 391687 h 563805"/>
                <a:gd name="connsiteX1644" fmla="*/ 1281878 w 1459556"/>
                <a:gd name="connsiteY1644" fmla="*/ 392499 h 563805"/>
                <a:gd name="connsiteX1645" fmla="*/ 1282690 w 1459556"/>
                <a:gd name="connsiteY1645" fmla="*/ 393311 h 563805"/>
                <a:gd name="connsiteX1646" fmla="*/ 1283501 w 1459556"/>
                <a:gd name="connsiteY1646" fmla="*/ 368142 h 563805"/>
                <a:gd name="connsiteX1647" fmla="*/ 1281878 w 1459556"/>
                <a:gd name="connsiteY1647" fmla="*/ 371390 h 563805"/>
                <a:gd name="connsiteX1648" fmla="*/ 1279444 w 1459556"/>
                <a:gd name="connsiteY1648" fmla="*/ 374638 h 563805"/>
                <a:gd name="connsiteX1649" fmla="*/ 1277822 w 1459556"/>
                <a:gd name="connsiteY1649" fmla="*/ 377885 h 563805"/>
                <a:gd name="connsiteX1650" fmla="*/ 1274576 w 1459556"/>
                <a:gd name="connsiteY1650" fmla="*/ 377885 h 563805"/>
                <a:gd name="connsiteX1651" fmla="*/ 1273765 w 1459556"/>
                <a:gd name="connsiteY1651" fmla="*/ 377073 h 563805"/>
                <a:gd name="connsiteX1652" fmla="*/ 1273765 w 1459556"/>
                <a:gd name="connsiteY1652" fmla="*/ 376261 h 563805"/>
                <a:gd name="connsiteX1653" fmla="*/ 1276199 w 1459556"/>
                <a:gd name="connsiteY1653" fmla="*/ 374638 h 563805"/>
                <a:gd name="connsiteX1654" fmla="*/ 1277822 w 1459556"/>
                <a:gd name="connsiteY1654" fmla="*/ 374638 h 563805"/>
                <a:gd name="connsiteX1655" fmla="*/ 1277010 w 1459556"/>
                <a:gd name="connsiteY1655" fmla="*/ 373826 h 563805"/>
                <a:gd name="connsiteX1656" fmla="*/ 1279444 w 1459556"/>
                <a:gd name="connsiteY1656" fmla="*/ 372202 h 563805"/>
                <a:gd name="connsiteX1657" fmla="*/ 1281878 w 1459556"/>
                <a:gd name="connsiteY1657" fmla="*/ 369766 h 563805"/>
                <a:gd name="connsiteX1658" fmla="*/ 1279444 w 1459556"/>
                <a:gd name="connsiteY1658" fmla="*/ 368142 h 563805"/>
                <a:gd name="connsiteX1659" fmla="*/ 1281067 w 1459556"/>
                <a:gd name="connsiteY1659" fmla="*/ 367331 h 563805"/>
                <a:gd name="connsiteX1660" fmla="*/ 1282690 w 1459556"/>
                <a:gd name="connsiteY1660" fmla="*/ 365707 h 563805"/>
                <a:gd name="connsiteX1661" fmla="*/ 1284312 w 1459556"/>
                <a:gd name="connsiteY1661" fmla="*/ 364083 h 563805"/>
                <a:gd name="connsiteX1662" fmla="*/ 1285123 w 1459556"/>
                <a:gd name="connsiteY1662" fmla="*/ 362459 h 563805"/>
                <a:gd name="connsiteX1663" fmla="*/ 1284312 w 1459556"/>
                <a:gd name="connsiteY1663" fmla="*/ 360024 h 563805"/>
                <a:gd name="connsiteX1664" fmla="*/ 1284312 w 1459556"/>
                <a:gd name="connsiteY1664" fmla="*/ 359212 h 563805"/>
                <a:gd name="connsiteX1665" fmla="*/ 1289180 w 1459556"/>
                <a:gd name="connsiteY1665" fmla="*/ 361648 h 563805"/>
                <a:gd name="connsiteX1666" fmla="*/ 1286746 w 1459556"/>
                <a:gd name="connsiteY1666" fmla="*/ 364083 h 563805"/>
                <a:gd name="connsiteX1667" fmla="*/ 1283501 w 1459556"/>
                <a:gd name="connsiteY1667" fmla="*/ 368142 h 563805"/>
                <a:gd name="connsiteX1668" fmla="*/ 1285935 w 1459556"/>
                <a:gd name="connsiteY1668" fmla="*/ 383568 h 563805"/>
                <a:gd name="connsiteX1669" fmla="*/ 1285935 w 1459556"/>
                <a:gd name="connsiteY1669" fmla="*/ 383568 h 563805"/>
                <a:gd name="connsiteX1670" fmla="*/ 1286746 w 1459556"/>
                <a:gd name="connsiteY1670" fmla="*/ 381945 h 563805"/>
                <a:gd name="connsiteX1671" fmla="*/ 1285935 w 1459556"/>
                <a:gd name="connsiteY1671" fmla="*/ 383568 h 563805"/>
                <a:gd name="connsiteX1672" fmla="*/ 1287557 w 1459556"/>
                <a:gd name="connsiteY1672" fmla="*/ 384380 h 563805"/>
                <a:gd name="connsiteX1673" fmla="*/ 1288369 w 1459556"/>
                <a:gd name="connsiteY1673" fmla="*/ 385192 h 563805"/>
                <a:gd name="connsiteX1674" fmla="*/ 1286746 w 1459556"/>
                <a:gd name="connsiteY1674" fmla="*/ 386004 h 563805"/>
                <a:gd name="connsiteX1675" fmla="*/ 1287557 w 1459556"/>
                <a:gd name="connsiteY1675" fmla="*/ 384380 h 563805"/>
                <a:gd name="connsiteX1676" fmla="*/ 1289180 w 1459556"/>
                <a:gd name="connsiteY1676" fmla="*/ 363271 h 563805"/>
                <a:gd name="connsiteX1677" fmla="*/ 1288369 w 1459556"/>
                <a:gd name="connsiteY1677" fmla="*/ 361648 h 563805"/>
                <a:gd name="connsiteX1678" fmla="*/ 1289180 w 1459556"/>
                <a:gd name="connsiteY1678" fmla="*/ 361648 h 563805"/>
                <a:gd name="connsiteX1679" fmla="*/ 1289992 w 1459556"/>
                <a:gd name="connsiteY1679" fmla="*/ 362459 h 563805"/>
                <a:gd name="connsiteX1680" fmla="*/ 1289180 w 1459556"/>
                <a:gd name="connsiteY1680" fmla="*/ 363271 h 563805"/>
                <a:gd name="connsiteX1681" fmla="*/ 1293237 w 1459556"/>
                <a:gd name="connsiteY1681" fmla="*/ 353529 h 563805"/>
                <a:gd name="connsiteX1682" fmla="*/ 1289992 w 1459556"/>
                <a:gd name="connsiteY1682" fmla="*/ 355964 h 563805"/>
                <a:gd name="connsiteX1683" fmla="*/ 1287557 w 1459556"/>
                <a:gd name="connsiteY1683" fmla="*/ 359212 h 563805"/>
                <a:gd name="connsiteX1684" fmla="*/ 1285935 w 1459556"/>
                <a:gd name="connsiteY1684" fmla="*/ 358400 h 563805"/>
                <a:gd name="connsiteX1685" fmla="*/ 1285123 w 1459556"/>
                <a:gd name="connsiteY1685" fmla="*/ 357588 h 563805"/>
                <a:gd name="connsiteX1686" fmla="*/ 1286746 w 1459556"/>
                <a:gd name="connsiteY1686" fmla="*/ 356776 h 563805"/>
                <a:gd name="connsiteX1687" fmla="*/ 1287557 w 1459556"/>
                <a:gd name="connsiteY1687" fmla="*/ 355964 h 563805"/>
                <a:gd name="connsiteX1688" fmla="*/ 1288369 w 1459556"/>
                <a:gd name="connsiteY1688" fmla="*/ 355152 h 563805"/>
                <a:gd name="connsiteX1689" fmla="*/ 1289180 w 1459556"/>
                <a:gd name="connsiteY1689" fmla="*/ 353529 h 563805"/>
                <a:gd name="connsiteX1690" fmla="*/ 1289992 w 1459556"/>
                <a:gd name="connsiteY1690" fmla="*/ 350281 h 563805"/>
                <a:gd name="connsiteX1691" fmla="*/ 1290803 w 1459556"/>
                <a:gd name="connsiteY1691" fmla="*/ 351093 h 563805"/>
                <a:gd name="connsiteX1692" fmla="*/ 1290803 w 1459556"/>
                <a:gd name="connsiteY1692" fmla="*/ 353529 h 563805"/>
                <a:gd name="connsiteX1693" fmla="*/ 1294859 w 1459556"/>
                <a:gd name="connsiteY1693" fmla="*/ 352717 h 563805"/>
                <a:gd name="connsiteX1694" fmla="*/ 1298105 w 1459556"/>
                <a:gd name="connsiteY1694" fmla="*/ 352717 h 563805"/>
                <a:gd name="connsiteX1695" fmla="*/ 1293237 w 1459556"/>
                <a:gd name="connsiteY1695" fmla="*/ 353529 h 563805"/>
                <a:gd name="connsiteX1696" fmla="*/ 1297293 w 1459556"/>
                <a:gd name="connsiteY1696" fmla="*/ 339727 h 563805"/>
                <a:gd name="connsiteX1697" fmla="*/ 1291614 w 1459556"/>
                <a:gd name="connsiteY1697" fmla="*/ 345410 h 563805"/>
                <a:gd name="connsiteX1698" fmla="*/ 1288369 w 1459556"/>
                <a:gd name="connsiteY1698" fmla="*/ 348657 h 563805"/>
                <a:gd name="connsiteX1699" fmla="*/ 1285123 w 1459556"/>
                <a:gd name="connsiteY1699" fmla="*/ 353529 h 563805"/>
                <a:gd name="connsiteX1700" fmla="*/ 1282690 w 1459556"/>
                <a:gd name="connsiteY1700" fmla="*/ 353529 h 563805"/>
                <a:gd name="connsiteX1701" fmla="*/ 1283501 w 1459556"/>
                <a:gd name="connsiteY1701" fmla="*/ 352717 h 563805"/>
                <a:gd name="connsiteX1702" fmla="*/ 1288369 w 1459556"/>
                <a:gd name="connsiteY1702" fmla="*/ 345410 h 563805"/>
                <a:gd name="connsiteX1703" fmla="*/ 1292425 w 1459556"/>
                <a:gd name="connsiteY1703" fmla="*/ 340539 h 563805"/>
                <a:gd name="connsiteX1704" fmla="*/ 1294048 w 1459556"/>
                <a:gd name="connsiteY1704" fmla="*/ 339727 h 563805"/>
                <a:gd name="connsiteX1705" fmla="*/ 1297293 w 1459556"/>
                <a:gd name="connsiteY1705" fmla="*/ 339727 h 563805"/>
                <a:gd name="connsiteX1706" fmla="*/ 1294859 w 1459556"/>
                <a:gd name="connsiteY1706" fmla="*/ 335667 h 563805"/>
                <a:gd name="connsiteX1707" fmla="*/ 1296482 w 1459556"/>
                <a:gd name="connsiteY1707" fmla="*/ 332420 h 563805"/>
                <a:gd name="connsiteX1708" fmla="*/ 1298916 w 1459556"/>
                <a:gd name="connsiteY1708" fmla="*/ 332420 h 563805"/>
                <a:gd name="connsiteX1709" fmla="*/ 1294859 w 1459556"/>
                <a:gd name="connsiteY1709" fmla="*/ 335667 h 563805"/>
                <a:gd name="connsiteX1710" fmla="*/ 1298105 w 1459556"/>
                <a:gd name="connsiteY1710" fmla="*/ 363271 h 563805"/>
                <a:gd name="connsiteX1711" fmla="*/ 1298105 w 1459556"/>
                <a:gd name="connsiteY1711" fmla="*/ 363271 h 563805"/>
                <a:gd name="connsiteX1712" fmla="*/ 1298916 w 1459556"/>
                <a:gd name="connsiteY1712" fmla="*/ 361648 h 563805"/>
                <a:gd name="connsiteX1713" fmla="*/ 1298105 w 1459556"/>
                <a:gd name="connsiteY1713" fmla="*/ 363271 h 563805"/>
                <a:gd name="connsiteX1714" fmla="*/ 1299727 w 1459556"/>
                <a:gd name="connsiteY1714" fmla="*/ 336479 h 563805"/>
                <a:gd name="connsiteX1715" fmla="*/ 1298916 w 1459556"/>
                <a:gd name="connsiteY1715" fmla="*/ 335667 h 563805"/>
                <a:gd name="connsiteX1716" fmla="*/ 1299727 w 1459556"/>
                <a:gd name="connsiteY1716" fmla="*/ 334044 h 563805"/>
                <a:gd name="connsiteX1717" fmla="*/ 1300539 w 1459556"/>
                <a:gd name="connsiteY1717" fmla="*/ 335667 h 563805"/>
                <a:gd name="connsiteX1718" fmla="*/ 1299727 w 1459556"/>
                <a:gd name="connsiteY1718" fmla="*/ 336479 h 563805"/>
                <a:gd name="connsiteX1719" fmla="*/ 1302972 w 1459556"/>
                <a:gd name="connsiteY1719" fmla="*/ 331608 h 563805"/>
                <a:gd name="connsiteX1720" fmla="*/ 1301350 w 1459556"/>
                <a:gd name="connsiteY1720" fmla="*/ 333232 h 563805"/>
                <a:gd name="connsiteX1721" fmla="*/ 1300539 w 1459556"/>
                <a:gd name="connsiteY1721" fmla="*/ 331608 h 563805"/>
                <a:gd name="connsiteX1722" fmla="*/ 1302161 w 1459556"/>
                <a:gd name="connsiteY1722" fmla="*/ 329984 h 563805"/>
                <a:gd name="connsiteX1723" fmla="*/ 1302972 w 1459556"/>
                <a:gd name="connsiteY1723" fmla="*/ 331608 h 563805"/>
                <a:gd name="connsiteX1724" fmla="*/ 1310274 w 1459556"/>
                <a:gd name="connsiteY1724" fmla="*/ 330796 h 563805"/>
                <a:gd name="connsiteX1725" fmla="*/ 1308652 w 1459556"/>
                <a:gd name="connsiteY1725" fmla="*/ 330796 h 563805"/>
                <a:gd name="connsiteX1726" fmla="*/ 1310274 w 1459556"/>
                <a:gd name="connsiteY1726" fmla="*/ 328360 h 563805"/>
                <a:gd name="connsiteX1727" fmla="*/ 1311897 w 1459556"/>
                <a:gd name="connsiteY1727" fmla="*/ 328360 h 563805"/>
                <a:gd name="connsiteX1728" fmla="*/ 1310274 w 1459556"/>
                <a:gd name="connsiteY1728" fmla="*/ 330796 h 563805"/>
                <a:gd name="connsiteX1729" fmla="*/ 1311086 w 1459556"/>
                <a:gd name="connsiteY1729" fmla="*/ 321865 h 563805"/>
                <a:gd name="connsiteX1730" fmla="*/ 1308652 w 1459556"/>
                <a:gd name="connsiteY1730" fmla="*/ 323489 h 563805"/>
                <a:gd name="connsiteX1731" fmla="*/ 1303784 w 1459556"/>
                <a:gd name="connsiteY1731" fmla="*/ 326737 h 563805"/>
                <a:gd name="connsiteX1732" fmla="*/ 1304595 w 1459556"/>
                <a:gd name="connsiteY1732" fmla="*/ 325113 h 563805"/>
                <a:gd name="connsiteX1733" fmla="*/ 1306218 w 1459556"/>
                <a:gd name="connsiteY1733" fmla="*/ 323489 h 563805"/>
                <a:gd name="connsiteX1734" fmla="*/ 1304595 w 1459556"/>
                <a:gd name="connsiteY1734" fmla="*/ 323489 h 563805"/>
                <a:gd name="connsiteX1735" fmla="*/ 1303784 w 1459556"/>
                <a:gd name="connsiteY1735" fmla="*/ 323489 h 563805"/>
                <a:gd name="connsiteX1736" fmla="*/ 1308652 w 1459556"/>
                <a:gd name="connsiteY1736" fmla="*/ 321865 h 563805"/>
                <a:gd name="connsiteX1737" fmla="*/ 1309463 w 1459556"/>
                <a:gd name="connsiteY1737" fmla="*/ 321054 h 563805"/>
                <a:gd name="connsiteX1738" fmla="*/ 1311086 w 1459556"/>
                <a:gd name="connsiteY1738" fmla="*/ 321054 h 563805"/>
                <a:gd name="connsiteX1739" fmla="*/ 1312708 w 1459556"/>
                <a:gd name="connsiteY1739" fmla="*/ 322677 h 563805"/>
                <a:gd name="connsiteX1740" fmla="*/ 1311086 w 1459556"/>
                <a:gd name="connsiteY1740" fmla="*/ 321865 h 563805"/>
                <a:gd name="connsiteX1741" fmla="*/ 1313519 w 1459556"/>
                <a:gd name="connsiteY1741" fmla="*/ 314558 h 563805"/>
                <a:gd name="connsiteX1742" fmla="*/ 1311897 w 1459556"/>
                <a:gd name="connsiteY1742" fmla="*/ 314558 h 563805"/>
                <a:gd name="connsiteX1743" fmla="*/ 1312708 w 1459556"/>
                <a:gd name="connsiteY1743" fmla="*/ 312935 h 563805"/>
                <a:gd name="connsiteX1744" fmla="*/ 1313519 w 1459556"/>
                <a:gd name="connsiteY1744" fmla="*/ 314558 h 563805"/>
                <a:gd name="connsiteX1745" fmla="*/ 1314331 w 1459556"/>
                <a:gd name="connsiteY1745" fmla="*/ 296697 h 563805"/>
                <a:gd name="connsiteX1746" fmla="*/ 1313519 w 1459556"/>
                <a:gd name="connsiteY1746" fmla="*/ 294261 h 563805"/>
                <a:gd name="connsiteX1747" fmla="*/ 1315142 w 1459556"/>
                <a:gd name="connsiteY1747" fmla="*/ 295073 h 563805"/>
                <a:gd name="connsiteX1748" fmla="*/ 1314331 w 1459556"/>
                <a:gd name="connsiteY1748" fmla="*/ 296697 h 563805"/>
                <a:gd name="connsiteX1749" fmla="*/ 1315953 w 1459556"/>
                <a:gd name="connsiteY1749" fmla="*/ 291826 h 563805"/>
                <a:gd name="connsiteX1750" fmla="*/ 1315953 w 1459556"/>
                <a:gd name="connsiteY1750" fmla="*/ 291826 h 563805"/>
                <a:gd name="connsiteX1751" fmla="*/ 1316765 w 1459556"/>
                <a:gd name="connsiteY1751" fmla="*/ 290202 h 563805"/>
                <a:gd name="connsiteX1752" fmla="*/ 1315953 w 1459556"/>
                <a:gd name="connsiteY1752" fmla="*/ 291826 h 563805"/>
                <a:gd name="connsiteX1753" fmla="*/ 1320010 w 1459556"/>
                <a:gd name="connsiteY1753" fmla="*/ 305628 h 563805"/>
                <a:gd name="connsiteX1754" fmla="*/ 1319199 w 1459556"/>
                <a:gd name="connsiteY1754" fmla="*/ 304816 h 563805"/>
                <a:gd name="connsiteX1755" fmla="*/ 1320010 w 1459556"/>
                <a:gd name="connsiteY1755" fmla="*/ 303192 h 563805"/>
                <a:gd name="connsiteX1756" fmla="*/ 1320821 w 1459556"/>
                <a:gd name="connsiteY1756" fmla="*/ 304004 h 563805"/>
                <a:gd name="connsiteX1757" fmla="*/ 1320010 w 1459556"/>
                <a:gd name="connsiteY1757" fmla="*/ 305628 h 563805"/>
                <a:gd name="connsiteX1758" fmla="*/ 1329746 w 1459556"/>
                <a:gd name="connsiteY1758" fmla="*/ 291826 h 563805"/>
                <a:gd name="connsiteX1759" fmla="*/ 1326501 w 1459556"/>
                <a:gd name="connsiteY1759" fmla="*/ 295885 h 563805"/>
                <a:gd name="connsiteX1760" fmla="*/ 1324066 w 1459556"/>
                <a:gd name="connsiteY1760" fmla="*/ 299133 h 563805"/>
                <a:gd name="connsiteX1761" fmla="*/ 1320010 w 1459556"/>
                <a:gd name="connsiteY1761" fmla="*/ 301568 h 563805"/>
                <a:gd name="connsiteX1762" fmla="*/ 1331368 w 1459556"/>
                <a:gd name="connsiteY1762" fmla="*/ 286143 h 563805"/>
                <a:gd name="connsiteX1763" fmla="*/ 1329746 w 1459556"/>
                <a:gd name="connsiteY1763" fmla="*/ 291826 h 563805"/>
                <a:gd name="connsiteX1764" fmla="*/ 1342727 w 1459556"/>
                <a:gd name="connsiteY1764" fmla="*/ 273964 h 563805"/>
                <a:gd name="connsiteX1765" fmla="*/ 1341104 w 1459556"/>
                <a:gd name="connsiteY1765" fmla="*/ 275588 h 563805"/>
                <a:gd name="connsiteX1766" fmla="*/ 1341915 w 1459556"/>
                <a:gd name="connsiteY1766" fmla="*/ 273153 h 563805"/>
                <a:gd name="connsiteX1767" fmla="*/ 1342727 w 1459556"/>
                <a:gd name="connsiteY1767" fmla="*/ 273964 h 563805"/>
                <a:gd name="connsiteX1768" fmla="*/ 1344349 w 1459556"/>
                <a:gd name="connsiteY1768" fmla="*/ 281271 h 563805"/>
                <a:gd name="connsiteX1769" fmla="*/ 1344349 w 1459556"/>
                <a:gd name="connsiteY1769" fmla="*/ 279648 h 563805"/>
                <a:gd name="connsiteX1770" fmla="*/ 1345972 w 1459556"/>
                <a:gd name="connsiteY1770" fmla="*/ 278024 h 563805"/>
                <a:gd name="connsiteX1771" fmla="*/ 1344349 w 1459556"/>
                <a:gd name="connsiteY1771" fmla="*/ 281271 h 563805"/>
                <a:gd name="connsiteX1772" fmla="*/ 1346784 w 1459556"/>
                <a:gd name="connsiteY1772" fmla="*/ 249608 h 563805"/>
                <a:gd name="connsiteX1773" fmla="*/ 1348406 w 1459556"/>
                <a:gd name="connsiteY1773" fmla="*/ 247172 h 563805"/>
                <a:gd name="connsiteX1774" fmla="*/ 1351651 w 1459556"/>
                <a:gd name="connsiteY1774" fmla="*/ 243925 h 563805"/>
                <a:gd name="connsiteX1775" fmla="*/ 1350029 w 1459556"/>
                <a:gd name="connsiteY1775" fmla="*/ 246360 h 563805"/>
                <a:gd name="connsiteX1776" fmla="*/ 1346784 w 1459556"/>
                <a:gd name="connsiteY1776" fmla="*/ 249608 h 563805"/>
                <a:gd name="connsiteX1777" fmla="*/ 1353274 w 1459556"/>
                <a:gd name="connsiteY1777" fmla="*/ 269905 h 563805"/>
                <a:gd name="connsiteX1778" fmla="*/ 1350029 w 1459556"/>
                <a:gd name="connsiteY1778" fmla="*/ 272341 h 563805"/>
                <a:gd name="connsiteX1779" fmla="*/ 1351651 w 1459556"/>
                <a:gd name="connsiteY1779" fmla="*/ 270717 h 563805"/>
                <a:gd name="connsiteX1780" fmla="*/ 1353274 w 1459556"/>
                <a:gd name="connsiteY1780" fmla="*/ 268281 h 563805"/>
                <a:gd name="connsiteX1781" fmla="*/ 1354897 w 1459556"/>
                <a:gd name="connsiteY1781" fmla="*/ 266657 h 563805"/>
                <a:gd name="connsiteX1782" fmla="*/ 1353274 w 1459556"/>
                <a:gd name="connsiteY1782" fmla="*/ 269905 h 563805"/>
                <a:gd name="connsiteX1783" fmla="*/ 1356519 w 1459556"/>
                <a:gd name="connsiteY1783" fmla="*/ 264222 h 563805"/>
                <a:gd name="connsiteX1784" fmla="*/ 1359764 w 1459556"/>
                <a:gd name="connsiteY1784" fmla="*/ 260163 h 563805"/>
                <a:gd name="connsiteX1785" fmla="*/ 1361387 w 1459556"/>
                <a:gd name="connsiteY1785" fmla="*/ 259351 h 563805"/>
                <a:gd name="connsiteX1786" fmla="*/ 1356519 w 1459556"/>
                <a:gd name="connsiteY1786" fmla="*/ 264222 h 563805"/>
                <a:gd name="connsiteX1787" fmla="*/ 1310274 w 1459556"/>
                <a:gd name="connsiteY1787" fmla="*/ 244737 h 563805"/>
                <a:gd name="connsiteX1788" fmla="*/ 1307840 w 1459556"/>
                <a:gd name="connsiteY1788" fmla="*/ 245549 h 563805"/>
                <a:gd name="connsiteX1789" fmla="*/ 1307840 w 1459556"/>
                <a:gd name="connsiteY1789" fmla="*/ 243925 h 563805"/>
                <a:gd name="connsiteX1790" fmla="*/ 1310274 w 1459556"/>
                <a:gd name="connsiteY1790" fmla="*/ 244737 h 563805"/>
                <a:gd name="connsiteX1791" fmla="*/ 1360576 w 1459556"/>
                <a:gd name="connsiteY1791" fmla="*/ 208202 h 563805"/>
                <a:gd name="connsiteX1792" fmla="*/ 1345972 w 1459556"/>
                <a:gd name="connsiteY1792" fmla="*/ 218757 h 563805"/>
                <a:gd name="connsiteX1793" fmla="*/ 1314331 w 1459556"/>
                <a:gd name="connsiteY1793" fmla="*/ 240677 h 563805"/>
                <a:gd name="connsiteX1794" fmla="*/ 1310274 w 1459556"/>
                <a:gd name="connsiteY1794" fmla="*/ 243113 h 563805"/>
                <a:gd name="connsiteX1795" fmla="*/ 1314331 w 1459556"/>
                <a:gd name="connsiteY1795" fmla="*/ 239866 h 563805"/>
                <a:gd name="connsiteX1796" fmla="*/ 1324878 w 1459556"/>
                <a:gd name="connsiteY1796" fmla="*/ 231747 h 563805"/>
                <a:gd name="connsiteX1797" fmla="*/ 1340293 w 1459556"/>
                <a:gd name="connsiteY1797" fmla="*/ 221192 h 563805"/>
                <a:gd name="connsiteX1798" fmla="*/ 1363010 w 1459556"/>
                <a:gd name="connsiteY1798" fmla="*/ 204955 h 563805"/>
                <a:gd name="connsiteX1799" fmla="*/ 1371123 w 1459556"/>
                <a:gd name="connsiteY1799" fmla="*/ 199272 h 563805"/>
                <a:gd name="connsiteX1800" fmla="*/ 1360576 w 1459556"/>
                <a:gd name="connsiteY1800" fmla="*/ 208202 h 563805"/>
                <a:gd name="connsiteX1801" fmla="*/ 1384104 w 1459556"/>
                <a:gd name="connsiteY1801" fmla="*/ 191153 h 563805"/>
                <a:gd name="connsiteX1802" fmla="*/ 1381670 w 1459556"/>
                <a:gd name="connsiteY1802" fmla="*/ 192776 h 563805"/>
                <a:gd name="connsiteX1803" fmla="*/ 1383293 w 1459556"/>
                <a:gd name="connsiteY1803" fmla="*/ 191153 h 563805"/>
                <a:gd name="connsiteX1804" fmla="*/ 1385727 w 1459556"/>
                <a:gd name="connsiteY1804" fmla="*/ 189529 h 563805"/>
                <a:gd name="connsiteX1805" fmla="*/ 1384104 w 1459556"/>
                <a:gd name="connsiteY1805" fmla="*/ 191153 h 563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Lst>
              <a:rect l="l" t="t" r="r" b="b"/>
              <a:pathLst>
                <a:path w="1459556" h="563805">
                  <a:moveTo>
                    <a:pt x="1443330" y="147311"/>
                  </a:moveTo>
                  <a:cubicBezTo>
                    <a:pt x="1438462" y="143252"/>
                    <a:pt x="1438462" y="143252"/>
                    <a:pt x="1436839" y="144064"/>
                  </a:cubicBezTo>
                  <a:cubicBezTo>
                    <a:pt x="1435217" y="144875"/>
                    <a:pt x="1434406" y="145687"/>
                    <a:pt x="1432783" y="144875"/>
                  </a:cubicBezTo>
                  <a:cubicBezTo>
                    <a:pt x="1430349" y="144875"/>
                    <a:pt x="1423047" y="149747"/>
                    <a:pt x="1415745" y="157866"/>
                  </a:cubicBezTo>
                  <a:cubicBezTo>
                    <a:pt x="1412500" y="161925"/>
                    <a:pt x="1404387" y="167608"/>
                    <a:pt x="1395463" y="173291"/>
                  </a:cubicBezTo>
                  <a:cubicBezTo>
                    <a:pt x="1375180" y="186281"/>
                    <a:pt x="1358953" y="198460"/>
                    <a:pt x="1349217" y="205766"/>
                  </a:cubicBezTo>
                  <a:cubicBezTo>
                    <a:pt x="1328123" y="222004"/>
                    <a:pt x="1324066" y="226063"/>
                    <a:pt x="1320010" y="227687"/>
                  </a:cubicBezTo>
                  <a:cubicBezTo>
                    <a:pt x="1318388" y="229311"/>
                    <a:pt x="1314331" y="231747"/>
                    <a:pt x="1311897" y="234182"/>
                  </a:cubicBezTo>
                  <a:cubicBezTo>
                    <a:pt x="1304595" y="239866"/>
                    <a:pt x="1281878" y="254479"/>
                    <a:pt x="1268897" y="261786"/>
                  </a:cubicBezTo>
                  <a:cubicBezTo>
                    <a:pt x="1255105" y="269905"/>
                    <a:pt x="1229954" y="279648"/>
                    <a:pt x="1213728" y="278024"/>
                  </a:cubicBezTo>
                  <a:cubicBezTo>
                    <a:pt x="1209671" y="278024"/>
                    <a:pt x="1206426" y="277212"/>
                    <a:pt x="1205615" y="275588"/>
                  </a:cubicBezTo>
                  <a:cubicBezTo>
                    <a:pt x="1203992" y="271529"/>
                    <a:pt x="1208860" y="258539"/>
                    <a:pt x="1215350" y="247172"/>
                  </a:cubicBezTo>
                  <a:cubicBezTo>
                    <a:pt x="1221841" y="237430"/>
                    <a:pt x="1243746" y="208202"/>
                    <a:pt x="1248614" y="202519"/>
                  </a:cubicBezTo>
                  <a:cubicBezTo>
                    <a:pt x="1251048" y="200083"/>
                    <a:pt x="1252671" y="191965"/>
                    <a:pt x="1251860" y="188717"/>
                  </a:cubicBezTo>
                  <a:cubicBezTo>
                    <a:pt x="1250237" y="183846"/>
                    <a:pt x="1246991" y="178975"/>
                    <a:pt x="1245369" y="178975"/>
                  </a:cubicBezTo>
                  <a:cubicBezTo>
                    <a:pt x="1244558" y="178975"/>
                    <a:pt x="1242935" y="178163"/>
                    <a:pt x="1242935" y="177351"/>
                  </a:cubicBezTo>
                  <a:cubicBezTo>
                    <a:pt x="1242935" y="176539"/>
                    <a:pt x="1241313" y="175727"/>
                    <a:pt x="1239690" y="175727"/>
                  </a:cubicBezTo>
                  <a:cubicBezTo>
                    <a:pt x="1237256" y="175727"/>
                    <a:pt x="1235633" y="178163"/>
                    <a:pt x="1227520" y="187093"/>
                  </a:cubicBezTo>
                  <a:cubicBezTo>
                    <a:pt x="1221841" y="193588"/>
                    <a:pt x="1216973" y="200083"/>
                    <a:pt x="1216162" y="200895"/>
                  </a:cubicBezTo>
                  <a:cubicBezTo>
                    <a:pt x="1216162" y="200895"/>
                    <a:pt x="1215350" y="201707"/>
                    <a:pt x="1215350" y="201707"/>
                  </a:cubicBezTo>
                  <a:cubicBezTo>
                    <a:pt x="1204803" y="209014"/>
                    <a:pt x="1192634" y="217945"/>
                    <a:pt x="1188577" y="221192"/>
                  </a:cubicBezTo>
                  <a:cubicBezTo>
                    <a:pt x="1182898" y="225252"/>
                    <a:pt x="1177219" y="229311"/>
                    <a:pt x="1170728" y="233370"/>
                  </a:cubicBezTo>
                  <a:cubicBezTo>
                    <a:pt x="1159369" y="240677"/>
                    <a:pt x="1148011" y="248796"/>
                    <a:pt x="1136653" y="256103"/>
                  </a:cubicBezTo>
                  <a:cubicBezTo>
                    <a:pt x="1126106" y="263410"/>
                    <a:pt x="1122860" y="265034"/>
                    <a:pt x="1111502" y="269905"/>
                  </a:cubicBezTo>
                  <a:cubicBezTo>
                    <a:pt x="1096898" y="275588"/>
                    <a:pt x="1095276" y="276400"/>
                    <a:pt x="1095276" y="276400"/>
                  </a:cubicBezTo>
                  <a:cubicBezTo>
                    <a:pt x="1095276" y="276400"/>
                    <a:pt x="1092842" y="276400"/>
                    <a:pt x="1089597" y="277212"/>
                  </a:cubicBezTo>
                  <a:cubicBezTo>
                    <a:pt x="1087163" y="278024"/>
                    <a:pt x="1080672" y="278836"/>
                    <a:pt x="1075804" y="278836"/>
                  </a:cubicBezTo>
                  <a:cubicBezTo>
                    <a:pt x="1069314" y="278836"/>
                    <a:pt x="1066880" y="278836"/>
                    <a:pt x="1066068" y="277212"/>
                  </a:cubicBezTo>
                  <a:cubicBezTo>
                    <a:pt x="1062012" y="271529"/>
                    <a:pt x="1065257" y="250420"/>
                    <a:pt x="1072559" y="234994"/>
                  </a:cubicBezTo>
                  <a:cubicBezTo>
                    <a:pt x="1074993" y="230123"/>
                    <a:pt x="1076615" y="225252"/>
                    <a:pt x="1076615" y="224440"/>
                  </a:cubicBezTo>
                  <a:cubicBezTo>
                    <a:pt x="1076615" y="223628"/>
                    <a:pt x="1078238" y="221192"/>
                    <a:pt x="1079050" y="218757"/>
                  </a:cubicBezTo>
                  <a:cubicBezTo>
                    <a:pt x="1080672" y="216321"/>
                    <a:pt x="1083106" y="211450"/>
                    <a:pt x="1085540" y="206578"/>
                  </a:cubicBezTo>
                  <a:cubicBezTo>
                    <a:pt x="1089597" y="197648"/>
                    <a:pt x="1095276" y="189529"/>
                    <a:pt x="1100955" y="181410"/>
                  </a:cubicBezTo>
                  <a:cubicBezTo>
                    <a:pt x="1102577" y="178975"/>
                    <a:pt x="1104200" y="176539"/>
                    <a:pt x="1104200" y="175727"/>
                  </a:cubicBezTo>
                  <a:cubicBezTo>
                    <a:pt x="1104200" y="174915"/>
                    <a:pt x="1104200" y="174103"/>
                    <a:pt x="1105823" y="174103"/>
                  </a:cubicBezTo>
                  <a:cubicBezTo>
                    <a:pt x="1106634" y="174103"/>
                    <a:pt x="1106634" y="173291"/>
                    <a:pt x="1106634" y="172479"/>
                  </a:cubicBezTo>
                  <a:cubicBezTo>
                    <a:pt x="1106634" y="170856"/>
                    <a:pt x="1107446" y="170044"/>
                    <a:pt x="1113124" y="163549"/>
                  </a:cubicBezTo>
                  <a:cubicBezTo>
                    <a:pt x="1115559" y="160301"/>
                    <a:pt x="1117993" y="157054"/>
                    <a:pt x="1117993" y="156242"/>
                  </a:cubicBezTo>
                  <a:cubicBezTo>
                    <a:pt x="1117993" y="155430"/>
                    <a:pt x="1118804" y="153806"/>
                    <a:pt x="1118804" y="153806"/>
                  </a:cubicBezTo>
                  <a:cubicBezTo>
                    <a:pt x="1119615" y="152994"/>
                    <a:pt x="1129351" y="141628"/>
                    <a:pt x="1129351" y="140816"/>
                  </a:cubicBezTo>
                  <a:cubicBezTo>
                    <a:pt x="1129351" y="139192"/>
                    <a:pt x="1144766" y="120519"/>
                    <a:pt x="1146389" y="120519"/>
                  </a:cubicBezTo>
                  <a:cubicBezTo>
                    <a:pt x="1147200" y="120519"/>
                    <a:pt x="1147200" y="119707"/>
                    <a:pt x="1147200" y="118895"/>
                  </a:cubicBezTo>
                  <a:cubicBezTo>
                    <a:pt x="1147200" y="118083"/>
                    <a:pt x="1148011" y="116460"/>
                    <a:pt x="1149634" y="115648"/>
                  </a:cubicBezTo>
                  <a:cubicBezTo>
                    <a:pt x="1151256" y="114836"/>
                    <a:pt x="1152068" y="113212"/>
                    <a:pt x="1152068" y="112400"/>
                  </a:cubicBezTo>
                  <a:cubicBezTo>
                    <a:pt x="1152068" y="111588"/>
                    <a:pt x="1153690" y="109153"/>
                    <a:pt x="1156125" y="106717"/>
                  </a:cubicBezTo>
                  <a:cubicBezTo>
                    <a:pt x="1158558" y="104281"/>
                    <a:pt x="1164238" y="97786"/>
                    <a:pt x="1169916" y="92103"/>
                  </a:cubicBezTo>
                  <a:cubicBezTo>
                    <a:pt x="1193445" y="65311"/>
                    <a:pt x="1216973" y="40955"/>
                    <a:pt x="1233199" y="30400"/>
                  </a:cubicBezTo>
                  <a:cubicBezTo>
                    <a:pt x="1242124" y="23905"/>
                    <a:pt x="1244558" y="21470"/>
                    <a:pt x="1243746" y="16598"/>
                  </a:cubicBezTo>
                  <a:cubicBezTo>
                    <a:pt x="1242935" y="10103"/>
                    <a:pt x="1240501" y="6044"/>
                    <a:pt x="1237256" y="4420"/>
                  </a:cubicBezTo>
                  <a:cubicBezTo>
                    <a:pt x="1235633" y="3608"/>
                    <a:pt x="1234011" y="2796"/>
                    <a:pt x="1233199" y="1984"/>
                  </a:cubicBezTo>
                  <a:cubicBezTo>
                    <a:pt x="1232388" y="1173"/>
                    <a:pt x="1228331" y="361"/>
                    <a:pt x="1224275" y="361"/>
                  </a:cubicBezTo>
                  <a:cubicBezTo>
                    <a:pt x="1220218" y="361"/>
                    <a:pt x="1216162" y="-451"/>
                    <a:pt x="1214539" y="361"/>
                  </a:cubicBezTo>
                  <a:cubicBezTo>
                    <a:pt x="1208048" y="2796"/>
                    <a:pt x="1174785" y="33648"/>
                    <a:pt x="1155313" y="58004"/>
                  </a:cubicBezTo>
                  <a:cubicBezTo>
                    <a:pt x="1130973" y="88044"/>
                    <a:pt x="1124483" y="96163"/>
                    <a:pt x="1114747" y="108341"/>
                  </a:cubicBezTo>
                  <a:cubicBezTo>
                    <a:pt x="1109068" y="115648"/>
                    <a:pt x="1103389" y="123767"/>
                    <a:pt x="1101766" y="125390"/>
                  </a:cubicBezTo>
                  <a:cubicBezTo>
                    <a:pt x="1100144" y="127014"/>
                    <a:pt x="1099332" y="128638"/>
                    <a:pt x="1100144" y="130262"/>
                  </a:cubicBezTo>
                  <a:cubicBezTo>
                    <a:pt x="1100144" y="131885"/>
                    <a:pt x="1100144" y="132697"/>
                    <a:pt x="1099332" y="133509"/>
                  </a:cubicBezTo>
                  <a:cubicBezTo>
                    <a:pt x="1098521" y="133509"/>
                    <a:pt x="1098521" y="133509"/>
                    <a:pt x="1098521" y="132697"/>
                  </a:cubicBezTo>
                  <a:cubicBezTo>
                    <a:pt x="1098521" y="131885"/>
                    <a:pt x="1099332" y="131074"/>
                    <a:pt x="1098521" y="131074"/>
                  </a:cubicBezTo>
                  <a:cubicBezTo>
                    <a:pt x="1097710" y="131074"/>
                    <a:pt x="1081483" y="154618"/>
                    <a:pt x="1079050" y="157866"/>
                  </a:cubicBezTo>
                  <a:cubicBezTo>
                    <a:pt x="1077427" y="160301"/>
                    <a:pt x="1075804" y="163549"/>
                    <a:pt x="1075804" y="164361"/>
                  </a:cubicBezTo>
                  <a:cubicBezTo>
                    <a:pt x="1075804" y="165172"/>
                    <a:pt x="1074993" y="165984"/>
                    <a:pt x="1074993" y="165984"/>
                  </a:cubicBezTo>
                  <a:cubicBezTo>
                    <a:pt x="1074181" y="165984"/>
                    <a:pt x="1073370" y="167608"/>
                    <a:pt x="1072559" y="169232"/>
                  </a:cubicBezTo>
                  <a:cubicBezTo>
                    <a:pt x="1070936" y="172479"/>
                    <a:pt x="1063634" y="178163"/>
                    <a:pt x="1053899" y="186281"/>
                  </a:cubicBezTo>
                  <a:lnTo>
                    <a:pt x="1049031" y="189529"/>
                  </a:lnTo>
                  <a:lnTo>
                    <a:pt x="1040918" y="184658"/>
                  </a:lnTo>
                  <a:cubicBezTo>
                    <a:pt x="1029559" y="177351"/>
                    <a:pt x="1026314" y="175727"/>
                    <a:pt x="1015767" y="174915"/>
                  </a:cubicBezTo>
                  <a:cubicBezTo>
                    <a:pt x="1006031" y="174103"/>
                    <a:pt x="1000352" y="174915"/>
                    <a:pt x="995484" y="178163"/>
                  </a:cubicBezTo>
                  <a:cubicBezTo>
                    <a:pt x="989805" y="182222"/>
                    <a:pt x="981692" y="189529"/>
                    <a:pt x="974390" y="198460"/>
                  </a:cubicBezTo>
                  <a:cubicBezTo>
                    <a:pt x="957352" y="207390"/>
                    <a:pt x="937069" y="213885"/>
                    <a:pt x="917598" y="214697"/>
                  </a:cubicBezTo>
                  <a:cubicBezTo>
                    <a:pt x="910296" y="214697"/>
                    <a:pt x="902182" y="213885"/>
                    <a:pt x="894881" y="211450"/>
                  </a:cubicBezTo>
                  <a:cubicBezTo>
                    <a:pt x="895692" y="208202"/>
                    <a:pt x="895692" y="205766"/>
                    <a:pt x="896504" y="203331"/>
                  </a:cubicBezTo>
                  <a:cubicBezTo>
                    <a:pt x="896504" y="188717"/>
                    <a:pt x="894881" y="210638"/>
                    <a:pt x="894069" y="210638"/>
                  </a:cubicBezTo>
                  <a:cubicBezTo>
                    <a:pt x="891635" y="211450"/>
                    <a:pt x="894881" y="203331"/>
                    <a:pt x="893258" y="204143"/>
                  </a:cubicBezTo>
                  <a:cubicBezTo>
                    <a:pt x="889202" y="204955"/>
                    <a:pt x="894881" y="201707"/>
                    <a:pt x="894881" y="200083"/>
                  </a:cubicBezTo>
                  <a:cubicBezTo>
                    <a:pt x="895692" y="196836"/>
                    <a:pt x="893258" y="199272"/>
                    <a:pt x="893258" y="199272"/>
                  </a:cubicBezTo>
                  <a:cubicBezTo>
                    <a:pt x="890824" y="200083"/>
                    <a:pt x="895692" y="182222"/>
                    <a:pt x="883522" y="173291"/>
                  </a:cubicBezTo>
                  <a:cubicBezTo>
                    <a:pt x="880277" y="170856"/>
                    <a:pt x="872975" y="167608"/>
                    <a:pt x="867296" y="167608"/>
                  </a:cubicBezTo>
                  <a:cubicBezTo>
                    <a:pt x="865673" y="167608"/>
                    <a:pt x="864051" y="167608"/>
                    <a:pt x="862428" y="169232"/>
                  </a:cubicBezTo>
                  <a:cubicBezTo>
                    <a:pt x="859183" y="171668"/>
                    <a:pt x="863239" y="187093"/>
                    <a:pt x="864051" y="191153"/>
                  </a:cubicBezTo>
                  <a:cubicBezTo>
                    <a:pt x="865673" y="197648"/>
                    <a:pt x="868108" y="205766"/>
                    <a:pt x="869730" y="211450"/>
                  </a:cubicBezTo>
                  <a:cubicBezTo>
                    <a:pt x="871353" y="217945"/>
                    <a:pt x="842957" y="249608"/>
                    <a:pt x="838089" y="256103"/>
                  </a:cubicBezTo>
                  <a:cubicBezTo>
                    <a:pt x="830787" y="264222"/>
                    <a:pt x="812127" y="278836"/>
                    <a:pt x="802391" y="279648"/>
                  </a:cubicBezTo>
                  <a:cubicBezTo>
                    <a:pt x="799957" y="279648"/>
                    <a:pt x="799957" y="275588"/>
                    <a:pt x="803202" y="267469"/>
                  </a:cubicBezTo>
                  <a:cubicBezTo>
                    <a:pt x="807259" y="256103"/>
                    <a:pt x="816183" y="239054"/>
                    <a:pt x="825919" y="231747"/>
                  </a:cubicBezTo>
                  <a:lnTo>
                    <a:pt x="826730" y="230935"/>
                  </a:lnTo>
                  <a:cubicBezTo>
                    <a:pt x="836466" y="221192"/>
                    <a:pt x="843768" y="217133"/>
                    <a:pt x="852692" y="208202"/>
                  </a:cubicBezTo>
                  <a:cubicBezTo>
                    <a:pt x="866485" y="193588"/>
                    <a:pt x="855938" y="185469"/>
                    <a:pt x="840523" y="186281"/>
                  </a:cubicBezTo>
                  <a:cubicBezTo>
                    <a:pt x="823485" y="187093"/>
                    <a:pt x="816994" y="191965"/>
                    <a:pt x="806447" y="204955"/>
                  </a:cubicBezTo>
                  <a:cubicBezTo>
                    <a:pt x="803202" y="209014"/>
                    <a:pt x="799957" y="213885"/>
                    <a:pt x="796711" y="217945"/>
                  </a:cubicBezTo>
                  <a:cubicBezTo>
                    <a:pt x="786976" y="219569"/>
                    <a:pt x="744788" y="230935"/>
                    <a:pt x="713958" y="239866"/>
                  </a:cubicBezTo>
                  <a:cubicBezTo>
                    <a:pt x="692052" y="246360"/>
                    <a:pt x="683939" y="247984"/>
                    <a:pt x="679882" y="247984"/>
                  </a:cubicBezTo>
                  <a:cubicBezTo>
                    <a:pt x="675014" y="247172"/>
                    <a:pt x="654731" y="239054"/>
                    <a:pt x="646618" y="233370"/>
                  </a:cubicBezTo>
                  <a:cubicBezTo>
                    <a:pt x="642562" y="230935"/>
                    <a:pt x="643373" y="229311"/>
                    <a:pt x="648241" y="220380"/>
                  </a:cubicBezTo>
                  <a:cubicBezTo>
                    <a:pt x="654731" y="209826"/>
                    <a:pt x="683939" y="188717"/>
                    <a:pt x="699354" y="183846"/>
                  </a:cubicBezTo>
                  <a:cubicBezTo>
                    <a:pt x="701788" y="183034"/>
                    <a:pt x="704222" y="182222"/>
                    <a:pt x="705033" y="181410"/>
                  </a:cubicBezTo>
                  <a:cubicBezTo>
                    <a:pt x="708278" y="179786"/>
                    <a:pt x="718014" y="176539"/>
                    <a:pt x="719637" y="176539"/>
                  </a:cubicBezTo>
                  <a:cubicBezTo>
                    <a:pt x="720448" y="176539"/>
                    <a:pt x="722071" y="176539"/>
                    <a:pt x="722882" y="174915"/>
                  </a:cubicBezTo>
                  <a:cubicBezTo>
                    <a:pt x="723693" y="174103"/>
                    <a:pt x="726127" y="173291"/>
                    <a:pt x="728561" y="173291"/>
                  </a:cubicBezTo>
                  <a:cubicBezTo>
                    <a:pt x="730995" y="173291"/>
                    <a:pt x="736674" y="172479"/>
                    <a:pt x="742354" y="170856"/>
                  </a:cubicBezTo>
                  <a:cubicBezTo>
                    <a:pt x="748033" y="169232"/>
                    <a:pt x="752901" y="167608"/>
                    <a:pt x="752901" y="167608"/>
                  </a:cubicBezTo>
                  <a:cubicBezTo>
                    <a:pt x="755335" y="166796"/>
                    <a:pt x="756146" y="161925"/>
                    <a:pt x="754523" y="158678"/>
                  </a:cubicBezTo>
                  <a:cubicBezTo>
                    <a:pt x="752901" y="154618"/>
                    <a:pt x="746410" y="149747"/>
                    <a:pt x="739919" y="144875"/>
                  </a:cubicBezTo>
                  <a:cubicBezTo>
                    <a:pt x="737486" y="143252"/>
                    <a:pt x="732618" y="142440"/>
                    <a:pt x="726939" y="141628"/>
                  </a:cubicBezTo>
                  <a:lnTo>
                    <a:pt x="717203" y="140004"/>
                  </a:lnTo>
                  <a:lnTo>
                    <a:pt x="706656" y="140816"/>
                  </a:lnTo>
                  <a:cubicBezTo>
                    <a:pt x="704222" y="142440"/>
                    <a:pt x="699354" y="143252"/>
                    <a:pt x="696920" y="144064"/>
                  </a:cubicBezTo>
                  <a:cubicBezTo>
                    <a:pt x="692052" y="144875"/>
                    <a:pt x="684750" y="152182"/>
                    <a:pt x="675826" y="154618"/>
                  </a:cubicBezTo>
                  <a:cubicBezTo>
                    <a:pt x="662844" y="158678"/>
                    <a:pt x="622279" y="178163"/>
                    <a:pt x="606052" y="188717"/>
                  </a:cubicBezTo>
                  <a:cubicBezTo>
                    <a:pt x="601185" y="191965"/>
                    <a:pt x="597128" y="194400"/>
                    <a:pt x="596317" y="194400"/>
                  </a:cubicBezTo>
                  <a:cubicBezTo>
                    <a:pt x="595505" y="194400"/>
                    <a:pt x="589826" y="197648"/>
                    <a:pt x="581713" y="203331"/>
                  </a:cubicBezTo>
                  <a:lnTo>
                    <a:pt x="588204" y="174103"/>
                  </a:lnTo>
                  <a:cubicBezTo>
                    <a:pt x="588204" y="173291"/>
                    <a:pt x="586581" y="170044"/>
                    <a:pt x="584958" y="166796"/>
                  </a:cubicBezTo>
                  <a:cubicBezTo>
                    <a:pt x="581713" y="160301"/>
                    <a:pt x="574411" y="154618"/>
                    <a:pt x="567109" y="152182"/>
                  </a:cubicBezTo>
                  <a:cubicBezTo>
                    <a:pt x="562242" y="150559"/>
                    <a:pt x="552506" y="151371"/>
                    <a:pt x="549260" y="152994"/>
                  </a:cubicBezTo>
                  <a:cubicBezTo>
                    <a:pt x="548449" y="153806"/>
                    <a:pt x="545204" y="154618"/>
                    <a:pt x="542770" y="155430"/>
                  </a:cubicBezTo>
                  <a:cubicBezTo>
                    <a:pt x="540336" y="156242"/>
                    <a:pt x="538713" y="157054"/>
                    <a:pt x="537902" y="157866"/>
                  </a:cubicBezTo>
                  <a:cubicBezTo>
                    <a:pt x="537091" y="158678"/>
                    <a:pt x="536279" y="159489"/>
                    <a:pt x="534657" y="159489"/>
                  </a:cubicBezTo>
                  <a:cubicBezTo>
                    <a:pt x="531412" y="160301"/>
                    <a:pt x="525732" y="162737"/>
                    <a:pt x="525732" y="164361"/>
                  </a:cubicBezTo>
                  <a:cubicBezTo>
                    <a:pt x="525732" y="165172"/>
                    <a:pt x="524921" y="165172"/>
                    <a:pt x="524110" y="165172"/>
                  </a:cubicBezTo>
                  <a:cubicBezTo>
                    <a:pt x="523299" y="165172"/>
                    <a:pt x="522487" y="165172"/>
                    <a:pt x="522487" y="165984"/>
                  </a:cubicBezTo>
                  <a:cubicBezTo>
                    <a:pt x="522487" y="166796"/>
                    <a:pt x="520864" y="167608"/>
                    <a:pt x="519242" y="168420"/>
                  </a:cubicBezTo>
                  <a:lnTo>
                    <a:pt x="515997" y="170856"/>
                  </a:lnTo>
                  <a:lnTo>
                    <a:pt x="517619" y="167608"/>
                  </a:lnTo>
                  <a:cubicBezTo>
                    <a:pt x="518430" y="165984"/>
                    <a:pt x="520053" y="164361"/>
                    <a:pt x="520864" y="162737"/>
                  </a:cubicBezTo>
                  <a:cubicBezTo>
                    <a:pt x="521676" y="161113"/>
                    <a:pt x="522487" y="160301"/>
                    <a:pt x="523299" y="160301"/>
                  </a:cubicBezTo>
                  <a:lnTo>
                    <a:pt x="527355" y="155430"/>
                  </a:lnTo>
                  <a:cubicBezTo>
                    <a:pt x="533846" y="148123"/>
                    <a:pt x="540336" y="137569"/>
                    <a:pt x="538713" y="133509"/>
                  </a:cubicBezTo>
                  <a:cubicBezTo>
                    <a:pt x="537902" y="131885"/>
                    <a:pt x="537091" y="131074"/>
                    <a:pt x="537091" y="130262"/>
                  </a:cubicBezTo>
                  <a:cubicBezTo>
                    <a:pt x="536279" y="130262"/>
                    <a:pt x="535468" y="129450"/>
                    <a:pt x="535468" y="128638"/>
                  </a:cubicBezTo>
                  <a:cubicBezTo>
                    <a:pt x="534657" y="121331"/>
                    <a:pt x="527355" y="117272"/>
                    <a:pt x="520864" y="117272"/>
                  </a:cubicBezTo>
                  <a:cubicBezTo>
                    <a:pt x="517619" y="117272"/>
                    <a:pt x="515185" y="118083"/>
                    <a:pt x="511940" y="119707"/>
                  </a:cubicBezTo>
                  <a:cubicBezTo>
                    <a:pt x="507072" y="122143"/>
                    <a:pt x="498959" y="130262"/>
                    <a:pt x="498148" y="131885"/>
                  </a:cubicBezTo>
                  <a:cubicBezTo>
                    <a:pt x="498148" y="131885"/>
                    <a:pt x="497336" y="133509"/>
                    <a:pt x="496525" y="135133"/>
                  </a:cubicBezTo>
                  <a:cubicBezTo>
                    <a:pt x="491657" y="141628"/>
                    <a:pt x="490846" y="142440"/>
                    <a:pt x="490846" y="144064"/>
                  </a:cubicBezTo>
                  <a:cubicBezTo>
                    <a:pt x="490846" y="144875"/>
                    <a:pt x="490034" y="144875"/>
                    <a:pt x="489223" y="144875"/>
                  </a:cubicBezTo>
                  <a:cubicBezTo>
                    <a:pt x="488412" y="144875"/>
                    <a:pt x="487601" y="144875"/>
                    <a:pt x="487601" y="145687"/>
                  </a:cubicBezTo>
                  <a:lnTo>
                    <a:pt x="483544" y="153806"/>
                  </a:lnTo>
                  <a:cubicBezTo>
                    <a:pt x="482733" y="156242"/>
                    <a:pt x="481921" y="157054"/>
                    <a:pt x="481110" y="157054"/>
                  </a:cubicBezTo>
                  <a:cubicBezTo>
                    <a:pt x="480298" y="157054"/>
                    <a:pt x="479487" y="158678"/>
                    <a:pt x="478676" y="161113"/>
                  </a:cubicBezTo>
                  <a:cubicBezTo>
                    <a:pt x="477865" y="163549"/>
                    <a:pt x="474620" y="166796"/>
                    <a:pt x="472997" y="170044"/>
                  </a:cubicBezTo>
                  <a:cubicBezTo>
                    <a:pt x="470563" y="172479"/>
                    <a:pt x="469751" y="175727"/>
                    <a:pt x="468940" y="175727"/>
                  </a:cubicBezTo>
                  <a:cubicBezTo>
                    <a:pt x="468940" y="176539"/>
                    <a:pt x="468129" y="177351"/>
                    <a:pt x="467318" y="178163"/>
                  </a:cubicBezTo>
                  <a:cubicBezTo>
                    <a:pt x="466507" y="178163"/>
                    <a:pt x="465695" y="179786"/>
                    <a:pt x="465695" y="180598"/>
                  </a:cubicBezTo>
                  <a:cubicBezTo>
                    <a:pt x="465695" y="182222"/>
                    <a:pt x="460827" y="190341"/>
                    <a:pt x="459204" y="191965"/>
                  </a:cubicBezTo>
                  <a:cubicBezTo>
                    <a:pt x="458393" y="191965"/>
                    <a:pt x="458393" y="192776"/>
                    <a:pt x="458393" y="193588"/>
                  </a:cubicBezTo>
                  <a:cubicBezTo>
                    <a:pt x="458393" y="194400"/>
                    <a:pt x="455959" y="197648"/>
                    <a:pt x="453525" y="201707"/>
                  </a:cubicBezTo>
                  <a:cubicBezTo>
                    <a:pt x="451091" y="204955"/>
                    <a:pt x="448657" y="209014"/>
                    <a:pt x="448657" y="209014"/>
                  </a:cubicBezTo>
                  <a:cubicBezTo>
                    <a:pt x="448657" y="209014"/>
                    <a:pt x="447035" y="212262"/>
                    <a:pt x="445412" y="214697"/>
                  </a:cubicBezTo>
                  <a:cubicBezTo>
                    <a:pt x="444601" y="216321"/>
                    <a:pt x="443789" y="217133"/>
                    <a:pt x="442978" y="218757"/>
                  </a:cubicBezTo>
                  <a:cubicBezTo>
                    <a:pt x="441355" y="219569"/>
                    <a:pt x="439733" y="220380"/>
                    <a:pt x="438922" y="221192"/>
                  </a:cubicBezTo>
                  <a:cubicBezTo>
                    <a:pt x="436488" y="223628"/>
                    <a:pt x="433242" y="226063"/>
                    <a:pt x="430808" y="226875"/>
                  </a:cubicBezTo>
                  <a:cubicBezTo>
                    <a:pt x="428375" y="227687"/>
                    <a:pt x="419450" y="234182"/>
                    <a:pt x="410526" y="240677"/>
                  </a:cubicBezTo>
                  <a:cubicBezTo>
                    <a:pt x="386997" y="257727"/>
                    <a:pt x="358601" y="277212"/>
                    <a:pt x="328583" y="278024"/>
                  </a:cubicBezTo>
                  <a:cubicBezTo>
                    <a:pt x="319658" y="278024"/>
                    <a:pt x="311545" y="277212"/>
                    <a:pt x="309922" y="273964"/>
                  </a:cubicBezTo>
                  <a:cubicBezTo>
                    <a:pt x="308300" y="270717"/>
                    <a:pt x="309111" y="247984"/>
                    <a:pt x="310734" y="243113"/>
                  </a:cubicBezTo>
                  <a:cubicBezTo>
                    <a:pt x="313168" y="237430"/>
                    <a:pt x="317224" y="228499"/>
                    <a:pt x="320470" y="225252"/>
                  </a:cubicBezTo>
                  <a:cubicBezTo>
                    <a:pt x="330205" y="213885"/>
                    <a:pt x="332640" y="209014"/>
                    <a:pt x="331017" y="200895"/>
                  </a:cubicBezTo>
                  <a:cubicBezTo>
                    <a:pt x="330205" y="197648"/>
                    <a:pt x="329394" y="195212"/>
                    <a:pt x="326149" y="193588"/>
                  </a:cubicBezTo>
                  <a:cubicBezTo>
                    <a:pt x="319658" y="188717"/>
                    <a:pt x="317224" y="187905"/>
                    <a:pt x="311545" y="188717"/>
                  </a:cubicBezTo>
                  <a:cubicBezTo>
                    <a:pt x="306677" y="189529"/>
                    <a:pt x="305866" y="188717"/>
                    <a:pt x="300998" y="185469"/>
                  </a:cubicBezTo>
                  <a:cubicBezTo>
                    <a:pt x="298564" y="183034"/>
                    <a:pt x="295319" y="181410"/>
                    <a:pt x="294508" y="181410"/>
                  </a:cubicBezTo>
                  <a:cubicBezTo>
                    <a:pt x="293696" y="181410"/>
                    <a:pt x="290451" y="180598"/>
                    <a:pt x="288017" y="178975"/>
                  </a:cubicBezTo>
                  <a:cubicBezTo>
                    <a:pt x="283961" y="176539"/>
                    <a:pt x="275036" y="175727"/>
                    <a:pt x="267734" y="176539"/>
                  </a:cubicBezTo>
                  <a:cubicBezTo>
                    <a:pt x="262055" y="176539"/>
                    <a:pt x="257187" y="177351"/>
                    <a:pt x="255565" y="178975"/>
                  </a:cubicBezTo>
                  <a:cubicBezTo>
                    <a:pt x="249074" y="183846"/>
                    <a:pt x="238527" y="193588"/>
                    <a:pt x="231225" y="202519"/>
                  </a:cubicBezTo>
                  <a:cubicBezTo>
                    <a:pt x="228791" y="205766"/>
                    <a:pt x="225546" y="210638"/>
                    <a:pt x="223923" y="212262"/>
                  </a:cubicBezTo>
                  <a:cubicBezTo>
                    <a:pt x="216621" y="219569"/>
                    <a:pt x="209319" y="230935"/>
                    <a:pt x="203640" y="241489"/>
                  </a:cubicBezTo>
                  <a:cubicBezTo>
                    <a:pt x="201206" y="243113"/>
                    <a:pt x="198772" y="244737"/>
                    <a:pt x="197150" y="246360"/>
                  </a:cubicBezTo>
                  <a:cubicBezTo>
                    <a:pt x="188225" y="251232"/>
                    <a:pt x="178490" y="259351"/>
                    <a:pt x="174433" y="263410"/>
                  </a:cubicBezTo>
                  <a:cubicBezTo>
                    <a:pt x="170376" y="266657"/>
                    <a:pt x="154961" y="275588"/>
                    <a:pt x="153339" y="275588"/>
                  </a:cubicBezTo>
                  <a:cubicBezTo>
                    <a:pt x="152527" y="275588"/>
                    <a:pt x="151716" y="276400"/>
                    <a:pt x="151716" y="276400"/>
                  </a:cubicBezTo>
                  <a:cubicBezTo>
                    <a:pt x="151716" y="278024"/>
                    <a:pt x="137924" y="282895"/>
                    <a:pt x="131433" y="282895"/>
                  </a:cubicBezTo>
                  <a:cubicBezTo>
                    <a:pt x="128188" y="282895"/>
                    <a:pt x="124131" y="282895"/>
                    <a:pt x="123320" y="282083"/>
                  </a:cubicBezTo>
                  <a:cubicBezTo>
                    <a:pt x="120886" y="281271"/>
                    <a:pt x="120886" y="280460"/>
                    <a:pt x="121698" y="273153"/>
                  </a:cubicBezTo>
                  <a:cubicBezTo>
                    <a:pt x="121698" y="269093"/>
                    <a:pt x="122509" y="264222"/>
                    <a:pt x="124131" y="262598"/>
                  </a:cubicBezTo>
                  <a:cubicBezTo>
                    <a:pt x="126565" y="258539"/>
                    <a:pt x="131433" y="238242"/>
                    <a:pt x="132245" y="232559"/>
                  </a:cubicBezTo>
                  <a:cubicBezTo>
                    <a:pt x="133056" y="225252"/>
                    <a:pt x="133056" y="224440"/>
                    <a:pt x="129811" y="220380"/>
                  </a:cubicBezTo>
                  <a:cubicBezTo>
                    <a:pt x="128188" y="217945"/>
                    <a:pt x="125754" y="216321"/>
                    <a:pt x="124943" y="215509"/>
                  </a:cubicBezTo>
                  <a:cubicBezTo>
                    <a:pt x="124131" y="214697"/>
                    <a:pt x="121698" y="213885"/>
                    <a:pt x="120886" y="213073"/>
                  </a:cubicBezTo>
                  <a:cubicBezTo>
                    <a:pt x="119263" y="211450"/>
                    <a:pt x="116829" y="210638"/>
                    <a:pt x="113584" y="210638"/>
                  </a:cubicBezTo>
                  <a:cubicBezTo>
                    <a:pt x="110339" y="210638"/>
                    <a:pt x="107094" y="210638"/>
                    <a:pt x="104660" y="211450"/>
                  </a:cubicBezTo>
                  <a:cubicBezTo>
                    <a:pt x="93301" y="216321"/>
                    <a:pt x="74641" y="228499"/>
                    <a:pt x="58415" y="243925"/>
                  </a:cubicBezTo>
                  <a:cubicBezTo>
                    <a:pt x="47868" y="253667"/>
                    <a:pt x="47056" y="253667"/>
                    <a:pt x="47056" y="252044"/>
                  </a:cubicBezTo>
                  <a:cubicBezTo>
                    <a:pt x="47056" y="251232"/>
                    <a:pt x="48679" y="247172"/>
                    <a:pt x="51113" y="243925"/>
                  </a:cubicBezTo>
                  <a:cubicBezTo>
                    <a:pt x="53547" y="239866"/>
                    <a:pt x="55170" y="236618"/>
                    <a:pt x="55170" y="235806"/>
                  </a:cubicBezTo>
                  <a:cubicBezTo>
                    <a:pt x="54358" y="235806"/>
                    <a:pt x="55170" y="234994"/>
                    <a:pt x="55981" y="234182"/>
                  </a:cubicBezTo>
                  <a:cubicBezTo>
                    <a:pt x="57603" y="232559"/>
                    <a:pt x="68150" y="217133"/>
                    <a:pt x="68150" y="216321"/>
                  </a:cubicBezTo>
                  <a:cubicBezTo>
                    <a:pt x="68150" y="215509"/>
                    <a:pt x="69773" y="213885"/>
                    <a:pt x="70585" y="212262"/>
                  </a:cubicBezTo>
                  <a:cubicBezTo>
                    <a:pt x="73018" y="209014"/>
                    <a:pt x="78698" y="200895"/>
                    <a:pt x="77075" y="200895"/>
                  </a:cubicBezTo>
                  <a:cubicBezTo>
                    <a:pt x="77075" y="200895"/>
                    <a:pt x="77886" y="199272"/>
                    <a:pt x="80320" y="196836"/>
                  </a:cubicBezTo>
                  <a:cubicBezTo>
                    <a:pt x="82754" y="194400"/>
                    <a:pt x="84377" y="192776"/>
                    <a:pt x="84377" y="191965"/>
                  </a:cubicBezTo>
                  <a:cubicBezTo>
                    <a:pt x="84377" y="191153"/>
                    <a:pt x="86811" y="187093"/>
                    <a:pt x="89245" y="183846"/>
                  </a:cubicBezTo>
                  <a:cubicBezTo>
                    <a:pt x="91679" y="180598"/>
                    <a:pt x="94113" y="177351"/>
                    <a:pt x="94113" y="176539"/>
                  </a:cubicBezTo>
                  <a:cubicBezTo>
                    <a:pt x="94113" y="175727"/>
                    <a:pt x="94924" y="174915"/>
                    <a:pt x="95735" y="174103"/>
                  </a:cubicBezTo>
                  <a:cubicBezTo>
                    <a:pt x="96546" y="173291"/>
                    <a:pt x="98169" y="171668"/>
                    <a:pt x="98981" y="170044"/>
                  </a:cubicBezTo>
                  <a:cubicBezTo>
                    <a:pt x="100603" y="167608"/>
                    <a:pt x="102226" y="165172"/>
                    <a:pt x="103849" y="163549"/>
                  </a:cubicBezTo>
                  <a:cubicBezTo>
                    <a:pt x="105471" y="161925"/>
                    <a:pt x="106282" y="160301"/>
                    <a:pt x="105471" y="159489"/>
                  </a:cubicBezTo>
                  <a:cubicBezTo>
                    <a:pt x="105471" y="158678"/>
                    <a:pt x="107094" y="156242"/>
                    <a:pt x="109528" y="153806"/>
                  </a:cubicBezTo>
                  <a:cubicBezTo>
                    <a:pt x="111150" y="151371"/>
                    <a:pt x="115207" y="146499"/>
                    <a:pt x="116018" y="143252"/>
                  </a:cubicBezTo>
                  <a:cubicBezTo>
                    <a:pt x="120075" y="134321"/>
                    <a:pt x="133867" y="117272"/>
                    <a:pt x="140358" y="109153"/>
                  </a:cubicBezTo>
                  <a:cubicBezTo>
                    <a:pt x="141980" y="107529"/>
                    <a:pt x="143603" y="104281"/>
                    <a:pt x="144414" y="102658"/>
                  </a:cubicBezTo>
                  <a:cubicBezTo>
                    <a:pt x="145225" y="101034"/>
                    <a:pt x="148471" y="96975"/>
                    <a:pt x="150094" y="93727"/>
                  </a:cubicBezTo>
                  <a:cubicBezTo>
                    <a:pt x="152527" y="90480"/>
                    <a:pt x="154961" y="87232"/>
                    <a:pt x="156584" y="84796"/>
                  </a:cubicBezTo>
                  <a:cubicBezTo>
                    <a:pt x="157395" y="83172"/>
                    <a:pt x="159829" y="80737"/>
                    <a:pt x="160641" y="79113"/>
                  </a:cubicBezTo>
                  <a:cubicBezTo>
                    <a:pt x="163074" y="75866"/>
                    <a:pt x="165508" y="69371"/>
                    <a:pt x="165508" y="65311"/>
                  </a:cubicBezTo>
                  <a:cubicBezTo>
                    <a:pt x="164697" y="55569"/>
                    <a:pt x="150094" y="49074"/>
                    <a:pt x="141169" y="49074"/>
                  </a:cubicBezTo>
                  <a:cubicBezTo>
                    <a:pt x="137112" y="49074"/>
                    <a:pt x="133867" y="50697"/>
                    <a:pt x="131433" y="55569"/>
                  </a:cubicBezTo>
                  <a:cubicBezTo>
                    <a:pt x="130622" y="58004"/>
                    <a:pt x="128999" y="60440"/>
                    <a:pt x="128188" y="59628"/>
                  </a:cubicBezTo>
                  <a:cubicBezTo>
                    <a:pt x="127376" y="60440"/>
                    <a:pt x="124131" y="64499"/>
                    <a:pt x="120886" y="69371"/>
                  </a:cubicBezTo>
                  <a:cubicBezTo>
                    <a:pt x="112773" y="83172"/>
                    <a:pt x="107094" y="90480"/>
                    <a:pt x="105471" y="91291"/>
                  </a:cubicBezTo>
                  <a:cubicBezTo>
                    <a:pt x="104660" y="92103"/>
                    <a:pt x="103849" y="92915"/>
                    <a:pt x="103849" y="92915"/>
                  </a:cubicBezTo>
                  <a:cubicBezTo>
                    <a:pt x="103849" y="96163"/>
                    <a:pt x="103037" y="97786"/>
                    <a:pt x="101414" y="97786"/>
                  </a:cubicBezTo>
                  <a:cubicBezTo>
                    <a:pt x="100603" y="97786"/>
                    <a:pt x="100603" y="97786"/>
                    <a:pt x="100603" y="98598"/>
                  </a:cubicBezTo>
                  <a:cubicBezTo>
                    <a:pt x="100603" y="100222"/>
                    <a:pt x="98169" y="105905"/>
                    <a:pt x="96546" y="107529"/>
                  </a:cubicBezTo>
                  <a:cubicBezTo>
                    <a:pt x="95735" y="109153"/>
                    <a:pt x="94113" y="109965"/>
                    <a:pt x="94113" y="110777"/>
                  </a:cubicBezTo>
                  <a:cubicBezTo>
                    <a:pt x="94113" y="111588"/>
                    <a:pt x="93301" y="112400"/>
                    <a:pt x="93301" y="112400"/>
                  </a:cubicBezTo>
                  <a:cubicBezTo>
                    <a:pt x="92490" y="112400"/>
                    <a:pt x="92490" y="113212"/>
                    <a:pt x="91679" y="114024"/>
                  </a:cubicBezTo>
                  <a:cubicBezTo>
                    <a:pt x="91679" y="114836"/>
                    <a:pt x="90867" y="115648"/>
                    <a:pt x="89245" y="116460"/>
                  </a:cubicBezTo>
                  <a:cubicBezTo>
                    <a:pt x="87622" y="117272"/>
                    <a:pt x="86811" y="118083"/>
                    <a:pt x="87622" y="118895"/>
                  </a:cubicBezTo>
                  <a:cubicBezTo>
                    <a:pt x="87622" y="119707"/>
                    <a:pt x="86811" y="119707"/>
                    <a:pt x="85999" y="121331"/>
                  </a:cubicBezTo>
                  <a:cubicBezTo>
                    <a:pt x="84377" y="122143"/>
                    <a:pt x="84377" y="123767"/>
                    <a:pt x="84377" y="124578"/>
                  </a:cubicBezTo>
                  <a:cubicBezTo>
                    <a:pt x="84377" y="125390"/>
                    <a:pt x="83566" y="126202"/>
                    <a:pt x="83566" y="127014"/>
                  </a:cubicBezTo>
                  <a:cubicBezTo>
                    <a:pt x="82754" y="127826"/>
                    <a:pt x="81943" y="129450"/>
                    <a:pt x="81943" y="130262"/>
                  </a:cubicBezTo>
                  <a:cubicBezTo>
                    <a:pt x="81943" y="131074"/>
                    <a:pt x="80320" y="134321"/>
                    <a:pt x="77075" y="136757"/>
                  </a:cubicBezTo>
                  <a:cubicBezTo>
                    <a:pt x="73830" y="140004"/>
                    <a:pt x="72207" y="142440"/>
                    <a:pt x="72207" y="143252"/>
                  </a:cubicBezTo>
                  <a:cubicBezTo>
                    <a:pt x="73018" y="144064"/>
                    <a:pt x="69773" y="148935"/>
                    <a:pt x="68150" y="148935"/>
                  </a:cubicBezTo>
                  <a:cubicBezTo>
                    <a:pt x="66528" y="148935"/>
                    <a:pt x="66528" y="150559"/>
                    <a:pt x="66528" y="151371"/>
                  </a:cubicBezTo>
                  <a:cubicBezTo>
                    <a:pt x="66528" y="152994"/>
                    <a:pt x="66528" y="152994"/>
                    <a:pt x="64905" y="152994"/>
                  </a:cubicBezTo>
                  <a:cubicBezTo>
                    <a:pt x="64094" y="152994"/>
                    <a:pt x="63283" y="152994"/>
                    <a:pt x="64094" y="154618"/>
                  </a:cubicBezTo>
                  <a:cubicBezTo>
                    <a:pt x="64905" y="156242"/>
                    <a:pt x="58415" y="165984"/>
                    <a:pt x="56792" y="165984"/>
                  </a:cubicBezTo>
                  <a:cubicBezTo>
                    <a:pt x="56792" y="165984"/>
                    <a:pt x="55981" y="165984"/>
                    <a:pt x="55981" y="167608"/>
                  </a:cubicBezTo>
                  <a:cubicBezTo>
                    <a:pt x="55981" y="169232"/>
                    <a:pt x="53547" y="173291"/>
                    <a:pt x="51113" y="177351"/>
                  </a:cubicBezTo>
                  <a:cubicBezTo>
                    <a:pt x="48679" y="181410"/>
                    <a:pt x="46245" y="185469"/>
                    <a:pt x="46245" y="186281"/>
                  </a:cubicBezTo>
                  <a:cubicBezTo>
                    <a:pt x="46245" y="187093"/>
                    <a:pt x="44622" y="188717"/>
                    <a:pt x="43000" y="189529"/>
                  </a:cubicBezTo>
                  <a:cubicBezTo>
                    <a:pt x="41377" y="191153"/>
                    <a:pt x="39754" y="192776"/>
                    <a:pt x="40566" y="193588"/>
                  </a:cubicBezTo>
                  <a:cubicBezTo>
                    <a:pt x="41377" y="194400"/>
                    <a:pt x="40566" y="194400"/>
                    <a:pt x="38943" y="195212"/>
                  </a:cubicBezTo>
                  <a:cubicBezTo>
                    <a:pt x="38132" y="196024"/>
                    <a:pt x="37321" y="196836"/>
                    <a:pt x="38132" y="196836"/>
                  </a:cubicBezTo>
                  <a:cubicBezTo>
                    <a:pt x="38132" y="197648"/>
                    <a:pt x="37321" y="200083"/>
                    <a:pt x="35698" y="201707"/>
                  </a:cubicBezTo>
                  <a:cubicBezTo>
                    <a:pt x="34075" y="203331"/>
                    <a:pt x="32453" y="205766"/>
                    <a:pt x="32453" y="206578"/>
                  </a:cubicBezTo>
                  <a:cubicBezTo>
                    <a:pt x="32453" y="207390"/>
                    <a:pt x="31641" y="208202"/>
                    <a:pt x="30830" y="208202"/>
                  </a:cubicBezTo>
                  <a:cubicBezTo>
                    <a:pt x="30019" y="208202"/>
                    <a:pt x="29207" y="209014"/>
                    <a:pt x="30019" y="209014"/>
                  </a:cubicBezTo>
                  <a:cubicBezTo>
                    <a:pt x="30830" y="209014"/>
                    <a:pt x="30019" y="211450"/>
                    <a:pt x="28396" y="213073"/>
                  </a:cubicBezTo>
                  <a:cubicBezTo>
                    <a:pt x="26774" y="214697"/>
                    <a:pt x="26774" y="216321"/>
                    <a:pt x="26774" y="217133"/>
                  </a:cubicBezTo>
                  <a:cubicBezTo>
                    <a:pt x="26774" y="217945"/>
                    <a:pt x="26774" y="217945"/>
                    <a:pt x="25962" y="217945"/>
                  </a:cubicBezTo>
                  <a:cubicBezTo>
                    <a:pt x="25151" y="217945"/>
                    <a:pt x="24339" y="217945"/>
                    <a:pt x="23528" y="217945"/>
                  </a:cubicBezTo>
                  <a:cubicBezTo>
                    <a:pt x="21906" y="217945"/>
                    <a:pt x="21906" y="218757"/>
                    <a:pt x="23528" y="219569"/>
                  </a:cubicBezTo>
                  <a:cubicBezTo>
                    <a:pt x="25962" y="220380"/>
                    <a:pt x="25151" y="221192"/>
                    <a:pt x="21906" y="224440"/>
                  </a:cubicBezTo>
                  <a:cubicBezTo>
                    <a:pt x="20283" y="226875"/>
                    <a:pt x="18660" y="228499"/>
                    <a:pt x="19472" y="229311"/>
                  </a:cubicBezTo>
                  <a:cubicBezTo>
                    <a:pt x="19472" y="230123"/>
                    <a:pt x="19472" y="230935"/>
                    <a:pt x="19472" y="230935"/>
                  </a:cubicBezTo>
                  <a:cubicBezTo>
                    <a:pt x="17038" y="230935"/>
                    <a:pt x="8925" y="243113"/>
                    <a:pt x="9736" y="245549"/>
                  </a:cubicBezTo>
                  <a:cubicBezTo>
                    <a:pt x="9736" y="246360"/>
                    <a:pt x="8925" y="247984"/>
                    <a:pt x="8925" y="248796"/>
                  </a:cubicBezTo>
                  <a:cubicBezTo>
                    <a:pt x="7302" y="251232"/>
                    <a:pt x="3245" y="258539"/>
                    <a:pt x="4868" y="260163"/>
                  </a:cubicBezTo>
                  <a:cubicBezTo>
                    <a:pt x="4868" y="260974"/>
                    <a:pt x="4868" y="262598"/>
                    <a:pt x="4057" y="261786"/>
                  </a:cubicBezTo>
                  <a:cubicBezTo>
                    <a:pt x="1623" y="261786"/>
                    <a:pt x="0" y="270717"/>
                    <a:pt x="0" y="279648"/>
                  </a:cubicBezTo>
                  <a:cubicBezTo>
                    <a:pt x="0" y="293450"/>
                    <a:pt x="811" y="298321"/>
                    <a:pt x="5679" y="302380"/>
                  </a:cubicBezTo>
                  <a:cubicBezTo>
                    <a:pt x="9736" y="305628"/>
                    <a:pt x="9736" y="306440"/>
                    <a:pt x="12981" y="305628"/>
                  </a:cubicBezTo>
                  <a:cubicBezTo>
                    <a:pt x="15415" y="304816"/>
                    <a:pt x="17038" y="304816"/>
                    <a:pt x="17849" y="304816"/>
                  </a:cubicBezTo>
                  <a:cubicBezTo>
                    <a:pt x="18660" y="304816"/>
                    <a:pt x="19472" y="303192"/>
                    <a:pt x="20283" y="302380"/>
                  </a:cubicBezTo>
                  <a:cubicBezTo>
                    <a:pt x="21094" y="300757"/>
                    <a:pt x="21094" y="299945"/>
                    <a:pt x="22717" y="299945"/>
                  </a:cubicBezTo>
                  <a:cubicBezTo>
                    <a:pt x="24339" y="299945"/>
                    <a:pt x="34075" y="291826"/>
                    <a:pt x="39754" y="284519"/>
                  </a:cubicBezTo>
                  <a:cubicBezTo>
                    <a:pt x="47056" y="275588"/>
                    <a:pt x="51924" y="271529"/>
                    <a:pt x="52735" y="271529"/>
                  </a:cubicBezTo>
                  <a:cubicBezTo>
                    <a:pt x="54358" y="271529"/>
                    <a:pt x="59226" y="267469"/>
                    <a:pt x="59226" y="265846"/>
                  </a:cubicBezTo>
                  <a:cubicBezTo>
                    <a:pt x="59226" y="265034"/>
                    <a:pt x="59226" y="264222"/>
                    <a:pt x="60037" y="263410"/>
                  </a:cubicBezTo>
                  <a:cubicBezTo>
                    <a:pt x="60037" y="261786"/>
                    <a:pt x="60849" y="261786"/>
                    <a:pt x="60849" y="263410"/>
                  </a:cubicBezTo>
                  <a:cubicBezTo>
                    <a:pt x="61660" y="264222"/>
                    <a:pt x="61660" y="264222"/>
                    <a:pt x="62471" y="262598"/>
                  </a:cubicBezTo>
                  <a:cubicBezTo>
                    <a:pt x="63283" y="260974"/>
                    <a:pt x="63283" y="260163"/>
                    <a:pt x="64094" y="260974"/>
                  </a:cubicBezTo>
                  <a:cubicBezTo>
                    <a:pt x="64905" y="260974"/>
                    <a:pt x="65717" y="260974"/>
                    <a:pt x="65717" y="259351"/>
                  </a:cubicBezTo>
                  <a:cubicBezTo>
                    <a:pt x="65717" y="257727"/>
                    <a:pt x="66528" y="257727"/>
                    <a:pt x="67339" y="257727"/>
                  </a:cubicBezTo>
                  <a:cubicBezTo>
                    <a:pt x="68150" y="258539"/>
                    <a:pt x="68150" y="258539"/>
                    <a:pt x="68150" y="257727"/>
                  </a:cubicBezTo>
                  <a:cubicBezTo>
                    <a:pt x="67339" y="256103"/>
                    <a:pt x="72207" y="251232"/>
                    <a:pt x="73830" y="253667"/>
                  </a:cubicBezTo>
                  <a:cubicBezTo>
                    <a:pt x="74641" y="254479"/>
                    <a:pt x="74641" y="254479"/>
                    <a:pt x="75452" y="252856"/>
                  </a:cubicBezTo>
                  <a:cubicBezTo>
                    <a:pt x="75452" y="251232"/>
                    <a:pt x="77886" y="249608"/>
                    <a:pt x="78698" y="249608"/>
                  </a:cubicBezTo>
                  <a:cubicBezTo>
                    <a:pt x="80320" y="248796"/>
                    <a:pt x="81943" y="247172"/>
                    <a:pt x="82754" y="245549"/>
                  </a:cubicBezTo>
                  <a:cubicBezTo>
                    <a:pt x="82754" y="243925"/>
                    <a:pt x="85188" y="242301"/>
                    <a:pt x="86811" y="241489"/>
                  </a:cubicBezTo>
                  <a:cubicBezTo>
                    <a:pt x="88433" y="240677"/>
                    <a:pt x="89245" y="239866"/>
                    <a:pt x="89245" y="239054"/>
                  </a:cubicBezTo>
                  <a:cubicBezTo>
                    <a:pt x="89245" y="238242"/>
                    <a:pt x="90056" y="238242"/>
                    <a:pt x="90867" y="239866"/>
                  </a:cubicBezTo>
                  <a:cubicBezTo>
                    <a:pt x="91679" y="241489"/>
                    <a:pt x="91679" y="241489"/>
                    <a:pt x="91679" y="239866"/>
                  </a:cubicBezTo>
                  <a:cubicBezTo>
                    <a:pt x="91679" y="237430"/>
                    <a:pt x="97358" y="233370"/>
                    <a:pt x="97358" y="235806"/>
                  </a:cubicBezTo>
                  <a:cubicBezTo>
                    <a:pt x="97358" y="236618"/>
                    <a:pt x="98981" y="235806"/>
                    <a:pt x="98981" y="234182"/>
                  </a:cubicBezTo>
                  <a:lnTo>
                    <a:pt x="99792" y="231747"/>
                  </a:lnTo>
                  <a:lnTo>
                    <a:pt x="99792" y="234994"/>
                  </a:lnTo>
                  <a:cubicBezTo>
                    <a:pt x="99792" y="236618"/>
                    <a:pt x="98981" y="239866"/>
                    <a:pt x="98981" y="243113"/>
                  </a:cubicBezTo>
                  <a:cubicBezTo>
                    <a:pt x="95735" y="257727"/>
                    <a:pt x="96546" y="272341"/>
                    <a:pt x="101414" y="275588"/>
                  </a:cubicBezTo>
                  <a:cubicBezTo>
                    <a:pt x="102226" y="276400"/>
                    <a:pt x="103037" y="278024"/>
                    <a:pt x="103037" y="278836"/>
                  </a:cubicBezTo>
                  <a:cubicBezTo>
                    <a:pt x="103849" y="280460"/>
                    <a:pt x="124131" y="301568"/>
                    <a:pt x="130622" y="300757"/>
                  </a:cubicBezTo>
                  <a:cubicBezTo>
                    <a:pt x="132245" y="300757"/>
                    <a:pt x="137112" y="301568"/>
                    <a:pt x="141169" y="302380"/>
                  </a:cubicBezTo>
                  <a:cubicBezTo>
                    <a:pt x="146848" y="303192"/>
                    <a:pt x="149282" y="304004"/>
                    <a:pt x="150905" y="304004"/>
                  </a:cubicBezTo>
                  <a:cubicBezTo>
                    <a:pt x="152527" y="304004"/>
                    <a:pt x="153339" y="303192"/>
                    <a:pt x="154150" y="302380"/>
                  </a:cubicBezTo>
                  <a:cubicBezTo>
                    <a:pt x="154961" y="301568"/>
                    <a:pt x="157395" y="299945"/>
                    <a:pt x="159018" y="299133"/>
                  </a:cubicBezTo>
                  <a:cubicBezTo>
                    <a:pt x="161452" y="298321"/>
                    <a:pt x="164697" y="295885"/>
                    <a:pt x="166320" y="294261"/>
                  </a:cubicBezTo>
                  <a:cubicBezTo>
                    <a:pt x="167942" y="292638"/>
                    <a:pt x="171999" y="289390"/>
                    <a:pt x="176055" y="287766"/>
                  </a:cubicBezTo>
                  <a:cubicBezTo>
                    <a:pt x="180923" y="285331"/>
                    <a:pt x="186603" y="280460"/>
                    <a:pt x="189037" y="277212"/>
                  </a:cubicBezTo>
                  <a:cubicBezTo>
                    <a:pt x="189037" y="280460"/>
                    <a:pt x="189848" y="282083"/>
                    <a:pt x="191470" y="286143"/>
                  </a:cubicBezTo>
                  <a:cubicBezTo>
                    <a:pt x="193093" y="289390"/>
                    <a:pt x="194716" y="291826"/>
                    <a:pt x="195527" y="291826"/>
                  </a:cubicBezTo>
                  <a:cubicBezTo>
                    <a:pt x="196338" y="291826"/>
                    <a:pt x="197961" y="293450"/>
                    <a:pt x="198772" y="295885"/>
                  </a:cubicBezTo>
                  <a:cubicBezTo>
                    <a:pt x="202017" y="302380"/>
                    <a:pt x="207697" y="307251"/>
                    <a:pt x="211753" y="307251"/>
                  </a:cubicBezTo>
                  <a:cubicBezTo>
                    <a:pt x="213376" y="308063"/>
                    <a:pt x="214999" y="307251"/>
                    <a:pt x="215810" y="307251"/>
                  </a:cubicBezTo>
                  <a:cubicBezTo>
                    <a:pt x="216621" y="307251"/>
                    <a:pt x="219055" y="305628"/>
                    <a:pt x="221489" y="304816"/>
                  </a:cubicBezTo>
                  <a:cubicBezTo>
                    <a:pt x="227169" y="302380"/>
                    <a:pt x="231225" y="299945"/>
                    <a:pt x="230413" y="299133"/>
                  </a:cubicBezTo>
                  <a:cubicBezTo>
                    <a:pt x="229602" y="298321"/>
                    <a:pt x="230413" y="298321"/>
                    <a:pt x="231225" y="298321"/>
                  </a:cubicBezTo>
                  <a:cubicBezTo>
                    <a:pt x="232036" y="298321"/>
                    <a:pt x="233659" y="298321"/>
                    <a:pt x="234470" y="296697"/>
                  </a:cubicBezTo>
                  <a:cubicBezTo>
                    <a:pt x="235282" y="295073"/>
                    <a:pt x="236904" y="294261"/>
                    <a:pt x="237716" y="294261"/>
                  </a:cubicBezTo>
                  <a:cubicBezTo>
                    <a:pt x="239338" y="294261"/>
                    <a:pt x="252319" y="280460"/>
                    <a:pt x="262055" y="268281"/>
                  </a:cubicBezTo>
                  <a:cubicBezTo>
                    <a:pt x="264489" y="265034"/>
                    <a:pt x="266923" y="262598"/>
                    <a:pt x="266923" y="262598"/>
                  </a:cubicBezTo>
                  <a:cubicBezTo>
                    <a:pt x="267734" y="262598"/>
                    <a:pt x="267734" y="262598"/>
                    <a:pt x="267734" y="261786"/>
                  </a:cubicBezTo>
                  <a:cubicBezTo>
                    <a:pt x="267734" y="260974"/>
                    <a:pt x="269357" y="259351"/>
                    <a:pt x="270168" y="257727"/>
                  </a:cubicBezTo>
                  <a:cubicBezTo>
                    <a:pt x="271791" y="256103"/>
                    <a:pt x="272602" y="254479"/>
                    <a:pt x="272602" y="252856"/>
                  </a:cubicBezTo>
                  <a:cubicBezTo>
                    <a:pt x="272602" y="252044"/>
                    <a:pt x="273413" y="251232"/>
                    <a:pt x="274225" y="250420"/>
                  </a:cubicBezTo>
                  <a:cubicBezTo>
                    <a:pt x="275036" y="250420"/>
                    <a:pt x="275847" y="248796"/>
                    <a:pt x="275036" y="248796"/>
                  </a:cubicBezTo>
                  <a:cubicBezTo>
                    <a:pt x="274225" y="247172"/>
                    <a:pt x="279092" y="239866"/>
                    <a:pt x="279904" y="239866"/>
                  </a:cubicBezTo>
                  <a:cubicBezTo>
                    <a:pt x="282338" y="239866"/>
                    <a:pt x="282338" y="240677"/>
                    <a:pt x="283149" y="249608"/>
                  </a:cubicBezTo>
                  <a:cubicBezTo>
                    <a:pt x="283961" y="260163"/>
                    <a:pt x="284772" y="264222"/>
                    <a:pt x="286394" y="267469"/>
                  </a:cubicBezTo>
                  <a:cubicBezTo>
                    <a:pt x="287206" y="269093"/>
                    <a:pt x="287206" y="269905"/>
                    <a:pt x="286394" y="270717"/>
                  </a:cubicBezTo>
                  <a:cubicBezTo>
                    <a:pt x="285583" y="271529"/>
                    <a:pt x="286394" y="271529"/>
                    <a:pt x="287206" y="270717"/>
                  </a:cubicBezTo>
                  <a:cubicBezTo>
                    <a:pt x="288017" y="269905"/>
                    <a:pt x="288828" y="270717"/>
                    <a:pt x="288828" y="270717"/>
                  </a:cubicBezTo>
                  <a:cubicBezTo>
                    <a:pt x="291262" y="276400"/>
                    <a:pt x="310734" y="295073"/>
                    <a:pt x="318035" y="299133"/>
                  </a:cubicBezTo>
                  <a:cubicBezTo>
                    <a:pt x="321281" y="301568"/>
                    <a:pt x="322904" y="302380"/>
                    <a:pt x="326960" y="302380"/>
                  </a:cubicBezTo>
                  <a:cubicBezTo>
                    <a:pt x="329394" y="302380"/>
                    <a:pt x="333451" y="302380"/>
                    <a:pt x="340753" y="302380"/>
                  </a:cubicBezTo>
                  <a:cubicBezTo>
                    <a:pt x="356979" y="301568"/>
                    <a:pt x="365092" y="299945"/>
                    <a:pt x="374828" y="295885"/>
                  </a:cubicBezTo>
                  <a:cubicBezTo>
                    <a:pt x="378073" y="294261"/>
                    <a:pt x="379696" y="292638"/>
                    <a:pt x="379696" y="291826"/>
                  </a:cubicBezTo>
                  <a:cubicBezTo>
                    <a:pt x="378884" y="291014"/>
                    <a:pt x="380507" y="290202"/>
                    <a:pt x="382941" y="289390"/>
                  </a:cubicBezTo>
                  <a:cubicBezTo>
                    <a:pt x="384563" y="288578"/>
                    <a:pt x="388620" y="287766"/>
                    <a:pt x="390243" y="286143"/>
                  </a:cubicBezTo>
                  <a:cubicBezTo>
                    <a:pt x="391865" y="284519"/>
                    <a:pt x="395922" y="282895"/>
                    <a:pt x="398356" y="281271"/>
                  </a:cubicBezTo>
                  <a:cubicBezTo>
                    <a:pt x="400790" y="280460"/>
                    <a:pt x="403224" y="278024"/>
                    <a:pt x="404035" y="277212"/>
                  </a:cubicBezTo>
                  <a:cubicBezTo>
                    <a:pt x="404846" y="276400"/>
                    <a:pt x="406469" y="275588"/>
                    <a:pt x="407280" y="275588"/>
                  </a:cubicBezTo>
                  <a:cubicBezTo>
                    <a:pt x="408092" y="275588"/>
                    <a:pt x="411337" y="272341"/>
                    <a:pt x="415393" y="269093"/>
                  </a:cubicBezTo>
                  <a:cubicBezTo>
                    <a:pt x="414582" y="270717"/>
                    <a:pt x="412959" y="273964"/>
                    <a:pt x="411337" y="275588"/>
                  </a:cubicBezTo>
                  <a:cubicBezTo>
                    <a:pt x="408903" y="278836"/>
                    <a:pt x="406469" y="282083"/>
                    <a:pt x="406469" y="283707"/>
                  </a:cubicBezTo>
                  <a:cubicBezTo>
                    <a:pt x="406469" y="284519"/>
                    <a:pt x="405658" y="286143"/>
                    <a:pt x="404846" y="286143"/>
                  </a:cubicBezTo>
                  <a:cubicBezTo>
                    <a:pt x="404035" y="286143"/>
                    <a:pt x="404035" y="286954"/>
                    <a:pt x="404846" y="287766"/>
                  </a:cubicBezTo>
                  <a:cubicBezTo>
                    <a:pt x="404846" y="288578"/>
                    <a:pt x="404846" y="291014"/>
                    <a:pt x="403224" y="291826"/>
                  </a:cubicBezTo>
                  <a:cubicBezTo>
                    <a:pt x="401601" y="293450"/>
                    <a:pt x="401601" y="294261"/>
                    <a:pt x="402412" y="293450"/>
                  </a:cubicBezTo>
                  <a:cubicBezTo>
                    <a:pt x="403224" y="292638"/>
                    <a:pt x="403224" y="293450"/>
                    <a:pt x="401601" y="295073"/>
                  </a:cubicBezTo>
                  <a:cubicBezTo>
                    <a:pt x="399979" y="296697"/>
                    <a:pt x="399167" y="297509"/>
                    <a:pt x="399979" y="297509"/>
                  </a:cubicBezTo>
                  <a:cubicBezTo>
                    <a:pt x="400790" y="297509"/>
                    <a:pt x="399979" y="298321"/>
                    <a:pt x="399167" y="299133"/>
                  </a:cubicBezTo>
                  <a:cubicBezTo>
                    <a:pt x="397545" y="299945"/>
                    <a:pt x="397545" y="300757"/>
                    <a:pt x="397545" y="301568"/>
                  </a:cubicBezTo>
                  <a:cubicBezTo>
                    <a:pt x="397545" y="302380"/>
                    <a:pt x="395922" y="304816"/>
                    <a:pt x="394299" y="307251"/>
                  </a:cubicBezTo>
                  <a:cubicBezTo>
                    <a:pt x="392677" y="309687"/>
                    <a:pt x="391865" y="312935"/>
                    <a:pt x="391865" y="313747"/>
                  </a:cubicBezTo>
                  <a:cubicBezTo>
                    <a:pt x="391865" y="314558"/>
                    <a:pt x="391054" y="316994"/>
                    <a:pt x="390243" y="316994"/>
                  </a:cubicBezTo>
                  <a:cubicBezTo>
                    <a:pt x="388620" y="316994"/>
                    <a:pt x="388620" y="318618"/>
                    <a:pt x="388620" y="319430"/>
                  </a:cubicBezTo>
                  <a:cubicBezTo>
                    <a:pt x="388620" y="320242"/>
                    <a:pt x="388620" y="321054"/>
                    <a:pt x="388620" y="321054"/>
                  </a:cubicBezTo>
                  <a:cubicBezTo>
                    <a:pt x="387809" y="320242"/>
                    <a:pt x="385375" y="324301"/>
                    <a:pt x="386186" y="325925"/>
                  </a:cubicBezTo>
                  <a:cubicBezTo>
                    <a:pt x="386186" y="326737"/>
                    <a:pt x="385375" y="327548"/>
                    <a:pt x="383752" y="329172"/>
                  </a:cubicBezTo>
                  <a:cubicBezTo>
                    <a:pt x="382130" y="330796"/>
                    <a:pt x="381318" y="332420"/>
                    <a:pt x="381318" y="333232"/>
                  </a:cubicBezTo>
                  <a:cubicBezTo>
                    <a:pt x="381318" y="334044"/>
                    <a:pt x="381318" y="334855"/>
                    <a:pt x="380507" y="334855"/>
                  </a:cubicBezTo>
                  <a:cubicBezTo>
                    <a:pt x="379696" y="334855"/>
                    <a:pt x="377262" y="338915"/>
                    <a:pt x="378073" y="340539"/>
                  </a:cubicBezTo>
                  <a:cubicBezTo>
                    <a:pt x="378073" y="341351"/>
                    <a:pt x="378073" y="341351"/>
                    <a:pt x="377262" y="342162"/>
                  </a:cubicBezTo>
                  <a:cubicBezTo>
                    <a:pt x="376450" y="342162"/>
                    <a:pt x="372394" y="350281"/>
                    <a:pt x="373205" y="351093"/>
                  </a:cubicBezTo>
                  <a:cubicBezTo>
                    <a:pt x="373205" y="351093"/>
                    <a:pt x="372394" y="352717"/>
                    <a:pt x="370771" y="354341"/>
                  </a:cubicBezTo>
                  <a:cubicBezTo>
                    <a:pt x="369149" y="355964"/>
                    <a:pt x="368337" y="358400"/>
                    <a:pt x="369149" y="359212"/>
                  </a:cubicBezTo>
                  <a:cubicBezTo>
                    <a:pt x="369149" y="360024"/>
                    <a:pt x="369149" y="360836"/>
                    <a:pt x="368337" y="360836"/>
                  </a:cubicBezTo>
                  <a:cubicBezTo>
                    <a:pt x="367526" y="360836"/>
                    <a:pt x="367526" y="361648"/>
                    <a:pt x="366714" y="362459"/>
                  </a:cubicBezTo>
                  <a:cubicBezTo>
                    <a:pt x="366714" y="363271"/>
                    <a:pt x="365903" y="364895"/>
                    <a:pt x="365092" y="365707"/>
                  </a:cubicBezTo>
                  <a:cubicBezTo>
                    <a:pt x="364281" y="366519"/>
                    <a:pt x="363469" y="368142"/>
                    <a:pt x="363469" y="368954"/>
                  </a:cubicBezTo>
                  <a:cubicBezTo>
                    <a:pt x="363469" y="370578"/>
                    <a:pt x="363469" y="370578"/>
                    <a:pt x="363469" y="370578"/>
                  </a:cubicBezTo>
                  <a:cubicBezTo>
                    <a:pt x="362658" y="370578"/>
                    <a:pt x="361847" y="371390"/>
                    <a:pt x="361036" y="373826"/>
                  </a:cubicBezTo>
                  <a:cubicBezTo>
                    <a:pt x="360224" y="375449"/>
                    <a:pt x="360224" y="377073"/>
                    <a:pt x="360224" y="377073"/>
                  </a:cubicBezTo>
                  <a:cubicBezTo>
                    <a:pt x="361036" y="377073"/>
                    <a:pt x="360224" y="377885"/>
                    <a:pt x="359413" y="378697"/>
                  </a:cubicBezTo>
                  <a:cubicBezTo>
                    <a:pt x="356979" y="381133"/>
                    <a:pt x="350488" y="399806"/>
                    <a:pt x="348054" y="410360"/>
                  </a:cubicBezTo>
                  <a:cubicBezTo>
                    <a:pt x="343998" y="426598"/>
                    <a:pt x="343187" y="440400"/>
                    <a:pt x="345620" y="450142"/>
                  </a:cubicBezTo>
                  <a:cubicBezTo>
                    <a:pt x="347243" y="457450"/>
                    <a:pt x="352111" y="466380"/>
                    <a:pt x="354545" y="468816"/>
                  </a:cubicBezTo>
                  <a:cubicBezTo>
                    <a:pt x="356167" y="470439"/>
                    <a:pt x="359413" y="471251"/>
                    <a:pt x="362658" y="471251"/>
                  </a:cubicBezTo>
                  <a:cubicBezTo>
                    <a:pt x="364281" y="471251"/>
                    <a:pt x="365903" y="471251"/>
                    <a:pt x="367526" y="470439"/>
                  </a:cubicBezTo>
                  <a:lnTo>
                    <a:pt x="369960" y="468816"/>
                  </a:lnTo>
                  <a:lnTo>
                    <a:pt x="366714" y="467192"/>
                  </a:lnTo>
                  <a:cubicBezTo>
                    <a:pt x="363469" y="465568"/>
                    <a:pt x="362658" y="463132"/>
                    <a:pt x="362658" y="456637"/>
                  </a:cubicBezTo>
                  <a:cubicBezTo>
                    <a:pt x="362658" y="452578"/>
                    <a:pt x="362658" y="452578"/>
                    <a:pt x="364281" y="454202"/>
                  </a:cubicBezTo>
                  <a:cubicBezTo>
                    <a:pt x="365903" y="455014"/>
                    <a:pt x="365903" y="455014"/>
                    <a:pt x="365903" y="450954"/>
                  </a:cubicBezTo>
                  <a:cubicBezTo>
                    <a:pt x="365903" y="448519"/>
                    <a:pt x="365903" y="446083"/>
                    <a:pt x="366714" y="446083"/>
                  </a:cubicBezTo>
                  <a:cubicBezTo>
                    <a:pt x="367526" y="446083"/>
                    <a:pt x="367526" y="444459"/>
                    <a:pt x="366714" y="442836"/>
                  </a:cubicBezTo>
                  <a:cubicBezTo>
                    <a:pt x="366714" y="440400"/>
                    <a:pt x="366714" y="438776"/>
                    <a:pt x="367526" y="438776"/>
                  </a:cubicBezTo>
                  <a:cubicBezTo>
                    <a:pt x="368337" y="438776"/>
                    <a:pt x="368337" y="435529"/>
                    <a:pt x="368337" y="433093"/>
                  </a:cubicBezTo>
                  <a:cubicBezTo>
                    <a:pt x="368337" y="429034"/>
                    <a:pt x="369149" y="428222"/>
                    <a:pt x="369960" y="428222"/>
                  </a:cubicBezTo>
                  <a:cubicBezTo>
                    <a:pt x="370771" y="428222"/>
                    <a:pt x="371583" y="426598"/>
                    <a:pt x="371583" y="424974"/>
                  </a:cubicBezTo>
                  <a:cubicBezTo>
                    <a:pt x="371583" y="423350"/>
                    <a:pt x="371583" y="421727"/>
                    <a:pt x="372394" y="420915"/>
                  </a:cubicBezTo>
                  <a:cubicBezTo>
                    <a:pt x="373205" y="420103"/>
                    <a:pt x="374016" y="417667"/>
                    <a:pt x="374828" y="414420"/>
                  </a:cubicBezTo>
                  <a:cubicBezTo>
                    <a:pt x="375639" y="411984"/>
                    <a:pt x="377262" y="407925"/>
                    <a:pt x="378073" y="407113"/>
                  </a:cubicBezTo>
                  <a:cubicBezTo>
                    <a:pt x="381318" y="403865"/>
                    <a:pt x="382941" y="398994"/>
                    <a:pt x="381318" y="396558"/>
                  </a:cubicBezTo>
                  <a:cubicBezTo>
                    <a:pt x="380507" y="395746"/>
                    <a:pt x="380507" y="394935"/>
                    <a:pt x="382130" y="395746"/>
                  </a:cubicBezTo>
                  <a:cubicBezTo>
                    <a:pt x="382941" y="395746"/>
                    <a:pt x="383752" y="396558"/>
                    <a:pt x="383752" y="395746"/>
                  </a:cubicBezTo>
                  <a:cubicBezTo>
                    <a:pt x="383752" y="392499"/>
                    <a:pt x="384563" y="390063"/>
                    <a:pt x="386997" y="388440"/>
                  </a:cubicBezTo>
                  <a:cubicBezTo>
                    <a:pt x="388620" y="386816"/>
                    <a:pt x="389432" y="385192"/>
                    <a:pt x="389432" y="384380"/>
                  </a:cubicBezTo>
                  <a:cubicBezTo>
                    <a:pt x="388620" y="382756"/>
                    <a:pt x="392677" y="376261"/>
                    <a:pt x="395110" y="374638"/>
                  </a:cubicBezTo>
                  <a:cubicBezTo>
                    <a:pt x="396733" y="373014"/>
                    <a:pt x="396733" y="371390"/>
                    <a:pt x="396733" y="370578"/>
                  </a:cubicBezTo>
                  <a:cubicBezTo>
                    <a:pt x="396733" y="369766"/>
                    <a:pt x="396733" y="368142"/>
                    <a:pt x="397545" y="368142"/>
                  </a:cubicBezTo>
                  <a:cubicBezTo>
                    <a:pt x="399167" y="368142"/>
                    <a:pt x="401601" y="362459"/>
                    <a:pt x="400790" y="360024"/>
                  </a:cubicBezTo>
                  <a:cubicBezTo>
                    <a:pt x="400790" y="360024"/>
                    <a:pt x="401601" y="358400"/>
                    <a:pt x="403224" y="357588"/>
                  </a:cubicBezTo>
                  <a:cubicBezTo>
                    <a:pt x="404846" y="356776"/>
                    <a:pt x="405658" y="354341"/>
                    <a:pt x="405658" y="353529"/>
                  </a:cubicBezTo>
                  <a:cubicBezTo>
                    <a:pt x="405658" y="352717"/>
                    <a:pt x="405658" y="351905"/>
                    <a:pt x="406469" y="351905"/>
                  </a:cubicBezTo>
                  <a:cubicBezTo>
                    <a:pt x="407280" y="351905"/>
                    <a:pt x="408903" y="348657"/>
                    <a:pt x="411337" y="343786"/>
                  </a:cubicBezTo>
                  <a:cubicBezTo>
                    <a:pt x="413771" y="339727"/>
                    <a:pt x="416205" y="334855"/>
                    <a:pt x="417016" y="334044"/>
                  </a:cubicBezTo>
                  <a:cubicBezTo>
                    <a:pt x="417828" y="332420"/>
                    <a:pt x="418639" y="331608"/>
                    <a:pt x="417828" y="331608"/>
                  </a:cubicBezTo>
                  <a:cubicBezTo>
                    <a:pt x="417016" y="331608"/>
                    <a:pt x="417828" y="330796"/>
                    <a:pt x="419450" y="329172"/>
                  </a:cubicBezTo>
                  <a:cubicBezTo>
                    <a:pt x="421884" y="326737"/>
                    <a:pt x="425941" y="317806"/>
                    <a:pt x="425129" y="317806"/>
                  </a:cubicBezTo>
                  <a:cubicBezTo>
                    <a:pt x="424318" y="317806"/>
                    <a:pt x="425129" y="316994"/>
                    <a:pt x="425941" y="316182"/>
                  </a:cubicBezTo>
                  <a:cubicBezTo>
                    <a:pt x="430808" y="309687"/>
                    <a:pt x="432431" y="307251"/>
                    <a:pt x="444601" y="285331"/>
                  </a:cubicBezTo>
                  <a:cubicBezTo>
                    <a:pt x="449469" y="276400"/>
                    <a:pt x="455959" y="265846"/>
                    <a:pt x="458393" y="262598"/>
                  </a:cubicBezTo>
                  <a:cubicBezTo>
                    <a:pt x="460016" y="260163"/>
                    <a:pt x="461638" y="258539"/>
                    <a:pt x="461638" y="257727"/>
                  </a:cubicBezTo>
                  <a:cubicBezTo>
                    <a:pt x="461638" y="256915"/>
                    <a:pt x="472997" y="239866"/>
                    <a:pt x="475431" y="237430"/>
                  </a:cubicBezTo>
                  <a:cubicBezTo>
                    <a:pt x="476242" y="236618"/>
                    <a:pt x="477054" y="236618"/>
                    <a:pt x="477865" y="236618"/>
                  </a:cubicBezTo>
                  <a:cubicBezTo>
                    <a:pt x="478676" y="236618"/>
                    <a:pt x="481110" y="234994"/>
                    <a:pt x="484355" y="232559"/>
                  </a:cubicBezTo>
                  <a:cubicBezTo>
                    <a:pt x="488412" y="229311"/>
                    <a:pt x="490034" y="228499"/>
                    <a:pt x="491657" y="229311"/>
                  </a:cubicBezTo>
                  <a:cubicBezTo>
                    <a:pt x="492468" y="229311"/>
                    <a:pt x="492468" y="229311"/>
                    <a:pt x="492468" y="228499"/>
                  </a:cubicBezTo>
                  <a:cubicBezTo>
                    <a:pt x="491657" y="226063"/>
                    <a:pt x="494091" y="223628"/>
                    <a:pt x="495714" y="226063"/>
                  </a:cubicBezTo>
                  <a:cubicBezTo>
                    <a:pt x="495714" y="226063"/>
                    <a:pt x="496525" y="226063"/>
                    <a:pt x="495714" y="226875"/>
                  </a:cubicBezTo>
                  <a:cubicBezTo>
                    <a:pt x="495714" y="226875"/>
                    <a:pt x="496525" y="226875"/>
                    <a:pt x="496525" y="226875"/>
                  </a:cubicBezTo>
                  <a:cubicBezTo>
                    <a:pt x="496525" y="226875"/>
                    <a:pt x="496525" y="226063"/>
                    <a:pt x="496525" y="226063"/>
                  </a:cubicBezTo>
                  <a:cubicBezTo>
                    <a:pt x="495714" y="223628"/>
                    <a:pt x="496525" y="222004"/>
                    <a:pt x="503827" y="217133"/>
                  </a:cubicBezTo>
                  <a:cubicBezTo>
                    <a:pt x="507072" y="214697"/>
                    <a:pt x="511129" y="212262"/>
                    <a:pt x="511940" y="210638"/>
                  </a:cubicBezTo>
                  <a:cubicBezTo>
                    <a:pt x="515185" y="205766"/>
                    <a:pt x="525732" y="198460"/>
                    <a:pt x="526544" y="199272"/>
                  </a:cubicBezTo>
                  <a:cubicBezTo>
                    <a:pt x="526544" y="200083"/>
                    <a:pt x="526544" y="200083"/>
                    <a:pt x="526544" y="199272"/>
                  </a:cubicBezTo>
                  <a:cubicBezTo>
                    <a:pt x="526544" y="197648"/>
                    <a:pt x="527355" y="196836"/>
                    <a:pt x="535468" y="190341"/>
                  </a:cubicBezTo>
                  <a:cubicBezTo>
                    <a:pt x="538713" y="187905"/>
                    <a:pt x="543581" y="184658"/>
                    <a:pt x="546015" y="184658"/>
                  </a:cubicBezTo>
                  <a:cubicBezTo>
                    <a:pt x="548449" y="183846"/>
                    <a:pt x="550883" y="182222"/>
                    <a:pt x="552506" y="181410"/>
                  </a:cubicBezTo>
                  <a:cubicBezTo>
                    <a:pt x="554940" y="179786"/>
                    <a:pt x="557373" y="178163"/>
                    <a:pt x="558996" y="178163"/>
                  </a:cubicBezTo>
                  <a:cubicBezTo>
                    <a:pt x="559808" y="178163"/>
                    <a:pt x="560619" y="178975"/>
                    <a:pt x="560619" y="179786"/>
                  </a:cubicBezTo>
                  <a:cubicBezTo>
                    <a:pt x="560619" y="183034"/>
                    <a:pt x="560619" y="186281"/>
                    <a:pt x="558996" y="187905"/>
                  </a:cubicBezTo>
                  <a:cubicBezTo>
                    <a:pt x="558185" y="189529"/>
                    <a:pt x="558185" y="189529"/>
                    <a:pt x="558996" y="188717"/>
                  </a:cubicBezTo>
                  <a:cubicBezTo>
                    <a:pt x="559808" y="187905"/>
                    <a:pt x="558996" y="190341"/>
                    <a:pt x="558185" y="192776"/>
                  </a:cubicBezTo>
                  <a:cubicBezTo>
                    <a:pt x="558185" y="193588"/>
                    <a:pt x="557373" y="194400"/>
                    <a:pt x="556562" y="195212"/>
                  </a:cubicBezTo>
                  <a:lnTo>
                    <a:pt x="544393" y="216321"/>
                  </a:lnTo>
                  <a:lnTo>
                    <a:pt x="520053" y="242301"/>
                  </a:lnTo>
                  <a:cubicBezTo>
                    <a:pt x="520864" y="242301"/>
                    <a:pt x="521676" y="242301"/>
                    <a:pt x="520864" y="243113"/>
                  </a:cubicBezTo>
                  <a:cubicBezTo>
                    <a:pt x="519242" y="243113"/>
                    <a:pt x="517619" y="243113"/>
                    <a:pt x="516808" y="243925"/>
                  </a:cubicBezTo>
                  <a:cubicBezTo>
                    <a:pt x="487601" y="260163"/>
                    <a:pt x="472997" y="266657"/>
                    <a:pt x="470563" y="266657"/>
                  </a:cubicBezTo>
                  <a:cubicBezTo>
                    <a:pt x="470563" y="268281"/>
                    <a:pt x="469751" y="269093"/>
                    <a:pt x="469751" y="270717"/>
                  </a:cubicBezTo>
                  <a:cubicBezTo>
                    <a:pt x="468129" y="273153"/>
                    <a:pt x="468940" y="277212"/>
                    <a:pt x="469751" y="280460"/>
                  </a:cubicBezTo>
                  <a:cubicBezTo>
                    <a:pt x="471374" y="291826"/>
                    <a:pt x="481110" y="297509"/>
                    <a:pt x="488412" y="297509"/>
                  </a:cubicBezTo>
                  <a:cubicBezTo>
                    <a:pt x="490846" y="297509"/>
                    <a:pt x="493280" y="296697"/>
                    <a:pt x="495714" y="295073"/>
                  </a:cubicBezTo>
                  <a:cubicBezTo>
                    <a:pt x="498148" y="292638"/>
                    <a:pt x="503827" y="291014"/>
                    <a:pt x="508695" y="289390"/>
                  </a:cubicBezTo>
                  <a:cubicBezTo>
                    <a:pt x="513563" y="287766"/>
                    <a:pt x="517619" y="285331"/>
                    <a:pt x="517619" y="284519"/>
                  </a:cubicBezTo>
                  <a:cubicBezTo>
                    <a:pt x="517619" y="282895"/>
                    <a:pt x="524110" y="276400"/>
                    <a:pt x="525732" y="274776"/>
                  </a:cubicBezTo>
                  <a:cubicBezTo>
                    <a:pt x="526544" y="274776"/>
                    <a:pt x="526544" y="273964"/>
                    <a:pt x="527355" y="273964"/>
                  </a:cubicBezTo>
                  <a:lnTo>
                    <a:pt x="531412" y="269905"/>
                  </a:lnTo>
                  <a:cubicBezTo>
                    <a:pt x="531412" y="269905"/>
                    <a:pt x="532223" y="269905"/>
                    <a:pt x="532223" y="269905"/>
                  </a:cubicBezTo>
                  <a:cubicBezTo>
                    <a:pt x="535468" y="269093"/>
                    <a:pt x="537091" y="269905"/>
                    <a:pt x="537091" y="270717"/>
                  </a:cubicBezTo>
                  <a:cubicBezTo>
                    <a:pt x="536279" y="271529"/>
                    <a:pt x="537091" y="272341"/>
                    <a:pt x="537902" y="272341"/>
                  </a:cubicBezTo>
                  <a:cubicBezTo>
                    <a:pt x="538713" y="272341"/>
                    <a:pt x="539525" y="269905"/>
                    <a:pt x="538713" y="266657"/>
                  </a:cubicBezTo>
                  <a:cubicBezTo>
                    <a:pt x="538713" y="265846"/>
                    <a:pt x="538713" y="265034"/>
                    <a:pt x="537902" y="264222"/>
                  </a:cubicBezTo>
                  <a:cubicBezTo>
                    <a:pt x="540336" y="262598"/>
                    <a:pt x="541959" y="260974"/>
                    <a:pt x="543581" y="259351"/>
                  </a:cubicBezTo>
                  <a:cubicBezTo>
                    <a:pt x="546015" y="257727"/>
                    <a:pt x="548449" y="256915"/>
                    <a:pt x="549260" y="257727"/>
                  </a:cubicBezTo>
                  <a:cubicBezTo>
                    <a:pt x="550883" y="258539"/>
                    <a:pt x="550883" y="257727"/>
                    <a:pt x="550072" y="256915"/>
                  </a:cubicBezTo>
                  <a:cubicBezTo>
                    <a:pt x="549260" y="255291"/>
                    <a:pt x="549260" y="255291"/>
                    <a:pt x="550883" y="255291"/>
                  </a:cubicBezTo>
                  <a:cubicBezTo>
                    <a:pt x="555751" y="256103"/>
                    <a:pt x="563053" y="252044"/>
                    <a:pt x="561430" y="248796"/>
                  </a:cubicBezTo>
                  <a:cubicBezTo>
                    <a:pt x="560619" y="247172"/>
                    <a:pt x="561430" y="246360"/>
                    <a:pt x="564675" y="245549"/>
                  </a:cubicBezTo>
                  <a:cubicBezTo>
                    <a:pt x="567109" y="245549"/>
                    <a:pt x="569543" y="244737"/>
                    <a:pt x="570355" y="243925"/>
                  </a:cubicBezTo>
                  <a:cubicBezTo>
                    <a:pt x="571166" y="243925"/>
                    <a:pt x="572789" y="243113"/>
                    <a:pt x="573600" y="242301"/>
                  </a:cubicBezTo>
                  <a:cubicBezTo>
                    <a:pt x="574411" y="242301"/>
                    <a:pt x="574411" y="240677"/>
                    <a:pt x="572789" y="240677"/>
                  </a:cubicBezTo>
                  <a:cubicBezTo>
                    <a:pt x="570355" y="239866"/>
                    <a:pt x="570355" y="239054"/>
                    <a:pt x="573600" y="238242"/>
                  </a:cubicBezTo>
                  <a:cubicBezTo>
                    <a:pt x="576034" y="238242"/>
                    <a:pt x="578468" y="237430"/>
                    <a:pt x="580902" y="237430"/>
                  </a:cubicBezTo>
                  <a:cubicBezTo>
                    <a:pt x="583336" y="237430"/>
                    <a:pt x="584147" y="237430"/>
                    <a:pt x="581713" y="235806"/>
                  </a:cubicBezTo>
                  <a:cubicBezTo>
                    <a:pt x="580091" y="234994"/>
                    <a:pt x="579279" y="234182"/>
                    <a:pt x="580091" y="234182"/>
                  </a:cubicBezTo>
                  <a:cubicBezTo>
                    <a:pt x="580902" y="234182"/>
                    <a:pt x="582525" y="233370"/>
                    <a:pt x="582525" y="233370"/>
                  </a:cubicBezTo>
                  <a:cubicBezTo>
                    <a:pt x="584958" y="232559"/>
                    <a:pt x="604430" y="219569"/>
                    <a:pt x="607675" y="217133"/>
                  </a:cubicBezTo>
                  <a:cubicBezTo>
                    <a:pt x="609298" y="216321"/>
                    <a:pt x="614977" y="212262"/>
                    <a:pt x="620656" y="209014"/>
                  </a:cubicBezTo>
                  <a:cubicBezTo>
                    <a:pt x="626335" y="204955"/>
                    <a:pt x="632015" y="202519"/>
                    <a:pt x="636883" y="199272"/>
                  </a:cubicBezTo>
                  <a:cubicBezTo>
                    <a:pt x="634448" y="202519"/>
                    <a:pt x="632826" y="204955"/>
                    <a:pt x="632015" y="207390"/>
                  </a:cubicBezTo>
                  <a:cubicBezTo>
                    <a:pt x="627958" y="217133"/>
                    <a:pt x="627147" y="222004"/>
                    <a:pt x="629581" y="231747"/>
                  </a:cubicBezTo>
                  <a:cubicBezTo>
                    <a:pt x="630392" y="237430"/>
                    <a:pt x="632015" y="242301"/>
                    <a:pt x="633637" y="243925"/>
                  </a:cubicBezTo>
                  <a:cubicBezTo>
                    <a:pt x="634448" y="245549"/>
                    <a:pt x="635260" y="247172"/>
                    <a:pt x="635260" y="247984"/>
                  </a:cubicBezTo>
                  <a:cubicBezTo>
                    <a:pt x="635260" y="248796"/>
                    <a:pt x="635260" y="249608"/>
                    <a:pt x="636883" y="250420"/>
                  </a:cubicBezTo>
                  <a:cubicBezTo>
                    <a:pt x="637694" y="251232"/>
                    <a:pt x="639317" y="253667"/>
                    <a:pt x="640939" y="256103"/>
                  </a:cubicBezTo>
                  <a:cubicBezTo>
                    <a:pt x="642562" y="257727"/>
                    <a:pt x="644996" y="260163"/>
                    <a:pt x="646618" y="260974"/>
                  </a:cubicBezTo>
                  <a:cubicBezTo>
                    <a:pt x="648241" y="261786"/>
                    <a:pt x="650675" y="262598"/>
                    <a:pt x="651486" y="263410"/>
                  </a:cubicBezTo>
                  <a:cubicBezTo>
                    <a:pt x="652297" y="264222"/>
                    <a:pt x="653920" y="265034"/>
                    <a:pt x="653920" y="265846"/>
                  </a:cubicBezTo>
                  <a:cubicBezTo>
                    <a:pt x="656354" y="265846"/>
                    <a:pt x="653109" y="268281"/>
                    <a:pt x="647430" y="270717"/>
                  </a:cubicBezTo>
                  <a:cubicBezTo>
                    <a:pt x="640128" y="273964"/>
                    <a:pt x="624713" y="279648"/>
                    <a:pt x="618222" y="282895"/>
                  </a:cubicBezTo>
                  <a:cubicBezTo>
                    <a:pt x="615788" y="284519"/>
                    <a:pt x="613354" y="285331"/>
                    <a:pt x="613354" y="285331"/>
                  </a:cubicBezTo>
                  <a:cubicBezTo>
                    <a:pt x="612543" y="285331"/>
                    <a:pt x="608487" y="286954"/>
                    <a:pt x="603619" y="289390"/>
                  </a:cubicBezTo>
                  <a:cubicBezTo>
                    <a:pt x="598751" y="291826"/>
                    <a:pt x="593883" y="294261"/>
                    <a:pt x="593883" y="293450"/>
                  </a:cubicBezTo>
                  <a:cubicBezTo>
                    <a:pt x="593072" y="293450"/>
                    <a:pt x="585769" y="299133"/>
                    <a:pt x="579279" y="304004"/>
                  </a:cubicBezTo>
                  <a:cubicBezTo>
                    <a:pt x="575222" y="307251"/>
                    <a:pt x="574411" y="314558"/>
                    <a:pt x="576845" y="332420"/>
                  </a:cubicBezTo>
                  <a:cubicBezTo>
                    <a:pt x="577656" y="338103"/>
                    <a:pt x="580091" y="344598"/>
                    <a:pt x="584147" y="348657"/>
                  </a:cubicBezTo>
                  <a:cubicBezTo>
                    <a:pt x="586581" y="351905"/>
                    <a:pt x="588204" y="352717"/>
                    <a:pt x="597939" y="353529"/>
                  </a:cubicBezTo>
                  <a:cubicBezTo>
                    <a:pt x="601996" y="354341"/>
                    <a:pt x="607675" y="354341"/>
                    <a:pt x="612543" y="354341"/>
                  </a:cubicBezTo>
                  <a:cubicBezTo>
                    <a:pt x="630392" y="354341"/>
                    <a:pt x="657166" y="347845"/>
                    <a:pt x="675014" y="342162"/>
                  </a:cubicBezTo>
                  <a:cubicBezTo>
                    <a:pt x="678260" y="341351"/>
                    <a:pt x="681505" y="339727"/>
                    <a:pt x="682316" y="340539"/>
                  </a:cubicBezTo>
                  <a:cubicBezTo>
                    <a:pt x="683127" y="341351"/>
                    <a:pt x="686373" y="339727"/>
                    <a:pt x="688807" y="338103"/>
                  </a:cubicBezTo>
                  <a:cubicBezTo>
                    <a:pt x="691240" y="336479"/>
                    <a:pt x="693675" y="335667"/>
                    <a:pt x="694486" y="335667"/>
                  </a:cubicBezTo>
                  <a:cubicBezTo>
                    <a:pt x="695297" y="335667"/>
                    <a:pt x="698543" y="334855"/>
                    <a:pt x="701788" y="333232"/>
                  </a:cubicBezTo>
                  <a:cubicBezTo>
                    <a:pt x="707467" y="331608"/>
                    <a:pt x="712335" y="327548"/>
                    <a:pt x="723693" y="316994"/>
                  </a:cubicBezTo>
                  <a:cubicBezTo>
                    <a:pt x="729372" y="312123"/>
                    <a:pt x="730184" y="306440"/>
                    <a:pt x="727750" y="295885"/>
                  </a:cubicBezTo>
                  <a:cubicBezTo>
                    <a:pt x="726127" y="290202"/>
                    <a:pt x="724505" y="287766"/>
                    <a:pt x="718014" y="279648"/>
                  </a:cubicBezTo>
                  <a:cubicBezTo>
                    <a:pt x="713146" y="274776"/>
                    <a:pt x="709901" y="269093"/>
                    <a:pt x="709901" y="269093"/>
                  </a:cubicBezTo>
                  <a:cubicBezTo>
                    <a:pt x="709901" y="268281"/>
                    <a:pt x="711523" y="267469"/>
                    <a:pt x="713146" y="266657"/>
                  </a:cubicBezTo>
                  <a:cubicBezTo>
                    <a:pt x="720448" y="265034"/>
                    <a:pt x="721259" y="263410"/>
                    <a:pt x="722071" y="262598"/>
                  </a:cubicBezTo>
                  <a:cubicBezTo>
                    <a:pt x="722071" y="261786"/>
                    <a:pt x="722882" y="260974"/>
                    <a:pt x="723693" y="260974"/>
                  </a:cubicBezTo>
                  <a:cubicBezTo>
                    <a:pt x="724505" y="260974"/>
                    <a:pt x="725316" y="260163"/>
                    <a:pt x="725316" y="259351"/>
                  </a:cubicBezTo>
                  <a:cubicBezTo>
                    <a:pt x="724505" y="257727"/>
                    <a:pt x="738297" y="249608"/>
                    <a:pt x="742354" y="249608"/>
                  </a:cubicBezTo>
                  <a:cubicBezTo>
                    <a:pt x="743165" y="249608"/>
                    <a:pt x="744788" y="249608"/>
                    <a:pt x="745599" y="248796"/>
                  </a:cubicBezTo>
                  <a:cubicBezTo>
                    <a:pt x="745599" y="247984"/>
                    <a:pt x="747221" y="247984"/>
                    <a:pt x="748844" y="247172"/>
                  </a:cubicBezTo>
                  <a:cubicBezTo>
                    <a:pt x="750467" y="247172"/>
                    <a:pt x="751278" y="246360"/>
                    <a:pt x="752901" y="245549"/>
                  </a:cubicBezTo>
                  <a:cubicBezTo>
                    <a:pt x="753712" y="244737"/>
                    <a:pt x="754523" y="243925"/>
                    <a:pt x="755335" y="243925"/>
                  </a:cubicBezTo>
                  <a:cubicBezTo>
                    <a:pt x="756146" y="243925"/>
                    <a:pt x="756957" y="243925"/>
                    <a:pt x="758580" y="243113"/>
                  </a:cubicBezTo>
                  <a:lnTo>
                    <a:pt x="788598" y="230123"/>
                  </a:lnTo>
                  <a:cubicBezTo>
                    <a:pt x="787787" y="230123"/>
                    <a:pt x="786976" y="230123"/>
                    <a:pt x="786164" y="230935"/>
                  </a:cubicBezTo>
                  <a:cubicBezTo>
                    <a:pt x="784542" y="231747"/>
                    <a:pt x="782919" y="231747"/>
                    <a:pt x="782919" y="230935"/>
                  </a:cubicBezTo>
                  <a:cubicBezTo>
                    <a:pt x="782919" y="230123"/>
                    <a:pt x="785353" y="229311"/>
                    <a:pt x="788598" y="229311"/>
                  </a:cubicBezTo>
                  <a:cubicBezTo>
                    <a:pt x="790221" y="229311"/>
                    <a:pt x="791844" y="228499"/>
                    <a:pt x="793466" y="228499"/>
                  </a:cubicBezTo>
                  <a:lnTo>
                    <a:pt x="796711" y="226875"/>
                  </a:lnTo>
                  <a:cubicBezTo>
                    <a:pt x="793466" y="232559"/>
                    <a:pt x="790221" y="237430"/>
                    <a:pt x="786976" y="243113"/>
                  </a:cubicBezTo>
                  <a:cubicBezTo>
                    <a:pt x="786164" y="244737"/>
                    <a:pt x="785353" y="245549"/>
                    <a:pt x="785353" y="246360"/>
                  </a:cubicBezTo>
                  <a:cubicBezTo>
                    <a:pt x="785353" y="247172"/>
                    <a:pt x="783731" y="250420"/>
                    <a:pt x="782919" y="255291"/>
                  </a:cubicBezTo>
                  <a:cubicBezTo>
                    <a:pt x="778863" y="267469"/>
                    <a:pt x="778051" y="272341"/>
                    <a:pt x="780485" y="281271"/>
                  </a:cubicBezTo>
                  <a:cubicBezTo>
                    <a:pt x="782919" y="288578"/>
                    <a:pt x="785353" y="293450"/>
                    <a:pt x="786976" y="291826"/>
                  </a:cubicBezTo>
                  <a:cubicBezTo>
                    <a:pt x="786976" y="291014"/>
                    <a:pt x="788598" y="293450"/>
                    <a:pt x="789410" y="295073"/>
                  </a:cubicBezTo>
                  <a:cubicBezTo>
                    <a:pt x="797523" y="301568"/>
                    <a:pt x="805636" y="305628"/>
                    <a:pt x="814560" y="305628"/>
                  </a:cubicBezTo>
                  <a:cubicBezTo>
                    <a:pt x="819429" y="305628"/>
                    <a:pt x="825107" y="304004"/>
                    <a:pt x="829976" y="300757"/>
                  </a:cubicBezTo>
                  <a:cubicBezTo>
                    <a:pt x="831598" y="299133"/>
                    <a:pt x="834843" y="298321"/>
                    <a:pt x="836466" y="297509"/>
                  </a:cubicBezTo>
                  <a:cubicBezTo>
                    <a:pt x="842957" y="295073"/>
                    <a:pt x="876221" y="267469"/>
                    <a:pt x="875409" y="261786"/>
                  </a:cubicBezTo>
                  <a:cubicBezTo>
                    <a:pt x="875409" y="260974"/>
                    <a:pt x="876221" y="259351"/>
                    <a:pt x="877032" y="258539"/>
                  </a:cubicBezTo>
                  <a:cubicBezTo>
                    <a:pt x="879466" y="256103"/>
                    <a:pt x="880277" y="254479"/>
                    <a:pt x="885145" y="245549"/>
                  </a:cubicBezTo>
                  <a:cubicBezTo>
                    <a:pt x="885956" y="243113"/>
                    <a:pt x="887579" y="241489"/>
                    <a:pt x="888390" y="239866"/>
                  </a:cubicBezTo>
                  <a:cubicBezTo>
                    <a:pt x="894069" y="242301"/>
                    <a:pt x="900560" y="243113"/>
                    <a:pt x="906239" y="243113"/>
                  </a:cubicBezTo>
                  <a:cubicBezTo>
                    <a:pt x="925711" y="242301"/>
                    <a:pt x="948427" y="230935"/>
                    <a:pt x="965465" y="220380"/>
                  </a:cubicBezTo>
                  <a:cubicBezTo>
                    <a:pt x="954107" y="234994"/>
                    <a:pt x="945183" y="252044"/>
                    <a:pt x="945183" y="263410"/>
                  </a:cubicBezTo>
                  <a:cubicBezTo>
                    <a:pt x="945183" y="270717"/>
                    <a:pt x="947616" y="278836"/>
                    <a:pt x="950050" y="278836"/>
                  </a:cubicBezTo>
                  <a:cubicBezTo>
                    <a:pt x="950861" y="278836"/>
                    <a:pt x="951673" y="279648"/>
                    <a:pt x="951673" y="279648"/>
                  </a:cubicBezTo>
                  <a:cubicBezTo>
                    <a:pt x="951673" y="281271"/>
                    <a:pt x="957352" y="287766"/>
                    <a:pt x="958163" y="288578"/>
                  </a:cubicBezTo>
                  <a:cubicBezTo>
                    <a:pt x="961409" y="292638"/>
                    <a:pt x="964654" y="294261"/>
                    <a:pt x="967899" y="293450"/>
                  </a:cubicBezTo>
                  <a:cubicBezTo>
                    <a:pt x="972767" y="293450"/>
                    <a:pt x="976824" y="291014"/>
                    <a:pt x="983314" y="285331"/>
                  </a:cubicBezTo>
                  <a:cubicBezTo>
                    <a:pt x="997106" y="272341"/>
                    <a:pt x="998729" y="270717"/>
                    <a:pt x="997106" y="271529"/>
                  </a:cubicBezTo>
                  <a:cubicBezTo>
                    <a:pt x="996295" y="272341"/>
                    <a:pt x="997106" y="271529"/>
                    <a:pt x="998729" y="269093"/>
                  </a:cubicBezTo>
                  <a:cubicBezTo>
                    <a:pt x="1001163" y="265846"/>
                    <a:pt x="1001975" y="265034"/>
                    <a:pt x="1001163" y="264222"/>
                  </a:cubicBezTo>
                  <a:cubicBezTo>
                    <a:pt x="999540" y="263410"/>
                    <a:pt x="1000352" y="261786"/>
                    <a:pt x="1004408" y="258539"/>
                  </a:cubicBezTo>
                  <a:cubicBezTo>
                    <a:pt x="1012522" y="249608"/>
                    <a:pt x="1038484" y="225252"/>
                    <a:pt x="1043351" y="220380"/>
                  </a:cubicBezTo>
                  <a:lnTo>
                    <a:pt x="1047408" y="216321"/>
                  </a:lnTo>
                  <a:lnTo>
                    <a:pt x="1049842" y="219569"/>
                  </a:lnTo>
                  <a:cubicBezTo>
                    <a:pt x="1052276" y="221192"/>
                    <a:pt x="1052276" y="222816"/>
                    <a:pt x="1051465" y="225252"/>
                  </a:cubicBezTo>
                  <a:cubicBezTo>
                    <a:pt x="1050654" y="226875"/>
                    <a:pt x="1050654" y="229311"/>
                    <a:pt x="1050654" y="230123"/>
                  </a:cubicBezTo>
                  <a:cubicBezTo>
                    <a:pt x="1050654" y="230935"/>
                    <a:pt x="1050654" y="231747"/>
                    <a:pt x="1049842" y="231747"/>
                  </a:cubicBezTo>
                  <a:cubicBezTo>
                    <a:pt x="1049031" y="231747"/>
                    <a:pt x="1049031" y="231747"/>
                    <a:pt x="1049031" y="232559"/>
                  </a:cubicBezTo>
                  <a:cubicBezTo>
                    <a:pt x="1049842" y="233370"/>
                    <a:pt x="1049031" y="234182"/>
                    <a:pt x="1049031" y="234182"/>
                  </a:cubicBezTo>
                  <a:cubicBezTo>
                    <a:pt x="1048219" y="234182"/>
                    <a:pt x="1048219" y="235806"/>
                    <a:pt x="1049031" y="235806"/>
                  </a:cubicBezTo>
                  <a:cubicBezTo>
                    <a:pt x="1049842" y="236618"/>
                    <a:pt x="1049031" y="237430"/>
                    <a:pt x="1048219" y="238242"/>
                  </a:cubicBezTo>
                  <a:cubicBezTo>
                    <a:pt x="1047408" y="238242"/>
                    <a:pt x="1046597" y="240677"/>
                    <a:pt x="1046597" y="242301"/>
                  </a:cubicBezTo>
                  <a:cubicBezTo>
                    <a:pt x="1046597" y="243925"/>
                    <a:pt x="1046597" y="246360"/>
                    <a:pt x="1045785" y="247172"/>
                  </a:cubicBezTo>
                  <a:cubicBezTo>
                    <a:pt x="1044974" y="247984"/>
                    <a:pt x="1044974" y="250420"/>
                    <a:pt x="1044974" y="252856"/>
                  </a:cubicBezTo>
                  <a:cubicBezTo>
                    <a:pt x="1044974" y="266657"/>
                    <a:pt x="1045785" y="270717"/>
                    <a:pt x="1048219" y="274776"/>
                  </a:cubicBezTo>
                  <a:cubicBezTo>
                    <a:pt x="1051465" y="281271"/>
                    <a:pt x="1059578" y="291826"/>
                    <a:pt x="1062012" y="291826"/>
                  </a:cubicBezTo>
                  <a:cubicBezTo>
                    <a:pt x="1062823" y="291826"/>
                    <a:pt x="1064446" y="292638"/>
                    <a:pt x="1065257" y="294261"/>
                  </a:cubicBezTo>
                  <a:cubicBezTo>
                    <a:pt x="1066880" y="297509"/>
                    <a:pt x="1075804" y="302380"/>
                    <a:pt x="1079050" y="303192"/>
                  </a:cubicBezTo>
                  <a:cubicBezTo>
                    <a:pt x="1087974" y="304004"/>
                    <a:pt x="1094464" y="304816"/>
                    <a:pt x="1098521" y="305628"/>
                  </a:cubicBezTo>
                  <a:cubicBezTo>
                    <a:pt x="1105011" y="307251"/>
                    <a:pt x="1108257" y="306440"/>
                    <a:pt x="1118804" y="302380"/>
                  </a:cubicBezTo>
                  <a:cubicBezTo>
                    <a:pt x="1123672" y="300757"/>
                    <a:pt x="1129351" y="298321"/>
                    <a:pt x="1130973" y="298321"/>
                  </a:cubicBezTo>
                  <a:cubicBezTo>
                    <a:pt x="1134219" y="297509"/>
                    <a:pt x="1146389" y="290202"/>
                    <a:pt x="1149634" y="286954"/>
                  </a:cubicBezTo>
                  <a:cubicBezTo>
                    <a:pt x="1154502" y="282895"/>
                    <a:pt x="1160181" y="278836"/>
                    <a:pt x="1160992" y="278836"/>
                  </a:cubicBezTo>
                  <a:cubicBezTo>
                    <a:pt x="1161803" y="278836"/>
                    <a:pt x="1161803" y="278836"/>
                    <a:pt x="1161803" y="278024"/>
                  </a:cubicBezTo>
                  <a:cubicBezTo>
                    <a:pt x="1161803" y="277212"/>
                    <a:pt x="1164238" y="275588"/>
                    <a:pt x="1165860" y="273964"/>
                  </a:cubicBezTo>
                  <a:cubicBezTo>
                    <a:pt x="1169105" y="272341"/>
                    <a:pt x="1173162" y="269093"/>
                    <a:pt x="1177219" y="265846"/>
                  </a:cubicBezTo>
                  <a:cubicBezTo>
                    <a:pt x="1181275" y="262598"/>
                    <a:pt x="1185332" y="260163"/>
                    <a:pt x="1186143" y="259351"/>
                  </a:cubicBezTo>
                  <a:cubicBezTo>
                    <a:pt x="1187766" y="258539"/>
                    <a:pt x="1187766" y="256915"/>
                    <a:pt x="1187766" y="256103"/>
                  </a:cubicBezTo>
                  <a:cubicBezTo>
                    <a:pt x="1187766" y="255291"/>
                    <a:pt x="1188577" y="253667"/>
                    <a:pt x="1189388" y="252044"/>
                  </a:cubicBezTo>
                  <a:cubicBezTo>
                    <a:pt x="1192634" y="247172"/>
                    <a:pt x="1186143" y="253667"/>
                    <a:pt x="1191011" y="248796"/>
                  </a:cubicBezTo>
                  <a:cubicBezTo>
                    <a:pt x="1195879" y="243925"/>
                    <a:pt x="1190199" y="247984"/>
                    <a:pt x="1198313" y="241489"/>
                  </a:cubicBezTo>
                  <a:cubicBezTo>
                    <a:pt x="1198313" y="241489"/>
                    <a:pt x="1199124" y="240677"/>
                    <a:pt x="1199124" y="241489"/>
                  </a:cubicBezTo>
                  <a:cubicBezTo>
                    <a:pt x="1197501" y="244737"/>
                    <a:pt x="1195068" y="249608"/>
                    <a:pt x="1194256" y="252856"/>
                  </a:cubicBezTo>
                  <a:cubicBezTo>
                    <a:pt x="1192634" y="259351"/>
                    <a:pt x="1191822" y="260974"/>
                    <a:pt x="1191822" y="269905"/>
                  </a:cubicBezTo>
                  <a:cubicBezTo>
                    <a:pt x="1192634" y="277212"/>
                    <a:pt x="1192634" y="282083"/>
                    <a:pt x="1195068" y="286954"/>
                  </a:cubicBezTo>
                  <a:cubicBezTo>
                    <a:pt x="1199124" y="296697"/>
                    <a:pt x="1200747" y="299133"/>
                    <a:pt x="1208860" y="304004"/>
                  </a:cubicBezTo>
                  <a:cubicBezTo>
                    <a:pt x="1216162" y="308875"/>
                    <a:pt x="1216162" y="308875"/>
                    <a:pt x="1226709" y="309687"/>
                  </a:cubicBezTo>
                  <a:cubicBezTo>
                    <a:pt x="1234011" y="310499"/>
                    <a:pt x="1239690" y="309687"/>
                    <a:pt x="1245369" y="308875"/>
                  </a:cubicBezTo>
                  <a:cubicBezTo>
                    <a:pt x="1254293" y="307251"/>
                    <a:pt x="1264029" y="303192"/>
                    <a:pt x="1268086" y="299945"/>
                  </a:cubicBezTo>
                  <a:cubicBezTo>
                    <a:pt x="1269709" y="299133"/>
                    <a:pt x="1270520" y="298321"/>
                    <a:pt x="1271331" y="298321"/>
                  </a:cubicBezTo>
                  <a:cubicBezTo>
                    <a:pt x="1272954" y="298321"/>
                    <a:pt x="1288369" y="289390"/>
                    <a:pt x="1294048" y="284519"/>
                  </a:cubicBezTo>
                  <a:cubicBezTo>
                    <a:pt x="1297293" y="282083"/>
                    <a:pt x="1299727" y="280460"/>
                    <a:pt x="1300539" y="279648"/>
                  </a:cubicBezTo>
                  <a:cubicBezTo>
                    <a:pt x="1301350" y="279648"/>
                    <a:pt x="1302972" y="278836"/>
                    <a:pt x="1303784" y="277212"/>
                  </a:cubicBezTo>
                  <a:cubicBezTo>
                    <a:pt x="1305406" y="276400"/>
                    <a:pt x="1307840" y="273964"/>
                    <a:pt x="1309463" y="273153"/>
                  </a:cubicBezTo>
                  <a:cubicBezTo>
                    <a:pt x="1311086" y="271529"/>
                    <a:pt x="1314331" y="269905"/>
                    <a:pt x="1315142" y="269093"/>
                  </a:cubicBezTo>
                  <a:cubicBezTo>
                    <a:pt x="1316765" y="268281"/>
                    <a:pt x="1319199" y="265846"/>
                    <a:pt x="1321633" y="264222"/>
                  </a:cubicBezTo>
                  <a:cubicBezTo>
                    <a:pt x="1324066" y="262598"/>
                    <a:pt x="1325689" y="260974"/>
                    <a:pt x="1325689" y="260163"/>
                  </a:cubicBezTo>
                  <a:cubicBezTo>
                    <a:pt x="1325689" y="259351"/>
                    <a:pt x="1328123" y="256915"/>
                    <a:pt x="1331368" y="254479"/>
                  </a:cubicBezTo>
                  <a:cubicBezTo>
                    <a:pt x="1334614" y="252044"/>
                    <a:pt x="1338670" y="249608"/>
                    <a:pt x="1339482" y="247984"/>
                  </a:cubicBezTo>
                  <a:cubicBezTo>
                    <a:pt x="1340293" y="247172"/>
                    <a:pt x="1342727" y="245549"/>
                    <a:pt x="1344349" y="244737"/>
                  </a:cubicBezTo>
                  <a:cubicBezTo>
                    <a:pt x="1346784" y="243113"/>
                    <a:pt x="1347595" y="240677"/>
                    <a:pt x="1345161" y="241489"/>
                  </a:cubicBezTo>
                  <a:cubicBezTo>
                    <a:pt x="1344349" y="241489"/>
                    <a:pt x="1344349" y="241489"/>
                    <a:pt x="1344349" y="240677"/>
                  </a:cubicBezTo>
                  <a:cubicBezTo>
                    <a:pt x="1345161" y="239866"/>
                    <a:pt x="1345972" y="239866"/>
                    <a:pt x="1347595" y="240677"/>
                  </a:cubicBezTo>
                  <a:cubicBezTo>
                    <a:pt x="1349217" y="241489"/>
                    <a:pt x="1349217" y="241489"/>
                    <a:pt x="1349217" y="239866"/>
                  </a:cubicBezTo>
                  <a:cubicBezTo>
                    <a:pt x="1349217" y="239054"/>
                    <a:pt x="1349217" y="238242"/>
                    <a:pt x="1350840" y="237430"/>
                  </a:cubicBezTo>
                  <a:cubicBezTo>
                    <a:pt x="1351651" y="237430"/>
                    <a:pt x="1354897" y="235806"/>
                    <a:pt x="1357331" y="234182"/>
                  </a:cubicBezTo>
                  <a:cubicBezTo>
                    <a:pt x="1360576" y="232559"/>
                    <a:pt x="1362198" y="231747"/>
                    <a:pt x="1363010" y="231747"/>
                  </a:cubicBezTo>
                  <a:cubicBezTo>
                    <a:pt x="1363821" y="231747"/>
                    <a:pt x="1364632" y="232559"/>
                    <a:pt x="1364632" y="234182"/>
                  </a:cubicBezTo>
                  <a:cubicBezTo>
                    <a:pt x="1364632" y="237430"/>
                    <a:pt x="1361387" y="243113"/>
                    <a:pt x="1359764" y="241489"/>
                  </a:cubicBezTo>
                  <a:cubicBezTo>
                    <a:pt x="1358953" y="240677"/>
                    <a:pt x="1355708" y="242301"/>
                    <a:pt x="1355708" y="244737"/>
                  </a:cubicBezTo>
                  <a:cubicBezTo>
                    <a:pt x="1355708" y="245549"/>
                    <a:pt x="1354897" y="247172"/>
                    <a:pt x="1353274" y="247984"/>
                  </a:cubicBezTo>
                  <a:cubicBezTo>
                    <a:pt x="1350840" y="250420"/>
                    <a:pt x="1339482" y="267469"/>
                    <a:pt x="1340293" y="267469"/>
                  </a:cubicBezTo>
                  <a:cubicBezTo>
                    <a:pt x="1340293" y="267469"/>
                    <a:pt x="1341915" y="265034"/>
                    <a:pt x="1344349" y="262598"/>
                  </a:cubicBezTo>
                  <a:cubicBezTo>
                    <a:pt x="1347595" y="257727"/>
                    <a:pt x="1349217" y="256103"/>
                    <a:pt x="1348406" y="259351"/>
                  </a:cubicBezTo>
                  <a:cubicBezTo>
                    <a:pt x="1346784" y="263410"/>
                    <a:pt x="1341104" y="269093"/>
                    <a:pt x="1339482" y="268281"/>
                  </a:cubicBezTo>
                  <a:cubicBezTo>
                    <a:pt x="1338670" y="268281"/>
                    <a:pt x="1337859" y="268281"/>
                    <a:pt x="1337048" y="269905"/>
                  </a:cubicBezTo>
                  <a:cubicBezTo>
                    <a:pt x="1336236" y="271529"/>
                    <a:pt x="1335425" y="272341"/>
                    <a:pt x="1334614" y="273153"/>
                  </a:cubicBezTo>
                  <a:cubicBezTo>
                    <a:pt x="1334614" y="273153"/>
                    <a:pt x="1333802" y="274776"/>
                    <a:pt x="1332991" y="277212"/>
                  </a:cubicBezTo>
                  <a:lnTo>
                    <a:pt x="1331368" y="280460"/>
                  </a:lnTo>
                  <a:lnTo>
                    <a:pt x="1333802" y="277212"/>
                  </a:lnTo>
                  <a:cubicBezTo>
                    <a:pt x="1335425" y="275588"/>
                    <a:pt x="1336236" y="274776"/>
                    <a:pt x="1336236" y="274776"/>
                  </a:cubicBezTo>
                  <a:cubicBezTo>
                    <a:pt x="1337048" y="274776"/>
                    <a:pt x="1335425" y="277212"/>
                    <a:pt x="1332180" y="281271"/>
                  </a:cubicBezTo>
                  <a:cubicBezTo>
                    <a:pt x="1329746" y="284519"/>
                    <a:pt x="1327312" y="287766"/>
                    <a:pt x="1327312" y="287766"/>
                  </a:cubicBezTo>
                  <a:cubicBezTo>
                    <a:pt x="1327312" y="288578"/>
                    <a:pt x="1323255" y="292638"/>
                    <a:pt x="1322444" y="292638"/>
                  </a:cubicBezTo>
                  <a:cubicBezTo>
                    <a:pt x="1322444" y="292638"/>
                    <a:pt x="1323255" y="290202"/>
                    <a:pt x="1326501" y="286143"/>
                  </a:cubicBezTo>
                  <a:cubicBezTo>
                    <a:pt x="1328935" y="282895"/>
                    <a:pt x="1330557" y="280460"/>
                    <a:pt x="1329746" y="280460"/>
                  </a:cubicBezTo>
                  <a:cubicBezTo>
                    <a:pt x="1328123" y="280460"/>
                    <a:pt x="1320821" y="290202"/>
                    <a:pt x="1315953" y="299133"/>
                  </a:cubicBezTo>
                  <a:cubicBezTo>
                    <a:pt x="1314331" y="301568"/>
                    <a:pt x="1312708" y="303192"/>
                    <a:pt x="1312708" y="304004"/>
                  </a:cubicBezTo>
                  <a:cubicBezTo>
                    <a:pt x="1311897" y="304004"/>
                    <a:pt x="1311897" y="304816"/>
                    <a:pt x="1312708" y="305628"/>
                  </a:cubicBezTo>
                  <a:cubicBezTo>
                    <a:pt x="1312708" y="306440"/>
                    <a:pt x="1313519" y="306440"/>
                    <a:pt x="1315142" y="305628"/>
                  </a:cubicBezTo>
                  <a:cubicBezTo>
                    <a:pt x="1316765" y="304004"/>
                    <a:pt x="1316765" y="304816"/>
                    <a:pt x="1314331" y="308875"/>
                  </a:cubicBezTo>
                  <a:cubicBezTo>
                    <a:pt x="1311086" y="313747"/>
                    <a:pt x="1304595" y="321865"/>
                    <a:pt x="1304595" y="321054"/>
                  </a:cubicBezTo>
                  <a:cubicBezTo>
                    <a:pt x="1304595" y="320242"/>
                    <a:pt x="1306218" y="317806"/>
                    <a:pt x="1308652" y="314558"/>
                  </a:cubicBezTo>
                  <a:cubicBezTo>
                    <a:pt x="1311086" y="312123"/>
                    <a:pt x="1311897" y="308875"/>
                    <a:pt x="1311897" y="308063"/>
                  </a:cubicBezTo>
                  <a:cubicBezTo>
                    <a:pt x="1311897" y="307251"/>
                    <a:pt x="1310274" y="308875"/>
                    <a:pt x="1308652" y="312123"/>
                  </a:cubicBezTo>
                  <a:cubicBezTo>
                    <a:pt x="1307029" y="314558"/>
                    <a:pt x="1304595" y="318618"/>
                    <a:pt x="1302972" y="320242"/>
                  </a:cubicBezTo>
                  <a:cubicBezTo>
                    <a:pt x="1300539" y="322677"/>
                    <a:pt x="1298105" y="328360"/>
                    <a:pt x="1297293" y="329984"/>
                  </a:cubicBezTo>
                  <a:cubicBezTo>
                    <a:pt x="1297293" y="329984"/>
                    <a:pt x="1294859" y="333232"/>
                    <a:pt x="1293237" y="336479"/>
                  </a:cubicBezTo>
                  <a:cubicBezTo>
                    <a:pt x="1288369" y="342974"/>
                    <a:pt x="1281878" y="353529"/>
                    <a:pt x="1281878" y="355152"/>
                  </a:cubicBezTo>
                  <a:cubicBezTo>
                    <a:pt x="1281878" y="355964"/>
                    <a:pt x="1280256" y="357588"/>
                    <a:pt x="1278633" y="359212"/>
                  </a:cubicBezTo>
                  <a:cubicBezTo>
                    <a:pt x="1277010" y="361648"/>
                    <a:pt x="1273765" y="365707"/>
                    <a:pt x="1272143" y="369766"/>
                  </a:cubicBezTo>
                  <a:cubicBezTo>
                    <a:pt x="1269709" y="373014"/>
                    <a:pt x="1263218" y="385192"/>
                    <a:pt x="1256727" y="397370"/>
                  </a:cubicBezTo>
                  <a:cubicBezTo>
                    <a:pt x="1243746" y="419291"/>
                    <a:pt x="1227520" y="449331"/>
                    <a:pt x="1225086" y="455826"/>
                  </a:cubicBezTo>
                  <a:cubicBezTo>
                    <a:pt x="1224275" y="458261"/>
                    <a:pt x="1223464" y="459885"/>
                    <a:pt x="1222652" y="459885"/>
                  </a:cubicBezTo>
                  <a:cubicBezTo>
                    <a:pt x="1221841" y="459885"/>
                    <a:pt x="1221841" y="461509"/>
                    <a:pt x="1221841" y="462321"/>
                  </a:cubicBezTo>
                  <a:cubicBezTo>
                    <a:pt x="1221841" y="463945"/>
                    <a:pt x="1221030" y="464756"/>
                    <a:pt x="1221030" y="465568"/>
                  </a:cubicBezTo>
                  <a:cubicBezTo>
                    <a:pt x="1219407" y="467192"/>
                    <a:pt x="1208860" y="489925"/>
                    <a:pt x="1206426" y="498044"/>
                  </a:cubicBezTo>
                  <a:cubicBezTo>
                    <a:pt x="1205615" y="499667"/>
                    <a:pt x="1203992" y="505350"/>
                    <a:pt x="1201558" y="510222"/>
                  </a:cubicBezTo>
                  <a:cubicBezTo>
                    <a:pt x="1196690" y="522400"/>
                    <a:pt x="1195068" y="535390"/>
                    <a:pt x="1195879" y="544320"/>
                  </a:cubicBezTo>
                  <a:cubicBezTo>
                    <a:pt x="1196690" y="553251"/>
                    <a:pt x="1198313" y="554875"/>
                    <a:pt x="1206426" y="559746"/>
                  </a:cubicBezTo>
                  <a:cubicBezTo>
                    <a:pt x="1210482" y="562182"/>
                    <a:pt x="1213728" y="563806"/>
                    <a:pt x="1213728" y="563806"/>
                  </a:cubicBezTo>
                  <a:cubicBezTo>
                    <a:pt x="1213728" y="563806"/>
                    <a:pt x="1213728" y="562182"/>
                    <a:pt x="1213728" y="559746"/>
                  </a:cubicBezTo>
                  <a:cubicBezTo>
                    <a:pt x="1213728" y="557311"/>
                    <a:pt x="1213728" y="556499"/>
                    <a:pt x="1213728" y="555687"/>
                  </a:cubicBezTo>
                  <a:cubicBezTo>
                    <a:pt x="1214539" y="555687"/>
                    <a:pt x="1213728" y="554875"/>
                    <a:pt x="1212917" y="553251"/>
                  </a:cubicBezTo>
                  <a:cubicBezTo>
                    <a:pt x="1212105" y="552439"/>
                    <a:pt x="1211294" y="551627"/>
                    <a:pt x="1212105" y="552439"/>
                  </a:cubicBezTo>
                  <a:cubicBezTo>
                    <a:pt x="1212917" y="552439"/>
                    <a:pt x="1213728" y="552439"/>
                    <a:pt x="1213728" y="550816"/>
                  </a:cubicBezTo>
                  <a:cubicBezTo>
                    <a:pt x="1213728" y="549192"/>
                    <a:pt x="1213728" y="548380"/>
                    <a:pt x="1212917" y="548380"/>
                  </a:cubicBezTo>
                  <a:cubicBezTo>
                    <a:pt x="1212105" y="548380"/>
                    <a:pt x="1212917" y="546756"/>
                    <a:pt x="1214539" y="544320"/>
                  </a:cubicBezTo>
                  <a:cubicBezTo>
                    <a:pt x="1218595" y="540261"/>
                    <a:pt x="1220218" y="534578"/>
                    <a:pt x="1218595" y="534578"/>
                  </a:cubicBezTo>
                  <a:cubicBezTo>
                    <a:pt x="1217784" y="534578"/>
                    <a:pt x="1216973" y="534578"/>
                    <a:pt x="1216162" y="533766"/>
                  </a:cubicBezTo>
                  <a:cubicBezTo>
                    <a:pt x="1213728" y="532954"/>
                    <a:pt x="1212917" y="533766"/>
                    <a:pt x="1212105" y="537014"/>
                  </a:cubicBezTo>
                  <a:cubicBezTo>
                    <a:pt x="1212105" y="538638"/>
                    <a:pt x="1211294" y="541073"/>
                    <a:pt x="1210482" y="541885"/>
                  </a:cubicBezTo>
                  <a:cubicBezTo>
                    <a:pt x="1208860" y="543509"/>
                    <a:pt x="1208860" y="542697"/>
                    <a:pt x="1209671" y="541073"/>
                  </a:cubicBezTo>
                  <a:cubicBezTo>
                    <a:pt x="1209671" y="539449"/>
                    <a:pt x="1211294" y="537014"/>
                    <a:pt x="1211294" y="534578"/>
                  </a:cubicBezTo>
                  <a:cubicBezTo>
                    <a:pt x="1212105" y="532142"/>
                    <a:pt x="1212917" y="530519"/>
                    <a:pt x="1213728" y="530519"/>
                  </a:cubicBezTo>
                  <a:cubicBezTo>
                    <a:pt x="1215350" y="530519"/>
                    <a:pt x="1216162" y="528895"/>
                    <a:pt x="1214539" y="528083"/>
                  </a:cubicBezTo>
                  <a:cubicBezTo>
                    <a:pt x="1212917" y="527271"/>
                    <a:pt x="1212917" y="527271"/>
                    <a:pt x="1214539" y="525647"/>
                  </a:cubicBezTo>
                  <a:cubicBezTo>
                    <a:pt x="1216162" y="524836"/>
                    <a:pt x="1216162" y="524836"/>
                    <a:pt x="1216162" y="525647"/>
                  </a:cubicBezTo>
                  <a:cubicBezTo>
                    <a:pt x="1216162" y="526459"/>
                    <a:pt x="1216973" y="526459"/>
                    <a:pt x="1217784" y="524836"/>
                  </a:cubicBezTo>
                  <a:cubicBezTo>
                    <a:pt x="1219407" y="523212"/>
                    <a:pt x="1219407" y="523212"/>
                    <a:pt x="1218595" y="525647"/>
                  </a:cubicBezTo>
                  <a:cubicBezTo>
                    <a:pt x="1218595" y="527271"/>
                    <a:pt x="1217784" y="528895"/>
                    <a:pt x="1216973" y="529707"/>
                  </a:cubicBezTo>
                  <a:cubicBezTo>
                    <a:pt x="1216162" y="531330"/>
                    <a:pt x="1216973" y="531330"/>
                    <a:pt x="1217784" y="531330"/>
                  </a:cubicBezTo>
                  <a:cubicBezTo>
                    <a:pt x="1218595" y="531330"/>
                    <a:pt x="1219407" y="530519"/>
                    <a:pt x="1220218" y="528083"/>
                  </a:cubicBezTo>
                  <a:cubicBezTo>
                    <a:pt x="1220218" y="526459"/>
                    <a:pt x="1221030" y="524836"/>
                    <a:pt x="1221841" y="524836"/>
                  </a:cubicBezTo>
                  <a:cubicBezTo>
                    <a:pt x="1222652" y="524836"/>
                    <a:pt x="1223464" y="521588"/>
                    <a:pt x="1223464" y="517528"/>
                  </a:cubicBezTo>
                  <a:cubicBezTo>
                    <a:pt x="1223464" y="516717"/>
                    <a:pt x="1223464" y="516717"/>
                    <a:pt x="1221841" y="517528"/>
                  </a:cubicBezTo>
                  <a:cubicBezTo>
                    <a:pt x="1221030" y="518341"/>
                    <a:pt x="1220218" y="518341"/>
                    <a:pt x="1220218" y="516717"/>
                  </a:cubicBezTo>
                  <a:cubicBezTo>
                    <a:pt x="1219407" y="513469"/>
                    <a:pt x="1219407" y="512657"/>
                    <a:pt x="1221841" y="514281"/>
                  </a:cubicBezTo>
                  <a:cubicBezTo>
                    <a:pt x="1224275" y="515905"/>
                    <a:pt x="1227520" y="513469"/>
                    <a:pt x="1226709" y="511033"/>
                  </a:cubicBezTo>
                  <a:cubicBezTo>
                    <a:pt x="1226709" y="510222"/>
                    <a:pt x="1227520" y="509410"/>
                    <a:pt x="1229143" y="508598"/>
                  </a:cubicBezTo>
                  <a:cubicBezTo>
                    <a:pt x="1232388" y="506974"/>
                    <a:pt x="1234822" y="501291"/>
                    <a:pt x="1233199" y="498044"/>
                  </a:cubicBezTo>
                  <a:cubicBezTo>
                    <a:pt x="1232388" y="495608"/>
                    <a:pt x="1233199" y="493172"/>
                    <a:pt x="1234822" y="493172"/>
                  </a:cubicBezTo>
                  <a:cubicBezTo>
                    <a:pt x="1235633" y="493172"/>
                    <a:pt x="1235633" y="493984"/>
                    <a:pt x="1235633" y="494796"/>
                  </a:cubicBezTo>
                  <a:cubicBezTo>
                    <a:pt x="1235633" y="496420"/>
                    <a:pt x="1235633" y="496420"/>
                    <a:pt x="1236444" y="494796"/>
                  </a:cubicBezTo>
                  <a:cubicBezTo>
                    <a:pt x="1238067" y="492360"/>
                    <a:pt x="1237256" y="489113"/>
                    <a:pt x="1235633" y="491548"/>
                  </a:cubicBezTo>
                  <a:cubicBezTo>
                    <a:pt x="1234822" y="492360"/>
                    <a:pt x="1234822" y="492360"/>
                    <a:pt x="1234822" y="490736"/>
                  </a:cubicBezTo>
                  <a:cubicBezTo>
                    <a:pt x="1234822" y="489925"/>
                    <a:pt x="1235633" y="488301"/>
                    <a:pt x="1237256" y="487489"/>
                  </a:cubicBezTo>
                  <a:cubicBezTo>
                    <a:pt x="1238878" y="486677"/>
                    <a:pt x="1238878" y="485865"/>
                    <a:pt x="1238067" y="485053"/>
                  </a:cubicBezTo>
                  <a:cubicBezTo>
                    <a:pt x="1237256" y="484242"/>
                    <a:pt x="1237256" y="483429"/>
                    <a:pt x="1238878" y="481806"/>
                  </a:cubicBezTo>
                  <a:cubicBezTo>
                    <a:pt x="1240501" y="480182"/>
                    <a:pt x="1240501" y="480182"/>
                    <a:pt x="1240501" y="482618"/>
                  </a:cubicBezTo>
                  <a:cubicBezTo>
                    <a:pt x="1241313" y="484242"/>
                    <a:pt x="1241313" y="484242"/>
                    <a:pt x="1242124" y="482618"/>
                  </a:cubicBezTo>
                  <a:cubicBezTo>
                    <a:pt x="1242935" y="480994"/>
                    <a:pt x="1242935" y="480182"/>
                    <a:pt x="1242124" y="480182"/>
                  </a:cubicBezTo>
                  <a:cubicBezTo>
                    <a:pt x="1241313" y="480182"/>
                    <a:pt x="1240501" y="479370"/>
                    <a:pt x="1240501" y="478558"/>
                  </a:cubicBezTo>
                  <a:cubicBezTo>
                    <a:pt x="1240501" y="476934"/>
                    <a:pt x="1247803" y="463132"/>
                    <a:pt x="1249426" y="461509"/>
                  </a:cubicBezTo>
                  <a:cubicBezTo>
                    <a:pt x="1251048" y="459885"/>
                    <a:pt x="1250237" y="463132"/>
                    <a:pt x="1247803" y="466380"/>
                  </a:cubicBezTo>
                  <a:cubicBezTo>
                    <a:pt x="1246180" y="468004"/>
                    <a:pt x="1245369" y="470439"/>
                    <a:pt x="1245369" y="472063"/>
                  </a:cubicBezTo>
                  <a:cubicBezTo>
                    <a:pt x="1245369" y="472875"/>
                    <a:pt x="1244558" y="474499"/>
                    <a:pt x="1243746" y="476123"/>
                  </a:cubicBezTo>
                  <a:cubicBezTo>
                    <a:pt x="1242935" y="476934"/>
                    <a:pt x="1243746" y="477747"/>
                    <a:pt x="1243746" y="477747"/>
                  </a:cubicBezTo>
                  <a:cubicBezTo>
                    <a:pt x="1243746" y="477747"/>
                    <a:pt x="1245369" y="476934"/>
                    <a:pt x="1245369" y="475311"/>
                  </a:cubicBezTo>
                  <a:cubicBezTo>
                    <a:pt x="1246180" y="473687"/>
                    <a:pt x="1246991" y="472063"/>
                    <a:pt x="1248614" y="470439"/>
                  </a:cubicBezTo>
                  <a:cubicBezTo>
                    <a:pt x="1250237" y="468816"/>
                    <a:pt x="1250237" y="467192"/>
                    <a:pt x="1250237" y="466380"/>
                  </a:cubicBezTo>
                  <a:cubicBezTo>
                    <a:pt x="1250237" y="465568"/>
                    <a:pt x="1250237" y="465568"/>
                    <a:pt x="1250237" y="465568"/>
                  </a:cubicBezTo>
                  <a:cubicBezTo>
                    <a:pt x="1251048" y="465568"/>
                    <a:pt x="1251860" y="463132"/>
                    <a:pt x="1252671" y="460697"/>
                  </a:cubicBezTo>
                  <a:cubicBezTo>
                    <a:pt x="1253482" y="458261"/>
                    <a:pt x="1254293" y="455826"/>
                    <a:pt x="1255105" y="456637"/>
                  </a:cubicBezTo>
                  <a:cubicBezTo>
                    <a:pt x="1255916" y="457450"/>
                    <a:pt x="1255916" y="456637"/>
                    <a:pt x="1255916" y="455826"/>
                  </a:cubicBezTo>
                  <a:cubicBezTo>
                    <a:pt x="1255916" y="454202"/>
                    <a:pt x="1253482" y="455014"/>
                    <a:pt x="1252671" y="457450"/>
                  </a:cubicBezTo>
                  <a:cubicBezTo>
                    <a:pt x="1252671" y="459073"/>
                    <a:pt x="1251048" y="459885"/>
                    <a:pt x="1251048" y="459885"/>
                  </a:cubicBezTo>
                  <a:cubicBezTo>
                    <a:pt x="1249426" y="459885"/>
                    <a:pt x="1249426" y="459885"/>
                    <a:pt x="1251860" y="455826"/>
                  </a:cubicBezTo>
                  <a:cubicBezTo>
                    <a:pt x="1253482" y="452578"/>
                    <a:pt x="1255916" y="450954"/>
                    <a:pt x="1255916" y="453390"/>
                  </a:cubicBezTo>
                  <a:cubicBezTo>
                    <a:pt x="1255916" y="454202"/>
                    <a:pt x="1255916" y="454202"/>
                    <a:pt x="1256727" y="453390"/>
                  </a:cubicBezTo>
                  <a:cubicBezTo>
                    <a:pt x="1257539" y="452578"/>
                    <a:pt x="1258350" y="451766"/>
                    <a:pt x="1258350" y="452578"/>
                  </a:cubicBezTo>
                  <a:cubicBezTo>
                    <a:pt x="1259161" y="452578"/>
                    <a:pt x="1259973" y="451766"/>
                    <a:pt x="1259161" y="450142"/>
                  </a:cubicBezTo>
                  <a:cubicBezTo>
                    <a:pt x="1259161" y="448519"/>
                    <a:pt x="1259161" y="446895"/>
                    <a:pt x="1260784" y="446083"/>
                  </a:cubicBezTo>
                  <a:cubicBezTo>
                    <a:pt x="1262407" y="445271"/>
                    <a:pt x="1263218" y="443648"/>
                    <a:pt x="1263218" y="442836"/>
                  </a:cubicBezTo>
                  <a:cubicBezTo>
                    <a:pt x="1263218" y="442024"/>
                    <a:pt x="1264029" y="441212"/>
                    <a:pt x="1264840" y="442024"/>
                  </a:cubicBezTo>
                  <a:cubicBezTo>
                    <a:pt x="1265652" y="442024"/>
                    <a:pt x="1266463" y="442024"/>
                    <a:pt x="1266463" y="441212"/>
                  </a:cubicBezTo>
                  <a:cubicBezTo>
                    <a:pt x="1266463" y="440400"/>
                    <a:pt x="1265652" y="440400"/>
                    <a:pt x="1264840" y="440400"/>
                  </a:cubicBezTo>
                  <a:cubicBezTo>
                    <a:pt x="1264029" y="440400"/>
                    <a:pt x="1263218" y="440400"/>
                    <a:pt x="1263218" y="439588"/>
                  </a:cubicBezTo>
                  <a:cubicBezTo>
                    <a:pt x="1263218" y="438776"/>
                    <a:pt x="1264029" y="438776"/>
                    <a:pt x="1265652" y="438776"/>
                  </a:cubicBezTo>
                  <a:cubicBezTo>
                    <a:pt x="1266463" y="438776"/>
                    <a:pt x="1268086" y="437964"/>
                    <a:pt x="1268086" y="437152"/>
                  </a:cubicBezTo>
                  <a:cubicBezTo>
                    <a:pt x="1268086" y="436340"/>
                    <a:pt x="1268086" y="435529"/>
                    <a:pt x="1267274" y="436340"/>
                  </a:cubicBezTo>
                  <a:cubicBezTo>
                    <a:pt x="1266463" y="436340"/>
                    <a:pt x="1266463" y="436340"/>
                    <a:pt x="1268086" y="435529"/>
                  </a:cubicBezTo>
                  <a:cubicBezTo>
                    <a:pt x="1268897" y="434717"/>
                    <a:pt x="1269709" y="433093"/>
                    <a:pt x="1269709" y="431469"/>
                  </a:cubicBezTo>
                  <a:cubicBezTo>
                    <a:pt x="1269709" y="428222"/>
                    <a:pt x="1272143" y="423350"/>
                    <a:pt x="1273765" y="425786"/>
                  </a:cubicBezTo>
                  <a:cubicBezTo>
                    <a:pt x="1274576" y="426598"/>
                    <a:pt x="1275387" y="425786"/>
                    <a:pt x="1277010" y="422539"/>
                  </a:cubicBezTo>
                  <a:cubicBezTo>
                    <a:pt x="1278633" y="420103"/>
                    <a:pt x="1279444" y="417667"/>
                    <a:pt x="1279444" y="417667"/>
                  </a:cubicBezTo>
                  <a:cubicBezTo>
                    <a:pt x="1279444" y="416855"/>
                    <a:pt x="1279444" y="416855"/>
                    <a:pt x="1280256" y="416855"/>
                  </a:cubicBezTo>
                  <a:cubicBezTo>
                    <a:pt x="1281067" y="416855"/>
                    <a:pt x="1281067" y="416043"/>
                    <a:pt x="1281878" y="415232"/>
                  </a:cubicBezTo>
                  <a:cubicBezTo>
                    <a:pt x="1281878" y="414420"/>
                    <a:pt x="1281878" y="413608"/>
                    <a:pt x="1281067" y="413608"/>
                  </a:cubicBezTo>
                  <a:cubicBezTo>
                    <a:pt x="1280256" y="413608"/>
                    <a:pt x="1280256" y="412796"/>
                    <a:pt x="1280256" y="412796"/>
                  </a:cubicBezTo>
                  <a:cubicBezTo>
                    <a:pt x="1280256" y="411984"/>
                    <a:pt x="1281067" y="411984"/>
                    <a:pt x="1281067" y="412796"/>
                  </a:cubicBezTo>
                  <a:cubicBezTo>
                    <a:pt x="1281878" y="413608"/>
                    <a:pt x="1281878" y="412796"/>
                    <a:pt x="1281878" y="412796"/>
                  </a:cubicBezTo>
                  <a:cubicBezTo>
                    <a:pt x="1281878" y="411984"/>
                    <a:pt x="1282690" y="411984"/>
                    <a:pt x="1282690" y="411984"/>
                  </a:cubicBezTo>
                  <a:cubicBezTo>
                    <a:pt x="1283501" y="412796"/>
                    <a:pt x="1283501" y="412796"/>
                    <a:pt x="1283501" y="411984"/>
                  </a:cubicBezTo>
                  <a:cubicBezTo>
                    <a:pt x="1283501" y="411984"/>
                    <a:pt x="1283501" y="410360"/>
                    <a:pt x="1284312" y="409548"/>
                  </a:cubicBezTo>
                  <a:cubicBezTo>
                    <a:pt x="1285123" y="407925"/>
                    <a:pt x="1284312" y="407925"/>
                    <a:pt x="1283501" y="407925"/>
                  </a:cubicBezTo>
                  <a:cubicBezTo>
                    <a:pt x="1282690" y="407925"/>
                    <a:pt x="1281878" y="407925"/>
                    <a:pt x="1282690" y="407113"/>
                  </a:cubicBezTo>
                  <a:cubicBezTo>
                    <a:pt x="1282690" y="406301"/>
                    <a:pt x="1284312" y="406301"/>
                    <a:pt x="1285123" y="406301"/>
                  </a:cubicBezTo>
                  <a:cubicBezTo>
                    <a:pt x="1286746" y="406301"/>
                    <a:pt x="1290803" y="400618"/>
                    <a:pt x="1289180" y="400618"/>
                  </a:cubicBezTo>
                  <a:cubicBezTo>
                    <a:pt x="1289180" y="400618"/>
                    <a:pt x="1289180" y="400618"/>
                    <a:pt x="1289992" y="399806"/>
                  </a:cubicBezTo>
                  <a:cubicBezTo>
                    <a:pt x="1290803" y="398994"/>
                    <a:pt x="1302161" y="382756"/>
                    <a:pt x="1302161" y="381133"/>
                  </a:cubicBezTo>
                  <a:cubicBezTo>
                    <a:pt x="1302161" y="379509"/>
                    <a:pt x="1297293" y="380321"/>
                    <a:pt x="1294859" y="382756"/>
                  </a:cubicBezTo>
                  <a:cubicBezTo>
                    <a:pt x="1292425" y="385192"/>
                    <a:pt x="1292425" y="385192"/>
                    <a:pt x="1294048" y="382756"/>
                  </a:cubicBezTo>
                  <a:cubicBezTo>
                    <a:pt x="1294859" y="381133"/>
                    <a:pt x="1296482" y="379509"/>
                    <a:pt x="1296482" y="378697"/>
                  </a:cubicBezTo>
                  <a:cubicBezTo>
                    <a:pt x="1297293" y="377885"/>
                    <a:pt x="1297293" y="377073"/>
                    <a:pt x="1298105" y="377073"/>
                  </a:cubicBezTo>
                  <a:cubicBezTo>
                    <a:pt x="1298916" y="377073"/>
                    <a:pt x="1298916" y="377885"/>
                    <a:pt x="1298105" y="377885"/>
                  </a:cubicBezTo>
                  <a:cubicBezTo>
                    <a:pt x="1297293" y="379509"/>
                    <a:pt x="1300539" y="379509"/>
                    <a:pt x="1302161" y="377073"/>
                  </a:cubicBezTo>
                  <a:cubicBezTo>
                    <a:pt x="1302972" y="376261"/>
                    <a:pt x="1305406" y="373826"/>
                    <a:pt x="1306218" y="371390"/>
                  </a:cubicBezTo>
                  <a:cubicBezTo>
                    <a:pt x="1307840" y="368954"/>
                    <a:pt x="1310274" y="365707"/>
                    <a:pt x="1311086" y="363271"/>
                  </a:cubicBezTo>
                  <a:cubicBezTo>
                    <a:pt x="1312708" y="360836"/>
                    <a:pt x="1313519" y="359212"/>
                    <a:pt x="1312708" y="359212"/>
                  </a:cubicBezTo>
                  <a:cubicBezTo>
                    <a:pt x="1311897" y="359212"/>
                    <a:pt x="1311897" y="358400"/>
                    <a:pt x="1311897" y="357588"/>
                  </a:cubicBezTo>
                  <a:cubicBezTo>
                    <a:pt x="1311897" y="356776"/>
                    <a:pt x="1312708" y="356776"/>
                    <a:pt x="1312708" y="357588"/>
                  </a:cubicBezTo>
                  <a:cubicBezTo>
                    <a:pt x="1314331" y="358400"/>
                    <a:pt x="1315953" y="356776"/>
                    <a:pt x="1318388" y="351905"/>
                  </a:cubicBezTo>
                  <a:cubicBezTo>
                    <a:pt x="1320010" y="349469"/>
                    <a:pt x="1322444" y="345410"/>
                    <a:pt x="1324878" y="342162"/>
                  </a:cubicBezTo>
                  <a:cubicBezTo>
                    <a:pt x="1327312" y="338915"/>
                    <a:pt x="1330557" y="334044"/>
                    <a:pt x="1332991" y="330796"/>
                  </a:cubicBezTo>
                  <a:cubicBezTo>
                    <a:pt x="1337859" y="323489"/>
                    <a:pt x="1339482" y="321054"/>
                    <a:pt x="1341104" y="321865"/>
                  </a:cubicBezTo>
                  <a:cubicBezTo>
                    <a:pt x="1341915" y="321865"/>
                    <a:pt x="1342727" y="321865"/>
                    <a:pt x="1343538" y="321054"/>
                  </a:cubicBezTo>
                  <a:cubicBezTo>
                    <a:pt x="1344349" y="319430"/>
                    <a:pt x="1343538" y="319430"/>
                    <a:pt x="1342727" y="320242"/>
                  </a:cubicBezTo>
                  <a:cubicBezTo>
                    <a:pt x="1340293" y="321865"/>
                    <a:pt x="1340293" y="317806"/>
                    <a:pt x="1343538" y="315370"/>
                  </a:cubicBezTo>
                  <a:cubicBezTo>
                    <a:pt x="1345161" y="314558"/>
                    <a:pt x="1345972" y="312123"/>
                    <a:pt x="1346784" y="309687"/>
                  </a:cubicBezTo>
                  <a:cubicBezTo>
                    <a:pt x="1347595" y="308063"/>
                    <a:pt x="1349217" y="305628"/>
                    <a:pt x="1350029" y="304816"/>
                  </a:cubicBezTo>
                  <a:cubicBezTo>
                    <a:pt x="1351651" y="304004"/>
                    <a:pt x="1352462" y="302380"/>
                    <a:pt x="1352462" y="301568"/>
                  </a:cubicBezTo>
                  <a:cubicBezTo>
                    <a:pt x="1352462" y="300757"/>
                    <a:pt x="1353274" y="299945"/>
                    <a:pt x="1354085" y="299133"/>
                  </a:cubicBezTo>
                  <a:cubicBezTo>
                    <a:pt x="1354897" y="299133"/>
                    <a:pt x="1357331" y="295073"/>
                    <a:pt x="1359764" y="291014"/>
                  </a:cubicBezTo>
                  <a:cubicBezTo>
                    <a:pt x="1363821" y="284519"/>
                    <a:pt x="1374368" y="271529"/>
                    <a:pt x="1379236" y="265846"/>
                  </a:cubicBezTo>
                  <a:cubicBezTo>
                    <a:pt x="1380858" y="264222"/>
                    <a:pt x="1381670" y="262598"/>
                    <a:pt x="1382481" y="261786"/>
                  </a:cubicBezTo>
                  <a:cubicBezTo>
                    <a:pt x="1382481" y="260974"/>
                    <a:pt x="1388972" y="252044"/>
                    <a:pt x="1396274" y="242301"/>
                  </a:cubicBezTo>
                  <a:cubicBezTo>
                    <a:pt x="1404387" y="232559"/>
                    <a:pt x="1410877" y="223628"/>
                    <a:pt x="1410066" y="223628"/>
                  </a:cubicBezTo>
                  <a:cubicBezTo>
                    <a:pt x="1410066" y="223628"/>
                    <a:pt x="1410877" y="222816"/>
                    <a:pt x="1411689" y="222004"/>
                  </a:cubicBezTo>
                  <a:cubicBezTo>
                    <a:pt x="1412500" y="221192"/>
                    <a:pt x="1415745" y="217133"/>
                    <a:pt x="1419802" y="212262"/>
                  </a:cubicBezTo>
                  <a:cubicBezTo>
                    <a:pt x="1431160" y="198460"/>
                    <a:pt x="1442519" y="187093"/>
                    <a:pt x="1449009" y="181410"/>
                  </a:cubicBezTo>
                  <a:cubicBezTo>
                    <a:pt x="1457122" y="174915"/>
                    <a:pt x="1459556" y="171668"/>
                    <a:pt x="1459556" y="167608"/>
                  </a:cubicBezTo>
                  <a:cubicBezTo>
                    <a:pt x="1456311" y="158678"/>
                    <a:pt x="1453066" y="154618"/>
                    <a:pt x="1443330" y="147311"/>
                  </a:cubicBezTo>
                  <a:close/>
                  <a:moveTo>
                    <a:pt x="81132" y="148935"/>
                  </a:moveTo>
                  <a:cubicBezTo>
                    <a:pt x="81943" y="148123"/>
                    <a:pt x="81943" y="147311"/>
                    <a:pt x="82754" y="148123"/>
                  </a:cubicBezTo>
                  <a:cubicBezTo>
                    <a:pt x="82754" y="148935"/>
                    <a:pt x="82754" y="149747"/>
                    <a:pt x="81943" y="150559"/>
                  </a:cubicBezTo>
                  <a:cubicBezTo>
                    <a:pt x="79509" y="152182"/>
                    <a:pt x="79509" y="150559"/>
                    <a:pt x="81132" y="148935"/>
                  </a:cubicBezTo>
                  <a:close/>
                  <a:moveTo>
                    <a:pt x="77075" y="157866"/>
                  </a:moveTo>
                  <a:cubicBezTo>
                    <a:pt x="77075" y="158678"/>
                    <a:pt x="76264" y="159489"/>
                    <a:pt x="75452" y="161113"/>
                  </a:cubicBezTo>
                  <a:cubicBezTo>
                    <a:pt x="74641" y="163549"/>
                    <a:pt x="73830" y="163549"/>
                    <a:pt x="73830" y="161113"/>
                  </a:cubicBezTo>
                  <a:cubicBezTo>
                    <a:pt x="73830" y="159489"/>
                    <a:pt x="74641" y="158678"/>
                    <a:pt x="77075" y="157866"/>
                  </a:cubicBezTo>
                  <a:close/>
                  <a:moveTo>
                    <a:pt x="70585" y="180598"/>
                  </a:moveTo>
                  <a:cubicBezTo>
                    <a:pt x="69773" y="180598"/>
                    <a:pt x="69773" y="179786"/>
                    <a:pt x="69773" y="179786"/>
                  </a:cubicBezTo>
                  <a:cubicBezTo>
                    <a:pt x="70585" y="178975"/>
                    <a:pt x="70585" y="178163"/>
                    <a:pt x="70585" y="178163"/>
                  </a:cubicBezTo>
                  <a:cubicBezTo>
                    <a:pt x="70585" y="178163"/>
                    <a:pt x="71396" y="178975"/>
                    <a:pt x="71396" y="179786"/>
                  </a:cubicBezTo>
                  <a:cubicBezTo>
                    <a:pt x="71396" y="180598"/>
                    <a:pt x="70585" y="180598"/>
                    <a:pt x="70585" y="180598"/>
                  </a:cubicBezTo>
                  <a:close/>
                  <a:moveTo>
                    <a:pt x="68962" y="168420"/>
                  </a:moveTo>
                  <a:cubicBezTo>
                    <a:pt x="69773" y="168420"/>
                    <a:pt x="69773" y="167608"/>
                    <a:pt x="69773" y="166796"/>
                  </a:cubicBezTo>
                  <a:cubicBezTo>
                    <a:pt x="69773" y="165984"/>
                    <a:pt x="70585" y="165172"/>
                    <a:pt x="70585" y="164361"/>
                  </a:cubicBezTo>
                  <a:cubicBezTo>
                    <a:pt x="71396" y="163549"/>
                    <a:pt x="72207" y="164361"/>
                    <a:pt x="72207" y="164361"/>
                  </a:cubicBezTo>
                  <a:cubicBezTo>
                    <a:pt x="72207" y="165984"/>
                    <a:pt x="67339" y="173291"/>
                    <a:pt x="67339" y="172479"/>
                  </a:cubicBezTo>
                  <a:cubicBezTo>
                    <a:pt x="66528" y="171668"/>
                    <a:pt x="68150" y="168420"/>
                    <a:pt x="68962" y="168420"/>
                  </a:cubicBezTo>
                  <a:close/>
                  <a:moveTo>
                    <a:pt x="64905" y="191153"/>
                  </a:moveTo>
                  <a:cubicBezTo>
                    <a:pt x="64905" y="191153"/>
                    <a:pt x="64094" y="191965"/>
                    <a:pt x="63283" y="192776"/>
                  </a:cubicBezTo>
                  <a:cubicBezTo>
                    <a:pt x="61660" y="194400"/>
                    <a:pt x="61660" y="193588"/>
                    <a:pt x="61660" y="192776"/>
                  </a:cubicBezTo>
                  <a:cubicBezTo>
                    <a:pt x="61660" y="191965"/>
                    <a:pt x="62471" y="191153"/>
                    <a:pt x="63283" y="191153"/>
                  </a:cubicBezTo>
                  <a:cubicBezTo>
                    <a:pt x="64094" y="190341"/>
                    <a:pt x="64905" y="190341"/>
                    <a:pt x="64905" y="191153"/>
                  </a:cubicBezTo>
                  <a:close/>
                  <a:moveTo>
                    <a:pt x="61660" y="178975"/>
                  </a:moveTo>
                  <a:cubicBezTo>
                    <a:pt x="62471" y="178975"/>
                    <a:pt x="63283" y="178975"/>
                    <a:pt x="63283" y="178975"/>
                  </a:cubicBezTo>
                  <a:cubicBezTo>
                    <a:pt x="63283" y="178975"/>
                    <a:pt x="62471" y="179786"/>
                    <a:pt x="61660" y="180598"/>
                  </a:cubicBezTo>
                  <a:cubicBezTo>
                    <a:pt x="60849" y="181410"/>
                    <a:pt x="60849" y="180598"/>
                    <a:pt x="60849" y="179786"/>
                  </a:cubicBezTo>
                  <a:cubicBezTo>
                    <a:pt x="61660" y="178975"/>
                    <a:pt x="61660" y="178975"/>
                    <a:pt x="61660" y="178975"/>
                  </a:cubicBezTo>
                  <a:close/>
                  <a:moveTo>
                    <a:pt x="60037" y="182222"/>
                  </a:moveTo>
                  <a:cubicBezTo>
                    <a:pt x="60849" y="182222"/>
                    <a:pt x="61660" y="182222"/>
                    <a:pt x="61660" y="182222"/>
                  </a:cubicBezTo>
                  <a:cubicBezTo>
                    <a:pt x="61660" y="182222"/>
                    <a:pt x="60849" y="183034"/>
                    <a:pt x="60037" y="183846"/>
                  </a:cubicBezTo>
                  <a:cubicBezTo>
                    <a:pt x="59226" y="184658"/>
                    <a:pt x="59226" y="183846"/>
                    <a:pt x="59226" y="183034"/>
                  </a:cubicBezTo>
                  <a:cubicBezTo>
                    <a:pt x="59226" y="183034"/>
                    <a:pt x="59226" y="182222"/>
                    <a:pt x="60037" y="182222"/>
                  </a:cubicBezTo>
                  <a:close/>
                  <a:moveTo>
                    <a:pt x="26774" y="236618"/>
                  </a:moveTo>
                  <a:cubicBezTo>
                    <a:pt x="25962" y="235806"/>
                    <a:pt x="27585" y="230935"/>
                    <a:pt x="29207" y="230935"/>
                  </a:cubicBezTo>
                  <a:cubicBezTo>
                    <a:pt x="30019" y="230935"/>
                    <a:pt x="30830" y="230123"/>
                    <a:pt x="30830" y="230935"/>
                  </a:cubicBezTo>
                  <a:cubicBezTo>
                    <a:pt x="30830" y="231747"/>
                    <a:pt x="27585" y="237430"/>
                    <a:pt x="26774" y="236618"/>
                  </a:cubicBezTo>
                  <a:close/>
                  <a:moveTo>
                    <a:pt x="31641" y="227687"/>
                  </a:moveTo>
                  <a:cubicBezTo>
                    <a:pt x="30830" y="226875"/>
                    <a:pt x="32453" y="224440"/>
                    <a:pt x="33264" y="224440"/>
                  </a:cubicBezTo>
                  <a:cubicBezTo>
                    <a:pt x="34075" y="224440"/>
                    <a:pt x="34075" y="225252"/>
                    <a:pt x="34075" y="225252"/>
                  </a:cubicBezTo>
                  <a:cubicBezTo>
                    <a:pt x="34075" y="226875"/>
                    <a:pt x="32453" y="228499"/>
                    <a:pt x="31641" y="227687"/>
                  </a:cubicBezTo>
                  <a:close/>
                  <a:moveTo>
                    <a:pt x="36509" y="220380"/>
                  </a:moveTo>
                  <a:cubicBezTo>
                    <a:pt x="35698" y="220380"/>
                    <a:pt x="35698" y="219569"/>
                    <a:pt x="36509" y="219569"/>
                  </a:cubicBezTo>
                  <a:cubicBezTo>
                    <a:pt x="37321" y="218757"/>
                    <a:pt x="37321" y="217945"/>
                    <a:pt x="38132" y="217945"/>
                  </a:cubicBezTo>
                  <a:cubicBezTo>
                    <a:pt x="38132" y="217945"/>
                    <a:pt x="38943" y="218757"/>
                    <a:pt x="38943" y="219569"/>
                  </a:cubicBezTo>
                  <a:cubicBezTo>
                    <a:pt x="38132" y="220380"/>
                    <a:pt x="37321" y="220380"/>
                    <a:pt x="36509" y="220380"/>
                  </a:cubicBezTo>
                  <a:close/>
                  <a:moveTo>
                    <a:pt x="46245" y="202519"/>
                  </a:moveTo>
                  <a:cubicBezTo>
                    <a:pt x="47868" y="200895"/>
                    <a:pt x="48679" y="198460"/>
                    <a:pt x="50302" y="196024"/>
                  </a:cubicBezTo>
                  <a:cubicBezTo>
                    <a:pt x="51113" y="194400"/>
                    <a:pt x="51924" y="194400"/>
                    <a:pt x="52735" y="195212"/>
                  </a:cubicBezTo>
                  <a:cubicBezTo>
                    <a:pt x="53547" y="196024"/>
                    <a:pt x="52735" y="196836"/>
                    <a:pt x="51924" y="197648"/>
                  </a:cubicBezTo>
                  <a:cubicBezTo>
                    <a:pt x="51113" y="198460"/>
                    <a:pt x="50302" y="200083"/>
                    <a:pt x="50302" y="200895"/>
                  </a:cubicBezTo>
                  <a:cubicBezTo>
                    <a:pt x="50302" y="203331"/>
                    <a:pt x="44622" y="208202"/>
                    <a:pt x="44622" y="205766"/>
                  </a:cubicBezTo>
                  <a:cubicBezTo>
                    <a:pt x="44622" y="204955"/>
                    <a:pt x="45434" y="203331"/>
                    <a:pt x="46245" y="202519"/>
                  </a:cubicBezTo>
                  <a:close/>
                  <a:moveTo>
                    <a:pt x="42188" y="209014"/>
                  </a:moveTo>
                  <a:cubicBezTo>
                    <a:pt x="42188" y="208202"/>
                    <a:pt x="42188" y="207390"/>
                    <a:pt x="43000" y="207390"/>
                  </a:cubicBezTo>
                  <a:cubicBezTo>
                    <a:pt x="43811" y="207390"/>
                    <a:pt x="43811" y="207390"/>
                    <a:pt x="44622" y="207390"/>
                  </a:cubicBezTo>
                  <a:cubicBezTo>
                    <a:pt x="44622" y="208202"/>
                    <a:pt x="44622" y="208202"/>
                    <a:pt x="43000" y="209014"/>
                  </a:cubicBezTo>
                  <a:cubicBezTo>
                    <a:pt x="42188" y="210638"/>
                    <a:pt x="42188" y="209826"/>
                    <a:pt x="42188" y="209014"/>
                  </a:cubicBezTo>
                  <a:close/>
                  <a:moveTo>
                    <a:pt x="263678" y="234182"/>
                  </a:moveTo>
                  <a:cubicBezTo>
                    <a:pt x="248263" y="250420"/>
                    <a:pt x="233659" y="265034"/>
                    <a:pt x="230413" y="267469"/>
                  </a:cubicBezTo>
                  <a:cubicBezTo>
                    <a:pt x="223923" y="272341"/>
                    <a:pt x="216621" y="277212"/>
                    <a:pt x="216621" y="276400"/>
                  </a:cubicBezTo>
                  <a:cubicBezTo>
                    <a:pt x="215810" y="275588"/>
                    <a:pt x="222300" y="261786"/>
                    <a:pt x="225546" y="257727"/>
                  </a:cubicBezTo>
                  <a:cubicBezTo>
                    <a:pt x="227980" y="255291"/>
                    <a:pt x="229602" y="252856"/>
                    <a:pt x="229602" y="252044"/>
                  </a:cubicBezTo>
                  <a:cubicBezTo>
                    <a:pt x="229602" y="248796"/>
                    <a:pt x="267734" y="203331"/>
                    <a:pt x="275847" y="203331"/>
                  </a:cubicBezTo>
                  <a:cubicBezTo>
                    <a:pt x="276659" y="203331"/>
                    <a:pt x="276659" y="203331"/>
                    <a:pt x="276659" y="202519"/>
                  </a:cubicBezTo>
                  <a:cubicBezTo>
                    <a:pt x="276659" y="201707"/>
                    <a:pt x="279092" y="200895"/>
                    <a:pt x="281526" y="200083"/>
                  </a:cubicBezTo>
                  <a:cubicBezTo>
                    <a:pt x="285583" y="199272"/>
                    <a:pt x="287206" y="199272"/>
                    <a:pt x="288017" y="200083"/>
                  </a:cubicBezTo>
                  <a:cubicBezTo>
                    <a:pt x="292074" y="204143"/>
                    <a:pt x="292074" y="204143"/>
                    <a:pt x="263678" y="234182"/>
                  </a:cubicBezTo>
                  <a:close/>
                  <a:moveTo>
                    <a:pt x="369149" y="290202"/>
                  </a:moveTo>
                  <a:cubicBezTo>
                    <a:pt x="368337" y="291014"/>
                    <a:pt x="367526" y="291014"/>
                    <a:pt x="366714" y="291014"/>
                  </a:cubicBezTo>
                  <a:cubicBezTo>
                    <a:pt x="365903" y="290202"/>
                    <a:pt x="366714" y="290202"/>
                    <a:pt x="368337" y="289390"/>
                  </a:cubicBezTo>
                  <a:cubicBezTo>
                    <a:pt x="370771" y="287766"/>
                    <a:pt x="370771" y="288578"/>
                    <a:pt x="369149" y="290202"/>
                  </a:cubicBezTo>
                  <a:close/>
                  <a:moveTo>
                    <a:pt x="383752" y="278836"/>
                  </a:moveTo>
                  <a:cubicBezTo>
                    <a:pt x="382130" y="278836"/>
                    <a:pt x="382130" y="278836"/>
                    <a:pt x="383752" y="278024"/>
                  </a:cubicBezTo>
                  <a:cubicBezTo>
                    <a:pt x="384563" y="277212"/>
                    <a:pt x="386186" y="277212"/>
                    <a:pt x="386186" y="277212"/>
                  </a:cubicBezTo>
                  <a:cubicBezTo>
                    <a:pt x="386997" y="278024"/>
                    <a:pt x="385375" y="278836"/>
                    <a:pt x="383752" y="278836"/>
                  </a:cubicBezTo>
                  <a:close/>
                  <a:moveTo>
                    <a:pt x="405658" y="264222"/>
                  </a:moveTo>
                  <a:cubicBezTo>
                    <a:pt x="404846" y="265034"/>
                    <a:pt x="403224" y="265846"/>
                    <a:pt x="401601" y="266657"/>
                  </a:cubicBezTo>
                  <a:lnTo>
                    <a:pt x="399167" y="268281"/>
                  </a:lnTo>
                  <a:lnTo>
                    <a:pt x="401601" y="265846"/>
                  </a:lnTo>
                  <a:cubicBezTo>
                    <a:pt x="403224" y="264222"/>
                    <a:pt x="404846" y="263410"/>
                    <a:pt x="404846" y="263410"/>
                  </a:cubicBezTo>
                  <a:cubicBezTo>
                    <a:pt x="405658" y="263410"/>
                    <a:pt x="406469" y="262598"/>
                    <a:pt x="406469" y="261786"/>
                  </a:cubicBezTo>
                  <a:cubicBezTo>
                    <a:pt x="406469" y="260974"/>
                    <a:pt x="407280" y="260974"/>
                    <a:pt x="407280" y="261786"/>
                  </a:cubicBezTo>
                  <a:cubicBezTo>
                    <a:pt x="407280" y="262598"/>
                    <a:pt x="406469" y="264222"/>
                    <a:pt x="405658" y="264222"/>
                  </a:cubicBezTo>
                  <a:close/>
                  <a:moveTo>
                    <a:pt x="409714" y="260974"/>
                  </a:moveTo>
                  <a:cubicBezTo>
                    <a:pt x="406469" y="261786"/>
                    <a:pt x="415393" y="255291"/>
                    <a:pt x="421073" y="252044"/>
                  </a:cubicBezTo>
                  <a:cubicBezTo>
                    <a:pt x="420261" y="252856"/>
                    <a:pt x="419450" y="254479"/>
                    <a:pt x="419450" y="254479"/>
                  </a:cubicBezTo>
                  <a:cubicBezTo>
                    <a:pt x="419450" y="255291"/>
                    <a:pt x="418639" y="256103"/>
                    <a:pt x="417828" y="256103"/>
                  </a:cubicBezTo>
                  <a:cubicBezTo>
                    <a:pt x="416205" y="259351"/>
                    <a:pt x="412959" y="260163"/>
                    <a:pt x="409714" y="260974"/>
                  </a:cubicBezTo>
                  <a:close/>
                  <a:moveTo>
                    <a:pt x="419450" y="273153"/>
                  </a:moveTo>
                  <a:cubicBezTo>
                    <a:pt x="420261" y="273153"/>
                    <a:pt x="421073" y="274776"/>
                    <a:pt x="419450" y="276400"/>
                  </a:cubicBezTo>
                  <a:cubicBezTo>
                    <a:pt x="417828" y="278024"/>
                    <a:pt x="417016" y="277212"/>
                    <a:pt x="417828" y="275588"/>
                  </a:cubicBezTo>
                  <a:cubicBezTo>
                    <a:pt x="417828" y="274776"/>
                    <a:pt x="418639" y="273153"/>
                    <a:pt x="419450" y="273153"/>
                  </a:cubicBezTo>
                  <a:close/>
                  <a:moveTo>
                    <a:pt x="396733" y="311311"/>
                  </a:moveTo>
                  <a:cubicBezTo>
                    <a:pt x="397545" y="309687"/>
                    <a:pt x="398356" y="308875"/>
                    <a:pt x="398356" y="308063"/>
                  </a:cubicBezTo>
                  <a:cubicBezTo>
                    <a:pt x="399167" y="308063"/>
                    <a:pt x="399167" y="310499"/>
                    <a:pt x="396733" y="312123"/>
                  </a:cubicBezTo>
                  <a:cubicBezTo>
                    <a:pt x="395922" y="313747"/>
                    <a:pt x="395922" y="313747"/>
                    <a:pt x="396733" y="311311"/>
                  </a:cubicBezTo>
                  <a:close/>
                  <a:moveTo>
                    <a:pt x="388620" y="327548"/>
                  </a:moveTo>
                  <a:cubicBezTo>
                    <a:pt x="390243" y="325925"/>
                    <a:pt x="390243" y="325925"/>
                    <a:pt x="389432" y="328360"/>
                  </a:cubicBezTo>
                  <a:cubicBezTo>
                    <a:pt x="388620" y="329172"/>
                    <a:pt x="387809" y="329984"/>
                    <a:pt x="387809" y="329172"/>
                  </a:cubicBezTo>
                  <a:cubicBezTo>
                    <a:pt x="386997" y="329172"/>
                    <a:pt x="387809" y="328360"/>
                    <a:pt x="388620" y="327548"/>
                  </a:cubicBezTo>
                  <a:close/>
                  <a:moveTo>
                    <a:pt x="381318" y="338915"/>
                  </a:moveTo>
                  <a:cubicBezTo>
                    <a:pt x="382941" y="337291"/>
                    <a:pt x="382941" y="337291"/>
                    <a:pt x="382941" y="338915"/>
                  </a:cubicBezTo>
                  <a:cubicBezTo>
                    <a:pt x="382941" y="341351"/>
                    <a:pt x="381318" y="342162"/>
                    <a:pt x="379696" y="341351"/>
                  </a:cubicBezTo>
                  <a:cubicBezTo>
                    <a:pt x="379696" y="341351"/>
                    <a:pt x="380507" y="340539"/>
                    <a:pt x="381318" y="338915"/>
                  </a:cubicBezTo>
                  <a:close/>
                  <a:moveTo>
                    <a:pt x="362658" y="379509"/>
                  </a:moveTo>
                  <a:cubicBezTo>
                    <a:pt x="363469" y="378697"/>
                    <a:pt x="364281" y="377073"/>
                    <a:pt x="364281" y="375449"/>
                  </a:cubicBezTo>
                  <a:cubicBezTo>
                    <a:pt x="364281" y="373014"/>
                    <a:pt x="366714" y="368954"/>
                    <a:pt x="368337" y="368954"/>
                  </a:cubicBezTo>
                  <a:cubicBezTo>
                    <a:pt x="369149" y="368954"/>
                    <a:pt x="369149" y="368954"/>
                    <a:pt x="369149" y="368954"/>
                  </a:cubicBezTo>
                  <a:cubicBezTo>
                    <a:pt x="369149" y="368954"/>
                    <a:pt x="368337" y="370578"/>
                    <a:pt x="368337" y="371390"/>
                  </a:cubicBezTo>
                  <a:cubicBezTo>
                    <a:pt x="368337" y="372202"/>
                    <a:pt x="367526" y="373826"/>
                    <a:pt x="366714" y="373826"/>
                  </a:cubicBezTo>
                  <a:cubicBezTo>
                    <a:pt x="365903" y="373826"/>
                    <a:pt x="365903" y="375449"/>
                    <a:pt x="365903" y="377073"/>
                  </a:cubicBezTo>
                  <a:cubicBezTo>
                    <a:pt x="365903" y="380321"/>
                    <a:pt x="362658" y="382756"/>
                    <a:pt x="361847" y="381133"/>
                  </a:cubicBezTo>
                  <a:cubicBezTo>
                    <a:pt x="361847" y="380321"/>
                    <a:pt x="361847" y="379509"/>
                    <a:pt x="362658" y="379509"/>
                  </a:cubicBezTo>
                  <a:close/>
                  <a:moveTo>
                    <a:pt x="369960" y="377073"/>
                  </a:moveTo>
                  <a:cubicBezTo>
                    <a:pt x="369960" y="378697"/>
                    <a:pt x="366714" y="384380"/>
                    <a:pt x="366714" y="384380"/>
                  </a:cubicBezTo>
                  <a:cubicBezTo>
                    <a:pt x="365092" y="384380"/>
                    <a:pt x="365903" y="381133"/>
                    <a:pt x="368337" y="378697"/>
                  </a:cubicBezTo>
                  <a:cubicBezTo>
                    <a:pt x="369960" y="377073"/>
                    <a:pt x="370771" y="376261"/>
                    <a:pt x="369960" y="377073"/>
                  </a:cubicBezTo>
                  <a:close/>
                  <a:moveTo>
                    <a:pt x="356979" y="392499"/>
                  </a:moveTo>
                  <a:cubicBezTo>
                    <a:pt x="358601" y="388440"/>
                    <a:pt x="360224" y="384380"/>
                    <a:pt x="360224" y="382756"/>
                  </a:cubicBezTo>
                  <a:cubicBezTo>
                    <a:pt x="360224" y="381945"/>
                    <a:pt x="360224" y="381945"/>
                    <a:pt x="361036" y="381945"/>
                  </a:cubicBezTo>
                  <a:cubicBezTo>
                    <a:pt x="362658" y="382756"/>
                    <a:pt x="362658" y="383568"/>
                    <a:pt x="360224" y="387628"/>
                  </a:cubicBezTo>
                  <a:cubicBezTo>
                    <a:pt x="358601" y="390063"/>
                    <a:pt x="358601" y="392499"/>
                    <a:pt x="358601" y="393311"/>
                  </a:cubicBezTo>
                  <a:cubicBezTo>
                    <a:pt x="359413" y="394935"/>
                    <a:pt x="355356" y="400618"/>
                    <a:pt x="353734" y="398994"/>
                  </a:cubicBezTo>
                  <a:cubicBezTo>
                    <a:pt x="353734" y="400618"/>
                    <a:pt x="355356" y="396558"/>
                    <a:pt x="356979" y="392499"/>
                  </a:cubicBezTo>
                  <a:close/>
                  <a:moveTo>
                    <a:pt x="360224" y="404677"/>
                  </a:moveTo>
                  <a:cubicBezTo>
                    <a:pt x="360224" y="405489"/>
                    <a:pt x="359413" y="405489"/>
                    <a:pt x="359413" y="404677"/>
                  </a:cubicBezTo>
                  <a:cubicBezTo>
                    <a:pt x="358601" y="404677"/>
                    <a:pt x="358601" y="403865"/>
                    <a:pt x="358601" y="403053"/>
                  </a:cubicBezTo>
                  <a:cubicBezTo>
                    <a:pt x="358601" y="402242"/>
                    <a:pt x="359413" y="402242"/>
                    <a:pt x="359413" y="402242"/>
                  </a:cubicBezTo>
                  <a:cubicBezTo>
                    <a:pt x="360224" y="403053"/>
                    <a:pt x="361036" y="403865"/>
                    <a:pt x="360224" y="404677"/>
                  </a:cubicBezTo>
                  <a:close/>
                  <a:moveTo>
                    <a:pt x="353734" y="407113"/>
                  </a:moveTo>
                  <a:cubicBezTo>
                    <a:pt x="354545" y="406301"/>
                    <a:pt x="355356" y="405489"/>
                    <a:pt x="354545" y="404677"/>
                  </a:cubicBezTo>
                  <a:cubicBezTo>
                    <a:pt x="353734" y="403053"/>
                    <a:pt x="353734" y="402242"/>
                    <a:pt x="355356" y="402242"/>
                  </a:cubicBezTo>
                  <a:cubicBezTo>
                    <a:pt x="356167" y="402242"/>
                    <a:pt x="356979" y="402242"/>
                    <a:pt x="356979" y="402242"/>
                  </a:cubicBezTo>
                  <a:cubicBezTo>
                    <a:pt x="356167" y="405489"/>
                    <a:pt x="354545" y="410360"/>
                    <a:pt x="352922" y="411172"/>
                  </a:cubicBezTo>
                  <a:cubicBezTo>
                    <a:pt x="350488" y="411172"/>
                    <a:pt x="351300" y="407925"/>
                    <a:pt x="353734" y="407113"/>
                  </a:cubicBezTo>
                  <a:close/>
                  <a:moveTo>
                    <a:pt x="355356" y="416043"/>
                  </a:moveTo>
                  <a:cubicBezTo>
                    <a:pt x="355356" y="415232"/>
                    <a:pt x="355356" y="415232"/>
                    <a:pt x="356979" y="415232"/>
                  </a:cubicBezTo>
                  <a:cubicBezTo>
                    <a:pt x="357790" y="415232"/>
                    <a:pt x="357790" y="415232"/>
                    <a:pt x="357790" y="416043"/>
                  </a:cubicBezTo>
                  <a:cubicBezTo>
                    <a:pt x="357790" y="416043"/>
                    <a:pt x="356979" y="416855"/>
                    <a:pt x="356979" y="416855"/>
                  </a:cubicBezTo>
                  <a:cubicBezTo>
                    <a:pt x="355356" y="416855"/>
                    <a:pt x="355356" y="416855"/>
                    <a:pt x="355356" y="416043"/>
                  </a:cubicBezTo>
                  <a:close/>
                  <a:moveTo>
                    <a:pt x="356167" y="419291"/>
                  </a:moveTo>
                  <a:lnTo>
                    <a:pt x="354545" y="426598"/>
                  </a:lnTo>
                  <a:lnTo>
                    <a:pt x="354545" y="423350"/>
                  </a:lnTo>
                  <a:cubicBezTo>
                    <a:pt x="354545" y="421727"/>
                    <a:pt x="354545" y="420103"/>
                    <a:pt x="355356" y="419291"/>
                  </a:cubicBezTo>
                  <a:cubicBezTo>
                    <a:pt x="356167" y="420103"/>
                    <a:pt x="356167" y="419291"/>
                    <a:pt x="356167" y="419291"/>
                  </a:cubicBezTo>
                  <a:close/>
                  <a:moveTo>
                    <a:pt x="350488" y="421727"/>
                  </a:moveTo>
                  <a:cubicBezTo>
                    <a:pt x="349677" y="423350"/>
                    <a:pt x="349677" y="423350"/>
                    <a:pt x="349677" y="421727"/>
                  </a:cubicBezTo>
                  <a:cubicBezTo>
                    <a:pt x="349677" y="420915"/>
                    <a:pt x="350488" y="419291"/>
                    <a:pt x="350488" y="419291"/>
                  </a:cubicBezTo>
                  <a:cubicBezTo>
                    <a:pt x="352111" y="417667"/>
                    <a:pt x="352111" y="419291"/>
                    <a:pt x="350488" y="421727"/>
                  </a:cubicBezTo>
                  <a:close/>
                  <a:moveTo>
                    <a:pt x="351300" y="416855"/>
                  </a:moveTo>
                  <a:cubicBezTo>
                    <a:pt x="350488" y="416855"/>
                    <a:pt x="350488" y="416043"/>
                    <a:pt x="350488" y="415232"/>
                  </a:cubicBezTo>
                  <a:cubicBezTo>
                    <a:pt x="350488" y="413608"/>
                    <a:pt x="351300" y="412796"/>
                    <a:pt x="351300" y="412796"/>
                  </a:cubicBezTo>
                  <a:cubicBezTo>
                    <a:pt x="352111" y="412796"/>
                    <a:pt x="352111" y="413608"/>
                    <a:pt x="352111" y="414420"/>
                  </a:cubicBezTo>
                  <a:cubicBezTo>
                    <a:pt x="352922" y="415232"/>
                    <a:pt x="352111" y="416043"/>
                    <a:pt x="351300" y="416855"/>
                  </a:cubicBezTo>
                  <a:close/>
                  <a:moveTo>
                    <a:pt x="354545" y="441212"/>
                  </a:moveTo>
                  <a:cubicBezTo>
                    <a:pt x="353734" y="441212"/>
                    <a:pt x="352922" y="441212"/>
                    <a:pt x="353734" y="440400"/>
                  </a:cubicBezTo>
                  <a:cubicBezTo>
                    <a:pt x="353734" y="439588"/>
                    <a:pt x="354545" y="439588"/>
                    <a:pt x="355356" y="439588"/>
                  </a:cubicBezTo>
                  <a:cubicBezTo>
                    <a:pt x="356979" y="440400"/>
                    <a:pt x="356979" y="441212"/>
                    <a:pt x="354545" y="441212"/>
                  </a:cubicBezTo>
                  <a:close/>
                  <a:moveTo>
                    <a:pt x="355356" y="433905"/>
                  </a:moveTo>
                  <a:lnTo>
                    <a:pt x="352922" y="436340"/>
                  </a:lnTo>
                  <a:lnTo>
                    <a:pt x="354545" y="433905"/>
                  </a:lnTo>
                  <a:cubicBezTo>
                    <a:pt x="355356" y="432281"/>
                    <a:pt x="356167" y="431469"/>
                    <a:pt x="356979" y="430657"/>
                  </a:cubicBezTo>
                  <a:cubicBezTo>
                    <a:pt x="358601" y="429034"/>
                    <a:pt x="357790" y="430657"/>
                    <a:pt x="355356" y="433905"/>
                  </a:cubicBezTo>
                  <a:close/>
                  <a:moveTo>
                    <a:pt x="357790" y="410360"/>
                  </a:moveTo>
                  <a:cubicBezTo>
                    <a:pt x="356167" y="412796"/>
                    <a:pt x="356167" y="412796"/>
                    <a:pt x="356167" y="410360"/>
                  </a:cubicBezTo>
                  <a:cubicBezTo>
                    <a:pt x="356167" y="409548"/>
                    <a:pt x="356979" y="407925"/>
                    <a:pt x="357790" y="407113"/>
                  </a:cubicBezTo>
                  <a:cubicBezTo>
                    <a:pt x="360224" y="405489"/>
                    <a:pt x="359413" y="407925"/>
                    <a:pt x="357790" y="410360"/>
                  </a:cubicBezTo>
                  <a:close/>
                  <a:moveTo>
                    <a:pt x="364281" y="408737"/>
                  </a:moveTo>
                  <a:cubicBezTo>
                    <a:pt x="363469" y="409548"/>
                    <a:pt x="363469" y="409548"/>
                    <a:pt x="363469" y="408737"/>
                  </a:cubicBezTo>
                  <a:cubicBezTo>
                    <a:pt x="363469" y="407925"/>
                    <a:pt x="362658" y="408737"/>
                    <a:pt x="361847" y="410360"/>
                  </a:cubicBezTo>
                  <a:cubicBezTo>
                    <a:pt x="360224" y="412796"/>
                    <a:pt x="360224" y="412796"/>
                    <a:pt x="361036" y="407113"/>
                  </a:cubicBezTo>
                  <a:cubicBezTo>
                    <a:pt x="362658" y="403053"/>
                    <a:pt x="364281" y="403053"/>
                    <a:pt x="365092" y="404677"/>
                  </a:cubicBezTo>
                  <a:cubicBezTo>
                    <a:pt x="365092" y="405489"/>
                    <a:pt x="365092" y="405489"/>
                    <a:pt x="364281" y="405489"/>
                  </a:cubicBezTo>
                  <a:cubicBezTo>
                    <a:pt x="363469" y="405489"/>
                    <a:pt x="362658" y="405489"/>
                    <a:pt x="362658" y="405489"/>
                  </a:cubicBezTo>
                  <a:cubicBezTo>
                    <a:pt x="362658" y="406301"/>
                    <a:pt x="363469" y="407113"/>
                    <a:pt x="364281" y="407113"/>
                  </a:cubicBezTo>
                  <a:cubicBezTo>
                    <a:pt x="365092" y="407925"/>
                    <a:pt x="365092" y="407925"/>
                    <a:pt x="364281" y="408737"/>
                  </a:cubicBezTo>
                  <a:close/>
                  <a:moveTo>
                    <a:pt x="365092" y="390875"/>
                  </a:moveTo>
                  <a:cubicBezTo>
                    <a:pt x="363469" y="393311"/>
                    <a:pt x="362658" y="395746"/>
                    <a:pt x="362658" y="396558"/>
                  </a:cubicBezTo>
                  <a:cubicBezTo>
                    <a:pt x="362658" y="397370"/>
                    <a:pt x="361847" y="399806"/>
                    <a:pt x="361036" y="399806"/>
                  </a:cubicBezTo>
                  <a:cubicBezTo>
                    <a:pt x="360224" y="400618"/>
                    <a:pt x="360224" y="398994"/>
                    <a:pt x="361847" y="394123"/>
                  </a:cubicBezTo>
                  <a:cubicBezTo>
                    <a:pt x="363469" y="390063"/>
                    <a:pt x="365092" y="386816"/>
                    <a:pt x="365092" y="386004"/>
                  </a:cubicBezTo>
                  <a:cubicBezTo>
                    <a:pt x="367526" y="385192"/>
                    <a:pt x="367526" y="386816"/>
                    <a:pt x="365092" y="390875"/>
                  </a:cubicBezTo>
                  <a:close/>
                  <a:moveTo>
                    <a:pt x="367526" y="406301"/>
                  </a:moveTo>
                  <a:cubicBezTo>
                    <a:pt x="367526" y="405489"/>
                    <a:pt x="367526" y="404677"/>
                    <a:pt x="367526" y="403865"/>
                  </a:cubicBezTo>
                  <a:cubicBezTo>
                    <a:pt x="367526" y="403865"/>
                    <a:pt x="368337" y="404677"/>
                    <a:pt x="368337" y="405489"/>
                  </a:cubicBezTo>
                  <a:cubicBezTo>
                    <a:pt x="369149" y="407113"/>
                    <a:pt x="368337" y="407925"/>
                    <a:pt x="367526" y="406301"/>
                  </a:cubicBezTo>
                  <a:close/>
                  <a:moveTo>
                    <a:pt x="369149" y="387628"/>
                  </a:moveTo>
                  <a:cubicBezTo>
                    <a:pt x="368337" y="387628"/>
                    <a:pt x="368337" y="388440"/>
                    <a:pt x="368337" y="390063"/>
                  </a:cubicBezTo>
                  <a:cubicBezTo>
                    <a:pt x="368337" y="391687"/>
                    <a:pt x="367526" y="392499"/>
                    <a:pt x="367526" y="392499"/>
                  </a:cubicBezTo>
                  <a:cubicBezTo>
                    <a:pt x="366714" y="393311"/>
                    <a:pt x="366714" y="392499"/>
                    <a:pt x="366714" y="391687"/>
                  </a:cubicBezTo>
                  <a:cubicBezTo>
                    <a:pt x="366714" y="390063"/>
                    <a:pt x="369960" y="383568"/>
                    <a:pt x="370771" y="383568"/>
                  </a:cubicBezTo>
                  <a:cubicBezTo>
                    <a:pt x="370771" y="383568"/>
                    <a:pt x="371583" y="384380"/>
                    <a:pt x="371583" y="385192"/>
                  </a:cubicBezTo>
                  <a:cubicBezTo>
                    <a:pt x="370771" y="386816"/>
                    <a:pt x="369960" y="387628"/>
                    <a:pt x="369149" y="387628"/>
                  </a:cubicBezTo>
                  <a:close/>
                  <a:moveTo>
                    <a:pt x="369960" y="374638"/>
                  </a:moveTo>
                  <a:cubicBezTo>
                    <a:pt x="369149" y="373826"/>
                    <a:pt x="369960" y="373014"/>
                    <a:pt x="370771" y="371390"/>
                  </a:cubicBezTo>
                  <a:cubicBezTo>
                    <a:pt x="371583" y="369766"/>
                    <a:pt x="373205" y="368954"/>
                    <a:pt x="373205" y="368954"/>
                  </a:cubicBezTo>
                  <a:cubicBezTo>
                    <a:pt x="374016" y="368954"/>
                    <a:pt x="374016" y="368954"/>
                    <a:pt x="372394" y="372202"/>
                  </a:cubicBezTo>
                  <a:cubicBezTo>
                    <a:pt x="371583" y="373826"/>
                    <a:pt x="370771" y="374638"/>
                    <a:pt x="369960" y="374638"/>
                  </a:cubicBezTo>
                  <a:close/>
                  <a:moveTo>
                    <a:pt x="371583" y="380321"/>
                  </a:moveTo>
                  <a:cubicBezTo>
                    <a:pt x="371583" y="379509"/>
                    <a:pt x="372394" y="378697"/>
                    <a:pt x="373205" y="377073"/>
                  </a:cubicBezTo>
                  <a:cubicBezTo>
                    <a:pt x="375639" y="374638"/>
                    <a:pt x="375639" y="375449"/>
                    <a:pt x="373205" y="378697"/>
                  </a:cubicBezTo>
                  <a:cubicBezTo>
                    <a:pt x="372394" y="380321"/>
                    <a:pt x="371583" y="380321"/>
                    <a:pt x="371583" y="380321"/>
                  </a:cubicBezTo>
                  <a:close/>
                  <a:moveTo>
                    <a:pt x="375639" y="390875"/>
                  </a:moveTo>
                  <a:cubicBezTo>
                    <a:pt x="374828" y="390875"/>
                    <a:pt x="374016" y="390875"/>
                    <a:pt x="374016" y="389251"/>
                  </a:cubicBezTo>
                  <a:cubicBezTo>
                    <a:pt x="374016" y="388440"/>
                    <a:pt x="374828" y="387628"/>
                    <a:pt x="375639" y="387628"/>
                  </a:cubicBezTo>
                  <a:cubicBezTo>
                    <a:pt x="376450" y="386816"/>
                    <a:pt x="376450" y="387628"/>
                    <a:pt x="376450" y="389251"/>
                  </a:cubicBezTo>
                  <a:cubicBezTo>
                    <a:pt x="376450" y="390063"/>
                    <a:pt x="375639" y="390875"/>
                    <a:pt x="375639" y="390875"/>
                  </a:cubicBezTo>
                  <a:close/>
                  <a:moveTo>
                    <a:pt x="382941" y="382756"/>
                  </a:moveTo>
                  <a:cubicBezTo>
                    <a:pt x="382941" y="384380"/>
                    <a:pt x="382130" y="386004"/>
                    <a:pt x="382130" y="385192"/>
                  </a:cubicBezTo>
                  <a:cubicBezTo>
                    <a:pt x="382130" y="384380"/>
                    <a:pt x="382130" y="382756"/>
                    <a:pt x="382130" y="381133"/>
                  </a:cubicBezTo>
                  <a:cubicBezTo>
                    <a:pt x="382130" y="378697"/>
                    <a:pt x="383752" y="378697"/>
                    <a:pt x="382941" y="382756"/>
                  </a:cubicBezTo>
                  <a:close/>
                  <a:moveTo>
                    <a:pt x="382941" y="373826"/>
                  </a:moveTo>
                  <a:cubicBezTo>
                    <a:pt x="382130" y="374638"/>
                    <a:pt x="381318" y="374638"/>
                    <a:pt x="381318" y="374638"/>
                  </a:cubicBezTo>
                  <a:cubicBezTo>
                    <a:pt x="381318" y="373826"/>
                    <a:pt x="381318" y="373014"/>
                    <a:pt x="382130" y="373014"/>
                  </a:cubicBezTo>
                  <a:cubicBezTo>
                    <a:pt x="384563" y="372202"/>
                    <a:pt x="384563" y="371390"/>
                    <a:pt x="382941" y="373826"/>
                  </a:cubicBezTo>
                  <a:close/>
                  <a:moveTo>
                    <a:pt x="383752" y="355964"/>
                  </a:moveTo>
                  <a:cubicBezTo>
                    <a:pt x="382941" y="356776"/>
                    <a:pt x="381318" y="359212"/>
                    <a:pt x="380507" y="361648"/>
                  </a:cubicBezTo>
                  <a:lnTo>
                    <a:pt x="378073" y="366519"/>
                  </a:lnTo>
                  <a:lnTo>
                    <a:pt x="378884" y="358400"/>
                  </a:lnTo>
                  <a:lnTo>
                    <a:pt x="376450" y="363271"/>
                  </a:lnTo>
                  <a:cubicBezTo>
                    <a:pt x="374828" y="366519"/>
                    <a:pt x="374016" y="368142"/>
                    <a:pt x="373205" y="367331"/>
                  </a:cubicBezTo>
                  <a:cubicBezTo>
                    <a:pt x="372394" y="366519"/>
                    <a:pt x="371583" y="366519"/>
                    <a:pt x="369960" y="366519"/>
                  </a:cubicBezTo>
                  <a:cubicBezTo>
                    <a:pt x="369149" y="366519"/>
                    <a:pt x="368337" y="366519"/>
                    <a:pt x="368337" y="365707"/>
                  </a:cubicBezTo>
                  <a:cubicBezTo>
                    <a:pt x="368337" y="364895"/>
                    <a:pt x="369149" y="364895"/>
                    <a:pt x="370771" y="364895"/>
                  </a:cubicBezTo>
                  <a:cubicBezTo>
                    <a:pt x="371583" y="364895"/>
                    <a:pt x="373205" y="364895"/>
                    <a:pt x="374016" y="364083"/>
                  </a:cubicBezTo>
                  <a:cubicBezTo>
                    <a:pt x="374828" y="363271"/>
                    <a:pt x="374828" y="362459"/>
                    <a:pt x="374016" y="362459"/>
                  </a:cubicBezTo>
                  <a:cubicBezTo>
                    <a:pt x="373205" y="362459"/>
                    <a:pt x="374016" y="360836"/>
                    <a:pt x="374828" y="360024"/>
                  </a:cubicBezTo>
                  <a:cubicBezTo>
                    <a:pt x="376450" y="357588"/>
                    <a:pt x="376450" y="356776"/>
                    <a:pt x="374828" y="356776"/>
                  </a:cubicBezTo>
                  <a:cubicBezTo>
                    <a:pt x="373205" y="356776"/>
                    <a:pt x="372394" y="357588"/>
                    <a:pt x="372394" y="359212"/>
                  </a:cubicBezTo>
                  <a:cubicBezTo>
                    <a:pt x="372394" y="359212"/>
                    <a:pt x="371583" y="360836"/>
                    <a:pt x="370771" y="362459"/>
                  </a:cubicBezTo>
                  <a:cubicBezTo>
                    <a:pt x="369149" y="363271"/>
                    <a:pt x="368337" y="364083"/>
                    <a:pt x="368337" y="363271"/>
                  </a:cubicBezTo>
                  <a:cubicBezTo>
                    <a:pt x="368337" y="362459"/>
                    <a:pt x="369149" y="361648"/>
                    <a:pt x="369149" y="361648"/>
                  </a:cubicBezTo>
                  <a:cubicBezTo>
                    <a:pt x="369960" y="361648"/>
                    <a:pt x="369960" y="360836"/>
                    <a:pt x="370771" y="360024"/>
                  </a:cubicBezTo>
                  <a:cubicBezTo>
                    <a:pt x="370771" y="358400"/>
                    <a:pt x="377262" y="343786"/>
                    <a:pt x="378884" y="343786"/>
                  </a:cubicBezTo>
                  <a:cubicBezTo>
                    <a:pt x="380507" y="343786"/>
                    <a:pt x="380507" y="346222"/>
                    <a:pt x="377262" y="348657"/>
                  </a:cubicBezTo>
                  <a:lnTo>
                    <a:pt x="374828" y="351093"/>
                  </a:lnTo>
                  <a:lnTo>
                    <a:pt x="377262" y="351093"/>
                  </a:lnTo>
                  <a:cubicBezTo>
                    <a:pt x="380507" y="351093"/>
                    <a:pt x="380507" y="351905"/>
                    <a:pt x="378884" y="355152"/>
                  </a:cubicBezTo>
                  <a:cubicBezTo>
                    <a:pt x="378073" y="356776"/>
                    <a:pt x="378073" y="357588"/>
                    <a:pt x="378884" y="357588"/>
                  </a:cubicBezTo>
                  <a:cubicBezTo>
                    <a:pt x="379696" y="357588"/>
                    <a:pt x="379696" y="356776"/>
                    <a:pt x="380507" y="355964"/>
                  </a:cubicBezTo>
                  <a:cubicBezTo>
                    <a:pt x="380507" y="355152"/>
                    <a:pt x="381318" y="354341"/>
                    <a:pt x="382130" y="353529"/>
                  </a:cubicBezTo>
                  <a:cubicBezTo>
                    <a:pt x="384563" y="352717"/>
                    <a:pt x="385375" y="353529"/>
                    <a:pt x="383752" y="355964"/>
                  </a:cubicBezTo>
                  <a:close/>
                  <a:moveTo>
                    <a:pt x="386186" y="351905"/>
                  </a:moveTo>
                  <a:cubicBezTo>
                    <a:pt x="385375" y="351905"/>
                    <a:pt x="385375" y="351093"/>
                    <a:pt x="385375" y="351093"/>
                  </a:cubicBezTo>
                  <a:cubicBezTo>
                    <a:pt x="385375" y="350281"/>
                    <a:pt x="385375" y="349469"/>
                    <a:pt x="386186" y="349469"/>
                  </a:cubicBezTo>
                  <a:cubicBezTo>
                    <a:pt x="386997" y="349469"/>
                    <a:pt x="386997" y="349469"/>
                    <a:pt x="387809" y="351093"/>
                  </a:cubicBezTo>
                  <a:cubicBezTo>
                    <a:pt x="386997" y="351093"/>
                    <a:pt x="386186" y="351905"/>
                    <a:pt x="386186" y="351905"/>
                  </a:cubicBezTo>
                  <a:close/>
                  <a:moveTo>
                    <a:pt x="393488" y="351905"/>
                  </a:moveTo>
                  <a:cubicBezTo>
                    <a:pt x="391865" y="352717"/>
                    <a:pt x="391054" y="352717"/>
                    <a:pt x="393488" y="351905"/>
                  </a:cubicBezTo>
                  <a:cubicBezTo>
                    <a:pt x="393488" y="351093"/>
                    <a:pt x="394299" y="350281"/>
                    <a:pt x="395110" y="351093"/>
                  </a:cubicBezTo>
                  <a:cubicBezTo>
                    <a:pt x="395110" y="351093"/>
                    <a:pt x="394299" y="351093"/>
                    <a:pt x="393488" y="351905"/>
                  </a:cubicBezTo>
                  <a:close/>
                  <a:moveTo>
                    <a:pt x="424318" y="278024"/>
                  </a:moveTo>
                  <a:cubicBezTo>
                    <a:pt x="423506" y="276400"/>
                    <a:pt x="422695" y="278024"/>
                    <a:pt x="421073" y="280460"/>
                  </a:cubicBezTo>
                  <a:cubicBezTo>
                    <a:pt x="419450" y="283707"/>
                    <a:pt x="419450" y="284519"/>
                    <a:pt x="421073" y="283707"/>
                  </a:cubicBezTo>
                  <a:cubicBezTo>
                    <a:pt x="421884" y="283707"/>
                    <a:pt x="421884" y="283707"/>
                    <a:pt x="421884" y="284519"/>
                  </a:cubicBezTo>
                  <a:cubicBezTo>
                    <a:pt x="421884" y="285331"/>
                    <a:pt x="420261" y="285331"/>
                    <a:pt x="419450" y="285331"/>
                  </a:cubicBezTo>
                  <a:cubicBezTo>
                    <a:pt x="418639" y="285331"/>
                    <a:pt x="417828" y="285331"/>
                    <a:pt x="418639" y="286143"/>
                  </a:cubicBezTo>
                  <a:cubicBezTo>
                    <a:pt x="418639" y="286954"/>
                    <a:pt x="418639" y="287766"/>
                    <a:pt x="417016" y="288578"/>
                  </a:cubicBezTo>
                  <a:cubicBezTo>
                    <a:pt x="414582" y="290202"/>
                    <a:pt x="413771" y="288578"/>
                    <a:pt x="414582" y="285331"/>
                  </a:cubicBezTo>
                  <a:cubicBezTo>
                    <a:pt x="414582" y="284519"/>
                    <a:pt x="413771" y="284519"/>
                    <a:pt x="413771" y="285331"/>
                  </a:cubicBezTo>
                  <a:cubicBezTo>
                    <a:pt x="412148" y="287766"/>
                    <a:pt x="414582" y="290202"/>
                    <a:pt x="417016" y="289390"/>
                  </a:cubicBezTo>
                  <a:cubicBezTo>
                    <a:pt x="417828" y="289390"/>
                    <a:pt x="419450" y="288578"/>
                    <a:pt x="419450" y="289390"/>
                  </a:cubicBezTo>
                  <a:cubicBezTo>
                    <a:pt x="420261" y="290202"/>
                    <a:pt x="419450" y="290202"/>
                    <a:pt x="417828" y="291014"/>
                  </a:cubicBezTo>
                  <a:cubicBezTo>
                    <a:pt x="417016" y="291014"/>
                    <a:pt x="415393" y="291826"/>
                    <a:pt x="415393" y="292638"/>
                  </a:cubicBezTo>
                  <a:cubicBezTo>
                    <a:pt x="415393" y="293450"/>
                    <a:pt x="414582" y="294261"/>
                    <a:pt x="413771" y="294261"/>
                  </a:cubicBezTo>
                  <a:cubicBezTo>
                    <a:pt x="412959" y="294261"/>
                    <a:pt x="411337" y="295073"/>
                    <a:pt x="411337" y="295073"/>
                  </a:cubicBezTo>
                  <a:cubicBezTo>
                    <a:pt x="410526" y="295885"/>
                    <a:pt x="410526" y="295885"/>
                    <a:pt x="412148" y="295073"/>
                  </a:cubicBezTo>
                  <a:cubicBezTo>
                    <a:pt x="413771" y="294261"/>
                    <a:pt x="413771" y="295073"/>
                    <a:pt x="411337" y="297509"/>
                  </a:cubicBezTo>
                  <a:cubicBezTo>
                    <a:pt x="410526" y="298321"/>
                    <a:pt x="409714" y="299133"/>
                    <a:pt x="411337" y="298321"/>
                  </a:cubicBezTo>
                  <a:cubicBezTo>
                    <a:pt x="412148" y="297509"/>
                    <a:pt x="412959" y="298321"/>
                    <a:pt x="412148" y="299945"/>
                  </a:cubicBezTo>
                  <a:cubicBezTo>
                    <a:pt x="412148" y="300757"/>
                    <a:pt x="411337" y="302380"/>
                    <a:pt x="411337" y="302380"/>
                  </a:cubicBezTo>
                  <a:cubicBezTo>
                    <a:pt x="411337" y="302380"/>
                    <a:pt x="410526" y="302380"/>
                    <a:pt x="408903" y="303192"/>
                  </a:cubicBezTo>
                  <a:cubicBezTo>
                    <a:pt x="407280" y="303192"/>
                    <a:pt x="406469" y="303192"/>
                    <a:pt x="407280" y="304004"/>
                  </a:cubicBezTo>
                  <a:cubicBezTo>
                    <a:pt x="408092" y="304816"/>
                    <a:pt x="406469" y="305628"/>
                    <a:pt x="405658" y="306440"/>
                  </a:cubicBezTo>
                  <a:cubicBezTo>
                    <a:pt x="404035" y="308063"/>
                    <a:pt x="404035" y="308875"/>
                    <a:pt x="404035" y="310499"/>
                  </a:cubicBezTo>
                  <a:cubicBezTo>
                    <a:pt x="404846" y="311311"/>
                    <a:pt x="404035" y="312123"/>
                    <a:pt x="404035" y="312123"/>
                  </a:cubicBezTo>
                  <a:cubicBezTo>
                    <a:pt x="403224" y="311311"/>
                    <a:pt x="401601" y="312935"/>
                    <a:pt x="399979" y="315370"/>
                  </a:cubicBezTo>
                  <a:cubicBezTo>
                    <a:pt x="398356" y="318618"/>
                    <a:pt x="398356" y="319430"/>
                    <a:pt x="399167" y="319430"/>
                  </a:cubicBezTo>
                  <a:cubicBezTo>
                    <a:pt x="399979" y="319430"/>
                    <a:pt x="400790" y="320242"/>
                    <a:pt x="400790" y="320242"/>
                  </a:cubicBezTo>
                  <a:cubicBezTo>
                    <a:pt x="400790" y="321865"/>
                    <a:pt x="397545" y="325113"/>
                    <a:pt x="396733" y="324301"/>
                  </a:cubicBezTo>
                  <a:cubicBezTo>
                    <a:pt x="396733" y="323489"/>
                    <a:pt x="395922" y="324301"/>
                    <a:pt x="395922" y="325113"/>
                  </a:cubicBezTo>
                  <a:cubicBezTo>
                    <a:pt x="395922" y="325925"/>
                    <a:pt x="396733" y="325925"/>
                    <a:pt x="397545" y="326737"/>
                  </a:cubicBezTo>
                  <a:cubicBezTo>
                    <a:pt x="398356" y="326737"/>
                    <a:pt x="397545" y="327548"/>
                    <a:pt x="395922" y="328360"/>
                  </a:cubicBezTo>
                  <a:cubicBezTo>
                    <a:pt x="393488" y="329172"/>
                    <a:pt x="391865" y="331608"/>
                    <a:pt x="391865" y="333232"/>
                  </a:cubicBezTo>
                  <a:cubicBezTo>
                    <a:pt x="391054" y="335667"/>
                    <a:pt x="392677" y="337291"/>
                    <a:pt x="394299" y="334855"/>
                  </a:cubicBezTo>
                  <a:cubicBezTo>
                    <a:pt x="394299" y="334044"/>
                    <a:pt x="395922" y="334044"/>
                    <a:pt x="395922" y="334044"/>
                  </a:cubicBezTo>
                  <a:cubicBezTo>
                    <a:pt x="396733" y="334855"/>
                    <a:pt x="396733" y="334855"/>
                    <a:pt x="395922" y="335667"/>
                  </a:cubicBezTo>
                  <a:cubicBezTo>
                    <a:pt x="395922" y="336479"/>
                    <a:pt x="395110" y="336479"/>
                    <a:pt x="394299" y="336479"/>
                  </a:cubicBezTo>
                  <a:cubicBezTo>
                    <a:pt x="393488" y="336479"/>
                    <a:pt x="392677" y="336479"/>
                    <a:pt x="392677" y="337291"/>
                  </a:cubicBezTo>
                  <a:cubicBezTo>
                    <a:pt x="391865" y="338103"/>
                    <a:pt x="391865" y="338103"/>
                    <a:pt x="391054" y="338103"/>
                  </a:cubicBezTo>
                  <a:cubicBezTo>
                    <a:pt x="390243" y="338103"/>
                    <a:pt x="389432" y="338103"/>
                    <a:pt x="388620" y="339727"/>
                  </a:cubicBezTo>
                  <a:cubicBezTo>
                    <a:pt x="387809" y="340539"/>
                    <a:pt x="386997" y="342162"/>
                    <a:pt x="387809" y="342162"/>
                  </a:cubicBezTo>
                  <a:cubicBezTo>
                    <a:pt x="388620" y="342162"/>
                    <a:pt x="384563" y="351905"/>
                    <a:pt x="382941" y="351905"/>
                  </a:cubicBezTo>
                  <a:cubicBezTo>
                    <a:pt x="381318" y="351905"/>
                    <a:pt x="382941" y="346222"/>
                    <a:pt x="384563" y="343786"/>
                  </a:cubicBezTo>
                  <a:cubicBezTo>
                    <a:pt x="386186" y="341351"/>
                    <a:pt x="386997" y="334855"/>
                    <a:pt x="385375" y="336479"/>
                  </a:cubicBezTo>
                  <a:cubicBezTo>
                    <a:pt x="383752" y="337291"/>
                    <a:pt x="383752" y="335667"/>
                    <a:pt x="385375" y="333232"/>
                  </a:cubicBezTo>
                  <a:cubicBezTo>
                    <a:pt x="386186" y="331608"/>
                    <a:pt x="386997" y="331608"/>
                    <a:pt x="386997" y="332420"/>
                  </a:cubicBezTo>
                  <a:cubicBezTo>
                    <a:pt x="386997" y="334855"/>
                    <a:pt x="390243" y="334044"/>
                    <a:pt x="390243" y="331608"/>
                  </a:cubicBezTo>
                  <a:cubicBezTo>
                    <a:pt x="390243" y="330796"/>
                    <a:pt x="391054" y="329172"/>
                    <a:pt x="391865" y="327548"/>
                  </a:cubicBezTo>
                  <a:cubicBezTo>
                    <a:pt x="393488" y="325113"/>
                    <a:pt x="393488" y="323489"/>
                    <a:pt x="390243" y="324301"/>
                  </a:cubicBezTo>
                  <a:cubicBezTo>
                    <a:pt x="388620" y="325113"/>
                    <a:pt x="388620" y="325113"/>
                    <a:pt x="390243" y="322677"/>
                  </a:cubicBezTo>
                  <a:cubicBezTo>
                    <a:pt x="391054" y="321054"/>
                    <a:pt x="391865" y="320242"/>
                    <a:pt x="393488" y="321865"/>
                  </a:cubicBezTo>
                  <a:cubicBezTo>
                    <a:pt x="395110" y="323489"/>
                    <a:pt x="396733" y="322677"/>
                    <a:pt x="396733" y="319430"/>
                  </a:cubicBezTo>
                  <a:cubicBezTo>
                    <a:pt x="397545" y="317806"/>
                    <a:pt x="396733" y="316994"/>
                    <a:pt x="395922" y="318618"/>
                  </a:cubicBezTo>
                  <a:cubicBezTo>
                    <a:pt x="395110" y="321054"/>
                    <a:pt x="392677" y="319430"/>
                    <a:pt x="393488" y="316994"/>
                  </a:cubicBezTo>
                  <a:cubicBezTo>
                    <a:pt x="394299" y="316182"/>
                    <a:pt x="395110" y="315370"/>
                    <a:pt x="395922" y="316182"/>
                  </a:cubicBezTo>
                  <a:cubicBezTo>
                    <a:pt x="396733" y="316994"/>
                    <a:pt x="398356" y="315370"/>
                    <a:pt x="399167" y="313747"/>
                  </a:cubicBezTo>
                  <a:cubicBezTo>
                    <a:pt x="399979" y="312123"/>
                    <a:pt x="401601" y="310499"/>
                    <a:pt x="401601" y="310499"/>
                  </a:cubicBezTo>
                  <a:cubicBezTo>
                    <a:pt x="402412" y="310499"/>
                    <a:pt x="402412" y="309687"/>
                    <a:pt x="400790" y="308875"/>
                  </a:cubicBezTo>
                  <a:cubicBezTo>
                    <a:pt x="399167" y="307251"/>
                    <a:pt x="398356" y="307251"/>
                    <a:pt x="399979" y="304816"/>
                  </a:cubicBezTo>
                  <a:cubicBezTo>
                    <a:pt x="400790" y="303192"/>
                    <a:pt x="401601" y="300757"/>
                    <a:pt x="402412" y="299133"/>
                  </a:cubicBezTo>
                  <a:cubicBezTo>
                    <a:pt x="403224" y="297509"/>
                    <a:pt x="404846" y="295885"/>
                    <a:pt x="405658" y="295885"/>
                  </a:cubicBezTo>
                  <a:cubicBezTo>
                    <a:pt x="406469" y="295073"/>
                    <a:pt x="407280" y="295073"/>
                    <a:pt x="406469" y="294261"/>
                  </a:cubicBezTo>
                  <a:cubicBezTo>
                    <a:pt x="406469" y="293450"/>
                    <a:pt x="406469" y="292638"/>
                    <a:pt x="408092" y="292638"/>
                  </a:cubicBezTo>
                  <a:cubicBezTo>
                    <a:pt x="408903" y="292638"/>
                    <a:pt x="409714" y="291014"/>
                    <a:pt x="409714" y="290202"/>
                  </a:cubicBezTo>
                  <a:cubicBezTo>
                    <a:pt x="408903" y="287766"/>
                    <a:pt x="413771" y="280460"/>
                    <a:pt x="415393" y="281271"/>
                  </a:cubicBezTo>
                  <a:cubicBezTo>
                    <a:pt x="416205" y="282083"/>
                    <a:pt x="416205" y="282083"/>
                    <a:pt x="415393" y="282895"/>
                  </a:cubicBezTo>
                  <a:cubicBezTo>
                    <a:pt x="414582" y="282895"/>
                    <a:pt x="414582" y="284519"/>
                    <a:pt x="415393" y="284519"/>
                  </a:cubicBezTo>
                  <a:cubicBezTo>
                    <a:pt x="417016" y="284519"/>
                    <a:pt x="417016" y="284519"/>
                    <a:pt x="417016" y="283707"/>
                  </a:cubicBezTo>
                  <a:cubicBezTo>
                    <a:pt x="417016" y="282083"/>
                    <a:pt x="417828" y="280460"/>
                    <a:pt x="418639" y="278836"/>
                  </a:cubicBezTo>
                  <a:cubicBezTo>
                    <a:pt x="419450" y="277212"/>
                    <a:pt x="420261" y="275588"/>
                    <a:pt x="421073" y="273964"/>
                  </a:cubicBezTo>
                  <a:cubicBezTo>
                    <a:pt x="421884" y="270717"/>
                    <a:pt x="421884" y="270717"/>
                    <a:pt x="420261" y="272341"/>
                  </a:cubicBezTo>
                  <a:cubicBezTo>
                    <a:pt x="417828" y="273964"/>
                    <a:pt x="418639" y="273964"/>
                    <a:pt x="420261" y="270717"/>
                  </a:cubicBezTo>
                  <a:cubicBezTo>
                    <a:pt x="424318" y="264222"/>
                    <a:pt x="425129" y="263410"/>
                    <a:pt x="424318" y="266657"/>
                  </a:cubicBezTo>
                  <a:cubicBezTo>
                    <a:pt x="424318" y="269093"/>
                    <a:pt x="424318" y="269905"/>
                    <a:pt x="425129" y="269905"/>
                  </a:cubicBezTo>
                  <a:cubicBezTo>
                    <a:pt x="425941" y="269905"/>
                    <a:pt x="426752" y="269905"/>
                    <a:pt x="425129" y="272341"/>
                  </a:cubicBezTo>
                  <a:cubicBezTo>
                    <a:pt x="424318" y="273964"/>
                    <a:pt x="424318" y="274776"/>
                    <a:pt x="425941" y="273964"/>
                  </a:cubicBezTo>
                  <a:cubicBezTo>
                    <a:pt x="426752" y="273964"/>
                    <a:pt x="427563" y="273964"/>
                    <a:pt x="427563" y="276400"/>
                  </a:cubicBezTo>
                  <a:cubicBezTo>
                    <a:pt x="427563" y="278836"/>
                    <a:pt x="425941" y="280460"/>
                    <a:pt x="424318" y="278024"/>
                  </a:cubicBezTo>
                  <a:close/>
                  <a:moveTo>
                    <a:pt x="429186" y="284519"/>
                  </a:moveTo>
                  <a:cubicBezTo>
                    <a:pt x="428375" y="285331"/>
                    <a:pt x="427563" y="284519"/>
                    <a:pt x="428375" y="283707"/>
                  </a:cubicBezTo>
                  <a:cubicBezTo>
                    <a:pt x="428375" y="282895"/>
                    <a:pt x="429186" y="282895"/>
                    <a:pt x="429186" y="282895"/>
                  </a:cubicBezTo>
                  <a:cubicBezTo>
                    <a:pt x="429997" y="282895"/>
                    <a:pt x="429997" y="282895"/>
                    <a:pt x="430808" y="283707"/>
                  </a:cubicBezTo>
                  <a:cubicBezTo>
                    <a:pt x="429997" y="283707"/>
                    <a:pt x="429186" y="283707"/>
                    <a:pt x="429186" y="284519"/>
                  </a:cubicBezTo>
                  <a:close/>
                  <a:moveTo>
                    <a:pt x="433242" y="276400"/>
                  </a:moveTo>
                  <a:cubicBezTo>
                    <a:pt x="431620" y="277212"/>
                    <a:pt x="429997" y="276400"/>
                    <a:pt x="430808" y="275588"/>
                  </a:cubicBezTo>
                  <a:cubicBezTo>
                    <a:pt x="431620" y="274776"/>
                    <a:pt x="432431" y="274776"/>
                    <a:pt x="433242" y="274776"/>
                  </a:cubicBezTo>
                  <a:cubicBezTo>
                    <a:pt x="434054" y="274776"/>
                    <a:pt x="434054" y="275588"/>
                    <a:pt x="433242" y="276400"/>
                  </a:cubicBezTo>
                  <a:close/>
                  <a:moveTo>
                    <a:pt x="451091" y="232559"/>
                  </a:moveTo>
                  <a:cubicBezTo>
                    <a:pt x="451902" y="233370"/>
                    <a:pt x="452714" y="233370"/>
                    <a:pt x="451091" y="233370"/>
                  </a:cubicBezTo>
                  <a:cubicBezTo>
                    <a:pt x="450280" y="233370"/>
                    <a:pt x="449469" y="232559"/>
                    <a:pt x="448657" y="231747"/>
                  </a:cubicBezTo>
                  <a:cubicBezTo>
                    <a:pt x="447035" y="228499"/>
                    <a:pt x="447035" y="230935"/>
                    <a:pt x="448657" y="234182"/>
                  </a:cubicBezTo>
                  <a:cubicBezTo>
                    <a:pt x="449469" y="234994"/>
                    <a:pt x="449469" y="236618"/>
                    <a:pt x="449469" y="235806"/>
                  </a:cubicBezTo>
                  <a:cubicBezTo>
                    <a:pt x="447846" y="234182"/>
                    <a:pt x="442167" y="243925"/>
                    <a:pt x="442978" y="245549"/>
                  </a:cubicBezTo>
                  <a:cubicBezTo>
                    <a:pt x="443789" y="247172"/>
                    <a:pt x="442978" y="247172"/>
                    <a:pt x="442167" y="247172"/>
                  </a:cubicBezTo>
                  <a:cubicBezTo>
                    <a:pt x="440544" y="247172"/>
                    <a:pt x="435676" y="254479"/>
                    <a:pt x="434865" y="257727"/>
                  </a:cubicBezTo>
                  <a:cubicBezTo>
                    <a:pt x="434865" y="258539"/>
                    <a:pt x="433242" y="260163"/>
                    <a:pt x="432431" y="260974"/>
                  </a:cubicBezTo>
                  <a:cubicBezTo>
                    <a:pt x="429997" y="262598"/>
                    <a:pt x="429997" y="262598"/>
                    <a:pt x="429997" y="265846"/>
                  </a:cubicBezTo>
                  <a:cubicBezTo>
                    <a:pt x="429997" y="266657"/>
                    <a:pt x="429186" y="267469"/>
                    <a:pt x="428375" y="267469"/>
                  </a:cubicBezTo>
                  <a:cubicBezTo>
                    <a:pt x="426752" y="267469"/>
                    <a:pt x="425941" y="264222"/>
                    <a:pt x="427563" y="263410"/>
                  </a:cubicBezTo>
                  <a:cubicBezTo>
                    <a:pt x="428375" y="263410"/>
                    <a:pt x="428375" y="261786"/>
                    <a:pt x="427563" y="261786"/>
                  </a:cubicBezTo>
                  <a:cubicBezTo>
                    <a:pt x="426752" y="260974"/>
                    <a:pt x="426752" y="259351"/>
                    <a:pt x="427563" y="258539"/>
                  </a:cubicBezTo>
                  <a:cubicBezTo>
                    <a:pt x="428375" y="256915"/>
                    <a:pt x="428375" y="256103"/>
                    <a:pt x="429186" y="257727"/>
                  </a:cubicBezTo>
                  <a:cubicBezTo>
                    <a:pt x="429997" y="258539"/>
                    <a:pt x="430808" y="259351"/>
                    <a:pt x="430808" y="257727"/>
                  </a:cubicBezTo>
                  <a:cubicBezTo>
                    <a:pt x="431620" y="256915"/>
                    <a:pt x="432431" y="254479"/>
                    <a:pt x="434054" y="252044"/>
                  </a:cubicBezTo>
                  <a:cubicBezTo>
                    <a:pt x="437299" y="248796"/>
                    <a:pt x="437299" y="247984"/>
                    <a:pt x="436488" y="246360"/>
                  </a:cubicBezTo>
                  <a:cubicBezTo>
                    <a:pt x="435676" y="244737"/>
                    <a:pt x="435676" y="244737"/>
                    <a:pt x="437299" y="244737"/>
                  </a:cubicBezTo>
                  <a:cubicBezTo>
                    <a:pt x="438922" y="244737"/>
                    <a:pt x="439733" y="243925"/>
                    <a:pt x="439733" y="241489"/>
                  </a:cubicBezTo>
                  <a:cubicBezTo>
                    <a:pt x="439733" y="240677"/>
                    <a:pt x="440544" y="240677"/>
                    <a:pt x="440544" y="241489"/>
                  </a:cubicBezTo>
                  <a:cubicBezTo>
                    <a:pt x="441355" y="242301"/>
                    <a:pt x="441355" y="241489"/>
                    <a:pt x="441355" y="240677"/>
                  </a:cubicBezTo>
                  <a:cubicBezTo>
                    <a:pt x="441355" y="239866"/>
                    <a:pt x="442167" y="239054"/>
                    <a:pt x="442978" y="239054"/>
                  </a:cubicBezTo>
                  <a:cubicBezTo>
                    <a:pt x="443789" y="239054"/>
                    <a:pt x="443789" y="238242"/>
                    <a:pt x="443789" y="236618"/>
                  </a:cubicBezTo>
                  <a:cubicBezTo>
                    <a:pt x="442167" y="233370"/>
                    <a:pt x="447846" y="227687"/>
                    <a:pt x="450280" y="228499"/>
                  </a:cubicBezTo>
                  <a:cubicBezTo>
                    <a:pt x="451091" y="228499"/>
                    <a:pt x="451091" y="228499"/>
                    <a:pt x="450280" y="227687"/>
                  </a:cubicBezTo>
                  <a:cubicBezTo>
                    <a:pt x="450280" y="226875"/>
                    <a:pt x="450280" y="226063"/>
                    <a:pt x="451091" y="226063"/>
                  </a:cubicBezTo>
                  <a:cubicBezTo>
                    <a:pt x="452714" y="226063"/>
                    <a:pt x="451902" y="230123"/>
                    <a:pt x="451091" y="230935"/>
                  </a:cubicBezTo>
                  <a:cubicBezTo>
                    <a:pt x="449469" y="231747"/>
                    <a:pt x="449469" y="231747"/>
                    <a:pt x="451091" y="232559"/>
                  </a:cubicBezTo>
                  <a:close/>
                  <a:moveTo>
                    <a:pt x="455959" y="222816"/>
                  </a:moveTo>
                  <a:lnTo>
                    <a:pt x="452714" y="225252"/>
                  </a:lnTo>
                  <a:lnTo>
                    <a:pt x="455148" y="222816"/>
                  </a:lnTo>
                  <a:cubicBezTo>
                    <a:pt x="456771" y="221192"/>
                    <a:pt x="457582" y="219569"/>
                    <a:pt x="458393" y="219569"/>
                  </a:cubicBezTo>
                  <a:cubicBezTo>
                    <a:pt x="460016" y="218757"/>
                    <a:pt x="458393" y="220380"/>
                    <a:pt x="455959" y="222816"/>
                  </a:cubicBezTo>
                  <a:close/>
                  <a:moveTo>
                    <a:pt x="461638" y="211450"/>
                  </a:moveTo>
                  <a:cubicBezTo>
                    <a:pt x="459204" y="213885"/>
                    <a:pt x="459204" y="213885"/>
                    <a:pt x="460016" y="211450"/>
                  </a:cubicBezTo>
                  <a:cubicBezTo>
                    <a:pt x="460827" y="209826"/>
                    <a:pt x="461638" y="209014"/>
                    <a:pt x="462450" y="208202"/>
                  </a:cubicBezTo>
                  <a:cubicBezTo>
                    <a:pt x="464884" y="207390"/>
                    <a:pt x="464884" y="208202"/>
                    <a:pt x="461638" y="211450"/>
                  </a:cubicBezTo>
                  <a:close/>
                  <a:moveTo>
                    <a:pt x="664467" y="271529"/>
                  </a:moveTo>
                  <a:cubicBezTo>
                    <a:pt x="666090" y="270717"/>
                    <a:pt x="666901" y="271529"/>
                    <a:pt x="665279" y="273153"/>
                  </a:cubicBezTo>
                  <a:cubicBezTo>
                    <a:pt x="664467" y="273964"/>
                    <a:pt x="664467" y="273964"/>
                    <a:pt x="663656" y="273153"/>
                  </a:cubicBezTo>
                  <a:cubicBezTo>
                    <a:pt x="663656" y="272341"/>
                    <a:pt x="663656" y="271529"/>
                    <a:pt x="664467" y="271529"/>
                  </a:cubicBezTo>
                  <a:close/>
                  <a:moveTo>
                    <a:pt x="705033" y="288578"/>
                  </a:moveTo>
                  <a:cubicBezTo>
                    <a:pt x="703410" y="291826"/>
                    <a:pt x="677449" y="305628"/>
                    <a:pt x="671769" y="306440"/>
                  </a:cubicBezTo>
                  <a:cubicBezTo>
                    <a:pt x="670146" y="306440"/>
                    <a:pt x="664467" y="308063"/>
                    <a:pt x="659599" y="309687"/>
                  </a:cubicBezTo>
                  <a:cubicBezTo>
                    <a:pt x="647430" y="312935"/>
                    <a:pt x="635260" y="315370"/>
                    <a:pt x="632826" y="315370"/>
                  </a:cubicBezTo>
                  <a:cubicBezTo>
                    <a:pt x="631203" y="315370"/>
                    <a:pt x="627147" y="315370"/>
                    <a:pt x="623090" y="316182"/>
                  </a:cubicBezTo>
                  <a:cubicBezTo>
                    <a:pt x="617411" y="316994"/>
                    <a:pt x="610109" y="316994"/>
                    <a:pt x="605241" y="316182"/>
                  </a:cubicBezTo>
                  <a:cubicBezTo>
                    <a:pt x="601996" y="316182"/>
                    <a:pt x="599562" y="315370"/>
                    <a:pt x="600374" y="314558"/>
                  </a:cubicBezTo>
                  <a:cubicBezTo>
                    <a:pt x="601185" y="313747"/>
                    <a:pt x="601185" y="312935"/>
                    <a:pt x="601185" y="312935"/>
                  </a:cubicBezTo>
                  <a:cubicBezTo>
                    <a:pt x="601185" y="312123"/>
                    <a:pt x="623901" y="298321"/>
                    <a:pt x="624713" y="298321"/>
                  </a:cubicBezTo>
                  <a:cubicBezTo>
                    <a:pt x="625524" y="298321"/>
                    <a:pt x="629581" y="295885"/>
                    <a:pt x="634448" y="293450"/>
                  </a:cubicBezTo>
                  <a:cubicBezTo>
                    <a:pt x="639317" y="291014"/>
                    <a:pt x="644184" y="288578"/>
                    <a:pt x="644996" y="288578"/>
                  </a:cubicBezTo>
                  <a:cubicBezTo>
                    <a:pt x="645807" y="288578"/>
                    <a:pt x="647430" y="287766"/>
                    <a:pt x="648241" y="286954"/>
                  </a:cubicBezTo>
                  <a:cubicBezTo>
                    <a:pt x="649052" y="286143"/>
                    <a:pt x="650675" y="285331"/>
                    <a:pt x="652297" y="285331"/>
                  </a:cubicBezTo>
                  <a:cubicBezTo>
                    <a:pt x="653920" y="285331"/>
                    <a:pt x="654731" y="283707"/>
                    <a:pt x="654731" y="282895"/>
                  </a:cubicBezTo>
                  <a:cubicBezTo>
                    <a:pt x="653920" y="281271"/>
                    <a:pt x="657166" y="279648"/>
                    <a:pt x="670958" y="273964"/>
                  </a:cubicBezTo>
                  <a:cubicBezTo>
                    <a:pt x="676637" y="271529"/>
                    <a:pt x="681505" y="270717"/>
                    <a:pt x="684750" y="270717"/>
                  </a:cubicBezTo>
                  <a:cubicBezTo>
                    <a:pt x="687184" y="270717"/>
                    <a:pt x="688807" y="271529"/>
                    <a:pt x="690429" y="273153"/>
                  </a:cubicBezTo>
                  <a:cubicBezTo>
                    <a:pt x="691240" y="273964"/>
                    <a:pt x="692052" y="274776"/>
                    <a:pt x="693675" y="274776"/>
                  </a:cubicBezTo>
                  <a:cubicBezTo>
                    <a:pt x="695297" y="274776"/>
                    <a:pt x="698543" y="275588"/>
                    <a:pt x="701788" y="278024"/>
                  </a:cubicBezTo>
                  <a:cubicBezTo>
                    <a:pt x="705033" y="280460"/>
                    <a:pt x="707467" y="282083"/>
                    <a:pt x="707467" y="282895"/>
                  </a:cubicBezTo>
                  <a:cubicBezTo>
                    <a:pt x="708278" y="283707"/>
                    <a:pt x="706656" y="286143"/>
                    <a:pt x="705033" y="288578"/>
                  </a:cubicBezTo>
                  <a:close/>
                  <a:moveTo>
                    <a:pt x="720448" y="252044"/>
                  </a:moveTo>
                  <a:cubicBezTo>
                    <a:pt x="718825" y="252044"/>
                    <a:pt x="718014" y="252044"/>
                    <a:pt x="718825" y="251232"/>
                  </a:cubicBezTo>
                  <a:cubicBezTo>
                    <a:pt x="719637" y="250420"/>
                    <a:pt x="720448" y="250420"/>
                    <a:pt x="721259" y="250420"/>
                  </a:cubicBezTo>
                  <a:cubicBezTo>
                    <a:pt x="722882" y="250420"/>
                    <a:pt x="722071" y="251232"/>
                    <a:pt x="720448" y="252044"/>
                  </a:cubicBezTo>
                  <a:close/>
                  <a:moveTo>
                    <a:pt x="772372" y="226063"/>
                  </a:moveTo>
                  <a:cubicBezTo>
                    <a:pt x="770750" y="226063"/>
                    <a:pt x="769127" y="226875"/>
                    <a:pt x="768315" y="226875"/>
                  </a:cubicBezTo>
                  <a:cubicBezTo>
                    <a:pt x="767504" y="226875"/>
                    <a:pt x="766693" y="226875"/>
                    <a:pt x="767504" y="226875"/>
                  </a:cubicBezTo>
                  <a:cubicBezTo>
                    <a:pt x="768315" y="226875"/>
                    <a:pt x="768315" y="226063"/>
                    <a:pt x="767504" y="225252"/>
                  </a:cubicBezTo>
                  <a:cubicBezTo>
                    <a:pt x="766693" y="224440"/>
                    <a:pt x="767504" y="224440"/>
                    <a:pt x="769127" y="225252"/>
                  </a:cubicBezTo>
                  <a:cubicBezTo>
                    <a:pt x="770750" y="226063"/>
                    <a:pt x="770750" y="226063"/>
                    <a:pt x="769938" y="225252"/>
                  </a:cubicBezTo>
                  <a:cubicBezTo>
                    <a:pt x="769127" y="223628"/>
                    <a:pt x="772372" y="222816"/>
                    <a:pt x="773995" y="223628"/>
                  </a:cubicBezTo>
                  <a:cubicBezTo>
                    <a:pt x="775617" y="224440"/>
                    <a:pt x="774806" y="225252"/>
                    <a:pt x="772372" y="226063"/>
                  </a:cubicBezTo>
                  <a:close/>
                  <a:moveTo>
                    <a:pt x="1019012" y="216321"/>
                  </a:moveTo>
                  <a:cubicBezTo>
                    <a:pt x="1012522" y="221192"/>
                    <a:pt x="1006842" y="226875"/>
                    <a:pt x="1000352" y="232559"/>
                  </a:cubicBezTo>
                  <a:cubicBezTo>
                    <a:pt x="992239" y="240677"/>
                    <a:pt x="974390" y="255291"/>
                    <a:pt x="973579" y="254479"/>
                  </a:cubicBezTo>
                  <a:cubicBezTo>
                    <a:pt x="972767" y="253667"/>
                    <a:pt x="979257" y="241489"/>
                    <a:pt x="984126" y="235806"/>
                  </a:cubicBezTo>
                  <a:cubicBezTo>
                    <a:pt x="996295" y="220380"/>
                    <a:pt x="1008465" y="209826"/>
                    <a:pt x="1021446" y="203331"/>
                  </a:cubicBezTo>
                  <a:cubicBezTo>
                    <a:pt x="1027936" y="200083"/>
                    <a:pt x="1033616" y="197648"/>
                    <a:pt x="1035238" y="197648"/>
                  </a:cubicBezTo>
                  <a:cubicBezTo>
                    <a:pt x="1036861" y="197648"/>
                    <a:pt x="1038484" y="197648"/>
                    <a:pt x="1037672" y="198460"/>
                  </a:cubicBezTo>
                  <a:cubicBezTo>
                    <a:pt x="1038484" y="198460"/>
                    <a:pt x="1020635" y="214697"/>
                    <a:pt x="1019012" y="216321"/>
                  </a:cubicBezTo>
                  <a:close/>
                  <a:moveTo>
                    <a:pt x="1090408" y="144875"/>
                  </a:moveTo>
                  <a:cubicBezTo>
                    <a:pt x="1091219" y="144064"/>
                    <a:pt x="1092030" y="144064"/>
                    <a:pt x="1092030" y="144064"/>
                  </a:cubicBezTo>
                  <a:cubicBezTo>
                    <a:pt x="1092842" y="144064"/>
                    <a:pt x="1092030" y="144875"/>
                    <a:pt x="1090408" y="144875"/>
                  </a:cubicBezTo>
                  <a:cubicBezTo>
                    <a:pt x="1089597" y="145687"/>
                    <a:pt x="1089597" y="145687"/>
                    <a:pt x="1090408" y="144875"/>
                  </a:cubicBezTo>
                  <a:close/>
                  <a:moveTo>
                    <a:pt x="1050654" y="232559"/>
                  </a:moveTo>
                  <a:cubicBezTo>
                    <a:pt x="1049842" y="233370"/>
                    <a:pt x="1049031" y="232559"/>
                    <a:pt x="1049031" y="232559"/>
                  </a:cubicBezTo>
                  <a:cubicBezTo>
                    <a:pt x="1049031" y="231747"/>
                    <a:pt x="1049842" y="231747"/>
                    <a:pt x="1050654" y="231747"/>
                  </a:cubicBezTo>
                  <a:cubicBezTo>
                    <a:pt x="1051465" y="231747"/>
                    <a:pt x="1051465" y="231747"/>
                    <a:pt x="1051465" y="231747"/>
                  </a:cubicBezTo>
                  <a:cubicBezTo>
                    <a:pt x="1052276" y="231747"/>
                    <a:pt x="1051465" y="232559"/>
                    <a:pt x="1050654" y="232559"/>
                  </a:cubicBezTo>
                  <a:close/>
                  <a:moveTo>
                    <a:pt x="1053899" y="224440"/>
                  </a:moveTo>
                  <a:cubicBezTo>
                    <a:pt x="1052276" y="226875"/>
                    <a:pt x="1051465" y="225252"/>
                    <a:pt x="1053087" y="222816"/>
                  </a:cubicBezTo>
                  <a:cubicBezTo>
                    <a:pt x="1053899" y="222004"/>
                    <a:pt x="1054710" y="221192"/>
                    <a:pt x="1054710" y="222004"/>
                  </a:cubicBezTo>
                  <a:cubicBezTo>
                    <a:pt x="1054710" y="222004"/>
                    <a:pt x="1054710" y="223628"/>
                    <a:pt x="1053899" y="224440"/>
                  </a:cubicBezTo>
                  <a:close/>
                  <a:moveTo>
                    <a:pt x="1053899" y="215509"/>
                  </a:moveTo>
                  <a:cubicBezTo>
                    <a:pt x="1053087" y="215509"/>
                    <a:pt x="1053087" y="215509"/>
                    <a:pt x="1053899" y="214697"/>
                  </a:cubicBezTo>
                  <a:cubicBezTo>
                    <a:pt x="1053899" y="213885"/>
                    <a:pt x="1054710" y="213073"/>
                    <a:pt x="1054710" y="213073"/>
                  </a:cubicBezTo>
                  <a:cubicBezTo>
                    <a:pt x="1055521" y="212262"/>
                    <a:pt x="1054710" y="214697"/>
                    <a:pt x="1053899" y="215509"/>
                  </a:cubicBezTo>
                  <a:close/>
                  <a:moveTo>
                    <a:pt x="1057955" y="213885"/>
                  </a:moveTo>
                  <a:cubicBezTo>
                    <a:pt x="1057955" y="215509"/>
                    <a:pt x="1057144" y="217133"/>
                    <a:pt x="1056332" y="217945"/>
                  </a:cubicBezTo>
                  <a:cubicBezTo>
                    <a:pt x="1054710" y="219569"/>
                    <a:pt x="1053899" y="217133"/>
                    <a:pt x="1056332" y="213073"/>
                  </a:cubicBezTo>
                  <a:lnTo>
                    <a:pt x="1057955" y="210638"/>
                  </a:lnTo>
                  <a:lnTo>
                    <a:pt x="1057955" y="213885"/>
                  </a:lnTo>
                  <a:close/>
                  <a:moveTo>
                    <a:pt x="1062012" y="206578"/>
                  </a:moveTo>
                  <a:cubicBezTo>
                    <a:pt x="1061201" y="206578"/>
                    <a:pt x="1060389" y="205766"/>
                    <a:pt x="1060389" y="204955"/>
                  </a:cubicBezTo>
                  <a:cubicBezTo>
                    <a:pt x="1060389" y="204143"/>
                    <a:pt x="1061201" y="203331"/>
                    <a:pt x="1061201" y="203331"/>
                  </a:cubicBezTo>
                  <a:cubicBezTo>
                    <a:pt x="1061201" y="202519"/>
                    <a:pt x="1062012" y="202519"/>
                    <a:pt x="1062012" y="203331"/>
                  </a:cubicBezTo>
                  <a:cubicBezTo>
                    <a:pt x="1064446" y="203331"/>
                    <a:pt x="1063634" y="206578"/>
                    <a:pt x="1062012" y="206578"/>
                  </a:cubicBezTo>
                  <a:close/>
                  <a:moveTo>
                    <a:pt x="1064446" y="200895"/>
                  </a:moveTo>
                  <a:cubicBezTo>
                    <a:pt x="1063634" y="200895"/>
                    <a:pt x="1062823" y="200083"/>
                    <a:pt x="1062823" y="200083"/>
                  </a:cubicBezTo>
                  <a:cubicBezTo>
                    <a:pt x="1062823" y="199272"/>
                    <a:pt x="1061201" y="198460"/>
                    <a:pt x="1060389" y="196836"/>
                  </a:cubicBezTo>
                  <a:cubicBezTo>
                    <a:pt x="1059578" y="195212"/>
                    <a:pt x="1058767" y="194400"/>
                    <a:pt x="1058767" y="195212"/>
                  </a:cubicBezTo>
                  <a:cubicBezTo>
                    <a:pt x="1059578" y="196024"/>
                    <a:pt x="1061201" y="195212"/>
                    <a:pt x="1061201" y="193588"/>
                  </a:cubicBezTo>
                  <a:cubicBezTo>
                    <a:pt x="1061201" y="191965"/>
                    <a:pt x="1062012" y="191153"/>
                    <a:pt x="1062823" y="191153"/>
                  </a:cubicBezTo>
                  <a:cubicBezTo>
                    <a:pt x="1064446" y="191965"/>
                    <a:pt x="1065257" y="195212"/>
                    <a:pt x="1063634" y="195212"/>
                  </a:cubicBezTo>
                  <a:cubicBezTo>
                    <a:pt x="1062823" y="195212"/>
                    <a:pt x="1062823" y="194400"/>
                    <a:pt x="1062823" y="192776"/>
                  </a:cubicBezTo>
                  <a:cubicBezTo>
                    <a:pt x="1063634" y="191153"/>
                    <a:pt x="1062823" y="191153"/>
                    <a:pt x="1062012" y="191965"/>
                  </a:cubicBezTo>
                  <a:cubicBezTo>
                    <a:pt x="1060389" y="193588"/>
                    <a:pt x="1061201" y="196836"/>
                    <a:pt x="1063634" y="196836"/>
                  </a:cubicBezTo>
                  <a:cubicBezTo>
                    <a:pt x="1064446" y="196836"/>
                    <a:pt x="1065257" y="196024"/>
                    <a:pt x="1065257" y="194400"/>
                  </a:cubicBezTo>
                  <a:cubicBezTo>
                    <a:pt x="1065257" y="192776"/>
                    <a:pt x="1066880" y="191965"/>
                    <a:pt x="1067691" y="191965"/>
                  </a:cubicBezTo>
                  <a:cubicBezTo>
                    <a:pt x="1068502" y="191965"/>
                    <a:pt x="1070125" y="191153"/>
                    <a:pt x="1070125" y="190341"/>
                  </a:cubicBezTo>
                  <a:cubicBezTo>
                    <a:pt x="1070125" y="189529"/>
                    <a:pt x="1070125" y="189529"/>
                    <a:pt x="1069314" y="189529"/>
                  </a:cubicBezTo>
                  <a:cubicBezTo>
                    <a:pt x="1068502" y="189529"/>
                    <a:pt x="1068502" y="189529"/>
                    <a:pt x="1067691" y="188717"/>
                  </a:cubicBezTo>
                  <a:cubicBezTo>
                    <a:pt x="1067691" y="187905"/>
                    <a:pt x="1066880" y="187905"/>
                    <a:pt x="1066068" y="187905"/>
                  </a:cubicBezTo>
                  <a:cubicBezTo>
                    <a:pt x="1062823" y="189529"/>
                    <a:pt x="1061201" y="187093"/>
                    <a:pt x="1063634" y="184658"/>
                  </a:cubicBezTo>
                  <a:cubicBezTo>
                    <a:pt x="1065257" y="183034"/>
                    <a:pt x="1065257" y="183846"/>
                    <a:pt x="1064446" y="184658"/>
                  </a:cubicBezTo>
                  <a:cubicBezTo>
                    <a:pt x="1064446" y="186281"/>
                    <a:pt x="1064446" y="186281"/>
                    <a:pt x="1067691" y="186281"/>
                  </a:cubicBezTo>
                  <a:cubicBezTo>
                    <a:pt x="1070125" y="186281"/>
                    <a:pt x="1071748" y="185469"/>
                    <a:pt x="1071748" y="184658"/>
                  </a:cubicBezTo>
                  <a:cubicBezTo>
                    <a:pt x="1071748" y="183846"/>
                    <a:pt x="1071748" y="183846"/>
                    <a:pt x="1070936" y="183846"/>
                  </a:cubicBezTo>
                  <a:cubicBezTo>
                    <a:pt x="1070125" y="183846"/>
                    <a:pt x="1070125" y="183034"/>
                    <a:pt x="1070125" y="182222"/>
                  </a:cubicBezTo>
                  <a:cubicBezTo>
                    <a:pt x="1070125" y="180598"/>
                    <a:pt x="1070125" y="178975"/>
                    <a:pt x="1070125" y="178163"/>
                  </a:cubicBezTo>
                  <a:cubicBezTo>
                    <a:pt x="1070125" y="177351"/>
                    <a:pt x="1071748" y="176539"/>
                    <a:pt x="1072559" y="175727"/>
                  </a:cubicBezTo>
                  <a:cubicBezTo>
                    <a:pt x="1073370" y="174915"/>
                    <a:pt x="1075804" y="173291"/>
                    <a:pt x="1075804" y="172479"/>
                  </a:cubicBezTo>
                  <a:cubicBezTo>
                    <a:pt x="1075804" y="170856"/>
                    <a:pt x="1077427" y="170044"/>
                    <a:pt x="1078238" y="169232"/>
                  </a:cubicBezTo>
                  <a:cubicBezTo>
                    <a:pt x="1081483" y="168420"/>
                    <a:pt x="1082295" y="164361"/>
                    <a:pt x="1080672" y="161925"/>
                  </a:cubicBezTo>
                  <a:cubicBezTo>
                    <a:pt x="1079861" y="160301"/>
                    <a:pt x="1079050" y="160301"/>
                    <a:pt x="1079050" y="161113"/>
                  </a:cubicBezTo>
                  <a:cubicBezTo>
                    <a:pt x="1078238" y="161925"/>
                    <a:pt x="1078238" y="162737"/>
                    <a:pt x="1077427" y="162737"/>
                  </a:cubicBezTo>
                  <a:cubicBezTo>
                    <a:pt x="1076615" y="162737"/>
                    <a:pt x="1076615" y="161925"/>
                    <a:pt x="1077427" y="161113"/>
                  </a:cubicBezTo>
                  <a:cubicBezTo>
                    <a:pt x="1078238" y="160301"/>
                    <a:pt x="1079861" y="159489"/>
                    <a:pt x="1080672" y="159489"/>
                  </a:cubicBezTo>
                  <a:cubicBezTo>
                    <a:pt x="1082295" y="159489"/>
                    <a:pt x="1083106" y="160301"/>
                    <a:pt x="1082295" y="161113"/>
                  </a:cubicBezTo>
                  <a:cubicBezTo>
                    <a:pt x="1082295" y="161925"/>
                    <a:pt x="1082295" y="162737"/>
                    <a:pt x="1083106" y="162737"/>
                  </a:cubicBezTo>
                  <a:cubicBezTo>
                    <a:pt x="1083917" y="162737"/>
                    <a:pt x="1083917" y="161925"/>
                    <a:pt x="1083917" y="160301"/>
                  </a:cubicBezTo>
                  <a:cubicBezTo>
                    <a:pt x="1083917" y="159489"/>
                    <a:pt x="1083917" y="157866"/>
                    <a:pt x="1084728" y="157866"/>
                  </a:cubicBezTo>
                  <a:cubicBezTo>
                    <a:pt x="1085540" y="157866"/>
                    <a:pt x="1084728" y="157054"/>
                    <a:pt x="1083917" y="156242"/>
                  </a:cubicBezTo>
                  <a:cubicBezTo>
                    <a:pt x="1081483" y="154618"/>
                    <a:pt x="1081483" y="154618"/>
                    <a:pt x="1084728" y="151371"/>
                  </a:cubicBezTo>
                  <a:cubicBezTo>
                    <a:pt x="1086351" y="149747"/>
                    <a:pt x="1087163" y="148935"/>
                    <a:pt x="1087163" y="148935"/>
                  </a:cubicBezTo>
                  <a:cubicBezTo>
                    <a:pt x="1087163" y="149747"/>
                    <a:pt x="1086351" y="150559"/>
                    <a:pt x="1085540" y="151371"/>
                  </a:cubicBezTo>
                  <a:cubicBezTo>
                    <a:pt x="1083106" y="152994"/>
                    <a:pt x="1083106" y="153806"/>
                    <a:pt x="1086351" y="153806"/>
                  </a:cubicBezTo>
                  <a:cubicBezTo>
                    <a:pt x="1087974" y="153806"/>
                    <a:pt x="1088785" y="152994"/>
                    <a:pt x="1088785" y="151371"/>
                  </a:cubicBezTo>
                  <a:cubicBezTo>
                    <a:pt x="1088785" y="150559"/>
                    <a:pt x="1089597" y="148935"/>
                    <a:pt x="1091219" y="148123"/>
                  </a:cubicBezTo>
                  <a:cubicBezTo>
                    <a:pt x="1092842" y="147311"/>
                    <a:pt x="1095276" y="144875"/>
                    <a:pt x="1096087" y="142440"/>
                  </a:cubicBezTo>
                  <a:cubicBezTo>
                    <a:pt x="1097710" y="140004"/>
                    <a:pt x="1097710" y="139192"/>
                    <a:pt x="1096898" y="140004"/>
                  </a:cubicBezTo>
                  <a:cubicBezTo>
                    <a:pt x="1095276" y="141628"/>
                    <a:pt x="1094464" y="141628"/>
                    <a:pt x="1096087" y="139192"/>
                  </a:cubicBezTo>
                  <a:cubicBezTo>
                    <a:pt x="1096898" y="138380"/>
                    <a:pt x="1096898" y="136757"/>
                    <a:pt x="1096898" y="135945"/>
                  </a:cubicBezTo>
                  <a:cubicBezTo>
                    <a:pt x="1096087" y="135133"/>
                    <a:pt x="1096898" y="135133"/>
                    <a:pt x="1098521" y="134321"/>
                  </a:cubicBezTo>
                  <a:cubicBezTo>
                    <a:pt x="1099332" y="133509"/>
                    <a:pt x="1100144" y="134321"/>
                    <a:pt x="1099332" y="135133"/>
                  </a:cubicBezTo>
                  <a:cubicBezTo>
                    <a:pt x="1098521" y="135945"/>
                    <a:pt x="1099332" y="135945"/>
                    <a:pt x="1100955" y="135133"/>
                  </a:cubicBezTo>
                  <a:cubicBezTo>
                    <a:pt x="1103389" y="133509"/>
                    <a:pt x="1104200" y="127826"/>
                    <a:pt x="1101766" y="127014"/>
                  </a:cubicBezTo>
                  <a:cubicBezTo>
                    <a:pt x="1100955" y="127014"/>
                    <a:pt x="1101766" y="125390"/>
                    <a:pt x="1102577" y="124578"/>
                  </a:cubicBezTo>
                  <a:cubicBezTo>
                    <a:pt x="1103389" y="123767"/>
                    <a:pt x="1104200" y="123767"/>
                    <a:pt x="1103389" y="124578"/>
                  </a:cubicBezTo>
                  <a:cubicBezTo>
                    <a:pt x="1101766" y="127826"/>
                    <a:pt x="1105011" y="126202"/>
                    <a:pt x="1106634" y="122955"/>
                  </a:cubicBezTo>
                  <a:cubicBezTo>
                    <a:pt x="1107446" y="121331"/>
                    <a:pt x="1109068" y="119707"/>
                    <a:pt x="1109879" y="120519"/>
                  </a:cubicBezTo>
                  <a:cubicBezTo>
                    <a:pt x="1110691" y="121331"/>
                    <a:pt x="1111502" y="120519"/>
                    <a:pt x="1112313" y="119707"/>
                  </a:cubicBezTo>
                  <a:cubicBezTo>
                    <a:pt x="1113936" y="118895"/>
                    <a:pt x="1112313" y="118895"/>
                    <a:pt x="1112313" y="118895"/>
                  </a:cubicBezTo>
                  <a:cubicBezTo>
                    <a:pt x="1111502" y="119707"/>
                    <a:pt x="1110691" y="118895"/>
                    <a:pt x="1110691" y="118083"/>
                  </a:cubicBezTo>
                  <a:cubicBezTo>
                    <a:pt x="1110691" y="117272"/>
                    <a:pt x="1111502" y="117272"/>
                    <a:pt x="1112313" y="117272"/>
                  </a:cubicBezTo>
                  <a:cubicBezTo>
                    <a:pt x="1113124" y="117272"/>
                    <a:pt x="1113936" y="117272"/>
                    <a:pt x="1113124" y="116460"/>
                  </a:cubicBezTo>
                  <a:cubicBezTo>
                    <a:pt x="1113124" y="115648"/>
                    <a:pt x="1113124" y="115648"/>
                    <a:pt x="1114747" y="114836"/>
                  </a:cubicBezTo>
                  <a:cubicBezTo>
                    <a:pt x="1115559" y="114024"/>
                    <a:pt x="1117993" y="113212"/>
                    <a:pt x="1117993" y="110777"/>
                  </a:cubicBezTo>
                  <a:cubicBezTo>
                    <a:pt x="1119615" y="105905"/>
                    <a:pt x="1120426" y="104281"/>
                    <a:pt x="1124483" y="102658"/>
                  </a:cubicBezTo>
                  <a:cubicBezTo>
                    <a:pt x="1125294" y="102658"/>
                    <a:pt x="1124483" y="101846"/>
                    <a:pt x="1124483" y="101846"/>
                  </a:cubicBezTo>
                  <a:cubicBezTo>
                    <a:pt x="1123672" y="101846"/>
                    <a:pt x="1122860" y="101034"/>
                    <a:pt x="1123672" y="100222"/>
                  </a:cubicBezTo>
                  <a:cubicBezTo>
                    <a:pt x="1123672" y="98598"/>
                    <a:pt x="1125294" y="97786"/>
                    <a:pt x="1126106" y="99410"/>
                  </a:cubicBezTo>
                  <a:cubicBezTo>
                    <a:pt x="1126106" y="100222"/>
                    <a:pt x="1126917" y="100222"/>
                    <a:pt x="1128540" y="99410"/>
                  </a:cubicBezTo>
                  <a:cubicBezTo>
                    <a:pt x="1130162" y="98598"/>
                    <a:pt x="1130162" y="98598"/>
                    <a:pt x="1128540" y="97786"/>
                  </a:cubicBezTo>
                  <a:cubicBezTo>
                    <a:pt x="1126917" y="96975"/>
                    <a:pt x="1128540" y="93727"/>
                    <a:pt x="1130973" y="93727"/>
                  </a:cubicBezTo>
                  <a:cubicBezTo>
                    <a:pt x="1132596" y="93727"/>
                    <a:pt x="1138275" y="86420"/>
                    <a:pt x="1143143" y="80737"/>
                  </a:cubicBezTo>
                  <a:cubicBezTo>
                    <a:pt x="1144766" y="79113"/>
                    <a:pt x="1146389" y="77489"/>
                    <a:pt x="1147200" y="77489"/>
                  </a:cubicBezTo>
                  <a:cubicBezTo>
                    <a:pt x="1148011" y="78301"/>
                    <a:pt x="1148011" y="77489"/>
                    <a:pt x="1148011" y="77489"/>
                  </a:cubicBezTo>
                  <a:cubicBezTo>
                    <a:pt x="1147200" y="76678"/>
                    <a:pt x="1150445" y="70183"/>
                    <a:pt x="1151256" y="70183"/>
                  </a:cubicBezTo>
                  <a:cubicBezTo>
                    <a:pt x="1152068" y="70183"/>
                    <a:pt x="1160181" y="62064"/>
                    <a:pt x="1160181" y="61252"/>
                  </a:cubicBezTo>
                  <a:cubicBezTo>
                    <a:pt x="1160181" y="59628"/>
                    <a:pt x="1167483" y="51509"/>
                    <a:pt x="1169105" y="51509"/>
                  </a:cubicBezTo>
                  <a:cubicBezTo>
                    <a:pt x="1171539" y="51509"/>
                    <a:pt x="1169916" y="53945"/>
                    <a:pt x="1166672" y="58004"/>
                  </a:cubicBezTo>
                  <a:cubicBezTo>
                    <a:pt x="1160181" y="65311"/>
                    <a:pt x="1156936" y="68559"/>
                    <a:pt x="1156936" y="69371"/>
                  </a:cubicBezTo>
                  <a:cubicBezTo>
                    <a:pt x="1156936" y="70183"/>
                    <a:pt x="1156125" y="70994"/>
                    <a:pt x="1154502" y="71806"/>
                  </a:cubicBezTo>
                  <a:cubicBezTo>
                    <a:pt x="1153690" y="71806"/>
                    <a:pt x="1152068" y="74242"/>
                    <a:pt x="1152879" y="74242"/>
                  </a:cubicBezTo>
                  <a:cubicBezTo>
                    <a:pt x="1153690" y="75054"/>
                    <a:pt x="1152879" y="75054"/>
                    <a:pt x="1152068" y="75054"/>
                  </a:cubicBezTo>
                  <a:cubicBezTo>
                    <a:pt x="1151256" y="75054"/>
                    <a:pt x="1150445" y="75866"/>
                    <a:pt x="1150445" y="76678"/>
                  </a:cubicBezTo>
                  <a:cubicBezTo>
                    <a:pt x="1150445" y="77489"/>
                    <a:pt x="1148011" y="80737"/>
                    <a:pt x="1144766" y="83172"/>
                  </a:cubicBezTo>
                  <a:cubicBezTo>
                    <a:pt x="1141520" y="85608"/>
                    <a:pt x="1139087" y="88856"/>
                    <a:pt x="1139087" y="89668"/>
                  </a:cubicBezTo>
                  <a:cubicBezTo>
                    <a:pt x="1139087" y="90480"/>
                    <a:pt x="1138275" y="91291"/>
                    <a:pt x="1137464" y="91291"/>
                  </a:cubicBezTo>
                  <a:cubicBezTo>
                    <a:pt x="1136653" y="91291"/>
                    <a:pt x="1135842" y="92103"/>
                    <a:pt x="1135842" y="92915"/>
                  </a:cubicBezTo>
                  <a:cubicBezTo>
                    <a:pt x="1135842" y="93727"/>
                    <a:pt x="1134219" y="96163"/>
                    <a:pt x="1131785" y="98598"/>
                  </a:cubicBezTo>
                  <a:cubicBezTo>
                    <a:pt x="1129351" y="101034"/>
                    <a:pt x="1127728" y="102658"/>
                    <a:pt x="1127728" y="103469"/>
                  </a:cubicBezTo>
                  <a:cubicBezTo>
                    <a:pt x="1127728" y="104281"/>
                    <a:pt x="1126917" y="105093"/>
                    <a:pt x="1126106" y="105905"/>
                  </a:cubicBezTo>
                  <a:cubicBezTo>
                    <a:pt x="1125294" y="106717"/>
                    <a:pt x="1124483" y="106717"/>
                    <a:pt x="1124483" y="108341"/>
                  </a:cubicBezTo>
                  <a:cubicBezTo>
                    <a:pt x="1124483" y="109153"/>
                    <a:pt x="1122860" y="111588"/>
                    <a:pt x="1121238" y="113212"/>
                  </a:cubicBezTo>
                  <a:cubicBezTo>
                    <a:pt x="1119615" y="115648"/>
                    <a:pt x="1117993" y="116460"/>
                    <a:pt x="1118804" y="117272"/>
                  </a:cubicBezTo>
                  <a:cubicBezTo>
                    <a:pt x="1118804" y="118083"/>
                    <a:pt x="1117993" y="119707"/>
                    <a:pt x="1116370" y="121331"/>
                  </a:cubicBezTo>
                  <a:cubicBezTo>
                    <a:pt x="1114747" y="123767"/>
                    <a:pt x="1100955" y="140816"/>
                    <a:pt x="1100955" y="142440"/>
                  </a:cubicBezTo>
                  <a:cubicBezTo>
                    <a:pt x="1100955" y="143252"/>
                    <a:pt x="1100955" y="143252"/>
                    <a:pt x="1099332" y="143252"/>
                  </a:cubicBezTo>
                  <a:cubicBezTo>
                    <a:pt x="1098521" y="143252"/>
                    <a:pt x="1098521" y="144064"/>
                    <a:pt x="1098521" y="144875"/>
                  </a:cubicBezTo>
                  <a:cubicBezTo>
                    <a:pt x="1098521" y="145687"/>
                    <a:pt x="1097710" y="147311"/>
                    <a:pt x="1096898" y="147311"/>
                  </a:cubicBezTo>
                  <a:cubicBezTo>
                    <a:pt x="1096087" y="148123"/>
                    <a:pt x="1095276" y="149747"/>
                    <a:pt x="1093653" y="151371"/>
                  </a:cubicBezTo>
                  <a:cubicBezTo>
                    <a:pt x="1092842" y="152994"/>
                    <a:pt x="1091219" y="155430"/>
                    <a:pt x="1089597" y="155430"/>
                  </a:cubicBezTo>
                  <a:cubicBezTo>
                    <a:pt x="1087974" y="156242"/>
                    <a:pt x="1087163" y="156242"/>
                    <a:pt x="1087974" y="156242"/>
                  </a:cubicBezTo>
                  <a:cubicBezTo>
                    <a:pt x="1088785" y="156242"/>
                    <a:pt x="1088785" y="157866"/>
                    <a:pt x="1087163" y="159489"/>
                  </a:cubicBezTo>
                  <a:cubicBezTo>
                    <a:pt x="1085540" y="161113"/>
                    <a:pt x="1085540" y="162737"/>
                    <a:pt x="1086351" y="162737"/>
                  </a:cubicBezTo>
                  <a:cubicBezTo>
                    <a:pt x="1086351" y="162737"/>
                    <a:pt x="1084728" y="165172"/>
                    <a:pt x="1082295" y="167608"/>
                  </a:cubicBezTo>
                  <a:cubicBezTo>
                    <a:pt x="1079861" y="170044"/>
                    <a:pt x="1077427" y="173291"/>
                    <a:pt x="1077427" y="174915"/>
                  </a:cubicBezTo>
                  <a:cubicBezTo>
                    <a:pt x="1077427" y="175727"/>
                    <a:pt x="1069314" y="190341"/>
                    <a:pt x="1068502" y="190341"/>
                  </a:cubicBezTo>
                  <a:cubicBezTo>
                    <a:pt x="1066880" y="191153"/>
                    <a:pt x="1066880" y="192776"/>
                    <a:pt x="1066880" y="192776"/>
                  </a:cubicBezTo>
                  <a:cubicBezTo>
                    <a:pt x="1067691" y="192776"/>
                    <a:pt x="1066880" y="193588"/>
                    <a:pt x="1066068" y="193588"/>
                  </a:cubicBezTo>
                  <a:cubicBezTo>
                    <a:pt x="1065257" y="193588"/>
                    <a:pt x="1065257" y="193588"/>
                    <a:pt x="1065257" y="194400"/>
                  </a:cubicBezTo>
                  <a:cubicBezTo>
                    <a:pt x="1065257" y="200083"/>
                    <a:pt x="1065257" y="200083"/>
                    <a:pt x="1064446" y="200895"/>
                  </a:cubicBezTo>
                  <a:close/>
                  <a:moveTo>
                    <a:pt x="1202369" y="498855"/>
                  </a:moveTo>
                  <a:cubicBezTo>
                    <a:pt x="1203181" y="497231"/>
                    <a:pt x="1203181" y="496420"/>
                    <a:pt x="1203992" y="497231"/>
                  </a:cubicBezTo>
                  <a:cubicBezTo>
                    <a:pt x="1203992" y="498044"/>
                    <a:pt x="1203992" y="499667"/>
                    <a:pt x="1203992" y="500479"/>
                  </a:cubicBezTo>
                  <a:cubicBezTo>
                    <a:pt x="1201558" y="504539"/>
                    <a:pt x="1200747" y="502103"/>
                    <a:pt x="1202369" y="498855"/>
                  </a:cubicBezTo>
                  <a:close/>
                  <a:moveTo>
                    <a:pt x="1198313" y="511033"/>
                  </a:moveTo>
                  <a:cubicBezTo>
                    <a:pt x="1197501" y="511033"/>
                    <a:pt x="1198313" y="510222"/>
                    <a:pt x="1199935" y="508598"/>
                  </a:cubicBezTo>
                  <a:cubicBezTo>
                    <a:pt x="1201558" y="506974"/>
                    <a:pt x="1201558" y="507786"/>
                    <a:pt x="1200747" y="509410"/>
                  </a:cubicBezTo>
                  <a:cubicBezTo>
                    <a:pt x="1199935" y="511033"/>
                    <a:pt x="1198313" y="511033"/>
                    <a:pt x="1198313" y="511033"/>
                  </a:cubicBezTo>
                  <a:close/>
                  <a:moveTo>
                    <a:pt x="1202369" y="515093"/>
                  </a:moveTo>
                  <a:cubicBezTo>
                    <a:pt x="1202369" y="515905"/>
                    <a:pt x="1201558" y="515905"/>
                    <a:pt x="1200747" y="515905"/>
                  </a:cubicBezTo>
                  <a:cubicBezTo>
                    <a:pt x="1200747" y="515905"/>
                    <a:pt x="1200747" y="515093"/>
                    <a:pt x="1200747" y="515093"/>
                  </a:cubicBezTo>
                  <a:cubicBezTo>
                    <a:pt x="1200747" y="514281"/>
                    <a:pt x="1201558" y="514281"/>
                    <a:pt x="1202369" y="514281"/>
                  </a:cubicBezTo>
                  <a:cubicBezTo>
                    <a:pt x="1202369" y="513469"/>
                    <a:pt x="1203181" y="514281"/>
                    <a:pt x="1202369" y="515093"/>
                  </a:cubicBezTo>
                  <a:close/>
                  <a:moveTo>
                    <a:pt x="1203992" y="512657"/>
                  </a:moveTo>
                  <a:cubicBezTo>
                    <a:pt x="1203992" y="512657"/>
                    <a:pt x="1203181" y="512657"/>
                    <a:pt x="1203181" y="511033"/>
                  </a:cubicBezTo>
                  <a:cubicBezTo>
                    <a:pt x="1202369" y="508598"/>
                    <a:pt x="1203181" y="507786"/>
                    <a:pt x="1203992" y="509410"/>
                  </a:cubicBezTo>
                  <a:cubicBezTo>
                    <a:pt x="1203992" y="511033"/>
                    <a:pt x="1203992" y="511845"/>
                    <a:pt x="1203992" y="512657"/>
                  </a:cubicBezTo>
                  <a:close/>
                  <a:moveTo>
                    <a:pt x="1204803" y="509410"/>
                  </a:moveTo>
                  <a:cubicBezTo>
                    <a:pt x="1204803" y="509410"/>
                    <a:pt x="1203992" y="509410"/>
                    <a:pt x="1203992" y="507786"/>
                  </a:cubicBezTo>
                  <a:cubicBezTo>
                    <a:pt x="1203992" y="506974"/>
                    <a:pt x="1203992" y="506162"/>
                    <a:pt x="1203992" y="505350"/>
                  </a:cubicBezTo>
                  <a:cubicBezTo>
                    <a:pt x="1203992" y="505350"/>
                    <a:pt x="1204803" y="505350"/>
                    <a:pt x="1204803" y="506974"/>
                  </a:cubicBezTo>
                  <a:cubicBezTo>
                    <a:pt x="1205615" y="507786"/>
                    <a:pt x="1205615" y="508598"/>
                    <a:pt x="1204803" y="509410"/>
                  </a:cubicBezTo>
                  <a:close/>
                  <a:moveTo>
                    <a:pt x="1204803" y="492360"/>
                  </a:moveTo>
                  <a:cubicBezTo>
                    <a:pt x="1204803" y="491548"/>
                    <a:pt x="1204803" y="491548"/>
                    <a:pt x="1205615" y="491548"/>
                  </a:cubicBezTo>
                  <a:cubicBezTo>
                    <a:pt x="1206426" y="491548"/>
                    <a:pt x="1206426" y="490736"/>
                    <a:pt x="1206426" y="489925"/>
                  </a:cubicBezTo>
                  <a:cubicBezTo>
                    <a:pt x="1206426" y="489113"/>
                    <a:pt x="1206426" y="488301"/>
                    <a:pt x="1207237" y="488301"/>
                  </a:cubicBezTo>
                  <a:cubicBezTo>
                    <a:pt x="1208048" y="488301"/>
                    <a:pt x="1208048" y="489113"/>
                    <a:pt x="1208048" y="489925"/>
                  </a:cubicBezTo>
                  <a:cubicBezTo>
                    <a:pt x="1207237" y="491548"/>
                    <a:pt x="1205615" y="493984"/>
                    <a:pt x="1204803" y="492360"/>
                  </a:cubicBezTo>
                  <a:close/>
                  <a:moveTo>
                    <a:pt x="1311897" y="310499"/>
                  </a:moveTo>
                  <a:cubicBezTo>
                    <a:pt x="1312708" y="308875"/>
                    <a:pt x="1313519" y="308063"/>
                    <a:pt x="1313519" y="308875"/>
                  </a:cubicBezTo>
                  <a:cubicBezTo>
                    <a:pt x="1314331" y="308875"/>
                    <a:pt x="1313519" y="309687"/>
                    <a:pt x="1311897" y="310499"/>
                  </a:cubicBezTo>
                  <a:cubicBezTo>
                    <a:pt x="1310274" y="312123"/>
                    <a:pt x="1310274" y="312123"/>
                    <a:pt x="1311897" y="310499"/>
                  </a:cubicBezTo>
                  <a:close/>
                  <a:moveTo>
                    <a:pt x="1290803" y="329172"/>
                  </a:moveTo>
                  <a:cubicBezTo>
                    <a:pt x="1290803" y="328360"/>
                    <a:pt x="1291614" y="326737"/>
                    <a:pt x="1293237" y="325925"/>
                  </a:cubicBezTo>
                  <a:cubicBezTo>
                    <a:pt x="1295670" y="324301"/>
                    <a:pt x="1295670" y="324301"/>
                    <a:pt x="1294048" y="325925"/>
                  </a:cubicBezTo>
                  <a:cubicBezTo>
                    <a:pt x="1293237" y="326737"/>
                    <a:pt x="1292425" y="328360"/>
                    <a:pt x="1291614" y="329172"/>
                  </a:cubicBezTo>
                  <a:cubicBezTo>
                    <a:pt x="1290803" y="329984"/>
                    <a:pt x="1290803" y="329984"/>
                    <a:pt x="1290803" y="329172"/>
                  </a:cubicBezTo>
                  <a:close/>
                  <a:moveTo>
                    <a:pt x="1285123" y="338103"/>
                  </a:moveTo>
                  <a:cubicBezTo>
                    <a:pt x="1286746" y="335667"/>
                    <a:pt x="1287557" y="334855"/>
                    <a:pt x="1288369" y="334855"/>
                  </a:cubicBezTo>
                  <a:cubicBezTo>
                    <a:pt x="1288369" y="334855"/>
                    <a:pt x="1288369" y="336479"/>
                    <a:pt x="1285935" y="339727"/>
                  </a:cubicBezTo>
                  <a:cubicBezTo>
                    <a:pt x="1284312" y="342162"/>
                    <a:pt x="1284312" y="343786"/>
                    <a:pt x="1284312" y="344598"/>
                  </a:cubicBezTo>
                  <a:cubicBezTo>
                    <a:pt x="1285123" y="345410"/>
                    <a:pt x="1284312" y="345410"/>
                    <a:pt x="1282690" y="344598"/>
                  </a:cubicBezTo>
                  <a:cubicBezTo>
                    <a:pt x="1282690" y="342162"/>
                    <a:pt x="1282690" y="340539"/>
                    <a:pt x="1285123" y="338103"/>
                  </a:cubicBezTo>
                  <a:close/>
                  <a:moveTo>
                    <a:pt x="1281878" y="358400"/>
                  </a:moveTo>
                  <a:cubicBezTo>
                    <a:pt x="1281878" y="359212"/>
                    <a:pt x="1281067" y="359212"/>
                    <a:pt x="1280256" y="359212"/>
                  </a:cubicBezTo>
                  <a:cubicBezTo>
                    <a:pt x="1279444" y="359212"/>
                    <a:pt x="1279444" y="358400"/>
                    <a:pt x="1279444" y="358400"/>
                  </a:cubicBezTo>
                  <a:cubicBezTo>
                    <a:pt x="1279444" y="357588"/>
                    <a:pt x="1280256" y="357588"/>
                    <a:pt x="1281067" y="357588"/>
                  </a:cubicBezTo>
                  <a:cubicBezTo>
                    <a:pt x="1281878" y="357588"/>
                    <a:pt x="1281878" y="357588"/>
                    <a:pt x="1281878" y="358400"/>
                  </a:cubicBezTo>
                  <a:close/>
                  <a:moveTo>
                    <a:pt x="1278633" y="348657"/>
                  </a:moveTo>
                  <a:cubicBezTo>
                    <a:pt x="1279444" y="347845"/>
                    <a:pt x="1280256" y="347845"/>
                    <a:pt x="1280256" y="348657"/>
                  </a:cubicBezTo>
                  <a:cubicBezTo>
                    <a:pt x="1280256" y="349469"/>
                    <a:pt x="1279444" y="350281"/>
                    <a:pt x="1278633" y="351093"/>
                  </a:cubicBezTo>
                  <a:cubicBezTo>
                    <a:pt x="1277822" y="351905"/>
                    <a:pt x="1277010" y="351905"/>
                    <a:pt x="1277010" y="351093"/>
                  </a:cubicBezTo>
                  <a:cubicBezTo>
                    <a:pt x="1277010" y="350281"/>
                    <a:pt x="1277822" y="349469"/>
                    <a:pt x="1278633" y="348657"/>
                  </a:cubicBezTo>
                  <a:close/>
                  <a:moveTo>
                    <a:pt x="1275387" y="368142"/>
                  </a:moveTo>
                  <a:cubicBezTo>
                    <a:pt x="1277010" y="363271"/>
                    <a:pt x="1278633" y="360024"/>
                    <a:pt x="1280256" y="360836"/>
                  </a:cubicBezTo>
                  <a:cubicBezTo>
                    <a:pt x="1281067" y="360836"/>
                    <a:pt x="1281067" y="365707"/>
                    <a:pt x="1279444" y="366519"/>
                  </a:cubicBezTo>
                  <a:cubicBezTo>
                    <a:pt x="1278633" y="366519"/>
                    <a:pt x="1278633" y="366519"/>
                    <a:pt x="1279444" y="365707"/>
                  </a:cubicBezTo>
                  <a:cubicBezTo>
                    <a:pt x="1280256" y="364895"/>
                    <a:pt x="1279444" y="364083"/>
                    <a:pt x="1279444" y="364083"/>
                  </a:cubicBezTo>
                  <a:cubicBezTo>
                    <a:pt x="1278633" y="364083"/>
                    <a:pt x="1277822" y="365707"/>
                    <a:pt x="1277010" y="367331"/>
                  </a:cubicBezTo>
                  <a:cubicBezTo>
                    <a:pt x="1275387" y="370578"/>
                    <a:pt x="1273765" y="371390"/>
                    <a:pt x="1275387" y="368142"/>
                  </a:cubicBezTo>
                  <a:close/>
                  <a:moveTo>
                    <a:pt x="1272954" y="356776"/>
                  </a:moveTo>
                  <a:cubicBezTo>
                    <a:pt x="1273765" y="356776"/>
                    <a:pt x="1273765" y="356776"/>
                    <a:pt x="1273765" y="356776"/>
                  </a:cubicBezTo>
                  <a:cubicBezTo>
                    <a:pt x="1273765" y="357588"/>
                    <a:pt x="1272954" y="358400"/>
                    <a:pt x="1272143" y="358400"/>
                  </a:cubicBezTo>
                  <a:cubicBezTo>
                    <a:pt x="1271331" y="359212"/>
                    <a:pt x="1271331" y="358400"/>
                    <a:pt x="1271331" y="357588"/>
                  </a:cubicBezTo>
                  <a:cubicBezTo>
                    <a:pt x="1272143" y="358400"/>
                    <a:pt x="1272954" y="357588"/>
                    <a:pt x="1272954" y="356776"/>
                  </a:cubicBezTo>
                  <a:close/>
                  <a:moveTo>
                    <a:pt x="1264840" y="381945"/>
                  </a:moveTo>
                  <a:cubicBezTo>
                    <a:pt x="1265652" y="381133"/>
                    <a:pt x="1267274" y="381133"/>
                    <a:pt x="1267274" y="381945"/>
                  </a:cubicBezTo>
                  <a:cubicBezTo>
                    <a:pt x="1267274" y="381945"/>
                    <a:pt x="1266463" y="382756"/>
                    <a:pt x="1265652" y="382756"/>
                  </a:cubicBezTo>
                  <a:cubicBezTo>
                    <a:pt x="1264840" y="383568"/>
                    <a:pt x="1264029" y="383568"/>
                    <a:pt x="1264840" y="381945"/>
                  </a:cubicBezTo>
                  <a:close/>
                  <a:moveTo>
                    <a:pt x="1264029" y="386004"/>
                  </a:moveTo>
                  <a:cubicBezTo>
                    <a:pt x="1264029" y="386004"/>
                    <a:pt x="1264029" y="387628"/>
                    <a:pt x="1264029" y="389251"/>
                  </a:cubicBezTo>
                  <a:cubicBezTo>
                    <a:pt x="1262407" y="393311"/>
                    <a:pt x="1261596" y="394123"/>
                    <a:pt x="1260784" y="391687"/>
                  </a:cubicBezTo>
                  <a:cubicBezTo>
                    <a:pt x="1260784" y="389251"/>
                    <a:pt x="1262407" y="386004"/>
                    <a:pt x="1264029" y="386004"/>
                  </a:cubicBezTo>
                  <a:close/>
                  <a:moveTo>
                    <a:pt x="1251048" y="408737"/>
                  </a:moveTo>
                  <a:cubicBezTo>
                    <a:pt x="1251048" y="407925"/>
                    <a:pt x="1251860" y="406301"/>
                    <a:pt x="1252671" y="405489"/>
                  </a:cubicBezTo>
                  <a:cubicBezTo>
                    <a:pt x="1254293" y="403865"/>
                    <a:pt x="1254293" y="403865"/>
                    <a:pt x="1253482" y="406301"/>
                  </a:cubicBezTo>
                  <a:cubicBezTo>
                    <a:pt x="1252671" y="407925"/>
                    <a:pt x="1253482" y="408737"/>
                    <a:pt x="1254293" y="409548"/>
                  </a:cubicBezTo>
                  <a:cubicBezTo>
                    <a:pt x="1255105" y="410360"/>
                    <a:pt x="1255916" y="409548"/>
                    <a:pt x="1255105" y="407925"/>
                  </a:cubicBezTo>
                  <a:cubicBezTo>
                    <a:pt x="1255105" y="406301"/>
                    <a:pt x="1255105" y="405489"/>
                    <a:pt x="1255105" y="406301"/>
                  </a:cubicBezTo>
                  <a:cubicBezTo>
                    <a:pt x="1255916" y="407113"/>
                    <a:pt x="1256727" y="406301"/>
                    <a:pt x="1256727" y="405489"/>
                  </a:cubicBezTo>
                  <a:cubicBezTo>
                    <a:pt x="1257539" y="403865"/>
                    <a:pt x="1255916" y="402242"/>
                    <a:pt x="1253482" y="403053"/>
                  </a:cubicBezTo>
                  <a:cubicBezTo>
                    <a:pt x="1251860" y="403053"/>
                    <a:pt x="1251860" y="403053"/>
                    <a:pt x="1253482" y="400618"/>
                  </a:cubicBezTo>
                  <a:cubicBezTo>
                    <a:pt x="1255105" y="398182"/>
                    <a:pt x="1257539" y="397370"/>
                    <a:pt x="1256727" y="399806"/>
                  </a:cubicBezTo>
                  <a:cubicBezTo>
                    <a:pt x="1256727" y="400618"/>
                    <a:pt x="1256727" y="402242"/>
                    <a:pt x="1256727" y="402242"/>
                  </a:cubicBezTo>
                  <a:cubicBezTo>
                    <a:pt x="1257539" y="403053"/>
                    <a:pt x="1259161" y="400618"/>
                    <a:pt x="1258350" y="398994"/>
                  </a:cubicBezTo>
                  <a:cubicBezTo>
                    <a:pt x="1258350" y="398182"/>
                    <a:pt x="1258350" y="398182"/>
                    <a:pt x="1259973" y="397370"/>
                  </a:cubicBezTo>
                  <a:cubicBezTo>
                    <a:pt x="1260784" y="397370"/>
                    <a:pt x="1261596" y="396558"/>
                    <a:pt x="1260784" y="395746"/>
                  </a:cubicBezTo>
                  <a:cubicBezTo>
                    <a:pt x="1259973" y="394935"/>
                    <a:pt x="1260784" y="394935"/>
                    <a:pt x="1261596" y="394935"/>
                  </a:cubicBezTo>
                  <a:cubicBezTo>
                    <a:pt x="1262407" y="394935"/>
                    <a:pt x="1263218" y="393311"/>
                    <a:pt x="1263218" y="391687"/>
                  </a:cubicBezTo>
                  <a:cubicBezTo>
                    <a:pt x="1263218" y="389251"/>
                    <a:pt x="1264029" y="388440"/>
                    <a:pt x="1264840" y="390063"/>
                  </a:cubicBezTo>
                  <a:cubicBezTo>
                    <a:pt x="1265652" y="390875"/>
                    <a:pt x="1265652" y="390875"/>
                    <a:pt x="1265652" y="389251"/>
                  </a:cubicBezTo>
                  <a:cubicBezTo>
                    <a:pt x="1265652" y="387628"/>
                    <a:pt x="1265652" y="386004"/>
                    <a:pt x="1267274" y="385192"/>
                  </a:cubicBezTo>
                  <a:cubicBezTo>
                    <a:pt x="1269709" y="382756"/>
                    <a:pt x="1270520" y="379509"/>
                    <a:pt x="1268086" y="379509"/>
                  </a:cubicBezTo>
                  <a:cubicBezTo>
                    <a:pt x="1266463" y="379509"/>
                    <a:pt x="1266463" y="377885"/>
                    <a:pt x="1268086" y="377073"/>
                  </a:cubicBezTo>
                  <a:cubicBezTo>
                    <a:pt x="1268897" y="377073"/>
                    <a:pt x="1269709" y="377073"/>
                    <a:pt x="1268897" y="377073"/>
                  </a:cubicBezTo>
                  <a:cubicBezTo>
                    <a:pt x="1268086" y="377885"/>
                    <a:pt x="1268897" y="378697"/>
                    <a:pt x="1270520" y="379509"/>
                  </a:cubicBezTo>
                  <a:cubicBezTo>
                    <a:pt x="1272143" y="380321"/>
                    <a:pt x="1272143" y="381133"/>
                    <a:pt x="1271331" y="382756"/>
                  </a:cubicBezTo>
                  <a:cubicBezTo>
                    <a:pt x="1271331" y="383568"/>
                    <a:pt x="1270520" y="385192"/>
                    <a:pt x="1270520" y="386004"/>
                  </a:cubicBezTo>
                  <a:cubicBezTo>
                    <a:pt x="1270520" y="386816"/>
                    <a:pt x="1269709" y="388440"/>
                    <a:pt x="1269709" y="388440"/>
                  </a:cubicBezTo>
                  <a:cubicBezTo>
                    <a:pt x="1268897" y="388440"/>
                    <a:pt x="1268897" y="389251"/>
                    <a:pt x="1268897" y="390063"/>
                  </a:cubicBezTo>
                  <a:cubicBezTo>
                    <a:pt x="1268897" y="390875"/>
                    <a:pt x="1268897" y="390875"/>
                    <a:pt x="1268897" y="390875"/>
                  </a:cubicBezTo>
                  <a:cubicBezTo>
                    <a:pt x="1268086" y="390063"/>
                    <a:pt x="1267274" y="390875"/>
                    <a:pt x="1266463" y="392499"/>
                  </a:cubicBezTo>
                  <a:cubicBezTo>
                    <a:pt x="1265652" y="394123"/>
                    <a:pt x="1265652" y="394123"/>
                    <a:pt x="1266463" y="394123"/>
                  </a:cubicBezTo>
                  <a:cubicBezTo>
                    <a:pt x="1267274" y="393311"/>
                    <a:pt x="1267274" y="394123"/>
                    <a:pt x="1267274" y="394935"/>
                  </a:cubicBezTo>
                  <a:cubicBezTo>
                    <a:pt x="1267274" y="395746"/>
                    <a:pt x="1266463" y="395746"/>
                    <a:pt x="1265652" y="395746"/>
                  </a:cubicBezTo>
                  <a:cubicBezTo>
                    <a:pt x="1264029" y="395746"/>
                    <a:pt x="1262407" y="398182"/>
                    <a:pt x="1263218" y="399806"/>
                  </a:cubicBezTo>
                  <a:cubicBezTo>
                    <a:pt x="1263218" y="400618"/>
                    <a:pt x="1263218" y="400618"/>
                    <a:pt x="1263218" y="400618"/>
                  </a:cubicBezTo>
                  <a:cubicBezTo>
                    <a:pt x="1262407" y="399806"/>
                    <a:pt x="1261596" y="401430"/>
                    <a:pt x="1259973" y="403865"/>
                  </a:cubicBezTo>
                  <a:cubicBezTo>
                    <a:pt x="1258350" y="406301"/>
                    <a:pt x="1258350" y="407925"/>
                    <a:pt x="1259161" y="407925"/>
                  </a:cubicBezTo>
                  <a:cubicBezTo>
                    <a:pt x="1259973" y="407925"/>
                    <a:pt x="1259973" y="408737"/>
                    <a:pt x="1259161" y="408737"/>
                  </a:cubicBezTo>
                  <a:cubicBezTo>
                    <a:pt x="1258350" y="408737"/>
                    <a:pt x="1258350" y="408737"/>
                    <a:pt x="1258350" y="407925"/>
                  </a:cubicBezTo>
                  <a:cubicBezTo>
                    <a:pt x="1258350" y="407113"/>
                    <a:pt x="1257539" y="407925"/>
                    <a:pt x="1256727" y="409548"/>
                  </a:cubicBezTo>
                  <a:cubicBezTo>
                    <a:pt x="1255916" y="411984"/>
                    <a:pt x="1254293" y="412796"/>
                    <a:pt x="1253482" y="411984"/>
                  </a:cubicBezTo>
                  <a:cubicBezTo>
                    <a:pt x="1252671" y="411172"/>
                    <a:pt x="1251048" y="411172"/>
                    <a:pt x="1250237" y="411984"/>
                  </a:cubicBezTo>
                  <a:cubicBezTo>
                    <a:pt x="1249426" y="413608"/>
                    <a:pt x="1248614" y="412796"/>
                    <a:pt x="1247803" y="411984"/>
                  </a:cubicBezTo>
                  <a:cubicBezTo>
                    <a:pt x="1247803" y="411172"/>
                    <a:pt x="1247803" y="410360"/>
                    <a:pt x="1248614" y="410360"/>
                  </a:cubicBezTo>
                  <a:cubicBezTo>
                    <a:pt x="1250237" y="410360"/>
                    <a:pt x="1251048" y="410360"/>
                    <a:pt x="1251048" y="408737"/>
                  </a:cubicBezTo>
                  <a:close/>
                  <a:moveTo>
                    <a:pt x="1270520" y="399806"/>
                  </a:moveTo>
                  <a:cubicBezTo>
                    <a:pt x="1270520" y="399806"/>
                    <a:pt x="1269709" y="399806"/>
                    <a:pt x="1270520" y="398182"/>
                  </a:cubicBezTo>
                  <a:cubicBezTo>
                    <a:pt x="1270520" y="396558"/>
                    <a:pt x="1270520" y="396558"/>
                    <a:pt x="1271331" y="397370"/>
                  </a:cubicBezTo>
                  <a:cubicBezTo>
                    <a:pt x="1271331" y="398182"/>
                    <a:pt x="1271331" y="398994"/>
                    <a:pt x="1270520" y="399806"/>
                  </a:cubicBezTo>
                  <a:close/>
                  <a:moveTo>
                    <a:pt x="1265652" y="407925"/>
                  </a:moveTo>
                  <a:cubicBezTo>
                    <a:pt x="1265652" y="409548"/>
                    <a:pt x="1264840" y="411172"/>
                    <a:pt x="1264029" y="411984"/>
                  </a:cubicBezTo>
                  <a:cubicBezTo>
                    <a:pt x="1263218" y="413608"/>
                    <a:pt x="1263218" y="412796"/>
                    <a:pt x="1263218" y="410360"/>
                  </a:cubicBezTo>
                  <a:cubicBezTo>
                    <a:pt x="1263218" y="408737"/>
                    <a:pt x="1264029" y="407113"/>
                    <a:pt x="1264840" y="406301"/>
                  </a:cubicBezTo>
                  <a:cubicBezTo>
                    <a:pt x="1265652" y="405489"/>
                    <a:pt x="1265652" y="405489"/>
                    <a:pt x="1265652" y="407925"/>
                  </a:cubicBezTo>
                  <a:close/>
                  <a:moveTo>
                    <a:pt x="1260784" y="416855"/>
                  </a:moveTo>
                  <a:cubicBezTo>
                    <a:pt x="1260784" y="416855"/>
                    <a:pt x="1260784" y="418479"/>
                    <a:pt x="1259973" y="419291"/>
                  </a:cubicBezTo>
                  <a:cubicBezTo>
                    <a:pt x="1259161" y="420103"/>
                    <a:pt x="1258350" y="420915"/>
                    <a:pt x="1257539" y="420103"/>
                  </a:cubicBezTo>
                  <a:cubicBezTo>
                    <a:pt x="1257539" y="418479"/>
                    <a:pt x="1259973" y="416043"/>
                    <a:pt x="1260784" y="416855"/>
                  </a:cubicBezTo>
                  <a:close/>
                  <a:moveTo>
                    <a:pt x="1247803" y="421727"/>
                  </a:moveTo>
                  <a:cubicBezTo>
                    <a:pt x="1246991" y="421727"/>
                    <a:pt x="1246991" y="420915"/>
                    <a:pt x="1247803" y="420915"/>
                  </a:cubicBezTo>
                  <a:cubicBezTo>
                    <a:pt x="1249426" y="419291"/>
                    <a:pt x="1250237" y="420103"/>
                    <a:pt x="1250237" y="421727"/>
                  </a:cubicBezTo>
                  <a:cubicBezTo>
                    <a:pt x="1250237" y="422539"/>
                    <a:pt x="1249426" y="423350"/>
                    <a:pt x="1249426" y="423350"/>
                  </a:cubicBezTo>
                  <a:cubicBezTo>
                    <a:pt x="1248614" y="423350"/>
                    <a:pt x="1248614" y="422539"/>
                    <a:pt x="1249426" y="422539"/>
                  </a:cubicBezTo>
                  <a:cubicBezTo>
                    <a:pt x="1248614" y="422539"/>
                    <a:pt x="1248614" y="421727"/>
                    <a:pt x="1247803" y="421727"/>
                  </a:cubicBezTo>
                  <a:close/>
                  <a:moveTo>
                    <a:pt x="1251860" y="433905"/>
                  </a:moveTo>
                  <a:cubicBezTo>
                    <a:pt x="1251860" y="433905"/>
                    <a:pt x="1251048" y="433905"/>
                    <a:pt x="1250237" y="433905"/>
                  </a:cubicBezTo>
                  <a:cubicBezTo>
                    <a:pt x="1249426" y="433905"/>
                    <a:pt x="1248614" y="433093"/>
                    <a:pt x="1249426" y="433093"/>
                  </a:cubicBezTo>
                  <a:cubicBezTo>
                    <a:pt x="1250237" y="432281"/>
                    <a:pt x="1251860" y="433093"/>
                    <a:pt x="1251860" y="433905"/>
                  </a:cubicBezTo>
                  <a:close/>
                  <a:moveTo>
                    <a:pt x="1247803" y="418479"/>
                  </a:moveTo>
                  <a:cubicBezTo>
                    <a:pt x="1247803" y="418479"/>
                    <a:pt x="1249426" y="417667"/>
                    <a:pt x="1251048" y="416043"/>
                  </a:cubicBezTo>
                  <a:cubicBezTo>
                    <a:pt x="1253482" y="414420"/>
                    <a:pt x="1254293" y="413608"/>
                    <a:pt x="1253482" y="415232"/>
                  </a:cubicBezTo>
                  <a:cubicBezTo>
                    <a:pt x="1253482" y="416043"/>
                    <a:pt x="1252671" y="417667"/>
                    <a:pt x="1252671" y="417667"/>
                  </a:cubicBezTo>
                  <a:cubicBezTo>
                    <a:pt x="1251860" y="418479"/>
                    <a:pt x="1247803" y="419291"/>
                    <a:pt x="1247803" y="418479"/>
                  </a:cubicBezTo>
                  <a:close/>
                  <a:moveTo>
                    <a:pt x="1247803" y="401430"/>
                  </a:moveTo>
                  <a:cubicBezTo>
                    <a:pt x="1248614" y="400618"/>
                    <a:pt x="1249426" y="400618"/>
                    <a:pt x="1249426" y="400618"/>
                  </a:cubicBezTo>
                  <a:cubicBezTo>
                    <a:pt x="1250237" y="401430"/>
                    <a:pt x="1249426" y="402242"/>
                    <a:pt x="1248614" y="403053"/>
                  </a:cubicBezTo>
                  <a:cubicBezTo>
                    <a:pt x="1246180" y="404677"/>
                    <a:pt x="1245369" y="403865"/>
                    <a:pt x="1247803" y="401430"/>
                  </a:cubicBezTo>
                  <a:close/>
                  <a:moveTo>
                    <a:pt x="1242124" y="421727"/>
                  </a:moveTo>
                  <a:cubicBezTo>
                    <a:pt x="1242935" y="420915"/>
                    <a:pt x="1242935" y="422539"/>
                    <a:pt x="1242935" y="424162"/>
                  </a:cubicBezTo>
                  <a:cubicBezTo>
                    <a:pt x="1242935" y="427410"/>
                    <a:pt x="1242124" y="428222"/>
                    <a:pt x="1241313" y="424974"/>
                  </a:cubicBezTo>
                  <a:cubicBezTo>
                    <a:pt x="1241313" y="423350"/>
                    <a:pt x="1242124" y="421727"/>
                    <a:pt x="1242124" y="421727"/>
                  </a:cubicBezTo>
                  <a:close/>
                  <a:moveTo>
                    <a:pt x="1238878" y="416855"/>
                  </a:moveTo>
                  <a:cubicBezTo>
                    <a:pt x="1239690" y="416043"/>
                    <a:pt x="1239690" y="416043"/>
                    <a:pt x="1239690" y="416043"/>
                  </a:cubicBezTo>
                  <a:cubicBezTo>
                    <a:pt x="1239690" y="416043"/>
                    <a:pt x="1240501" y="416855"/>
                    <a:pt x="1239690" y="416855"/>
                  </a:cubicBezTo>
                  <a:cubicBezTo>
                    <a:pt x="1239690" y="417667"/>
                    <a:pt x="1238878" y="417667"/>
                    <a:pt x="1238067" y="417667"/>
                  </a:cubicBezTo>
                  <a:cubicBezTo>
                    <a:pt x="1238067" y="418479"/>
                    <a:pt x="1238067" y="417667"/>
                    <a:pt x="1238878" y="416855"/>
                  </a:cubicBezTo>
                  <a:close/>
                  <a:moveTo>
                    <a:pt x="1234822" y="442024"/>
                  </a:moveTo>
                  <a:cubicBezTo>
                    <a:pt x="1234822" y="443648"/>
                    <a:pt x="1233199" y="443648"/>
                    <a:pt x="1232388" y="442836"/>
                  </a:cubicBezTo>
                  <a:cubicBezTo>
                    <a:pt x="1232388" y="442024"/>
                    <a:pt x="1232388" y="441212"/>
                    <a:pt x="1233199" y="441212"/>
                  </a:cubicBezTo>
                  <a:cubicBezTo>
                    <a:pt x="1234822" y="441212"/>
                    <a:pt x="1234822" y="441212"/>
                    <a:pt x="1234822" y="442024"/>
                  </a:cubicBezTo>
                  <a:close/>
                  <a:moveTo>
                    <a:pt x="1229143" y="435529"/>
                  </a:moveTo>
                  <a:cubicBezTo>
                    <a:pt x="1229143" y="433905"/>
                    <a:pt x="1230765" y="431469"/>
                    <a:pt x="1232388" y="429845"/>
                  </a:cubicBezTo>
                  <a:lnTo>
                    <a:pt x="1234011" y="426598"/>
                  </a:lnTo>
                  <a:lnTo>
                    <a:pt x="1234011" y="429845"/>
                  </a:lnTo>
                  <a:cubicBezTo>
                    <a:pt x="1234011" y="431469"/>
                    <a:pt x="1233199" y="433093"/>
                    <a:pt x="1233199" y="432281"/>
                  </a:cubicBezTo>
                  <a:cubicBezTo>
                    <a:pt x="1233199" y="432281"/>
                    <a:pt x="1231577" y="433093"/>
                    <a:pt x="1230765" y="435529"/>
                  </a:cubicBezTo>
                  <a:cubicBezTo>
                    <a:pt x="1229143" y="437152"/>
                    <a:pt x="1228331" y="437964"/>
                    <a:pt x="1229143" y="435529"/>
                  </a:cubicBezTo>
                  <a:close/>
                  <a:moveTo>
                    <a:pt x="1229143" y="449331"/>
                  </a:moveTo>
                  <a:cubicBezTo>
                    <a:pt x="1229143" y="448519"/>
                    <a:pt x="1229143" y="447707"/>
                    <a:pt x="1229954" y="446895"/>
                  </a:cubicBezTo>
                  <a:cubicBezTo>
                    <a:pt x="1230765" y="446083"/>
                    <a:pt x="1231577" y="446895"/>
                    <a:pt x="1231577" y="446895"/>
                  </a:cubicBezTo>
                  <a:cubicBezTo>
                    <a:pt x="1231577" y="449331"/>
                    <a:pt x="1229954" y="450954"/>
                    <a:pt x="1229143" y="449331"/>
                  </a:cubicBezTo>
                  <a:close/>
                  <a:moveTo>
                    <a:pt x="1229954" y="469628"/>
                  </a:moveTo>
                  <a:cubicBezTo>
                    <a:pt x="1229954" y="469628"/>
                    <a:pt x="1229143" y="469628"/>
                    <a:pt x="1229143" y="469628"/>
                  </a:cubicBezTo>
                  <a:cubicBezTo>
                    <a:pt x="1228331" y="469628"/>
                    <a:pt x="1228331" y="468816"/>
                    <a:pt x="1228331" y="468816"/>
                  </a:cubicBezTo>
                  <a:cubicBezTo>
                    <a:pt x="1228331" y="468004"/>
                    <a:pt x="1229143" y="468004"/>
                    <a:pt x="1229143" y="468816"/>
                  </a:cubicBezTo>
                  <a:cubicBezTo>
                    <a:pt x="1229143" y="468816"/>
                    <a:pt x="1229954" y="469628"/>
                    <a:pt x="1229954" y="469628"/>
                  </a:cubicBezTo>
                  <a:close/>
                  <a:moveTo>
                    <a:pt x="1224275" y="458261"/>
                  </a:moveTo>
                  <a:cubicBezTo>
                    <a:pt x="1224275" y="458261"/>
                    <a:pt x="1225086" y="457450"/>
                    <a:pt x="1225086" y="456637"/>
                  </a:cubicBezTo>
                  <a:cubicBezTo>
                    <a:pt x="1225897" y="454202"/>
                    <a:pt x="1225897" y="453390"/>
                    <a:pt x="1226709" y="454202"/>
                  </a:cubicBezTo>
                  <a:cubicBezTo>
                    <a:pt x="1227520" y="455014"/>
                    <a:pt x="1227520" y="454202"/>
                    <a:pt x="1227520" y="452578"/>
                  </a:cubicBezTo>
                  <a:cubicBezTo>
                    <a:pt x="1227520" y="450954"/>
                    <a:pt x="1227520" y="450954"/>
                    <a:pt x="1228331" y="450954"/>
                  </a:cubicBezTo>
                  <a:cubicBezTo>
                    <a:pt x="1229143" y="450954"/>
                    <a:pt x="1229143" y="452578"/>
                    <a:pt x="1228331" y="453390"/>
                  </a:cubicBezTo>
                  <a:cubicBezTo>
                    <a:pt x="1228331" y="454202"/>
                    <a:pt x="1228331" y="455826"/>
                    <a:pt x="1228331" y="456637"/>
                  </a:cubicBezTo>
                  <a:cubicBezTo>
                    <a:pt x="1229143" y="457450"/>
                    <a:pt x="1228331" y="458261"/>
                    <a:pt x="1227520" y="459073"/>
                  </a:cubicBezTo>
                  <a:cubicBezTo>
                    <a:pt x="1225897" y="460697"/>
                    <a:pt x="1225897" y="459885"/>
                    <a:pt x="1226709" y="459073"/>
                  </a:cubicBezTo>
                  <a:cubicBezTo>
                    <a:pt x="1227520" y="458261"/>
                    <a:pt x="1227520" y="457450"/>
                    <a:pt x="1226709" y="458261"/>
                  </a:cubicBezTo>
                  <a:cubicBezTo>
                    <a:pt x="1225897" y="459073"/>
                    <a:pt x="1225086" y="459885"/>
                    <a:pt x="1225086" y="460697"/>
                  </a:cubicBezTo>
                  <a:cubicBezTo>
                    <a:pt x="1225086" y="463132"/>
                    <a:pt x="1222652" y="466380"/>
                    <a:pt x="1221030" y="464756"/>
                  </a:cubicBezTo>
                  <a:cubicBezTo>
                    <a:pt x="1221030" y="464756"/>
                    <a:pt x="1221030" y="464756"/>
                    <a:pt x="1221030" y="465568"/>
                  </a:cubicBezTo>
                  <a:cubicBezTo>
                    <a:pt x="1221030" y="467192"/>
                    <a:pt x="1220218" y="468004"/>
                    <a:pt x="1219407" y="466380"/>
                  </a:cubicBezTo>
                  <a:cubicBezTo>
                    <a:pt x="1218595" y="467192"/>
                    <a:pt x="1223464" y="459073"/>
                    <a:pt x="1224275" y="458261"/>
                  </a:cubicBezTo>
                  <a:close/>
                  <a:moveTo>
                    <a:pt x="1219407" y="469628"/>
                  </a:moveTo>
                  <a:cubicBezTo>
                    <a:pt x="1220218" y="469628"/>
                    <a:pt x="1220218" y="470439"/>
                    <a:pt x="1220218" y="470439"/>
                  </a:cubicBezTo>
                  <a:cubicBezTo>
                    <a:pt x="1220218" y="471251"/>
                    <a:pt x="1220218" y="471251"/>
                    <a:pt x="1219407" y="471251"/>
                  </a:cubicBezTo>
                  <a:cubicBezTo>
                    <a:pt x="1219407" y="471251"/>
                    <a:pt x="1218595" y="470439"/>
                    <a:pt x="1218595" y="469628"/>
                  </a:cubicBezTo>
                  <a:cubicBezTo>
                    <a:pt x="1218595" y="469628"/>
                    <a:pt x="1219407" y="469628"/>
                    <a:pt x="1219407" y="469628"/>
                  </a:cubicBezTo>
                  <a:close/>
                  <a:moveTo>
                    <a:pt x="1213728" y="472875"/>
                  </a:moveTo>
                  <a:cubicBezTo>
                    <a:pt x="1214539" y="472875"/>
                    <a:pt x="1214539" y="472063"/>
                    <a:pt x="1214539" y="470439"/>
                  </a:cubicBezTo>
                  <a:cubicBezTo>
                    <a:pt x="1214539" y="468816"/>
                    <a:pt x="1215350" y="468004"/>
                    <a:pt x="1215350" y="468004"/>
                  </a:cubicBezTo>
                  <a:cubicBezTo>
                    <a:pt x="1216973" y="468004"/>
                    <a:pt x="1216162" y="470439"/>
                    <a:pt x="1214539" y="472875"/>
                  </a:cubicBezTo>
                  <a:cubicBezTo>
                    <a:pt x="1213728" y="474499"/>
                    <a:pt x="1212917" y="475311"/>
                    <a:pt x="1213728" y="476123"/>
                  </a:cubicBezTo>
                  <a:cubicBezTo>
                    <a:pt x="1214539" y="476934"/>
                    <a:pt x="1213728" y="476934"/>
                    <a:pt x="1212917" y="477747"/>
                  </a:cubicBezTo>
                  <a:cubicBezTo>
                    <a:pt x="1212105" y="477747"/>
                    <a:pt x="1212105" y="477747"/>
                    <a:pt x="1211294" y="476934"/>
                  </a:cubicBezTo>
                  <a:cubicBezTo>
                    <a:pt x="1210482" y="476123"/>
                    <a:pt x="1212105" y="472875"/>
                    <a:pt x="1213728" y="472875"/>
                  </a:cubicBezTo>
                  <a:close/>
                  <a:moveTo>
                    <a:pt x="1210482" y="499667"/>
                  </a:moveTo>
                  <a:cubicBezTo>
                    <a:pt x="1208860" y="499667"/>
                    <a:pt x="1207237" y="494796"/>
                    <a:pt x="1208860" y="494796"/>
                  </a:cubicBezTo>
                  <a:cubicBezTo>
                    <a:pt x="1209671" y="494796"/>
                    <a:pt x="1209671" y="493984"/>
                    <a:pt x="1209671" y="493172"/>
                  </a:cubicBezTo>
                  <a:cubicBezTo>
                    <a:pt x="1209671" y="492360"/>
                    <a:pt x="1209671" y="490736"/>
                    <a:pt x="1210482" y="489113"/>
                  </a:cubicBezTo>
                  <a:cubicBezTo>
                    <a:pt x="1211294" y="486677"/>
                    <a:pt x="1212105" y="485865"/>
                    <a:pt x="1212917" y="486677"/>
                  </a:cubicBezTo>
                  <a:cubicBezTo>
                    <a:pt x="1213728" y="487489"/>
                    <a:pt x="1213728" y="488301"/>
                    <a:pt x="1212917" y="488301"/>
                  </a:cubicBezTo>
                  <a:cubicBezTo>
                    <a:pt x="1212105" y="488301"/>
                    <a:pt x="1212105" y="489113"/>
                    <a:pt x="1212917" y="489925"/>
                  </a:cubicBezTo>
                  <a:cubicBezTo>
                    <a:pt x="1213728" y="490736"/>
                    <a:pt x="1213728" y="491548"/>
                    <a:pt x="1212917" y="491548"/>
                  </a:cubicBezTo>
                  <a:cubicBezTo>
                    <a:pt x="1211294" y="492360"/>
                    <a:pt x="1209671" y="497231"/>
                    <a:pt x="1211294" y="498855"/>
                  </a:cubicBezTo>
                  <a:cubicBezTo>
                    <a:pt x="1211294" y="498855"/>
                    <a:pt x="1211294" y="499667"/>
                    <a:pt x="1210482" y="499667"/>
                  </a:cubicBezTo>
                  <a:close/>
                  <a:moveTo>
                    <a:pt x="1212105" y="516717"/>
                  </a:moveTo>
                  <a:cubicBezTo>
                    <a:pt x="1211294" y="518341"/>
                    <a:pt x="1210482" y="518341"/>
                    <a:pt x="1210482" y="515905"/>
                  </a:cubicBezTo>
                  <a:cubicBezTo>
                    <a:pt x="1210482" y="515093"/>
                    <a:pt x="1211294" y="514281"/>
                    <a:pt x="1211294" y="515093"/>
                  </a:cubicBezTo>
                  <a:cubicBezTo>
                    <a:pt x="1212917" y="515905"/>
                    <a:pt x="1212917" y="515905"/>
                    <a:pt x="1212105" y="516717"/>
                  </a:cubicBezTo>
                  <a:close/>
                  <a:moveTo>
                    <a:pt x="1213728" y="512657"/>
                  </a:moveTo>
                  <a:cubicBezTo>
                    <a:pt x="1213728" y="512657"/>
                    <a:pt x="1212917" y="511845"/>
                    <a:pt x="1212917" y="511845"/>
                  </a:cubicBezTo>
                  <a:cubicBezTo>
                    <a:pt x="1212105" y="511033"/>
                    <a:pt x="1212917" y="511033"/>
                    <a:pt x="1213728" y="511033"/>
                  </a:cubicBezTo>
                  <a:cubicBezTo>
                    <a:pt x="1214539" y="511033"/>
                    <a:pt x="1214539" y="511845"/>
                    <a:pt x="1214539" y="512657"/>
                  </a:cubicBezTo>
                  <a:cubicBezTo>
                    <a:pt x="1214539" y="511845"/>
                    <a:pt x="1213728" y="512657"/>
                    <a:pt x="1213728" y="512657"/>
                  </a:cubicBezTo>
                  <a:close/>
                  <a:moveTo>
                    <a:pt x="1214539" y="481806"/>
                  </a:moveTo>
                  <a:cubicBezTo>
                    <a:pt x="1213728" y="481806"/>
                    <a:pt x="1213728" y="480994"/>
                    <a:pt x="1213728" y="480182"/>
                  </a:cubicBezTo>
                  <a:cubicBezTo>
                    <a:pt x="1213728" y="479370"/>
                    <a:pt x="1214539" y="479370"/>
                    <a:pt x="1214539" y="480182"/>
                  </a:cubicBezTo>
                  <a:cubicBezTo>
                    <a:pt x="1215350" y="480182"/>
                    <a:pt x="1215350" y="480994"/>
                    <a:pt x="1215350" y="481806"/>
                  </a:cubicBezTo>
                  <a:cubicBezTo>
                    <a:pt x="1216162" y="480994"/>
                    <a:pt x="1215350" y="481806"/>
                    <a:pt x="1214539" y="481806"/>
                  </a:cubicBezTo>
                  <a:close/>
                  <a:moveTo>
                    <a:pt x="1215350" y="476934"/>
                  </a:moveTo>
                  <a:cubicBezTo>
                    <a:pt x="1215350" y="476123"/>
                    <a:pt x="1216162" y="475311"/>
                    <a:pt x="1216162" y="474499"/>
                  </a:cubicBezTo>
                  <a:cubicBezTo>
                    <a:pt x="1216162" y="473687"/>
                    <a:pt x="1216973" y="473687"/>
                    <a:pt x="1216973" y="474499"/>
                  </a:cubicBezTo>
                  <a:cubicBezTo>
                    <a:pt x="1217784" y="475311"/>
                    <a:pt x="1217784" y="474499"/>
                    <a:pt x="1217784" y="473687"/>
                  </a:cubicBezTo>
                  <a:cubicBezTo>
                    <a:pt x="1216973" y="471251"/>
                    <a:pt x="1217784" y="471251"/>
                    <a:pt x="1219407" y="474499"/>
                  </a:cubicBezTo>
                  <a:cubicBezTo>
                    <a:pt x="1220218" y="476123"/>
                    <a:pt x="1220218" y="476934"/>
                    <a:pt x="1218595" y="477747"/>
                  </a:cubicBezTo>
                  <a:cubicBezTo>
                    <a:pt x="1216162" y="478558"/>
                    <a:pt x="1214539" y="478558"/>
                    <a:pt x="1215350" y="476934"/>
                  </a:cubicBezTo>
                  <a:close/>
                  <a:moveTo>
                    <a:pt x="1220218" y="491548"/>
                  </a:moveTo>
                  <a:cubicBezTo>
                    <a:pt x="1220218" y="492360"/>
                    <a:pt x="1220218" y="493172"/>
                    <a:pt x="1219407" y="493172"/>
                  </a:cubicBezTo>
                  <a:cubicBezTo>
                    <a:pt x="1219407" y="493172"/>
                    <a:pt x="1218595" y="492360"/>
                    <a:pt x="1218595" y="491548"/>
                  </a:cubicBezTo>
                  <a:cubicBezTo>
                    <a:pt x="1218595" y="490736"/>
                    <a:pt x="1218595" y="489925"/>
                    <a:pt x="1218595" y="489925"/>
                  </a:cubicBezTo>
                  <a:cubicBezTo>
                    <a:pt x="1219407" y="489925"/>
                    <a:pt x="1220218" y="490736"/>
                    <a:pt x="1220218" y="491548"/>
                  </a:cubicBezTo>
                  <a:close/>
                  <a:moveTo>
                    <a:pt x="1218595" y="504539"/>
                  </a:moveTo>
                  <a:cubicBezTo>
                    <a:pt x="1217784" y="504539"/>
                    <a:pt x="1216973" y="504539"/>
                    <a:pt x="1216973" y="504539"/>
                  </a:cubicBezTo>
                  <a:cubicBezTo>
                    <a:pt x="1216973" y="504539"/>
                    <a:pt x="1217784" y="503726"/>
                    <a:pt x="1218595" y="503726"/>
                  </a:cubicBezTo>
                  <a:cubicBezTo>
                    <a:pt x="1219407" y="503726"/>
                    <a:pt x="1220218" y="503726"/>
                    <a:pt x="1220218" y="504539"/>
                  </a:cubicBezTo>
                  <a:cubicBezTo>
                    <a:pt x="1220218" y="504539"/>
                    <a:pt x="1219407" y="504539"/>
                    <a:pt x="1218595" y="504539"/>
                  </a:cubicBezTo>
                  <a:close/>
                  <a:moveTo>
                    <a:pt x="1223464" y="501291"/>
                  </a:moveTo>
                  <a:cubicBezTo>
                    <a:pt x="1222652" y="501291"/>
                    <a:pt x="1221841" y="500479"/>
                    <a:pt x="1222652" y="499667"/>
                  </a:cubicBezTo>
                  <a:cubicBezTo>
                    <a:pt x="1222652" y="498855"/>
                    <a:pt x="1224275" y="498855"/>
                    <a:pt x="1224275" y="498855"/>
                  </a:cubicBezTo>
                  <a:cubicBezTo>
                    <a:pt x="1225086" y="498855"/>
                    <a:pt x="1225086" y="499667"/>
                    <a:pt x="1225086" y="500479"/>
                  </a:cubicBezTo>
                  <a:cubicBezTo>
                    <a:pt x="1225086" y="500479"/>
                    <a:pt x="1224275" y="501291"/>
                    <a:pt x="1223464" y="501291"/>
                  </a:cubicBezTo>
                  <a:close/>
                  <a:moveTo>
                    <a:pt x="1227520" y="494796"/>
                  </a:moveTo>
                  <a:cubicBezTo>
                    <a:pt x="1227520" y="495608"/>
                    <a:pt x="1226709" y="494796"/>
                    <a:pt x="1225897" y="493984"/>
                  </a:cubicBezTo>
                  <a:cubicBezTo>
                    <a:pt x="1225086" y="493172"/>
                    <a:pt x="1225086" y="493172"/>
                    <a:pt x="1223464" y="495608"/>
                  </a:cubicBezTo>
                  <a:cubicBezTo>
                    <a:pt x="1222652" y="497231"/>
                    <a:pt x="1221841" y="499667"/>
                    <a:pt x="1221030" y="500479"/>
                  </a:cubicBezTo>
                  <a:cubicBezTo>
                    <a:pt x="1220218" y="502915"/>
                    <a:pt x="1220218" y="502103"/>
                    <a:pt x="1219407" y="500479"/>
                  </a:cubicBezTo>
                  <a:cubicBezTo>
                    <a:pt x="1219407" y="498855"/>
                    <a:pt x="1219407" y="497231"/>
                    <a:pt x="1221030" y="496420"/>
                  </a:cubicBezTo>
                  <a:cubicBezTo>
                    <a:pt x="1222652" y="495608"/>
                    <a:pt x="1222652" y="493984"/>
                    <a:pt x="1222652" y="493984"/>
                  </a:cubicBezTo>
                  <a:cubicBezTo>
                    <a:pt x="1222652" y="493172"/>
                    <a:pt x="1222652" y="493172"/>
                    <a:pt x="1223464" y="492360"/>
                  </a:cubicBezTo>
                  <a:cubicBezTo>
                    <a:pt x="1225086" y="490736"/>
                    <a:pt x="1228331" y="493984"/>
                    <a:pt x="1227520" y="494796"/>
                  </a:cubicBezTo>
                  <a:close/>
                  <a:moveTo>
                    <a:pt x="1229954" y="479370"/>
                  </a:moveTo>
                  <a:cubicBezTo>
                    <a:pt x="1229954" y="480994"/>
                    <a:pt x="1229143" y="482618"/>
                    <a:pt x="1229143" y="483429"/>
                  </a:cubicBezTo>
                  <a:cubicBezTo>
                    <a:pt x="1228331" y="485053"/>
                    <a:pt x="1222652" y="485053"/>
                    <a:pt x="1222652" y="484242"/>
                  </a:cubicBezTo>
                  <a:cubicBezTo>
                    <a:pt x="1222652" y="483429"/>
                    <a:pt x="1223464" y="483429"/>
                    <a:pt x="1223464" y="483429"/>
                  </a:cubicBezTo>
                  <a:cubicBezTo>
                    <a:pt x="1226709" y="484242"/>
                    <a:pt x="1227520" y="483429"/>
                    <a:pt x="1229143" y="480182"/>
                  </a:cubicBezTo>
                  <a:cubicBezTo>
                    <a:pt x="1229954" y="477747"/>
                    <a:pt x="1229954" y="476934"/>
                    <a:pt x="1229954" y="479370"/>
                  </a:cubicBezTo>
                  <a:close/>
                  <a:moveTo>
                    <a:pt x="1231577" y="468004"/>
                  </a:moveTo>
                  <a:cubicBezTo>
                    <a:pt x="1230765" y="468004"/>
                    <a:pt x="1229954" y="468004"/>
                    <a:pt x="1229954" y="467192"/>
                  </a:cubicBezTo>
                  <a:cubicBezTo>
                    <a:pt x="1229954" y="465568"/>
                    <a:pt x="1231577" y="464756"/>
                    <a:pt x="1232388" y="466380"/>
                  </a:cubicBezTo>
                  <a:cubicBezTo>
                    <a:pt x="1233199" y="466380"/>
                    <a:pt x="1232388" y="467192"/>
                    <a:pt x="1231577" y="468004"/>
                  </a:cubicBezTo>
                  <a:close/>
                  <a:moveTo>
                    <a:pt x="1235633" y="468816"/>
                  </a:moveTo>
                  <a:cubicBezTo>
                    <a:pt x="1234011" y="472875"/>
                    <a:pt x="1230765" y="475311"/>
                    <a:pt x="1232388" y="471251"/>
                  </a:cubicBezTo>
                  <a:cubicBezTo>
                    <a:pt x="1234011" y="467192"/>
                    <a:pt x="1237256" y="463132"/>
                    <a:pt x="1237256" y="463945"/>
                  </a:cubicBezTo>
                  <a:cubicBezTo>
                    <a:pt x="1237256" y="464756"/>
                    <a:pt x="1236444" y="467192"/>
                    <a:pt x="1235633" y="468816"/>
                  </a:cubicBezTo>
                  <a:close/>
                  <a:moveTo>
                    <a:pt x="1238067" y="458261"/>
                  </a:moveTo>
                  <a:cubicBezTo>
                    <a:pt x="1237256" y="459885"/>
                    <a:pt x="1237256" y="459885"/>
                    <a:pt x="1237256" y="456637"/>
                  </a:cubicBezTo>
                  <a:cubicBezTo>
                    <a:pt x="1237256" y="455014"/>
                    <a:pt x="1238067" y="453390"/>
                    <a:pt x="1238067" y="453390"/>
                  </a:cubicBezTo>
                  <a:cubicBezTo>
                    <a:pt x="1238878" y="453390"/>
                    <a:pt x="1238878" y="454202"/>
                    <a:pt x="1238878" y="455014"/>
                  </a:cubicBezTo>
                  <a:cubicBezTo>
                    <a:pt x="1238878" y="455014"/>
                    <a:pt x="1238878" y="456637"/>
                    <a:pt x="1238067" y="458261"/>
                  </a:cubicBezTo>
                  <a:close/>
                  <a:moveTo>
                    <a:pt x="1237256" y="442024"/>
                  </a:moveTo>
                  <a:cubicBezTo>
                    <a:pt x="1236444" y="442024"/>
                    <a:pt x="1237256" y="441212"/>
                    <a:pt x="1238067" y="440400"/>
                  </a:cubicBezTo>
                  <a:cubicBezTo>
                    <a:pt x="1238878" y="439588"/>
                    <a:pt x="1239690" y="438776"/>
                    <a:pt x="1239690" y="437964"/>
                  </a:cubicBezTo>
                  <a:cubicBezTo>
                    <a:pt x="1239690" y="437152"/>
                    <a:pt x="1239690" y="437152"/>
                    <a:pt x="1240501" y="437152"/>
                  </a:cubicBezTo>
                  <a:cubicBezTo>
                    <a:pt x="1241313" y="437964"/>
                    <a:pt x="1242935" y="435529"/>
                    <a:pt x="1242935" y="433093"/>
                  </a:cubicBezTo>
                  <a:cubicBezTo>
                    <a:pt x="1242935" y="432281"/>
                    <a:pt x="1242935" y="431469"/>
                    <a:pt x="1243746" y="431469"/>
                  </a:cubicBezTo>
                  <a:cubicBezTo>
                    <a:pt x="1245369" y="431469"/>
                    <a:pt x="1243746" y="436340"/>
                    <a:pt x="1241313" y="439588"/>
                  </a:cubicBezTo>
                  <a:cubicBezTo>
                    <a:pt x="1238878" y="441212"/>
                    <a:pt x="1237256" y="442024"/>
                    <a:pt x="1237256" y="442024"/>
                  </a:cubicBezTo>
                  <a:close/>
                  <a:moveTo>
                    <a:pt x="1240501" y="451766"/>
                  </a:moveTo>
                  <a:cubicBezTo>
                    <a:pt x="1240501" y="450954"/>
                    <a:pt x="1241313" y="449331"/>
                    <a:pt x="1241313" y="448519"/>
                  </a:cubicBezTo>
                  <a:cubicBezTo>
                    <a:pt x="1242124" y="447707"/>
                    <a:pt x="1242124" y="447707"/>
                    <a:pt x="1242124" y="448519"/>
                  </a:cubicBezTo>
                  <a:cubicBezTo>
                    <a:pt x="1242124" y="450142"/>
                    <a:pt x="1240501" y="452578"/>
                    <a:pt x="1240501" y="451766"/>
                  </a:cubicBezTo>
                  <a:close/>
                  <a:moveTo>
                    <a:pt x="1242935" y="453390"/>
                  </a:moveTo>
                  <a:cubicBezTo>
                    <a:pt x="1242124" y="453390"/>
                    <a:pt x="1242124" y="453390"/>
                    <a:pt x="1242124" y="452578"/>
                  </a:cubicBezTo>
                  <a:cubicBezTo>
                    <a:pt x="1242124" y="451766"/>
                    <a:pt x="1242935" y="450954"/>
                    <a:pt x="1242935" y="450954"/>
                  </a:cubicBezTo>
                  <a:cubicBezTo>
                    <a:pt x="1243746" y="450954"/>
                    <a:pt x="1243746" y="450954"/>
                    <a:pt x="1243746" y="450954"/>
                  </a:cubicBezTo>
                  <a:cubicBezTo>
                    <a:pt x="1244558" y="452578"/>
                    <a:pt x="1243746" y="452578"/>
                    <a:pt x="1242935" y="453390"/>
                  </a:cubicBezTo>
                  <a:close/>
                  <a:moveTo>
                    <a:pt x="1245369" y="417667"/>
                  </a:moveTo>
                  <a:cubicBezTo>
                    <a:pt x="1246180" y="416855"/>
                    <a:pt x="1246180" y="416855"/>
                    <a:pt x="1246991" y="417667"/>
                  </a:cubicBezTo>
                  <a:cubicBezTo>
                    <a:pt x="1246991" y="418479"/>
                    <a:pt x="1246991" y="418479"/>
                    <a:pt x="1246180" y="418479"/>
                  </a:cubicBezTo>
                  <a:cubicBezTo>
                    <a:pt x="1245369" y="418479"/>
                    <a:pt x="1245369" y="419291"/>
                    <a:pt x="1245369" y="420103"/>
                  </a:cubicBezTo>
                  <a:cubicBezTo>
                    <a:pt x="1245369" y="420915"/>
                    <a:pt x="1245369" y="421727"/>
                    <a:pt x="1245369" y="421727"/>
                  </a:cubicBezTo>
                  <a:cubicBezTo>
                    <a:pt x="1244558" y="421727"/>
                    <a:pt x="1244558" y="418479"/>
                    <a:pt x="1245369" y="417667"/>
                  </a:cubicBezTo>
                  <a:close/>
                  <a:moveTo>
                    <a:pt x="1246991" y="442024"/>
                  </a:moveTo>
                  <a:cubicBezTo>
                    <a:pt x="1244558" y="442836"/>
                    <a:pt x="1244558" y="442836"/>
                    <a:pt x="1245369" y="441212"/>
                  </a:cubicBezTo>
                  <a:cubicBezTo>
                    <a:pt x="1246180" y="439588"/>
                    <a:pt x="1246991" y="438776"/>
                    <a:pt x="1246991" y="438776"/>
                  </a:cubicBezTo>
                  <a:cubicBezTo>
                    <a:pt x="1247803" y="438776"/>
                    <a:pt x="1247803" y="439588"/>
                    <a:pt x="1246991" y="439588"/>
                  </a:cubicBezTo>
                  <a:cubicBezTo>
                    <a:pt x="1246180" y="440400"/>
                    <a:pt x="1246991" y="440400"/>
                    <a:pt x="1246991" y="440400"/>
                  </a:cubicBezTo>
                  <a:cubicBezTo>
                    <a:pt x="1247803" y="440400"/>
                    <a:pt x="1248614" y="439588"/>
                    <a:pt x="1248614" y="437964"/>
                  </a:cubicBezTo>
                  <a:cubicBezTo>
                    <a:pt x="1248614" y="437152"/>
                    <a:pt x="1249426" y="436340"/>
                    <a:pt x="1250237" y="436340"/>
                  </a:cubicBezTo>
                  <a:cubicBezTo>
                    <a:pt x="1250237" y="436340"/>
                    <a:pt x="1250237" y="437152"/>
                    <a:pt x="1249426" y="437964"/>
                  </a:cubicBezTo>
                  <a:cubicBezTo>
                    <a:pt x="1250237" y="439588"/>
                    <a:pt x="1248614" y="441212"/>
                    <a:pt x="1246991" y="442024"/>
                  </a:cubicBezTo>
                  <a:close/>
                  <a:moveTo>
                    <a:pt x="1253482" y="441212"/>
                  </a:moveTo>
                  <a:cubicBezTo>
                    <a:pt x="1251860" y="443648"/>
                    <a:pt x="1251048" y="445271"/>
                    <a:pt x="1250237" y="445271"/>
                  </a:cubicBezTo>
                  <a:cubicBezTo>
                    <a:pt x="1249426" y="445271"/>
                    <a:pt x="1251048" y="441212"/>
                    <a:pt x="1253482" y="438776"/>
                  </a:cubicBezTo>
                  <a:cubicBezTo>
                    <a:pt x="1254293" y="437152"/>
                    <a:pt x="1255105" y="436340"/>
                    <a:pt x="1255105" y="436340"/>
                  </a:cubicBezTo>
                  <a:cubicBezTo>
                    <a:pt x="1255916" y="436340"/>
                    <a:pt x="1255105" y="437964"/>
                    <a:pt x="1253482" y="441212"/>
                  </a:cubicBezTo>
                  <a:close/>
                  <a:moveTo>
                    <a:pt x="1255916" y="422539"/>
                  </a:moveTo>
                  <a:cubicBezTo>
                    <a:pt x="1256727" y="420915"/>
                    <a:pt x="1256727" y="421727"/>
                    <a:pt x="1256727" y="423350"/>
                  </a:cubicBezTo>
                  <a:cubicBezTo>
                    <a:pt x="1256727" y="424974"/>
                    <a:pt x="1255916" y="425786"/>
                    <a:pt x="1255916" y="425786"/>
                  </a:cubicBezTo>
                  <a:cubicBezTo>
                    <a:pt x="1254293" y="425786"/>
                    <a:pt x="1254293" y="424162"/>
                    <a:pt x="1255916" y="422539"/>
                  </a:cubicBezTo>
                  <a:close/>
                  <a:moveTo>
                    <a:pt x="1279444" y="394935"/>
                  </a:moveTo>
                  <a:cubicBezTo>
                    <a:pt x="1279444" y="395746"/>
                    <a:pt x="1277822" y="397370"/>
                    <a:pt x="1277010" y="399806"/>
                  </a:cubicBezTo>
                  <a:cubicBezTo>
                    <a:pt x="1276199" y="402242"/>
                    <a:pt x="1274576" y="404677"/>
                    <a:pt x="1273765" y="405489"/>
                  </a:cubicBezTo>
                  <a:cubicBezTo>
                    <a:pt x="1272954" y="406301"/>
                    <a:pt x="1271331" y="409548"/>
                    <a:pt x="1269709" y="411984"/>
                  </a:cubicBezTo>
                  <a:cubicBezTo>
                    <a:pt x="1268086" y="415232"/>
                    <a:pt x="1265652" y="418479"/>
                    <a:pt x="1264840" y="420103"/>
                  </a:cubicBezTo>
                  <a:cubicBezTo>
                    <a:pt x="1264029" y="421727"/>
                    <a:pt x="1257539" y="435529"/>
                    <a:pt x="1255916" y="434717"/>
                  </a:cubicBezTo>
                  <a:cubicBezTo>
                    <a:pt x="1255105" y="434717"/>
                    <a:pt x="1255916" y="433093"/>
                    <a:pt x="1257539" y="430657"/>
                  </a:cubicBezTo>
                  <a:cubicBezTo>
                    <a:pt x="1259161" y="428222"/>
                    <a:pt x="1259973" y="426598"/>
                    <a:pt x="1259161" y="426598"/>
                  </a:cubicBezTo>
                  <a:cubicBezTo>
                    <a:pt x="1258350" y="426598"/>
                    <a:pt x="1259161" y="425786"/>
                    <a:pt x="1259973" y="424974"/>
                  </a:cubicBezTo>
                  <a:cubicBezTo>
                    <a:pt x="1260784" y="424162"/>
                    <a:pt x="1261596" y="422539"/>
                    <a:pt x="1261596" y="421727"/>
                  </a:cubicBezTo>
                  <a:cubicBezTo>
                    <a:pt x="1261596" y="420103"/>
                    <a:pt x="1262407" y="419291"/>
                    <a:pt x="1262407" y="419291"/>
                  </a:cubicBezTo>
                  <a:cubicBezTo>
                    <a:pt x="1263218" y="419291"/>
                    <a:pt x="1264029" y="417667"/>
                    <a:pt x="1265652" y="416043"/>
                  </a:cubicBezTo>
                  <a:cubicBezTo>
                    <a:pt x="1270520" y="406301"/>
                    <a:pt x="1278633" y="394123"/>
                    <a:pt x="1279444" y="394935"/>
                  </a:cubicBezTo>
                  <a:cubicBezTo>
                    <a:pt x="1279444" y="394123"/>
                    <a:pt x="1279444" y="394935"/>
                    <a:pt x="1279444" y="394935"/>
                  </a:cubicBezTo>
                  <a:close/>
                  <a:moveTo>
                    <a:pt x="1282690" y="393311"/>
                  </a:moveTo>
                  <a:cubicBezTo>
                    <a:pt x="1282690" y="394123"/>
                    <a:pt x="1281878" y="394935"/>
                    <a:pt x="1281067" y="394935"/>
                  </a:cubicBezTo>
                  <a:cubicBezTo>
                    <a:pt x="1279444" y="394935"/>
                    <a:pt x="1279444" y="392499"/>
                    <a:pt x="1280256" y="391687"/>
                  </a:cubicBezTo>
                  <a:cubicBezTo>
                    <a:pt x="1281067" y="390875"/>
                    <a:pt x="1281067" y="390875"/>
                    <a:pt x="1281067" y="391687"/>
                  </a:cubicBezTo>
                  <a:cubicBezTo>
                    <a:pt x="1281067" y="392499"/>
                    <a:pt x="1281067" y="392499"/>
                    <a:pt x="1281878" y="392499"/>
                  </a:cubicBezTo>
                  <a:cubicBezTo>
                    <a:pt x="1283501" y="391687"/>
                    <a:pt x="1283501" y="392499"/>
                    <a:pt x="1282690" y="393311"/>
                  </a:cubicBezTo>
                  <a:close/>
                  <a:moveTo>
                    <a:pt x="1283501" y="368142"/>
                  </a:moveTo>
                  <a:cubicBezTo>
                    <a:pt x="1283501" y="368954"/>
                    <a:pt x="1282690" y="370578"/>
                    <a:pt x="1281878" y="371390"/>
                  </a:cubicBezTo>
                  <a:cubicBezTo>
                    <a:pt x="1280256" y="372202"/>
                    <a:pt x="1279444" y="373826"/>
                    <a:pt x="1279444" y="374638"/>
                  </a:cubicBezTo>
                  <a:cubicBezTo>
                    <a:pt x="1279444" y="375449"/>
                    <a:pt x="1278633" y="377073"/>
                    <a:pt x="1277822" y="377885"/>
                  </a:cubicBezTo>
                  <a:cubicBezTo>
                    <a:pt x="1276199" y="381133"/>
                    <a:pt x="1272954" y="381133"/>
                    <a:pt x="1274576" y="377885"/>
                  </a:cubicBezTo>
                  <a:cubicBezTo>
                    <a:pt x="1275387" y="376261"/>
                    <a:pt x="1275387" y="376261"/>
                    <a:pt x="1273765" y="377073"/>
                  </a:cubicBezTo>
                  <a:cubicBezTo>
                    <a:pt x="1272143" y="377885"/>
                    <a:pt x="1272143" y="377885"/>
                    <a:pt x="1273765" y="376261"/>
                  </a:cubicBezTo>
                  <a:cubicBezTo>
                    <a:pt x="1274576" y="374638"/>
                    <a:pt x="1275387" y="373826"/>
                    <a:pt x="1276199" y="374638"/>
                  </a:cubicBezTo>
                  <a:cubicBezTo>
                    <a:pt x="1277010" y="374638"/>
                    <a:pt x="1277010" y="374638"/>
                    <a:pt x="1277822" y="374638"/>
                  </a:cubicBezTo>
                  <a:cubicBezTo>
                    <a:pt x="1278633" y="373826"/>
                    <a:pt x="1277822" y="373826"/>
                    <a:pt x="1277010" y="373826"/>
                  </a:cubicBezTo>
                  <a:cubicBezTo>
                    <a:pt x="1276199" y="373826"/>
                    <a:pt x="1277010" y="373014"/>
                    <a:pt x="1279444" y="372202"/>
                  </a:cubicBezTo>
                  <a:cubicBezTo>
                    <a:pt x="1282690" y="371390"/>
                    <a:pt x="1284312" y="369766"/>
                    <a:pt x="1281878" y="369766"/>
                  </a:cubicBezTo>
                  <a:cubicBezTo>
                    <a:pt x="1279444" y="369766"/>
                    <a:pt x="1278633" y="368954"/>
                    <a:pt x="1279444" y="368142"/>
                  </a:cubicBezTo>
                  <a:cubicBezTo>
                    <a:pt x="1280256" y="367331"/>
                    <a:pt x="1280256" y="367331"/>
                    <a:pt x="1281067" y="367331"/>
                  </a:cubicBezTo>
                  <a:cubicBezTo>
                    <a:pt x="1281878" y="367331"/>
                    <a:pt x="1281878" y="367331"/>
                    <a:pt x="1282690" y="365707"/>
                  </a:cubicBezTo>
                  <a:cubicBezTo>
                    <a:pt x="1282690" y="364895"/>
                    <a:pt x="1283501" y="364083"/>
                    <a:pt x="1284312" y="364083"/>
                  </a:cubicBezTo>
                  <a:cubicBezTo>
                    <a:pt x="1285123" y="364083"/>
                    <a:pt x="1285123" y="364083"/>
                    <a:pt x="1285123" y="362459"/>
                  </a:cubicBezTo>
                  <a:cubicBezTo>
                    <a:pt x="1285123" y="361648"/>
                    <a:pt x="1285123" y="360024"/>
                    <a:pt x="1284312" y="360024"/>
                  </a:cubicBezTo>
                  <a:cubicBezTo>
                    <a:pt x="1283501" y="360024"/>
                    <a:pt x="1284312" y="359212"/>
                    <a:pt x="1284312" y="359212"/>
                  </a:cubicBezTo>
                  <a:cubicBezTo>
                    <a:pt x="1285123" y="357588"/>
                    <a:pt x="1289180" y="360024"/>
                    <a:pt x="1289180" y="361648"/>
                  </a:cubicBezTo>
                  <a:cubicBezTo>
                    <a:pt x="1289180" y="362459"/>
                    <a:pt x="1288369" y="363271"/>
                    <a:pt x="1286746" y="364083"/>
                  </a:cubicBezTo>
                  <a:cubicBezTo>
                    <a:pt x="1284312" y="366519"/>
                    <a:pt x="1283501" y="367331"/>
                    <a:pt x="1283501" y="368142"/>
                  </a:cubicBezTo>
                  <a:close/>
                  <a:moveTo>
                    <a:pt x="1285935" y="383568"/>
                  </a:moveTo>
                  <a:cubicBezTo>
                    <a:pt x="1284312" y="384380"/>
                    <a:pt x="1284312" y="384380"/>
                    <a:pt x="1285935" y="383568"/>
                  </a:cubicBezTo>
                  <a:cubicBezTo>
                    <a:pt x="1285935" y="381945"/>
                    <a:pt x="1286746" y="381133"/>
                    <a:pt x="1286746" y="381945"/>
                  </a:cubicBezTo>
                  <a:cubicBezTo>
                    <a:pt x="1286746" y="381945"/>
                    <a:pt x="1286746" y="382756"/>
                    <a:pt x="1285935" y="383568"/>
                  </a:cubicBezTo>
                  <a:close/>
                  <a:moveTo>
                    <a:pt x="1287557" y="384380"/>
                  </a:moveTo>
                  <a:cubicBezTo>
                    <a:pt x="1288369" y="384380"/>
                    <a:pt x="1288369" y="384380"/>
                    <a:pt x="1288369" y="385192"/>
                  </a:cubicBezTo>
                  <a:cubicBezTo>
                    <a:pt x="1288369" y="386816"/>
                    <a:pt x="1287557" y="387628"/>
                    <a:pt x="1286746" y="386004"/>
                  </a:cubicBezTo>
                  <a:cubicBezTo>
                    <a:pt x="1286746" y="385192"/>
                    <a:pt x="1286746" y="384380"/>
                    <a:pt x="1287557" y="384380"/>
                  </a:cubicBezTo>
                  <a:close/>
                  <a:moveTo>
                    <a:pt x="1289180" y="363271"/>
                  </a:moveTo>
                  <a:cubicBezTo>
                    <a:pt x="1288369" y="363271"/>
                    <a:pt x="1288369" y="362459"/>
                    <a:pt x="1288369" y="361648"/>
                  </a:cubicBezTo>
                  <a:cubicBezTo>
                    <a:pt x="1288369" y="360836"/>
                    <a:pt x="1289180" y="360836"/>
                    <a:pt x="1289180" y="361648"/>
                  </a:cubicBezTo>
                  <a:cubicBezTo>
                    <a:pt x="1289992" y="361648"/>
                    <a:pt x="1289992" y="362459"/>
                    <a:pt x="1289992" y="362459"/>
                  </a:cubicBezTo>
                  <a:cubicBezTo>
                    <a:pt x="1289992" y="363271"/>
                    <a:pt x="1289992" y="363271"/>
                    <a:pt x="1289180" y="363271"/>
                  </a:cubicBezTo>
                  <a:close/>
                  <a:moveTo>
                    <a:pt x="1293237" y="353529"/>
                  </a:moveTo>
                  <a:cubicBezTo>
                    <a:pt x="1290803" y="354341"/>
                    <a:pt x="1289992" y="354341"/>
                    <a:pt x="1289992" y="355964"/>
                  </a:cubicBezTo>
                  <a:cubicBezTo>
                    <a:pt x="1289992" y="358400"/>
                    <a:pt x="1287557" y="360836"/>
                    <a:pt x="1287557" y="359212"/>
                  </a:cubicBezTo>
                  <a:cubicBezTo>
                    <a:pt x="1287557" y="358400"/>
                    <a:pt x="1286746" y="358400"/>
                    <a:pt x="1285935" y="358400"/>
                  </a:cubicBezTo>
                  <a:cubicBezTo>
                    <a:pt x="1285123" y="358400"/>
                    <a:pt x="1284312" y="358400"/>
                    <a:pt x="1285123" y="357588"/>
                  </a:cubicBezTo>
                  <a:cubicBezTo>
                    <a:pt x="1285123" y="356776"/>
                    <a:pt x="1286746" y="355964"/>
                    <a:pt x="1286746" y="356776"/>
                  </a:cubicBezTo>
                  <a:cubicBezTo>
                    <a:pt x="1287557" y="356776"/>
                    <a:pt x="1287557" y="356776"/>
                    <a:pt x="1287557" y="355964"/>
                  </a:cubicBezTo>
                  <a:cubicBezTo>
                    <a:pt x="1287557" y="355152"/>
                    <a:pt x="1287557" y="355152"/>
                    <a:pt x="1288369" y="355152"/>
                  </a:cubicBezTo>
                  <a:cubicBezTo>
                    <a:pt x="1289180" y="355152"/>
                    <a:pt x="1289180" y="354341"/>
                    <a:pt x="1289180" y="353529"/>
                  </a:cubicBezTo>
                  <a:cubicBezTo>
                    <a:pt x="1289180" y="352717"/>
                    <a:pt x="1289180" y="351093"/>
                    <a:pt x="1289992" y="350281"/>
                  </a:cubicBezTo>
                  <a:cubicBezTo>
                    <a:pt x="1290803" y="349469"/>
                    <a:pt x="1290803" y="349469"/>
                    <a:pt x="1290803" y="351093"/>
                  </a:cubicBezTo>
                  <a:cubicBezTo>
                    <a:pt x="1290803" y="352717"/>
                    <a:pt x="1290803" y="353529"/>
                    <a:pt x="1290803" y="353529"/>
                  </a:cubicBezTo>
                  <a:cubicBezTo>
                    <a:pt x="1290803" y="353529"/>
                    <a:pt x="1292425" y="353529"/>
                    <a:pt x="1294859" y="352717"/>
                  </a:cubicBezTo>
                  <a:cubicBezTo>
                    <a:pt x="1296482" y="352717"/>
                    <a:pt x="1298105" y="352717"/>
                    <a:pt x="1298105" y="352717"/>
                  </a:cubicBezTo>
                  <a:cubicBezTo>
                    <a:pt x="1296482" y="352717"/>
                    <a:pt x="1294859" y="352717"/>
                    <a:pt x="1293237" y="353529"/>
                  </a:cubicBezTo>
                  <a:close/>
                  <a:moveTo>
                    <a:pt x="1297293" y="339727"/>
                  </a:moveTo>
                  <a:cubicBezTo>
                    <a:pt x="1297293" y="342162"/>
                    <a:pt x="1293237" y="346222"/>
                    <a:pt x="1291614" y="345410"/>
                  </a:cubicBezTo>
                  <a:cubicBezTo>
                    <a:pt x="1290803" y="345410"/>
                    <a:pt x="1289992" y="346222"/>
                    <a:pt x="1288369" y="348657"/>
                  </a:cubicBezTo>
                  <a:cubicBezTo>
                    <a:pt x="1287557" y="350281"/>
                    <a:pt x="1285123" y="352717"/>
                    <a:pt x="1285123" y="353529"/>
                  </a:cubicBezTo>
                  <a:cubicBezTo>
                    <a:pt x="1283501" y="355152"/>
                    <a:pt x="1282690" y="355152"/>
                    <a:pt x="1282690" y="353529"/>
                  </a:cubicBezTo>
                  <a:cubicBezTo>
                    <a:pt x="1282690" y="352717"/>
                    <a:pt x="1282690" y="352717"/>
                    <a:pt x="1283501" y="352717"/>
                  </a:cubicBezTo>
                  <a:cubicBezTo>
                    <a:pt x="1284312" y="352717"/>
                    <a:pt x="1285935" y="349469"/>
                    <a:pt x="1288369" y="345410"/>
                  </a:cubicBezTo>
                  <a:cubicBezTo>
                    <a:pt x="1292425" y="338915"/>
                    <a:pt x="1294048" y="336479"/>
                    <a:pt x="1292425" y="340539"/>
                  </a:cubicBezTo>
                  <a:cubicBezTo>
                    <a:pt x="1291614" y="342162"/>
                    <a:pt x="1292425" y="341351"/>
                    <a:pt x="1294048" y="339727"/>
                  </a:cubicBezTo>
                  <a:cubicBezTo>
                    <a:pt x="1297293" y="338103"/>
                    <a:pt x="1297293" y="338103"/>
                    <a:pt x="1297293" y="339727"/>
                  </a:cubicBezTo>
                  <a:close/>
                  <a:moveTo>
                    <a:pt x="1294859" y="335667"/>
                  </a:moveTo>
                  <a:cubicBezTo>
                    <a:pt x="1293237" y="335667"/>
                    <a:pt x="1294048" y="334044"/>
                    <a:pt x="1296482" y="332420"/>
                  </a:cubicBezTo>
                  <a:cubicBezTo>
                    <a:pt x="1298105" y="330796"/>
                    <a:pt x="1298916" y="330796"/>
                    <a:pt x="1298916" y="332420"/>
                  </a:cubicBezTo>
                  <a:cubicBezTo>
                    <a:pt x="1298916" y="333232"/>
                    <a:pt x="1296482" y="335667"/>
                    <a:pt x="1294859" y="335667"/>
                  </a:cubicBezTo>
                  <a:close/>
                  <a:moveTo>
                    <a:pt x="1298105" y="363271"/>
                  </a:moveTo>
                  <a:cubicBezTo>
                    <a:pt x="1297293" y="364083"/>
                    <a:pt x="1297293" y="364083"/>
                    <a:pt x="1298105" y="363271"/>
                  </a:cubicBezTo>
                  <a:cubicBezTo>
                    <a:pt x="1298105" y="361648"/>
                    <a:pt x="1298916" y="360836"/>
                    <a:pt x="1298916" y="361648"/>
                  </a:cubicBezTo>
                  <a:cubicBezTo>
                    <a:pt x="1299727" y="361648"/>
                    <a:pt x="1298916" y="362459"/>
                    <a:pt x="1298105" y="363271"/>
                  </a:cubicBezTo>
                  <a:close/>
                  <a:moveTo>
                    <a:pt x="1299727" y="336479"/>
                  </a:moveTo>
                  <a:cubicBezTo>
                    <a:pt x="1298916" y="337291"/>
                    <a:pt x="1298916" y="336479"/>
                    <a:pt x="1298916" y="335667"/>
                  </a:cubicBezTo>
                  <a:cubicBezTo>
                    <a:pt x="1298916" y="334855"/>
                    <a:pt x="1299727" y="334044"/>
                    <a:pt x="1299727" y="334044"/>
                  </a:cubicBezTo>
                  <a:cubicBezTo>
                    <a:pt x="1300539" y="334044"/>
                    <a:pt x="1300539" y="334855"/>
                    <a:pt x="1300539" y="335667"/>
                  </a:cubicBezTo>
                  <a:cubicBezTo>
                    <a:pt x="1300539" y="335667"/>
                    <a:pt x="1299727" y="335667"/>
                    <a:pt x="1299727" y="336479"/>
                  </a:cubicBezTo>
                  <a:close/>
                  <a:moveTo>
                    <a:pt x="1302972" y="331608"/>
                  </a:moveTo>
                  <a:cubicBezTo>
                    <a:pt x="1302972" y="332420"/>
                    <a:pt x="1302161" y="333232"/>
                    <a:pt x="1301350" y="333232"/>
                  </a:cubicBezTo>
                  <a:cubicBezTo>
                    <a:pt x="1300539" y="333232"/>
                    <a:pt x="1300539" y="332420"/>
                    <a:pt x="1300539" y="331608"/>
                  </a:cubicBezTo>
                  <a:cubicBezTo>
                    <a:pt x="1300539" y="330796"/>
                    <a:pt x="1301350" y="329984"/>
                    <a:pt x="1302161" y="329984"/>
                  </a:cubicBezTo>
                  <a:cubicBezTo>
                    <a:pt x="1302972" y="329984"/>
                    <a:pt x="1303784" y="330796"/>
                    <a:pt x="1302972" y="331608"/>
                  </a:cubicBezTo>
                  <a:close/>
                  <a:moveTo>
                    <a:pt x="1310274" y="330796"/>
                  </a:moveTo>
                  <a:cubicBezTo>
                    <a:pt x="1309463" y="331608"/>
                    <a:pt x="1308652" y="331608"/>
                    <a:pt x="1308652" y="330796"/>
                  </a:cubicBezTo>
                  <a:cubicBezTo>
                    <a:pt x="1308652" y="329984"/>
                    <a:pt x="1309463" y="329172"/>
                    <a:pt x="1310274" y="328360"/>
                  </a:cubicBezTo>
                  <a:cubicBezTo>
                    <a:pt x="1311086" y="327548"/>
                    <a:pt x="1311897" y="327548"/>
                    <a:pt x="1311897" y="328360"/>
                  </a:cubicBezTo>
                  <a:cubicBezTo>
                    <a:pt x="1311897" y="328360"/>
                    <a:pt x="1311086" y="329984"/>
                    <a:pt x="1310274" y="330796"/>
                  </a:cubicBezTo>
                  <a:close/>
                  <a:moveTo>
                    <a:pt x="1311086" y="321865"/>
                  </a:moveTo>
                  <a:cubicBezTo>
                    <a:pt x="1310274" y="321054"/>
                    <a:pt x="1309463" y="321865"/>
                    <a:pt x="1308652" y="323489"/>
                  </a:cubicBezTo>
                  <a:cubicBezTo>
                    <a:pt x="1307840" y="325925"/>
                    <a:pt x="1303784" y="328360"/>
                    <a:pt x="1303784" y="326737"/>
                  </a:cubicBezTo>
                  <a:cubicBezTo>
                    <a:pt x="1303784" y="325925"/>
                    <a:pt x="1304595" y="325113"/>
                    <a:pt x="1304595" y="325113"/>
                  </a:cubicBezTo>
                  <a:cubicBezTo>
                    <a:pt x="1305406" y="324301"/>
                    <a:pt x="1306218" y="324301"/>
                    <a:pt x="1306218" y="323489"/>
                  </a:cubicBezTo>
                  <a:cubicBezTo>
                    <a:pt x="1306218" y="322677"/>
                    <a:pt x="1305406" y="322677"/>
                    <a:pt x="1304595" y="323489"/>
                  </a:cubicBezTo>
                  <a:cubicBezTo>
                    <a:pt x="1302972" y="324301"/>
                    <a:pt x="1302972" y="324301"/>
                    <a:pt x="1303784" y="323489"/>
                  </a:cubicBezTo>
                  <a:cubicBezTo>
                    <a:pt x="1304595" y="321865"/>
                    <a:pt x="1307029" y="321865"/>
                    <a:pt x="1308652" y="321865"/>
                  </a:cubicBezTo>
                  <a:cubicBezTo>
                    <a:pt x="1309463" y="321865"/>
                    <a:pt x="1309463" y="321054"/>
                    <a:pt x="1309463" y="321054"/>
                  </a:cubicBezTo>
                  <a:cubicBezTo>
                    <a:pt x="1308652" y="320242"/>
                    <a:pt x="1310274" y="320242"/>
                    <a:pt x="1311086" y="321054"/>
                  </a:cubicBezTo>
                  <a:cubicBezTo>
                    <a:pt x="1311897" y="321054"/>
                    <a:pt x="1312708" y="321865"/>
                    <a:pt x="1312708" y="322677"/>
                  </a:cubicBezTo>
                  <a:cubicBezTo>
                    <a:pt x="1312708" y="321865"/>
                    <a:pt x="1311897" y="321865"/>
                    <a:pt x="1311086" y="321865"/>
                  </a:cubicBezTo>
                  <a:close/>
                  <a:moveTo>
                    <a:pt x="1313519" y="314558"/>
                  </a:moveTo>
                  <a:cubicBezTo>
                    <a:pt x="1312708" y="316182"/>
                    <a:pt x="1311897" y="316182"/>
                    <a:pt x="1311897" y="314558"/>
                  </a:cubicBezTo>
                  <a:cubicBezTo>
                    <a:pt x="1311897" y="313747"/>
                    <a:pt x="1312708" y="313747"/>
                    <a:pt x="1312708" y="312935"/>
                  </a:cubicBezTo>
                  <a:cubicBezTo>
                    <a:pt x="1313519" y="312935"/>
                    <a:pt x="1314331" y="313747"/>
                    <a:pt x="1313519" y="314558"/>
                  </a:cubicBezTo>
                  <a:close/>
                  <a:moveTo>
                    <a:pt x="1314331" y="296697"/>
                  </a:moveTo>
                  <a:cubicBezTo>
                    <a:pt x="1312708" y="296697"/>
                    <a:pt x="1312708" y="295073"/>
                    <a:pt x="1313519" y="294261"/>
                  </a:cubicBezTo>
                  <a:cubicBezTo>
                    <a:pt x="1314331" y="294261"/>
                    <a:pt x="1314331" y="294261"/>
                    <a:pt x="1315142" y="295073"/>
                  </a:cubicBezTo>
                  <a:cubicBezTo>
                    <a:pt x="1315142" y="295885"/>
                    <a:pt x="1315142" y="296697"/>
                    <a:pt x="1314331" y="296697"/>
                  </a:cubicBezTo>
                  <a:close/>
                  <a:moveTo>
                    <a:pt x="1315953" y="291826"/>
                  </a:moveTo>
                  <a:cubicBezTo>
                    <a:pt x="1315142" y="292638"/>
                    <a:pt x="1315142" y="292638"/>
                    <a:pt x="1315953" y="291826"/>
                  </a:cubicBezTo>
                  <a:cubicBezTo>
                    <a:pt x="1315953" y="290202"/>
                    <a:pt x="1316765" y="290202"/>
                    <a:pt x="1316765" y="290202"/>
                  </a:cubicBezTo>
                  <a:cubicBezTo>
                    <a:pt x="1317576" y="290202"/>
                    <a:pt x="1316765" y="291014"/>
                    <a:pt x="1315953" y="291826"/>
                  </a:cubicBezTo>
                  <a:close/>
                  <a:moveTo>
                    <a:pt x="1320010" y="305628"/>
                  </a:moveTo>
                  <a:cubicBezTo>
                    <a:pt x="1319199" y="306440"/>
                    <a:pt x="1319199" y="305628"/>
                    <a:pt x="1319199" y="304816"/>
                  </a:cubicBezTo>
                  <a:cubicBezTo>
                    <a:pt x="1319199" y="304004"/>
                    <a:pt x="1320010" y="303192"/>
                    <a:pt x="1320010" y="303192"/>
                  </a:cubicBezTo>
                  <a:cubicBezTo>
                    <a:pt x="1320821" y="303192"/>
                    <a:pt x="1320821" y="303192"/>
                    <a:pt x="1320821" y="304004"/>
                  </a:cubicBezTo>
                  <a:cubicBezTo>
                    <a:pt x="1321633" y="304816"/>
                    <a:pt x="1320821" y="305628"/>
                    <a:pt x="1320010" y="305628"/>
                  </a:cubicBezTo>
                  <a:close/>
                  <a:moveTo>
                    <a:pt x="1329746" y="291826"/>
                  </a:moveTo>
                  <a:cubicBezTo>
                    <a:pt x="1328123" y="293450"/>
                    <a:pt x="1327312" y="295885"/>
                    <a:pt x="1326501" y="295885"/>
                  </a:cubicBezTo>
                  <a:cubicBezTo>
                    <a:pt x="1326501" y="295885"/>
                    <a:pt x="1325689" y="297509"/>
                    <a:pt x="1324066" y="299133"/>
                  </a:cubicBezTo>
                  <a:cubicBezTo>
                    <a:pt x="1321633" y="301568"/>
                    <a:pt x="1320010" y="302380"/>
                    <a:pt x="1320010" y="301568"/>
                  </a:cubicBezTo>
                  <a:cubicBezTo>
                    <a:pt x="1320010" y="300757"/>
                    <a:pt x="1330557" y="286143"/>
                    <a:pt x="1331368" y="286143"/>
                  </a:cubicBezTo>
                  <a:cubicBezTo>
                    <a:pt x="1333802" y="284519"/>
                    <a:pt x="1332991" y="288578"/>
                    <a:pt x="1329746" y="291826"/>
                  </a:cubicBezTo>
                  <a:close/>
                  <a:moveTo>
                    <a:pt x="1342727" y="273964"/>
                  </a:moveTo>
                  <a:cubicBezTo>
                    <a:pt x="1342727" y="274776"/>
                    <a:pt x="1341915" y="275588"/>
                    <a:pt x="1341104" y="275588"/>
                  </a:cubicBezTo>
                  <a:cubicBezTo>
                    <a:pt x="1339482" y="275588"/>
                    <a:pt x="1340293" y="273964"/>
                    <a:pt x="1341915" y="273153"/>
                  </a:cubicBezTo>
                  <a:cubicBezTo>
                    <a:pt x="1342727" y="271529"/>
                    <a:pt x="1342727" y="272341"/>
                    <a:pt x="1342727" y="273964"/>
                  </a:cubicBezTo>
                  <a:close/>
                  <a:moveTo>
                    <a:pt x="1344349" y="281271"/>
                  </a:moveTo>
                  <a:cubicBezTo>
                    <a:pt x="1342727" y="282895"/>
                    <a:pt x="1342727" y="282083"/>
                    <a:pt x="1344349" y="279648"/>
                  </a:cubicBezTo>
                  <a:cubicBezTo>
                    <a:pt x="1345161" y="278024"/>
                    <a:pt x="1345972" y="277212"/>
                    <a:pt x="1345972" y="278024"/>
                  </a:cubicBezTo>
                  <a:cubicBezTo>
                    <a:pt x="1345972" y="278836"/>
                    <a:pt x="1345161" y="280460"/>
                    <a:pt x="1344349" y="281271"/>
                  </a:cubicBezTo>
                  <a:close/>
                  <a:moveTo>
                    <a:pt x="1346784" y="249608"/>
                  </a:moveTo>
                  <a:cubicBezTo>
                    <a:pt x="1345972" y="249608"/>
                    <a:pt x="1346784" y="247984"/>
                    <a:pt x="1348406" y="247172"/>
                  </a:cubicBezTo>
                  <a:cubicBezTo>
                    <a:pt x="1350029" y="245549"/>
                    <a:pt x="1350840" y="243925"/>
                    <a:pt x="1351651" y="243925"/>
                  </a:cubicBezTo>
                  <a:cubicBezTo>
                    <a:pt x="1352462" y="243925"/>
                    <a:pt x="1351651" y="245549"/>
                    <a:pt x="1350029" y="246360"/>
                  </a:cubicBezTo>
                  <a:cubicBezTo>
                    <a:pt x="1347595" y="247984"/>
                    <a:pt x="1346784" y="249608"/>
                    <a:pt x="1346784" y="249608"/>
                  </a:cubicBezTo>
                  <a:close/>
                  <a:moveTo>
                    <a:pt x="1353274" y="269905"/>
                  </a:moveTo>
                  <a:cubicBezTo>
                    <a:pt x="1351651" y="271529"/>
                    <a:pt x="1350029" y="272341"/>
                    <a:pt x="1350029" y="272341"/>
                  </a:cubicBezTo>
                  <a:cubicBezTo>
                    <a:pt x="1349217" y="272341"/>
                    <a:pt x="1350029" y="271529"/>
                    <a:pt x="1351651" y="270717"/>
                  </a:cubicBezTo>
                  <a:cubicBezTo>
                    <a:pt x="1353274" y="269905"/>
                    <a:pt x="1354085" y="268281"/>
                    <a:pt x="1353274" y="268281"/>
                  </a:cubicBezTo>
                  <a:cubicBezTo>
                    <a:pt x="1353274" y="268281"/>
                    <a:pt x="1353274" y="267469"/>
                    <a:pt x="1354897" y="266657"/>
                  </a:cubicBezTo>
                  <a:cubicBezTo>
                    <a:pt x="1357331" y="265034"/>
                    <a:pt x="1356519" y="267469"/>
                    <a:pt x="1353274" y="269905"/>
                  </a:cubicBezTo>
                  <a:close/>
                  <a:moveTo>
                    <a:pt x="1356519" y="264222"/>
                  </a:moveTo>
                  <a:cubicBezTo>
                    <a:pt x="1356519" y="263410"/>
                    <a:pt x="1358142" y="261786"/>
                    <a:pt x="1359764" y="260163"/>
                  </a:cubicBezTo>
                  <a:cubicBezTo>
                    <a:pt x="1361387" y="258539"/>
                    <a:pt x="1362198" y="258539"/>
                    <a:pt x="1361387" y="259351"/>
                  </a:cubicBezTo>
                  <a:cubicBezTo>
                    <a:pt x="1358953" y="262598"/>
                    <a:pt x="1355708" y="265034"/>
                    <a:pt x="1356519" y="264222"/>
                  </a:cubicBezTo>
                  <a:close/>
                  <a:moveTo>
                    <a:pt x="1310274" y="244737"/>
                  </a:moveTo>
                  <a:cubicBezTo>
                    <a:pt x="1309463" y="245549"/>
                    <a:pt x="1308652" y="245549"/>
                    <a:pt x="1307840" y="245549"/>
                  </a:cubicBezTo>
                  <a:cubicBezTo>
                    <a:pt x="1306218" y="245549"/>
                    <a:pt x="1306218" y="245549"/>
                    <a:pt x="1307840" y="243925"/>
                  </a:cubicBezTo>
                  <a:cubicBezTo>
                    <a:pt x="1310274" y="242301"/>
                    <a:pt x="1311897" y="242301"/>
                    <a:pt x="1310274" y="244737"/>
                  </a:cubicBezTo>
                  <a:close/>
                  <a:moveTo>
                    <a:pt x="1360576" y="208202"/>
                  </a:moveTo>
                  <a:cubicBezTo>
                    <a:pt x="1354085" y="213073"/>
                    <a:pt x="1347595" y="217945"/>
                    <a:pt x="1345972" y="218757"/>
                  </a:cubicBezTo>
                  <a:cubicBezTo>
                    <a:pt x="1337048" y="226063"/>
                    <a:pt x="1324878" y="234994"/>
                    <a:pt x="1314331" y="240677"/>
                  </a:cubicBezTo>
                  <a:lnTo>
                    <a:pt x="1310274" y="243113"/>
                  </a:lnTo>
                  <a:lnTo>
                    <a:pt x="1314331" y="239866"/>
                  </a:lnTo>
                  <a:cubicBezTo>
                    <a:pt x="1316765" y="238242"/>
                    <a:pt x="1321633" y="234994"/>
                    <a:pt x="1324878" y="231747"/>
                  </a:cubicBezTo>
                  <a:cubicBezTo>
                    <a:pt x="1328935" y="229311"/>
                    <a:pt x="1335425" y="224440"/>
                    <a:pt x="1340293" y="221192"/>
                  </a:cubicBezTo>
                  <a:cubicBezTo>
                    <a:pt x="1347595" y="215509"/>
                    <a:pt x="1355708" y="209826"/>
                    <a:pt x="1363010" y="204955"/>
                  </a:cubicBezTo>
                  <a:cubicBezTo>
                    <a:pt x="1367878" y="201707"/>
                    <a:pt x="1371123" y="199272"/>
                    <a:pt x="1371123" y="199272"/>
                  </a:cubicBezTo>
                  <a:cubicBezTo>
                    <a:pt x="1372745" y="199272"/>
                    <a:pt x="1367066" y="203331"/>
                    <a:pt x="1360576" y="208202"/>
                  </a:cubicBezTo>
                  <a:close/>
                  <a:moveTo>
                    <a:pt x="1384104" y="191153"/>
                  </a:moveTo>
                  <a:cubicBezTo>
                    <a:pt x="1382481" y="191965"/>
                    <a:pt x="1381670" y="192776"/>
                    <a:pt x="1381670" y="192776"/>
                  </a:cubicBezTo>
                  <a:cubicBezTo>
                    <a:pt x="1381670" y="192776"/>
                    <a:pt x="1382481" y="191965"/>
                    <a:pt x="1383293" y="191153"/>
                  </a:cubicBezTo>
                  <a:cubicBezTo>
                    <a:pt x="1384104" y="189529"/>
                    <a:pt x="1385727" y="188717"/>
                    <a:pt x="1385727" y="189529"/>
                  </a:cubicBezTo>
                  <a:cubicBezTo>
                    <a:pt x="1385727" y="189529"/>
                    <a:pt x="1384915" y="190341"/>
                    <a:pt x="1384104" y="191153"/>
                  </a:cubicBezTo>
                  <a:close/>
                </a:path>
              </a:pathLst>
            </a:custGeom>
            <a:solidFill>
              <a:srgbClr val="000000"/>
            </a:solidFill>
            <a:ln w="8113" cap="flat">
              <a:noFill/>
              <a:prstDash val="solid"/>
              <a:miter/>
            </a:ln>
          </p:spPr>
          <p:txBody>
            <a:bodyPr rtlCol="0" anchor="ctr"/>
            <a:lstStyle/>
            <a:p>
              <a:endParaRPr lang="en-US" dirty="0">
                <a:latin typeface="Montserrat" pitchFamily="2" charset="77"/>
              </a:endParaRPr>
            </a:p>
          </p:txBody>
        </p:sp>
      </p:grpSp>
      <p:sp>
        <p:nvSpPr>
          <p:cNvPr id="5" name="Text Placeholder 10">
            <a:extLst>
              <a:ext uri="{FF2B5EF4-FFF2-40B4-BE49-F238E27FC236}">
                <a16:creationId xmlns:a16="http://schemas.microsoft.com/office/drawing/2014/main" id="{48B4A846-99B2-D401-811F-7AB1C1669F3B}"/>
              </a:ext>
            </a:extLst>
          </p:cNvPr>
          <p:cNvSpPr txBox="1">
            <a:spLocks/>
          </p:cNvSpPr>
          <p:nvPr/>
        </p:nvSpPr>
        <p:spPr>
          <a:xfrm>
            <a:off x="5577906" y="5506328"/>
            <a:ext cx="3552483" cy="307777"/>
          </a:xfrm>
          <a:prstGeom prst="rect">
            <a:avLst/>
          </a:prstGeom>
        </p:spPr>
        <p:txBody>
          <a:bodyPr vert="horz" lIns="91440" tIns="45720" rIns="91440" bIns="4572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400" b="0" dirty="0">
                <a:latin typeface="Montserrat ExtraBold" pitchFamily="2" charset="77"/>
                <a:cs typeface="Gotham Black" pitchFamily="2" charset="0"/>
                <a:hlinkClick r:id="rId4">
                  <a:extLst>
                    <a:ext uri="{A12FA001-AC4F-418D-AE19-62706E023703}">
                      <ahyp:hlinkClr xmlns:ahyp="http://schemas.microsoft.com/office/drawing/2018/hyperlinkcolor" val="tx"/>
                    </a:ext>
                  </a:extLst>
                </a:hlinkClick>
              </a:rPr>
              <a:t>Download Divine Rhapsody Font</a:t>
            </a:r>
            <a:endParaRPr lang="en-US" sz="1400" b="0" dirty="0">
              <a:latin typeface="Montserrat ExtraBold" pitchFamily="2" charset="77"/>
              <a:cs typeface="Gotham Black" pitchFamily="2" charset="0"/>
            </a:endParaRPr>
          </a:p>
        </p:txBody>
      </p:sp>
      <p:grpSp>
        <p:nvGrpSpPr>
          <p:cNvPr id="6" name="Group 5">
            <a:extLst>
              <a:ext uri="{FF2B5EF4-FFF2-40B4-BE49-F238E27FC236}">
                <a16:creationId xmlns:a16="http://schemas.microsoft.com/office/drawing/2014/main" id="{82E2942E-00AC-CB9A-7E62-7CF039ADEF33}"/>
              </a:ext>
            </a:extLst>
          </p:cNvPr>
          <p:cNvGrpSpPr/>
          <p:nvPr/>
        </p:nvGrpSpPr>
        <p:grpSpPr>
          <a:xfrm>
            <a:off x="1541839" y="3986983"/>
            <a:ext cx="831648" cy="432206"/>
            <a:chOff x="7094492" y="560090"/>
            <a:chExt cx="831648" cy="432206"/>
          </a:xfrm>
          <a:solidFill>
            <a:schemeClr val="bg1"/>
          </a:solidFill>
        </p:grpSpPr>
        <p:sp>
          <p:nvSpPr>
            <p:cNvPr id="7" name="Freeform 6">
              <a:extLst>
                <a:ext uri="{FF2B5EF4-FFF2-40B4-BE49-F238E27FC236}">
                  <a16:creationId xmlns:a16="http://schemas.microsoft.com/office/drawing/2014/main" id="{3F0FC078-F469-F1F0-2523-91C81E8D9716}"/>
                </a:ext>
              </a:extLst>
            </p:cNvPr>
            <p:cNvSpPr/>
            <p:nvPr/>
          </p:nvSpPr>
          <p:spPr>
            <a:xfrm>
              <a:off x="7094492" y="560090"/>
              <a:ext cx="496214" cy="426720"/>
            </a:xfrm>
            <a:custGeom>
              <a:avLst/>
              <a:gdLst/>
              <a:ahLst/>
              <a:cxnLst/>
              <a:rect l="l" t="t" r="r" b="b"/>
              <a:pathLst>
                <a:path w="496214" h="426720">
                  <a:moveTo>
                    <a:pt x="188366" y="0"/>
                  </a:moveTo>
                  <a:lnTo>
                    <a:pt x="307238" y="0"/>
                  </a:lnTo>
                  <a:lnTo>
                    <a:pt x="496214" y="426720"/>
                  </a:lnTo>
                  <a:lnTo>
                    <a:pt x="370637" y="426720"/>
                  </a:lnTo>
                  <a:lnTo>
                    <a:pt x="337364" y="343814"/>
                  </a:lnTo>
                  <a:lnTo>
                    <a:pt x="156411" y="343814"/>
                  </a:lnTo>
                  <a:lnTo>
                    <a:pt x="123139" y="426720"/>
                  </a:lnTo>
                  <a:lnTo>
                    <a:pt x="0" y="426720"/>
                  </a:lnTo>
                  <a:lnTo>
                    <a:pt x="188366" y="0"/>
                  </a:lnTo>
                  <a:close/>
                  <a:moveTo>
                    <a:pt x="246888" y="118371"/>
                  </a:moveTo>
                  <a:lnTo>
                    <a:pt x="192130" y="254813"/>
                  </a:lnTo>
                  <a:lnTo>
                    <a:pt x="301646" y="254813"/>
                  </a:lnTo>
                  <a:lnTo>
                    <a:pt x="246888" y="11837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252EFCC2-23F0-1A7C-5A45-685FD76944AF}"/>
                </a:ext>
              </a:extLst>
            </p:cNvPr>
            <p:cNvSpPr/>
            <p:nvPr/>
          </p:nvSpPr>
          <p:spPr>
            <a:xfrm>
              <a:off x="7597565" y="650920"/>
              <a:ext cx="328575" cy="341376"/>
            </a:xfrm>
            <a:custGeom>
              <a:avLst/>
              <a:gdLst/>
              <a:ahLst/>
              <a:cxnLst/>
              <a:rect l="l" t="t" r="r" b="b"/>
              <a:pathLst>
                <a:path w="328575" h="341376">
                  <a:moveTo>
                    <a:pt x="159715" y="0"/>
                  </a:moveTo>
                  <a:cubicBezTo>
                    <a:pt x="213360" y="0"/>
                    <a:pt x="254915" y="12294"/>
                    <a:pt x="284379" y="36881"/>
                  </a:cubicBezTo>
                  <a:cubicBezTo>
                    <a:pt x="313843" y="61468"/>
                    <a:pt x="328575" y="99975"/>
                    <a:pt x="328575" y="152400"/>
                  </a:cubicBezTo>
                  <a:lnTo>
                    <a:pt x="328575" y="335890"/>
                  </a:lnTo>
                  <a:lnTo>
                    <a:pt x="220675" y="335890"/>
                  </a:lnTo>
                  <a:lnTo>
                    <a:pt x="220675" y="292545"/>
                  </a:lnTo>
                  <a:lnTo>
                    <a:pt x="215113" y="302438"/>
                  </a:lnTo>
                  <a:cubicBezTo>
                    <a:pt x="209169" y="311023"/>
                    <a:pt x="201778" y="318212"/>
                    <a:pt x="192939" y="324003"/>
                  </a:cubicBezTo>
                  <a:cubicBezTo>
                    <a:pt x="175260" y="335585"/>
                    <a:pt x="151994" y="341376"/>
                    <a:pt x="123139" y="341376"/>
                  </a:cubicBezTo>
                  <a:cubicBezTo>
                    <a:pt x="96723" y="341376"/>
                    <a:pt x="74371" y="336906"/>
                    <a:pt x="56083" y="327965"/>
                  </a:cubicBezTo>
                  <a:cubicBezTo>
                    <a:pt x="37795" y="319024"/>
                    <a:pt x="23876" y="306832"/>
                    <a:pt x="14326" y="291389"/>
                  </a:cubicBezTo>
                  <a:cubicBezTo>
                    <a:pt x="4775" y="275946"/>
                    <a:pt x="0" y="258674"/>
                    <a:pt x="0" y="239573"/>
                  </a:cubicBezTo>
                  <a:cubicBezTo>
                    <a:pt x="0" y="219253"/>
                    <a:pt x="5182" y="201676"/>
                    <a:pt x="15545" y="186843"/>
                  </a:cubicBezTo>
                  <a:cubicBezTo>
                    <a:pt x="25908" y="172009"/>
                    <a:pt x="41859" y="160630"/>
                    <a:pt x="63399" y="152705"/>
                  </a:cubicBezTo>
                  <a:cubicBezTo>
                    <a:pt x="84938" y="144780"/>
                    <a:pt x="112776" y="140818"/>
                    <a:pt x="146914" y="140818"/>
                  </a:cubicBezTo>
                  <a:lnTo>
                    <a:pt x="211910" y="140818"/>
                  </a:lnTo>
                  <a:lnTo>
                    <a:pt x="208560" y="121387"/>
                  </a:lnTo>
                  <a:cubicBezTo>
                    <a:pt x="205766" y="114326"/>
                    <a:pt x="201575" y="108306"/>
                    <a:pt x="195987" y="103328"/>
                  </a:cubicBezTo>
                  <a:cubicBezTo>
                    <a:pt x="184811" y="93371"/>
                    <a:pt x="167031" y="88392"/>
                    <a:pt x="142647" y="88392"/>
                  </a:cubicBezTo>
                  <a:cubicBezTo>
                    <a:pt x="126797" y="88392"/>
                    <a:pt x="110744" y="90932"/>
                    <a:pt x="94488" y="96012"/>
                  </a:cubicBezTo>
                  <a:cubicBezTo>
                    <a:pt x="78232" y="101092"/>
                    <a:pt x="64415" y="108103"/>
                    <a:pt x="53035" y="117044"/>
                  </a:cubicBezTo>
                  <a:lnTo>
                    <a:pt x="14021" y="38405"/>
                  </a:lnTo>
                  <a:cubicBezTo>
                    <a:pt x="32715" y="26213"/>
                    <a:pt x="55169" y="16764"/>
                    <a:pt x="81382" y="10059"/>
                  </a:cubicBezTo>
                  <a:cubicBezTo>
                    <a:pt x="107595" y="3353"/>
                    <a:pt x="133706" y="0"/>
                    <a:pt x="159715" y="0"/>
                  </a:cubicBezTo>
                  <a:close/>
                  <a:moveTo>
                    <a:pt x="162763" y="201168"/>
                  </a:moveTo>
                  <a:cubicBezTo>
                    <a:pt x="144069" y="201168"/>
                    <a:pt x="130963" y="204216"/>
                    <a:pt x="123444" y="210312"/>
                  </a:cubicBezTo>
                  <a:cubicBezTo>
                    <a:pt x="115926" y="216408"/>
                    <a:pt x="112167" y="224536"/>
                    <a:pt x="112167" y="234696"/>
                  </a:cubicBezTo>
                  <a:cubicBezTo>
                    <a:pt x="112167" y="244856"/>
                    <a:pt x="116027" y="252984"/>
                    <a:pt x="123749" y="259080"/>
                  </a:cubicBezTo>
                  <a:cubicBezTo>
                    <a:pt x="131471" y="265176"/>
                    <a:pt x="142037" y="268224"/>
                    <a:pt x="155448" y="268224"/>
                  </a:cubicBezTo>
                  <a:cubicBezTo>
                    <a:pt x="168047" y="268224"/>
                    <a:pt x="179527" y="265075"/>
                    <a:pt x="189891" y="258776"/>
                  </a:cubicBezTo>
                  <a:cubicBezTo>
                    <a:pt x="200254" y="252476"/>
                    <a:pt x="207874" y="242824"/>
                    <a:pt x="212751" y="229820"/>
                  </a:cubicBezTo>
                  <a:lnTo>
                    <a:pt x="212751" y="201168"/>
                  </a:lnTo>
                  <a:lnTo>
                    <a:pt x="162763" y="20116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grpSp>
      <p:grpSp>
        <p:nvGrpSpPr>
          <p:cNvPr id="9" name="Group 8">
            <a:extLst>
              <a:ext uri="{FF2B5EF4-FFF2-40B4-BE49-F238E27FC236}">
                <a16:creationId xmlns:a16="http://schemas.microsoft.com/office/drawing/2014/main" id="{F11E4B1F-3C15-5CA9-1127-D0E93E3471C1}"/>
              </a:ext>
            </a:extLst>
          </p:cNvPr>
          <p:cNvGrpSpPr/>
          <p:nvPr/>
        </p:nvGrpSpPr>
        <p:grpSpPr>
          <a:xfrm>
            <a:off x="1479500" y="5098595"/>
            <a:ext cx="1022628" cy="901573"/>
            <a:chOff x="8796101" y="2531360"/>
            <a:chExt cx="1022628" cy="901573"/>
          </a:xfrm>
          <a:solidFill>
            <a:schemeClr val="bg1"/>
          </a:solidFill>
        </p:grpSpPr>
        <p:sp>
          <p:nvSpPr>
            <p:cNvPr id="13" name="Freeform 12">
              <a:extLst>
                <a:ext uri="{FF2B5EF4-FFF2-40B4-BE49-F238E27FC236}">
                  <a16:creationId xmlns:a16="http://schemas.microsoft.com/office/drawing/2014/main" id="{94BE0CFB-8F4D-1568-784E-2BD65B560DB5}"/>
                </a:ext>
              </a:extLst>
            </p:cNvPr>
            <p:cNvSpPr/>
            <p:nvPr/>
          </p:nvSpPr>
          <p:spPr>
            <a:xfrm>
              <a:off x="8796101" y="2531360"/>
              <a:ext cx="715672" cy="901573"/>
            </a:xfrm>
            <a:custGeom>
              <a:avLst/>
              <a:gdLst/>
              <a:ahLst/>
              <a:cxnLst/>
              <a:rect l="l" t="t" r="r" b="b"/>
              <a:pathLst>
                <a:path w="715672" h="901573">
                  <a:moveTo>
                    <a:pt x="665422" y="47"/>
                  </a:moveTo>
                  <a:cubicBezTo>
                    <a:pt x="674595" y="556"/>
                    <a:pt x="675105" y="1575"/>
                    <a:pt x="673066" y="6162"/>
                  </a:cubicBezTo>
                  <a:cubicBezTo>
                    <a:pt x="670009" y="12786"/>
                    <a:pt x="670009" y="13296"/>
                    <a:pt x="682748" y="10238"/>
                  </a:cubicBezTo>
                  <a:cubicBezTo>
                    <a:pt x="690902" y="8200"/>
                    <a:pt x="693959" y="8200"/>
                    <a:pt x="695488" y="11258"/>
                  </a:cubicBezTo>
                  <a:cubicBezTo>
                    <a:pt x="696507" y="13296"/>
                    <a:pt x="697526" y="15334"/>
                    <a:pt x="696507" y="15844"/>
                  </a:cubicBezTo>
                  <a:cubicBezTo>
                    <a:pt x="694979" y="16353"/>
                    <a:pt x="697017" y="17882"/>
                    <a:pt x="700074" y="17882"/>
                  </a:cubicBezTo>
                  <a:cubicBezTo>
                    <a:pt x="703132" y="18392"/>
                    <a:pt x="708228" y="21449"/>
                    <a:pt x="711285" y="25526"/>
                  </a:cubicBezTo>
                  <a:cubicBezTo>
                    <a:pt x="715362" y="31131"/>
                    <a:pt x="717400" y="32660"/>
                    <a:pt x="713833" y="36227"/>
                  </a:cubicBezTo>
                  <a:cubicBezTo>
                    <a:pt x="711795" y="38266"/>
                    <a:pt x="709247" y="46929"/>
                    <a:pt x="706189" y="55592"/>
                  </a:cubicBezTo>
                  <a:cubicBezTo>
                    <a:pt x="703641" y="63235"/>
                    <a:pt x="700584" y="71389"/>
                    <a:pt x="699565" y="72408"/>
                  </a:cubicBezTo>
                  <a:cubicBezTo>
                    <a:pt x="698036" y="73937"/>
                    <a:pt x="693959" y="82090"/>
                    <a:pt x="689883" y="91263"/>
                  </a:cubicBezTo>
                  <a:cubicBezTo>
                    <a:pt x="685806" y="100435"/>
                    <a:pt x="678672" y="113175"/>
                    <a:pt x="675105" y="120309"/>
                  </a:cubicBezTo>
                  <a:cubicBezTo>
                    <a:pt x="671537" y="126934"/>
                    <a:pt x="665422" y="137126"/>
                    <a:pt x="662365" y="143750"/>
                  </a:cubicBezTo>
                  <a:cubicBezTo>
                    <a:pt x="659307" y="150375"/>
                    <a:pt x="655231" y="157509"/>
                    <a:pt x="653192" y="159038"/>
                  </a:cubicBezTo>
                  <a:cubicBezTo>
                    <a:pt x="650644" y="160567"/>
                    <a:pt x="646568" y="169739"/>
                    <a:pt x="643001" y="178402"/>
                  </a:cubicBezTo>
                  <a:cubicBezTo>
                    <a:pt x="637395" y="192161"/>
                    <a:pt x="625165" y="212035"/>
                    <a:pt x="614464" y="230380"/>
                  </a:cubicBezTo>
                  <a:cubicBezTo>
                    <a:pt x="612425" y="233947"/>
                    <a:pt x="608349" y="240572"/>
                    <a:pt x="607329" y="245158"/>
                  </a:cubicBezTo>
                  <a:cubicBezTo>
                    <a:pt x="606310" y="249744"/>
                    <a:pt x="603762" y="254331"/>
                    <a:pt x="602234" y="255860"/>
                  </a:cubicBezTo>
                  <a:cubicBezTo>
                    <a:pt x="601214" y="256879"/>
                    <a:pt x="598666" y="262994"/>
                    <a:pt x="595609" y="269618"/>
                  </a:cubicBezTo>
                  <a:cubicBezTo>
                    <a:pt x="593061" y="275733"/>
                    <a:pt x="590003" y="282358"/>
                    <a:pt x="587455" y="283377"/>
                  </a:cubicBezTo>
                  <a:cubicBezTo>
                    <a:pt x="585417" y="284396"/>
                    <a:pt x="583379" y="287964"/>
                    <a:pt x="582869" y="291531"/>
                  </a:cubicBezTo>
                  <a:cubicBezTo>
                    <a:pt x="582869" y="294588"/>
                    <a:pt x="580831" y="299174"/>
                    <a:pt x="578283" y="300703"/>
                  </a:cubicBezTo>
                  <a:cubicBezTo>
                    <a:pt x="575735" y="302232"/>
                    <a:pt x="574206" y="305289"/>
                    <a:pt x="573697" y="306818"/>
                  </a:cubicBezTo>
                  <a:cubicBezTo>
                    <a:pt x="571658" y="312933"/>
                    <a:pt x="564015" y="325673"/>
                    <a:pt x="560957" y="323635"/>
                  </a:cubicBezTo>
                  <a:cubicBezTo>
                    <a:pt x="559428" y="322615"/>
                    <a:pt x="558919" y="323635"/>
                    <a:pt x="559938" y="326692"/>
                  </a:cubicBezTo>
                  <a:cubicBezTo>
                    <a:pt x="561976" y="333317"/>
                    <a:pt x="555351" y="347585"/>
                    <a:pt x="544650" y="356758"/>
                  </a:cubicBezTo>
                  <a:cubicBezTo>
                    <a:pt x="540064" y="360835"/>
                    <a:pt x="537516" y="365930"/>
                    <a:pt x="538535" y="367459"/>
                  </a:cubicBezTo>
                  <a:cubicBezTo>
                    <a:pt x="539045" y="368478"/>
                    <a:pt x="539045" y="368478"/>
                    <a:pt x="537516" y="367459"/>
                  </a:cubicBezTo>
                  <a:cubicBezTo>
                    <a:pt x="534458" y="365421"/>
                    <a:pt x="523247" y="381218"/>
                    <a:pt x="525286" y="383766"/>
                  </a:cubicBezTo>
                  <a:cubicBezTo>
                    <a:pt x="526305" y="385295"/>
                    <a:pt x="529363" y="383766"/>
                    <a:pt x="531401" y="381728"/>
                  </a:cubicBezTo>
                  <a:cubicBezTo>
                    <a:pt x="534458" y="378670"/>
                    <a:pt x="534968" y="378161"/>
                    <a:pt x="534968" y="380708"/>
                  </a:cubicBezTo>
                  <a:cubicBezTo>
                    <a:pt x="534458" y="387333"/>
                    <a:pt x="515094" y="421475"/>
                    <a:pt x="512546" y="420966"/>
                  </a:cubicBezTo>
                  <a:cubicBezTo>
                    <a:pt x="511527" y="420966"/>
                    <a:pt x="509998" y="424023"/>
                    <a:pt x="509998" y="427590"/>
                  </a:cubicBezTo>
                  <a:cubicBezTo>
                    <a:pt x="509489" y="431667"/>
                    <a:pt x="506431" y="439311"/>
                    <a:pt x="503374" y="444916"/>
                  </a:cubicBezTo>
                  <a:cubicBezTo>
                    <a:pt x="500316" y="450522"/>
                    <a:pt x="498787" y="456127"/>
                    <a:pt x="499297" y="456637"/>
                  </a:cubicBezTo>
                  <a:cubicBezTo>
                    <a:pt x="499806" y="457147"/>
                    <a:pt x="507450" y="457147"/>
                    <a:pt x="516623" y="456127"/>
                  </a:cubicBezTo>
                  <a:cubicBezTo>
                    <a:pt x="535478" y="454089"/>
                    <a:pt x="570639" y="450522"/>
                    <a:pt x="579812" y="450012"/>
                  </a:cubicBezTo>
                  <a:cubicBezTo>
                    <a:pt x="588475" y="450012"/>
                    <a:pt x="568601" y="457147"/>
                    <a:pt x="549746" y="459694"/>
                  </a:cubicBezTo>
                  <a:cubicBezTo>
                    <a:pt x="542102" y="460714"/>
                    <a:pt x="535478" y="463262"/>
                    <a:pt x="535478" y="464790"/>
                  </a:cubicBezTo>
                  <a:cubicBezTo>
                    <a:pt x="534968" y="465810"/>
                    <a:pt x="533949" y="466319"/>
                    <a:pt x="531401" y="466319"/>
                  </a:cubicBezTo>
                  <a:cubicBezTo>
                    <a:pt x="529363" y="466319"/>
                    <a:pt x="526815" y="467338"/>
                    <a:pt x="525795" y="469377"/>
                  </a:cubicBezTo>
                  <a:cubicBezTo>
                    <a:pt x="524776" y="471415"/>
                    <a:pt x="522228" y="472434"/>
                    <a:pt x="520190" y="472434"/>
                  </a:cubicBezTo>
                  <a:cubicBezTo>
                    <a:pt x="518152" y="472434"/>
                    <a:pt x="516623" y="472944"/>
                    <a:pt x="516623" y="474473"/>
                  </a:cubicBezTo>
                  <a:cubicBezTo>
                    <a:pt x="516113" y="475492"/>
                    <a:pt x="512546" y="477020"/>
                    <a:pt x="507960" y="477530"/>
                  </a:cubicBezTo>
                  <a:cubicBezTo>
                    <a:pt x="497768" y="478549"/>
                    <a:pt x="480952" y="479059"/>
                    <a:pt x="478913" y="491289"/>
                  </a:cubicBezTo>
                  <a:cubicBezTo>
                    <a:pt x="477385" y="499442"/>
                    <a:pt x="461587" y="524412"/>
                    <a:pt x="458530" y="522374"/>
                  </a:cubicBezTo>
                  <a:cubicBezTo>
                    <a:pt x="457001" y="521355"/>
                    <a:pt x="455472" y="521864"/>
                    <a:pt x="455472" y="523393"/>
                  </a:cubicBezTo>
                  <a:cubicBezTo>
                    <a:pt x="454963" y="524412"/>
                    <a:pt x="455982" y="525941"/>
                    <a:pt x="457001" y="525941"/>
                  </a:cubicBezTo>
                  <a:cubicBezTo>
                    <a:pt x="458530" y="525941"/>
                    <a:pt x="458530" y="528998"/>
                    <a:pt x="458530" y="532565"/>
                  </a:cubicBezTo>
                  <a:cubicBezTo>
                    <a:pt x="458020" y="535623"/>
                    <a:pt x="456492" y="538681"/>
                    <a:pt x="455472" y="538171"/>
                  </a:cubicBezTo>
                  <a:cubicBezTo>
                    <a:pt x="453944" y="538171"/>
                    <a:pt x="453944" y="539700"/>
                    <a:pt x="454453" y="540719"/>
                  </a:cubicBezTo>
                  <a:cubicBezTo>
                    <a:pt x="454963" y="542248"/>
                    <a:pt x="454453" y="545815"/>
                    <a:pt x="451396" y="549382"/>
                  </a:cubicBezTo>
                  <a:cubicBezTo>
                    <a:pt x="448848" y="552439"/>
                    <a:pt x="446300" y="556007"/>
                    <a:pt x="446300" y="557535"/>
                  </a:cubicBezTo>
                  <a:cubicBezTo>
                    <a:pt x="445790" y="562122"/>
                    <a:pt x="437637" y="566198"/>
                    <a:pt x="434070" y="564670"/>
                  </a:cubicBezTo>
                  <a:cubicBezTo>
                    <a:pt x="432031" y="563650"/>
                    <a:pt x="430503" y="564160"/>
                    <a:pt x="429993" y="565689"/>
                  </a:cubicBezTo>
                  <a:cubicBezTo>
                    <a:pt x="429993" y="567217"/>
                    <a:pt x="432541" y="568237"/>
                    <a:pt x="435089" y="568746"/>
                  </a:cubicBezTo>
                  <a:cubicBezTo>
                    <a:pt x="438656" y="569256"/>
                    <a:pt x="439675" y="570275"/>
                    <a:pt x="438146" y="573333"/>
                  </a:cubicBezTo>
                  <a:cubicBezTo>
                    <a:pt x="437127" y="575371"/>
                    <a:pt x="436618" y="578428"/>
                    <a:pt x="436108" y="579957"/>
                  </a:cubicBezTo>
                  <a:cubicBezTo>
                    <a:pt x="435598" y="581995"/>
                    <a:pt x="433051" y="585053"/>
                    <a:pt x="429993" y="588620"/>
                  </a:cubicBezTo>
                  <a:cubicBezTo>
                    <a:pt x="427445" y="591678"/>
                    <a:pt x="424387" y="592697"/>
                    <a:pt x="424387" y="591678"/>
                  </a:cubicBezTo>
                  <a:cubicBezTo>
                    <a:pt x="424897" y="590149"/>
                    <a:pt x="423368" y="591168"/>
                    <a:pt x="420820" y="593716"/>
                  </a:cubicBezTo>
                  <a:cubicBezTo>
                    <a:pt x="415215" y="599321"/>
                    <a:pt x="405023" y="623272"/>
                    <a:pt x="406552" y="625310"/>
                  </a:cubicBezTo>
                  <a:cubicBezTo>
                    <a:pt x="407571" y="626839"/>
                    <a:pt x="409610" y="622763"/>
                    <a:pt x="415215" y="612061"/>
                  </a:cubicBezTo>
                  <a:cubicBezTo>
                    <a:pt x="416234" y="610023"/>
                    <a:pt x="416234" y="613590"/>
                    <a:pt x="415215" y="618686"/>
                  </a:cubicBezTo>
                  <a:cubicBezTo>
                    <a:pt x="414196" y="624801"/>
                    <a:pt x="413177" y="627858"/>
                    <a:pt x="412667" y="626330"/>
                  </a:cubicBezTo>
                  <a:cubicBezTo>
                    <a:pt x="411648" y="622763"/>
                    <a:pt x="409100" y="629897"/>
                    <a:pt x="408590" y="639069"/>
                  </a:cubicBezTo>
                  <a:cubicBezTo>
                    <a:pt x="408590" y="641617"/>
                    <a:pt x="406042" y="642636"/>
                    <a:pt x="402985" y="642636"/>
                  </a:cubicBezTo>
                  <a:cubicBezTo>
                    <a:pt x="398908" y="642636"/>
                    <a:pt x="398399" y="642127"/>
                    <a:pt x="400947" y="640088"/>
                  </a:cubicBezTo>
                  <a:cubicBezTo>
                    <a:pt x="405023" y="637031"/>
                    <a:pt x="406552" y="627858"/>
                    <a:pt x="402475" y="629387"/>
                  </a:cubicBezTo>
                  <a:cubicBezTo>
                    <a:pt x="400947" y="629897"/>
                    <a:pt x="398399" y="634483"/>
                    <a:pt x="397379" y="639069"/>
                  </a:cubicBezTo>
                  <a:cubicBezTo>
                    <a:pt x="396360" y="644165"/>
                    <a:pt x="393812" y="647732"/>
                    <a:pt x="392793" y="647223"/>
                  </a:cubicBezTo>
                  <a:cubicBezTo>
                    <a:pt x="391264" y="647223"/>
                    <a:pt x="390755" y="648751"/>
                    <a:pt x="389736" y="650790"/>
                  </a:cubicBezTo>
                  <a:cubicBezTo>
                    <a:pt x="388716" y="652828"/>
                    <a:pt x="390755" y="654867"/>
                    <a:pt x="393303" y="654867"/>
                  </a:cubicBezTo>
                  <a:cubicBezTo>
                    <a:pt x="396870" y="655376"/>
                    <a:pt x="395341" y="657924"/>
                    <a:pt x="392284" y="665568"/>
                  </a:cubicBezTo>
                  <a:cubicBezTo>
                    <a:pt x="391264" y="668116"/>
                    <a:pt x="390245" y="671683"/>
                    <a:pt x="390755" y="673721"/>
                  </a:cubicBezTo>
                  <a:cubicBezTo>
                    <a:pt x="391264" y="675760"/>
                    <a:pt x="391264" y="677288"/>
                    <a:pt x="390245" y="676269"/>
                  </a:cubicBezTo>
                  <a:cubicBezTo>
                    <a:pt x="389226" y="675250"/>
                    <a:pt x="387697" y="679836"/>
                    <a:pt x="386678" y="684932"/>
                  </a:cubicBezTo>
                  <a:cubicBezTo>
                    <a:pt x="385659" y="690538"/>
                    <a:pt x="384130" y="695633"/>
                    <a:pt x="382601" y="696653"/>
                  </a:cubicBezTo>
                  <a:cubicBezTo>
                    <a:pt x="379544" y="698691"/>
                    <a:pt x="370371" y="714488"/>
                    <a:pt x="369352" y="720603"/>
                  </a:cubicBezTo>
                  <a:cubicBezTo>
                    <a:pt x="368843" y="723151"/>
                    <a:pt x="367823" y="725190"/>
                    <a:pt x="366804" y="725190"/>
                  </a:cubicBezTo>
                  <a:cubicBezTo>
                    <a:pt x="365275" y="725190"/>
                    <a:pt x="362727" y="729266"/>
                    <a:pt x="360179" y="734872"/>
                  </a:cubicBezTo>
                  <a:cubicBezTo>
                    <a:pt x="357122" y="742006"/>
                    <a:pt x="357122" y="745573"/>
                    <a:pt x="358651" y="749650"/>
                  </a:cubicBezTo>
                  <a:cubicBezTo>
                    <a:pt x="360179" y="753726"/>
                    <a:pt x="360179" y="754746"/>
                    <a:pt x="358141" y="753726"/>
                  </a:cubicBezTo>
                  <a:cubicBezTo>
                    <a:pt x="356612" y="752707"/>
                    <a:pt x="355593" y="752198"/>
                    <a:pt x="355084" y="753726"/>
                  </a:cubicBezTo>
                  <a:cubicBezTo>
                    <a:pt x="352536" y="761370"/>
                    <a:pt x="351007" y="767485"/>
                    <a:pt x="348459" y="768505"/>
                  </a:cubicBezTo>
                  <a:cubicBezTo>
                    <a:pt x="346930" y="769014"/>
                    <a:pt x="346930" y="770543"/>
                    <a:pt x="347949" y="772581"/>
                  </a:cubicBezTo>
                  <a:cubicBezTo>
                    <a:pt x="349478" y="775639"/>
                    <a:pt x="348969" y="776658"/>
                    <a:pt x="345401" y="777168"/>
                  </a:cubicBezTo>
                  <a:cubicBezTo>
                    <a:pt x="341325" y="777677"/>
                    <a:pt x="340306" y="779715"/>
                    <a:pt x="340306" y="787359"/>
                  </a:cubicBezTo>
                  <a:cubicBezTo>
                    <a:pt x="340306" y="796532"/>
                    <a:pt x="336229" y="809272"/>
                    <a:pt x="329604" y="817935"/>
                  </a:cubicBezTo>
                  <a:cubicBezTo>
                    <a:pt x="328075" y="819973"/>
                    <a:pt x="327056" y="824559"/>
                    <a:pt x="328075" y="826597"/>
                  </a:cubicBezTo>
                  <a:cubicBezTo>
                    <a:pt x="329095" y="829145"/>
                    <a:pt x="327056" y="832713"/>
                    <a:pt x="325018" y="834241"/>
                  </a:cubicBezTo>
                  <a:cubicBezTo>
                    <a:pt x="322980" y="835770"/>
                    <a:pt x="320941" y="837808"/>
                    <a:pt x="321451" y="839847"/>
                  </a:cubicBezTo>
                  <a:cubicBezTo>
                    <a:pt x="321960" y="841885"/>
                    <a:pt x="320432" y="844433"/>
                    <a:pt x="318393" y="846471"/>
                  </a:cubicBezTo>
                  <a:cubicBezTo>
                    <a:pt x="316355" y="848510"/>
                    <a:pt x="311769" y="860230"/>
                    <a:pt x="308711" y="873480"/>
                  </a:cubicBezTo>
                  <a:cubicBezTo>
                    <a:pt x="305654" y="886729"/>
                    <a:pt x="301577" y="896411"/>
                    <a:pt x="300558" y="895392"/>
                  </a:cubicBezTo>
                  <a:cubicBezTo>
                    <a:pt x="299539" y="894373"/>
                    <a:pt x="298519" y="895392"/>
                    <a:pt x="298519" y="897940"/>
                  </a:cubicBezTo>
                  <a:cubicBezTo>
                    <a:pt x="297500" y="902526"/>
                    <a:pt x="293933" y="903036"/>
                    <a:pt x="291895" y="897940"/>
                  </a:cubicBezTo>
                  <a:cubicBezTo>
                    <a:pt x="290876" y="895392"/>
                    <a:pt x="291385" y="894882"/>
                    <a:pt x="289347" y="897940"/>
                  </a:cubicBezTo>
                  <a:cubicBezTo>
                    <a:pt x="288328" y="899469"/>
                    <a:pt x="287309" y="899978"/>
                    <a:pt x="285780" y="899978"/>
                  </a:cubicBezTo>
                  <a:cubicBezTo>
                    <a:pt x="283741" y="899978"/>
                    <a:pt x="280684" y="897940"/>
                    <a:pt x="276098" y="892844"/>
                  </a:cubicBezTo>
                  <a:cubicBezTo>
                    <a:pt x="273040" y="889277"/>
                    <a:pt x="269473" y="885710"/>
                    <a:pt x="266925" y="885710"/>
                  </a:cubicBezTo>
                  <a:cubicBezTo>
                    <a:pt x="255714" y="884690"/>
                    <a:pt x="259791" y="870932"/>
                    <a:pt x="271511" y="814367"/>
                  </a:cubicBezTo>
                  <a:cubicBezTo>
                    <a:pt x="273550" y="804685"/>
                    <a:pt x="285270" y="774620"/>
                    <a:pt x="288837" y="764937"/>
                  </a:cubicBezTo>
                  <a:cubicBezTo>
                    <a:pt x="290366" y="760861"/>
                    <a:pt x="292914" y="754236"/>
                    <a:pt x="293933" y="750669"/>
                  </a:cubicBezTo>
                  <a:cubicBezTo>
                    <a:pt x="297500" y="738439"/>
                    <a:pt x="349988" y="610532"/>
                    <a:pt x="354574" y="609004"/>
                  </a:cubicBezTo>
                  <a:cubicBezTo>
                    <a:pt x="356103" y="608494"/>
                    <a:pt x="359670" y="597793"/>
                    <a:pt x="364256" y="587601"/>
                  </a:cubicBezTo>
                  <a:cubicBezTo>
                    <a:pt x="368843" y="577409"/>
                    <a:pt x="376486" y="559064"/>
                    <a:pt x="383111" y="546834"/>
                  </a:cubicBezTo>
                  <a:cubicBezTo>
                    <a:pt x="398399" y="518807"/>
                    <a:pt x="400947" y="511672"/>
                    <a:pt x="398399" y="511672"/>
                  </a:cubicBezTo>
                  <a:cubicBezTo>
                    <a:pt x="396870" y="511163"/>
                    <a:pt x="395851" y="512182"/>
                    <a:pt x="395851" y="513201"/>
                  </a:cubicBezTo>
                  <a:cubicBezTo>
                    <a:pt x="395341" y="514730"/>
                    <a:pt x="393303" y="515749"/>
                    <a:pt x="389736" y="516259"/>
                  </a:cubicBezTo>
                  <a:cubicBezTo>
                    <a:pt x="380053" y="517787"/>
                    <a:pt x="350497" y="526450"/>
                    <a:pt x="346930" y="528998"/>
                  </a:cubicBezTo>
                  <a:cubicBezTo>
                    <a:pt x="345401" y="530018"/>
                    <a:pt x="340815" y="531037"/>
                    <a:pt x="336229" y="530018"/>
                  </a:cubicBezTo>
                  <a:cubicBezTo>
                    <a:pt x="330623" y="528998"/>
                    <a:pt x="328585" y="529508"/>
                    <a:pt x="328585" y="531546"/>
                  </a:cubicBezTo>
                  <a:cubicBezTo>
                    <a:pt x="328585" y="533585"/>
                    <a:pt x="320941" y="537152"/>
                    <a:pt x="309221" y="539190"/>
                  </a:cubicBezTo>
                  <a:cubicBezTo>
                    <a:pt x="298010" y="541228"/>
                    <a:pt x="288837" y="544286"/>
                    <a:pt x="288328" y="545815"/>
                  </a:cubicBezTo>
                  <a:cubicBezTo>
                    <a:pt x="287818" y="546834"/>
                    <a:pt x="286799" y="548363"/>
                    <a:pt x="286289" y="549382"/>
                  </a:cubicBezTo>
                  <a:cubicBezTo>
                    <a:pt x="285780" y="550401"/>
                    <a:pt x="285780" y="548872"/>
                    <a:pt x="286799" y="547344"/>
                  </a:cubicBezTo>
                  <a:cubicBezTo>
                    <a:pt x="289856" y="543267"/>
                    <a:pt x="282213" y="542757"/>
                    <a:pt x="277117" y="546834"/>
                  </a:cubicBezTo>
                  <a:cubicBezTo>
                    <a:pt x="274569" y="548872"/>
                    <a:pt x="268454" y="551420"/>
                    <a:pt x="263358" y="552949"/>
                  </a:cubicBezTo>
                  <a:cubicBezTo>
                    <a:pt x="258262" y="554478"/>
                    <a:pt x="246032" y="558554"/>
                    <a:pt x="236350" y="561612"/>
                  </a:cubicBezTo>
                  <a:cubicBezTo>
                    <a:pt x="226668" y="564670"/>
                    <a:pt x="217495" y="567217"/>
                    <a:pt x="216476" y="567727"/>
                  </a:cubicBezTo>
                  <a:cubicBezTo>
                    <a:pt x="210870" y="568237"/>
                    <a:pt x="194054" y="574861"/>
                    <a:pt x="193544" y="576900"/>
                  </a:cubicBezTo>
                  <a:cubicBezTo>
                    <a:pt x="193544" y="577919"/>
                    <a:pt x="191506" y="578938"/>
                    <a:pt x="189468" y="578428"/>
                  </a:cubicBezTo>
                  <a:cubicBezTo>
                    <a:pt x="185901" y="577409"/>
                    <a:pt x="179786" y="587091"/>
                    <a:pt x="181314" y="590658"/>
                  </a:cubicBezTo>
                  <a:cubicBezTo>
                    <a:pt x="181824" y="591678"/>
                    <a:pt x="180805" y="592697"/>
                    <a:pt x="179786" y="592697"/>
                  </a:cubicBezTo>
                  <a:cubicBezTo>
                    <a:pt x="176219" y="592187"/>
                    <a:pt x="170103" y="605437"/>
                    <a:pt x="171123" y="609513"/>
                  </a:cubicBezTo>
                  <a:cubicBezTo>
                    <a:pt x="171632" y="611552"/>
                    <a:pt x="172142" y="612061"/>
                    <a:pt x="170103" y="610532"/>
                  </a:cubicBezTo>
                  <a:cubicBezTo>
                    <a:pt x="168575" y="609513"/>
                    <a:pt x="167046" y="609513"/>
                    <a:pt x="167046" y="611552"/>
                  </a:cubicBezTo>
                  <a:cubicBezTo>
                    <a:pt x="167046" y="613080"/>
                    <a:pt x="165008" y="615628"/>
                    <a:pt x="162460" y="616647"/>
                  </a:cubicBezTo>
                  <a:cubicBezTo>
                    <a:pt x="159912" y="617667"/>
                    <a:pt x="157873" y="622763"/>
                    <a:pt x="156345" y="626839"/>
                  </a:cubicBezTo>
                  <a:cubicBezTo>
                    <a:pt x="151758" y="638560"/>
                    <a:pt x="148191" y="647223"/>
                    <a:pt x="145643" y="645184"/>
                  </a:cubicBezTo>
                  <a:cubicBezTo>
                    <a:pt x="144114" y="644675"/>
                    <a:pt x="142586" y="645184"/>
                    <a:pt x="142586" y="647223"/>
                  </a:cubicBezTo>
                  <a:cubicBezTo>
                    <a:pt x="142586" y="649261"/>
                    <a:pt x="141057" y="651299"/>
                    <a:pt x="139528" y="651299"/>
                  </a:cubicBezTo>
                  <a:cubicBezTo>
                    <a:pt x="137999" y="651809"/>
                    <a:pt x="136471" y="655376"/>
                    <a:pt x="135961" y="658943"/>
                  </a:cubicBezTo>
                  <a:cubicBezTo>
                    <a:pt x="135451" y="662510"/>
                    <a:pt x="132903" y="665058"/>
                    <a:pt x="131375" y="665058"/>
                  </a:cubicBezTo>
                  <a:cubicBezTo>
                    <a:pt x="129336" y="665058"/>
                    <a:pt x="127808" y="666587"/>
                    <a:pt x="127808" y="668116"/>
                  </a:cubicBezTo>
                  <a:cubicBezTo>
                    <a:pt x="127298" y="671683"/>
                    <a:pt x="117616" y="690538"/>
                    <a:pt x="111501" y="695633"/>
                  </a:cubicBezTo>
                  <a:cubicBezTo>
                    <a:pt x="109972" y="697672"/>
                    <a:pt x="106915" y="702768"/>
                    <a:pt x="103857" y="707864"/>
                  </a:cubicBezTo>
                  <a:cubicBezTo>
                    <a:pt x="101309" y="711940"/>
                    <a:pt x="94685" y="723151"/>
                    <a:pt x="88569" y="732324"/>
                  </a:cubicBezTo>
                  <a:cubicBezTo>
                    <a:pt x="77868" y="748631"/>
                    <a:pt x="32515" y="838318"/>
                    <a:pt x="30986" y="839337"/>
                  </a:cubicBezTo>
                  <a:cubicBezTo>
                    <a:pt x="30476" y="839847"/>
                    <a:pt x="-6214" y="827617"/>
                    <a:pt x="920" y="798061"/>
                  </a:cubicBezTo>
                  <a:cubicBezTo>
                    <a:pt x="11622" y="754746"/>
                    <a:pt x="63600" y="672702"/>
                    <a:pt x="79397" y="648751"/>
                  </a:cubicBezTo>
                  <a:cubicBezTo>
                    <a:pt x="96213" y="622763"/>
                    <a:pt x="109463" y="601869"/>
                    <a:pt x="108953" y="601869"/>
                  </a:cubicBezTo>
                  <a:cubicBezTo>
                    <a:pt x="108443" y="601869"/>
                    <a:pt x="100290" y="602889"/>
                    <a:pt x="91627" y="604927"/>
                  </a:cubicBezTo>
                  <a:cubicBezTo>
                    <a:pt x="82454" y="606965"/>
                    <a:pt x="71243" y="607984"/>
                    <a:pt x="66148" y="607475"/>
                  </a:cubicBezTo>
                  <a:cubicBezTo>
                    <a:pt x="61561" y="606965"/>
                    <a:pt x="54937" y="608494"/>
                    <a:pt x="52389" y="610023"/>
                  </a:cubicBezTo>
                  <a:cubicBezTo>
                    <a:pt x="45764" y="614100"/>
                    <a:pt x="40668" y="612571"/>
                    <a:pt x="45254" y="609513"/>
                  </a:cubicBezTo>
                  <a:cubicBezTo>
                    <a:pt x="51370" y="605437"/>
                    <a:pt x="49331" y="601869"/>
                    <a:pt x="43726" y="605946"/>
                  </a:cubicBezTo>
                  <a:cubicBezTo>
                    <a:pt x="40668" y="607984"/>
                    <a:pt x="38120" y="609004"/>
                    <a:pt x="38630" y="607984"/>
                  </a:cubicBezTo>
                  <a:cubicBezTo>
                    <a:pt x="38630" y="606965"/>
                    <a:pt x="36591" y="607984"/>
                    <a:pt x="34553" y="609513"/>
                  </a:cubicBezTo>
                  <a:cubicBezTo>
                    <a:pt x="28948" y="613590"/>
                    <a:pt x="19775" y="610023"/>
                    <a:pt x="11112" y="598302"/>
                  </a:cubicBezTo>
                  <a:cubicBezTo>
                    <a:pt x="6016" y="591678"/>
                    <a:pt x="5507" y="588620"/>
                    <a:pt x="7545" y="580976"/>
                  </a:cubicBezTo>
                  <a:cubicBezTo>
                    <a:pt x="10603" y="569256"/>
                    <a:pt x="13150" y="568237"/>
                    <a:pt x="30476" y="562631"/>
                  </a:cubicBezTo>
                  <a:cubicBezTo>
                    <a:pt x="38630" y="560083"/>
                    <a:pt x="47802" y="558045"/>
                    <a:pt x="50860" y="557535"/>
                  </a:cubicBezTo>
                  <a:cubicBezTo>
                    <a:pt x="59013" y="556007"/>
                    <a:pt x="71753" y="552949"/>
                    <a:pt x="79397" y="550401"/>
                  </a:cubicBezTo>
                  <a:cubicBezTo>
                    <a:pt x="80926" y="549891"/>
                    <a:pt x="86531" y="548363"/>
                    <a:pt x="92137" y="546834"/>
                  </a:cubicBezTo>
                  <a:cubicBezTo>
                    <a:pt x="97742" y="545305"/>
                    <a:pt x="109972" y="542248"/>
                    <a:pt x="119654" y="538681"/>
                  </a:cubicBezTo>
                  <a:cubicBezTo>
                    <a:pt x="128827" y="535113"/>
                    <a:pt x="141057" y="531546"/>
                    <a:pt x="146153" y="530527"/>
                  </a:cubicBezTo>
                  <a:cubicBezTo>
                    <a:pt x="159402" y="527979"/>
                    <a:pt x="166536" y="521355"/>
                    <a:pt x="182333" y="498933"/>
                  </a:cubicBezTo>
                  <a:cubicBezTo>
                    <a:pt x="189977" y="488231"/>
                    <a:pt x="196602" y="478549"/>
                    <a:pt x="199150" y="476001"/>
                  </a:cubicBezTo>
                  <a:cubicBezTo>
                    <a:pt x="201188" y="473963"/>
                    <a:pt x="207813" y="464790"/>
                    <a:pt x="214437" y="455108"/>
                  </a:cubicBezTo>
                  <a:cubicBezTo>
                    <a:pt x="244503" y="411284"/>
                    <a:pt x="319922" y="318029"/>
                    <a:pt x="325018" y="318539"/>
                  </a:cubicBezTo>
                  <a:cubicBezTo>
                    <a:pt x="326547" y="318539"/>
                    <a:pt x="327056" y="317520"/>
                    <a:pt x="326037" y="316500"/>
                  </a:cubicBezTo>
                  <a:cubicBezTo>
                    <a:pt x="325018" y="315481"/>
                    <a:pt x="327566" y="312424"/>
                    <a:pt x="330623" y="311405"/>
                  </a:cubicBezTo>
                  <a:cubicBezTo>
                    <a:pt x="333171" y="310385"/>
                    <a:pt x="335719" y="308347"/>
                    <a:pt x="336229" y="306818"/>
                  </a:cubicBezTo>
                  <a:cubicBezTo>
                    <a:pt x="336229" y="305289"/>
                    <a:pt x="340815" y="300703"/>
                    <a:pt x="346421" y="295098"/>
                  </a:cubicBezTo>
                  <a:cubicBezTo>
                    <a:pt x="351517" y="290002"/>
                    <a:pt x="355593" y="285416"/>
                    <a:pt x="355593" y="284396"/>
                  </a:cubicBezTo>
                  <a:cubicBezTo>
                    <a:pt x="355084" y="282358"/>
                    <a:pt x="369352" y="269618"/>
                    <a:pt x="379544" y="259427"/>
                  </a:cubicBezTo>
                  <a:cubicBezTo>
                    <a:pt x="383111" y="255860"/>
                    <a:pt x="386678" y="252802"/>
                    <a:pt x="386678" y="251783"/>
                  </a:cubicBezTo>
                  <a:cubicBezTo>
                    <a:pt x="386678" y="249744"/>
                    <a:pt x="414196" y="219169"/>
                    <a:pt x="426935" y="207958"/>
                  </a:cubicBezTo>
                  <a:cubicBezTo>
                    <a:pt x="441713" y="195219"/>
                    <a:pt x="455472" y="180950"/>
                    <a:pt x="469231" y="167191"/>
                  </a:cubicBezTo>
                  <a:cubicBezTo>
                    <a:pt x="475856" y="160567"/>
                    <a:pt x="482481" y="154452"/>
                    <a:pt x="484009" y="152413"/>
                  </a:cubicBezTo>
                  <a:cubicBezTo>
                    <a:pt x="487067" y="148337"/>
                    <a:pt x="505922" y="131011"/>
                    <a:pt x="512546" y="124386"/>
                  </a:cubicBezTo>
                  <a:cubicBezTo>
                    <a:pt x="536497" y="100435"/>
                    <a:pt x="561467" y="76485"/>
                    <a:pt x="587455" y="54572"/>
                  </a:cubicBezTo>
                  <a:cubicBezTo>
                    <a:pt x="601214" y="42852"/>
                    <a:pt x="621598" y="25016"/>
                    <a:pt x="633828" y="16353"/>
                  </a:cubicBezTo>
                  <a:cubicBezTo>
                    <a:pt x="652683" y="3104"/>
                    <a:pt x="657779" y="-463"/>
                    <a:pt x="665422" y="47"/>
                  </a:cubicBezTo>
                  <a:close/>
                  <a:moveTo>
                    <a:pt x="644020" y="29093"/>
                  </a:moveTo>
                  <a:cubicBezTo>
                    <a:pt x="641472" y="28074"/>
                    <a:pt x="606820" y="56611"/>
                    <a:pt x="604781" y="60178"/>
                  </a:cubicBezTo>
                  <a:cubicBezTo>
                    <a:pt x="603762" y="61707"/>
                    <a:pt x="595609" y="69860"/>
                    <a:pt x="585417" y="78013"/>
                  </a:cubicBezTo>
                  <a:cubicBezTo>
                    <a:pt x="575225" y="86167"/>
                    <a:pt x="558919" y="100435"/>
                    <a:pt x="548217" y="110117"/>
                  </a:cubicBezTo>
                  <a:cubicBezTo>
                    <a:pt x="538026" y="119290"/>
                    <a:pt x="524776" y="131520"/>
                    <a:pt x="518661" y="137126"/>
                  </a:cubicBezTo>
                  <a:cubicBezTo>
                    <a:pt x="512546" y="142731"/>
                    <a:pt x="500826" y="153942"/>
                    <a:pt x="491653" y="163624"/>
                  </a:cubicBezTo>
                  <a:cubicBezTo>
                    <a:pt x="482990" y="172797"/>
                    <a:pt x="472798" y="182479"/>
                    <a:pt x="469741" y="185027"/>
                  </a:cubicBezTo>
                  <a:cubicBezTo>
                    <a:pt x="466174" y="188084"/>
                    <a:pt x="463116" y="190632"/>
                    <a:pt x="463116" y="192161"/>
                  </a:cubicBezTo>
                  <a:cubicBezTo>
                    <a:pt x="463116" y="193180"/>
                    <a:pt x="457511" y="198786"/>
                    <a:pt x="450886" y="204391"/>
                  </a:cubicBezTo>
                  <a:cubicBezTo>
                    <a:pt x="444771" y="209487"/>
                    <a:pt x="434579" y="219169"/>
                    <a:pt x="429993" y="225284"/>
                  </a:cubicBezTo>
                  <a:cubicBezTo>
                    <a:pt x="425407" y="231399"/>
                    <a:pt x="417763" y="238024"/>
                    <a:pt x="414705" y="239553"/>
                  </a:cubicBezTo>
                  <a:cubicBezTo>
                    <a:pt x="411648" y="241081"/>
                    <a:pt x="409100" y="244139"/>
                    <a:pt x="408590" y="246177"/>
                  </a:cubicBezTo>
                  <a:cubicBezTo>
                    <a:pt x="408590" y="248216"/>
                    <a:pt x="406042" y="250254"/>
                    <a:pt x="402985" y="251783"/>
                  </a:cubicBezTo>
                  <a:cubicBezTo>
                    <a:pt x="400437" y="253312"/>
                    <a:pt x="397889" y="254840"/>
                    <a:pt x="397379" y="256369"/>
                  </a:cubicBezTo>
                  <a:cubicBezTo>
                    <a:pt x="397379" y="257898"/>
                    <a:pt x="393303" y="261975"/>
                    <a:pt x="387697" y="266051"/>
                  </a:cubicBezTo>
                  <a:cubicBezTo>
                    <a:pt x="382601" y="270128"/>
                    <a:pt x="376996" y="276753"/>
                    <a:pt x="373938" y="280829"/>
                  </a:cubicBezTo>
                  <a:cubicBezTo>
                    <a:pt x="371900" y="284906"/>
                    <a:pt x="368843" y="288473"/>
                    <a:pt x="367823" y="287964"/>
                  </a:cubicBezTo>
                  <a:cubicBezTo>
                    <a:pt x="366804" y="287964"/>
                    <a:pt x="365785" y="288983"/>
                    <a:pt x="365785" y="291021"/>
                  </a:cubicBezTo>
                  <a:cubicBezTo>
                    <a:pt x="365785" y="293059"/>
                    <a:pt x="361708" y="297646"/>
                    <a:pt x="357632" y="301213"/>
                  </a:cubicBezTo>
                  <a:cubicBezTo>
                    <a:pt x="349478" y="308347"/>
                    <a:pt x="335719" y="322615"/>
                    <a:pt x="335210" y="324654"/>
                  </a:cubicBezTo>
                  <a:cubicBezTo>
                    <a:pt x="335210" y="325673"/>
                    <a:pt x="332152" y="328221"/>
                    <a:pt x="328585" y="331788"/>
                  </a:cubicBezTo>
                  <a:cubicBezTo>
                    <a:pt x="325528" y="334846"/>
                    <a:pt x="319413" y="341470"/>
                    <a:pt x="315845" y="347585"/>
                  </a:cubicBezTo>
                  <a:cubicBezTo>
                    <a:pt x="312278" y="353700"/>
                    <a:pt x="308711" y="358796"/>
                    <a:pt x="307692" y="359306"/>
                  </a:cubicBezTo>
                  <a:cubicBezTo>
                    <a:pt x="301577" y="362363"/>
                    <a:pt x="257752" y="419947"/>
                    <a:pt x="253676" y="426571"/>
                  </a:cubicBezTo>
                  <a:cubicBezTo>
                    <a:pt x="250109" y="432686"/>
                    <a:pt x="242974" y="441349"/>
                    <a:pt x="239407" y="446445"/>
                  </a:cubicBezTo>
                  <a:cubicBezTo>
                    <a:pt x="232273" y="456127"/>
                    <a:pt x="193544" y="513201"/>
                    <a:pt x="193544" y="514730"/>
                  </a:cubicBezTo>
                  <a:cubicBezTo>
                    <a:pt x="193035" y="518807"/>
                    <a:pt x="199659" y="510653"/>
                    <a:pt x="209342" y="497914"/>
                  </a:cubicBezTo>
                  <a:cubicBezTo>
                    <a:pt x="215966" y="489251"/>
                    <a:pt x="228706" y="470905"/>
                    <a:pt x="238388" y="457147"/>
                  </a:cubicBezTo>
                  <a:cubicBezTo>
                    <a:pt x="246541" y="445426"/>
                    <a:pt x="292914" y="382237"/>
                    <a:pt x="300048" y="378670"/>
                  </a:cubicBezTo>
                  <a:cubicBezTo>
                    <a:pt x="301067" y="378161"/>
                    <a:pt x="305144" y="373574"/>
                    <a:pt x="309221" y="368478"/>
                  </a:cubicBezTo>
                  <a:cubicBezTo>
                    <a:pt x="315845" y="360325"/>
                    <a:pt x="330114" y="343509"/>
                    <a:pt x="337248" y="336374"/>
                  </a:cubicBezTo>
                  <a:cubicBezTo>
                    <a:pt x="338777" y="334846"/>
                    <a:pt x="340815" y="331278"/>
                    <a:pt x="342344" y="328730"/>
                  </a:cubicBezTo>
                  <a:cubicBezTo>
                    <a:pt x="343873" y="325673"/>
                    <a:pt x="345911" y="323635"/>
                    <a:pt x="346930" y="323635"/>
                  </a:cubicBezTo>
                  <a:cubicBezTo>
                    <a:pt x="348459" y="323635"/>
                    <a:pt x="349478" y="322615"/>
                    <a:pt x="349478" y="320577"/>
                  </a:cubicBezTo>
                  <a:cubicBezTo>
                    <a:pt x="349988" y="317010"/>
                    <a:pt x="397379" y="269109"/>
                    <a:pt x="402985" y="264013"/>
                  </a:cubicBezTo>
                  <a:cubicBezTo>
                    <a:pt x="409610" y="258407"/>
                    <a:pt x="441204" y="226303"/>
                    <a:pt x="441713" y="224265"/>
                  </a:cubicBezTo>
                  <a:cubicBezTo>
                    <a:pt x="441713" y="223246"/>
                    <a:pt x="444261" y="220698"/>
                    <a:pt x="448338" y="217640"/>
                  </a:cubicBezTo>
                  <a:cubicBezTo>
                    <a:pt x="455982" y="211525"/>
                    <a:pt x="469741" y="198276"/>
                    <a:pt x="479423" y="186556"/>
                  </a:cubicBezTo>
                  <a:cubicBezTo>
                    <a:pt x="483500" y="181460"/>
                    <a:pt x="490634" y="174835"/>
                    <a:pt x="494711" y="171778"/>
                  </a:cubicBezTo>
                  <a:cubicBezTo>
                    <a:pt x="498787" y="168720"/>
                    <a:pt x="504393" y="162605"/>
                    <a:pt x="506941" y="159547"/>
                  </a:cubicBezTo>
                  <a:cubicBezTo>
                    <a:pt x="512546" y="152413"/>
                    <a:pt x="532420" y="134578"/>
                    <a:pt x="553313" y="116233"/>
                  </a:cubicBezTo>
                  <a:cubicBezTo>
                    <a:pt x="561976" y="108589"/>
                    <a:pt x="569620" y="101454"/>
                    <a:pt x="569620" y="100435"/>
                  </a:cubicBezTo>
                  <a:cubicBezTo>
                    <a:pt x="570130" y="98907"/>
                    <a:pt x="582360" y="87696"/>
                    <a:pt x="597138" y="75466"/>
                  </a:cubicBezTo>
                  <a:cubicBezTo>
                    <a:pt x="632809" y="45909"/>
                    <a:pt x="648606" y="31131"/>
                    <a:pt x="644020" y="29093"/>
                  </a:cubicBezTo>
                  <a:close/>
                  <a:moveTo>
                    <a:pt x="598157" y="115213"/>
                  </a:moveTo>
                  <a:cubicBezTo>
                    <a:pt x="595099" y="115213"/>
                    <a:pt x="572677" y="134578"/>
                    <a:pt x="570639" y="137126"/>
                  </a:cubicBezTo>
                  <a:cubicBezTo>
                    <a:pt x="565543" y="143241"/>
                    <a:pt x="558919" y="148846"/>
                    <a:pt x="556880" y="150375"/>
                  </a:cubicBezTo>
                  <a:cubicBezTo>
                    <a:pt x="554842" y="151904"/>
                    <a:pt x="553823" y="153942"/>
                    <a:pt x="554842" y="154961"/>
                  </a:cubicBezTo>
                  <a:cubicBezTo>
                    <a:pt x="555861" y="155980"/>
                    <a:pt x="557390" y="154961"/>
                    <a:pt x="558409" y="153432"/>
                  </a:cubicBezTo>
                  <a:cubicBezTo>
                    <a:pt x="559938" y="151394"/>
                    <a:pt x="561976" y="150884"/>
                    <a:pt x="562995" y="151904"/>
                  </a:cubicBezTo>
                  <a:cubicBezTo>
                    <a:pt x="565543" y="154452"/>
                    <a:pt x="543631" y="174325"/>
                    <a:pt x="539554" y="173816"/>
                  </a:cubicBezTo>
                  <a:cubicBezTo>
                    <a:pt x="537516" y="173816"/>
                    <a:pt x="535987" y="174325"/>
                    <a:pt x="537006" y="175854"/>
                  </a:cubicBezTo>
                  <a:cubicBezTo>
                    <a:pt x="539045" y="178402"/>
                    <a:pt x="530891" y="184517"/>
                    <a:pt x="527834" y="181969"/>
                  </a:cubicBezTo>
                  <a:cubicBezTo>
                    <a:pt x="525286" y="179931"/>
                    <a:pt x="507960" y="194199"/>
                    <a:pt x="507960" y="199295"/>
                  </a:cubicBezTo>
                  <a:cubicBezTo>
                    <a:pt x="507450" y="201334"/>
                    <a:pt x="505412" y="203372"/>
                    <a:pt x="502354" y="203882"/>
                  </a:cubicBezTo>
                  <a:cubicBezTo>
                    <a:pt x="499297" y="204391"/>
                    <a:pt x="496749" y="205920"/>
                    <a:pt x="496749" y="206939"/>
                  </a:cubicBezTo>
                  <a:cubicBezTo>
                    <a:pt x="496749" y="207958"/>
                    <a:pt x="493182" y="211525"/>
                    <a:pt x="489615" y="215093"/>
                  </a:cubicBezTo>
                  <a:cubicBezTo>
                    <a:pt x="485538" y="219169"/>
                    <a:pt x="482990" y="219679"/>
                    <a:pt x="482990" y="217640"/>
                  </a:cubicBezTo>
                  <a:cubicBezTo>
                    <a:pt x="482990" y="214583"/>
                    <a:pt x="483500" y="214583"/>
                    <a:pt x="480442" y="217640"/>
                  </a:cubicBezTo>
                  <a:cubicBezTo>
                    <a:pt x="478913" y="219169"/>
                    <a:pt x="478404" y="221717"/>
                    <a:pt x="478913" y="223246"/>
                  </a:cubicBezTo>
                  <a:cubicBezTo>
                    <a:pt x="479423" y="224265"/>
                    <a:pt x="478913" y="224775"/>
                    <a:pt x="476875" y="224265"/>
                  </a:cubicBezTo>
                  <a:cubicBezTo>
                    <a:pt x="473818" y="223246"/>
                    <a:pt x="465155" y="238534"/>
                    <a:pt x="463116" y="249235"/>
                  </a:cubicBezTo>
                  <a:cubicBezTo>
                    <a:pt x="462097" y="255350"/>
                    <a:pt x="446809" y="270638"/>
                    <a:pt x="444771" y="268090"/>
                  </a:cubicBezTo>
                  <a:cubicBezTo>
                    <a:pt x="444261" y="267580"/>
                    <a:pt x="447829" y="262994"/>
                    <a:pt x="451905" y="258407"/>
                  </a:cubicBezTo>
                  <a:cubicBezTo>
                    <a:pt x="457001" y="252802"/>
                    <a:pt x="458530" y="250254"/>
                    <a:pt x="457511" y="250254"/>
                  </a:cubicBezTo>
                  <a:cubicBezTo>
                    <a:pt x="452925" y="250254"/>
                    <a:pt x="425407" y="278281"/>
                    <a:pt x="424387" y="284906"/>
                  </a:cubicBezTo>
                  <a:cubicBezTo>
                    <a:pt x="423368" y="292040"/>
                    <a:pt x="404004" y="315991"/>
                    <a:pt x="398399" y="318029"/>
                  </a:cubicBezTo>
                  <a:cubicBezTo>
                    <a:pt x="395851" y="319048"/>
                    <a:pt x="395341" y="317520"/>
                    <a:pt x="396870" y="314972"/>
                  </a:cubicBezTo>
                  <a:cubicBezTo>
                    <a:pt x="398399" y="311914"/>
                    <a:pt x="397889" y="310895"/>
                    <a:pt x="394831" y="313953"/>
                  </a:cubicBezTo>
                  <a:cubicBezTo>
                    <a:pt x="392284" y="316500"/>
                    <a:pt x="390245" y="318029"/>
                    <a:pt x="391264" y="320068"/>
                  </a:cubicBezTo>
                  <a:cubicBezTo>
                    <a:pt x="392284" y="322106"/>
                    <a:pt x="389736" y="327202"/>
                    <a:pt x="386168" y="331788"/>
                  </a:cubicBezTo>
                  <a:cubicBezTo>
                    <a:pt x="378525" y="341470"/>
                    <a:pt x="369352" y="349624"/>
                    <a:pt x="369352" y="345547"/>
                  </a:cubicBezTo>
                  <a:cubicBezTo>
                    <a:pt x="369352" y="342489"/>
                    <a:pt x="365785" y="349114"/>
                    <a:pt x="355593" y="357267"/>
                  </a:cubicBezTo>
                  <a:cubicBezTo>
                    <a:pt x="353045" y="359306"/>
                    <a:pt x="349478" y="361854"/>
                    <a:pt x="347949" y="361854"/>
                  </a:cubicBezTo>
                  <a:cubicBezTo>
                    <a:pt x="345911" y="361344"/>
                    <a:pt x="345401" y="362873"/>
                    <a:pt x="346421" y="365930"/>
                  </a:cubicBezTo>
                  <a:cubicBezTo>
                    <a:pt x="348459" y="371536"/>
                    <a:pt x="346421" y="376632"/>
                    <a:pt x="342344" y="376122"/>
                  </a:cubicBezTo>
                  <a:cubicBezTo>
                    <a:pt x="339286" y="375613"/>
                    <a:pt x="314826" y="405169"/>
                    <a:pt x="305144" y="416380"/>
                  </a:cubicBezTo>
                  <a:cubicBezTo>
                    <a:pt x="302087" y="419947"/>
                    <a:pt x="294443" y="430648"/>
                    <a:pt x="287309" y="438292"/>
                  </a:cubicBezTo>
                  <a:cubicBezTo>
                    <a:pt x="271511" y="457147"/>
                    <a:pt x="258262" y="477530"/>
                    <a:pt x="259281" y="480588"/>
                  </a:cubicBezTo>
                  <a:cubicBezTo>
                    <a:pt x="259791" y="482116"/>
                    <a:pt x="259281" y="482626"/>
                    <a:pt x="258262" y="482626"/>
                  </a:cubicBezTo>
                  <a:cubicBezTo>
                    <a:pt x="255714" y="482626"/>
                    <a:pt x="240427" y="499442"/>
                    <a:pt x="239917" y="503519"/>
                  </a:cubicBezTo>
                  <a:cubicBezTo>
                    <a:pt x="239917" y="506577"/>
                    <a:pt x="242974" y="508105"/>
                    <a:pt x="246541" y="504538"/>
                  </a:cubicBezTo>
                  <a:cubicBezTo>
                    <a:pt x="249599" y="501481"/>
                    <a:pt x="282722" y="495366"/>
                    <a:pt x="288837" y="496385"/>
                  </a:cubicBezTo>
                  <a:cubicBezTo>
                    <a:pt x="291385" y="496894"/>
                    <a:pt x="294443" y="495875"/>
                    <a:pt x="295462" y="494856"/>
                  </a:cubicBezTo>
                  <a:cubicBezTo>
                    <a:pt x="296481" y="493837"/>
                    <a:pt x="300048" y="492308"/>
                    <a:pt x="304125" y="491799"/>
                  </a:cubicBezTo>
                  <a:cubicBezTo>
                    <a:pt x="311259" y="490779"/>
                    <a:pt x="383621" y="477530"/>
                    <a:pt x="407571" y="472434"/>
                  </a:cubicBezTo>
                  <a:cubicBezTo>
                    <a:pt x="419292" y="469886"/>
                    <a:pt x="422349" y="468357"/>
                    <a:pt x="425916" y="461223"/>
                  </a:cubicBezTo>
                  <a:cubicBezTo>
                    <a:pt x="440185" y="432686"/>
                    <a:pt x="485028" y="345547"/>
                    <a:pt x="491143" y="332807"/>
                  </a:cubicBezTo>
                  <a:cubicBezTo>
                    <a:pt x="499806" y="314972"/>
                    <a:pt x="524267" y="270128"/>
                    <a:pt x="539554" y="241081"/>
                  </a:cubicBezTo>
                  <a:cubicBezTo>
                    <a:pt x="545160" y="230380"/>
                    <a:pt x="553823" y="213564"/>
                    <a:pt x="558919" y="203882"/>
                  </a:cubicBezTo>
                  <a:cubicBezTo>
                    <a:pt x="564015" y="194199"/>
                    <a:pt x="570639" y="181969"/>
                    <a:pt x="573697" y="176364"/>
                  </a:cubicBezTo>
                  <a:cubicBezTo>
                    <a:pt x="583888" y="158019"/>
                    <a:pt x="602234" y="120309"/>
                    <a:pt x="600195" y="120309"/>
                  </a:cubicBezTo>
                  <a:cubicBezTo>
                    <a:pt x="598666" y="120309"/>
                    <a:pt x="597647" y="120819"/>
                    <a:pt x="597647" y="121838"/>
                  </a:cubicBezTo>
                  <a:cubicBezTo>
                    <a:pt x="597138" y="124386"/>
                    <a:pt x="569110" y="148337"/>
                    <a:pt x="569620" y="145789"/>
                  </a:cubicBezTo>
                  <a:cubicBezTo>
                    <a:pt x="569620" y="144769"/>
                    <a:pt x="576754" y="136616"/>
                    <a:pt x="585927" y="127953"/>
                  </a:cubicBezTo>
                  <a:cubicBezTo>
                    <a:pt x="595609" y="118780"/>
                    <a:pt x="599176" y="115213"/>
                    <a:pt x="598157" y="115213"/>
                  </a:cubicBezTo>
                  <a:close/>
                  <a:moveTo>
                    <a:pt x="600068" y="149738"/>
                  </a:moveTo>
                  <a:cubicBezTo>
                    <a:pt x="599558" y="150248"/>
                    <a:pt x="598921" y="151394"/>
                    <a:pt x="598157" y="152923"/>
                  </a:cubicBezTo>
                  <a:cubicBezTo>
                    <a:pt x="596628" y="156490"/>
                    <a:pt x="596628" y="157509"/>
                    <a:pt x="599176" y="155980"/>
                  </a:cubicBezTo>
                  <a:cubicBezTo>
                    <a:pt x="601214" y="154961"/>
                    <a:pt x="601724" y="152413"/>
                    <a:pt x="601214" y="150375"/>
                  </a:cubicBezTo>
                  <a:cubicBezTo>
                    <a:pt x="600960" y="149356"/>
                    <a:pt x="600577" y="149228"/>
                    <a:pt x="600068" y="149738"/>
                  </a:cubicBezTo>
                  <a:close/>
                  <a:moveTo>
                    <a:pt x="615483" y="154961"/>
                  </a:moveTo>
                  <a:cubicBezTo>
                    <a:pt x="614973" y="154961"/>
                    <a:pt x="613954" y="155980"/>
                    <a:pt x="612425" y="157000"/>
                  </a:cubicBezTo>
                  <a:cubicBezTo>
                    <a:pt x="610897" y="158019"/>
                    <a:pt x="611916" y="159547"/>
                    <a:pt x="613445" y="159547"/>
                  </a:cubicBezTo>
                  <a:cubicBezTo>
                    <a:pt x="614973" y="160057"/>
                    <a:pt x="615993" y="159038"/>
                    <a:pt x="615993" y="157509"/>
                  </a:cubicBezTo>
                  <a:cubicBezTo>
                    <a:pt x="616502" y="155980"/>
                    <a:pt x="615993" y="154961"/>
                    <a:pt x="615483" y="154961"/>
                  </a:cubicBezTo>
                  <a:close/>
                  <a:moveTo>
                    <a:pt x="595609" y="161586"/>
                  </a:moveTo>
                  <a:cubicBezTo>
                    <a:pt x="591532" y="164643"/>
                    <a:pt x="561976" y="221717"/>
                    <a:pt x="543631" y="256369"/>
                  </a:cubicBezTo>
                  <a:cubicBezTo>
                    <a:pt x="539554" y="264013"/>
                    <a:pt x="533949" y="273695"/>
                    <a:pt x="531401" y="277772"/>
                  </a:cubicBezTo>
                  <a:cubicBezTo>
                    <a:pt x="528853" y="281848"/>
                    <a:pt x="521719" y="293059"/>
                    <a:pt x="517642" y="302232"/>
                  </a:cubicBezTo>
                  <a:cubicBezTo>
                    <a:pt x="513056" y="311914"/>
                    <a:pt x="505412" y="325163"/>
                    <a:pt x="501335" y="331278"/>
                  </a:cubicBezTo>
                  <a:cubicBezTo>
                    <a:pt x="496749" y="337903"/>
                    <a:pt x="493182" y="345547"/>
                    <a:pt x="493182" y="348095"/>
                  </a:cubicBezTo>
                  <a:cubicBezTo>
                    <a:pt x="493182" y="350643"/>
                    <a:pt x="491653" y="353191"/>
                    <a:pt x="490124" y="353700"/>
                  </a:cubicBezTo>
                  <a:cubicBezTo>
                    <a:pt x="489105" y="354210"/>
                    <a:pt x="487067" y="358796"/>
                    <a:pt x="485538" y="362363"/>
                  </a:cubicBezTo>
                  <a:cubicBezTo>
                    <a:pt x="484009" y="365930"/>
                    <a:pt x="480952" y="373574"/>
                    <a:pt x="477894" y="378161"/>
                  </a:cubicBezTo>
                  <a:cubicBezTo>
                    <a:pt x="474837" y="383256"/>
                    <a:pt x="472289" y="388352"/>
                    <a:pt x="471779" y="389881"/>
                  </a:cubicBezTo>
                  <a:cubicBezTo>
                    <a:pt x="468722" y="398544"/>
                    <a:pt x="450377" y="431667"/>
                    <a:pt x="446300" y="438292"/>
                  </a:cubicBezTo>
                  <a:cubicBezTo>
                    <a:pt x="443752" y="442369"/>
                    <a:pt x="442223" y="445936"/>
                    <a:pt x="442733" y="445936"/>
                  </a:cubicBezTo>
                  <a:cubicBezTo>
                    <a:pt x="443752" y="445936"/>
                    <a:pt x="442223" y="448993"/>
                    <a:pt x="439675" y="451541"/>
                  </a:cubicBezTo>
                  <a:cubicBezTo>
                    <a:pt x="434579" y="458166"/>
                    <a:pt x="432541" y="466829"/>
                    <a:pt x="436618" y="467848"/>
                  </a:cubicBezTo>
                  <a:cubicBezTo>
                    <a:pt x="438656" y="468357"/>
                    <a:pt x="454453" y="444916"/>
                    <a:pt x="454963" y="439311"/>
                  </a:cubicBezTo>
                  <a:cubicBezTo>
                    <a:pt x="454963" y="436763"/>
                    <a:pt x="458530" y="429119"/>
                    <a:pt x="469231" y="412303"/>
                  </a:cubicBezTo>
                  <a:cubicBezTo>
                    <a:pt x="472798" y="406697"/>
                    <a:pt x="480442" y="390900"/>
                    <a:pt x="482481" y="384785"/>
                  </a:cubicBezTo>
                  <a:cubicBezTo>
                    <a:pt x="482990" y="384276"/>
                    <a:pt x="483500" y="382237"/>
                    <a:pt x="485028" y="380199"/>
                  </a:cubicBezTo>
                  <a:cubicBezTo>
                    <a:pt x="486557" y="378161"/>
                    <a:pt x="490124" y="370517"/>
                    <a:pt x="493691" y="363382"/>
                  </a:cubicBezTo>
                  <a:cubicBezTo>
                    <a:pt x="502354" y="346566"/>
                    <a:pt x="516623" y="315481"/>
                    <a:pt x="520700" y="309366"/>
                  </a:cubicBezTo>
                  <a:cubicBezTo>
                    <a:pt x="524776" y="302742"/>
                    <a:pt x="537516" y="280829"/>
                    <a:pt x="542612" y="267070"/>
                  </a:cubicBezTo>
                  <a:cubicBezTo>
                    <a:pt x="545669" y="260446"/>
                    <a:pt x="549237" y="255350"/>
                    <a:pt x="550256" y="254331"/>
                  </a:cubicBezTo>
                  <a:cubicBezTo>
                    <a:pt x="551275" y="253312"/>
                    <a:pt x="552294" y="251273"/>
                    <a:pt x="552294" y="249235"/>
                  </a:cubicBezTo>
                  <a:cubicBezTo>
                    <a:pt x="552804" y="247706"/>
                    <a:pt x="555861" y="241591"/>
                    <a:pt x="558919" y="235986"/>
                  </a:cubicBezTo>
                  <a:cubicBezTo>
                    <a:pt x="561976" y="230380"/>
                    <a:pt x="565034" y="224265"/>
                    <a:pt x="566053" y="222227"/>
                  </a:cubicBezTo>
                  <a:cubicBezTo>
                    <a:pt x="567072" y="219679"/>
                    <a:pt x="567072" y="217640"/>
                    <a:pt x="568091" y="217640"/>
                  </a:cubicBezTo>
                  <a:cubicBezTo>
                    <a:pt x="569620" y="217640"/>
                    <a:pt x="571658" y="213564"/>
                    <a:pt x="574206" y="208977"/>
                  </a:cubicBezTo>
                  <a:cubicBezTo>
                    <a:pt x="576754" y="203882"/>
                    <a:pt x="582360" y="190632"/>
                    <a:pt x="587965" y="179931"/>
                  </a:cubicBezTo>
                  <a:cubicBezTo>
                    <a:pt x="593571" y="168720"/>
                    <a:pt x="597138" y="160567"/>
                    <a:pt x="595609" y="161586"/>
                  </a:cubicBezTo>
                  <a:close/>
                  <a:moveTo>
                    <a:pt x="607640" y="172502"/>
                  </a:moveTo>
                  <a:cubicBezTo>
                    <a:pt x="607107" y="172797"/>
                    <a:pt x="606310" y="173434"/>
                    <a:pt x="605291" y="174325"/>
                  </a:cubicBezTo>
                  <a:cubicBezTo>
                    <a:pt x="602743" y="176364"/>
                    <a:pt x="599686" y="181969"/>
                    <a:pt x="598666" y="186046"/>
                  </a:cubicBezTo>
                  <a:cubicBezTo>
                    <a:pt x="596119" y="195728"/>
                    <a:pt x="596628" y="195219"/>
                    <a:pt x="604272" y="181460"/>
                  </a:cubicBezTo>
                  <a:cubicBezTo>
                    <a:pt x="608476" y="173816"/>
                    <a:pt x="609240" y="171618"/>
                    <a:pt x="607640" y="172502"/>
                  </a:cubicBezTo>
                  <a:close/>
                  <a:moveTo>
                    <a:pt x="597138" y="195219"/>
                  </a:moveTo>
                  <a:lnTo>
                    <a:pt x="591023" y="200314"/>
                  </a:lnTo>
                  <a:cubicBezTo>
                    <a:pt x="585417" y="204901"/>
                    <a:pt x="577773" y="223756"/>
                    <a:pt x="581341" y="224265"/>
                  </a:cubicBezTo>
                  <a:cubicBezTo>
                    <a:pt x="585417" y="224775"/>
                    <a:pt x="593571" y="205920"/>
                    <a:pt x="594590" y="203372"/>
                  </a:cubicBezTo>
                  <a:lnTo>
                    <a:pt x="597138" y="195219"/>
                  </a:lnTo>
                  <a:close/>
                  <a:moveTo>
                    <a:pt x="578347" y="227705"/>
                  </a:moveTo>
                  <a:cubicBezTo>
                    <a:pt x="577773" y="228087"/>
                    <a:pt x="576754" y="229616"/>
                    <a:pt x="574716" y="232419"/>
                  </a:cubicBezTo>
                  <a:cubicBezTo>
                    <a:pt x="572168" y="235986"/>
                    <a:pt x="570130" y="241591"/>
                    <a:pt x="569110" y="243629"/>
                  </a:cubicBezTo>
                  <a:cubicBezTo>
                    <a:pt x="567582" y="250764"/>
                    <a:pt x="572168" y="249235"/>
                    <a:pt x="576245" y="241591"/>
                  </a:cubicBezTo>
                  <a:cubicBezTo>
                    <a:pt x="578283" y="237514"/>
                    <a:pt x="579812" y="232928"/>
                    <a:pt x="579302" y="229871"/>
                  </a:cubicBezTo>
                  <a:cubicBezTo>
                    <a:pt x="579047" y="228087"/>
                    <a:pt x="578920" y="227323"/>
                    <a:pt x="578347" y="227705"/>
                  </a:cubicBezTo>
                  <a:close/>
                  <a:moveTo>
                    <a:pt x="567207" y="251233"/>
                  </a:moveTo>
                  <a:cubicBezTo>
                    <a:pt x="566403" y="251050"/>
                    <a:pt x="565161" y="251528"/>
                    <a:pt x="563505" y="252802"/>
                  </a:cubicBezTo>
                  <a:cubicBezTo>
                    <a:pt x="561467" y="254331"/>
                    <a:pt x="559938" y="256369"/>
                    <a:pt x="560447" y="258407"/>
                  </a:cubicBezTo>
                  <a:cubicBezTo>
                    <a:pt x="560957" y="260446"/>
                    <a:pt x="560447" y="262484"/>
                    <a:pt x="558919" y="262994"/>
                  </a:cubicBezTo>
                  <a:cubicBezTo>
                    <a:pt x="557390" y="263503"/>
                    <a:pt x="555351" y="266561"/>
                    <a:pt x="555351" y="269618"/>
                  </a:cubicBezTo>
                  <a:cubicBezTo>
                    <a:pt x="554842" y="272166"/>
                    <a:pt x="553313" y="274205"/>
                    <a:pt x="551275" y="273695"/>
                  </a:cubicBezTo>
                  <a:cubicBezTo>
                    <a:pt x="548727" y="273695"/>
                    <a:pt x="546689" y="277772"/>
                    <a:pt x="544650" y="284396"/>
                  </a:cubicBezTo>
                  <a:cubicBezTo>
                    <a:pt x="542612" y="290511"/>
                    <a:pt x="540064" y="296626"/>
                    <a:pt x="538026" y="297136"/>
                  </a:cubicBezTo>
                  <a:cubicBezTo>
                    <a:pt x="536497" y="297646"/>
                    <a:pt x="534458" y="301213"/>
                    <a:pt x="534458" y="304780"/>
                  </a:cubicBezTo>
                  <a:cubicBezTo>
                    <a:pt x="534458" y="308857"/>
                    <a:pt x="532930" y="310895"/>
                    <a:pt x="530382" y="310385"/>
                  </a:cubicBezTo>
                  <a:cubicBezTo>
                    <a:pt x="526305" y="309366"/>
                    <a:pt x="526815" y="309366"/>
                    <a:pt x="523247" y="323635"/>
                  </a:cubicBezTo>
                  <a:cubicBezTo>
                    <a:pt x="521209" y="332298"/>
                    <a:pt x="517132" y="338413"/>
                    <a:pt x="514585" y="336374"/>
                  </a:cubicBezTo>
                  <a:cubicBezTo>
                    <a:pt x="512037" y="334336"/>
                    <a:pt x="508979" y="345037"/>
                    <a:pt x="511017" y="348604"/>
                  </a:cubicBezTo>
                  <a:cubicBezTo>
                    <a:pt x="512037" y="350133"/>
                    <a:pt x="512037" y="352172"/>
                    <a:pt x="510508" y="353700"/>
                  </a:cubicBezTo>
                  <a:cubicBezTo>
                    <a:pt x="506941" y="357267"/>
                    <a:pt x="502864" y="369498"/>
                    <a:pt x="504902" y="369498"/>
                  </a:cubicBezTo>
                  <a:cubicBezTo>
                    <a:pt x="506431" y="370007"/>
                    <a:pt x="508469" y="367459"/>
                    <a:pt x="509998" y="364911"/>
                  </a:cubicBezTo>
                  <a:cubicBezTo>
                    <a:pt x="512546" y="360325"/>
                    <a:pt x="519171" y="359815"/>
                    <a:pt x="517132" y="363892"/>
                  </a:cubicBezTo>
                  <a:cubicBezTo>
                    <a:pt x="516623" y="364911"/>
                    <a:pt x="517642" y="365930"/>
                    <a:pt x="518661" y="365930"/>
                  </a:cubicBezTo>
                  <a:cubicBezTo>
                    <a:pt x="522738" y="366440"/>
                    <a:pt x="522228" y="362873"/>
                    <a:pt x="518661" y="357777"/>
                  </a:cubicBezTo>
                  <a:cubicBezTo>
                    <a:pt x="515094" y="352681"/>
                    <a:pt x="514585" y="348095"/>
                    <a:pt x="518152" y="348604"/>
                  </a:cubicBezTo>
                  <a:cubicBezTo>
                    <a:pt x="519680" y="348604"/>
                    <a:pt x="520700" y="347585"/>
                    <a:pt x="520700" y="345547"/>
                  </a:cubicBezTo>
                  <a:cubicBezTo>
                    <a:pt x="520700" y="343509"/>
                    <a:pt x="521209" y="341980"/>
                    <a:pt x="523247" y="343509"/>
                  </a:cubicBezTo>
                  <a:cubicBezTo>
                    <a:pt x="524776" y="344528"/>
                    <a:pt x="526815" y="342999"/>
                    <a:pt x="526815" y="341980"/>
                  </a:cubicBezTo>
                  <a:cubicBezTo>
                    <a:pt x="526815" y="340451"/>
                    <a:pt x="525795" y="338922"/>
                    <a:pt x="524267" y="338922"/>
                  </a:cubicBezTo>
                  <a:cubicBezTo>
                    <a:pt x="521719" y="338922"/>
                    <a:pt x="526815" y="328221"/>
                    <a:pt x="531911" y="326692"/>
                  </a:cubicBezTo>
                  <a:cubicBezTo>
                    <a:pt x="533439" y="326183"/>
                    <a:pt x="534968" y="323635"/>
                    <a:pt x="535987" y="321087"/>
                  </a:cubicBezTo>
                  <a:cubicBezTo>
                    <a:pt x="541593" y="307328"/>
                    <a:pt x="541593" y="302742"/>
                    <a:pt x="547198" y="293059"/>
                  </a:cubicBezTo>
                  <a:cubicBezTo>
                    <a:pt x="550765" y="286944"/>
                    <a:pt x="553823" y="281339"/>
                    <a:pt x="553823" y="280829"/>
                  </a:cubicBezTo>
                  <a:cubicBezTo>
                    <a:pt x="554332" y="279810"/>
                    <a:pt x="557390" y="273695"/>
                    <a:pt x="561976" y="267070"/>
                  </a:cubicBezTo>
                  <a:cubicBezTo>
                    <a:pt x="568091" y="258280"/>
                    <a:pt x="569620" y="251783"/>
                    <a:pt x="567207" y="251233"/>
                  </a:cubicBezTo>
                  <a:close/>
                  <a:moveTo>
                    <a:pt x="562422" y="306245"/>
                  </a:moveTo>
                  <a:cubicBezTo>
                    <a:pt x="561721" y="305926"/>
                    <a:pt x="560193" y="307073"/>
                    <a:pt x="558409" y="309876"/>
                  </a:cubicBezTo>
                  <a:cubicBezTo>
                    <a:pt x="556880" y="312424"/>
                    <a:pt x="555861" y="314972"/>
                    <a:pt x="557390" y="314972"/>
                  </a:cubicBezTo>
                  <a:cubicBezTo>
                    <a:pt x="558409" y="314972"/>
                    <a:pt x="560447" y="313443"/>
                    <a:pt x="561467" y="311405"/>
                  </a:cubicBezTo>
                  <a:cubicBezTo>
                    <a:pt x="562995" y="308347"/>
                    <a:pt x="563123" y="306563"/>
                    <a:pt x="562422" y="306245"/>
                  </a:cubicBezTo>
                  <a:close/>
                  <a:moveTo>
                    <a:pt x="497577" y="368287"/>
                  </a:moveTo>
                  <a:cubicBezTo>
                    <a:pt x="496494" y="368478"/>
                    <a:pt x="495475" y="369752"/>
                    <a:pt x="493691" y="372555"/>
                  </a:cubicBezTo>
                  <a:cubicBezTo>
                    <a:pt x="490124" y="377651"/>
                    <a:pt x="490124" y="379180"/>
                    <a:pt x="492163" y="381218"/>
                  </a:cubicBezTo>
                  <a:cubicBezTo>
                    <a:pt x="494201" y="383256"/>
                    <a:pt x="493691" y="383256"/>
                    <a:pt x="491143" y="383256"/>
                  </a:cubicBezTo>
                  <a:cubicBezTo>
                    <a:pt x="488596" y="382747"/>
                    <a:pt x="486557" y="384785"/>
                    <a:pt x="486048" y="386823"/>
                  </a:cubicBezTo>
                  <a:cubicBezTo>
                    <a:pt x="486048" y="390900"/>
                    <a:pt x="486048" y="390900"/>
                    <a:pt x="488596" y="387843"/>
                  </a:cubicBezTo>
                  <a:cubicBezTo>
                    <a:pt x="490124" y="385804"/>
                    <a:pt x="491143" y="385804"/>
                    <a:pt x="491143" y="387333"/>
                  </a:cubicBezTo>
                  <a:cubicBezTo>
                    <a:pt x="491143" y="388862"/>
                    <a:pt x="489615" y="390900"/>
                    <a:pt x="488086" y="391919"/>
                  </a:cubicBezTo>
                  <a:cubicBezTo>
                    <a:pt x="486048" y="392939"/>
                    <a:pt x="476365" y="407717"/>
                    <a:pt x="475856" y="410774"/>
                  </a:cubicBezTo>
                  <a:cubicBezTo>
                    <a:pt x="475856" y="411793"/>
                    <a:pt x="476875" y="411284"/>
                    <a:pt x="478404" y="410774"/>
                  </a:cubicBezTo>
                  <a:cubicBezTo>
                    <a:pt x="479933" y="410265"/>
                    <a:pt x="480952" y="411284"/>
                    <a:pt x="480442" y="413832"/>
                  </a:cubicBezTo>
                  <a:cubicBezTo>
                    <a:pt x="479933" y="416380"/>
                    <a:pt x="478913" y="417908"/>
                    <a:pt x="476365" y="415870"/>
                  </a:cubicBezTo>
                  <a:cubicBezTo>
                    <a:pt x="473818" y="413832"/>
                    <a:pt x="472798" y="415360"/>
                    <a:pt x="473308" y="417908"/>
                  </a:cubicBezTo>
                  <a:cubicBezTo>
                    <a:pt x="473818" y="419947"/>
                    <a:pt x="473308" y="421475"/>
                    <a:pt x="471779" y="421475"/>
                  </a:cubicBezTo>
                  <a:cubicBezTo>
                    <a:pt x="470760" y="421475"/>
                    <a:pt x="469741" y="424023"/>
                    <a:pt x="470250" y="427590"/>
                  </a:cubicBezTo>
                  <a:cubicBezTo>
                    <a:pt x="471270" y="433706"/>
                    <a:pt x="466174" y="441859"/>
                    <a:pt x="460568" y="443388"/>
                  </a:cubicBezTo>
                  <a:cubicBezTo>
                    <a:pt x="459039" y="443388"/>
                    <a:pt x="458020" y="447464"/>
                    <a:pt x="457511" y="451032"/>
                  </a:cubicBezTo>
                  <a:cubicBezTo>
                    <a:pt x="457001" y="455108"/>
                    <a:pt x="456492" y="457656"/>
                    <a:pt x="455472" y="455108"/>
                  </a:cubicBezTo>
                  <a:cubicBezTo>
                    <a:pt x="454453" y="453070"/>
                    <a:pt x="452925" y="454089"/>
                    <a:pt x="450377" y="458166"/>
                  </a:cubicBezTo>
                  <a:cubicBezTo>
                    <a:pt x="444261" y="467338"/>
                    <a:pt x="454453" y="467338"/>
                    <a:pt x="464645" y="457147"/>
                  </a:cubicBezTo>
                  <a:cubicBezTo>
                    <a:pt x="471779" y="450012"/>
                    <a:pt x="477894" y="439821"/>
                    <a:pt x="484009" y="417908"/>
                  </a:cubicBezTo>
                  <a:cubicBezTo>
                    <a:pt x="485028" y="414341"/>
                    <a:pt x="490634" y="403130"/>
                    <a:pt x="496239" y="392939"/>
                  </a:cubicBezTo>
                  <a:cubicBezTo>
                    <a:pt x="505922" y="375103"/>
                    <a:pt x="506431" y="374084"/>
                    <a:pt x="501845" y="370517"/>
                  </a:cubicBezTo>
                  <a:cubicBezTo>
                    <a:pt x="499807" y="368988"/>
                    <a:pt x="498660" y="368096"/>
                    <a:pt x="497577" y="368287"/>
                  </a:cubicBezTo>
                  <a:close/>
                  <a:moveTo>
                    <a:pt x="490698" y="417017"/>
                  </a:moveTo>
                  <a:cubicBezTo>
                    <a:pt x="490507" y="417271"/>
                    <a:pt x="490379" y="418163"/>
                    <a:pt x="490124" y="419437"/>
                  </a:cubicBezTo>
                  <a:cubicBezTo>
                    <a:pt x="489615" y="421985"/>
                    <a:pt x="490124" y="423514"/>
                    <a:pt x="491143" y="423004"/>
                  </a:cubicBezTo>
                  <a:cubicBezTo>
                    <a:pt x="492672" y="422495"/>
                    <a:pt x="492163" y="419947"/>
                    <a:pt x="491653" y="418418"/>
                  </a:cubicBezTo>
                  <a:cubicBezTo>
                    <a:pt x="491143" y="417144"/>
                    <a:pt x="490889" y="416762"/>
                    <a:pt x="490698" y="417017"/>
                  </a:cubicBezTo>
                  <a:close/>
                  <a:moveTo>
                    <a:pt x="440694" y="496385"/>
                  </a:moveTo>
                  <a:cubicBezTo>
                    <a:pt x="439675" y="495875"/>
                    <a:pt x="438146" y="496894"/>
                    <a:pt x="436618" y="498423"/>
                  </a:cubicBezTo>
                  <a:cubicBezTo>
                    <a:pt x="435598" y="499442"/>
                    <a:pt x="436108" y="500461"/>
                    <a:pt x="437127" y="500971"/>
                  </a:cubicBezTo>
                  <a:cubicBezTo>
                    <a:pt x="438656" y="500971"/>
                    <a:pt x="440694" y="499952"/>
                    <a:pt x="441713" y="498933"/>
                  </a:cubicBezTo>
                  <a:cubicBezTo>
                    <a:pt x="443242" y="497404"/>
                    <a:pt x="442223" y="496385"/>
                    <a:pt x="440694" y="496385"/>
                  </a:cubicBezTo>
                  <a:close/>
                  <a:moveTo>
                    <a:pt x="428719" y="503710"/>
                  </a:moveTo>
                  <a:cubicBezTo>
                    <a:pt x="427573" y="504029"/>
                    <a:pt x="426935" y="504793"/>
                    <a:pt x="426935" y="506067"/>
                  </a:cubicBezTo>
                  <a:cubicBezTo>
                    <a:pt x="426935" y="507596"/>
                    <a:pt x="425407" y="511163"/>
                    <a:pt x="424387" y="513711"/>
                  </a:cubicBezTo>
                  <a:cubicBezTo>
                    <a:pt x="423368" y="516259"/>
                    <a:pt x="422859" y="517278"/>
                    <a:pt x="425407" y="516259"/>
                  </a:cubicBezTo>
                  <a:cubicBezTo>
                    <a:pt x="427445" y="515240"/>
                    <a:pt x="428974" y="516259"/>
                    <a:pt x="427955" y="518807"/>
                  </a:cubicBezTo>
                  <a:cubicBezTo>
                    <a:pt x="426935" y="521355"/>
                    <a:pt x="426426" y="522374"/>
                    <a:pt x="423368" y="520845"/>
                  </a:cubicBezTo>
                  <a:cubicBezTo>
                    <a:pt x="420820" y="519316"/>
                    <a:pt x="420820" y="519826"/>
                    <a:pt x="420820" y="522883"/>
                  </a:cubicBezTo>
                  <a:cubicBezTo>
                    <a:pt x="420820" y="525431"/>
                    <a:pt x="420820" y="526960"/>
                    <a:pt x="419801" y="526450"/>
                  </a:cubicBezTo>
                  <a:cubicBezTo>
                    <a:pt x="417763" y="526450"/>
                    <a:pt x="410629" y="536642"/>
                    <a:pt x="410119" y="540209"/>
                  </a:cubicBezTo>
                  <a:cubicBezTo>
                    <a:pt x="410119" y="540719"/>
                    <a:pt x="412667" y="539700"/>
                    <a:pt x="414705" y="537152"/>
                  </a:cubicBezTo>
                  <a:cubicBezTo>
                    <a:pt x="418782" y="532565"/>
                    <a:pt x="418782" y="533075"/>
                    <a:pt x="416744" y="538681"/>
                  </a:cubicBezTo>
                  <a:cubicBezTo>
                    <a:pt x="412157" y="550911"/>
                    <a:pt x="407571" y="557535"/>
                    <a:pt x="405023" y="557026"/>
                  </a:cubicBezTo>
                  <a:cubicBezTo>
                    <a:pt x="403494" y="557026"/>
                    <a:pt x="401966" y="558554"/>
                    <a:pt x="401456" y="561612"/>
                  </a:cubicBezTo>
                  <a:cubicBezTo>
                    <a:pt x="401456" y="564670"/>
                    <a:pt x="400947" y="566708"/>
                    <a:pt x="399927" y="566198"/>
                  </a:cubicBezTo>
                  <a:cubicBezTo>
                    <a:pt x="398399" y="565179"/>
                    <a:pt x="387188" y="585053"/>
                    <a:pt x="387188" y="589130"/>
                  </a:cubicBezTo>
                  <a:cubicBezTo>
                    <a:pt x="386678" y="590658"/>
                    <a:pt x="388207" y="590658"/>
                    <a:pt x="389226" y="590149"/>
                  </a:cubicBezTo>
                  <a:cubicBezTo>
                    <a:pt x="390755" y="589130"/>
                    <a:pt x="391774" y="590658"/>
                    <a:pt x="391774" y="593206"/>
                  </a:cubicBezTo>
                  <a:cubicBezTo>
                    <a:pt x="391774" y="595754"/>
                    <a:pt x="389736" y="596264"/>
                    <a:pt x="387697" y="595245"/>
                  </a:cubicBezTo>
                  <a:cubicBezTo>
                    <a:pt x="385659" y="594226"/>
                    <a:pt x="383621" y="594226"/>
                    <a:pt x="383621" y="595245"/>
                  </a:cubicBezTo>
                  <a:cubicBezTo>
                    <a:pt x="383621" y="596264"/>
                    <a:pt x="382601" y="599831"/>
                    <a:pt x="381073" y="602889"/>
                  </a:cubicBezTo>
                  <a:cubicBezTo>
                    <a:pt x="379544" y="607984"/>
                    <a:pt x="379544" y="608494"/>
                    <a:pt x="382601" y="605946"/>
                  </a:cubicBezTo>
                  <a:cubicBezTo>
                    <a:pt x="385659" y="603398"/>
                    <a:pt x="385659" y="603398"/>
                    <a:pt x="384130" y="607475"/>
                  </a:cubicBezTo>
                  <a:cubicBezTo>
                    <a:pt x="383111" y="610023"/>
                    <a:pt x="381582" y="612571"/>
                    <a:pt x="380053" y="612061"/>
                  </a:cubicBezTo>
                  <a:cubicBezTo>
                    <a:pt x="378525" y="611552"/>
                    <a:pt x="375977" y="612571"/>
                    <a:pt x="374958" y="613590"/>
                  </a:cubicBezTo>
                  <a:cubicBezTo>
                    <a:pt x="373429" y="615119"/>
                    <a:pt x="373938" y="615119"/>
                    <a:pt x="375977" y="614100"/>
                  </a:cubicBezTo>
                  <a:cubicBezTo>
                    <a:pt x="379544" y="612571"/>
                    <a:pt x="380053" y="616138"/>
                    <a:pt x="376486" y="624291"/>
                  </a:cubicBezTo>
                  <a:cubicBezTo>
                    <a:pt x="374958" y="627858"/>
                    <a:pt x="373429" y="628878"/>
                    <a:pt x="370881" y="627858"/>
                  </a:cubicBezTo>
                  <a:cubicBezTo>
                    <a:pt x="368843" y="626839"/>
                    <a:pt x="367314" y="628368"/>
                    <a:pt x="366804" y="630916"/>
                  </a:cubicBezTo>
                  <a:cubicBezTo>
                    <a:pt x="366804" y="633464"/>
                    <a:pt x="365275" y="637031"/>
                    <a:pt x="363237" y="638560"/>
                  </a:cubicBezTo>
                  <a:cubicBezTo>
                    <a:pt x="360689" y="640598"/>
                    <a:pt x="360179" y="640598"/>
                    <a:pt x="362727" y="641617"/>
                  </a:cubicBezTo>
                  <a:cubicBezTo>
                    <a:pt x="364256" y="642127"/>
                    <a:pt x="365275" y="640598"/>
                    <a:pt x="366295" y="639069"/>
                  </a:cubicBezTo>
                  <a:cubicBezTo>
                    <a:pt x="367314" y="637541"/>
                    <a:pt x="367314" y="636521"/>
                    <a:pt x="367823" y="637541"/>
                  </a:cubicBezTo>
                  <a:cubicBezTo>
                    <a:pt x="368843" y="639069"/>
                    <a:pt x="367314" y="642127"/>
                    <a:pt x="363237" y="644675"/>
                  </a:cubicBezTo>
                  <a:cubicBezTo>
                    <a:pt x="359670" y="646713"/>
                    <a:pt x="356612" y="652828"/>
                    <a:pt x="355084" y="656905"/>
                  </a:cubicBezTo>
                  <a:cubicBezTo>
                    <a:pt x="353555" y="660982"/>
                    <a:pt x="351007" y="668116"/>
                    <a:pt x="348459" y="672702"/>
                  </a:cubicBezTo>
                  <a:cubicBezTo>
                    <a:pt x="325018" y="718055"/>
                    <a:pt x="279155" y="837299"/>
                    <a:pt x="289347" y="832203"/>
                  </a:cubicBezTo>
                  <a:cubicBezTo>
                    <a:pt x="290366" y="831693"/>
                    <a:pt x="290876" y="828636"/>
                    <a:pt x="291895" y="824559"/>
                  </a:cubicBezTo>
                  <a:cubicBezTo>
                    <a:pt x="292914" y="820992"/>
                    <a:pt x="294443" y="817935"/>
                    <a:pt x="294952" y="817935"/>
                  </a:cubicBezTo>
                  <a:cubicBezTo>
                    <a:pt x="295971" y="818444"/>
                    <a:pt x="296481" y="815896"/>
                    <a:pt x="295971" y="813348"/>
                  </a:cubicBezTo>
                  <a:cubicBezTo>
                    <a:pt x="295462" y="809781"/>
                    <a:pt x="296991" y="807743"/>
                    <a:pt x="299539" y="807233"/>
                  </a:cubicBezTo>
                  <a:cubicBezTo>
                    <a:pt x="302087" y="806724"/>
                    <a:pt x="303106" y="804685"/>
                    <a:pt x="302596" y="803666"/>
                  </a:cubicBezTo>
                  <a:cubicBezTo>
                    <a:pt x="302087" y="802137"/>
                    <a:pt x="303106" y="799080"/>
                    <a:pt x="305144" y="797041"/>
                  </a:cubicBezTo>
                  <a:cubicBezTo>
                    <a:pt x="308202" y="793984"/>
                    <a:pt x="308202" y="793984"/>
                    <a:pt x="305654" y="795003"/>
                  </a:cubicBezTo>
                  <a:cubicBezTo>
                    <a:pt x="301577" y="796532"/>
                    <a:pt x="300048" y="794493"/>
                    <a:pt x="306673" y="783792"/>
                  </a:cubicBezTo>
                  <a:cubicBezTo>
                    <a:pt x="309730" y="778696"/>
                    <a:pt x="311769" y="774620"/>
                    <a:pt x="312788" y="774620"/>
                  </a:cubicBezTo>
                  <a:cubicBezTo>
                    <a:pt x="314317" y="774620"/>
                    <a:pt x="314826" y="772581"/>
                    <a:pt x="314317" y="768505"/>
                  </a:cubicBezTo>
                  <a:cubicBezTo>
                    <a:pt x="313807" y="764428"/>
                    <a:pt x="315336" y="760861"/>
                    <a:pt x="319413" y="757294"/>
                  </a:cubicBezTo>
                  <a:cubicBezTo>
                    <a:pt x="322470" y="754746"/>
                    <a:pt x="325528" y="751179"/>
                    <a:pt x="325528" y="749650"/>
                  </a:cubicBezTo>
                  <a:cubicBezTo>
                    <a:pt x="325528" y="748121"/>
                    <a:pt x="324508" y="748631"/>
                    <a:pt x="322980" y="750159"/>
                  </a:cubicBezTo>
                  <a:cubicBezTo>
                    <a:pt x="320432" y="752707"/>
                    <a:pt x="320941" y="752707"/>
                    <a:pt x="319922" y="749140"/>
                  </a:cubicBezTo>
                  <a:cubicBezTo>
                    <a:pt x="319413" y="747102"/>
                    <a:pt x="319922" y="744554"/>
                    <a:pt x="320941" y="744044"/>
                  </a:cubicBezTo>
                  <a:cubicBezTo>
                    <a:pt x="322470" y="743535"/>
                    <a:pt x="323489" y="739968"/>
                    <a:pt x="324508" y="737420"/>
                  </a:cubicBezTo>
                  <a:cubicBezTo>
                    <a:pt x="325528" y="734362"/>
                    <a:pt x="325528" y="733343"/>
                    <a:pt x="326547" y="735381"/>
                  </a:cubicBezTo>
                  <a:cubicBezTo>
                    <a:pt x="328585" y="739458"/>
                    <a:pt x="329604" y="736910"/>
                    <a:pt x="332662" y="732324"/>
                  </a:cubicBezTo>
                  <a:cubicBezTo>
                    <a:pt x="333681" y="730795"/>
                    <a:pt x="331643" y="729266"/>
                    <a:pt x="330114" y="729776"/>
                  </a:cubicBezTo>
                  <a:cubicBezTo>
                    <a:pt x="326547" y="730795"/>
                    <a:pt x="327566" y="725699"/>
                    <a:pt x="331133" y="721113"/>
                  </a:cubicBezTo>
                  <a:cubicBezTo>
                    <a:pt x="333681" y="718055"/>
                    <a:pt x="333681" y="718565"/>
                    <a:pt x="333681" y="721622"/>
                  </a:cubicBezTo>
                  <a:cubicBezTo>
                    <a:pt x="333681" y="724170"/>
                    <a:pt x="333681" y="724170"/>
                    <a:pt x="336739" y="721113"/>
                  </a:cubicBezTo>
                  <a:cubicBezTo>
                    <a:pt x="338777" y="719075"/>
                    <a:pt x="339286" y="714998"/>
                    <a:pt x="338777" y="712959"/>
                  </a:cubicBezTo>
                  <a:cubicBezTo>
                    <a:pt x="338267" y="710921"/>
                    <a:pt x="338777" y="709392"/>
                    <a:pt x="340306" y="709392"/>
                  </a:cubicBezTo>
                  <a:cubicBezTo>
                    <a:pt x="342853" y="709902"/>
                    <a:pt x="349478" y="692066"/>
                    <a:pt x="349478" y="686971"/>
                  </a:cubicBezTo>
                  <a:cubicBezTo>
                    <a:pt x="349478" y="685442"/>
                    <a:pt x="349988" y="682384"/>
                    <a:pt x="352026" y="680855"/>
                  </a:cubicBezTo>
                  <a:cubicBezTo>
                    <a:pt x="354574" y="679327"/>
                    <a:pt x="359160" y="666587"/>
                    <a:pt x="365275" y="654357"/>
                  </a:cubicBezTo>
                  <a:cubicBezTo>
                    <a:pt x="371390" y="642127"/>
                    <a:pt x="376996" y="629387"/>
                    <a:pt x="379034" y="626839"/>
                  </a:cubicBezTo>
                  <a:cubicBezTo>
                    <a:pt x="381073" y="624291"/>
                    <a:pt x="383621" y="620215"/>
                    <a:pt x="383621" y="618176"/>
                  </a:cubicBezTo>
                  <a:cubicBezTo>
                    <a:pt x="383621" y="615628"/>
                    <a:pt x="385659" y="611552"/>
                    <a:pt x="387188" y="609513"/>
                  </a:cubicBezTo>
                  <a:cubicBezTo>
                    <a:pt x="388716" y="606965"/>
                    <a:pt x="394322" y="595245"/>
                    <a:pt x="399418" y="583524"/>
                  </a:cubicBezTo>
                  <a:cubicBezTo>
                    <a:pt x="404514" y="571804"/>
                    <a:pt x="409100" y="561612"/>
                    <a:pt x="410629" y="561102"/>
                  </a:cubicBezTo>
                  <a:cubicBezTo>
                    <a:pt x="411648" y="560593"/>
                    <a:pt x="413686" y="556007"/>
                    <a:pt x="416234" y="550911"/>
                  </a:cubicBezTo>
                  <a:cubicBezTo>
                    <a:pt x="418782" y="546324"/>
                    <a:pt x="422349" y="540719"/>
                    <a:pt x="424897" y="540209"/>
                  </a:cubicBezTo>
                  <a:cubicBezTo>
                    <a:pt x="427955" y="539700"/>
                    <a:pt x="428464" y="537661"/>
                    <a:pt x="426426" y="537661"/>
                  </a:cubicBezTo>
                  <a:cubicBezTo>
                    <a:pt x="424387" y="537661"/>
                    <a:pt x="423878" y="535623"/>
                    <a:pt x="425407" y="534604"/>
                  </a:cubicBezTo>
                  <a:cubicBezTo>
                    <a:pt x="426935" y="533585"/>
                    <a:pt x="427955" y="528998"/>
                    <a:pt x="428464" y="525941"/>
                  </a:cubicBezTo>
                  <a:cubicBezTo>
                    <a:pt x="428464" y="522374"/>
                    <a:pt x="431012" y="518807"/>
                    <a:pt x="433051" y="517787"/>
                  </a:cubicBezTo>
                  <a:cubicBezTo>
                    <a:pt x="435598" y="516768"/>
                    <a:pt x="436108" y="515749"/>
                    <a:pt x="434579" y="515749"/>
                  </a:cubicBezTo>
                  <a:cubicBezTo>
                    <a:pt x="433560" y="515749"/>
                    <a:pt x="434579" y="514220"/>
                    <a:pt x="437637" y="512692"/>
                  </a:cubicBezTo>
                  <a:cubicBezTo>
                    <a:pt x="443752" y="509634"/>
                    <a:pt x="441713" y="506067"/>
                    <a:pt x="433560" y="504029"/>
                  </a:cubicBezTo>
                  <a:cubicBezTo>
                    <a:pt x="431522" y="503519"/>
                    <a:pt x="429866" y="503392"/>
                    <a:pt x="428719" y="503710"/>
                  </a:cubicBezTo>
                  <a:close/>
                  <a:moveTo>
                    <a:pt x="461587" y="511163"/>
                  </a:moveTo>
                  <a:cubicBezTo>
                    <a:pt x="460059" y="511163"/>
                    <a:pt x="459549" y="512182"/>
                    <a:pt x="458530" y="514730"/>
                  </a:cubicBezTo>
                  <a:cubicBezTo>
                    <a:pt x="458020" y="516768"/>
                    <a:pt x="459549" y="518297"/>
                    <a:pt x="461078" y="517278"/>
                  </a:cubicBezTo>
                  <a:cubicBezTo>
                    <a:pt x="462607" y="516259"/>
                    <a:pt x="463626" y="515240"/>
                    <a:pt x="464135" y="513711"/>
                  </a:cubicBezTo>
                  <a:cubicBezTo>
                    <a:pt x="464135" y="512692"/>
                    <a:pt x="463116" y="511163"/>
                    <a:pt x="461587" y="511163"/>
                  </a:cubicBezTo>
                  <a:close/>
                  <a:moveTo>
                    <a:pt x="425916" y="583015"/>
                  </a:moveTo>
                  <a:cubicBezTo>
                    <a:pt x="424387" y="583015"/>
                    <a:pt x="422859" y="583524"/>
                    <a:pt x="422859" y="585053"/>
                  </a:cubicBezTo>
                  <a:cubicBezTo>
                    <a:pt x="422859" y="586582"/>
                    <a:pt x="422859" y="587601"/>
                    <a:pt x="423878" y="587601"/>
                  </a:cubicBezTo>
                  <a:cubicBezTo>
                    <a:pt x="424387" y="587601"/>
                    <a:pt x="425407" y="587091"/>
                    <a:pt x="426426" y="585563"/>
                  </a:cubicBezTo>
                  <a:cubicBezTo>
                    <a:pt x="427445" y="584034"/>
                    <a:pt x="427445" y="583015"/>
                    <a:pt x="425916" y="583015"/>
                  </a:cubicBezTo>
                  <a:close/>
                  <a:moveTo>
                    <a:pt x="385149" y="666587"/>
                  </a:moveTo>
                  <a:cubicBezTo>
                    <a:pt x="384130" y="666587"/>
                    <a:pt x="383111" y="667097"/>
                    <a:pt x="383111" y="668116"/>
                  </a:cubicBezTo>
                  <a:lnTo>
                    <a:pt x="380563" y="675760"/>
                  </a:lnTo>
                  <a:cubicBezTo>
                    <a:pt x="379544" y="678817"/>
                    <a:pt x="379544" y="681365"/>
                    <a:pt x="380563" y="681365"/>
                  </a:cubicBezTo>
                  <a:cubicBezTo>
                    <a:pt x="382092" y="681365"/>
                    <a:pt x="384130" y="678308"/>
                    <a:pt x="385149" y="674231"/>
                  </a:cubicBezTo>
                  <a:cubicBezTo>
                    <a:pt x="386168" y="670154"/>
                    <a:pt x="386168" y="667097"/>
                    <a:pt x="385149" y="666587"/>
                  </a:cubicBezTo>
                  <a:close/>
                  <a:moveTo>
                    <a:pt x="418400" y="503965"/>
                  </a:moveTo>
                  <a:cubicBezTo>
                    <a:pt x="416489" y="504029"/>
                    <a:pt x="414196" y="505303"/>
                    <a:pt x="412667" y="507596"/>
                  </a:cubicBezTo>
                  <a:cubicBezTo>
                    <a:pt x="407571" y="515240"/>
                    <a:pt x="391774" y="546324"/>
                    <a:pt x="391264" y="552439"/>
                  </a:cubicBezTo>
                  <a:cubicBezTo>
                    <a:pt x="391264" y="554478"/>
                    <a:pt x="388716" y="559064"/>
                    <a:pt x="386168" y="562122"/>
                  </a:cubicBezTo>
                  <a:cubicBezTo>
                    <a:pt x="383621" y="565179"/>
                    <a:pt x="382092" y="567727"/>
                    <a:pt x="382601" y="567727"/>
                  </a:cubicBezTo>
                  <a:cubicBezTo>
                    <a:pt x="383621" y="567727"/>
                    <a:pt x="383111" y="570785"/>
                    <a:pt x="381073" y="573842"/>
                  </a:cubicBezTo>
                  <a:cubicBezTo>
                    <a:pt x="379544" y="576900"/>
                    <a:pt x="379034" y="580467"/>
                    <a:pt x="379544" y="580976"/>
                  </a:cubicBezTo>
                  <a:cubicBezTo>
                    <a:pt x="381582" y="584034"/>
                    <a:pt x="385149" y="583524"/>
                    <a:pt x="386678" y="580467"/>
                  </a:cubicBezTo>
                  <a:cubicBezTo>
                    <a:pt x="399418" y="555497"/>
                    <a:pt x="416234" y="513711"/>
                    <a:pt x="419292" y="512182"/>
                  </a:cubicBezTo>
                  <a:cubicBezTo>
                    <a:pt x="420311" y="511672"/>
                    <a:pt x="421330" y="509634"/>
                    <a:pt x="421840" y="507596"/>
                  </a:cubicBezTo>
                  <a:cubicBezTo>
                    <a:pt x="421840" y="505048"/>
                    <a:pt x="420311" y="503901"/>
                    <a:pt x="418400" y="503965"/>
                  </a:cubicBezTo>
                  <a:close/>
                  <a:moveTo>
                    <a:pt x="551784" y="157509"/>
                  </a:moveTo>
                  <a:cubicBezTo>
                    <a:pt x="551275" y="157509"/>
                    <a:pt x="549746" y="158528"/>
                    <a:pt x="548727" y="160057"/>
                  </a:cubicBezTo>
                  <a:cubicBezTo>
                    <a:pt x="547708" y="161076"/>
                    <a:pt x="548217" y="162095"/>
                    <a:pt x="549746" y="162605"/>
                  </a:cubicBezTo>
                  <a:cubicBezTo>
                    <a:pt x="551275" y="162605"/>
                    <a:pt x="552804" y="161586"/>
                    <a:pt x="552804" y="160057"/>
                  </a:cubicBezTo>
                  <a:cubicBezTo>
                    <a:pt x="552804" y="159038"/>
                    <a:pt x="552294" y="157509"/>
                    <a:pt x="551784" y="157509"/>
                  </a:cubicBezTo>
                  <a:close/>
                  <a:moveTo>
                    <a:pt x="398908" y="299684"/>
                  </a:moveTo>
                  <a:cubicBezTo>
                    <a:pt x="397379" y="300703"/>
                    <a:pt x="398908" y="309366"/>
                    <a:pt x="400437" y="309366"/>
                  </a:cubicBezTo>
                  <a:cubicBezTo>
                    <a:pt x="400437" y="309366"/>
                    <a:pt x="402475" y="308347"/>
                    <a:pt x="405023" y="305799"/>
                  </a:cubicBezTo>
                  <a:cubicBezTo>
                    <a:pt x="408590" y="302232"/>
                    <a:pt x="408081" y="302232"/>
                    <a:pt x="404004" y="303251"/>
                  </a:cubicBezTo>
                  <a:cubicBezTo>
                    <a:pt x="401456" y="303761"/>
                    <a:pt x="399418" y="303251"/>
                    <a:pt x="399927" y="301213"/>
                  </a:cubicBezTo>
                  <a:cubicBezTo>
                    <a:pt x="400437" y="299684"/>
                    <a:pt x="399418" y="299174"/>
                    <a:pt x="398908" y="299684"/>
                  </a:cubicBezTo>
                  <a:close/>
                  <a:moveTo>
                    <a:pt x="380563" y="329750"/>
                  </a:moveTo>
                  <a:cubicBezTo>
                    <a:pt x="379544" y="329750"/>
                    <a:pt x="378525" y="330769"/>
                    <a:pt x="377505" y="332298"/>
                  </a:cubicBezTo>
                  <a:cubicBezTo>
                    <a:pt x="376486" y="333317"/>
                    <a:pt x="376996" y="334846"/>
                    <a:pt x="378015" y="334846"/>
                  </a:cubicBezTo>
                  <a:cubicBezTo>
                    <a:pt x="379544" y="334846"/>
                    <a:pt x="381073" y="333826"/>
                    <a:pt x="381073" y="332807"/>
                  </a:cubicBezTo>
                  <a:cubicBezTo>
                    <a:pt x="381073" y="331278"/>
                    <a:pt x="381073" y="330259"/>
                    <a:pt x="380563" y="329750"/>
                  </a:cubicBezTo>
                  <a:close/>
                  <a:moveTo>
                    <a:pt x="377569" y="594544"/>
                  </a:moveTo>
                  <a:cubicBezTo>
                    <a:pt x="376996" y="594226"/>
                    <a:pt x="375212" y="594990"/>
                    <a:pt x="371900" y="596264"/>
                  </a:cubicBezTo>
                  <a:cubicBezTo>
                    <a:pt x="367823" y="597793"/>
                    <a:pt x="364766" y="601360"/>
                    <a:pt x="364766" y="605437"/>
                  </a:cubicBezTo>
                  <a:cubicBezTo>
                    <a:pt x="364766" y="608494"/>
                    <a:pt x="362727" y="613590"/>
                    <a:pt x="359670" y="616647"/>
                  </a:cubicBezTo>
                  <a:cubicBezTo>
                    <a:pt x="356612" y="619705"/>
                    <a:pt x="355084" y="624801"/>
                    <a:pt x="354064" y="628368"/>
                  </a:cubicBezTo>
                  <a:cubicBezTo>
                    <a:pt x="353045" y="632445"/>
                    <a:pt x="352026" y="634993"/>
                    <a:pt x="351007" y="634993"/>
                  </a:cubicBezTo>
                  <a:cubicBezTo>
                    <a:pt x="349478" y="634993"/>
                    <a:pt x="343363" y="650790"/>
                    <a:pt x="342853" y="656395"/>
                  </a:cubicBezTo>
                  <a:cubicBezTo>
                    <a:pt x="342853" y="657924"/>
                    <a:pt x="341834" y="659453"/>
                    <a:pt x="340815" y="658943"/>
                  </a:cubicBezTo>
                  <a:cubicBezTo>
                    <a:pt x="339286" y="658943"/>
                    <a:pt x="338777" y="659453"/>
                    <a:pt x="338777" y="660982"/>
                  </a:cubicBezTo>
                  <a:cubicBezTo>
                    <a:pt x="338777" y="662001"/>
                    <a:pt x="338267" y="664039"/>
                    <a:pt x="336739" y="666077"/>
                  </a:cubicBezTo>
                  <a:cubicBezTo>
                    <a:pt x="330114" y="679836"/>
                    <a:pt x="327566" y="685951"/>
                    <a:pt x="331133" y="685951"/>
                  </a:cubicBezTo>
                  <a:cubicBezTo>
                    <a:pt x="332662" y="685951"/>
                    <a:pt x="331643" y="687480"/>
                    <a:pt x="328585" y="689009"/>
                  </a:cubicBezTo>
                  <a:cubicBezTo>
                    <a:pt x="326037" y="690538"/>
                    <a:pt x="324508" y="693086"/>
                    <a:pt x="325018" y="694614"/>
                  </a:cubicBezTo>
                  <a:cubicBezTo>
                    <a:pt x="325528" y="696653"/>
                    <a:pt x="325528" y="699201"/>
                    <a:pt x="324508" y="700729"/>
                  </a:cubicBezTo>
                  <a:cubicBezTo>
                    <a:pt x="323489" y="702768"/>
                    <a:pt x="320941" y="705825"/>
                    <a:pt x="320941" y="708373"/>
                  </a:cubicBezTo>
                  <a:cubicBezTo>
                    <a:pt x="320432" y="710921"/>
                    <a:pt x="318903" y="714488"/>
                    <a:pt x="316865" y="715507"/>
                  </a:cubicBezTo>
                  <a:cubicBezTo>
                    <a:pt x="315336" y="716527"/>
                    <a:pt x="313297" y="723151"/>
                    <a:pt x="311259" y="729266"/>
                  </a:cubicBezTo>
                  <a:cubicBezTo>
                    <a:pt x="309221" y="734872"/>
                    <a:pt x="307182" y="741496"/>
                    <a:pt x="306163" y="742516"/>
                  </a:cubicBezTo>
                  <a:cubicBezTo>
                    <a:pt x="303615" y="745063"/>
                    <a:pt x="300048" y="756274"/>
                    <a:pt x="296481" y="767485"/>
                  </a:cubicBezTo>
                  <a:cubicBezTo>
                    <a:pt x="294952" y="772072"/>
                    <a:pt x="293424" y="777168"/>
                    <a:pt x="291385" y="779206"/>
                  </a:cubicBezTo>
                  <a:cubicBezTo>
                    <a:pt x="289856" y="780735"/>
                    <a:pt x="288837" y="782773"/>
                    <a:pt x="289347" y="783792"/>
                  </a:cubicBezTo>
                  <a:cubicBezTo>
                    <a:pt x="289856" y="785321"/>
                    <a:pt x="287309" y="794493"/>
                    <a:pt x="283741" y="804685"/>
                  </a:cubicBezTo>
                  <a:cubicBezTo>
                    <a:pt x="278136" y="820482"/>
                    <a:pt x="273040" y="841376"/>
                    <a:pt x="273040" y="852077"/>
                  </a:cubicBezTo>
                  <a:cubicBezTo>
                    <a:pt x="273040" y="857173"/>
                    <a:pt x="275078" y="851567"/>
                    <a:pt x="278136" y="840356"/>
                  </a:cubicBezTo>
                  <a:cubicBezTo>
                    <a:pt x="280174" y="833222"/>
                    <a:pt x="282722" y="824050"/>
                    <a:pt x="284761" y="819463"/>
                  </a:cubicBezTo>
                  <a:cubicBezTo>
                    <a:pt x="286799" y="814877"/>
                    <a:pt x="290366" y="804685"/>
                    <a:pt x="292404" y="796532"/>
                  </a:cubicBezTo>
                  <a:cubicBezTo>
                    <a:pt x="294443" y="788378"/>
                    <a:pt x="298519" y="778187"/>
                    <a:pt x="300048" y="774620"/>
                  </a:cubicBezTo>
                  <a:cubicBezTo>
                    <a:pt x="311259" y="749140"/>
                    <a:pt x="324508" y="717546"/>
                    <a:pt x="326547" y="709392"/>
                  </a:cubicBezTo>
                  <a:cubicBezTo>
                    <a:pt x="328075" y="703787"/>
                    <a:pt x="330623" y="698691"/>
                    <a:pt x="331643" y="697162"/>
                  </a:cubicBezTo>
                  <a:cubicBezTo>
                    <a:pt x="332662" y="695633"/>
                    <a:pt x="334700" y="691557"/>
                    <a:pt x="336229" y="686971"/>
                  </a:cubicBezTo>
                  <a:cubicBezTo>
                    <a:pt x="337758" y="682384"/>
                    <a:pt x="340815" y="675250"/>
                    <a:pt x="342853" y="671173"/>
                  </a:cubicBezTo>
                  <a:cubicBezTo>
                    <a:pt x="344892" y="667097"/>
                    <a:pt x="352026" y="653338"/>
                    <a:pt x="357122" y="640598"/>
                  </a:cubicBezTo>
                  <a:cubicBezTo>
                    <a:pt x="362727" y="626839"/>
                    <a:pt x="369352" y="613080"/>
                    <a:pt x="375977" y="599321"/>
                  </a:cubicBezTo>
                  <a:cubicBezTo>
                    <a:pt x="377505" y="596264"/>
                    <a:pt x="378143" y="594863"/>
                    <a:pt x="377569" y="594544"/>
                  </a:cubicBezTo>
                  <a:close/>
                  <a:moveTo>
                    <a:pt x="287309" y="837299"/>
                  </a:moveTo>
                  <a:cubicBezTo>
                    <a:pt x="286289" y="837299"/>
                    <a:pt x="284761" y="841376"/>
                    <a:pt x="284251" y="845452"/>
                  </a:cubicBezTo>
                  <a:cubicBezTo>
                    <a:pt x="283232" y="852077"/>
                    <a:pt x="283741" y="852586"/>
                    <a:pt x="286289" y="848510"/>
                  </a:cubicBezTo>
                  <a:cubicBezTo>
                    <a:pt x="287818" y="845962"/>
                    <a:pt x="289347" y="842395"/>
                    <a:pt x="289347" y="840866"/>
                  </a:cubicBezTo>
                  <a:cubicBezTo>
                    <a:pt x="289856" y="839337"/>
                    <a:pt x="288837" y="837808"/>
                    <a:pt x="287309" y="837299"/>
                  </a:cubicBezTo>
                  <a:close/>
                  <a:moveTo>
                    <a:pt x="272531" y="856154"/>
                  </a:moveTo>
                  <a:cubicBezTo>
                    <a:pt x="271511" y="855644"/>
                    <a:pt x="269983" y="857173"/>
                    <a:pt x="269983" y="859211"/>
                  </a:cubicBezTo>
                  <a:cubicBezTo>
                    <a:pt x="269473" y="861759"/>
                    <a:pt x="270492" y="863288"/>
                    <a:pt x="272021" y="863288"/>
                  </a:cubicBezTo>
                  <a:cubicBezTo>
                    <a:pt x="273040" y="863797"/>
                    <a:pt x="274569" y="862269"/>
                    <a:pt x="274569" y="860230"/>
                  </a:cubicBezTo>
                  <a:cubicBezTo>
                    <a:pt x="275078" y="858192"/>
                    <a:pt x="274059" y="856154"/>
                    <a:pt x="272531" y="8561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8C0E3018-CFDB-7476-7620-886929D1D881}"/>
                </a:ext>
              </a:extLst>
            </p:cNvPr>
            <p:cNvSpPr/>
            <p:nvPr/>
          </p:nvSpPr>
          <p:spPr>
            <a:xfrm>
              <a:off x="9272214" y="3008890"/>
              <a:ext cx="546515" cy="255859"/>
            </a:xfrm>
            <a:custGeom>
              <a:avLst/>
              <a:gdLst/>
              <a:ahLst/>
              <a:cxnLst/>
              <a:rect l="l" t="t" r="r" b="b"/>
              <a:pathLst>
                <a:path w="546515" h="255859">
                  <a:moveTo>
                    <a:pt x="160245" y="0"/>
                  </a:moveTo>
                  <a:cubicBezTo>
                    <a:pt x="175533" y="0"/>
                    <a:pt x="193878" y="2548"/>
                    <a:pt x="201521" y="6625"/>
                  </a:cubicBezTo>
                  <a:cubicBezTo>
                    <a:pt x="207127" y="9682"/>
                    <a:pt x="213242" y="11721"/>
                    <a:pt x="214771" y="11721"/>
                  </a:cubicBezTo>
                  <a:cubicBezTo>
                    <a:pt x="216809" y="11721"/>
                    <a:pt x="222415" y="15797"/>
                    <a:pt x="228020" y="20893"/>
                  </a:cubicBezTo>
                  <a:cubicBezTo>
                    <a:pt x="237193" y="29047"/>
                    <a:pt x="238212" y="29556"/>
                    <a:pt x="248403" y="28537"/>
                  </a:cubicBezTo>
                  <a:cubicBezTo>
                    <a:pt x="259615" y="27518"/>
                    <a:pt x="264710" y="30066"/>
                    <a:pt x="277450" y="39238"/>
                  </a:cubicBezTo>
                  <a:cubicBezTo>
                    <a:pt x="283055" y="43315"/>
                    <a:pt x="285094" y="47901"/>
                    <a:pt x="286113" y="54526"/>
                  </a:cubicBezTo>
                  <a:cubicBezTo>
                    <a:pt x="288661" y="71342"/>
                    <a:pt x="284584" y="81024"/>
                    <a:pt x="264201" y="102937"/>
                  </a:cubicBezTo>
                  <a:cubicBezTo>
                    <a:pt x="258086" y="109561"/>
                    <a:pt x="248403" y="126887"/>
                    <a:pt x="244327" y="138098"/>
                  </a:cubicBezTo>
                  <a:cubicBezTo>
                    <a:pt x="240250" y="148800"/>
                    <a:pt x="238721" y="194662"/>
                    <a:pt x="241779" y="200268"/>
                  </a:cubicBezTo>
                  <a:cubicBezTo>
                    <a:pt x="245346" y="206893"/>
                    <a:pt x="261143" y="209950"/>
                    <a:pt x="279488" y="209950"/>
                  </a:cubicBezTo>
                  <a:cubicBezTo>
                    <a:pt x="340129" y="209950"/>
                    <a:pt x="396693" y="171731"/>
                    <a:pt x="445104" y="138608"/>
                  </a:cubicBezTo>
                  <a:cubicBezTo>
                    <a:pt x="462940" y="126378"/>
                    <a:pt x="481285" y="114657"/>
                    <a:pt x="485362" y="112619"/>
                  </a:cubicBezTo>
                  <a:cubicBezTo>
                    <a:pt x="489438" y="110581"/>
                    <a:pt x="496573" y="104975"/>
                    <a:pt x="502178" y="100898"/>
                  </a:cubicBezTo>
                  <a:cubicBezTo>
                    <a:pt x="510331" y="95293"/>
                    <a:pt x="536830" y="74909"/>
                    <a:pt x="543964" y="74909"/>
                  </a:cubicBezTo>
                  <a:cubicBezTo>
                    <a:pt x="555685" y="74909"/>
                    <a:pt x="524090" y="114148"/>
                    <a:pt x="508803" y="125868"/>
                  </a:cubicBezTo>
                  <a:cubicBezTo>
                    <a:pt x="493005" y="138098"/>
                    <a:pt x="491986" y="139627"/>
                    <a:pt x="496573" y="137589"/>
                  </a:cubicBezTo>
                  <a:cubicBezTo>
                    <a:pt x="499121" y="136570"/>
                    <a:pt x="500649" y="137079"/>
                    <a:pt x="500649" y="138608"/>
                  </a:cubicBezTo>
                  <a:cubicBezTo>
                    <a:pt x="500649" y="141156"/>
                    <a:pt x="485871" y="152367"/>
                    <a:pt x="473131" y="159501"/>
                  </a:cubicBezTo>
                  <a:cubicBezTo>
                    <a:pt x="461411" y="166126"/>
                    <a:pt x="440518" y="179884"/>
                    <a:pt x="446633" y="178865"/>
                  </a:cubicBezTo>
                  <a:cubicBezTo>
                    <a:pt x="451729" y="177846"/>
                    <a:pt x="456825" y="176317"/>
                    <a:pt x="460901" y="172750"/>
                  </a:cubicBezTo>
                  <a:cubicBezTo>
                    <a:pt x="467526" y="166635"/>
                    <a:pt x="484852" y="156953"/>
                    <a:pt x="484852" y="158991"/>
                  </a:cubicBezTo>
                  <a:cubicBezTo>
                    <a:pt x="484852" y="161539"/>
                    <a:pt x="440518" y="200778"/>
                    <a:pt x="437461" y="200778"/>
                  </a:cubicBezTo>
                  <a:cubicBezTo>
                    <a:pt x="436441" y="200778"/>
                    <a:pt x="433893" y="202306"/>
                    <a:pt x="431855" y="203835"/>
                  </a:cubicBezTo>
                  <a:cubicBezTo>
                    <a:pt x="429817" y="205364"/>
                    <a:pt x="424211" y="209441"/>
                    <a:pt x="419625" y="211988"/>
                  </a:cubicBezTo>
                  <a:cubicBezTo>
                    <a:pt x="415039" y="214536"/>
                    <a:pt x="407395" y="218103"/>
                    <a:pt x="403318" y="221161"/>
                  </a:cubicBezTo>
                  <a:cubicBezTo>
                    <a:pt x="399241" y="224219"/>
                    <a:pt x="392107" y="225747"/>
                    <a:pt x="388031" y="226766"/>
                  </a:cubicBezTo>
                  <a:cubicBezTo>
                    <a:pt x="383444" y="227786"/>
                    <a:pt x="380896" y="229824"/>
                    <a:pt x="381915" y="231353"/>
                  </a:cubicBezTo>
                  <a:cubicBezTo>
                    <a:pt x="382935" y="232882"/>
                    <a:pt x="379367" y="235939"/>
                    <a:pt x="372233" y="238997"/>
                  </a:cubicBezTo>
                  <a:cubicBezTo>
                    <a:pt x="352359" y="247660"/>
                    <a:pt x="337072" y="250208"/>
                    <a:pt x="304458" y="250717"/>
                  </a:cubicBezTo>
                  <a:cubicBezTo>
                    <a:pt x="272354" y="251227"/>
                    <a:pt x="272354" y="250717"/>
                    <a:pt x="259615" y="243583"/>
                  </a:cubicBezTo>
                  <a:cubicBezTo>
                    <a:pt x="244836" y="235429"/>
                    <a:pt x="202031" y="197720"/>
                    <a:pt x="202031" y="185999"/>
                  </a:cubicBezTo>
                  <a:cubicBezTo>
                    <a:pt x="202031" y="184980"/>
                    <a:pt x="199993" y="184471"/>
                    <a:pt x="198974" y="185490"/>
                  </a:cubicBezTo>
                  <a:cubicBezTo>
                    <a:pt x="197445" y="187019"/>
                    <a:pt x="196935" y="185999"/>
                    <a:pt x="197954" y="185490"/>
                  </a:cubicBezTo>
                  <a:cubicBezTo>
                    <a:pt x="198974" y="184980"/>
                    <a:pt x="198464" y="181923"/>
                    <a:pt x="197445" y="179375"/>
                  </a:cubicBezTo>
                  <a:cubicBezTo>
                    <a:pt x="194897" y="173260"/>
                    <a:pt x="192859" y="164087"/>
                    <a:pt x="191839" y="143704"/>
                  </a:cubicBezTo>
                  <a:cubicBezTo>
                    <a:pt x="190820" y="125868"/>
                    <a:pt x="190311" y="124339"/>
                    <a:pt x="186234" y="124339"/>
                  </a:cubicBezTo>
                  <a:cubicBezTo>
                    <a:pt x="183686" y="124339"/>
                    <a:pt x="176042" y="138608"/>
                    <a:pt x="176042" y="142175"/>
                  </a:cubicBezTo>
                  <a:cubicBezTo>
                    <a:pt x="176042" y="143704"/>
                    <a:pt x="175023" y="145742"/>
                    <a:pt x="173494" y="146252"/>
                  </a:cubicBezTo>
                  <a:cubicBezTo>
                    <a:pt x="171456" y="146761"/>
                    <a:pt x="169927" y="148800"/>
                    <a:pt x="169927" y="150328"/>
                  </a:cubicBezTo>
                  <a:cubicBezTo>
                    <a:pt x="169927" y="152367"/>
                    <a:pt x="167379" y="156443"/>
                    <a:pt x="164831" y="159501"/>
                  </a:cubicBezTo>
                  <a:cubicBezTo>
                    <a:pt x="162283" y="162558"/>
                    <a:pt x="160245" y="166126"/>
                    <a:pt x="159735" y="167145"/>
                  </a:cubicBezTo>
                  <a:cubicBezTo>
                    <a:pt x="159735" y="168164"/>
                    <a:pt x="158716" y="168674"/>
                    <a:pt x="158207" y="168674"/>
                  </a:cubicBezTo>
                  <a:cubicBezTo>
                    <a:pt x="157187" y="168164"/>
                    <a:pt x="152601" y="172750"/>
                    <a:pt x="147505" y="178865"/>
                  </a:cubicBezTo>
                  <a:cubicBezTo>
                    <a:pt x="127122" y="203325"/>
                    <a:pt x="100114" y="229824"/>
                    <a:pt x="97056" y="229824"/>
                  </a:cubicBezTo>
                  <a:cubicBezTo>
                    <a:pt x="95527" y="229824"/>
                    <a:pt x="92470" y="231862"/>
                    <a:pt x="90431" y="234410"/>
                  </a:cubicBezTo>
                  <a:cubicBezTo>
                    <a:pt x="87883" y="237468"/>
                    <a:pt x="85335" y="237977"/>
                    <a:pt x="83807" y="237468"/>
                  </a:cubicBezTo>
                  <a:cubicBezTo>
                    <a:pt x="82278" y="236958"/>
                    <a:pt x="81768" y="236449"/>
                    <a:pt x="82788" y="238487"/>
                  </a:cubicBezTo>
                  <a:cubicBezTo>
                    <a:pt x="84316" y="241545"/>
                    <a:pt x="77182" y="246640"/>
                    <a:pt x="64952" y="250208"/>
                  </a:cubicBezTo>
                  <a:cubicBezTo>
                    <a:pt x="59856" y="251736"/>
                    <a:pt x="54760" y="253775"/>
                    <a:pt x="53741" y="254794"/>
                  </a:cubicBezTo>
                  <a:cubicBezTo>
                    <a:pt x="52722" y="255813"/>
                    <a:pt x="48645" y="256323"/>
                    <a:pt x="45588" y="255303"/>
                  </a:cubicBezTo>
                  <a:cubicBezTo>
                    <a:pt x="38453" y="254284"/>
                    <a:pt x="27752" y="244602"/>
                    <a:pt x="20618" y="231862"/>
                  </a:cubicBezTo>
                  <a:cubicBezTo>
                    <a:pt x="18070" y="227276"/>
                    <a:pt x="15013" y="224219"/>
                    <a:pt x="13993" y="224219"/>
                  </a:cubicBezTo>
                  <a:cubicBezTo>
                    <a:pt x="12465" y="224728"/>
                    <a:pt x="8897" y="219632"/>
                    <a:pt x="5330" y="213008"/>
                  </a:cubicBezTo>
                  <a:cubicBezTo>
                    <a:pt x="-275" y="203325"/>
                    <a:pt x="-785" y="199758"/>
                    <a:pt x="744" y="190076"/>
                  </a:cubicBezTo>
                  <a:cubicBezTo>
                    <a:pt x="1763" y="183961"/>
                    <a:pt x="2782" y="176827"/>
                    <a:pt x="4311" y="174789"/>
                  </a:cubicBezTo>
                  <a:cubicBezTo>
                    <a:pt x="5840" y="172750"/>
                    <a:pt x="9407" y="164087"/>
                    <a:pt x="13484" y="155424"/>
                  </a:cubicBezTo>
                  <a:cubicBezTo>
                    <a:pt x="24695" y="130964"/>
                    <a:pt x="50174" y="90197"/>
                    <a:pt x="71577" y="68794"/>
                  </a:cubicBezTo>
                  <a:cubicBezTo>
                    <a:pt x="74634" y="65737"/>
                    <a:pt x="81768" y="57074"/>
                    <a:pt x="86864" y="50449"/>
                  </a:cubicBezTo>
                  <a:cubicBezTo>
                    <a:pt x="101642" y="31594"/>
                    <a:pt x="123045" y="13249"/>
                    <a:pt x="136294" y="3567"/>
                  </a:cubicBezTo>
                  <a:cubicBezTo>
                    <a:pt x="139861" y="1019"/>
                    <a:pt x="149544" y="0"/>
                    <a:pt x="160245" y="0"/>
                  </a:cubicBezTo>
                  <a:close/>
                  <a:moveTo>
                    <a:pt x="200566" y="51468"/>
                  </a:moveTo>
                  <a:cubicBezTo>
                    <a:pt x="198464" y="51468"/>
                    <a:pt x="195661" y="51978"/>
                    <a:pt x="191839" y="52997"/>
                  </a:cubicBezTo>
                  <a:cubicBezTo>
                    <a:pt x="186234" y="54526"/>
                    <a:pt x="181648" y="56564"/>
                    <a:pt x="181648" y="58093"/>
                  </a:cubicBezTo>
                  <a:cubicBezTo>
                    <a:pt x="181648" y="59112"/>
                    <a:pt x="180119" y="59622"/>
                    <a:pt x="179100" y="59622"/>
                  </a:cubicBezTo>
                  <a:cubicBezTo>
                    <a:pt x="163302" y="59622"/>
                    <a:pt x="84826" y="148290"/>
                    <a:pt x="84826" y="155424"/>
                  </a:cubicBezTo>
                  <a:cubicBezTo>
                    <a:pt x="84826" y="156443"/>
                    <a:pt x="81259" y="161030"/>
                    <a:pt x="77182" y="165616"/>
                  </a:cubicBezTo>
                  <a:cubicBezTo>
                    <a:pt x="70048" y="172750"/>
                    <a:pt x="56289" y="199758"/>
                    <a:pt x="58327" y="201797"/>
                  </a:cubicBezTo>
                  <a:cubicBezTo>
                    <a:pt x="59347" y="202816"/>
                    <a:pt x="74125" y="193134"/>
                    <a:pt x="86864" y="183961"/>
                  </a:cubicBezTo>
                  <a:cubicBezTo>
                    <a:pt x="92470" y="179884"/>
                    <a:pt x="123045" y="150838"/>
                    <a:pt x="154130" y="119753"/>
                  </a:cubicBezTo>
                  <a:cubicBezTo>
                    <a:pt x="211713" y="62170"/>
                    <a:pt x="213242" y="61151"/>
                    <a:pt x="205089" y="52997"/>
                  </a:cubicBezTo>
                  <a:cubicBezTo>
                    <a:pt x="204069" y="51978"/>
                    <a:pt x="202668" y="51468"/>
                    <a:pt x="200566" y="51468"/>
                  </a:cubicBezTo>
                  <a:close/>
                  <a:moveTo>
                    <a:pt x="396693" y="210460"/>
                  </a:moveTo>
                  <a:cubicBezTo>
                    <a:pt x="395674" y="210714"/>
                    <a:pt x="394400" y="211224"/>
                    <a:pt x="393126" y="211988"/>
                  </a:cubicBezTo>
                  <a:cubicBezTo>
                    <a:pt x="390069" y="213517"/>
                    <a:pt x="389559" y="214027"/>
                    <a:pt x="392617" y="214027"/>
                  </a:cubicBezTo>
                  <a:cubicBezTo>
                    <a:pt x="396693" y="214536"/>
                    <a:pt x="400261" y="211988"/>
                    <a:pt x="398732" y="210460"/>
                  </a:cubicBezTo>
                  <a:cubicBezTo>
                    <a:pt x="398477" y="210205"/>
                    <a:pt x="397713" y="210205"/>
                    <a:pt x="396693" y="210460"/>
                  </a:cubicBezTo>
                  <a:close/>
                  <a:moveTo>
                    <a:pt x="366055" y="232882"/>
                  </a:moveTo>
                  <a:cubicBezTo>
                    <a:pt x="365736" y="232499"/>
                    <a:pt x="364335" y="232882"/>
                    <a:pt x="362041" y="233901"/>
                  </a:cubicBezTo>
                  <a:cubicBezTo>
                    <a:pt x="360003" y="234920"/>
                    <a:pt x="358475" y="236449"/>
                    <a:pt x="359494" y="237468"/>
                  </a:cubicBezTo>
                  <a:cubicBezTo>
                    <a:pt x="360513" y="238487"/>
                    <a:pt x="362041" y="237977"/>
                    <a:pt x="363570" y="236449"/>
                  </a:cubicBezTo>
                  <a:cubicBezTo>
                    <a:pt x="365609" y="234410"/>
                    <a:pt x="366373" y="233264"/>
                    <a:pt x="366055" y="232882"/>
                  </a:cubicBezTo>
                  <a:close/>
                  <a:moveTo>
                    <a:pt x="440391" y="179884"/>
                  </a:moveTo>
                  <a:cubicBezTo>
                    <a:pt x="440263" y="179884"/>
                    <a:pt x="440008" y="180394"/>
                    <a:pt x="439499" y="181413"/>
                  </a:cubicBezTo>
                  <a:cubicBezTo>
                    <a:pt x="438480" y="183452"/>
                    <a:pt x="437461" y="184471"/>
                    <a:pt x="435932" y="184471"/>
                  </a:cubicBezTo>
                  <a:cubicBezTo>
                    <a:pt x="434913" y="184471"/>
                    <a:pt x="431855" y="186509"/>
                    <a:pt x="428797" y="189567"/>
                  </a:cubicBezTo>
                  <a:lnTo>
                    <a:pt x="423702" y="194662"/>
                  </a:lnTo>
                  <a:lnTo>
                    <a:pt x="429307" y="191095"/>
                  </a:lnTo>
                  <a:cubicBezTo>
                    <a:pt x="432365" y="189057"/>
                    <a:pt x="436441" y="187019"/>
                    <a:pt x="437970" y="185999"/>
                  </a:cubicBezTo>
                  <a:cubicBezTo>
                    <a:pt x="439499" y="184980"/>
                    <a:pt x="441027" y="182942"/>
                    <a:pt x="440518" y="181413"/>
                  </a:cubicBezTo>
                  <a:cubicBezTo>
                    <a:pt x="440518" y="180394"/>
                    <a:pt x="440518" y="179884"/>
                    <a:pt x="440391" y="1798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57F448EE-177A-16C9-49D4-3F1354534B0F}"/>
                </a:ext>
              </a:extLst>
            </p:cNvPr>
            <p:cNvSpPr/>
            <p:nvPr/>
          </p:nvSpPr>
          <p:spPr>
            <a:xfrm>
              <a:off x="8989617" y="2560426"/>
              <a:ext cx="451278" cy="486721"/>
            </a:xfrm>
            <a:custGeom>
              <a:avLst/>
              <a:gdLst/>
              <a:ahLst/>
              <a:cxnLst/>
              <a:rect l="l" t="t" r="r" b="b"/>
              <a:pathLst>
                <a:path w="451278" h="486721">
                  <a:moveTo>
                    <a:pt x="450504" y="27"/>
                  </a:moveTo>
                  <a:cubicBezTo>
                    <a:pt x="455090" y="2065"/>
                    <a:pt x="439293" y="16843"/>
                    <a:pt x="403622" y="46400"/>
                  </a:cubicBezTo>
                  <a:cubicBezTo>
                    <a:pt x="388844" y="58630"/>
                    <a:pt x="376614" y="69841"/>
                    <a:pt x="376104" y="71369"/>
                  </a:cubicBezTo>
                  <a:cubicBezTo>
                    <a:pt x="376104" y="72388"/>
                    <a:pt x="368460" y="79523"/>
                    <a:pt x="359797" y="87167"/>
                  </a:cubicBezTo>
                  <a:cubicBezTo>
                    <a:pt x="338904" y="105512"/>
                    <a:pt x="319030" y="123347"/>
                    <a:pt x="313425" y="130481"/>
                  </a:cubicBezTo>
                  <a:cubicBezTo>
                    <a:pt x="310877" y="133539"/>
                    <a:pt x="305271" y="139654"/>
                    <a:pt x="301195" y="142712"/>
                  </a:cubicBezTo>
                  <a:cubicBezTo>
                    <a:pt x="297118" y="145769"/>
                    <a:pt x="289984" y="152394"/>
                    <a:pt x="285907" y="157490"/>
                  </a:cubicBezTo>
                  <a:cubicBezTo>
                    <a:pt x="276225" y="169210"/>
                    <a:pt x="262466" y="182459"/>
                    <a:pt x="254822" y="188574"/>
                  </a:cubicBezTo>
                  <a:cubicBezTo>
                    <a:pt x="250745" y="191632"/>
                    <a:pt x="248197" y="194180"/>
                    <a:pt x="248197" y="195199"/>
                  </a:cubicBezTo>
                  <a:cubicBezTo>
                    <a:pt x="247688" y="197237"/>
                    <a:pt x="216094" y="229341"/>
                    <a:pt x="209469" y="234947"/>
                  </a:cubicBezTo>
                  <a:cubicBezTo>
                    <a:pt x="203863" y="240043"/>
                    <a:pt x="156472" y="287944"/>
                    <a:pt x="155962" y="291511"/>
                  </a:cubicBezTo>
                  <a:cubicBezTo>
                    <a:pt x="155962" y="293549"/>
                    <a:pt x="154943" y="294569"/>
                    <a:pt x="153414" y="294569"/>
                  </a:cubicBezTo>
                  <a:cubicBezTo>
                    <a:pt x="152395" y="294569"/>
                    <a:pt x="150357" y="296607"/>
                    <a:pt x="148828" y="299664"/>
                  </a:cubicBezTo>
                  <a:cubicBezTo>
                    <a:pt x="147299" y="302212"/>
                    <a:pt x="145261" y="305780"/>
                    <a:pt x="143732" y="307308"/>
                  </a:cubicBezTo>
                  <a:cubicBezTo>
                    <a:pt x="136598" y="314443"/>
                    <a:pt x="122329" y="331259"/>
                    <a:pt x="115705" y="339412"/>
                  </a:cubicBezTo>
                  <a:cubicBezTo>
                    <a:pt x="111628" y="344508"/>
                    <a:pt x="107551" y="349095"/>
                    <a:pt x="106532" y="349604"/>
                  </a:cubicBezTo>
                  <a:cubicBezTo>
                    <a:pt x="99398" y="353171"/>
                    <a:pt x="53025" y="416360"/>
                    <a:pt x="44872" y="428081"/>
                  </a:cubicBezTo>
                  <a:cubicBezTo>
                    <a:pt x="35190" y="441839"/>
                    <a:pt x="22450" y="460185"/>
                    <a:pt x="15826" y="468848"/>
                  </a:cubicBezTo>
                  <a:cubicBezTo>
                    <a:pt x="6143" y="481587"/>
                    <a:pt x="-481" y="489741"/>
                    <a:pt x="28" y="485664"/>
                  </a:cubicBezTo>
                  <a:cubicBezTo>
                    <a:pt x="28" y="484135"/>
                    <a:pt x="38757" y="427061"/>
                    <a:pt x="45891" y="417379"/>
                  </a:cubicBezTo>
                  <a:cubicBezTo>
                    <a:pt x="49458" y="412283"/>
                    <a:pt x="56593" y="403620"/>
                    <a:pt x="60160" y="397505"/>
                  </a:cubicBezTo>
                  <a:cubicBezTo>
                    <a:pt x="64236" y="390881"/>
                    <a:pt x="108061" y="333297"/>
                    <a:pt x="114176" y="330240"/>
                  </a:cubicBezTo>
                  <a:cubicBezTo>
                    <a:pt x="115195" y="329730"/>
                    <a:pt x="118762" y="324634"/>
                    <a:pt x="122329" y="318519"/>
                  </a:cubicBezTo>
                  <a:cubicBezTo>
                    <a:pt x="125897" y="312404"/>
                    <a:pt x="132012" y="305780"/>
                    <a:pt x="135069" y="302722"/>
                  </a:cubicBezTo>
                  <a:cubicBezTo>
                    <a:pt x="138636" y="299155"/>
                    <a:pt x="141694" y="296607"/>
                    <a:pt x="141694" y="295588"/>
                  </a:cubicBezTo>
                  <a:cubicBezTo>
                    <a:pt x="142203" y="293549"/>
                    <a:pt x="155962" y="279281"/>
                    <a:pt x="164116" y="272147"/>
                  </a:cubicBezTo>
                  <a:cubicBezTo>
                    <a:pt x="168192" y="268580"/>
                    <a:pt x="172269" y="263993"/>
                    <a:pt x="172269" y="261955"/>
                  </a:cubicBezTo>
                  <a:cubicBezTo>
                    <a:pt x="172269" y="259917"/>
                    <a:pt x="173288" y="258898"/>
                    <a:pt x="174307" y="258898"/>
                  </a:cubicBezTo>
                  <a:cubicBezTo>
                    <a:pt x="175327" y="259407"/>
                    <a:pt x="178384" y="255840"/>
                    <a:pt x="180422" y="251763"/>
                  </a:cubicBezTo>
                  <a:cubicBezTo>
                    <a:pt x="183480" y="247687"/>
                    <a:pt x="189085" y="241062"/>
                    <a:pt x="194181" y="236985"/>
                  </a:cubicBezTo>
                  <a:cubicBezTo>
                    <a:pt x="199787" y="232909"/>
                    <a:pt x="203863" y="228832"/>
                    <a:pt x="203863" y="227303"/>
                  </a:cubicBezTo>
                  <a:cubicBezTo>
                    <a:pt x="204373" y="225774"/>
                    <a:pt x="206921" y="224246"/>
                    <a:pt x="209469" y="222717"/>
                  </a:cubicBezTo>
                  <a:cubicBezTo>
                    <a:pt x="212526" y="221188"/>
                    <a:pt x="215074" y="219150"/>
                    <a:pt x="215074" y="217111"/>
                  </a:cubicBezTo>
                  <a:cubicBezTo>
                    <a:pt x="215584" y="215073"/>
                    <a:pt x="218132" y="212015"/>
                    <a:pt x="221189" y="210487"/>
                  </a:cubicBezTo>
                  <a:cubicBezTo>
                    <a:pt x="224247" y="208958"/>
                    <a:pt x="231891" y="202333"/>
                    <a:pt x="236477" y="196218"/>
                  </a:cubicBezTo>
                  <a:cubicBezTo>
                    <a:pt x="241063" y="190103"/>
                    <a:pt x="251255" y="180421"/>
                    <a:pt x="257370" y="175325"/>
                  </a:cubicBezTo>
                  <a:cubicBezTo>
                    <a:pt x="263995" y="169720"/>
                    <a:pt x="269600" y="164114"/>
                    <a:pt x="269600" y="163095"/>
                  </a:cubicBezTo>
                  <a:cubicBezTo>
                    <a:pt x="269600" y="161566"/>
                    <a:pt x="272658" y="159018"/>
                    <a:pt x="276225" y="155961"/>
                  </a:cubicBezTo>
                  <a:cubicBezTo>
                    <a:pt x="279282" y="153413"/>
                    <a:pt x="289474" y="143731"/>
                    <a:pt x="298137" y="134558"/>
                  </a:cubicBezTo>
                  <a:cubicBezTo>
                    <a:pt x="307310" y="124876"/>
                    <a:pt x="319030" y="113665"/>
                    <a:pt x="325145" y="108060"/>
                  </a:cubicBezTo>
                  <a:cubicBezTo>
                    <a:pt x="331260" y="102454"/>
                    <a:pt x="344510" y="90224"/>
                    <a:pt x="354701" y="81051"/>
                  </a:cubicBezTo>
                  <a:cubicBezTo>
                    <a:pt x="365403" y="71369"/>
                    <a:pt x="381709" y="57101"/>
                    <a:pt x="391901" y="48947"/>
                  </a:cubicBezTo>
                  <a:cubicBezTo>
                    <a:pt x="402093" y="40794"/>
                    <a:pt x="410246" y="32641"/>
                    <a:pt x="411265" y="31112"/>
                  </a:cubicBezTo>
                  <a:cubicBezTo>
                    <a:pt x="413304" y="27545"/>
                    <a:pt x="447956" y="-992"/>
                    <a:pt x="450504"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A8A801FA-87D8-EAE5-34E0-2A5DF4C87AC9}"/>
                </a:ext>
              </a:extLst>
            </p:cNvPr>
            <p:cNvSpPr/>
            <p:nvPr/>
          </p:nvSpPr>
          <p:spPr>
            <a:xfrm>
              <a:off x="9393214" y="2680806"/>
              <a:ext cx="4284" cy="7222"/>
            </a:xfrm>
            <a:custGeom>
              <a:avLst/>
              <a:gdLst/>
              <a:ahLst/>
              <a:cxnLst/>
              <a:rect l="l" t="t" r="r" b="b"/>
              <a:pathLst>
                <a:path w="4284" h="7222">
                  <a:moveTo>
                    <a:pt x="2955" y="292"/>
                  </a:moveTo>
                  <a:cubicBezTo>
                    <a:pt x="3464" y="-218"/>
                    <a:pt x="3847" y="-90"/>
                    <a:pt x="4101" y="929"/>
                  </a:cubicBezTo>
                  <a:cubicBezTo>
                    <a:pt x="4611" y="2967"/>
                    <a:pt x="4101" y="5515"/>
                    <a:pt x="2063" y="6534"/>
                  </a:cubicBezTo>
                  <a:cubicBezTo>
                    <a:pt x="-485" y="8063"/>
                    <a:pt x="-485" y="7044"/>
                    <a:pt x="1044" y="3477"/>
                  </a:cubicBezTo>
                  <a:cubicBezTo>
                    <a:pt x="1808" y="1948"/>
                    <a:pt x="2445" y="802"/>
                    <a:pt x="2955" y="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1F81CFA0-1AF1-E4D0-41B5-0DE73C3A0A04}"/>
                </a:ext>
              </a:extLst>
            </p:cNvPr>
            <p:cNvSpPr/>
            <p:nvPr/>
          </p:nvSpPr>
          <p:spPr>
            <a:xfrm>
              <a:off x="9407770" y="2686321"/>
              <a:ext cx="4534" cy="4718"/>
            </a:xfrm>
            <a:custGeom>
              <a:avLst/>
              <a:gdLst/>
              <a:ahLst/>
              <a:cxnLst/>
              <a:rect l="l" t="t" r="r" b="b"/>
              <a:pathLst>
                <a:path w="4534" h="4718">
                  <a:moveTo>
                    <a:pt x="3814" y="0"/>
                  </a:moveTo>
                  <a:cubicBezTo>
                    <a:pt x="4324" y="0"/>
                    <a:pt x="4833" y="1019"/>
                    <a:pt x="4324" y="2548"/>
                  </a:cubicBezTo>
                  <a:cubicBezTo>
                    <a:pt x="4324" y="4077"/>
                    <a:pt x="3304" y="5096"/>
                    <a:pt x="1776" y="4586"/>
                  </a:cubicBezTo>
                  <a:cubicBezTo>
                    <a:pt x="247" y="4586"/>
                    <a:pt x="-772" y="3058"/>
                    <a:pt x="756" y="2039"/>
                  </a:cubicBezTo>
                  <a:cubicBezTo>
                    <a:pt x="2285" y="1019"/>
                    <a:pt x="3304" y="0"/>
                    <a:pt x="381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12B4F3EA-46A1-E5A7-65E5-C6EA4C2BACF9}"/>
                </a:ext>
              </a:extLst>
            </p:cNvPr>
            <p:cNvSpPr/>
            <p:nvPr/>
          </p:nvSpPr>
          <p:spPr>
            <a:xfrm>
              <a:off x="9344297" y="2688869"/>
              <a:ext cx="4608" cy="5096"/>
            </a:xfrm>
            <a:custGeom>
              <a:avLst/>
              <a:gdLst/>
              <a:ahLst/>
              <a:cxnLst/>
              <a:rect l="l" t="t" r="r" b="b"/>
              <a:pathLst>
                <a:path w="4608" h="5096">
                  <a:moveTo>
                    <a:pt x="3588" y="0"/>
                  </a:moveTo>
                  <a:cubicBezTo>
                    <a:pt x="4098" y="0"/>
                    <a:pt x="4608" y="1529"/>
                    <a:pt x="4608" y="2548"/>
                  </a:cubicBezTo>
                  <a:cubicBezTo>
                    <a:pt x="4608" y="4077"/>
                    <a:pt x="3079" y="5096"/>
                    <a:pt x="1550" y="5096"/>
                  </a:cubicBezTo>
                  <a:cubicBezTo>
                    <a:pt x="21" y="4586"/>
                    <a:pt x="-488" y="3567"/>
                    <a:pt x="531" y="2548"/>
                  </a:cubicBezTo>
                  <a:cubicBezTo>
                    <a:pt x="1550" y="1019"/>
                    <a:pt x="3079" y="0"/>
                    <a:pt x="358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1D369956-4FCB-92A8-AD07-0B2D707C26A6}"/>
                </a:ext>
              </a:extLst>
            </p:cNvPr>
            <p:cNvSpPr/>
            <p:nvPr/>
          </p:nvSpPr>
          <p:spPr>
            <a:xfrm>
              <a:off x="9230549" y="2692860"/>
              <a:ext cx="161516" cy="306356"/>
            </a:xfrm>
            <a:custGeom>
              <a:avLst/>
              <a:gdLst/>
              <a:ahLst/>
              <a:cxnLst/>
              <a:rect l="l" t="t" r="r" b="b"/>
              <a:pathLst>
                <a:path w="161516" h="306356">
                  <a:moveTo>
                    <a:pt x="161161" y="86"/>
                  </a:moveTo>
                  <a:cubicBezTo>
                    <a:pt x="162690" y="-933"/>
                    <a:pt x="159123" y="7220"/>
                    <a:pt x="153517" y="18431"/>
                  </a:cubicBezTo>
                  <a:cubicBezTo>
                    <a:pt x="147912" y="29132"/>
                    <a:pt x="142306" y="42382"/>
                    <a:pt x="139758" y="47477"/>
                  </a:cubicBezTo>
                  <a:cubicBezTo>
                    <a:pt x="137210" y="52064"/>
                    <a:pt x="135172" y="56140"/>
                    <a:pt x="133643" y="56140"/>
                  </a:cubicBezTo>
                  <a:cubicBezTo>
                    <a:pt x="132624" y="56140"/>
                    <a:pt x="132624" y="58179"/>
                    <a:pt x="131605" y="60727"/>
                  </a:cubicBezTo>
                  <a:cubicBezTo>
                    <a:pt x="130586" y="62765"/>
                    <a:pt x="127528" y="68880"/>
                    <a:pt x="124471" y="74486"/>
                  </a:cubicBezTo>
                  <a:cubicBezTo>
                    <a:pt x="121413" y="80091"/>
                    <a:pt x="118356" y="86206"/>
                    <a:pt x="117846" y="87735"/>
                  </a:cubicBezTo>
                  <a:cubicBezTo>
                    <a:pt x="117846" y="89773"/>
                    <a:pt x="116827" y="91812"/>
                    <a:pt x="115808" y="92831"/>
                  </a:cubicBezTo>
                  <a:cubicBezTo>
                    <a:pt x="114789" y="93850"/>
                    <a:pt x="111221" y="98946"/>
                    <a:pt x="108164" y="105570"/>
                  </a:cubicBezTo>
                  <a:cubicBezTo>
                    <a:pt x="103068" y="119329"/>
                    <a:pt x="90328" y="141242"/>
                    <a:pt x="86252" y="147866"/>
                  </a:cubicBezTo>
                  <a:cubicBezTo>
                    <a:pt x="82175" y="153981"/>
                    <a:pt x="67906" y="185066"/>
                    <a:pt x="59243" y="201882"/>
                  </a:cubicBezTo>
                  <a:cubicBezTo>
                    <a:pt x="55676" y="209017"/>
                    <a:pt x="52109" y="216661"/>
                    <a:pt x="50580" y="218699"/>
                  </a:cubicBezTo>
                  <a:cubicBezTo>
                    <a:pt x="49052" y="220737"/>
                    <a:pt x="48542" y="222776"/>
                    <a:pt x="48033" y="223285"/>
                  </a:cubicBezTo>
                  <a:cubicBezTo>
                    <a:pt x="45994" y="229400"/>
                    <a:pt x="38350" y="245197"/>
                    <a:pt x="34783" y="250803"/>
                  </a:cubicBezTo>
                  <a:cubicBezTo>
                    <a:pt x="24082" y="267619"/>
                    <a:pt x="20515" y="275263"/>
                    <a:pt x="20515" y="277811"/>
                  </a:cubicBezTo>
                  <a:cubicBezTo>
                    <a:pt x="20005" y="283416"/>
                    <a:pt x="4208" y="306857"/>
                    <a:pt x="2170" y="306348"/>
                  </a:cubicBezTo>
                  <a:cubicBezTo>
                    <a:pt x="-1907" y="305329"/>
                    <a:pt x="131" y="296666"/>
                    <a:pt x="5227" y="290041"/>
                  </a:cubicBezTo>
                  <a:cubicBezTo>
                    <a:pt x="7775" y="287493"/>
                    <a:pt x="9304" y="284436"/>
                    <a:pt x="8285" y="284436"/>
                  </a:cubicBezTo>
                  <a:cubicBezTo>
                    <a:pt x="7775" y="284436"/>
                    <a:pt x="9304" y="280869"/>
                    <a:pt x="11852" y="276792"/>
                  </a:cubicBezTo>
                  <a:cubicBezTo>
                    <a:pt x="15929" y="270167"/>
                    <a:pt x="34274" y="237044"/>
                    <a:pt x="37331" y="228381"/>
                  </a:cubicBezTo>
                  <a:cubicBezTo>
                    <a:pt x="37841" y="226852"/>
                    <a:pt x="40389" y="221756"/>
                    <a:pt x="43446" y="216661"/>
                  </a:cubicBezTo>
                  <a:cubicBezTo>
                    <a:pt x="46504" y="212074"/>
                    <a:pt x="49561" y="204430"/>
                    <a:pt x="51090" y="200863"/>
                  </a:cubicBezTo>
                  <a:cubicBezTo>
                    <a:pt x="52619" y="197296"/>
                    <a:pt x="54657" y="192710"/>
                    <a:pt x="55676" y="192200"/>
                  </a:cubicBezTo>
                  <a:cubicBezTo>
                    <a:pt x="57205" y="191691"/>
                    <a:pt x="58734" y="189143"/>
                    <a:pt x="58734" y="186595"/>
                  </a:cubicBezTo>
                  <a:cubicBezTo>
                    <a:pt x="58734" y="184047"/>
                    <a:pt x="62301" y="176403"/>
                    <a:pt x="66887" y="169778"/>
                  </a:cubicBezTo>
                  <a:cubicBezTo>
                    <a:pt x="70964" y="163663"/>
                    <a:pt x="78608" y="150414"/>
                    <a:pt x="83194" y="140732"/>
                  </a:cubicBezTo>
                  <a:cubicBezTo>
                    <a:pt x="87271" y="131559"/>
                    <a:pt x="94405" y="120348"/>
                    <a:pt x="96953" y="116272"/>
                  </a:cubicBezTo>
                  <a:cubicBezTo>
                    <a:pt x="99501" y="112195"/>
                    <a:pt x="105106" y="102513"/>
                    <a:pt x="109183" y="94869"/>
                  </a:cubicBezTo>
                  <a:cubicBezTo>
                    <a:pt x="127528" y="60217"/>
                    <a:pt x="157084" y="3143"/>
                    <a:pt x="161161" y="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88D40E1D-A09D-B1DE-8660-7905DCEF6358}"/>
                </a:ext>
              </a:extLst>
            </p:cNvPr>
            <p:cNvSpPr/>
            <p:nvPr/>
          </p:nvSpPr>
          <p:spPr>
            <a:xfrm>
              <a:off x="9393389" y="2703678"/>
              <a:ext cx="11126" cy="20329"/>
            </a:xfrm>
            <a:custGeom>
              <a:avLst/>
              <a:gdLst/>
              <a:ahLst/>
              <a:cxnLst/>
              <a:rect l="l" t="t" r="r" b="b"/>
              <a:pathLst>
                <a:path w="11126" h="20329">
                  <a:moveTo>
                    <a:pt x="10352" y="184"/>
                  </a:moveTo>
                  <a:cubicBezTo>
                    <a:pt x="11952" y="-700"/>
                    <a:pt x="11188" y="1498"/>
                    <a:pt x="6984" y="9142"/>
                  </a:cubicBezTo>
                  <a:cubicBezTo>
                    <a:pt x="-660" y="22901"/>
                    <a:pt x="-1169" y="23410"/>
                    <a:pt x="1378" y="13728"/>
                  </a:cubicBezTo>
                  <a:cubicBezTo>
                    <a:pt x="2398" y="9651"/>
                    <a:pt x="5455" y="4046"/>
                    <a:pt x="8003" y="2007"/>
                  </a:cubicBezTo>
                  <a:cubicBezTo>
                    <a:pt x="9022" y="1116"/>
                    <a:pt x="9819" y="479"/>
                    <a:pt x="10352"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F45BC73A-1534-83D1-DC9A-C2B261D67055}"/>
                </a:ext>
              </a:extLst>
            </p:cNvPr>
            <p:cNvSpPr/>
            <p:nvPr/>
          </p:nvSpPr>
          <p:spPr>
            <a:xfrm>
              <a:off x="9376527" y="2726579"/>
              <a:ext cx="16712" cy="29056"/>
            </a:xfrm>
            <a:custGeom>
              <a:avLst/>
              <a:gdLst/>
              <a:ahLst/>
              <a:cxnLst/>
              <a:rect l="l" t="t" r="r" b="b"/>
              <a:pathLst>
                <a:path w="16712" h="29056">
                  <a:moveTo>
                    <a:pt x="16712" y="0"/>
                  </a:moveTo>
                  <a:lnTo>
                    <a:pt x="14164" y="8153"/>
                  </a:lnTo>
                  <a:cubicBezTo>
                    <a:pt x="13145" y="10701"/>
                    <a:pt x="4991" y="29556"/>
                    <a:pt x="915" y="29046"/>
                  </a:cubicBezTo>
                  <a:cubicBezTo>
                    <a:pt x="-2653" y="28537"/>
                    <a:pt x="4991" y="9682"/>
                    <a:pt x="10597" y="5095"/>
                  </a:cubicBezTo>
                  <a:lnTo>
                    <a:pt x="1671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0FAC17A8-52D9-C39F-A23C-96DE767FC56D}"/>
                </a:ext>
              </a:extLst>
            </p:cNvPr>
            <p:cNvSpPr/>
            <p:nvPr/>
          </p:nvSpPr>
          <p:spPr>
            <a:xfrm>
              <a:off x="9364911" y="2758968"/>
              <a:ext cx="10591" cy="20624"/>
            </a:xfrm>
            <a:custGeom>
              <a:avLst/>
              <a:gdLst/>
              <a:ahLst/>
              <a:cxnLst/>
              <a:rect l="l" t="t" r="r" b="b"/>
              <a:pathLst>
                <a:path w="10591" h="20624">
                  <a:moveTo>
                    <a:pt x="9538" y="97"/>
                  </a:moveTo>
                  <a:cubicBezTo>
                    <a:pt x="10111" y="-285"/>
                    <a:pt x="10238" y="479"/>
                    <a:pt x="10493" y="2263"/>
                  </a:cubicBezTo>
                  <a:cubicBezTo>
                    <a:pt x="11003" y="5320"/>
                    <a:pt x="9474" y="9906"/>
                    <a:pt x="7436" y="13983"/>
                  </a:cubicBezTo>
                  <a:cubicBezTo>
                    <a:pt x="3359" y="21627"/>
                    <a:pt x="-1227" y="23156"/>
                    <a:pt x="301" y="16021"/>
                  </a:cubicBezTo>
                  <a:cubicBezTo>
                    <a:pt x="1321" y="13983"/>
                    <a:pt x="3359" y="8378"/>
                    <a:pt x="5907" y="4811"/>
                  </a:cubicBezTo>
                  <a:cubicBezTo>
                    <a:pt x="7945" y="2008"/>
                    <a:pt x="8964" y="479"/>
                    <a:pt x="9538" y="9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D1F39F41-2762-BFE6-E138-F8ADC57BA65A}"/>
                </a:ext>
              </a:extLst>
            </p:cNvPr>
            <p:cNvSpPr/>
            <p:nvPr/>
          </p:nvSpPr>
          <p:spPr>
            <a:xfrm>
              <a:off x="9300457" y="2782555"/>
              <a:ext cx="63940" cy="118368"/>
            </a:xfrm>
            <a:custGeom>
              <a:avLst/>
              <a:gdLst/>
              <a:ahLst/>
              <a:cxnLst/>
              <a:rect l="l" t="t" r="r" b="b"/>
              <a:pathLst>
                <a:path w="63940" h="118368">
                  <a:moveTo>
                    <a:pt x="62851" y="38"/>
                  </a:moveTo>
                  <a:cubicBezTo>
                    <a:pt x="65264" y="588"/>
                    <a:pt x="63735" y="7085"/>
                    <a:pt x="57620" y="15875"/>
                  </a:cubicBezTo>
                  <a:cubicBezTo>
                    <a:pt x="53034" y="22500"/>
                    <a:pt x="49976" y="28615"/>
                    <a:pt x="49467" y="29634"/>
                  </a:cubicBezTo>
                  <a:cubicBezTo>
                    <a:pt x="49467" y="30144"/>
                    <a:pt x="46409" y="35749"/>
                    <a:pt x="42842" y="41864"/>
                  </a:cubicBezTo>
                  <a:cubicBezTo>
                    <a:pt x="37237" y="51547"/>
                    <a:pt x="37237" y="56133"/>
                    <a:pt x="31631" y="69892"/>
                  </a:cubicBezTo>
                  <a:cubicBezTo>
                    <a:pt x="30612" y="72440"/>
                    <a:pt x="29083" y="74988"/>
                    <a:pt x="27555" y="75497"/>
                  </a:cubicBezTo>
                  <a:cubicBezTo>
                    <a:pt x="22459" y="77026"/>
                    <a:pt x="17363" y="87727"/>
                    <a:pt x="19911" y="87727"/>
                  </a:cubicBezTo>
                  <a:cubicBezTo>
                    <a:pt x="21439" y="87727"/>
                    <a:pt x="22459" y="89256"/>
                    <a:pt x="22459" y="90785"/>
                  </a:cubicBezTo>
                  <a:cubicBezTo>
                    <a:pt x="22459" y="91804"/>
                    <a:pt x="20420" y="93333"/>
                    <a:pt x="18891" y="92314"/>
                  </a:cubicBezTo>
                  <a:cubicBezTo>
                    <a:pt x="16853" y="90785"/>
                    <a:pt x="16344" y="92314"/>
                    <a:pt x="16344" y="94352"/>
                  </a:cubicBezTo>
                  <a:cubicBezTo>
                    <a:pt x="16344" y="96390"/>
                    <a:pt x="15324" y="97409"/>
                    <a:pt x="13796" y="97409"/>
                  </a:cubicBezTo>
                  <a:cubicBezTo>
                    <a:pt x="10229" y="96900"/>
                    <a:pt x="10738" y="101486"/>
                    <a:pt x="14305" y="106582"/>
                  </a:cubicBezTo>
                  <a:cubicBezTo>
                    <a:pt x="17872" y="111678"/>
                    <a:pt x="18382" y="115245"/>
                    <a:pt x="14305" y="114735"/>
                  </a:cubicBezTo>
                  <a:cubicBezTo>
                    <a:pt x="13286" y="114735"/>
                    <a:pt x="12267" y="113716"/>
                    <a:pt x="12776" y="112697"/>
                  </a:cubicBezTo>
                  <a:cubicBezTo>
                    <a:pt x="14815" y="108620"/>
                    <a:pt x="8190" y="109130"/>
                    <a:pt x="5642" y="113716"/>
                  </a:cubicBezTo>
                  <a:cubicBezTo>
                    <a:pt x="4113" y="116264"/>
                    <a:pt x="2075" y="118812"/>
                    <a:pt x="546" y="118303"/>
                  </a:cubicBezTo>
                  <a:cubicBezTo>
                    <a:pt x="-1492" y="118303"/>
                    <a:pt x="2585" y="106072"/>
                    <a:pt x="6152" y="102505"/>
                  </a:cubicBezTo>
                  <a:cubicBezTo>
                    <a:pt x="7681" y="100977"/>
                    <a:pt x="7681" y="98938"/>
                    <a:pt x="6661" y="97409"/>
                  </a:cubicBezTo>
                  <a:cubicBezTo>
                    <a:pt x="4623" y="93842"/>
                    <a:pt x="7681" y="83141"/>
                    <a:pt x="10229" y="85179"/>
                  </a:cubicBezTo>
                  <a:cubicBezTo>
                    <a:pt x="12776" y="87218"/>
                    <a:pt x="16853" y="81103"/>
                    <a:pt x="18891" y="72440"/>
                  </a:cubicBezTo>
                  <a:cubicBezTo>
                    <a:pt x="22459" y="58171"/>
                    <a:pt x="21949" y="58171"/>
                    <a:pt x="26026" y="59190"/>
                  </a:cubicBezTo>
                  <a:cubicBezTo>
                    <a:pt x="28574" y="59700"/>
                    <a:pt x="30102" y="57662"/>
                    <a:pt x="30102" y="53585"/>
                  </a:cubicBezTo>
                  <a:cubicBezTo>
                    <a:pt x="30102" y="50018"/>
                    <a:pt x="32141" y="46451"/>
                    <a:pt x="33670" y="45941"/>
                  </a:cubicBezTo>
                  <a:cubicBezTo>
                    <a:pt x="35708" y="45431"/>
                    <a:pt x="38256" y="39316"/>
                    <a:pt x="40294" y="33201"/>
                  </a:cubicBezTo>
                  <a:cubicBezTo>
                    <a:pt x="42333" y="26577"/>
                    <a:pt x="44371" y="22500"/>
                    <a:pt x="46919" y="22500"/>
                  </a:cubicBezTo>
                  <a:cubicBezTo>
                    <a:pt x="48957" y="23010"/>
                    <a:pt x="50486" y="20971"/>
                    <a:pt x="50995" y="18423"/>
                  </a:cubicBezTo>
                  <a:cubicBezTo>
                    <a:pt x="50995" y="15366"/>
                    <a:pt x="53034" y="12308"/>
                    <a:pt x="54563" y="11799"/>
                  </a:cubicBezTo>
                  <a:cubicBezTo>
                    <a:pt x="56091" y="11289"/>
                    <a:pt x="56601" y="9251"/>
                    <a:pt x="56091" y="7212"/>
                  </a:cubicBezTo>
                  <a:cubicBezTo>
                    <a:pt x="55582" y="5174"/>
                    <a:pt x="57111" y="3136"/>
                    <a:pt x="59149" y="1607"/>
                  </a:cubicBezTo>
                  <a:cubicBezTo>
                    <a:pt x="60805" y="333"/>
                    <a:pt x="62047" y="-145"/>
                    <a:pt x="62851" y="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4B37568B-E975-1DE4-ADBE-BD3A07155AB0}"/>
                </a:ext>
              </a:extLst>
            </p:cNvPr>
            <p:cNvSpPr/>
            <p:nvPr/>
          </p:nvSpPr>
          <p:spPr>
            <a:xfrm>
              <a:off x="9194375" y="2830852"/>
              <a:ext cx="9134" cy="9874"/>
            </a:xfrm>
            <a:custGeom>
              <a:avLst/>
              <a:gdLst/>
              <a:ahLst/>
              <a:cxnLst/>
              <a:rect l="l" t="t" r="r" b="b"/>
              <a:pathLst>
                <a:path w="9134" h="9874">
                  <a:moveTo>
                    <a:pt x="634" y="192"/>
                  </a:moveTo>
                  <a:cubicBezTo>
                    <a:pt x="1144" y="-318"/>
                    <a:pt x="2163" y="192"/>
                    <a:pt x="1653" y="1721"/>
                  </a:cubicBezTo>
                  <a:cubicBezTo>
                    <a:pt x="1144" y="3759"/>
                    <a:pt x="3182" y="4269"/>
                    <a:pt x="5730" y="3759"/>
                  </a:cubicBezTo>
                  <a:cubicBezTo>
                    <a:pt x="9807" y="2740"/>
                    <a:pt x="10316" y="2740"/>
                    <a:pt x="6749" y="6307"/>
                  </a:cubicBezTo>
                  <a:cubicBezTo>
                    <a:pt x="4201" y="8855"/>
                    <a:pt x="2163" y="9874"/>
                    <a:pt x="2163" y="9874"/>
                  </a:cubicBezTo>
                  <a:cubicBezTo>
                    <a:pt x="634" y="9874"/>
                    <a:pt x="-895" y="1211"/>
                    <a:pt x="634" y="1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9CC72EEF-E322-D945-8791-436AE2BEB346}"/>
                </a:ext>
              </a:extLst>
            </p:cNvPr>
            <p:cNvSpPr/>
            <p:nvPr/>
          </p:nvSpPr>
          <p:spPr>
            <a:xfrm>
              <a:off x="9352735" y="2837553"/>
              <a:ext cx="6197" cy="8779"/>
            </a:xfrm>
            <a:custGeom>
              <a:avLst/>
              <a:gdLst/>
              <a:ahLst/>
              <a:cxnLst/>
              <a:rect l="l" t="t" r="r" b="b"/>
              <a:pathLst>
                <a:path w="6197" h="8779">
                  <a:moveTo>
                    <a:pt x="5789" y="52"/>
                  </a:moveTo>
                  <a:cubicBezTo>
                    <a:pt x="6490" y="370"/>
                    <a:pt x="6362" y="2154"/>
                    <a:pt x="4834" y="5212"/>
                  </a:cubicBezTo>
                  <a:cubicBezTo>
                    <a:pt x="3814" y="7250"/>
                    <a:pt x="1776" y="8779"/>
                    <a:pt x="757" y="8779"/>
                  </a:cubicBezTo>
                  <a:cubicBezTo>
                    <a:pt x="-772" y="8779"/>
                    <a:pt x="247" y="6231"/>
                    <a:pt x="1776" y="3683"/>
                  </a:cubicBezTo>
                  <a:cubicBezTo>
                    <a:pt x="3560" y="880"/>
                    <a:pt x="5088" y="-267"/>
                    <a:pt x="5789" y="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E4E90C74-E241-C641-AF90-91B358BC3C55}"/>
                </a:ext>
              </a:extLst>
            </p:cNvPr>
            <p:cNvSpPr/>
            <p:nvPr/>
          </p:nvSpPr>
          <p:spPr>
            <a:xfrm>
              <a:off x="9173050" y="2861110"/>
              <a:ext cx="4124" cy="5096"/>
            </a:xfrm>
            <a:custGeom>
              <a:avLst/>
              <a:gdLst/>
              <a:ahLst/>
              <a:cxnLst/>
              <a:rect l="l" t="t" r="r" b="b"/>
              <a:pathLst>
                <a:path w="4124" h="5096">
                  <a:moveTo>
                    <a:pt x="3614" y="0"/>
                  </a:moveTo>
                  <a:cubicBezTo>
                    <a:pt x="4124" y="509"/>
                    <a:pt x="4124" y="1528"/>
                    <a:pt x="4124" y="3057"/>
                  </a:cubicBezTo>
                  <a:cubicBezTo>
                    <a:pt x="4124" y="4076"/>
                    <a:pt x="2595" y="5096"/>
                    <a:pt x="1066" y="5096"/>
                  </a:cubicBezTo>
                  <a:cubicBezTo>
                    <a:pt x="47" y="5096"/>
                    <a:pt x="-463" y="3567"/>
                    <a:pt x="556" y="2548"/>
                  </a:cubicBezTo>
                  <a:cubicBezTo>
                    <a:pt x="1576" y="1019"/>
                    <a:pt x="2595" y="0"/>
                    <a:pt x="361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2BB6E505-1D51-8E54-EE85-B9CA10741D39}"/>
                </a:ext>
              </a:extLst>
            </p:cNvPr>
            <p:cNvSpPr/>
            <p:nvPr/>
          </p:nvSpPr>
          <p:spPr>
            <a:xfrm>
              <a:off x="9244632" y="2899621"/>
              <a:ext cx="56113" cy="96661"/>
            </a:xfrm>
            <a:custGeom>
              <a:avLst/>
              <a:gdLst/>
              <a:ahLst/>
              <a:cxnLst/>
              <a:rect l="l" t="t" r="r" b="b"/>
              <a:pathLst>
                <a:path w="56113" h="96661">
                  <a:moveTo>
                    <a:pt x="49047" y="26"/>
                  </a:moveTo>
                  <a:cubicBezTo>
                    <a:pt x="50130" y="-165"/>
                    <a:pt x="51277" y="727"/>
                    <a:pt x="53315" y="2256"/>
                  </a:cubicBezTo>
                  <a:cubicBezTo>
                    <a:pt x="57901" y="5823"/>
                    <a:pt x="57392" y="6842"/>
                    <a:pt x="47709" y="24678"/>
                  </a:cubicBezTo>
                  <a:cubicBezTo>
                    <a:pt x="42104" y="34869"/>
                    <a:pt x="36498" y="46080"/>
                    <a:pt x="35479" y="49647"/>
                  </a:cubicBezTo>
                  <a:cubicBezTo>
                    <a:pt x="29364" y="71560"/>
                    <a:pt x="23249" y="81751"/>
                    <a:pt x="16115" y="88886"/>
                  </a:cubicBezTo>
                  <a:cubicBezTo>
                    <a:pt x="5923" y="99077"/>
                    <a:pt x="-4269" y="99077"/>
                    <a:pt x="1847" y="89905"/>
                  </a:cubicBezTo>
                  <a:cubicBezTo>
                    <a:pt x="4395" y="85828"/>
                    <a:pt x="5923" y="84809"/>
                    <a:pt x="6942" y="86847"/>
                  </a:cubicBezTo>
                  <a:cubicBezTo>
                    <a:pt x="7962" y="89395"/>
                    <a:pt x="8471" y="86847"/>
                    <a:pt x="8981" y="82771"/>
                  </a:cubicBezTo>
                  <a:cubicBezTo>
                    <a:pt x="9490" y="79203"/>
                    <a:pt x="10509" y="75127"/>
                    <a:pt x="12038" y="75127"/>
                  </a:cubicBezTo>
                  <a:cubicBezTo>
                    <a:pt x="17644" y="73598"/>
                    <a:pt x="22740" y="65445"/>
                    <a:pt x="21720" y="59329"/>
                  </a:cubicBezTo>
                  <a:cubicBezTo>
                    <a:pt x="21211" y="55762"/>
                    <a:pt x="22230" y="53214"/>
                    <a:pt x="23249" y="53214"/>
                  </a:cubicBezTo>
                  <a:cubicBezTo>
                    <a:pt x="24778" y="53214"/>
                    <a:pt x="25288" y="51686"/>
                    <a:pt x="24778" y="49647"/>
                  </a:cubicBezTo>
                  <a:cubicBezTo>
                    <a:pt x="24268" y="47099"/>
                    <a:pt x="25288" y="45571"/>
                    <a:pt x="27835" y="47609"/>
                  </a:cubicBezTo>
                  <a:cubicBezTo>
                    <a:pt x="30383" y="49647"/>
                    <a:pt x="31403" y="48119"/>
                    <a:pt x="31912" y="45571"/>
                  </a:cubicBezTo>
                  <a:cubicBezTo>
                    <a:pt x="32422" y="43023"/>
                    <a:pt x="31403" y="42004"/>
                    <a:pt x="29874" y="42513"/>
                  </a:cubicBezTo>
                  <a:cubicBezTo>
                    <a:pt x="28345" y="43023"/>
                    <a:pt x="27326" y="43532"/>
                    <a:pt x="27326" y="42513"/>
                  </a:cubicBezTo>
                  <a:cubicBezTo>
                    <a:pt x="27835" y="39456"/>
                    <a:pt x="37518" y="24678"/>
                    <a:pt x="39556" y="23658"/>
                  </a:cubicBezTo>
                  <a:cubicBezTo>
                    <a:pt x="41085" y="22639"/>
                    <a:pt x="42613" y="20601"/>
                    <a:pt x="42613" y="19072"/>
                  </a:cubicBezTo>
                  <a:cubicBezTo>
                    <a:pt x="42613" y="17543"/>
                    <a:pt x="41594" y="17543"/>
                    <a:pt x="40066" y="19582"/>
                  </a:cubicBezTo>
                  <a:cubicBezTo>
                    <a:pt x="37518" y="22639"/>
                    <a:pt x="37518" y="22639"/>
                    <a:pt x="37518" y="18562"/>
                  </a:cubicBezTo>
                  <a:cubicBezTo>
                    <a:pt x="38027" y="16524"/>
                    <a:pt x="40066" y="14486"/>
                    <a:pt x="42613" y="14995"/>
                  </a:cubicBezTo>
                  <a:cubicBezTo>
                    <a:pt x="45161" y="14995"/>
                    <a:pt x="45671" y="14995"/>
                    <a:pt x="43633" y="12957"/>
                  </a:cubicBezTo>
                  <a:cubicBezTo>
                    <a:pt x="41594" y="10919"/>
                    <a:pt x="41594" y="9390"/>
                    <a:pt x="45161" y="4294"/>
                  </a:cubicBezTo>
                  <a:cubicBezTo>
                    <a:pt x="46945" y="1491"/>
                    <a:pt x="47964" y="217"/>
                    <a:pt x="49047"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BC8C4FD7-A589-9432-1976-CE2EBB369399}"/>
                </a:ext>
              </a:extLst>
            </p:cNvPr>
            <p:cNvSpPr/>
            <p:nvPr/>
          </p:nvSpPr>
          <p:spPr>
            <a:xfrm>
              <a:off x="9286025" y="2948302"/>
              <a:ext cx="2238" cy="6159"/>
            </a:xfrm>
            <a:custGeom>
              <a:avLst/>
              <a:gdLst/>
              <a:ahLst/>
              <a:cxnLst/>
              <a:rect l="l" t="t" r="r" b="b"/>
              <a:pathLst>
                <a:path w="2238" h="6159">
                  <a:moveTo>
                    <a:pt x="774" y="75"/>
                  </a:moveTo>
                  <a:cubicBezTo>
                    <a:pt x="965" y="-180"/>
                    <a:pt x="1219" y="202"/>
                    <a:pt x="1729" y="1476"/>
                  </a:cubicBezTo>
                  <a:cubicBezTo>
                    <a:pt x="2239" y="3005"/>
                    <a:pt x="2748" y="5553"/>
                    <a:pt x="1219" y="6062"/>
                  </a:cubicBezTo>
                  <a:cubicBezTo>
                    <a:pt x="200" y="6572"/>
                    <a:pt x="-309" y="5043"/>
                    <a:pt x="200" y="2495"/>
                  </a:cubicBezTo>
                  <a:cubicBezTo>
                    <a:pt x="455" y="1221"/>
                    <a:pt x="583" y="329"/>
                    <a:pt x="774" y="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B00EFB29-6648-4763-8622-F62126E43B79}"/>
                </a:ext>
              </a:extLst>
            </p:cNvPr>
            <p:cNvSpPr/>
            <p:nvPr/>
          </p:nvSpPr>
          <p:spPr>
            <a:xfrm>
              <a:off x="9232162" y="3027612"/>
              <a:ext cx="6408" cy="4719"/>
            </a:xfrm>
            <a:custGeom>
              <a:avLst/>
              <a:gdLst/>
              <a:ahLst/>
              <a:cxnLst/>
              <a:rect l="l" t="t" r="r" b="b"/>
              <a:pathLst>
                <a:path w="6408" h="4719">
                  <a:moveTo>
                    <a:pt x="4633" y="133"/>
                  </a:moveTo>
                  <a:cubicBezTo>
                    <a:pt x="6162" y="133"/>
                    <a:pt x="7181" y="1152"/>
                    <a:pt x="5652" y="2681"/>
                  </a:cubicBezTo>
                  <a:cubicBezTo>
                    <a:pt x="4633" y="3700"/>
                    <a:pt x="2595" y="4719"/>
                    <a:pt x="1066" y="4719"/>
                  </a:cubicBezTo>
                  <a:cubicBezTo>
                    <a:pt x="47" y="4209"/>
                    <a:pt x="-463" y="3190"/>
                    <a:pt x="557" y="2171"/>
                  </a:cubicBezTo>
                  <a:cubicBezTo>
                    <a:pt x="2085" y="642"/>
                    <a:pt x="3614" y="-377"/>
                    <a:pt x="4633" y="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A27F6B99-A596-1702-8CA3-D35D27CF68DC}"/>
                </a:ext>
              </a:extLst>
            </p:cNvPr>
            <p:cNvSpPr/>
            <p:nvPr/>
          </p:nvSpPr>
          <p:spPr>
            <a:xfrm>
              <a:off x="9083993" y="3034896"/>
              <a:ext cx="153301" cy="328825"/>
            </a:xfrm>
            <a:custGeom>
              <a:avLst/>
              <a:gdLst/>
              <a:ahLst/>
              <a:cxnLst/>
              <a:rect l="l" t="t" r="r" b="b"/>
              <a:pathLst>
                <a:path w="153301" h="328825">
                  <a:moveTo>
                    <a:pt x="140828" y="174"/>
                  </a:moveTo>
                  <a:cubicBezTo>
                    <a:pt x="141975" y="-144"/>
                    <a:pt x="143631" y="-17"/>
                    <a:pt x="145669" y="493"/>
                  </a:cubicBezTo>
                  <a:cubicBezTo>
                    <a:pt x="153822" y="2531"/>
                    <a:pt x="155861" y="6098"/>
                    <a:pt x="149746" y="9156"/>
                  </a:cubicBezTo>
                  <a:cubicBezTo>
                    <a:pt x="146688" y="10684"/>
                    <a:pt x="145669" y="12213"/>
                    <a:pt x="146688" y="12213"/>
                  </a:cubicBezTo>
                  <a:cubicBezTo>
                    <a:pt x="148217" y="12213"/>
                    <a:pt x="147707" y="13232"/>
                    <a:pt x="145160" y="14251"/>
                  </a:cubicBezTo>
                  <a:cubicBezTo>
                    <a:pt x="143121" y="15271"/>
                    <a:pt x="140573" y="18838"/>
                    <a:pt x="140573" y="22405"/>
                  </a:cubicBezTo>
                  <a:cubicBezTo>
                    <a:pt x="140064" y="25462"/>
                    <a:pt x="139044" y="30049"/>
                    <a:pt x="137516" y="31068"/>
                  </a:cubicBezTo>
                  <a:cubicBezTo>
                    <a:pt x="135987" y="32087"/>
                    <a:pt x="136496" y="34125"/>
                    <a:pt x="138535" y="34125"/>
                  </a:cubicBezTo>
                  <a:cubicBezTo>
                    <a:pt x="140573" y="34125"/>
                    <a:pt x="140064" y="36164"/>
                    <a:pt x="137006" y="36673"/>
                  </a:cubicBezTo>
                  <a:cubicBezTo>
                    <a:pt x="134458" y="37183"/>
                    <a:pt x="130891" y="42788"/>
                    <a:pt x="128343" y="47375"/>
                  </a:cubicBezTo>
                  <a:cubicBezTo>
                    <a:pt x="125795" y="52471"/>
                    <a:pt x="123757" y="57057"/>
                    <a:pt x="122738" y="57566"/>
                  </a:cubicBezTo>
                  <a:cubicBezTo>
                    <a:pt x="121209" y="58076"/>
                    <a:pt x="116623" y="68268"/>
                    <a:pt x="111527" y="79988"/>
                  </a:cubicBezTo>
                  <a:cubicBezTo>
                    <a:pt x="106431" y="91709"/>
                    <a:pt x="100825" y="103429"/>
                    <a:pt x="99297" y="105977"/>
                  </a:cubicBezTo>
                  <a:cubicBezTo>
                    <a:pt x="97768" y="108016"/>
                    <a:pt x="95730" y="112092"/>
                    <a:pt x="95730" y="114640"/>
                  </a:cubicBezTo>
                  <a:cubicBezTo>
                    <a:pt x="95730" y="116679"/>
                    <a:pt x="93182" y="120755"/>
                    <a:pt x="91143" y="123303"/>
                  </a:cubicBezTo>
                  <a:cubicBezTo>
                    <a:pt x="89105" y="125851"/>
                    <a:pt x="83499" y="138591"/>
                    <a:pt x="77384" y="150821"/>
                  </a:cubicBezTo>
                  <a:cubicBezTo>
                    <a:pt x="71269" y="163051"/>
                    <a:pt x="66683" y="175791"/>
                    <a:pt x="64135" y="177319"/>
                  </a:cubicBezTo>
                  <a:cubicBezTo>
                    <a:pt x="62097" y="178848"/>
                    <a:pt x="61587" y="181906"/>
                    <a:pt x="61587" y="183435"/>
                  </a:cubicBezTo>
                  <a:cubicBezTo>
                    <a:pt x="61587" y="188530"/>
                    <a:pt x="54962" y="206366"/>
                    <a:pt x="52415" y="205856"/>
                  </a:cubicBezTo>
                  <a:cubicBezTo>
                    <a:pt x="50886" y="205856"/>
                    <a:pt x="50376" y="207385"/>
                    <a:pt x="50886" y="209423"/>
                  </a:cubicBezTo>
                  <a:cubicBezTo>
                    <a:pt x="51395" y="211462"/>
                    <a:pt x="50886" y="215539"/>
                    <a:pt x="48848" y="217577"/>
                  </a:cubicBezTo>
                  <a:cubicBezTo>
                    <a:pt x="45790" y="220634"/>
                    <a:pt x="45790" y="220634"/>
                    <a:pt x="45790" y="218086"/>
                  </a:cubicBezTo>
                  <a:cubicBezTo>
                    <a:pt x="45790" y="215029"/>
                    <a:pt x="45790" y="214519"/>
                    <a:pt x="43242" y="217577"/>
                  </a:cubicBezTo>
                  <a:cubicBezTo>
                    <a:pt x="39675" y="222163"/>
                    <a:pt x="38656" y="227259"/>
                    <a:pt x="42223" y="226240"/>
                  </a:cubicBezTo>
                  <a:cubicBezTo>
                    <a:pt x="43752" y="225730"/>
                    <a:pt x="45790" y="227259"/>
                    <a:pt x="44771" y="228788"/>
                  </a:cubicBezTo>
                  <a:cubicBezTo>
                    <a:pt x="41713" y="233374"/>
                    <a:pt x="40694" y="235922"/>
                    <a:pt x="38656" y="231845"/>
                  </a:cubicBezTo>
                  <a:cubicBezTo>
                    <a:pt x="37637" y="229807"/>
                    <a:pt x="37637" y="230826"/>
                    <a:pt x="36617" y="233884"/>
                  </a:cubicBezTo>
                  <a:cubicBezTo>
                    <a:pt x="35598" y="236432"/>
                    <a:pt x="34579" y="239999"/>
                    <a:pt x="33050" y="240508"/>
                  </a:cubicBezTo>
                  <a:cubicBezTo>
                    <a:pt x="32031" y="241018"/>
                    <a:pt x="31522" y="243566"/>
                    <a:pt x="32031" y="245604"/>
                  </a:cubicBezTo>
                  <a:cubicBezTo>
                    <a:pt x="33050" y="249171"/>
                    <a:pt x="32541" y="249171"/>
                    <a:pt x="35089" y="246623"/>
                  </a:cubicBezTo>
                  <a:cubicBezTo>
                    <a:pt x="36617" y="245095"/>
                    <a:pt x="37637" y="244585"/>
                    <a:pt x="37637" y="246114"/>
                  </a:cubicBezTo>
                  <a:cubicBezTo>
                    <a:pt x="37637" y="247643"/>
                    <a:pt x="34579" y="251210"/>
                    <a:pt x="31522" y="253758"/>
                  </a:cubicBezTo>
                  <a:cubicBezTo>
                    <a:pt x="27445" y="257325"/>
                    <a:pt x="25916" y="260892"/>
                    <a:pt x="26426" y="264969"/>
                  </a:cubicBezTo>
                  <a:cubicBezTo>
                    <a:pt x="26935" y="269045"/>
                    <a:pt x="26426" y="271084"/>
                    <a:pt x="24897" y="271084"/>
                  </a:cubicBezTo>
                  <a:cubicBezTo>
                    <a:pt x="23878" y="271084"/>
                    <a:pt x="21839" y="275160"/>
                    <a:pt x="18782" y="280256"/>
                  </a:cubicBezTo>
                  <a:cubicBezTo>
                    <a:pt x="12157" y="290957"/>
                    <a:pt x="13686" y="292996"/>
                    <a:pt x="17763" y="291467"/>
                  </a:cubicBezTo>
                  <a:cubicBezTo>
                    <a:pt x="20311" y="290448"/>
                    <a:pt x="20311" y="290448"/>
                    <a:pt x="17253" y="293505"/>
                  </a:cubicBezTo>
                  <a:cubicBezTo>
                    <a:pt x="15215" y="295544"/>
                    <a:pt x="14196" y="298601"/>
                    <a:pt x="14705" y="300130"/>
                  </a:cubicBezTo>
                  <a:cubicBezTo>
                    <a:pt x="15215" y="301149"/>
                    <a:pt x="14196" y="303188"/>
                    <a:pt x="11648" y="303697"/>
                  </a:cubicBezTo>
                  <a:cubicBezTo>
                    <a:pt x="9100" y="304207"/>
                    <a:pt x="7571" y="306245"/>
                    <a:pt x="8080" y="309812"/>
                  </a:cubicBezTo>
                  <a:cubicBezTo>
                    <a:pt x="8590" y="312360"/>
                    <a:pt x="8080" y="314908"/>
                    <a:pt x="7061" y="314399"/>
                  </a:cubicBezTo>
                  <a:cubicBezTo>
                    <a:pt x="6552" y="314399"/>
                    <a:pt x="5023" y="317456"/>
                    <a:pt x="4004" y="321023"/>
                  </a:cubicBezTo>
                  <a:cubicBezTo>
                    <a:pt x="2985" y="325100"/>
                    <a:pt x="2475" y="328157"/>
                    <a:pt x="1456" y="328667"/>
                  </a:cubicBezTo>
                  <a:cubicBezTo>
                    <a:pt x="-8736" y="333763"/>
                    <a:pt x="37127" y="214519"/>
                    <a:pt x="60568" y="169166"/>
                  </a:cubicBezTo>
                  <a:cubicBezTo>
                    <a:pt x="63116" y="164580"/>
                    <a:pt x="65664" y="157446"/>
                    <a:pt x="67193" y="153369"/>
                  </a:cubicBezTo>
                  <a:cubicBezTo>
                    <a:pt x="68721" y="149292"/>
                    <a:pt x="71779" y="143177"/>
                    <a:pt x="75346" y="141139"/>
                  </a:cubicBezTo>
                  <a:cubicBezTo>
                    <a:pt x="79423" y="138591"/>
                    <a:pt x="80952" y="135533"/>
                    <a:pt x="79932" y="134005"/>
                  </a:cubicBezTo>
                  <a:cubicBezTo>
                    <a:pt x="79423" y="132985"/>
                    <a:pt x="79423" y="134005"/>
                    <a:pt x="78404" y="135533"/>
                  </a:cubicBezTo>
                  <a:cubicBezTo>
                    <a:pt x="77384" y="137062"/>
                    <a:pt x="76365" y="138591"/>
                    <a:pt x="74836" y="138081"/>
                  </a:cubicBezTo>
                  <a:cubicBezTo>
                    <a:pt x="72288" y="137062"/>
                    <a:pt x="72798" y="137062"/>
                    <a:pt x="75346" y="135024"/>
                  </a:cubicBezTo>
                  <a:cubicBezTo>
                    <a:pt x="77384" y="133495"/>
                    <a:pt x="78913" y="129928"/>
                    <a:pt x="78913" y="127380"/>
                  </a:cubicBezTo>
                  <a:cubicBezTo>
                    <a:pt x="79423" y="124832"/>
                    <a:pt x="80952" y="123303"/>
                    <a:pt x="82990" y="124322"/>
                  </a:cubicBezTo>
                  <a:cubicBezTo>
                    <a:pt x="85538" y="125342"/>
                    <a:pt x="87067" y="124322"/>
                    <a:pt x="88595" y="120755"/>
                  </a:cubicBezTo>
                  <a:cubicBezTo>
                    <a:pt x="92162" y="112602"/>
                    <a:pt x="91653" y="109035"/>
                    <a:pt x="88086" y="110564"/>
                  </a:cubicBezTo>
                  <a:cubicBezTo>
                    <a:pt x="86047" y="111583"/>
                    <a:pt x="85538" y="111583"/>
                    <a:pt x="87067" y="110054"/>
                  </a:cubicBezTo>
                  <a:cubicBezTo>
                    <a:pt x="88086" y="109035"/>
                    <a:pt x="90634" y="108016"/>
                    <a:pt x="92162" y="108525"/>
                  </a:cubicBezTo>
                  <a:cubicBezTo>
                    <a:pt x="93691" y="109035"/>
                    <a:pt x="95220" y="106487"/>
                    <a:pt x="96239" y="103939"/>
                  </a:cubicBezTo>
                  <a:cubicBezTo>
                    <a:pt x="97768" y="99862"/>
                    <a:pt x="97768" y="99862"/>
                    <a:pt x="94710" y="102410"/>
                  </a:cubicBezTo>
                  <a:cubicBezTo>
                    <a:pt x="91653" y="104958"/>
                    <a:pt x="91653" y="104448"/>
                    <a:pt x="93182" y="99353"/>
                  </a:cubicBezTo>
                  <a:cubicBezTo>
                    <a:pt x="94710" y="96295"/>
                    <a:pt x="95730" y="92728"/>
                    <a:pt x="95730" y="91709"/>
                  </a:cubicBezTo>
                  <a:cubicBezTo>
                    <a:pt x="95730" y="90690"/>
                    <a:pt x="97768" y="90690"/>
                    <a:pt x="99806" y="91709"/>
                  </a:cubicBezTo>
                  <a:cubicBezTo>
                    <a:pt x="101845" y="92728"/>
                    <a:pt x="103883" y="92218"/>
                    <a:pt x="103883" y="89670"/>
                  </a:cubicBezTo>
                  <a:cubicBezTo>
                    <a:pt x="103883" y="87122"/>
                    <a:pt x="102864" y="85594"/>
                    <a:pt x="101335" y="86613"/>
                  </a:cubicBezTo>
                  <a:cubicBezTo>
                    <a:pt x="100316" y="87122"/>
                    <a:pt x="98787" y="87122"/>
                    <a:pt x="99297" y="85594"/>
                  </a:cubicBezTo>
                  <a:cubicBezTo>
                    <a:pt x="99297" y="81517"/>
                    <a:pt x="110508" y="61643"/>
                    <a:pt x="112036" y="62662"/>
                  </a:cubicBezTo>
                  <a:cubicBezTo>
                    <a:pt x="113056" y="63172"/>
                    <a:pt x="113565" y="61134"/>
                    <a:pt x="113565" y="58076"/>
                  </a:cubicBezTo>
                  <a:cubicBezTo>
                    <a:pt x="114075" y="55018"/>
                    <a:pt x="115603" y="53490"/>
                    <a:pt x="117132" y="53490"/>
                  </a:cubicBezTo>
                  <a:cubicBezTo>
                    <a:pt x="119680" y="53999"/>
                    <a:pt x="124266" y="47375"/>
                    <a:pt x="128853" y="35145"/>
                  </a:cubicBezTo>
                  <a:cubicBezTo>
                    <a:pt x="130891" y="29539"/>
                    <a:pt x="130891" y="29029"/>
                    <a:pt x="126814" y="33616"/>
                  </a:cubicBezTo>
                  <a:cubicBezTo>
                    <a:pt x="124776" y="36164"/>
                    <a:pt x="122228" y="37183"/>
                    <a:pt x="122228" y="36673"/>
                  </a:cubicBezTo>
                  <a:cubicBezTo>
                    <a:pt x="122738" y="33106"/>
                    <a:pt x="129872" y="22914"/>
                    <a:pt x="131910" y="22914"/>
                  </a:cubicBezTo>
                  <a:cubicBezTo>
                    <a:pt x="132929" y="23424"/>
                    <a:pt x="132929" y="21895"/>
                    <a:pt x="132929" y="19347"/>
                  </a:cubicBezTo>
                  <a:cubicBezTo>
                    <a:pt x="132929" y="16290"/>
                    <a:pt x="132929" y="15780"/>
                    <a:pt x="135477" y="17309"/>
                  </a:cubicBezTo>
                  <a:cubicBezTo>
                    <a:pt x="138535" y="18838"/>
                    <a:pt x="139044" y="17819"/>
                    <a:pt x="140064" y="15271"/>
                  </a:cubicBezTo>
                  <a:cubicBezTo>
                    <a:pt x="141083" y="12723"/>
                    <a:pt x="139554" y="11704"/>
                    <a:pt x="137516" y="12723"/>
                  </a:cubicBezTo>
                  <a:cubicBezTo>
                    <a:pt x="134968" y="13742"/>
                    <a:pt x="135477" y="12723"/>
                    <a:pt x="136496" y="10175"/>
                  </a:cubicBezTo>
                  <a:cubicBezTo>
                    <a:pt x="137516" y="7627"/>
                    <a:pt x="139044" y="4060"/>
                    <a:pt x="139044" y="2531"/>
                  </a:cubicBezTo>
                  <a:cubicBezTo>
                    <a:pt x="139044" y="1257"/>
                    <a:pt x="139682" y="493"/>
                    <a:pt x="140828" y="1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636BF578-5D2B-0639-8905-9B26043AA51D}"/>
                </a:ext>
              </a:extLst>
            </p:cNvPr>
            <p:cNvSpPr/>
            <p:nvPr/>
          </p:nvSpPr>
          <p:spPr>
            <a:xfrm>
              <a:off x="9175453" y="3035322"/>
              <a:ext cx="42488" cy="79068"/>
            </a:xfrm>
            <a:custGeom>
              <a:avLst/>
              <a:gdLst/>
              <a:ahLst/>
              <a:cxnLst/>
              <a:rect l="l" t="t" r="r" b="b"/>
              <a:pathLst>
                <a:path w="42488" h="79068">
                  <a:moveTo>
                    <a:pt x="39048" y="3"/>
                  </a:moveTo>
                  <a:cubicBezTo>
                    <a:pt x="40959" y="-61"/>
                    <a:pt x="42488" y="1086"/>
                    <a:pt x="42488" y="3634"/>
                  </a:cubicBezTo>
                  <a:cubicBezTo>
                    <a:pt x="41978" y="5672"/>
                    <a:pt x="40959" y="7710"/>
                    <a:pt x="39940" y="8220"/>
                  </a:cubicBezTo>
                  <a:cubicBezTo>
                    <a:pt x="36882" y="9749"/>
                    <a:pt x="20066" y="51535"/>
                    <a:pt x="7326" y="76505"/>
                  </a:cubicBezTo>
                  <a:cubicBezTo>
                    <a:pt x="5797" y="79562"/>
                    <a:pt x="2230" y="80072"/>
                    <a:pt x="192" y="77014"/>
                  </a:cubicBezTo>
                  <a:cubicBezTo>
                    <a:pt x="-318" y="76505"/>
                    <a:pt x="192" y="72938"/>
                    <a:pt x="1721" y="69880"/>
                  </a:cubicBezTo>
                  <a:cubicBezTo>
                    <a:pt x="3759" y="66823"/>
                    <a:pt x="4269" y="63765"/>
                    <a:pt x="3249" y="63765"/>
                  </a:cubicBezTo>
                  <a:cubicBezTo>
                    <a:pt x="2740" y="63765"/>
                    <a:pt x="4269" y="61217"/>
                    <a:pt x="6816" y="58160"/>
                  </a:cubicBezTo>
                  <a:cubicBezTo>
                    <a:pt x="9364" y="55102"/>
                    <a:pt x="11912" y="50516"/>
                    <a:pt x="11912" y="48477"/>
                  </a:cubicBezTo>
                  <a:cubicBezTo>
                    <a:pt x="12422" y="42362"/>
                    <a:pt x="28219" y="11278"/>
                    <a:pt x="33315" y="3634"/>
                  </a:cubicBezTo>
                  <a:cubicBezTo>
                    <a:pt x="34844" y="1341"/>
                    <a:pt x="37137" y="67"/>
                    <a:pt x="39048"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AC3A22FD-0AC8-5FB8-1EB2-C770F50AE8C8}"/>
                </a:ext>
              </a:extLst>
            </p:cNvPr>
            <p:cNvSpPr/>
            <p:nvPr/>
          </p:nvSpPr>
          <p:spPr>
            <a:xfrm>
              <a:off x="9254530" y="3042523"/>
              <a:ext cx="5706" cy="6439"/>
            </a:xfrm>
            <a:custGeom>
              <a:avLst/>
              <a:gdLst/>
              <a:ahLst/>
              <a:cxnLst/>
              <a:rect l="l" t="t" r="r" b="b"/>
              <a:pathLst>
                <a:path w="5706" h="6439">
                  <a:moveTo>
                    <a:pt x="3158" y="0"/>
                  </a:moveTo>
                  <a:cubicBezTo>
                    <a:pt x="4687" y="0"/>
                    <a:pt x="5706" y="1529"/>
                    <a:pt x="5706" y="2548"/>
                  </a:cubicBezTo>
                  <a:cubicBezTo>
                    <a:pt x="5197" y="4077"/>
                    <a:pt x="4178" y="5096"/>
                    <a:pt x="2649" y="6115"/>
                  </a:cubicBezTo>
                  <a:cubicBezTo>
                    <a:pt x="1120" y="7134"/>
                    <a:pt x="-409" y="5605"/>
                    <a:pt x="101" y="3567"/>
                  </a:cubicBezTo>
                  <a:cubicBezTo>
                    <a:pt x="1120" y="1019"/>
                    <a:pt x="1630" y="0"/>
                    <a:pt x="315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6BC9F57D-E446-EC8F-8E41-6E7A1551635A}"/>
                </a:ext>
              </a:extLst>
            </p:cNvPr>
            <p:cNvSpPr/>
            <p:nvPr/>
          </p:nvSpPr>
          <p:spPr>
            <a:xfrm>
              <a:off x="9218961" y="3114375"/>
              <a:ext cx="4277" cy="4586"/>
            </a:xfrm>
            <a:custGeom>
              <a:avLst/>
              <a:gdLst/>
              <a:ahLst/>
              <a:cxnLst/>
              <a:rect l="l" t="t" r="r" b="b"/>
              <a:pathLst>
                <a:path w="4277" h="4586">
                  <a:moveTo>
                    <a:pt x="3057" y="0"/>
                  </a:moveTo>
                  <a:cubicBezTo>
                    <a:pt x="4586" y="0"/>
                    <a:pt x="4586" y="1019"/>
                    <a:pt x="3567" y="2548"/>
                  </a:cubicBezTo>
                  <a:cubicBezTo>
                    <a:pt x="2548" y="4076"/>
                    <a:pt x="1528" y="4586"/>
                    <a:pt x="1019" y="4586"/>
                  </a:cubicBezTo>
                  <a:cubicBezTo>
                    <a:pt x="0" y="4586"/>
                    <a:pt x="0" y="3567"/>
                    <a:pt x="0" y="2038"/>
                  </a:cubicBezTo>
                  <a:cubicBezTo>
                    <a:pt x="0" y="509"/>
                    <a:pt x="1528" y="0"/>
                    <a:pt x="305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6FCA1653-C9FC-0780-F482-50B2AB25A340}"/>
                </a:ext>
              </a:extLst>
            </p:cNvPr>
            <p:cNvSpPr/>
            <p:nvPr/>
          </p:nvSpPr>
          <p:spPr>
            <a:xfrm>
              <a:off x="9069142" y="3125831"/>
              <a:ext cx="104737" cy="259501"/>
            </a:xfrm>
            <a:custGeom>
              <a:avLst/>
              <a:gdLst/>
              <a:ahLst/>
              <a:cxnLst/>
              <a:rect l="l" t="t" r="r" b="b"/>
              <a:pathLst>
                <a:path w="104737" h="259501">
                  <a:moveTo>
                    <a:pt x="104529" y="73"/>
                  </a:moveTo>
                  <a:cubicBezTo>
                    <a:pt x="105103" y="392"/>
                    <a:pt x="104465" y="1793"/>
                    <a:pt x="102937" y="4850"/>
                  </a:cubicBezTo>
                  <a:cubicBezTo>
                    <a:pt x="96312" y="18609"/>
                    <a:pt x="89687" y="32368"/>
                    <a:pt x="84082" y="46127"/>
                  </a:cubicBezTo>
                  <a:cubicBezTo>
                    <a:pt x="78986" y="58867"/>
                    <a:pt x="71852" y="72626"/>
                    <a:pt x="69813" y="76702"/>
                  </a:cubicBezTo>
                  <a:cubicBezTo>
                    <a:pt x="67775" y="80779"/>
                    <a:pt x="64718" y="87913"/>
                    <a:pt x="63189" y="92500"/>
                  </a:cubicBezTo>
                  <a:cubicBezTo>
                    <a:pt x="61660" y="97086"/>
                    <a:pt x="59622" y="101162"/>
                    <a:pt x="58603" y="102691"/>
                  </a:cubicBezTo>
                  <a:cubicBezTo>
                    <a:pt x="57583" y="104220"/>
                    <a:pt x="55035" y="109316"/>
                    <a:pt x="53507" y="114921"/>
                  </a:cubicBezTo>
                  <a:cubicBezTo>
                    <a:pt x="51468" y="123075"/>
                    <a:pt x="38219" y="154669"/>
                    <a:pt x="27008" y="180149"/>
                  </a:cubicBezTo>
                  <a:cubicBezTo>
                    <a:pt x="25479" y="183716"/>
                    <a:pt x="21403" y="193907"/>
                    <a:pt x="19364" y="202061"/>
                  </a:cubicBezTo>
                  <a:cubicBezTo>
                    <a:pt x="17326" y="210214"/>
                    <a:pt x="13759" y="220406"/>
                    <a:pt x="11721" y="224992"/>
                  </a:cubicBezTo>
                  <a:cubicBezTo>
                    <a:pt x="9682" y="229579"/>
                    <a:pt x="7134" y="238751"/>
                    <a:pt x="5096" y="245885"/>
                  </a:cubicBezTo>
                  <a:cubicBezTo>
                    <a:pt x="2038" y="257096"/>
                    <a:pt x="0" y="262702"/>
                    <a:pt x="0" y="257606"/>
                  </a:cubicBezTo>
                  <a:cubicBezTo>
                    <a:pt x="0" y="246905"/>
                    <a:pt x="5096" y="226011"/>
                    <a:pt x="10701" y="210214"/>
                  </a:cubicBezTo>
                  <a:cubicBezTo>
                    <a:pt x="14269" y="200022"/>
                    <a:pt x="16816" y="190850"/>
                    <a:pt x="16307" y="189321"/>
                  </a:cubicBezTo>
                  <a:cubicBezTo>
                    <a:pt x="15797" y="188302"/>
                    <a:pt x="16816" y="186264"/>
                    <a:pt x="18345" y="184735"/>
                  </a:cubicBezTo>
                  <a:cubicBezTo>
                    <a:pt x="20384" y="182697"/>
                    <a:pt x="21912" y="177601"/>
                    <a:pt x="23441" y="173014"/>
                  </a:cubicBezTo>
                  <a:cubicBezTo>
                    <a:pt x="27008" y="161803"/>
                    <a:pt x="30575" y="150592"/>
                    <a:pt x="33123" y="148045"/>
                  </a:cubicBezTo>
                  <a:cubicBezTo>
                    <a:pt x="34142" y="147025"/>
                    <a:pt x="36181" y="140401"/>
                    <a:pt x="38219" y="134795"/>
                  </a:cubicBezTo>
                  <a:cubicBezTo>
                    <a:pt x="40257" y="128680"/>
                    <a:pt x="42296" y="122056"/>
                    <a:pt x="43825" y="121036"/>
                  </a:cubicBezTo>
                  <a:cubicBezTo>
                    <a:pt x="45863" y="120017"/>
                    <a:pt x="47392" y="116450"/>
                    <a:pt x="47901" y="113902"/>
                  </a:cubicBezTo>
                  <a:cubicBezTo>
                    <a:pt x="47901" y="111354"/>
                    <a:pt x="50449" y="108297"/>
                    <a:pt x="51468" y="106258"/>
                  </a:cubicBezTo>
                  <a:cubicBezTo>
                    <a:pt x="52488" y="104730"/>
                    <a:pt x="52488" y="102182"/>
                    <a:pt x="51978" y="100143"/>
                  </a:cubicBezTo>
                  <a:cubicBezTo>
                    <a:pt x="51468" y="98615"/>
                    <a:pt x="52997" y="96067"/>
                    <a:pt x="55545" y="94538"/>
                  </a:cubicBezTo>
                  <a:cubicBezTo>
                    <a:pt x="58603" y="93009"/>
                    <a:pt x="59622" y="91480"/>
                    <a:pt x="58093" y="91480"/>
                  </a:cubicBezTo>
                  <a:cubicBezTo>
                    <a:pt x="54526" y="91480"/>
                    <a:pt x="57074" y="85365"/>
                    <a:pt x="63699" y="71606"/>
                  </a:cubicBezTo>
                  <a:cubicBezTo>
                    <a:pt x="65227" y="69568"/>
                    <a:pt x="65737" y="67530"/>
                    <a:pt x="65737" y="66511"/>
                  </a:cubicBezTo>
                  <a:cubicBezTo>
                    <a:pt x="65737" y="64982"/>
                    <a:pt x="66246" y="64472"/>
                    <a:pt x="67775" y="64472"/>
                  </a:cubicBezTo>
                  <a:cubicBezTo>
                    <a:pt x="68794" y="64982"/>
                    <a:pt x="69813" y="63453"/>
                    <a:pt x="69813" y="61924"/>
                  </a:cubicBezTo>
                  <a:cubicBezTo>
                    <a:pt x="70323" y="56319"/>
                    <a:pt x="76438" y="40522"/>
                    <a:pt x="77967" y="40522"/>
                  </a:cubicBezTo>
                  <a:cubicBezTo>
                    <a:pt x="78986" y="40522"/>
                    <a:pt x="80005" y="37974"/>
                    <a:pt x="81024" y="33897"/>
                  </a:cubicBezTo>
                  <a:cubicBezTo>
                    <a:pt x="82044" y="30330"/>
                    <a:pt x="83572" y="25234"/>
                    <a:pt x="86630" y="22176"/>
                  </a:cubicBezTo>
                  <a:cubicBezTo>
                    <a:pt x="89687" y="19119"/>
                    <a:pt x="91726" y="14023"/>
                    <a:pt x="91726" y="10966"/>
                  </a:cubicBezTo>
                  <a:cubicBezTo>
                    <a:pt x="91726" y="6889"/>
                    <a:pt x="94783" y="3322"/>
                    <a:pt x="98860" y="1793"/>
                  </a:cubicBezTo>
                  <a:cubicBezTo>
                    <a:pt x="102172" y="519"/>
                    <a:pt x="103956" y="-245"/>
                    <a:pt x="104529" y="7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AF63CC88-FCC8-B313-042D-37EE200429EE}"/>
                </a:ext>
              </a:extLst>
            </p:cNvPr>
            <p:cNvSpPr/>
            <p:nvPr/>
          </p:nvSpPr>
          <p:spPr>
            <a:xfrm>
              <a:off x="9695916" y="3188774"/>
              <a:ext cx="16915" cy="14778"/>
            </a:xfrm>
            <a:custGeom>
              <a:avLst/>
              <a:gdLst/>
              <a:ahLst/>
              <a:cxnLst/>
              <a:rect l="l" t="t" r="r" b="b"/>
              <a:pathLst>
                <a:path w="16915" h="14778">
                  <a:moveTo>
                    <a:pt x="16689" y="0"/>
                  </a:moveTo>
                  <a:cubicBezTo>
                    <a:pt x="16816" y="0"/>
                    <a:pt x="16816" y="510"/>
                    <a:pt x="16816" y="1529"/>
                  </a:cubicBezTo>
                  <a:cubicBezTo>
                    <a:pt x="17325" y="3058"/>
                    <a:pt x="15797" y="5096"/>
                    <a:pt x="14268" y="6115"/>
                  </a:cubicBezTo>
                  <a:cubicBezTo>
                    <a:pt x="12739" y="7135"/>
                    <a:pt x="8663" y="9173"/>
                    <a:pt x="5605" y="11211"/>
                  </a:cubicBezTo>
                  <a:lnTo>
                    <a:pt x="0" y="14778"/>
                  </a:lnTo>
                  <a:lnTo>
                    <a:pt x="5095" y="9683"/>
                  </a:lnTo>
                  <a:cubicBezTo>
                    <a:pt x="8153" y="6625"/>
                    <a:pt x="11211" y="4587"/>
                    <a:pt x="12230" y="4587"/>
                  </a:cubicBezTo>
                  <a:cubicBezTo>
                    <a:pt x="13759" y="4587"/>
                    <a:pt x="14778" y="3568"/>
                    <a:pt x="15797" y="1529"/>
                  </a:cubicBezTo>
                  <a:cubicBezTo>
                    <a:pt x="16306" y="510"/>
                    <a:pt x="16561" y="0"/>
                    <a:pt x="1668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AE62EF17-FD32-B6CB-824D-C290FBBD255B}"/>
                </a:ext>
              </a:extLst>
            </p:cNvPr>
            <p:cNvSpPr/>
            <p:nvPr/>
          </p:nvSpPr>
          <p:spPr>
            <a:xfrm>
              <a:off x="9175900" y="3197947"/>
              <a:ext cx="6115" cy="14778"/>
            </a:xfrm>
            <a:custGeom>
              <a:avLst/>
              <a:gdLst/>
              <a:ahLst/>
              <a:cxnLst/>
              <a:rect l="l" t="t" r="r" b="b"/>
              <a:pathLst>
                <a:path w="6115" h="14778">
                  <a:moveTo>
                    <a:pt x="5351" y="0"/>
                  </a:moveTo>
                  <a:cubicBezTo>
                    <a:pt x="6370" y="510"/>
                    <a:pt x="6370" y="3567"/>
                    <a:pt x="5351" y="7644"/>
                  </a:cubicBezTo>
                  <a:cubicBezTo>
                    <a:pt x="4332" y="11721"/>
                    <a:pt x="2294" y="14778"/>
                    <a:pt x="765" y="14778"/>
                  </a:cubicBezTo>
                  <a:cubicBezTo>
                    <a:pt x="-254" y="14778"/>
                    <a:pt x="-254" y="12230"/>
                    <a:pt x="765" y="9173"/>
                  </a:cubicBezTo>
                  <a:lnTo>
                    <a:pt x="3313" y="1529"/>
                  </a:lnTo>
                  <a:cubicBezTo>
                    <a:pt x="3313" y="510"/>
                    <a:pt x="4332" y="0"/>
                    <a:pt x="53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F9D3E438-EFE1-E728-ED1E-D48637D2730A}"/>
                </a:ext>
              </a:extLst>
            </p:cNvPr>
            <p:cNvSpPr/>
            <p:nvPr/>
          </p:nvSpPr>
          <p:spPr>
            <a:xfrm>
              <a:off x="9662776" y="3219158"/>
              <a:ext cx="8531" cy="3825"/>
            </a:xfrm>
            <a:custGeom>
              <a:avLst/>
              <a:gdLst/>
              <a:ahLst/>
              <a:cxnLst/>
              <a:rect l="l" t="t" r="r" b="b"/>
              <a:pathLst>
                <a:path w="8531" h="3825">
                  <a:moveTo>
                    <a:pt x="6131" y="192"/>
                  </a:moveTo>
                  <a:cubicBezTo>
                    <a:pt x="7151" y="-63"/>
                    <a:pt x="7915" y="-63"/>
                    <a:pt x="8170" y="192"/>
                  </a:cubicBezTo>
                  <a:cubicBezTo>
                    <a:pt x="9699" y="1720"/>
                    <a:pt x="6131" y="4268"/>
                    <a:pt x="2055" y="3759"/>
                  </a:cubicBezTo>
                  <a:cubicBezTo>
                    <a:pt x="-1003" y="3759"/>
                    <a:pt x="-493" y="3249"/>
                    <a:pt x="2564" y="1720"/>
                  </a:cubicBezTo>
                  <a:cubicBezTo>
                    <a:pt x="3838" y="956"/>
                    <a:pt x="5112" y="446"/>
                    <a:pt x="6131" y="1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2A1E7786-46FE-54EF-22A2-FD0431A83068}"/>
                </a:ext>
              </a:extLst>
            </p:cNvPr>
            <p:cNvSpPr/>
            <p:nvPr/>
          </p:nvSpPr>
          <p:spPr>
            <a:xfrm>
              <a:off x="9631383" y="3241626"/>
              <a:ext cx="6955" cy="5262"/>
            </a:xfrm>
            <a:custGeom>
              <a:avLst/>
              <a:gdLst/>
              <a:ahLst/>
              <a:cxnLst/>
              <a:rect l="l" t="t" r="r" b="b"/>
              <a:pathLst>
                <a:path w="6955" h="5262">
                  <a:moveTo>
                    <a:pt x="6886" y="146"/>
                  </a:moveTo>
                  <a:cubicBezTo>
                    <a:pt x="7204" y="528"/>
                    <a:pt x="6440" y="1674"/>
                    <a:pt x="4401" y="3713"/>
                  </a:cubicBezTo>
                  <a:cubicBezTo>
                    <a:pt x="2872" y="5241"/>
                    <a:pt x="1344" y="5751"/>
                    <a:pt x="325" y="4732"/>
                  </a:cubicBezTo>
                  <a:cubicBezTo>
                    <a:pt x="-694" y="3713"/>
                    <a:pt x="834" y="2184"/>
                    <a:pt x="2872" y="1165"/>
                  </a:cubicBezTo>
                  <a:cubicBezTo>
                    <a:pt x="5166" y="146"/>
                    <a:pt x="6567" y="-237"/>
                    <a:pt x="6886" y="1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7" name="Freeform 46">
              <a:extLst>
                <a:ext uri="{FF2B5EF4-FFF2-40B4-BE49-F238E27FC236}">
                  <a16:creationId xmlns:a16="http://schemas.microsoft.com/office/drawing/2014/main" id="{E3B429E2-C749-6DA2-9A88-4F3B8EE43212}"/>
                </a:ext>
              </a:extLst>
            </p:cNvPr>
            <p:cNvSpPr/>
            <p:nvPr/>
          </p:nvSpPr>
          <p:spPr>
            <a:xfrm>
              <a:off x="9079860" y="3368659"/>
              <a:ext cx="5721" cy="13807"/>
            </a:xfrm>
            <a:custGeom>
              <a:avLst/>
              <a:gdLst/>
              <a:ahLst/>
              <a:cxnLst/>
              <a:rect l="l" t="t" r="r" b="b"/>
              <a:pathLst>
                <a:path w="5721" h="13807">
                  <a:moveTo>
                    <a:pt x="3551" y="0"/>
                  </a:moveTo>
                  <a:cubicBezTo>
                    <a:pt x="5079" y="509"/>
                    <a:pt x="6098" y="2038"/>
                    <a:pt x="5589" y="3567"/>
                  </a:cubicBezTo>
                  <a:cubicBezTo>
                    <a:pt x="5589" y="5096"/>
                    <a:pt x="4060" y="8663"/>
                    <a:pt x="2531" y="11211"/>
                  </a:cubicBezTo>
                  <a:cubicBezTo>
                    <a:pt x="-17" y="15287"/>
                    <a:pt x="-526" y="14778"/>
                    <a:pt x="493" y="8153"/>
                  </a:cubicBezTo>
                  <a:cubicBezTo>
                    <a:pt x="1003" y="4077"/>
                    <a:pt x="2531" y="0"/>
                    <a:pt x="35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8" name="Freeform 47">
              <a:extLst>
                <a:ext uri="{FF2B5EF4-FFF2-40B4-BE49-F238E27FC236}">
                  <a16:creationId xmlns:a16="http://schemas.microsoft.com/office/drawing/2014/main" id="{FB8E25E0-2782-52D0-916A-BFDBD73B8874}"/>
                </a:ext>
              </a:extLst>
            </p:cNvPr>
            <p:cNvSpPr/>
            <p:nvPr/>
          </p:nvSpPr>
          <p:spPr>
            <a:xfrm>
              <a:off x="9065952" y="3387415"/>
              <a:ext cx="4851" cy="7331"/>
            </a:xfrm>
            <a:custGeom>
              <a:avLst/>
              <a:gdLst/>
              <a:ahLst/>
              <a:cxnLst/>
              <a:rect l="l" t="t" r="r" b="b"/>
              <a:pathLst>
                <a:path w="4851" h="7331">
                  <a:moveTo>
                    <a:pt x="2681" y="99"/>
                  </a:moveTo>
                  <a:cubicBezTo>
                    <a:pt x="4209" y="99"/>
                    <a:pt x="5228" y="2137"/>
                    <a:pt x="4719" y="4175"/>
                  </a:cubicBezTo>
                  <a:cubicBezTo>
                    <a:pt x="4719" y="6214"/>
                    <a:pt x="3190" y="7742"/>
                    <a:pt x="2171" y="7233"/>
                  </a:cubicBezTo>
                  <a:cubicBezTo>
                    <a:pt x="642" y="7233"/>
                    <a:pt x="-377" y="5704"/>
                    <a:pt x="133" y="3156"/>
                  </a:cubicBezTo>
                  <a:cubicBezTo>
                    <a:pt x="133" y="1118"/>
                    <a:pt x="1661" y="-411"/>
                    <a:pt x="2681" y="9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grpSp>
      <p:sp>
        <p:nvSpPr>
          <p:cNvPr id="49" name="Text Placeholder 10">
            <a:extLst>
              <a:ext uri="{FF2B5EF4-FFF2-40B4-BE49-F238E27FC236}">
                <a16:creationId xmlns:a16="http://schemas.microsoft.com/office/drawing/2014/main" id="{0971B3A0-4BE7-7A96-AE46-F2782CE183B1}"/>
              </a:ext>
            </a:extLst>
          </p:cNvPr>
          <p:cNvSpPr txBox="1">
            <a:spLocks/>
          </p:cNvSpPr>
          <p:nvPr/>
        </p:nvSpPr>
        <p:spPr>
          <a:xfrm>
            <a:off x="2613523" y="4120286"/>
            <a:ext cx="2967684" cy="316875"/>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Montserrat</a:t>
            </a:r>
          </a:p>
        </p:txBody>
      </p:sp>
    </p:spTree>
    <p:extLst>
      <p:ext uri="{BB962C8B-B14F-4D97-AF65-F5344CB8AC3E}">
        <p14:creationId xmlns:p14="http://schemas.microsoft.com/office/powerpoint/2010/main" val="7341597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7" name="Text Placeholder 3">
            <a:extLst>
              <a:ext uri="{FF2B5EF4-FFF2-40B4-BE49-F238E27FC236}">
                <a16:creationId xmlns:a16="http://schemas.microsoft.com/office/drawing/2014/main" id="{E8BDEE73-234A-0F19-8F68-BDBA93C23BE4}"/>
              </a:ext>
            </a:extLst>
          </p:cNvPr>
          <p:cNvSpPr txBox="1">
            <a:spLocks/>
          </p:cNvSpPr>
          <p:nvPr/>
        </p:nvSpPr>
        <p:spPr>
          <a:xfrm>
            <a:off x="729300" y="2367535"/>
            <a:ext cx="4932363" cy="83978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200" b="0" dirty="0">
                <a:solidFill>
                  <a:schemeClr val="accent6"/>
                </a:solidFill>
                <a:latin typeface="Montserrat" pitchFamily="2" charset="77"/>
                <a:cs typeface="Gotham Book" pitchFamily="2" charset="0"/>
              </a:rPr>
              <a:t>The T. Marzetti Brand PowerPoint Template was created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with master slides. The master slides should </a:t>
            </a:r>
            <a:r>
              <a:rPr lang="en-US" sz="1200" b="0" dirty="0">
                <a:solidFill>
                  <a:schemeClr val="accent6"/>
                </a:solidFill>
                <a:latin typeface="Montserrat" pitchFamily="2" charset="77"/>
                <a:cs typeface="Gotham Bold" pitchFamily="2" charset="0"/>
              </a:rPr>
              <a:t>always</a:t>
            </a:r>
            <a:r>
              <a:rPr lang="en-US" sz="1200" b="0" dirty="0">
                <a:solidFill>
                  <a:schemeClr val="accent6"/>
                </a:solidFill>
                <a:latin typeface="Montserrat" pitchFamily="2" charset="77"/>
                <a:cs typeface="Gotham Book" pitchFamily="2" charset="0"/>
              </a:rPr>
              <a:t> be used whenever possible. In the rare case you need to create a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new slide, be sure to keep formats consistent with guidelines.</a:t>
            </a:r>
          </a:p>
        </p:txBody>
      </p:sp>
      <p:sp>
        <p:nvSpPr>
          <p:cNvPr id="78" name="Text Placeholder 2">
            <a:extLst>
              <a:ext uri="{FF2B5EF4-FFF2-40B4-BE49-F238E27FC236}">
                <a16:creationId xmlns:a16="http://schemas.microsoft.com/office/drawing/2014/main" id="{86E25E3F-145F-6B2A-DFD7-11F26925903B}"/>
              </a:ext>
            </a:extLst>
          </p:cNvPr>
          <p:cNvSpPr txBox="1">
            <a:spLocks/>
          </p:cNvSpPr>
          <p:nvPr/>
        </p:nvSpPr>
        <p:spPr>
          <a:xfrm>
            <a:off x="748986" y="4170737"/>
            <a:ext cx="4948835" cy="1025525"/>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80"/>
              </a:lnSpc>
            </a:pPr>
            <a:r>
              <a:rPr lang="en-US" sz="1200" dirty="0">
                <a:latin typeface="Montserrat" pitchFamily="2" charset="77"/>
                <a:cs typeface="Gotham Bold" pitchFamily="2" charset="0"/>
              </a:rPr>
              <a:t>TIP</a:t>
            </a:r>
            <a:r>
              <a:rPr lang="en-US" sz="1200" b="0" dirty="0">
                <a:latin typeface="Montserrat" pitchFamily="2" charset="77"/>
                <a:cs typeface="Gotham Book" pitchFamily="2" charset="0"/>
              </a:rPr>
              <a:t>: </a:t>
            </a:r>
            <a:r>
              <a:rPr lang="en-US" sz="1200" b="0" dirty="0">
                <a:solidFill>
                  <a:schemeClr val="accent6"/>
                </a:solidFill>
                <a:latin typeface="Montserrat" pitchFamily="2" charset="77"/>
                <a:cs typeface="Gotham Book" pitchFamily="2" charset="0"/>
              </a:rPr>
              <a:t>If you need to cut copy from an existing presentation and paste into this new template, be sure to use </a:t>
            </a:r>
            <a:r>
              <a:rPr lang="en-US" sz="1200" dirty="0">
                <a:latin typeface="Montserrat" pitchFamily="2" charset="77"/>
                <a:cs typeface="Gotham Bold" pitchFamily="2" charset="0"/>
              </a:rPr>
              <a:t>“Paste Special” </a:t>
            </a:r>
            <a:r>
              <a:rPr lang="en-US" sz="1200" b="0" dirty="0">
                <a:solidFill>
                  <a:schemeClr val="accent6"/>
                </a:solidFill>
                <a:latin typeface="Montserrat" pitchFamily="2" charset="77"/>
                <a:cs typeface="Gotham Book" pitchFamily="2" charset="0"/>
              </a:rPr>
              <a:t>under the Clipboard section to ensure the copy formatting is remains consistent.</a:t>
            </a:r>
          </a:p>
        </p:txBody>
      </p:sp>
      <p:sp>
        <p:nvSpPr>
          <p:cNvPr id="82" name="Text Placeholder 6">
            <a:extLst>
              <a:ext uri="{FF2B5EF4-FFF2-40B4-BE49-F238E27FC236}">
                <a16:creationId xmlns:a16="http://schemas.microsoft.com/office/drawing/2014/main" id="{57E72D7F-0518-C3E1-3018-F1712DFCF089}"/>
              </a:ext>
            </a:extLst>
          </p:cNvPr>
          <p:cNvSpPr txBox="1">
            <a:spLocks/>
          </p:cNvSpPr>
          <p:nvPr/>
        </p:nvSpPr>
        <p:spPr>
          <a:xfrm>
            <a:off x="6679292" y="5558313"/>
            <a:ext cx="3145189" cy="528476"/>
          </a:xfrm>
          <a:prstGeom prst="rect">
            <a:avLst/>
          </a:prstGeom>
        </p:spPr>
        <p:txBody>
          <a:bodyPr/>
          <a:lstStyle>
            <a:lvl1pPr marL="171450" indent="-171450" algn="l" defTabSz="914400" rtl="0" eaLnBrk="1" latinLnBrk="0" hangingPunct="1">
              <a:lnSpc>
                <a:spcPct val="90000"/>
              </a:lnSpc>
              <a:spcBef>
                <a:spcPts val="1000"/>
              </a:spcBef>
              <a:buFont typeface="Arial" panose="020B0604020202020204" pitchFamily="34" charset="0"/>
              <a:buChar char="•"/>
              <a:defRPr sz="1100" kern="1200">
                <a:solidFill>
                  <a:schemeClr val="accent3"/>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900" dirty="0">
                <a:solidFill>
                  <a:schemeClr val="accent6"/>
                </a:solidFill>
              </a:rPr>
              <a:t>Select Paste Special to match formatting</a:t>
            </a:r>
          </a:p>
        </p:txBody>
      </p:sp>
      <p:sp>
        <p:nvSpPr>
          <p:cNvPr id="84" name="Text Placeholder 10">
            <a:extLst>
              <a:ext uri="{FF2B5EF4-FFF2-40B4-BE49-F238E27FC236}">
                <a16:creationId xmlns:a16="http://schemas.microsoft.com/office/drawing/2014/main" id="{F46DF3E9-1609-08A6-7A48-9ABE8DCF9983}"/>
              </a:ext>
            </a:extLst>
          </p:cNvPr>
          <p:cNvSpPr txBox="1">
            <a:spLocks/>
          </p:cNvSpPr>
          <p:nvPr/>
        </p:nvSpPr>
        <p:spPr>
          <a:xfrm>
            <a:off x="707757" y="1181520"/>
            <a:ext cx="6410843" cy="838518"/>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PowerPoint Theme </a:t>
            </a:r>
            <a:br>
              <a:rPr lang="en-US" sz="3600" dirty="0">
                <a:solidFill>
                  <a:schemeClr val="bg1"/>
                </a:solidFill>
                <a:latin typeface="Montserrat ExtraBold" pitchFamily="2" charset="77"/>
                <a:cs typeface="Gotham Black" pitchFamily="2" charset="0"/>
              </a:rPr>
            </a:br>
            <a:r>
              <a:rPr lang="en-US" sz="3600" dirty="0">
                <a:solidFill>
                  <a:schemeClr val="bg1"/>
                </a:solidFill>
                <a:latin typeface="Montserrat ExtraBold" pitchFamily="2" charset="77"/>
                <a:cs typeface="Gotham Black" pitchFamily="2" charset="0"/>
              </a:rPr>
              <a:t>and Brand Guidelines</a:t>
            </a:r>
          </a:p>
        </p:txBody>
      </p:sp>
      <p:grpSp>
        <p:nvGrpSpPr>
          <p:cNvPr id="133" name="Group 132">
            <a:extLst>
              <a:ext uri="{FF2B5EF4-FFF2-40B4-BE49-F238E27FC236}">
                <a16:creationId xmlns:a16="http://schemas.microsoft.com/office/drawing/2014/main" id="{589E858D-5735-E1C5-D951-3E261F82CC67}"/>
              </a:ext>
            </a:extLst>
          </p:cNvPr>
          <p:cNvGrpSpPr/>
          <p:nvPr/>
        </p:nvGrpSpPr>
        <p:grpSpPr>
          <a:xfrm>
            <a:off x="5944019" y="2280127"/>
            <a:ext cx="274830" cy="3051166"/>
            <a:chOff x="10807083" y="1064744"/>
            <a:chExt cx="209441" cy="2325217"/>
          </a:xfrm>
        </p:grpSpPr>
        <p:sp>
          <p:nvSpPr>
            <p:cNvPr id="134" name="Graphic 12">
              <a:extLst>
                <a:ext uri="{FF2B5EF4-FFF2-40B4-BE49-F238E27FC236}">
                  <a16:creationId xmlns:a16="http://schemas.microsoft.com/office/drawing/2014/main" id="{FAA88F0A-3448-1998-6327-20AA7B6C46B3}"/>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dirty="0">
                <a:latin typeface="Montserrat" pitchFamily="2" charset="77"/>
              </a:endParaRPr>
            </a:p>
          </p:txBody>
        </p:sp>
        <p:grpSp>
          <p:nvGrpSpPr>
            <p:cNvPr id="135" name="Group 134">
              <a:extLst>
                <a:ext uri="{FF2B5EF4-FFF2-40B4-BE49-F238E27FC236}">
                  <a16:creationId xmlns:a16="http://schemas.microsoft.com/office/drawing/2014/main" id="{88BDF2A0-3370-F5FF-EDDD-9A568C6F5EE7}"/>
                </a:ext>
              </a:extLst>
            </p:cNvPr>
            <p:cNvGrpSpPr/>
            <p:nvPr/>
          </p:nvGrpSpPr>
          <p:grpSpPr>
            <a:xfrm rot="16200000">
              <a:off x="9746971" y="2227352"/>
              <a:ext cx="2325217" cy="1"/>
              <a:chOff x="8698176" y="1591742"/>
              <a:chExt cx="2325217" cy="1"/>
            </a:xfrm>
          </p:grpSpPr>
          <p:cxnSp>
            <p:nvCxnSpPr>
              <p:cNvPr id="136" name="Straight Connector 135">
                <a:extLst>
                  <a:ext uri="{FF2B5EF4-FFF2-40B4-BE49-F238E27FC236}">
                    <a16:creationId xmlns:a16="http://schemas.microsoft.com/office/drawing/2014/main" id="{BC1D46FB-2811-76F6-017F-A0E1522BA0BC}"/>
                  </a:ext>
                </a:extLst>
              </p:cNvPr>
              <p:cNvCxnSpPr>
                <a:cxnSpLocks/>
              </p:cNvCxnSpPr>
              <p:nvPr userDrawn="1"/>
            </p:nvCxnSpPr>
            <p:spPr>
              <a:xfrm rot="5400000" flipV="1">
                <a:off x="10544007" y="1112355"/>
                <a:ext cx="0" cy="958773"/>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86D3423B-BD4F-DA27-BE7C-EC19E559337F}"/>
                  </a:ext>
                </a:extLst>
              </p:cNvPr>
              <p:cNvCxnSpPr>
                <a:cxnSpLocks/>
              </p:cNvCxnSpPr>
              <p:nvPr userDrawn="1"/>
            </p:nvCxnSpPr>
            <p:spPr>
              <a:xfrm rot="5400000" flipV="1">
                <a:off x="9226894" y="1063025"/>
                <a:ext cx="0" cy="105743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grpSp>
      <p:sp>
        <p:nvSpPr>
          <p:cNvPr id="139" name="Text Placeholder 3">
            <a:extLst>
              <a:ext uri="{FF2B5EF4-FFF2-40B4-BE49-F238E27FC236}">
                <a16:creationId xmlns:a16="http://schemas.microsoft.com/office/drawing/2014/main" id="{1DCBFAE9-81D6-6BA1-E376-80ED09D19AF8}"/>
              </a:ext>
            </a:extLst>
          </p:cNvPr>
          <p:cNvSpPr txBox="1">
            <a:spLocks/>
          </p:cNvSpPr>
          <p:nvPr/>
        </p:nvSpPr>
        <p:spPr>
          <a:xfrm>
            <a:off x="729939" y="3386451"/>
            <a:ext cx="5150551" cy="83851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200" dirty="0">
                <a:latin typeface="Montserrat" pitchFamily="2" charset="77"/>
                <a:cs typeface="Gotham Bold" pitchFamily="2" charset="0"/>
              </a:rPr>
              <a:t>NOTE</a:t>
            </a:r>
            <a:r>
              <a:rPr lang="en-US" sz="1200" b="0" dirty="0">
                <a:solidFill>
                  <a:schemeClr val="accent6"/>
                </a:solidFill>
                <a:latin typeface="Montserrat" pitchFamily="2" charset="77"/>
                <a:cs typeface="Gotham Book" pitchFamily="2" charset="0"/>
              </a:rPr>
              <a:t>: Never make changes to the master slides unless you are wanting to make a permanent change. All slides that use the current master slide will update to whatever changes you make.</a:t>
            </a:r>
          </a:p>
        </p:txBody>
      </p:sp>
      <p:sp>
        <p:nvSpPr>
          <p:cNvPr id="141" name="Text Placeholder 6">
            <a:extLst>
              <a:ext uri="{FF2B5EF4-FFF2-40B4-BE49-F238E27FC236}">
                <a16:creationId xmlns:a16="http://schemas.microsoft.com/office/drawing/2014/main" id="{EFA46B22-DAC9-20ED-CD0B-0F7D77EEED84}"/>
              </a:ext>
            </a:extLst>
          </p:cNvPr>
          <p:cNvSpPr txBox="1">
            <a:spLocks/>
          </p:cNvSpPr>
          <p:nvPr/>
        </p:nvSpPr>
        <p:spPr>
          <a:xfrm>
            <a:off x="6679292" y="3122240"/>
            <a:ext cx="3926682" cy="403820"/>
          </a:xfrm>
          <a:prstGeom prst="rect">
            <a:avLst/>
          </a:prstGeom>
        </p:spPr>
        <p:txBody>
          <a:bodyPr/>
          <a:lstStyle>
            <a:lvl1pPr marL="171450" indent="-171450" algn="l" defTabSz="914400" rtl="0" eaLnBrk="1" latinLnBrk="0" hangingPunct="1">
              <a:lnSpc>
                <a:spcPct val="90000"/>
              </a:lnSpc>
              <a:spcBef>
                <a:spcPts val="1000"/>
              </a:spcBef>
              <a:buFont typeface="Arial" panose="020B0604020202020204" pitchFamily="34" charset="0"/>
              <a:buChar char="•"/>
              <a:defRPr sz="1100" kern="1200">
                <a:solidFill>
                  <a:schemeClr val="accent3"/>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accent3"/>
                </a:solidFill>
                <a:latin typeface="Montserra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900" dirty="0">
                <a:solidFill>
                  <a:schemeClr val="accent6"/>
                </a:solidFill>
              </a:rPr>
              <a:t>Access Master slides by going under your view menu and select Slide Master from the Master Views section</a:t>
            </a:r>
          </a:p>
        </p:txBody>
      </p:sp>
      <p:sp>
        <p:nvSpPr>
          <p:cNvPr id="142" name="Slide Number Placeholder 4">
            <a:extLst>
              <a:ext uri="{FF2B5EF4-FFF2-40B4-BE49-F238E27FC236}">
                <a16:creationId xmlns:a16="http://schemas.microsoft.com/office/drawing/2014/main" id="{63EA248F-462D-BC37-2A11-60AEF269943C}"/>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3</a:t>
            </a:fld>
            <a:endParaRPr lang="en-US" dirty="0"/>
          </a:p>
        </p:txBody>
      </p:sp>
      <p:pic>
        <p:nvPicPr>
          <p:cNvPr id="5" name="Picture 4">
            <a:extLst>
              <a:ext uri="{FF2B5EF4-FFF2-40B4-BE49-F238E27FC236}">
                <a16:creationId xmlns:a16="http://schemas.microsoft.com/office/drawing/2014/main" id="{3A010C88-BE38-4DDD-0889-2DD0A24765C1}"/>
              </a:ext>
            </a:extLst>
          </p:cNvPr>
          <p:cNvPicPr>
            <a:picLocks noChangeAspect="1"/>
          </p:cNvPicPr>
          <p:nvPr/>
        </p:nvPicPr>
        <p:blipFill>
          <a:blip r:embed="rId2"/>
          <a:stretch>
            <a:fillRect/>
          </a:stretch>
        </p:blipFill>
        <p:spPr>
          <a:xfrm>
            <a:off x="6649369" y="2129808"/>
            <a:ext cx="4369545" cy="947530"/>
          </a:xfrm>
          <a:prstGeom prst="rect">
            <a:avLst/>
          </a:prstGeom>
        </p:spPr>
      </p:pic>
      <p:pic>
        <p:nvPicPr>
          <p:cNvPr id="7" name="Picture 6">
            <a:extLst>
              <a:ext uri="{FF2B5EF4-FFF2-40B4-BE49-F238E27FC236}">
                <a16:creationId xmlns:a16="http://schemas.microsoft.com/office/drawing/2014/main" id="{10B68261-5BDC-2CB0-25F0-ED7DAA07DE24}"/>
              </a:ext>
            </a:extLst>
          </p:cNvPr>
          <p:cNvPicPr>
            <a:picLocks noChangeAspect="1"/>
          </p:cNvPicPr>
          <p:nvPr/>
        </p:nvPicPr>
        <p:blipFill>
          <a:blip r:embed="rId3"/>
          <a:stretch>
            <a:fillRect/>
          </a:stretch>
        </p:blipFill>
        <p:spPr>
          <a:xfrm>
            <a:off x="6649369" y="3985561"/>
            <a:ext cx="4932364" cy="1529248"/>
          </a:xfrm>
          <a:prstGeom prst="rect">
            <a:avLst/>
          </a:prstGeom>
        </p:spPr>
      </p:pic>
      <p:grpSp>
        <p:nvGrpSpPr>
          <p:cNvPr id="17" name="Graphic 4119">
            <a:extLst>
              <a:ext uri="{FF2B5EF4-FFF2-40B4-BE49-F238E27FC236}">
                <a16:creationId xmlns:a16="http://schemas.microsoft.com/office/drawing/2014/main" id="{9A89D757-60DA-B6C9-7786-717E91CE7040}"/>
              </a:ext>
            </a:extLst>
          </p:cNvPr>
          <p:cNvGrpSpPr/>
          <p:nvPr/>
        </p:nvGrpSpPr>
        <p:grpSpPr>
          <a:xfrm>
            <a:off x="1101197" y="649609"/>
            <a:ext cx="1813299" cy="484838"/>
            <a:chOff x="2178742" y="-1107180"/>
            <a:chExt cx="2171851" cy="580707"/>
          </a:xfrm>
          <a:solidFill>
            <a:schemeClr val="tx1"/>
          </a:solidFill>
        </p:grpSpPr>
        <p:sp>
          <p:nvSpPr>
            <p:cNvPr id="18" name="Freeform 17">
              <a:extLst>
                <a:ext uri="{FF2B5EF4-FFF2-40B4-BE49-F238E27FC236}">
                  <a16:creationId xmlns:a16="http://schemas.microsoft.com/office/drawing/2014/main" id="{5103C824-1C9D-7778-58D2-007B4BA37D99}"/>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0F78DF1E-6955-A3B8-E30A-897DCF76EF3A}"/>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7EDB76AB-4AC9-103F-B273-6B0559F749F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B49857FF-2F1C-CA3B-CC32-816CF763FF5D}"/>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AA4D2B4A-D932-0703-885E-19FF3A30CF20}"/>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CB658CA4-2462-6819-1026-CEEB51548E4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D5B1DBC4-48C4-9021-1880-5CFC66607808}"/>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21612A72-E5FE-8336-3E32-9BA6261F363D}"/>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7A3D1513-A00B-ED7D-262B-30EA2F40DE22}"/>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2CA7C060-B050-9EFC-D14D-3967A5E01952}"/>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09900B6B-6E9F-F2DB-8C3B-667025A536DC}"/>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0CBBBB2A-6514-9802-A97C-F176DBF27ED8}"/>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6196F0D1-0FD8-4224-D317-5E74E60265D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D61DAF18-5F13-9E1E-DEB1-D04183C2443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51FFB1B1-140C-0F42-9726-11DF31FE8B0D}"/>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D31E1914-EF67-9085-335F-AF3A2DDB9FEA}"/>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308F0D8C-35B4-8C3F-86F2-6D90C1B0E128}"/>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694F96FB-25D9-DD0B-C6AE-B2B5ABC43617}"/>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B2EC7932-9A03-0A2A-DB61-42D9E641B8A2}"/>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1D58617A-7182-9788-B705-022705B4E3E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spTree>
    <p:extLst>
      <p:ext uri="{BB962C8B-B14F-4D97-AF65-F5344CB8AC3E}">
        <p14:creationId xmlns:p14="http://schemas.microsoft.com/office/powerpoint/2010/main" val="7017106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 name="Text Placeholder 6">
            <a:extLst>
              <a:ext uri="{FF2B5EF4-FFF2-40B4-BE49-F238E27FC236}">
                <a16:creationId xmlns:a16="http://schemas.microsoft.com/office/drawing/2014/main" id="{ADC0D2FC-65FD-7F5C-865B-766252BDA64E}"/>
              </a:ext>
            </a:extLst>
          </p:cNvPr>
          <p:cNvSpPr txBox="1">
            <a:spLocks/>
          </p:cNvSpPr>
          <p:nvPr/>
        </p:nvSpPr>
        <p:spPr>
          <a:xfrm>
            <a:off x="6648376" y="1273433"/>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sz="900" dirty="0">
                <a:solidFill>
                  <a:schemeClr val="bg2"/>
                </a:solidFill>
                <a:latin typeface="Montserrat" pitchFamily="2" charset="77"/>
                <a:cs typeface="Gotham Book" pitchFamily="2" charset="0"/>
              </a:rPr>
              <a:t>Image 1</a:t>
            </a:r>
          </a:p>
        </p:txBody>
      </p:sp>
      <p:sp>
        <p:nvSpPr>
          <p:cNvPr id="14" name="Text Placeholder 6">
            <a:extLst>
              <a:ext uri="{FF2B5EF4-FFF2-40B4-BE49-F238E27FC236}">
                <a16:creationId xmlns:a16="http://schemas.microsoft.com/office/drawing/2014/main" id="{A0B90978-E8CC-3E5A-A971-074A87BA437B}"/>
              </a:ext>
            </a:extLst>
          </p:cNvPr>
          <p:cNvSpPr txBox="1">
            <a:spLocks/>
          </p:cNvSpPr>
          <p:nvPr/>
        </p:nvSpPr>
        <p:spPr>
          <a:xfrm>
            <a:off x="492440" y="2122077"/>
            <a:ext cx="5295043" cy="1031374"/>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100" dirty="0">
                <a:solidFill>
                  <a:schemeClr val="accent6"/>
                </a:solidFill>
                <a:latin typeface="Montserrat" pitchFamily="2" charset="77"/>
                <a:cs typeface="Gotham Bold" pitchFamily="2" charset="0"/>
              </a:rPr>
              <a:t>Step 1: </a:t>
            </a:r>
            <a:r>
              <a:rPr lang="en-US" sz="1100" b="0" dirty="0">
                <a:solidFill>
                  <a:schemeClr val="accent6"/>
                </a:solidFill>
                <a:latin typeface="Montserrat" pitchFamily="2" charset="77"/>
                <a:cs typeface="Gotham Book" pitchFamily="2" charset="0"/>
              </a:rPr>
              <a:t>Open T. Marzetti Theme PowerPoint and select “Save as” under the File menu. Name your file and change the file format to PowerPoint Template (*.</a:t>
            </a:r>
            <a:r>
              <a:rPr lang="en-US" sz="1100" b="0" dirty="0" err="1">
                <a:solidFill>
                  <a:schemeClr val="accent6"/>
                </a:solidFill>
                <a:latin typeface="Montserrat" pitchFamily="2" charset="77"/>
                <a:cs typeface="Gotham Book" pitchFamily="2" charset="0"/>
              </a:rPr>
              <a:t>potx</a:t>
            </a:r>
            <a:r>
              <a:rPr lang="en-US" sz="1100" b="0" dirty="0">
                <a:solidFill>
                  <a:schemeClr val="accent6"/>
                </a:solidFill>
                <a:latin typeface="Montserrat" pitchFamily="2" charset="77"/>
                <a:cs typeface="Gotham Book" pitchFamily="2" charset="0"/>
              </a:rPr>
              <a:t>). The template file will be saved as a custom office template by default. (Image 1) </a:t>
            </a:r>
          </a:p>
        </p:txBody>
      </p:sp>
      <p:sp>
        <p:nvSpPr>
          <p:cNvPr id="19" name="Text Placeholder 10">
            <a:extLst>
              <a:ext uri="{FF2B5EF4-FFF2-40B4-BE49-F238E27FC236}">
                <a16:creationId xmlns:a16="http://schemas.microsoft.com/office/drawing/2014/main" id="{DC786B3C-5EA0-48AB-5540-8300C844A7C9}"/>
              </a:ext>
            </a:extLst>
          </p:cNvPr>
          <p:cNvSpPr txBox="1">
            <a:spLocks/>
          </p:cNvSpPr>
          <p:nvPr/>
        </p:nvSpPr>
        <p:spPr>
          <a:xfrm>
            <a:off x="492440" y="1181100"/>
            <a:ext cx="5982847" cy="838200"/>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PowerPoint </a:t>
            </a:r>
            <a:br>
              <a:rPr lang="en-US" sz="3600" dirty="0">
                <a:solidFill>
                  <a:schemeClr val="bg1"/>
                </a:solidFill>
                <a:latin typeface="Montserrat ExtraBold" pitchFamily="2" charset="77"/>
                <a:cs typeface="Gotham Black" pitchFamily="2" charset="0"/>
              </a:rPr>
            </a:br>
            <a:r>
              <a:rPr lang="en-US" sz="3600" dirty="0">
                <a:solidFill>
                  <a:schemeClr val="bg1"/>
                </a:solidFill>
                <a:latin typeface="Montserrat ExtraBold" pitchFamily="2" charset="77"/>
                <a:cs typeface="Gotham Black" pitchFamily="2" charset="0"/>
              </a:rPr>
              <a:t>Theme Guidelines</a:t>
            </a:r>
          </a:p>
        </p:txBody>
      </p:sp>
      <p:sp>
        <p:nvSpPr>
          <p:cNvPr id="20" name="Text Placeholder 6">
            <a:extLst>
              <a:ext uri="{FF2B5EF4-FFF2-40B4-BE49-F238E27FC236}">
                <a16:creationId xmlns:a16="http://schemas.microsoft.com/office/drawing/2014/main" id="{DB19EE31-5E6D-CC34-3346-DA697C848E66}"/>
              </a:ext>
            </a:extLst>
          </p:cNvPr>
          <p:cNvSpPr txBox="1">
            <a:spLocks/>
          </p:cNvSpPr>
          <p:nvPr/>
        </p:nvSpPr>
        <p:spPr>
          <a:xfrm>
            <a:off x="494487" y="3035925"/>
            <a:ext cx="5292996" cy="1110630"/>
          </a:xfrm>
          <a:prstGeom prst="rect">
            <a:avLst/>
          </a:prstGeom>
        </p:spPr>
        <p:txBody>
          <a:bodyPr anchor="ctr"/>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100" b="1" dirty="0">
                <a:solidFill>
                  <a:schemeClr val="accent6"/>
                </a:solidFill>
                <a:latin typeface="Montserrat" pitchFamily="2" charset="77"/>
                <a:cs typeface="Gotham Bold" pitchFamily="2" charset="0"/>
              </a:rPr>
              <a:t>Step 2: </a:t>
            </a:r>
            <a:r>
              <a:rPr lang="en-US" sz="1100" dirty="0">
                <a:solidFill>
                  <a:schemeClr val="accent6"/>
                </a:solidFill>
                <a:latin typeface="Montserrat" pitchFamily="2" charset="77"/>
                <a:cs typeface="Gotham Book" pitchFamily="2" charset="0"/>
              </a:rPr>
              <a:t>Keeping the same T. Marzetti Theme PowerPoint </a:t>
            </a:r>
            <a:br>
              <a:rPr lang="en-US" sz="1100" dirty="0">
                <a:solidFill>
                  <a:schemeClr val="accent6"/>
                </a:solidFill>
                <a:latin typeface="Montserrat" pitchFamily="2" charset="77"/>
                <a:cs typeface="Gotham Book" pitchFamily="2" charset="0"/>
              </a:rPr>
            </a:br>
            <a:r>
              <a:rPr lang="en-US" sz="1100" dirty="0">
                <a:solidFill>
                  <a:schemeClr val="accent6"/>
                </a:solidFill>
                <a:latin typeface="Montserrat" pitchFamily="2" charset="77"/>
                <a:cs typeface="Gotham Book" pitchFamily="2" charset="0"/>
              </a:rPr>
              <a:t>open, choose and expand the  Design tab on the ribbon. Then select “Save Current Theme”. Name the file, </a:t>
            </a:r>
            <a:r>
              <a:rPr lang="en-US" sz="1100" u="sng" dirty="0">
                <a:solidFill>
                  <a:schemeClr val="accent6"/>
                </a:solidFill>
                <a:latin typeface="Montserrat" pitchFamily="2" charset="77"/>
                <a:cs typeface="Gotham Book" pitchFamily="2" charset="0"/>
              </a:rPr>
              <a:t>T. Marzetti Theme</a:t>
            </a:r>
            <a:r>
              <a:rPr lang="en-US" sz="1100" dirty="0">
                <a:solidFill>
                  <a:schemeClr val="accent6"/>
                </a:solidFill>
                <a:latin typeface="Montserrat" pitchFamily="2" charset="77"/>
                <a:cs typeface="Gotham Book" pitchFamily="2" charset="0"/>
              </a:rPr>
              <a:t> and save. The file will be saved to the appropriate folder on your computer. (Image 2) </a:t>
            </a:r>
          </a:p>
        </p:txBody>
      </p:sp>
      <p:sp>
        <p:nvSpPr>
          <p:cNvPr id="21" name="Text Placeholder 3">
            <a:extLst>
              <a:ext uri="{FF2B5EF4-FFF2-40B4-BE49-F238E27FC236}">
                <a16:creationId xmlns:a16="http://schemas.microsoft.com/office/drawing/2014/main" id="{8739C21B-4621-106F-35F4-4ECA1D0A576A}"/>
              </a:ext>
            </a:extLst>
          </p:cNvPr>
          <p:cNvSpPr txBox="1">
            <a:spLocks/>
          </p:cNvSpPr>
          <p:nvPr/>
        </p:nvSpPr>
        <p:spPr>
          <a:xfrm>
            <a:off x="492440" y="4090260"/>
            <a:ext cx="5087607" cy="600547"/>
          </a:xfrm>
          <a:prstGeom prst="rect">
            <a:avLst/>
          </a:prstGeom>
        </p:spPr>
        <p:txBody>
          <a:bodyPr/>
          <a:lstStyle>
            <a:lvl1pPr marL="0" indent="0" algn="l" defTabSz="914400" rtl="0" eaLnBrk="1" latinLnBrk="0" hangingPunct="1">
              <a:lnSpc>
                <a:spcPts val="3060"/>
              </a:lnSpc>
              <a:spcBef>
                <a:spcPts val="1000"/>
              </a:spcBef>
              <a:buFont typeface="Arial" panose="020B0604020202020204" pitchFamily="34" charset="0"/>
              <a:buNone/>
              <a:defRPr sz="2800" b="1" i="0" kern="1200">
                <a:solidFill>
                  <a:schemeClr val="tx1"/>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100" dirty="0">
                <a:solidFill>
                  <a:schemeClr val="accent2"/>
                </a:solidFill>
                <a:cs typeface="Gotham Bold" pitchFamily="2" charset="0"/>
              </a:rPr>
              <a:t>To use the template or take an existing presentation and convert to the T. Marzetti Theme PowerPoint, follow the steps below.  </a:t>
            </a:r>
          </a:p>
          <a:p>
            <a:pPr>
              <a:lnSpc>
                <a:spcPts val="1620"/>
              </a:lnSpc>
            </a:pPr>
            <a:endParaRPr lang="en-US" sz="1100" dirty="0">
              <a:solidFill>
                <a:schemeClr val="accent2"/>
              </a:solidFill>
              <a:cs typeface="Gotham Bold" pitchFamily="2" charset="0"/>
            </a:endParaRPr>
          </a:p>
        </p:txBody>
      </p:sp>
      <p:sp>
        <p:nvSpPr>
          <p:cNvPr id="22" name="Text Placeholder 6">
            <a:extLst>
              <a:ext uri="{FF2B5EF4-FFF2-40B4-BE49-F238E27FC236}">
                <a16:creationId xmlns:a16="http://schemas.microsoft.com/office/drawing/2014/main" id="{E42E56A3-F3FD-118E-4D09-09CEEA779B92}"/>
              </a:ext>
            </a:extLst>
          </p:cNvPr>
          <p:cNvSpPr txBox="1">
            <a:spLocks/>
          </p:cNvSpPr>
          <p:nvPr/>
        </p:nvSpPr>
        <p:spPr>
          <a:xfrm>
            <a:off x="494487" y="4635052"/>
            <a:ext cx="5193932" cy="756566"/>
          </a:xfrm>
          <a:prstGeom prst="rect">
            <a:avLst/>
          </a:prstGeom>
        </p:spPr>
        <p:txBody>
          <a:bodyPr anchor="ctr"/>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100" b="1" dirty="0">
                <a:solidFill>
                  <a:schemeClr val="accent6"/>
                </a:solidFill>
                <a:latin typeface="Montserrat" pitchFamily="2" charset="77"/>
                <a:cs typeface="Gotham Bold" pitchFamily="2" charset="0"/>
              </a:rPr>
              <a:t>Option 1: </a:t>
            </a:r>
            <a:r>
              <a:rPr lang="en-US" sz="1100" dirty="0">
                <a:solidFill>
                  <a:schemeClr val="accent6"/>
                </a:solidFill>
                <a:latin typeface="Montserrat" pitchFamily="2" charset="77"/>
                <a:cs typeface="Gotham Book" pitchFamily="2" charset="0"/>
              </a:rPr>
              <a:t>To create a new presentation using the T. Marzetti Theme, select “New” from under the File menu. Select the “Custom Office Templates” directory and choose the </a:t>
            </a:r>
            <a:r>
              <a:rPr lang="en-US" sz="1100" u="sng" dirty="0">
                <a:solidFill>
                  <a:schemeClr val="accent6"/>
                </a:solidFill>
                <a:latin typeface="Montserrat" pitchFamily="2" charset="77"/>
                <a:cs typeface="Gotham Book" pitchFamily="2" charset="0"/>
              </a:rPr>
              <a:t>T. Marzetti Template</a:t>
            </a:r>
            <a:r>
              <a:rPr lang="en-US" sz="1100" dirty="0">
                <a:solidFill>
                  <a:schemeClr val="accent6"/>
                </a:solidFill>
                <a:latin typeface="Montserrat" pitchFamily="2" charset="77"/>
                <a:cs typeface="Gotham Book" pitchFamily="2" charset="0"/>
              </a:rPr>
              <a:t>. (Image 3) </a:t>
            </a:r>
          </a:p>
        </p:txBody>
      </p:sp>
      <p:sp>
        <p:nvSpPr>
          <p:cNvPr id="23" name="Text Placeholder 6">
            <a:extLst>
              <a:ext uri="{FF2B5EF4-FFF2-40B4-BE49-F238E27FC236}">
                <a16:creationId xmlns:a16="http://schemas.microsoft.com/office/drawing/2014/main" id="{8B0B00B3-4823-59E3-8B33-E6BBACFD6405}"/>
              </a:ext>
            </a:extLst>
          </p:cNvPr>
          <p:cNvSpPr txBox="1">
            <a:spLocks/>
          </p:cNvSpPr>
          <p:nvPr/>
        </p:nvSpPr>
        <p:spPr>
          <a:xfrm>
            <a:off x="494487" y="5437523"/>
            <a:ext cx="5087606" cy="610218"/>
          </a:xfrm>
          <a:prstGeom prst="rect">
            <a:avLst/>
          </a:prstGeom>
        </p:spPr>
        <p:txBody>
          <a:bodyPr anchor="ctr"/>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620"/>
              </a:lnSpc>
            </a:pPr>
            <a:r>
              <a:rPr lang="en-US" sz="1100" b="1" dirty="0">
                <a:solidFill>
                  <a:schemeClr val="accent6"/>
                </a:solidFill>
                <a:latin typeface="Montserrat" pitchFamily="2" charset="77"/>
                <a:cs typeface="Gotham Bold" pitchFamily="2" charset="0"/>
              </a:rPr>
              <a:t>Option 2: </a:t>
            </a:r>
            <a:r>
              <a:rPr lang="en-US" sz="1100" dirty="0">
                <a:solidFill>
                  <a:schemeClr val="accent6"/>
                </a:solidFill>
                <a:latin typeface="Montserrat" pitchFamily="2" charset="77"/>
                <a:cs typeface="Gotham Book" pitchFamily="2" charset="0"/>
              </a:rPr>
              <a:t>To change an existing presentation to the T. Marzetti Theme, open presentation and go to the Design tab on the ribbon and select the custom </a:t>
            </a:r>
            <a:r>
              <a:rPr lang="en-US" sz="1100" u="sng" dirty="0">
                <a:solidFill>
                  <a:schemeClr val="accent6"/>
                </a:solidFill>
                <a:latin typeface="Montserrat" pitchFamily="2" charset="77"/>
                <a:cs typeface="Gotham Book" pitchFamily="2" charset="0"/>
              </a:rPr>
              <a:t>T. Marzetti Theme. </a:t>
            </a:r>
            <a:r>
              <a:rPr lang="en-US" sz="1100" dirty="0">
                <a:solidFill>
                  <a:schemeClr val="accent6"/>
                </a:solidFill>
                <a:latin typeface="Montserrat" pitchFamily="2" charset="77"/>
                <a:cs typeface="Gotham Book" pitchFamily="2" charset="0"/>
              </a:rPr>
              <a:t>(Image 4) </a:t>
            </a:r>
          </a:p>
        </p:txBody>
      </p:sp>
      <p:sp>
        <p:nvSpPr>
          <p:cNvPr id="43" name="Slide Number Placeholder 4">
            <a:extLst>
              <a:ext uri="{FF2B5EF4-FFF2-40B4-BE49-F238E27FC236}">
                <a16:creationId xmlns:a16="http://schemas.microsoft.com/office/drawing/2014/main" id="{F610C58D-DC72-4A19-3AC5-BB4D98DB5ACE}"/>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4</a:t>
            </a:fld>
            <a:endParaRPr lang="en-US" dirty="0"/>
          </a:p>
        </p:txBody>
      </p:sp>
      <p:pic>
        <p:nvPicPr>
          <p:cNvPr id="42" name="Picture 41">
            <a:extLst>
              <a:ext uri="{FF2B5EF4-FFF2-40B4-BE49-F238E27FC236}">
                <a16:creationId xmlns:a16="http://schemas.microsoft.com/office/drawing/2014/main" id="{F03421E4-231F-9B4C-6CB7-25B263A1FD32}"/>
              </a:ext>
            </a:extLst>
          </p:cNvPr>
          <p:cNvPicPr>
            <a:picLocks noChangeAspect="1"/>
          </p:cNvPicPr>
          <p:nvPr/>
        </p:nvPicPr>
        <p:blipFill>
          <a:blip r:embed="rId2"/>
          <a:stretch>
            <a:fillRect/>
          </a:stretch>
        </p:blipFill>
        <p:spPr>
          <a:xfrm>
            <a:off x="6648376" y="600694"/>
            <a:ext cx="4238642" cy="624419"/>
          </a:xfrm>
          <a:prstGeom prst="rect">
            <a:avLst/>
          </a:prstGeom>
        </p:spPr>
      </p:pic>
      <p:sp>
        <p:nvSpPr>
          <p:cNvPr id="44" name="Right Arrow 2">
            <a:extLst>
              <a:ext uri="{FF2B5EF4-FFF2-40B4-BE49-F238E27FC236}">
                <a16:creationId xmlns:a16="http://schemas.microsoft.com/office/drawing/2014/main" id="{A8D8116F-F3F1-47FA-517D-F9B0FCB00604}"/>
              </a:ext>
            </a:extLst>
          </p:cNvPr>
          <p:cNvSpPr/>
          <p:nvPr/>
        </p:nvSpPr>
        <p:spPr>
          <a:xfrm>
            <a:off x="6319228" y="922155"/>
            <a:ext cx="400551" cy="25511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46" name="Picture 45">
            <a:extLst>
              <a:ext uri="{FF2B5EF4-FFF2-40B4-BE49-F238E27FC236}">
                <a16:creationId xmlns:a16="http://schemas.microsoft.com/office/drawing/2014/main" id="{5D104E07-964C-7E40-F350-5F6E8717DE0A}"/>
              </a:ext>
            </a:extLst>
          </p:cNvPr>
          <p:cNvPicPr>
            <a:picLocks noChangeAspect="1"/>
          </p:cNvPicPr>
          <p:nvPr/>
        </p:nvPicPr>
        <p:blipFill>
          <a:blip r:embed="rId3"/>
          <a:stretch>
            <a:fillRect/>
          </a:stretch>
        </p:blipFill>
        <p:spPr>
          <a:xfrm>
            <a:off x="7156616" y="1615286"/>
            <a:ext cx="3728355" cy="2400580"/>
          </a:xfrm>
          <a:prstGeom prst="rect">
            <a:avLst/>
          </a:prstGeom>
        </p:spPr>
      </p:pic>
      <p:sp>
        <p:nvSpPr>
          <p:cNvPr id="47" name="Text Placeholder 6">
            <a:extLst>
              <a:ext uri="{FF2B5EF4-FFF2-40B4-BE49-F238E27FC236}">
                <a16:creationId xmlns:a16="http://schemas.microsoft.com/office/drawing/2014/main" id="{2C44E490-A55C-BE6E-19ED-A9A9D7DF4723}"/>
              </a:ext>
            </a:extLst>
          </p:cNvPr>
          <p:cNvSpPr txBox="1">
            <a:spLocks/>
          </p:cNvSpPr>
          <p:nvPr/>
        </p:nvSpPr>
        <p:spPr>
          <a:xfrm>
            <a:off x="7156616" y="4060432"/>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sz="900" dirty="0">
                <a:solidFill>
                  <a:schemeClr val="bg2"/>
                </a:solidFill>
                <a:latin typeface="Montserrat" pitchFamily="2" charset="77"/>
                <a:cs typeface="Gotham Book" pitchFamily="2" charset="0"/>
              </a:rPr>
              <a:t>Image 2</a:t>
            </a:r>
          </a:p>
        </p:txBody>
      </p:sp>
      <p:sp>
        <p:nvSpPr>
          <p:cNvPr id="48" name="Right Arrow 2">
            <a:extLst>
              <a:ext uri="{FF2B5EF4-FFF2-40B4-BE49-F238E27FC236}">
                <a16:creationId xmlns:a16="http://schemas.microsoft.com/office/drawing/2014/main" id="{E2CD7B70-E45C-725B-3C72-5C8005FC7C6C}"/>
              </a:ext>
            </a:extLst>
          </p:cNvPr>
          <p:cNvSpPr/>
          <p:nvPr/>
        </p:nvSpPr>
        <p:spPr>
          <a:xfrm>
            <a:off x="6801230" y="3728042"/>
            <a:ext cx="400551" cy="25511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50" name="Picture 49">
            <a:extLst>
              <a:ext uri="{FF2B5EF4-FFF2-40B4-BE49-F238E27FC236}">
                <a16:creationId xmlns:a16="http://schemas.microsoft.com/office/drawing/2014/main" id="{391F4271-EB69-0DEC-DBD8-21A829D2FD23}"/>
              </a:ext>
            </a:extLst>
          </p:cNvPr>
          <p:cNvPicPr>
            <a:picLocks noChangeAspect="1"/>
          </p:cNvPicPr>
          <p:nvPr/>
        </p:nvPicPr>
        <p:blipFill>
          <a:blip r:embed="rId4"/>
          <a:stretch>
            <a:fillRect/>
          </a:stretch>
        </p:blipFill>
        <p:spPr>
          <a:xfrm>
            <a:off x="6476049" y="4512904"/>
            <a:ext cx="1822017" cy="1787640"/>
          </a:xfrm>
          <a:prstGeom prst="rect">
            <a:avLst/>
          </a:prstGeom>
        </p:spPr>
      </p:pic>
      <p:pic>
        <p:nvPicPr>
          <p:cNvPr id="52" name="Picture 51">
            <a:extLst>
              <a:ext uri="{FF2B5EF4-FFF2-40B4-BE49-F238E27FC236}">
                <a16:creationId xmlns:a16="http://schemas.microsoft.com/office/drawing/2014/main" id="{CFE700B5-AD9D-8048-3AC0-26CB090A0F30}"/>
              </a:ext>
            </a:extLst>
          </p:cNvPr>
          <p:cNvPicPr>
            <a:picLocks noChangeAspect="1"/>
          </p:cNvPicPr>
          <p:nvPr/>
        </p:nvPicPr>
        <p:blipFill rotWithShape="1">
          <a:blip r:embed="rId5"/>
          <a:srcRect b="5655"/>
          <a:stretch/>
        </p:blipFill>
        <p:spPr>
          <a:xfrm>
            <a:off x="8782397" y="4482691"/>
            <a:ext cx="2251337" cy="1817853"/>
          </a:xfrm>
          <a:prstGeom prst="rect">
            <a:avLst/>
          </a:prstGeom>
        </p:spPr>
      </p:pic>
      <p:sp>
        <p:nvSpPr>
          <p:cNvPr id="53" name="Text Placeholder 6">
            <a:extLst>
              <a:ext uri="{FF2B5EF4-FFF2-40B4-BE49-F238E27FC236}">
                <a16:creationId xmlns:a16="http://schemas.microsoft.com/office/drawing/2014/main" id="{CCCC6541-690A-0793-DCE8-0E7F00FA7971}"/>
              </a:ext>
            </a:extLst>
          </p:cNvPr>
          <p:cNvSpPr txBox="1">
            <a:spLocks/>
          </p:cNvSpPr>
          <p:nvPr/>
        </p:nvSpPr>
        <p:spPr>
          <a:xfrm>
            <a:off x="6499623" y="6350953"/>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sz="900" dirty="0">
                <a:solidFill>
                  <a:schemeClr val="bg2"/>
                </a:solidFill>
                <a:latin typeface="Montserrat" pitchFamily="2" charset="77"/>
                <a:cs typeface="Gotham Book" pitchFamily="2" charset="0"/>
              </a:rPr>
              <a:t>Image 3</a:t>
            </a:r>
          </a:p>
        </p:txBody>
      </p:sp>
      <p:sp>
        <p:nvSpPr>
          <p:cNvPr id="54" name="Right Arrow 2">
            <a:extLst>
              <a:ext uri="{FF2B5EF4-FFF2-40B4-BE49-F238E27FC236}">
                <a16:creationId xmlns:a16="http://schemas.microsoft.com/office/drawing/2014/main" id="{118D9214-848F-9A72-2E3A-877B69BB2842}"/>
              </a:ext>
            </a:extLst>
          </p:cNvPr>
          <p:cNvSpPr/>
          <p:nvPr/>
        </p:nvSpPr>
        <p:spPr>
          <a:xfrm>
            <a:off x="6120336" y="5478140"/>
            <a:ext cx="400551" cy="25511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55" name="Text Placeholder 6">
            <a:extLst>
              <a:ext uri="{FF2B5EF4-FFF2-40B4-BE49-F238E27FC236}">
                <a16:creationId xmlns:a16="http://schemas.microsoft.com/office/drawing/2014/main" id="{BD2A7576-6AC9-C39C-35B0-D1C87822E17C}"/>
              </a:ext>
            </a:extLst>
          </p:cNvPr>
          <p:cNvSpPr txBox="1">
            <a:spLocks/>
          </p:cNvSpPr>
          <p:nvPr/>
        </p:nvSpPr>
        <p:spPr>
          <a:xfrm>
            <a:off x="8760867" y="6324285"/>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sz="900" dirty="0">
                <a:solidFill>
                  <a:schemeClr val="bg2"/>
                </a:solidFill>
                <a:latin typeface="Montserrat" pitchFamily="2" charset="77"/>
                <a:cs typeface="Gotham Book" pitchFamily="2" charset="0"/>
              </a:rPr>
              <a:t>Image 4</a:t>
            </a:r>
          </a:p>
        </p:txBody>
      </p:sp>
      <p:sp>
        <p:nvSpPr>
          <p:cNvPr id="56" name="Right Arrow 2">
            <a:extLst>
              <a:ext uri="{FF2B5EF4-FFF2-40B4-BE49-F238E27FC236}">
                <a16:creationId xmlns:a16="http://schemas.microsoft.com/office/drawing/2014/main" id="{62E15C75-1922-D687-56F0-6F8A168CBF85}"/>
              </a:ext>
            </a:extLst>
          </p:cNvPr>
          <p:cNvSpPr/>
          <p:nvPr/>
        </p:nvSpPr>
        <p:spPr>
          <a:xfrm>
            <a:off x="8457040" y="5680843"/>
            <a:ext cx="400551" cy="25511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grpSp>
        <p:nvGrpSpPr>
          <p:cNvPr id="2" name="Graphic 4119">
            <a:extLst>
              <a:ext uri="{FF2B5EF4-FFF2-40B4-BE49-F238E27FC236}">
                <a16:creationId xmlns:a16="http://schemas.microsoft.com/office/drawing/2014/main" id="{50703D83-6CD6-F9B7-59B8-BCFD0DD4C051}"/>
              </a:ext>
            </a:extLst>
          </p:cNvPr>
          <p:cNvGrpSpPr/>
          <p:nvPr/>
        </p:nvGrpSpPr>
        <p:grpSpPr>
          <a:xfrm>
            <a:off x="920358" y="644641"/>
            <a:ext cx="1813299" cy="484838"/>
            <a:chOff x="2178742" y="-1107180"/>
            <a:chExt cx="2171851" cy="580707"/>
          </a:xfrm>
          <a:solidFill>
            <a:schemeClr val="tx1"/>
          </a:solidFill>
        </p:grpSpPr>
        <p:sp>
          <p:nvSpPr>
            <p:cNvPr id="15" name="Freeform 14">
              <a:extLst>
                <a:ext uri="{FF2B5EF4-FFF2-40B4-BE49-F238E27FC236}">
                  <a16:creationId xmlns:a16="http://schemas.microsoft.com/office/drawing/2014/main" id="{71D8FB12-0951-E8D4-A644-0D1E95651C7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B2444835-8E36-4408-3B79-CB59B3FC23B4}"/>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D95C7E50-247B-A1D9-B2C2-627ADA8E07F0}"/>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83F2404D-814E-B2B5-D95B-11B36CBAF980}"/>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C8490EC6-520D-52D9-4A11-4ED79B89E70F}"/>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30E5390F-98BD-DAE1-5BD2-ADECE42110EF}"/>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4FDAA2D8-40D6-2AE4-9F4B-E7B1E4105D26}"/>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9D0A211E-A730-EC4A-E9C4-BB4C3763D586}"/>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E132AF5C-A12B-8A2C-5A95-648CB84F6A9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BFC0B86F-DE93-26B5-855E-F6B4E00EFEA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2F98F74E-B85F-06AA-DB8B-81C08808BAA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8B748051-2FBF-24FE-9FA6-1CAB7C04A667}"/>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F96834E5-69B3-0CD6-D1E3-F810B4D3CC78}"/>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54997F85-07F4-F28A-B284-9FEA4A53B562}"/>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BD65E7DD-7277-2E6C-4AEE-153D372B1E0A}"/>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09BAACF4-9273-0E3D-6DD0-90BB9B48654A}"/>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BA497500-55DA-30E0-C58B-43D6C9BEF0F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7894B89A-6F6F-87E4-AEEB-500A5E6E8E3E}"/>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5F700754-F7D4-1B36-0E0A-C6B95747D171}"/>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19EFD1B8-7177-7766-3F47-10B3C9CAE7B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spTree>
    <p:extLst>
      <p:ext uri="{BB962C8B-B14F-4D97-AF65-F5344CB8AC3E}">
        <p14:creationId xmlns:p14="http://schemas.microsoft.com/office/powerpoint/2010/main" val="106774838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E934DE62-6597-2660-3A84-1F2F039F1DB2}"/>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5</a:t>
            </a:fld>
            <a:endParaRPr lang="en-US" dirty="0"/>
          </a:p>
        </p:txBody>
      </p:sp>
      <p:sp>
        <p:nvSpPr>
          <p:cNvPr id="9" name="Text Placeholder 8">
            <a:extLst>
              <a:ext uri="{FF2B5EF4-FFF2-40B4-BE49-F238E27FC236}">
                <a16:creationId xmlns:a16="http://schemas.microsoft.com/office/drawing/2014/main" id="{520C0128-2663-98A7-D05D-2E6DC15559E5}"/>
              </a:ext>
            </a:extLst>
          </p:cNvPr>
          <p:cNvSpPr>
            <a:spLocks noGrp="1"/>
          </p:cNvSpPr>
          <p:nvPr>
            <p:ph type="body" sz="quarter" idx="4294967295"/>
          </p:nvPr>
        </p:nvSpPr>
        <p:spPr>
          <a:xfrm>
            <a:off x="818707" y="2258900"/>
            <a:ext cx="4718420" cy="2135597"/>
          </a:xfrm>
        </p:spPr>
        <p:txBody>
          <a:bodyPr>
            <a:normAutofit/>
          </a:bodyPr>
          <a:lstStyle/>
          <a:p>
            <a:pPr>
              <a:lnSpc>
                <a:spcPts val="1780"/>
              </a:lnSpc>
            </a:pPr>
            <a:r>
              <a:rPr lang="en-US" sz="1200" b="0" dirty="0">
                <a:solidFill>
                  <a:schemeClr val="accent6"/>
                </a:solidFill>
                <a:cs typeface="Gotham Book" pitchFamily="2" charset="0"/>
              </a:rPr>
              <a:t>Once your presentation is complete, select Compress Pictures from under the </a:t>
            </a:r>
            <a:r>
              <a:rPr lang="en-US" sz="1200" b="0" dirty="0">
                <a:cs typeface="Gotham Book" pitchFamily="2" charset="0"/>
              </a:rPr>
              <a:t>Picture Format section. </a:t>
            </a:r>
            <a:r>
              <a:rPr lang="en-US" sz="1200" b="0" dirty="0">
                <a:solidFill>
                  <a:schemeClr val="accent6"/>
                </a:solidFill>
                <a:cs typeface="Gotham Book" pitchFamily="2" charset="0"/>
              </a:rPr>
              <a:t>(Image 1)</a:t>
            </a:r>
          </a:p>
          <a:p>
            <a:pPr>
              <a:lnSpc>
                <a:spcPts val="1780"/>
              </a:lnSpc>
            </a:pPr>
            <a:r>
              <a:rPr lang="en-US" sz="1200" b="0" dirty="0">
                <a:solidFill>
                  <a:schemeClr val="accent6"/>
                </a:solidFill>
                <a:cs typeface="Gotham Book" pitchFamily="2" charset="0"/>
              </a:rPr>
              <a:t>A dialog box will appear, where you’ll deselect applying to all photos, and then select the Email (96 </a:t>
            </a:r>
            <a:r>
              <a:rPr lang="en-US" sz="1200" b="0" dirty="0" err="1">
                <a:solidFill>
                  <a:schemeClr val="accent6"/>
                </a:solidFill>
                <a:cs typeface="Gotham Book" pitchFamily="2" charset="0"/>
              </a:rPr>
              <a:t>ppi</a:t>
            </a:r>
            <a:r>
              <a:rPr lang="en-US" sz="1200" b="0" dirty="0">
                <a:solidFill>
                  <a:schemeClr val="accent6"/>
                </a:solidFill>
                <a:cs typeface="Gotham Book" pitchFamily="2" charset="0"/>
              </a:rPr>
              <a:t>) option. Click “OK” and your PowerPoint will now be at a smaller size and you can save the file as a smaller version. (Image 2)</a:t>
            </a:r>
          </a:p>
        </p:txBody>
      </p:sp>
      <p:sp>
        <p:nvSpPr>
          <p:cNvPr id="4" name="Text Placeholder 10">
            <a:extLst>
              <a:ext uri="{FF2B5EF4-FFF2-40B4-BE49-F238E27FC236}">
                <a16:creationId xmlns:a16="http://schemas.microsoft.com/office/drawing/2014/main" id="{CCA5E9C1-9119-09E1-0193-2B5DC41D91A6}"/>
              </a:ext>
            </a:extLst>
          </p:cNvPr>
          <p:cNvSpPr txBox="1">
            <a:spLocks/>
          </p:cNvSpPr>
          <p:nvPr/>
        </p:nvSpPr>
        <p:spPr>
          <a:xfrm>
            <a:off x="765633" y="1181520"/>
            <a:ext cx="5222572" cy="838518"/>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Saving PowerPoint to a Smaller Size</a:t>
            </a:r>
          </a:p>
        </p:txBody>
      </p:sp>
      <p:pic>
        <p:nvPicPr>
          <p:cNvPr id="14" name="Picture 13">
            <a:extLst>
              <a:ext uri="{FF2B5EF4-FFF2-40B4-BE49-F238E27FC236}">
                <a16:creationId xmlns:a16="http://schemas.microsoft.com/office/drawing/2014/main" id="{0D17DA9E-3F44-EF96-96FC-901947C9C03B}"/>
              </a:ext>
            </a:extLst>
          </p:cNvPr>
          <p:cNvPicPr>
            <a:picLocks noChangeAspect="1"/>
          </p:cNvPicPr>
          <p:nvPr/>
        </p:nvPicPr>
        <p:blipFill>
          <a:blip r:embed="rId2"/>
          <a:stretch>
            <a:fillRect/>
          </a:stretch>
        </p:blipFill>
        <p:spPr>
          <a:xfrm>
            <a:off x="5836673" y="2060130"/>
            <a:ext cx="5806841" cy="771833"/>
          </a:xfrm>
          <a:prstGeom prst="rect">
            <a:avLst/>
          </a:prstGeom>
        </p:spPr>
      </p:pic>
      <p:pic>
        <p:nvPicPr>
          <p:cNvPr id="16" name="Picture 15">
            <a:extLst>
              <a:ext uri="{FF2B5EF4-FFF2-40B4-BE49-F238E27FC236}">
                <a16:creationId xmlns:a16="http://schemas.microsoft.com/office/drawing/2014/main" id="{9431E1DF-A153-79AB-3168-D6E98C7E1577}"/>
              </a:ext>
            </a:extLst>
          </p:cNvPr>
          <p:cNvPicPr>
            <a:picLocks noChangeAspect="1"/>
          </p:cNvPicPr>
          <p:nvPr/>
        </p:nvPicPr>
        <p:blipFill rotWithShape="1">
          <a:blip r:embed="rId3"/>
          <a:srcRect l="2220" t="1891" r="2235" b="1538"/>
          <a:stretch/>
        </p:blipFill>
        <p:spPr>
          <a:xfrm>
            <a:off x="7568614" y="3245355"/>
            <a:ext cx="2555823" cy="2480872"/>
          </a:xfrm>
          <a:prstGeom prst="roundRect">
            <a:avLst>
              <a:gd name="adj" fmla="val 5367"/>
            </a:avLst>
          </a:prstGeom>
          <a:effectLst>
            <a:outerShdw blurRad="50800" dist="38100" dir="8100000" algn="tr" rotWithShape="0">
              <a:prstClr val="black">
                <a:alpha val="15000"/>
              </a:prstClr>
            </a:outerShdw>
          </a:effectLst>
        </p:spPr>
      </p:pic>
      <p:sp>
        <p:nvSpPr>
          <p:cNvPr id="17" name="Text Placeholder 6">
            <a:extLst>
              <a:ext uri="{FF2B5EF4-FFF2-40B4-BE49-F238E27FC236}">
                <a16:creationId xmlns:a16="http://schemas.microsoft.com/office/drawing/2014/main" id="{69113C0A-6FA8-343F-66C7-647663831BAE}"/>
              </a:ext>
            </a:extLst>
          </p:cNvPr>
          <p:cNvSpPr txBox="1">
            <a:spLocks/>
          </p:cNvSpPr>
          <p:nvPr/>
        </p:nvSpPr>
        <p:spPr>
          <a:xfrm>
            <a:off x="5826841" y="2856543"/>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dirty="0">
                <a:solidFill>
                  <a:schemeClr val="accent6"/>
                </a:solidFill>
              </a:rPr>
              <a:t>Image 1</a:t>
            </a:r>
          </a:p>
        </p:txBody>
      </p:sp>
      <p:sp>
        <p:nvSpPr>
          <p:cNvPr id="18" name="Text Placeholder 6">
            <a:extLst>
              <a:ext uri="{FF2B5EF4-FFF2-40B4-BE49-F238E27FC236}">
                <a16:creationId xmlns:a16="http://schemas.microsoft.com/office/drawing/2014/main" id="{6022A6D6-8296-1AC5-4D93-9CCDA79BFC25}"/>
              </a:ext>
            </a:extLst>
          </p:cNvPr>
          <p:cNvSpPr txBox="1">
            <a:spLocks/>
          </p:cNvSpPr>
          <p:nvPr/>
        </p:nvSpPr>
        <p:spPr>
          <a:xfrm>
            <a:off x="7568614" y="5784792"/>
            <a:ext cx="1506423" cy="376581"/>
          </a:xfrm>
          <a:prstGeom prst="rect">
            <a:avLst/>
          </a:prstGeom>
        </p:spPr>
        <p:txBody>
          <a:bodyPr anchor="t"/>
          <a:lstStyle>
            <a:lvl1pPr marL="0" indent="0" algn="l" defTabSz="914400" rtl="0" eaLnBrk="1" latinLnBrk="0" hangingPunct="1">
              <a:lnSpc>
                <a:spcPct val="110000"/>
              </a:lnSpc>
              <a:spcBef>
                <a:spcPts val="1000"/>
              </a:spcBef>
              <a:buFont typeface="Arial" panose="020B0604020202020204" pitchFamily="34" charset="0"/>
              <a:buNone/>
              <a:defRPr sz="1200" b="0" i="0" kern="1200">
                <a:solidFill>
                  <a:schemeClr val="accent3"/>
                </a:solidFill>
                <a:latin typeface="Montserrat Medium"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0" kern="1200">
                <a:solidFill>
                  <a:schemeClr val="accent3"/>
                </a:solidFill>
                <a:latin typeface="Montserrat Medium"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dirty="0">
                <a:solidFill>
                  <a:schemeClr val="accent6"/>
                </a:solidFill>
              </a:rPr>
              <a:t>Image 2</a:t>
            </a:r>
          </a:p>
        </p:txBody>
      </p:sp>
      <p:sp>
        <p:nvSpPr>
          <p:cNvPr id="19" name="Right Arrow 2">
            <a:extLst>
              <a:ext uri="{FF2B5EF4-FFF2-40B4-BE49-F238E27FC236}">
                <a16:creationId xmlns:a16="http://schemas.microsoft.com/office/drawing/2014/main" id="{2A3C781C-2B5B-4D3F-1BF2-5C6A36269C06}"/>
              </a:ext>
            </a:extLst>
          </p:cNvPr>
          <p:cNvSpPr/>
          <p:nvPr/>
        </p:nvSpPr>
        <p:spPr>
          <a:xfrm rot="5400000">
            <a:off x="7775667" y="1932573"/>
            <a:ext cx="400551" cy="25511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grpSp>
        <p:nvGrpSpPr>
          <p:cNvPr id="3" name="Graphic 4119">
            <a:extLst>
              <a:ext uri="{FF2B5EF4-FFF2-40B4-BE49-F238E27FC236}">
                <a16:creationId xmlns:a16="http://schemas.microsoft.com/office/drawing/2014/main" id="{D0EF6124-9AED-8308-AFF4-9D35A3ED768A}"/>
              </a:ext>
            </a:extLst>
          </p:cNvPr>
          <p:cNvGrpSpPr/>
          <p:nvPr/>
        </p:nvGrpSpPr>
        <p:grpSpPr>
          <a:xfrm>
            <a:off x="1101197" y="662497"/>
            <a:ext cx="1813299" cy="484838"/>
            <a:chOff x="2178742" y="-1107180"/>
            <a:chExt cx="2171851" cy="580707"/>
          </a:xfrm>
          <a:solidFill>
            <a:schemeClr val="tx1"/>
          </a:solidFill>
        </p:grpSpPr>
        <p:sp>
          <p:nvSpPr>
            <p:cNvPr id="24" name="Freeform 23">
              <a:extLst>
                <a:ext uri="{FF2B5EF4-FFF2-40B4-BE49-F238E27FC236}">
                  <a16:creationId xmlns:a16="http://schemas.microsoft.com/office/drawing/2014/main" id="{BA781E97-E1E3-0027-8924-EB6BCD89A009}"/>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721D66ED-BA1C-C960-750A-D095AA0D5F2A}"/>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2B0FEC28-23DD-D6AB-D7A4-47AD630112A2}"/>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F1EE7F6B-8EAD-0913-CCBF-87C07ADD2333}"/>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12739810-CB6B-3B0F-2EF7-80C24C5D0ED0}"/>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4C860918-ED0D-661E-F9C6-76C0B16F608D}"/>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8E8B69FA-92F8-AEB8-D56C-198AC515E29D}"/>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97EE9384-D907-6087-3AB7-0302B6F9C017}"/>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707159B4-5EC3-3A1F-BC95-349F71BAAB95}"/>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0FF5DDDE-9992-C5E2-0738-2ECB644A640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18A09EF2-5856-9C17-34F8-95723B8F01F1}"/>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EAC21B16-81B4-EBE6-C710-8A9FDD96DFB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10DF20D7-6010-31D1-AF8D-40BA1512A8D1}"/>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B4EBE743-75DD-A8EF-8B98-B185C4C8D3A4}"/>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6F9EDD04-23D5-F7F9-9646-1179AD2EB286}"/>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F0F32374-C893-CC58-23D2-666832C668C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A1B626E1-313A-1A04-0DD9-0C1BC9B856E1}"/>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26C8578C-F5F0-4D17-87FD-A3A9546E7C54}"/>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1E369F87-0F4E-6F20-F880-3156BEBF06A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0F536AFF-B717-F957-DC79-C7D7800822E5}"/>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spTree>
    <p:extLst>
      <p:ext uri="{BB962C8B-B14F-4D97-AF65-F5344CB8AC3E}">
        <p14:creationId xmlns:p14="http://schemas.microsoft.com/office/powerpoint/2010/main" val="82809122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48" name="Group 47">
            <a:extLst>
              <a:ext uri="{FF2B5EF4-FFF2-40B4-BE49-F238E27FC236}">
                <a16:creationId xmlns:a16="http://schemas.microsoft.com/office/drawing/2014/main" id="{E4FEBEB0-E6CB-D570-86F1-AE87147C1D08}"/>
              </a:ext>
            </a:extLst>
          </p:cNvPr>
          <p:cNvGrpSpPr/>
          <p:nvPr/>
        </p:nvGrpSpPr>
        <p:grpSpPr>
          <a:xfrm>
            <a:off x="798291" y="6024513"/>
            <a:ext cx="7516760" cy="543429"/>
            <a:chOff x="811737" y="5390907"/>
            <a:chExt cx="8818755" cy="637557"/>
          </a:xfrm>
        </p:grpSpPr>
        <p:grpSp>
          <p:nvGrpSpPr>
            <p:cNvPr id="41" name="Group 40">
              <a:extLst>
                <a:ext uri="{FF2B5EF4-FFF2-40B4-BE49-F238E27FC236}">
                  <a16:creationId xmlns:a16="http://schemas.microsoft.com/office/drawing/2014/main" id="{950FA3C6-6E39-975B-6F37-A124DC6F1BBE}"/>
                </a:ext>
              </a:extLst>
            </p:cNvPr>
            <p:cNvGrpSpPr/>
            <p:nvPr/>
          </p:nvGrpSpPr>
          <p:grpSpPr>
            <a:xfrm>
              <a:off x="2744774" y="5436149"/>
              <a:ext cx="6885718" cy="592315"/>
              <a:chOff x="811737" y="5297131"/>
              <a:chExt cx="7963577" cy="685034"/>
            </a:xfrm>
          </p:grpSpPr>
          <p:pic>
            <p:nvPicPr>
              <p:cNvPr id="31" name="Picture 30" descr="Logo&#10;&#10;Description automatically generated">
                <a:extLst>
                  <a:ext uri="{FF2B5EF4-FFF2-40B4-BE49-F238E27FC236}">
                    <a16:creationId xmlns:a16="http://schemas.microsoft.com/office/drawing/2014/main" id="{9CC477AD-194A-59CE-2301-A0D1E61FF939}"/>
                  </a:ext>
                </a:extLst>
              </p:cNvPr>
              <p:cNvPicPr>
                <a:picLocks noChangeAspect="1"/>
              </p:cNvPicPr>
              <p:nvPr/>
            </p:nvPicPr>
            <p:blipFill>
              <a:blip r:embed="rId2"/>
              <a:stretch>
                <a:fillRect/>
              </a:stretch>
            </p:blipFill>
            <p:spPr>
              <a:xfrm>
                <a:off x="8059250" y="5452393"/>
                <a:ext cx="716064" cy="374557"/>
              </a:xfrm>
              <a:prstGeom prst="rect">
                <a:avLst/>
              </a:prstGeom>
            </p:spPr>
          </p:pic>
          <p:pic>
            <p:nvPicPr>
              <p:cNvPr id="32" name="Picture 31" descr="Logo&#10;&#10;Description automatically generated">
                <a:extLst>
                  <a:ext uri="{FF2B5EF4-FFF2-40B4-BE49-F238E27FC236}">
                    <a16:creationId xmlns:a16="http://schemas.microsoft.com/office/drawing/2014/main" id="{F339052D-3D36-4B82-55CA-D5DDB0EE26E5}"/>
                  </a:ext>
                </a:extLst>
              </p:cNvPr>
              <p:cNvPicPr>
                <a:picLocks noChangeAspect="1"/>
              </p:cNvPicPr>
              <p:nvPr/>
            </p:nvPicPr>
            <p:blipFill>
              <a:blip r:embed="rId3"/>
              <a:stretch>
                <a:fillRect/>
              </a:stretch>
            </p:blipFill>
            <p:spPr>
              <a:xfrm>
                <a:off x="6884759" y="5483177"/>
                <a:ext cx="822367" cy="306485"/>
              </a:xfrm>
              <a:prstGeom prst="rect">
                <a:avLst/>
              </a:prstGeom>
            </p:spPr>
          </p:pic>
          <p:pic>
            <p:nvPicPr>
              <p:cNvPr id="34" name="Picture 33">
                <a:extLst>
                  <a:ext uri="{FF2B5EF4-FFF2-40B4-BE49-F238E27FC236}">
                    <a16:creationId xmlns:a16="http://schemas.microsoft.com/office/drawing/2014/main" id="{E2D118F8-7723-A5A0-1EDC-AA1BE9C4E449}"/>
                  </a:ext>
                </a:extLst>
              </p:cNvPr>
              <p:cNvPicPr>
                <a:picLocks noChangeAspect="1"/>
              </p:cNvPicPr>
              <p:nvPr/>
            </p:nvPicPr>
            <p:blipFill>
              <a:blip r:embed="rId4"/>
              <a:stretch>
                <a:fillRect/>
              </a:stretch>
            </p:blipFill>
            <p:spPr>
              <a:xfrm>
                <a:off x="1838153" y="5465315"/>
                <a:ext cx="1169871" cy="342690"/>
              </a:xfrm>
              <a:prstGeom prst="rect">
                <a:avLst/>
              </a:prstGeom>
            </p:spPr>
          </p:pic>
          <p:pic>
            <p:nvPicPr>
              <p:cNvPr id="35" name="Picture 34">
                <a:extLst>
                  <a:ext uri="{FF2B5EF4-FFF2-40B4-BE49-F238E27FC236}">
                    <a16:creationId xmlns:a16="http://schemas.microsoft.com/office/drawing/2014/main" id="{3F6C4C18-3BCC-CC41-8FF6-283FDA28AC7A}"/>
                  </a:ext>
                </a:extLst>
              </p:cNvPr>
              <p:cNvPicPr>
                <a:picLocks noChangeAspect="1"/>
              </p:cNvPicPr>
              <p:nvPr/>
            </p:nvPicPr>
            <p:blipFill>
              <a:blip r:embed="rId5"/>
              <a:stretch>
                <a:fillRect/>
              </a:stretch>
            </p:blipFill>
            <p:spPr>
              <a:xfrm>
                <a:off x="4311961" y="5297131"/>
                <a:ext cx="1164558" cy="685034"/>
              </a:xfrm>
              <a:prstGeom prst="rect">
                <a:avLst/>
              </a:prstGeom>
            </p:spPr>
          </p:pic>
          <p:pic>
            <p:nvPicPr>
              <p:cNvPr id="36" name="Picture 35" descr="A picture containing logo&#10;&#10;Description automatically generated">
                <a:extLst>
                  <a:ext uri="{FF2B5EF4-FFF2-40B4-BE49-F238E27FC236}">
                    <a16:creationId xmlns:a16="http://schemas.microsoft.com/office/drawing/2014/main" id="{88D1B549-5B2D-25C7-C953-78C3C412D215}"/>
                  </a:ext>
                </a:extLst>
              </p:cNvPr>
              <p:cNvPicPr>
                <a:picLocks noChangeAspect="1"/>
              </p:cNvPicPr>
              <p:nvPr/>
            </p:nvPicPr>
            <p:blipFill>
              <a:blip r:embed="rId6"/>
              <a:stretch>
                <a:fillRect/>
              </a:stretch>
            </p:blipFill>
            <p:spPr>
              <a:xfrm>
                <a:off x="5711023" y="5395272"/>
                <a:ext cx="821613" cy="468007"/>
              </a:xfrm>
              <a:prstGeom prst="rect">
                <a:avLst/>
              </a:prstGeom>
            </p:spPr>
          </p:pic>
          <p:pic>
            <p:nvPicPr>
              <p:cNvPr id="37" name="Picture 36" descr="A picture containing text&#10;&#10;Description automatically generated">
                <a:extLst>
                  <a:ext uri="{FF2B5EF4-FFF2-40B4-BE49-F238E27FC236}">
                    <a16:creationId xmlns:a16="http://schemas.microsoft.com/office/drawing/2014/main" id="{556A8BEA-44DC-10E0-C250-FACB448B3D6D}"/>
                  </a:ext>
                </a:extLst>
              </p:cNvPr>
              <p:cNvPicPr>
                <a:picLocks noChangeAspect="1"/>
              </p:cNvPicPr>
              <p:nvPr/>
            </p:nvPicPr>
            <p:blipFill>
              <a:blip r:embed="rId7"/>
              <a:stretch>
                <a:fillRect/>
              </a:stretch>
            </p:blipFill>
            <p:spPr>
              <a:xfrm>
                <a:off x="3267962" y="5485185"/>
                <a:ext cx="846778" cy="298751"/>
              </a:xfrm>
              <a:prstGeom prst="rect">
                <a:avLst/>
              </a:prstGeom>
            </p:spPr>
          </p:pic>
          <p:pic>
            <p:nvPicPr>
              <p:cNvPr id="38" name="Picture 37" descr="Logo, company name&#10;&#10;Description automatically generated">
                <a:extLst>
                  <a:ext uri="{FF2B5EF4-FFF2-40B4-BE49-F238E27FC236}">
                    <a16:creationId xmlns:a16="http://schemas.microsoft.com/office/drawing/2014/main" id="{C76C109E-87ED-95B0-91EF-54F338F55A3D}"/>
                  </a:ext>
                </a:extLst>
              </p:cNvPr>
              <p:cNvPicPr>
                <a:picLocks noChangeAspect="1"/>
              </p:cNvPicPr>
              <p:nvPr/>
            </p:nvPicPr>
            <p:blipFill>
              <a:blip r:embed="rId8"/>
              <a:stretch>
                <a:fillRect/>
              </a:stretch>
            </p:blipFill>
            <p:spPr>
              <a:xfrm>
                <a:off x="811737" y="5353097"/>
                <a:ext cx="881540" cy="590845"/>
              </a:xfrm>
              <a:prstGeom prst="rect">
                <a:avLst/>
              </a:prstGeom>
            </p:spPr>
          </p:pic>
        </p:grpSp>
        <p:pic>
          <p:nvPicPr>
            <p:cNvPr id="47" name="Picture 46">
              <a:extLst>
                <a:ext uri="{FF2B5EF4-FFF2-40B4-BE49-F238E27FC236}">
                  <a16:creationId xmlns:a16="http://schemas.microsoft.com/office/drawing/2014/main" id="{613E5C81-05F1-2339-C28A-193DE3F883AF}"/>
                </a:ext>
              </a:extLst>
            </p:cNvPr>
            <p:cNvPicPr>
              <a:picLocks noChangeAspect="1"/>
            </p:cNvPicPr>
            <p:nvPr/>
          </p:nvPicPr>
          <p:blipFill>
            <a:blip r:embed="rId9"/>
            <a:stretch>
              <a:fillRect/>
            </a:stretch>
          </p:blipFill>
          <p:spPr>
            <a:xfrm>
              <a:off x="811737" y="5390907"/>
              <a:ext cx="1783385" cy="540863"/>
            </a:xfrm>
            <a:prstGeom prst="rect">
              <a:avLst/>
            </a:prstGeom>
          </p:spPr>
        </p:pic>
      </p:grpSp>
      <p:grpSp>
        <p:nvGrpSpPr>
          <p:cNvPr id="11" name="Group 10">
            <a:extLst>
              <a:ext uri="{FF2B5EF4-FFF2-40B4-BE49-F238E27FC236}">
                <a16:creationId xmlns:a16="http://schemas.microsoft.com/office/drawing/2014/main" id="{B7BEED64-EA5D-6A6D-6D6A-A88B78145A0E}"/>
              </a:ext>
            </a:extLst>
          </p:cNvPr>
          <p:cNvGrpSpPr/>
          <p:nvPr/>
        </p:nvGrpSpPr>
        <p:grpSpPr>
          <a:xfrm>
            <a:off x="8315050" y="2766914"/>
            <a:ext cx="3669369" cy="244742"/>
            <a:chOff x="5187575" y="4868069"/>
            <a:chExt cx="1820801" cy="121445"/>
          </a:xfrm>
        </p:grpSpPr>
        <p:sp>
          <p:nvSpPr>
            <p:cNvPr id="12" name="Graphic 12">
              <a:extLst>
                <a:ext uri="{FF2B5EF4-FFF2-40B4-BE49-F238E27FC236}">
                  <a16:creationId xmlns:a16="http://schemas.microsoft.com/office/drawing/2014/main" id="{4B734710-B7DA-28A3-43FF-51F252D65718}"/>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13" name="Straight Connector 12">
              <a:extLst>
                <a:ext uri="{FF2B5EF4-FFF2-40B4-BE49-F238E27FC236}">
                  <a16:creationId xmlns:a16="http://schemas.microsoft.com/office/drawing/2014/main" id="{479D2E37-F8DD-D8E7-02ED-A7CDDDA3D42F}"/>
                </a:ext>
              </a:extLst>
            </p:cNvPr>
            <p:cNvCxnSpPr>
              <a:cxnSpLocks/>
            </p:cNvCxnSpPr>
            <p:nvPr userDrawn="1"/>
          </p:nvCxnSpPr>
          <p:spPr>
            <a:xfrm>
              <a:off x="6223114" y="4937999"/>
              <a:ext cx="785262"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FB9BB97C-2034-642D-9FB0-69D725070892}"/>
                </a:ext>
              </a:extLst>
            </p:cNvPr>
            <p:cNvCxnSpPr>
              <a:cxnSpLocks/>
            </p:cNvCxnSpPr>
            <p:nvPr/>
          </p:nvCxnSpPr>
          <p:spPr>
            <a:xfrm>
              <a:off x="5187575" y="4937999"/>
              <a:ext cx="785262"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pic>
        <p:nvPicPr>
          <p:cNvPr id="191" name="Graphic 190">
            <a:extLst>
              <a:ext uri="{FF2B5EF4-FFF2-40B4-BE49-F238E27FC236}">
                <a16:creationId xmlns:a16="http://schemas.microsoft.com/office/drawing/2014/main" id="{E17B548C-6665-1A0B-AF42-773BB0D0A9CF}"/>
              </a:ext>
            </a:extLst>
          </p:cNvPr>
          <p:cNvPicPr>
            <a:picLocks noChangeAspect="1"/>
          </p:cNvPicPr>
          <p:nvPr/>
        </p:nvPicPr>
        <p:blipFill rotWithShape="1">
          <a:blip r:embed="rId10">
            <a:extLst>
              <a:ext uri="{96DAC541-7B7A-43D3-8B79-37D633B846F1}">
                <asvg:svgBlip xmlns:asvg="http://schemas.microsoft.com/office/drawing/2016/SVG/main" r:embed="rId11"/>
              </a:ext>
            </a:extLst>
          </a:blip>
          <a:srcRect l="15907" t="24863" r="11155" b="27454"/>
          <a:stretch/>
        </p:blipFill>
        <p:spPr>
          <a:xfrm>
            <a:off x="9500044" y="1562888"/>
            <a:ext cx="1369709" cy="895448"/>
          </a:xfrm>
          <a:prstGeom prst="rect">
            <a:avLst/>
          </a:prstGeom>
        </p:spPr>
      </p:pic>
      <p:grpSp>
        <p:nvGrpSpPr>
          <p:cNvPr id="246" name="Group 245">
            <a:extLst>
              <a:ext uri="{FF2B5EF4-FFF2-40B4-BE49-F238E27FC236}">
                <a16:creationId xmlns:a16="http://schemas.microsoft.com/office/drawing/2014/main" id="{9D24446A-062B-C9A9-5BA9-ADCEACE79975}"/>
              </a:ext>
            </a:extLst>
          </p:cNvPr>
          <p:cNvGrpSpPr/>
          <p:nvPr/>
        </p:nvGrpSpPr>
        <p:grpSpPr>
          <a:xfrm>
            <a:off x="9985718" y="3309741"/>
            <a:ext cx="422076" cy="2996750"/>
            <a:chOff x="5966493" y="4167215"/>
            <a:chExt cx="209441" cy="1487038"/>
          </a:xfrm>
        </p:grpSpPr>
        <p:sp>
          <p:nvSpPr>
            <p:cNvPr id="247" name="Graphic 12">
              <a:extLst>
                <a:ext uri="{FF2B5EF4-FFF2-40B4-BE49-F238E27FC236}">
                  <a16:creationId xmlns:a16="http://schemas.microsoft.com/office/drawing/2014/main" id="{C3F5CCDA-E1FC-DF3C-EE1A-00DAB7EC3A91}"/>
                </a:ext>
              </a:extLst>
            </p:cNvPr>
            <p:cNvSpPr/>
            <p:nvPr/>
          </p:nvSpPr>
          <p:spPr>
            <a:xfrm>
              <a:off x="5966493" y="4843972"/>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248" name="Straight Connector 247">
              <a:extLst>
                <a:ext uri="{FF2B5EF4-FFF2-40B4-BE49-F238E27FC236}">
                  <a16:creationId xmlns:a16="http://schemas.microsoft.com/office/drawing/2014/main" id="{1B8681AE-2C0B-B317-E649-77C211F4FA68}"/>
                </a:ext>
              </a:extLst>
            </p:cNvPr>
            <p:cNvCxnSpPr>
              <a:cxnSpLocks/>
            </p:cNvCxnSpPr>
            <p:nvPr userDrawn="1"/>
          </p:nvCxnSpPr>
          <p:spPr>
            <a:xfrm>
              <a:off x="6059044" y="5016636"/>
              <a:ext cx="0" cy="637617"/>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818D918D-FB22-EA50-2886-62B4E995E969}"/>
                </a:ext>
              </a:extLst>
            </p:cNvPr>
            <p:cNvCxnSpPr>
              <a:cxnSpLocks/>
            </p:cNvCxnSpPr>
            <p:nvPr/>
          </p:nvCxnSpPr>
          <p:spPr>
            <a:xfrm>
              <a:off x="6059044" y="4167215"/>
              <a:ext cx="0" cy="637617"/>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19" name="Text Placeholder 10">
            <a:extLst>
              <a:ext uri="{FF2B5EF4-FFF2-40B4-BE49-F238E27FC236}">
                <a16:creationId xmlns:a16="http://schemas.microsoft.com/office/drawing/2014/main" id="{0773EEA1-5786-F45D-0F19-0D8E44DF4010}"/>
              </a:ext>
            </a:extLst>
          </p:cNvPr>
          <p:cNvSpPr txBox="1">
            <a:spLocks/>
          </p:cNvSpPr>
          <p:nvPr/>
        </p:nvSpPr>
        <p:spPr>
          <a:xfrm>
            <a:off x="765633" y="795203"/>
            <a:ext cx="4734863" cy="509336"/>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Brand Graphics</a:t>
            </a:r>
          </a:p>
        </p:txBody>
      </p:sp>
      <p:sp>
        <p:nvSpPr>
          <p:cNvPr id="3" name="Text Placeholder 8">
            <a:extLst>
              <a:ext uri="{FF2B5EF4-FFF2-40B4-BE49-F238E27FC236}">
                <a16:creationId xmlns:a16="http://schemas.microsoft.com/office/drawing/2014/main" id="{69B429DD-4967-5B45-05E0-7123E55CA47D}"/>
              </a:ext>
            </a:extLst>
          </p:cNvPr>
          <p:cNvSpPr txBox="1">
            <a:spLocks/>
          </p:cNvSpPr>
          <p:nvPr/>
        </p:nvSpPr>
        <p:spPr>
          <a:xfrm>
            <a:off x="765634" y="1259457"/>
            <a:ext cx="7308536" cy="482206"/>
          </a:xfrm>
          <a:prstGeom prst="rect">
            <a:avLst/>
          </a:prstGeom>
        </p:spPr>
        <p:txBody>
          <a:bodyPr vert="horz" lIns="91440" tIns="45720" rIns="91440" bIns="45720" rtlCol="0">
            <a:normAutofit fontScale="92500"/>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80"/>
              </a:lnSpc>
            </a:pPr>
            <a:r>
              <a:rPr lang="en-US" sz="1200" b="0" dirty="0">
                <a:solidFill>
                  <a:schemeClr val="accent6"/>
                </a:solidFill>
                <a:latin typeface="Montserrat" pitchFamily="2" charset="77"/>
                <a:cs typeface="Gotham Book" pitchFamily="2" charset="0"/>
              </a:rPr>
              <a:t>The elements on this slide can be used in the development of your PowerPoint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presentation. Simply </a:t>
            </a:r>
            <a:r>
              <a:rPr lang="en-US" sz="1200" dirty="0">
                <a:latin typeface="Montserrat" pitchFamily="2" charset="77"/>
                <a:cs typeface="Gotham Bold" pitchFamily="2" charset="0"/>
              </a:rPr>
              <a:t>“copy” </a:t>
            </a:r>
            <a:r>
              <a:rPr lang="en-US" sz="1200" b="0" dirty="0">
                <a:solidFill>
                  <a:schemeClr val="accent6"/>
                </a:solidFill>
                <a:latin typeface="Montserrat" pitchFamily="2" charset="77"/>
                <a:cs typeface="Gotham Book" pitchFamily="2" charset="0"/>
              </a:rPr>
              <a:t>from here and </a:t>
            </a:r>
            <a:r>
              <a:rPr lang="en-US" sz="1200" dirty="0">
                <a:latin typeface="Montserrat" pitchFamily="2" charset="77"/>
                <a:cs typeface="Gotham Bold" pitchFamily="2" charset="0"/>
              </a:rPr>
              <a:t>“paste” </a:t>
            </a:r>
            <a:r>
              <a:rPr lang="en-US" sz="1200" b="0" dirty="0">
                <a:solidFill>
                  <a:schemeClr val="accent6"/>
                </a:solidFill>
                <a:latin typeface="Montserrat" pitchFamily="2" charset="77"/>
                <a:cs typeface="Gotham Book" pitchFamily="2" charset="0"/>
              </a:rPr>
              <a:t>to the slide you want it to appear on.</a:t>
            </a:r>
          </a:p>
        </p:txBody>
      </p:sp>
      <p:sp>
        <p:nvSpPr>
          <p:cNvPr id="6" name="Slide Number Placeholder 4">
            <a:extLst>
              <a:ext uri="{FF2B5EF4-FFF2-40B4-BE49-F238E27FC236}">
                <a16:creationId xmlns:a16="http://schemas.microsoft.com/office/drawing/2014/main" id="{57CB5ED8-87BC-0A8F-38AD-19CBC0ADC12B}"/>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6</a:t>
            </a:fld>
            <a:endParaRPr lang="en-US" dirty="0"/>
          </a:p>
        </p:txBody>
      </p:sp>
      <p:sp>
        <p:nvSpPr>
          <p:cNvPr id="680" name="TextBox 679">
            <a:extLst>
              <a:ext uri="{FF2B5EF4-FFF2-40B4-BE49-F238E27FC236}">
                <a16:creationId xmlns:a16="http://schemas.microsoft.com/office/drawing/2014/main" id="{38798208-CEC6-6DC4-4047-F0D968E941D1}"/>
              </a:ext>
            </a:extLst>
          </p:cNvPr>
          <p:cNvSpPr txBox="1"/>
          <p:nvPr/>
        </p:nvSpPr>
        <p:spPr>
          <a:xfrm>
            <a:off x="1063168" y="3129293"/>
            <a:ext cx="1383293" cy="200055"/>
          </a:xfrm>
          <a:prstGeom prst="rect">
            <a:avLst/>
          </a:prstGeom>
          <a:noFill/>
        </p:spPr>
        <p:txBody>
          <a:bodyPr wrap="square" rtlCol="0" anchor="ctr">
            <a:spAutoFit/>
          </a:bodyPr>
          <a:lstStyle/>
          <a:p>
            <a:pPr algn="ctr"/>
            <a:r>
              <a:rPr lang="en-US" sz="700" dirty="0">
                <a:solidFill>
                  <a:schemeClr val="accent3"/>
                </a:solidFill>
                <a:latin typeface="Montserrat" pitchFamily="2" charset="77"/>
                <a:cs typeface="Gotham Book" pitchFamily="2" charset="0"/>
              </a:rPr>
              <a:t>Primary logo</a:t>
            </a:r>
          </a:p>
        </p:txBody>
      </p:sp>
      <p:sp>
        <p:nvSpPr>
          <p:cNvPr id="681" name="TextBox 680">
            <a:extLst>
              <a:ext uri="{FF2B5EF4-FFF2-40B4-BE49-F238E27FC236}">
                <a16:creationId xmlns:a16="http://schemas.microsoft.com/office/drawing/2014/main" id="{0AA70195-B181-2A72-5CD2-CBB9B2E3ED1A}"/>
              </a:ext>
            </a:extLst>
          </p:cNvPr>
          <p:cNvSpPr txBox="1"/>
          <p:nvPr/>
        </p:nvSpPr>
        <p:spPr>
          <a:xfrm>
            <a:off x="2781567" y="3129293"/>
            <a:ext cx="1383293" cy="200055"/>
          </a:xfrm>
          <a:prstGeom prst="rect">
            <a:avLst/>
          </a:prstGeom>
          <a:noFill/>
        </p:spPr>
        <p:txBody>
          <a:bodyPr wrap="square" rtlCol="0" anchor="ctr">
            <a:spAutoFit/>
          </a:bodyPr>
          <a:lstStyle/>
          <a:p>
            <a:pPr algn="ctr"/>
            <a:r>
              <a:rPr lang="en-US" sz="700" dirty="0">
                <a:solidFill>
                  <a:schemeClr val="accent3"/>
                </a:solidFill>
                <a:latin typeface="Montserrat" pitchFamily="2" charset="77"/>
                <a:cs typeface="Gotham Book" pitchFamily="2" charset="0"/>
              </a:rPr>
              <a:t>BW logo</a:t>
            </a:r>
          </a:p>
        </p:txBody>
      </p:sp>
      <p:grpSp>
        <p:nvGrpSpPr>
          <p:cNvPr id="679" name="Group 678">
            <a:extLst>
              <a:ext uri="{FF2B5EF4-FFF2-40B4-BE49-F238E27FC236}">
                <a16:creationId xmlns:a16="http://schemas.microsoft.com/office/drawing/2014/main" id="{CC0147CA-1CC3-D395-CEA2-8E59391DCBD2}"/>
              </a:ext>
            </a:extLst>
          </p:cNvPr>
          <p:cNvGrpSpPr/>
          <p:nvPr/>
        </p:nvGrpSpPr>
        <p:grpSpPr>
          <a:xfrm>
            <a:off x="2732402" y="2453034"/>
            <a:ext cx="1620277" cy="495457"/>
            <a:chOff x="-2252791" y="3083680"/>
            <a:chExt cx="1383291" cy="422990"/>
          </a:xfrm>
        </p:grpSpPr>
        <p:sp>
          <p:nvSpPr>
            <p:cNvPr id="432" name="Freeform 431">
              <a:extLst>
                <a:ext uri="{FF2B5EF4-FFF2-40B4-BE49-F238E27FC236}">
                  <a16:creationId xmlns:a16="http://schemas.microsoft.com/office/drawing/2014/main" id="{A1636377-FA49-2A50-709F-B57D6843BF9E}"/>
                </a:ext>
              </a:extLst>
            </p:cNvPr>
            <p:cNvSpPr/>
            <p:nvPr/>
          </p:nvSpPr>
          <p:spPr>
            <a:xfrm>
              <a:off x="-1745719" y="3453086"/>
              <a:ext cx="34886" cy="51960"/>
            </a:xfrm>
            <a:custGeom>
              <a:avLst/>
              <a:gdLst>
                <a:gd name="connsiteX0" fmla="*/ 0 w 34886"/>
                <a:gd name="connsiteY0" fmla="*/ 51960 h 51960"/>
                <a:gd name="connsiteX1" fmla="*/ 0 w 34886"/>
                <a:gd name="connsiteY1" fmla="*/ 0 h 51960"/>
                <a:gd name="connsiteX2" fmla="*/ 34887 w 34886"/>
                <a:gd name="connsiteY2" fmla="*/ 0 h 51960"/>
                <a:gd name="connsiteX3" fmla="*/ 34887 w 34886"/>
                <a:gd name="connsiteY3" fmla="*/ 9743 h 51960"/>
                <a:gd name="connsiteX4" fmla="*/ 10547 w 34886"/>
                <a:gd name="connsiteY4" fmla="*/ 9743 h 51960"/>
                <a:gd name="connsiteX5" fmla="*/ 10547 w 34886"/>
                <a:gd name="connsiteY5" fmla="*/ 22733 h 51960"/>
                <a:gd name="connsiteX6" fmla="*/ 30019 w 34886"/>
                <a:gd name="connsiteY6" fmla="*/ 22733 h 51960"/>
                <a:gd name="connsiteX7" fmla="*/ 30019 w 34886"/>
                <a:gd name="connsiteY7" fmla="*/ 32475 h 51960"/>
                <a:gd name="connsiteX8" fmla="*/ 10547 w 34886"/>
                <a:gd name="connsiteY8" fmla="*/ 32475 h 51960"/>
                <a:gd name="connsiteX9" fmla="*/ 10547 w 34886"/>
                <a:gd name="connsiteY9" fmla="*/ 51960 h 5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86" h="51960">
                  <a:moveTo>
                    <a:pt x="0" y="51960"/>
                  </a:moveTo>
                  <a:lnTo>
                    <a:pt x="0" y="0"/>
                  </a:lnTo>
                  <a:lnTo>
                    <a:pt x="34887" y="0"/>
                  </a:lnTo>
                  <a:lnTo>
                    <a:pt x="34887" y="9743"/>
                  </a:lnTo>
                  <a:lnTo>
                    <a:pt x="10547" y="9743"/>
                  </a:lnTo>
                  <a:lnTo>
                    <a:pt x="10547" y="22733"/>
                  </a:lnTo>
                  <a:lnTo>
                    <a:pt x="30019" y="22733"/>
                  </a:lnTo>
                  <a:lnTo>
                    <a:pt x="30019" y="32475"/>
                  </a:lnTo>
                  <a:lnTo>
                    <a:pt x="10547" y="32475"/>
                  </a:lnTo>
                  <a:lnTo>
                    <a:pt x="10547"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433" name="Graphic 4">
              <a:extLst>
                <a:ext uri="{FF2B5EF4-FFF2-40B4-BE49-F238E27FC236}">
                  <a16:creationId xmlns:a16="http://schemas.microsoft.com/office/drawing/2014/main" id="{6E06515A-2745-25B1-98CC-94441F6C918B}"/>
                </a:ext>
              </a:extLst>
            </p:cNvPr>
            <p:cNvGrpSpPr/>
            <p:nvPr/>
          </p:nvGrpSpPr>
          <p:grpSpPr>
            <a:xfrm>
              <a:off x="-1705965" y="3451462"/>
              <a:ext cx="219866" cy="55207"/>
              <a:chOff x="2404126" y="-2450842"/>
              <a:chExt cx="219866" cy="55207"/>
            </a:xfrm>
            <a:solidFill>
              <a:srgbClr val="231F20"/>
            </a:solidFill>
          </p:grpSpPr>
          <p:sp>
            <p:nvSpPr>
              <p:cNvPr id="434" name="Freeform 433">
                <a:extLst>
                  <a:ext uri="{FF2B5EF4-FFF2-40B4-BE49-F238E27FC236}">
                    <a16:creationId xmlns:a16="http://schemas.microsoft.com/office/drawing/2014/main" id="{D3CE9BCD-3DFD-009F-E5D0-691061FE0CBE}"/>
                  </a:ext>
                </a:extLst>
              </p:cNvPr>
              <p:cNvSpPr/>
              <p:nvPr/>
            </p:nvSpPr>
            <p:spPr>
              <a:xfrm>
                <a:off x="2404126" y="-2450030"/>
                <a:ext cx="55980" cy="54395"/>
              </a:xfrm>
              <a:custGeom>
                <a:avLst/>
                <a:gdLst>
                  <a:gd name="connsiteX0" fmla="*/ 11358 w 55980"/>
                  <a:gd name="connsiteY0" fmla="*/ 26792 h 54395"/>
                  <a:gd name="connsiteX1" fmla="*/ 16226 w 55980"/>
                  <a:gd name="connsiteY1" fmla="*/ 38970 h 54395"/>
                  <a:gd name="connsiteX2" fmla="*/ 28396 w 55980"/>
                  <a:gd name="connsiteY2" fmla="*/ 43842 h 54395"/>
                  <a:gd name="connsiteX3" fmla="*/ 40566 w 55980"/>
                  <a:gd name="connsiteY3" fmla="*/ 38970 h 54395"/>
                  <a:gd name="connsiteX4" fmla="*/ 45434 w 55980"/>
                  <a:gd name="connsiteY4" fmla="*/ 26792 h 54395"/>
                  <a:gd name="connsiteX5" fmla="*/ 40566 w 55980"/>
                  <a:gd name="connsiteY5" fmla="*/ 14614 h 54395"/>
                  <a:gd name="connsiteX6" fmla="*/ 28396 w 55980"/>
                  <a:gd name="connsiteY6" fmla="*/ 9743 h 54395"/>
                  <a:gd name="connsiteX7" fmla="*/ 16226 w 55980"/>
                  <a:gd name="connsiteY7" fmla="*/ 14614 h 54395"/>
                  <a:gd name="connsiteX8" fmla="*/ 11358 w 55980"/>
                  <a:gd name="connsiteY8" fmla="*/ 26792 h 54395"/>
                  <a:gd name="connsiteX9" fmla="*/ 0 w 55980"/>
                  <a:gd name="connsiteY9" fmla="*/ 26792 h 54395"/>
                  <a:gd name="connsiteX10" fmla="*/ 4057 w 55980"/>
                  <a:gd name="connsiteY10" fmla="*/ 12990 h 54395"/>
                  <a:gd name="connsiteX11" fmla="*/ 13792 w 55980"/>
                  <a:gd name="connsiteY11" fmla="*/ 3248 h 54395"/>
                  <a:gd name="connsiteX12" fmla="*/ 27585 w 55980"/>
                  <a:gd name="connsiteY12" fmla="*/ 0 h 54395"/>
                  <a:gd name="connsiteX13" fmla="*/ 41377 w 55980"/>
                  <a:gd name="connsiteY13" fmla="*/ 3248 h 54395"/>
                  <a:gd name="connsiteX14" fmla="*/ 51924 w 55980"/>
                  <a:gd name="connsiteY14" fmla="*/ 12990 h 54395"/>
                  <a:gd name="connsiteX15" fmla="*/ 55981 w 55980"/>
                  <a:gd name="connsiteY15" fmla="*/ 26792 h 54395"/>
                  <a:gd name="connsiteX16" fmla="*/ 53547 w 55980"/>
                  <a:gd name="connsiteY16" fmla="*/ 37347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7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1358" y="26792"/>
                    </a:moveTo>
                    <a:cubicBezTo>
                      <a:pt x="11358" y="31663"/>
                      <a:pt x="12981" y="35723"/>
                      <a:pt x="16226" y="38970"/>
                    </a:cubicBezTo>
                    <a:cubicBezTo>
                      <a:pt x="19472" y="42218"/>
                      <a:pt x="23528" y="43842"/>
                      <a:pt x="28396" y="43842"/>
                    </a:cubicBezTo>
                    <a:cubicBezTo>
                      <a:pt x="33264" y="43842"/>
                      <a:pt x="37321" y="42218"/>
                      <a:pt x="40566" y="38970"/>
                    </a:cubicBezTo>
                    <a:cubicBezTo>
                      <a:pt x="43811" y="35723"/>
                      <a:pt x="45434" y="31663"/>
                      <a:pt x="45434" y="26792"/>
                    </a:cubicBezTo>
                    <a:cubicBezTo>
                      <a:pt x="45434" y="21921"/>
                      <a:pt x="43811" y="17861"/>
                      <a:pt x="40566" y="14614"/>
                    </a:cubicBezTo>
                    <a:cubicBezTo>
                      <a:pt x="37321" y="11366"/>
                      <a:pt x="33264" y="9743"/>
                      <a:pt x="28396" y="9743"/>
                    </a:cubicBezTo>
                    <a:cubicBezTo>
                      <a:pt x="23528" y="9743"/>
                      <a:pt x="19472" y="11366"/>
                      <a:pt x="16226" y="14614"/>
                    </a:cubicBezTo>
                    <a:cubicBezTo>
                      <a:pt x="12981" y="17861"/>
                      <a:pt x="11358" y="21921"/>
                      <a:pt x="11358" y="26792"/>
                    </a:cubicBezTo>
                    <a:moveTo>
                      <a:pt x="0" y="26792"/>
                    </a:moveTo>
                    <a:cubicBezTo>
                      <a:pt x="0" y="21921"/>
                      <a:pt x="1623" y="17050"/>
                      <a:pt x="4057" y="12990"/>
                    </a:cubicBezTo>
                    <a:cubicBezTo>
                      <a:pt x="6491"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50"/>
                      <a:pt x="55981" y="21921"/>
                      <a:pt x="55981" y="26792"/>
                    </a:cubicBezTo>
                    <a:cubicBezTo>
                      <a:pt x="55981" y="30851"/>
                      <a:pt x="55169" y="34099"/>
                      <a:pt x="53547" y="37347"/>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1" y="43842"/>
                      <a:pt x="4057" y="40594"/>
                      <a:pt x="3245" y="37347"/>
                    </a:cubicBezTo>
                    <a:cubicBezTo>
                      <a:pt x="811" y="34099"/>
                      <a:pt x="0" y="30851"/>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35" name="Freeform 434">
                <a:extLst>
                  <a:ext uri="{FF2B5EF4-FFF2-40B4-BE49-F238E27FC236}">
                    <a16:creationId xmlns:a16="http://schemas.microsoft.com/office/drawing/2014/main" id="{88A37D15-B7B6-1F6F-EDD6-379E4C2CAAB2}"/>
                  </a:ext>
                </a:extLst>
              </p:cNvPr>
              <p:cNvSpPr/>
              <p:nvPr/>
            </p:nvSpPr>
            <p:spPr>
              <a:xfrm>
                <a:off x="2467409" y="-2450030"/>
                <a:ext cx="55980" cy="54395"/>
              </a:xfrm>
              <a:custGeom>
                <a:avLst/>
                <a:gdLst>
                  <a:gd name="connsiteX0" fmla="*/ 10547 w 55980"/>
                  <a:gd name="connsiteY0" fmla="*/ 26792 h 54395"/>
                  <a:gd name="connsiteX1" fmla="*/ 15415 w 55980"/>
                  <a:gd name="connsiteY1" fmla="*/ 38970 h 54395"/>
                  <a:gd name="connsiteX2" fmla="*/ 27585 w 55980"/>
                  <a:gd name="connsiteY2" fmla="*/ 43842 h 54395"/>
                  <a:gd name="connsiteX3" fmla="*/ 39755 w 55980"/>
                  <a:gd name="connsiteY3" fmla="*/ 38970 h 54395"/>
                  <a:gd name="connsiteX4" fmla="*/ 44622 w 55980"/>
                  <a:gd name="connsiteY4" fmla="*/ 26792 h 54395"/>
                  <a:gd name="connsiteX5" fmla="*/ 39755 w 55980"/>
                  <a:gd name="connsiteY5" fmla="*/ 14614 h 54395"/>
                  <a:gd name="connsiteX6" fmla="*/ 27585 w 55980"/>
                  <a:gd name="connsiteY6" fmla="*/ 9743 h 54395"/>
                  <a:gd name="connsiteX7" fmla="*/ 15415 w 55980"/>
                  <a:gd name="connsiteY7" fmla="*/ 14614 h 54395"/>
                  <a:gd name="connsiteX8" fmla="*/ 10547 w 55980"/>
                  <a:gd name="connsiteY8" fmla="*/ 26792 h 54395"/>
                  <a:gd name="connsiteX9" fmla="*/ 0 w 55980"/>
                  <a:gd name="connsiteY9" fmla="*/ 26792 h 54395"/>
                  <a:gd name="connsiteX10" fmla="*/ 4057 w 55980"/>
                  <a:gd name="connsiteY10" fmla="*/ 12990 h 54395"/>
                  <a:gd name="connsiteX11" fmla="*/ 13792 w 55980"/>
                  <a:gd name="connsiteY11" fmla="*/ 3248 h 54395"/>
                  <a:gd name="connsiteX12" fmla="*/ 27585 w 55980"/>
                  <a:gd name="connsiteY12" fmla="*/ 0 h 54395"/>
                  <a:gd name="connsiteX13" fmla="*/ 41377 w 55980"/>
                  <a:gd name="connsiteY13" fmla="*/ 3248 h 54395"/>
                  <a:gd name="connsiteX14" fmla="*/ 51924 w 55980"/>
                  <a:gd name="connsiteY14" fmla="*/ 12990 h 54395"/>
                  <a:gd name="connsiteX15" fmla="*/ 55981 w 55980"/>
                  <a:gd name="connsiteY15" fmla="*/ 26792 h 54395"/>
                  <a:gd name="connsiteX16" fmla="*/ 53547 w 55980"/>
                  <a:gd name="connsiteY16" fmla="*/ 37347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7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0547" y="26792"/>
                    </a:moveTo>
                    <a:cubicBezTo>
                      <a:pt x="10547" y="31663"/>
                      <a:pt x="12170" y="35723"/>
                      <a:pt x="15415" y="38970"/>
                    </a:cubicBezTo>
                    <a:cubicBezTo>
                      <a:pt x="18660" y="42218"/>
                      <a:pt x="22717" y="43842"/>
                      <a:pt x="27585" y="43842"/>
                    </a:cubicBezTo>
                    <a:cubicBezTo>
                      <a:pt x="32453" y="43842"/>
                      <a:pt x="36509" y="42218"/>
                      <a:pt x="39755" y="38970"/>
                    </a:cubicBezTo>
                    <a:cubicBezTo>
                      <a:pt x="43000" y="35723"/>
                      <a:pt x="44622" y="31663"/>
                      <a:pt x="44622" y="26792"/>
                    </a:cubicBezTo>
                    <a:cubicBezTo>
                      <a:pt x="44622" y="21921"/>
                      <a:pt x="43000" y="17861"/>
                      <a:pt x="39755" y="14614"/>
                    </a:cubicBezTo>
                    <a:cubicBezTo>
                      <a:pt x="36509" y="11366"/>
                      <a:pt x="32453" y="9743"/>
                      <a:pt x="27585" y="9743"/>
                    </a:cubicBezTo>
                    <a:cubicBezTo>
                      <a:pt x="22717" y="9743"/>
                      <a:pt x="18660" y="11366"/>
                      <a:pt x="15415" y="14614"/>
                    </a:cubicBezTo>
                    <a:cubicBezTo>
                      <a:pt x="12170" y="17861"/>
                      <a:pt x="10547" y="21921"/>
                      <a:pt x="10547" y="26792"/>
                    </a:cubicBezTo>
                    <a:moveTo>
                      <a:pt x="0" y="26792"/>
                    </a:moveTo>
                    <a:cubicBezTo>
                      <a:pt x="0" y="21921"/>
                      <a:pt x="1623" y="17050"/>
                      <a:pt x="4057" y="12990"/>
                    </a:cubicBezTo>
                    <a:cubicBezTo>
                      <a:pt x="6491"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50"/>
                      <a:pt x="55981" y="21921"/>
                      <a:pt x="55981" y="26792"/>
                    </a:cubicBezTo>
                    <a:cubicBezTo>
                      <a:pt x="55981" y="30851"/>
                      <a:pt x="55169" y="34099"/>
                      <a:pt x="53547" y="37347"/>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1" y="43842"/>
                      <a:pt x="4057" y="40594"/>
                      <a:pt x="3245" y="37347"/>
                    </a:cubicBezTo>
                    <a:cubicBezTo>
                      <a:pt x="811" y="34099"/>
                      <a:pt x="0" y="30851"/>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36" name="Freeform 435">
                <a:extLst>
                  <a:ext uri="{FF2B5EF4-FFF2-40B4-BE49-F238E27FC236}">
                    <a16:creationId xmlns:a16="http://schemas.microsoft.com/office/drawing/2014/main" id="{06794B94-5FE2-3BAF-C7F4-DCF9A1CD7CE2}"/>
                  </a:ext>
                </a:extLst>
              </p:cNvPr>
              <p:cNvSpPr/>
              <p:nvPr/>
            </p:nvSpPr>
            <p:spPr>
              <a:xfrm>
                <a:off x="2533125" y="-2450030"/>
                <a:ext cx="44622" cy="52772"/>
              </a:xfrm>
              <a:custGeom>
                <a:avLst/>
                <a:gdLst>
                  <a:gd name="connsiteX0" fmla="*/ 10547 w 44622"/>
                  <a:gd name="connsiteY0" fmla="*/ 43030 h 52772"/>
                  <a:gd name="connsiteX1" fmla="*/ 17038 w 44622"/>
                  <a:gd name="connsiteY1" fmla="*/ 43030 h 52772"/>
                  <a:gd name="connsiteX2" fmla="*/ 30019 w 44622"/>
                  <a:gd name="connsiteY2" fmla="*/ 38158 h 52772"/>
                  <a:gd name="connsiteX3" fmla="*/ 34887 w 44622"/>
                  <a:gd name="connsiteY3" fmla="*/ 25980 h 52772"/>
                  <a:gd name="connsiteX4" fmla="*/ 30019 w 44622"/>
                  <a:gd name="connsiteY4" fmla="*/ 13802 h 52772"/>
                  <a:gd name="connsiteX5" fmla="*/ 17038 w 44622"/>
                  <a:gd name="connsiteY5" fmla="*/ 9743 h 52772"/>
                  <a:gd name="connsiteX6" fmla="*/ 10547 w 44622"/>
                  <a:gd name="connsiteY6" fmla="*/ 9743 h 52772"/>
                  <a:gd name="connsiteX7" fmla="*/ 10547 w 44622"/>
                  <a:gd name="connsiteY7" fmla="*/ 43030 h 52772"/>
                  <a:gd name="connsiteX8" fmla="*/ 0 w 44622"/>
                  <a:gd name="connsiteY8" fmla="*/ 52772 h 52772"/>
                  <a:gd name="connsiteX9" fmla="*/ 0 w 44622"/>
                  <a:gd name="connsiteY9" fmla="*/ 0 h 52772"/>
                  <a:gd name="connsiteX10" fmla="*/ 17038 w 44622"/>
                  <a:gd name="connsiteY10" fmla="*/ 0 h 52772"/>
                  <a:gd name="connsiteX11" fmla="*/ 31641 w 44622"/>
                  <a:gd name="connsiteY11" fmla="*/ 3248 h 52772"/>
                  <a:gd name="connsiteX12" fmla="*/ 41377 w 44622"/>
                  <a:gd name="connsiteY12" fmla="*/ 12178 h 52772"/>
                  <a:gd name="connsiteX13" fmla="*/ 44622 w 44622"/>
                  <a:gd name="connsiteY13" fmla="*/ 25980 h 52772"/>
                  <a:gd name="connsiteX14" fmla="*/ 41377 w 44622"/>
                  <a:gd name="connsiteY14" fmla="*/ 39782 h 52772"/>
                  <a:gd name="connsiteX15" fmla="*/ 30830 w 44622"/>
                  <a:gd name="connsiteY15" fmla="*/ 49525 h 52772"/>
                  <a:gd name="connsiteX16" fmla="*/ 16226 w 44622"/>
                  <a:gd name="connsiteY16" fmla="*/ 52772 h 52772"/>
                  <a:gd name="connsiteX17" fmla="*/ 0 w 44622"/>
                  <a:gd name="connsiteY17"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622" h="52772">
                    <a:moveTo>
                      <a:pt x="10547" y="43030"/>
                    </a:moveTo>
                    <a:lnTo>
                      <a:pt x="17038" y="43030"/>
                    </a:lnTo>
                    <a:cubicBezTo>
                      <a:pt x="22717" y="43030"/>
                      <a:pt x="26773" y="41406"/>
                      <a:pt x="30019" y="38158"/>
                    </a:cubicBezTo>
                    <a:cubicBezTo>
                      <a:pt x="33264" y="34911"/>
                      <a:pt x="34887" y="30851"/>
                      <a:pt x="34887" y="25980"/>
                    </a:cubicBezTo>
                    <a:cubicBezTo>
                      <a:pt x="34887" y="21109"/>
                      <a:pt x="33264" y="17050"/>
                      <a:pt x="30019" y="13802"/>
                    </a:cubicBezTo>
                    <a:cubicBezTo>
                      <a:pt x="26773" y="10554"/>
                      <a:pt x="22717" y="9743"/>
                      <a:pt x="17038" y="9743"/>
                    </a:cubicBezTo>
                    <a:lnTo>
                      <a:pt x="10547" y="9743"/>
                    </a:lnTo>
                    <a:lnTo>
                      <a:pt x="10547" y="43030"/>
                    </a:lnTo>
                    <a:close/>
                    <a:moveTo>
                      <a:pt x="0" y="52772"/>
                    </a:moveTo>
                    <a:lnTo>
                      <a:pt x="0" y="0"/>
                    </a:lnTo>
                    <a:lnTo>
                      <a:pt x="17038" y="0"/>
                    </a:lnTo>
                    <a:cubicBezTo>
                      <a:pt x="22717" y="0"/>
                      <a:pt x="27585" y="812"/>
                      <a:pt x="31641" y="3248"/>
                    </a:cubicBezTo>
                    <a:cubicBezTo>
                      <a:pt x="35698" y="5683"/>
                      <a:pt x="39754" y="8119"/>
                      <a:pt x="41377" y="12178"/>
                    </a:cubicBezTo>
                    <a:cubicBezTo>
                      <a:pt x="43811" y="16238"/>
                      <a:pt x="44622" y="21109"/>
                      <a:pt x="44622" y="25980"/>
                    </a:cubicBezTo>
                    <a:cubicBezTo>
                      <a:pt x="44622" y="30851"/>
                      <a:pt x="43811" y="35723"/>
                      <a:pt x="41377" y="39782"/>
                    </a:cubicBezTo>
                    <a:cubicBezTo>
                      <a:pt x="38943" y="43842"/>
                      <a:pt x="35698" y="47089"/>
                      <a:pt x="30830" y="49525"/>
                    </a:cubicBezTo>
                    <a:cubicBezTo>
                      <a:pt x="26773" y="51960"/>
                      <a:pt x="21905" y="52772"/>
                      <a:pt x="16226" y="52772"/>
                    </a:cubicBez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37" name="Freeform 436">
                <a:extLst>
                  <a:ext uri="{FF2B5EF4-FFF2-40B4-BE49-F238E27FC236}">
                    <a16:creationId xmlns:a16="http://schemas.microsoft.com/office/drawing/2014/main" id="{2ECFD34E-67FB-1C8B-6CA9-F16D080B6364}"/>
                  </a:ext>
                </a:extLst>
              </p:cNvPr>
              <p:cNvSpPr/>
              <p:nvPr/>
            </p:nvSpPr>
            <p:spPr>
              <a:xfrm>
                <a:off x="2585049" y="-2450842"/>
                <a:ext cx="38943" cy="54395"/>
              </a:xfrm>
              <a:custGeom>
                <a:avLst/>
                <a:gdLst>
                  <a:gd name="connsiteX0" fmla="*/ 0 w 38943"/>
                  <a:gd name="connsiteY0" fmla="*/ 43030 h 54395"/>
                  <a:gd name="connsiteX1" fmla="*/ 7302 w 38943"/>
                  <a:gd name="connsiteY1" fmla="*/ 37346 h 54395"/>
                  <a:gd name="connsiteX2" fmla="*/ 12981 w 38943"/>
                  <a:gd name="connsiteY2" fmla="*/ 43030 h 54395"/>
                  <a:gd name="connsiteX3" fmla="*/ 20283 w 38943"/>
                  <a:gd name="connsiteY3" fmla="*/ 45465 h 54395"/>
                  <a:gd name="connsiteX4" fmla="*/ 25962 w 38943"/>
                  <a:gd name="connsiteY4" fmla="*/ 43841 h 54395"/>
                  <a:gd name="connsiteX5" fmla="*/ 27585 w 38943"/>
                  <a:gd name="connsiteY5" fmla="*/ 39782 h 54395"/>
                  <a:gd name="connsiteX6" fmla="*/ 26773 w 38943"/>
                  <a:gd name="connsiteY6" fmla="*/ 37346 h 54395"/>
                  <a:gd name="connsiteX7" fmla="*/ 25151 w 38943"/>
                  <a:gd name="connsiteY7" fmla="*/ 35723 h 54395"/>
                  <a:gd name="connsiteX8" fmla="*/ 23528 w 38943"/>
                  <a:gd name="connsiteY8" fmla="*/ 34099 h 54395"/>
                  <a:gd name="connsiteX9" fmla="*/ 20283 w 38943"/>
                  <a:gd name="connsiteY9" fmla="*/ 32475 h 54395"/>
                  <a:gd name="connsiteX10" fmla="*/ 14604 w 38943"/>
                  <a:gd name="connsiteY10" fmla="*/ 30040 h 54395"/>
                  <a:gd name="connsiteX11" fmla="*/ 4868 w 38943"/>
                  <a:gd name="connsiteY11" fmla="*/ 23544 h 54395"/>
                  <a:gd name="connsiteX12" fmla="*/ 1623 w 38943"/>
                  <a:gd name="connsiteY12" fmla="*/ 14614 h 54395"/>
                  <a:gd name="connsiteX13" fmla="*/ 6491 w 38943"/>
                  <a:gd name="connsiteY13" fmla="*/ 4059 h 54395"/>
                  <a:gd name="connsiteX14" fmla="*/ 19472 w 38943"/>
                  <a:gd name="connsiteY14" fmla="*/ 0 h 54395"/>
                  <a:gd name="connsiteX15" fmla="*/ 30019 w 38943"/>
                  <a:gd name="connsiteY15" fmla="*/ 2436 h 54395"/>
                  <a:gd name="connsiteX16" fmla="*/ 37321 w 38943"/>
                  <a:gd name="connsiteY16" fmla="*/ 9743 h 54395"/>
                  <a:gd name="connsiteX17" fmla="*/ 30019 w 38943"/>
                  <a:gd name="connsiteY17" fmla="*/ 15426 h 54395"/>
                  <a:gd name="connsiteX18" fmla="*/ 20283 w 38943"/>
                  <a:gd name="connsiteY18" fmla="*/ 9743 h 54395"/>
                  <a:gd name="connsiteX19" fmla="*/ 15415 w 38943"/>
                  <a:gd name="connsiteY19" fmla="*/ 11366 h 54395"/>
                  <a:gd name="connsiteX20" fmla="*/ 13792 w 38943"/>
                  <a:gd name="connsiteY20" fmla="*/ 15426 h 54395"/>
                  <a:gd name="connsiteX21" fmla="*/ 15415 w 38943"/>
                  <a:gd name="connsiteY21" fmla="*/ 18673 h 54395"/>
                  <a:gd name="connsiteX22" fmla="*/ 20283 w 38943"/>
                  <a:gd name="connsiteY22" fmla="*/ 21109 h 54395"/>
                  <a:gd name="connsiteX23" fmla="*/ 25962 w 38943"/>
                  <a:gd name="connsiteY23" fmla="*/ 23544 h 54395"/>
                  <a:gd name="connsiteX24" fmla="*/ 33264 w 38943"/>
                  <a:gd name="connsiteY24" fmla="*/ 27604 h 54395"/>
                  <a:gd name="connsiteX25" fmla="*/ 37321 w 38943"/>
                  <a:gd name="connsiteY25" fmla="*/ 32475 h 54395"/>
                  <a:gd name="connsiteX26" fmla="*/ 38943 w 38943"/>
                  <a:gd name="connsiteY26" fmla="*/ 38970 h 54395"/>
                  <a:gd name="connsiteX27" fmla="*/ 34075 w 38943"/>
                  <a:gd name="connsiteY27" fmla="*/ 50337 h 54395"/>
                  <a:gd name="connsiteX28" fmla="*/ 21094 w 38943"/>
                  <a:gd name="connsiteY28" fmla="*/ 54396 h 54395"/>
                  <a:gd name="connsiteX29" fmla="*/ 8925 w 38943"/>
                  <a:gd name="connsiteY29" fmla="*/ 51148 h 54395"/>
                  <a:gd name="connsiteX30" fmla="*/ 0 w 38943"/>
                  <a:gd name="connsiteY30" fmla="*/ 43030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943" h="54395">
                    <a:moveTo>
                      <a:pt x="0" y="43030"/>
                    </a:moveTo>
                    <a:lnTo>
                      <a:pt x="7302" y="37346"/>
                    </a:lnTo>
                    <a:cubicBezTo>
                      <a:pt x="8925" y="39782"/>
                      <a:pt x="10547" y="41406"/>
                      <a:pt x="12981" y="43030"/>
                    </a:cubicBezTo>
                    <a:cubicBezTo>
                      <a:pt x="14604" y="44653"/>
                      <a:pt x="17849" y="45465"/>
                      <a:pt x="20283" y="45465"/>
                    </a:cubicBezTo>
                    <a:cubicBezTo>
                      <a:pt x="22717" y="45465"/>
                      <a:pt x="24339" y="44653"/>
                      <a:pt x="25962" y="43841"/>
                    </a:cubicBezTo>
                    <a:cubicBezTo>
                      <a:pt x="27585" y="43030"/>
                      <a:pt x="27585" y="41406"/>
                      <a:pt x="27585" y="39782"/>
                    </a:cubicBezTo>
                    <a:cubicBezTo>
                      <a:pt x="27585" y="38970"/>
                      <a:pt x="27585" y="38158"/>
                      <a:pt x="26773" y="37346"/>
                    </a:cubicBezTo>
                    <a:cubicBezTo>
                      <a:pt x="26773" y="36535"/>
                      <a:pt x="25962" y="36535"/>
                      <a:pt x="25151" y="35723"/>
                    </a:cubicBezTo>
                    <a:cubicBezTo>
                      <a:pt x="24339" y="34911"/>
                      <a:pt x="23528" y="34911"/>
                      <a:pt x="23528" y="34099"/>
                    </a:cubicBezTo>
                    <a:cubicBezTo>
                      <a:pt x="22717" y="34099"/>
                      <a:pt x="21905" y="33287"/>
                      <a:pt x="20283" y="32475"/>
                    </a:cubicBezTo>
                    <a:lnTo>
                      <a:pt x="14604" y="30040"/>
                    </a:lnTo>
                    <a:cubicBezTo>
                      <a:pt x="10547" y="28416"/>
                      <a:pt x="7302" y="25980"/>
                      <a:pt x="4868" y="23544"/>
                    </a:cubicBezTo>
                    <a:cubicBezTo>
                      <a:pt x="2434" y="21109"/>
                      <a:pt x="1623" y="17861"/>
                      <a:pt x="1623" y="14614"/>
                    </a:cubicBezTo>
                    <a:cubicBezTo>
                      <a:pt x="1623" y="10554"/>
                      <a:pt x="3245" y="6495"/>
                      <a:pt x="6491" y="4059"/>
                    </a:cubicBezTo>
                    <a:cubicBezTo>
                      <a:pt x="9736" y="1624"/>
                      <a:pt x="13792" y="0"/>
                      <a:pt x="19472" y="0"/>
                    </a:cubicBezTo>
                    <a:cubicBezTo>
                      <a:pt x="23528" y="0"/>
                      <a:pt x="26773" y="812"/>
                      <a:pt x="30019" y="2436"/>
                    </a:cubicBezTo>
                    <a:cubicBezTo>
                      <a:pt x="33264" y="4059"/>
                      <a:pt x="35698" y="6495"/>
                      <a:pt x="37321" y="9743"/>
                    </a:cubicBezTo>
                    <a:lnTo>
                      <a:pt x="30019" y="15426"/>
                    </a:lnTo>
                    <a:cubicBezTo>
                      <a:pt x="27585" y="11366"/>
                      <a:pt x="24339" y="9743"/>
                      <a:pt x="20283" y="9743"/>
                    </a:cubicBezTo>
                    <a:cubicBezTo>
                      <a:pt x="18660" y="9743"/>
                      <a:pt x="17038" y="10554"/>
                      <a:pt x="15415" y="11366"/>
                    </a:cubicBezTo>
                    <a:cubicBezTo>
                      <a:pt x="13792" y="12178"/>
                      <a:pt x="13792" y="13802"/>
                      <a:pt x="13792" y="15426"/>
                    </a:cubicBezTo>
                    <a:cubicBezTo>
                      <a:pt x="13792" y="17049"/>
                      <a:pt x="14604" y="17861"/>
                      <a:pt x="15415" y="18673"/>
                    </a:cubicBezTo>
                    <a:cubicBezTo>
                      <a:pt x="16226" y="19485"/>
                      <a:pt x="17849" y="20297"/>
                      <a:pt x="20283" y="21109"/>
                    </a:cubicBezTo>
                    <a:lnTo>
                      <a:pt x="25962" y="23544"/>
                    </a:lnTo>
                    <a:cubicBezTo>
                      <a:pt x="29207" y="25168"/>
                      <a:pt x="31641" y="25980"/>
                      <a:pt x="33264" y="27604"/>
                    </a:cubicBezTo>
                    <a:cubicBezTo>
                      <a:pt x="34887" y="29228"/>
                      <a:pt x="36509" y="30851"/>
                      <a:pt x="37321" y="32475"/>
                    </a:cubicBezTo>
                    <a:cubicBezTo>
                      <a:pt x="38132" y="34099"/>
                      <a:pt x="38943" y="36535"/>
                      <a:pt x="38943" y="38970"/>
                    </a:cubicBezTo>
                    <a:cubicBezTo>
                      <a:pt x="38943" y="43841"/>
                      <a:pt x="37321" y="47901"/>
                      <a:pt x="34075" y="50337"/>
                    </a:cubicBezTo>
                    <a:cubicBezTo>
                      <a:pt x="30830" y="53584"/>
                      <a:pt x="25962" y="54396"/>
                      <a:pt x="21094" y="54396"/>
                    </a:cubicBezTo>
                    <a:cubicBezTo>
                      <a:pt x="16226" y="54396"/>
                      <a:pt x="12981" y="53584"/>
                      <a:pt x="8925" y="51148"/>
                    </a:cubicBezTo>
                    <a:cubicBezTo>
                      <a:pt x="4868" y="48713"/>
                      <a:pt x="2434" y="47089"/>
                      <a:pt x="0" y="43030"/>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438" name="Freeform 437">
              <a:extLst>
                <a:ext uri="{FF2B5EF4-FFF2-40B4-BE49-F238E27FC236}">
                  <a16:creationId xmlns:a16="http://schemas.microsoft.com/office/drawing/2014/main" id="{38372070-4609-785E-0313-D38CD8528CDE}"/>
                </a:ext>
              </a:extLst>
            </p:cNvPr>
            <p:cNvSpPr/>
            <p:nvPr/>
          </p:nvSpPr>
          <p:spPr>
            <a:xfrm>
              <a:off x="-1476363" y="3453086"/>
              <a:ext cx="36509" cy="51960"/>
            </a:xfrm>
            <a:custGeom>
              <a:avLst/>
              <a:gdLst>
                <a:gd name="connsiteX0" fmla="*/ 0 w 36509"/>
                <a:gd name="connsiteY0" fmla="*/ 51960 h 51960"/>
                <a:gd name="connsiteX1" fmla="*/ 0 w 36509"/>
                <a:gd name="connsiteY1" fmla="*/ 0 h 51960"/>
                <a:gd name="connsiteX2" fmla="*/ 35698 w 36509"/>
                <a:gd name="connsiteY2" fmla="*/ 0 h 51960"/>
                <a:gd name="connsiteX3" fmla="*/ 35698 w 36509"/>
                <a:gd name="connsiteY3" fmla="*/ 9743 h 51960"/>
                <a:gd name="connsiteX4" fmla="*/ 11358 w 36509"/>
                <a:gd name="connsiteY4" fmla="*/ 9743 h 51960"/>
                <a:gd name="connsiteX5" fmla="*/ 11358 w 36509"/>
                <a:gd name="connsiteY5" fmla="*/ 20297 h 51960"/>
                <a:gd name="connsiteX6" fmla="*/ 29207 w 36509"/>
                <a:gd name="connsiteY6" fmla="*/ 20297 h 51960"/>
                <a:gd name="connsiteX7" fmla="*/ 29207 w 36509"/>
                <a:gd name="connsiteY7" fmla="*/ 29228 h 51960"/>
                <a:gd name="connsiteX8" fmla="*/ 11358 w 36509"/>
                <a:gd name="connsiteY8" fmla="*/ 29228 h 51960"/>
                <a:gd name="connsiteX9" fmla="*/ 11358 w 36509"/>
                <a:gd name="connsiteY9" fmla="*/ 42218 h 51960"/>
                <a:gd name="connsiteX10" fmla="*/ 36509 w 36509"/>
                <a:gd name="connsiteY10" fmla="*/ 42218 h 51960"/>
                <a:gd name="connsiteX11" fmla="*/ 36509 w 36509"/>
                <a:gd name="connsiteY11" fmla="*/ 51960 h 5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1960">
                  <a:moveTo>
                    <a:pt x="0" y="51960"/>
                  </a:moveTo>
                  <a:lnTo>
                    <a:pt x="0" y="0"/>
                  </a:lnTo>
                  <a:lnTo>
                    <a:pt x="35698" y="0"/>
                  </a:lnTo>
                  <a:lnTo>
                    <a:pt x="35698" y="9743"/>
                  </a:lnTo>
                  <a:lnTo>
                    <a:pt x="11358" y="9743"/>
                  </a:lnTo>
                  <a:lnTo>
                    <a:pt x="11358" y="20297"/>
                  </a:lnTo>
                  <a:lnTo>
                    <a:pt x="29207" y="20297"/>
                  </a:lnTo>
                  <a:lnTo>
                    <a:pt x="29207" y="29228"/>
                  </a:lnTo>
                  <a:lnTo>
                    <a:pt x="11358" y="29228"/>
                  </a:lnTo>
                  <a:lnTo>
                    <a:pt x="11358" y="42218"/>
                  </a:lnTo>
                  <a:lnTo>
                    <a:pt x="36509" y="42218"/>
                  </a:lnTo>
                  <a:lnTo>
                    <a:pt x="36509"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39" name="Freeform 438">
              <a:extLst>
                <a:ext uri="{FF2B5EF4-FFF2-40B4-BE49-F238E27FC236}">
                  <a16:creationId xmlns:a16="http://schemas.microsoft.com/office/drawing/2014/main" id="{0C554390-3D27-4FD1-5BE0-95375B71420E}"/>
                </a:ext>
              </a:extLst>
            </p:cNvPr>
            <p:cNvSpPr/>
            <p:nvPr/>
          </p:nvSpPr>
          <p:spPr>
            <a:xfrm>
              <a:off x="-1429306" y="3452274"/>
              <a:ext cx="44622" cy="52772"/>
            </a:xfrm>
            <a:custGeom>
              <a:avLst/>
              <a:gdLst>
                <a:gd name="connsiteX0" fmla="*/ 10547 w 44622"/>
                <a:gd name="connsiteY0" fmla="*/ 25168 h 52772"/>
                <a:gd name="connsiteX1" fmla="*/ 19472 w 44622"/>
                <a:gd name="connsiteY1" fmla="*/ 25168 h 52772"/>
                <a:gd name="connsiteX2" fmla="*/ 25151 w 44622"/>
                <a:gd name="connsiteY2" fmla="*/ 22733 h 52772"/>
                <a:gd name="connsiteX3" fmla="*/ 27585 w 44622"/>
                <a:gd name="connsiteY3" fmla="*/ 17050 h 52772"/>
                <a:gd name="connsiteX4" fmla="*/ 25151 w 44622"/>
                <a:gd name="connsiteY4" fmla="*/ 11366 h 52772"/>
                <a:gd name="connsiteX5" fmla="*/ 19472 w 44622"/>
                <a:gd name="connsiteY5" fmla="*/ 8931 h 52772"/>
                <a:gd name="connsiteX6" fmla="*/ 10547 w 44622"/>
                <a:gd name="connsiteY6" fmla="*/ 8931 h 52772"/>
                <a:gd name="connsiteX7" fmla="*/ 10547 w 44622"/>
                <a:gd name="connsiteY7" fmla="*/ 25168 h 52772"/>
                <a:gd name="connsiteX8" fmla="*/ 0 w 44622"/>
                <a:gd name="connsiteY8" fmla="*/ 52772 h 52772"/>
                <a:gd name="connsiteX9" fmla="*/ 0 w 44622"/>
                <a:gd name="connsiteY9" fmla="*/ 0 h 52772"/>
                <a:gd name="connsiteX10" fmla="*/ 19472 w 44622"/>
                <a:gd name="connsiteY10" fmla="*/ 0 h 52772"/>
                <a:gd name="connsiteX11" fmla="*/ 33264 w 44622"/>
                <a:gd name="connsiteY11" fmla="*/ 4871 h 52772"/>
                <a:gd name="connsiteX12" fmla="*/ 38943 w 44622"/>
                <a:gd name="connsiteY12" fmla="*/ 17050 h 52772"/>
                <a:gd name="connsiteX13" fmla="*/ 36509 w 44622"/>
                <a:gd name="connsiteY13" fmla="*/ 25980 h 52772"/>
                <a:gd name="connsiteX14" fmla="*/ 30019 w 44622"/>
                <a:gd name="connsiteY14" fmla="*/ 31663 h 52772"/>
                <a:gd name="connsiteX15" fmla="*/ 44622 w 44622"/>
                <a:gd name="connsiteY15" fmla="*/ 52772 h 52772"/>
                <a:gd name="connsiteX16" fmla="*/ 32453 w 44622"/>
                <a:gd name="connsiteY16" fmla="*/ 52772 h 52772"/>
                <a:gd name="connsiteX17" fmla="*/ 18660 w 44622"/>
                <a:gd name="connsiteY17" fmla="*/ 34099 h 52772"/>
                <a:gd name="connsiteX18" fmla="*/ 10547 w 44622"/>
                <a:gd name="connsiteY18" fmla="*/ 34099 h 52772"/>
                <a:gd name="connsiteX19" fmla="*/ 10547 w 44622"/>
                <a:gd name="connsiteY19" fmla="*/ 52772 h 52772"/>
                <a:gd name="connsiteX20" fmla="*/ 0 w 44622"/>
                <a:gd name="connsiteY20"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2" h="52772">
                  <a:moveTo>
                    <a:pt x="10547" y="25168"/>
                  </a:moveTo>
                  <a:lnTo>
                    <a:pt x="19472" y="25168"/>
                  </a:lnTo>
                  <a:cubicBezTo>
                    <a:pt x="21905" y="25168"/>
                    <a:pt x="23528" y="24356"/>
                    <a:pt x="25151" y="22733"/>
                  </a:cubicBezTo>
                  <a:cubicBezTo>
                    <a:pt x="26773" y="21109"/>
                    <a:pt x="27585" y="19485"/>
                    <a:pt x="27585" y="17050"/>
                  </a:cubicBezTo>
                  <a:cubicBezTo>
                    <a:pt x="27585" y="14614"/>
                    <a:pt x="26773" y="12990"/>
                    <a:pt x="25151" y="11366"/>
                  </a:cubicBezTo>
                  <a:cubicBezTo>
                    <a:pt x="23528" y="9743"/>
                    <a:pt x="21905" y="8931"/>
                    <a:pt x="19472" y="8931"/>
                  </a:cubicBezTo>
                  <a:lnTo>
                    <a:pt x="10547" y="8931"/>
                  </a:lnTo>
                  <a:lnTo>
                    <a:pt x="10547" y="25168"/>
                  </a:lnTo>
                  <a:close/>
                  <a:moveTo>
                    <a:pt x="0" y="52772"/>
                  </a:moveTo>
                  <a:lnTo>
                    <a:pt x="0" y="0"/>
                  </a:lnTo>
                  <a:lnTo>
                    <a:pt x="19472" y="0"/>
                  </a:lnTo>
                  <a:cubicBezTo>
                    <a:pt x="25151" y="0"/>
                    <a:pt x="29207" y="1624"/>
                    <a:pt x="33264" y="4871"/>
                  </a:cubicBezTo>
                  <a:cubicBezTo>
                    <a:pt x="36509" y="8119"/>
                    <a:pt x="38943" y="12178"/>
                    <a:pt x="38943" y="17050"/>
                  </a:cubicBezTo>
                  <a:cubicBezTo>
                    <a:pt x="38943" y="20297"/>
                    <a:pt x="38132" y="23545"/>
                    <a:pt x="36509" y="25980"/>
                  </a:cubicBezTo>
                  <a:cubicBezTo>
                    <a:pt x="34887" y="28416"/>
                    <a:pt x="32453" y="30851"/>
                    <a:pt x="30019" y="31663"/>
                  </a:cubicBezTo>
                  <a:lnTo>
                    <a:pt x="44622" y="52772"/>
                  </a:lnTo>
                  <a:lnTo>
                    <a:pt x="32453" y="52772"/>
                  </a:lnTo>
                  <a:lnTo>
                    <a:pt x="18660" y="34099"/>
                  </a:lnTo>
                  <a:lnTo>
                    <a:pt x="10547" y="34099"/>
                  </a:lnTo>
                  <a:lnTo>
                    <a:pt x="10547" y="52772"/>
                  </a:ln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0" name="Freeform 439">
              <a:extLst>
                <a:ext uri="{FF2B5EF4-FFF2-40B4-BE49-F238E27FC236}">
                  <a16:creationId xmlns:a16="http://schemas.microsoft.com/office/drawing/2014/main" id="{A4772A3C-DF77-8FEA-5CA2-7FBBE02DDD58}"/>
                </a:ext>
              </a:extLst>
            </p:cNvPr>
            <p:cNvSpPr/>
            <p:nvPr/>
          </p:nvSpPr>
          <p:spPr>
            <a:xfrm>
              <a:off x="-1385495" y="3453086"/>
              <a:ext cx="50301" cy="53584"/>
            </a:xfrm>
            <a:custGeom>
              <a:avLst/>
              <a:gdLst>
                <a:gd name="connsiteX0" fmla="*/ 0 w 50301"/>
                <a:gd name="connsiteY0" fmla="*/ 0 h 53584"/>
                <a:gd name="connsiteX1" fmla="*/ 12170 w 50301"/>
                <a:gd name="connsiteY1" fmla="*/ 0 h 53584"/>
                <a:gd name="connsiteX2" fmla="*/ 25151 w 50301"/>
                <a:gd name="connsiteY2" fmla="*/ 31663 h 53584"/>
                <a:gd name="connsiteX3" fmla="*/ 38132 w 50301"/>
                <a:gd name="connsiteY3" fmla="*/ 0 h 53584"/>
                <a:gd name="connsiteX4" fmla="*/ 50302 w 50301"/>
                <a:gd name="connsiteY4" fmla="*/ 0 h 53584"/>
                <a:gd name="connsiteX5" fmla="*/ 26773 w 50301"/>
                <a:gd name="connsiteY5" fmla="*/ 53584 h 53584"/>
                <a:gd name="connsiteX6" fmla="*/ 23528 w 50301"/>
                <a:gd name="connsiteY6" fmla="*/ 53584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01" h="53584">
                  <a:moveTo>
                    <a:pt x="0" y="0"/>
                  </a:moveTo>
                  <a:lnTo>
                    <a:pt x="12170" y="0"/>
                  </a:lnTo>
                  <a:lnTo>
                    <a:pt x="25151" y="31663"/>
                  </a:lnTo>
                  <a:lnTo>
                    <a:pt x="38132" y="0"/>
                  </a:lnTo>
                  <a:lnTo>
                    <a:pt x="50302" y="0"/>
                  </a:lnTo>
                  <a:lnTo>
                    <a:pt x="26773" y="53584"/>
                  </a:lnTo>
                  <a:lnTo>
                    <a:pt x="23528" y="53584"/>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1" name="Freeform 440">
              <a:extLst>
                <a:ext uri="{FF2B5EF4-FFF2-40B4-BE49-F238E27FC236}">
                  <a16:creationId xmlns:a16="http://schemas.microsoft.com/office/drawing/2014/main" id="{77888016-6085-0CEE-8825-2DDD136E1949}"/>
                </a:ext>
              </a:extLst>
            </p:cNvPr>
            <p:cNvSpPr/>
            <p:nvPr/>
          </p:nvSpPr>
          <p:spPr>
            <a:xfrm>
              <a:off x="-1327081" y="3453086"/>
              <a:ext cx="10547" cy="52772"/>
            </a:xfrm>
            <a:custGeom>
              <a:avLst/>
              <a:gdLst>
                <a:gd name="connsiteX0" fmla="*/ 0 w 10547"/>
                <a:gd name="connsiteY0" fmla="*/ 0 h 52772"/>
                <a:gd name="connsiteX1" fmla="*/ 10547 w 10547"/>
                <a:gd name="connsiteY1" fmla="*/ 0 h 52772"/>
                <a:gd name="connsiteX2" fmla="*/ 10547 w 10547"/>
                <a:gd name="connsiteY2" fmla="*/ 52772 h 52772"/>
                <a:gd name="connsiteX3" fmla="*/ 0 w 10547"/>
                <a:gd name="connsiteY3" fmla="*/ 52772 h 52772"/>
              </a:gdLst>
              <a:ahLst/>
              <a:cxnLst>
                <a:cxn ang="0">
                  <a:pos x="connsiteX0" y="connsiteY0"/>
                </a:cxn>
                <a:cxn ang="0">
                  <a:pos x="connsiteX1" y="connsiteY1"/>
                </a:cxn>
                <a:cxn ang="0">
                  <a:pos x="connsiteX2" y="connsiteY2"/>
                </a:cxn>
                <a:cxn ang="0">
                  <a:pos x="connsiteX3" y="connsiteY3"/>
                </a:cxn>
              </a:cxnLst>
              <a:rect l="l" t="t" r="r" b="b"/>
              <a:pathLst>
                <a:path w="10547" h="52772">
                  <a:moveTo>
                    <a:pt x="0" y="0"/>
                  </a:moveTo>
                  <a:lnTo>
                    <a:pt x="10547" y="0"/>
                  </a:lnTo>
                  <a:lnTo>
                    <a:pt x="10547" y="52772"/>
                  </a:ln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2" name="Freeform 441">
              <a:extLst>
                <a:ext uri="{FF2B5EF4-FFF2-40B4-BE49-F238E27FC236}">
                  <a16:creationId xmlns:a16="http://schemas.microsoft.com/office/drawing/2014/main" id="{6BE36679-340D-D707-4506-3328B6C9EC60}"/>
                </a:ext>
              </a:extLst>
            </p:cNvPr>
            <p:cNvSpPr/>
            <p:nvPr/>
          </p:nvSpPr>
          <p:spPr>
            <a:xfrm>
              <a:off x="-1306798" y="3451462"/>
              <a:ext cx="51924" cy="53584"/>
            </a:xfrm>
            <a:custGeom>
              <a:avLst/>
              <a:gdLst>
                <a:gd name="connsiteX0" fmla="*/ 2434 w 51924"/>
                <a:gd name="connsiteY0" fmla="*/ 38158 h 53584"/>
                <a:gd name="connsiteX1" fmla="*/ 0 w 51924"/>
                <a:gd name="connsiteY1" fmla="*/ 27604 h 53584"/>
                <a:gd name="connsiteX2" fmla="*/ 2434 w 51924"/>
                <a:gd name="connsiteY2" fmla="*/ 17049 h 53584"/>
                <a:gd name="connsiteX3" fmla="*/ 8113 w 51924"/>
                <a:gd name="connsiteY3" fmla="*/ 8119 h 53584"/>
                <a:gd name="connsiteX4" fmla="*/ 17038 w 51924"/>
                <a:gd name="connsiteY4" fmla="*/ 2436 h 53584"/>
                <a:gd name="connsiteX5" fmla="*/ 28396 w 51924"/>
                <a:gd name="connsiteY5" fmla="*/ 0 h 53584"/>
                <a:gd name="connsiteX6" fmla="*/ 42188 w 51924"/>
                <a:gd name="connsiteY6" fmla="*/ 3247 h 53584"/>
                <a:gd name="connsiteX7" fmla="*/ 51924 w 51924"/>
                <a:gd name="connsiteY7" fmla="*/ 12990 h 53584"/>
                <a:gd name="connsiteX8" fmla="*/ 43811 w 51924"/>
                <a:gd name="connsiteY8" fmla="*/ 18673 h 53584"/>
                <a:gd name="connsiteX9" fmla="*/ 28396 w 51924"/>
                <a:gd name="connsiteY9" fmla="*/ 9743 h 53584"/>
                <a:gd name="connsiteX10" fmla="*/ 16226 w 51924"/>
                <a:gd name="connsiteY10" fmla="*/ 14614 h 53584"/>
                <a:gd name="connsiteX11" fmla="*/ 11358 w 51924"/>
                <a:gd name="connsiteY11" fmla="*/ 26792 h 53584"/>
                <a:gd name="connsiteX12" fmla="*/ 16226 w 51924"/>
                <a:gd name="connsiteY12" fmla="*/ 38970 h 53584"/>
                <a:gd name="connsiteX13" fmla="*/ 28396 w 51924"/>
                <a:gd name="connsiteY13" fmla="*/ 43841 h 53584"/>
                <a:gd name="connsiteX14" fmla="*/ 43811 w 51924"/>
                <a:gd name="connsiteY14" fmla="*/ 34911 h 53584"/>
                <a:gd name="connsiteX15" fmla="*/ 51924 w 51924"/>
                <a:gd name="connsiteY15" fmla="*/ 40594 h 53584"/>
                <a:gd name="connsiteX16" fmla="*/ 42188 w 51924"/>
                <a:gd name="connsiteY16" fmla="*/ 50337 h 53584"/>
                <a:gd name="connsiteX17" fmla="*/ 28396 w 51924"/>
                <a:gd name="connsiteY17" fmla="*/ 53584 h 53584"/>
                <a:gd name="connsiteX18" fmla="*/ 17849 w 51924"/>
                <a:gd name="connsiteY18" fmla="*/ 51148 h 53584"/>
                <a:gd name="connsiteX19" fmla="*/ 8924 w 51924"/>
                <a:gd name="connsiteY19" fmla="*/ 45465 h 53584"/>
                <a:gd name="connsiteX20" fmla="*/ 2434 w 51924"/>
                <a:gd name="connsiteY20" fmla="*/ 38158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24" h="53584">
                  <a:moveTo>
                    <a:pt x="2434" y="38158"/>
                  </a:moveTo>
                  <a:cubicBezTo>
                    <a:pt x="811" y="34911"/>
                    <a:pt x="0" y="30851"/>
                    <a:pt x="0" y="27604"/>
                  </a:cubicBezTo>
                  <a:cubicBezTo>
                    <a:pt x="0" y="23544"/>
                    <a:pt x="811" y="20297"/>
                    <a:pt x="2434" y="17049"/>
                  </a:cubicBezTo>
                  <a:cubicBezTo>
                    <a:pt x="4057" y="13802"/>
                    <a:pt x="5679" y="10554"/>
                    <a:pt x="8113" y="8119"/>
                  </a:cubicBezTo>
                  <a:cubicBezTo>
                    <a:pt x="10547" y="5683"/>
                    <a:pt x="13792" y="4059"/>
                    <a:pt x="17038" y="2436"/>
                  </a:cubicBezTo>
                  <a:cubicBezTo>
                    <a:pt x="20283" y="812"/>
                    <a:pt x="24339" y="0"/>
                    <a:pt x="28396" y="0"/>
                  </a:cubicBezTo>
                  <a:cubicBezTo>
                    <a:pt x="33264" y="0"/>
                    <a:pt x="38132" y="812"/>
                    <a:pt x="42188" y="3247"/>
                  </a:cubicBezTo>
                  <a:cubicBezTo>
                    <a:pt x="46245" y="5683"/>
                    <a:pt x="49490" y="8931"/>
                    <a:pt x="51924" y="12990"/>
                  </a:cubicBezTo>
                  <a:lnTo>
                    <a:pt x="43811" y="18673"/>
                  </a:lnTo>
                  <a:cubicBezTo>
                    <a:pt x="39754" y="12990"/>
                    <a:pt x="34886" y="9743"/>
                    <a:pt x="28396" y="9743"/>
                  </a:cubicBezTo>
                  <a:cubicBezTo>
                    <a:pt x="23528" y="9743"/>
                    <a:pt x="19472" y="11366"/>
                    <a:pt x="16226" y="14614"/>
                  </a:cubicBezTo>
                  <a:cubicBezTo>
                    <a:pt x="12981" y="17861"/>
                    <a:pt x="11358" y="21921"/>
                    <a:pt x="11358" y="26792"/>
                  </a:cubicBezTo>
                  <a:cubicBezTo>
                    <a:pt x="11358" y="31663"/>
                    <a:pt x="12981" y="35723"/>
                    <a:pt x="16226" y="38970"/>
                  </a:cubicBezTo>
                  <a:cubicBezTo>
                    <a:pt x="19472" y="42218"/>
                    <a:pt x="23528" y="43841"/>
                    <a:pt x="28396" y="43841"/>
                  </a:cubicBezTo>
                  <a:cubicBezTo>
                    <a:pt x="34886" y="43841"/>
                    <a:pt x="39754" y="40594"/>
                    <a:pt x="43811" y="34911"/>
                  </a:cubicBezTo>
                  <a:lnTo>
                    <a:pt x="51924" y="40594"/>
                  </a:lnTo>
                  <a:cubicBezTo>
                    <a:pt x="49490" y="44653"/>
                    <a:pt x="46245" y="47901"/>
                    <a:pt x="42188" y="50337"/>
                  </a:cubicBezTo>
                  <a:cubicBezTo>
                    <a:pt x="38132" y="52772"/>
                    <a:pt x="33264" y="53584"/>
                    <a:pt x="28396" y="53584"/>
                  </a:cubicBezTo>
                  <a:cubicBezTo>
                    <a:pt x="24339" y="53584"/>
                    <a:pt x="21094" y="52772"/>
                    <a:pt x="17849" y="51148"/>
                  </a:cubicBezTo>
                  <a:cubicBezTo>
                    <a:pt x="14604" y="49525"/>
                    <a:pt x="11358" y="47901"/>
                    <a:pt x="8924" y="45465"/>
                  </a:cubicBezTo>
                  <a:cubicBezTo>
                    <a:pt x="5679" y="44653"/>
                    <a:pt x="4057" y="41406"/>
                    <a:pt x="2434" y="38158"/>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3" name="Freeform 442">
              <a:extLst>
                <a:ext uri="{FF2B5EF4-FFF2-40B4-BE49-F238E27FC236}">
                  <a16:creationId xmlns:a16="http://schemas.microsoft.com/office/drawing/2014/main" id="{C0B10C4A-0407-E75E-42CC-08A8BCEEA8D3}"/>
                </a:ext>
              </a:extLst>
            </p:cNvPr>
            <p:cNvSpPr/>
            <p:nvPr/>
          </p:nvSpPr>
          <p:spPr>
            <a:xfrm>
              <a:off x="-1245949" y="3453086"/>
              <a:ext cx="36509" cy="51960"/>
            </a:xfrm>
            <a:custGeom>
              <a:avLst/>
              <a:gdLst>
                <a:gd name="connsiteX0" fmla="*/ 0 w 36509"/>
                <a:gd name="connsiteY0" fmla="*/ 51960 h 51960"/>
                <a:gd name="connsiteX1" fmla="*/ 0 w 36509"/>
                <a:gd name="connsiteY1" fmla="*/ 0 h 51960"/>
                <a:gd name="connsiteX2" fmla="*/ 35698 w 36509"/>
                <a:gd name="connsiteY2" fmla="*/ 0 h 51960"/>
                <a:gd name="connsiteX3" fmla="*/ 35698 w 36509"/>
                <a:gd name="connsiteY3" fmla="*/ 9743 h 51960"/>
                <a:gd name="connsiteX4" fmla="*/ 11358 w 36509"/>
                <a:gd name="connsiteY4" fmla="*/ 9743 h 51960"/>
                <a:gd name="connsiteX5" fmla="*/ 11358 w 36509"/>
                <a:gd name="connsiteY5" fmla="*/ 20297 h 51960"/>
                <a:gd name="connsiteX6" fmla="*/ 29207 w 36509"/>
                <a:gd name="connsiteY6" fmla="*/ 20297 h 51960"/>
                <a:gd name="connsiteX7" fmla="*/ 29207 w 36509"/>
                <a:gd name="connsiteY7" fmla="*/ 29228 h 51960"/>
                <a:gd name="connsiteX8" fmla="*/ 11358 w 36509"/>
                <a:gd name="connsiteY8" fmla="*/ 29228 h 51960"/>
                <a:gd name="connsiteX9" fmla="*/ 11358 w 36509"/>
                <a:gd name="connsiteY9" fmla="*/ 42218 h 51960"/>
                <a:gd name="connsiteX10" fmla="*/ 36509 w 36509"/>
                <a:gd name="connsiteY10" fmla="*/ 42218 h 51960"/>
                <a:gd name="connsiteX11" fmla="*/ 36509 w 36509"/>
                <a:gd name="connsiteY11" fmla="*/ 51960 h 5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1960">
                  <a:moveTo>
                    <a:pt x="0" y="51960"/>
                  </a:moveTo>
                  <a:lnTo>
                    <a:pt x="0" y="0"/>
                  </a:lnTo>
                  <a:lnTo>
                    <a:pt x="35698" y="0"/>
                  </a:lnTo>
                  <a:lnTo>
                    <a:pt x="35698" y="9743"/>
                  </a:lnTo>
                  <a:lnTo>
                    <a:pt x="11358" y="9743"/>
                  </a:lnTo>
                  <a:lnTo>
                    <a:pt x="11358" y="20297"/>
                  </a:lnTo>
                  <a:lnTo>
                    <a:pt x="29207" y="20297"/>
                  </a:lnTo>
                  <a:lnTo>
                    <a:pt x="29207" y="29228"/>
                  </a:lnTo>
                  <a:lnTo>
                    <a:pt x="11358" y="29228"/>
                  </a:lnTo>
                  <a:lnTo>
                    <a:pt x="11358" y="42218"/>
                  </a:lnTo>
                  <a:lnTo>
                    <a:pt x="36509" y="42218"/>
                  </a:lnTo>
                  <a:lnTo>
                    <a:pt x="36509"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4" name="Freeform 443">
              <a:extLst>
                <a:ext uri="{FF2B5EF4-FFF2-40B4-BE49-F238E27FC236}">
                  <a16:creationId xmlns:a16="http://schemas.microsoft.com/office/drawing/2014/main" id="{5781C1F8-62B8-62F6-17D2-8C8C544F7C53}"/>
                </a:ext>
              </a:extLst>
            </p:cNvPr>
            <p:cNvSpPr/>
            <p:nvPr/>
          </p:nvSpPr>
          <p:spPr>
            <a:xfrm rot="16206204">
              <a:off x="-1283062" y="3337026"/>
              <a:ext cx="121697" cy="26792"/>
            </a:xfrm>
            <a:custGeom>
              <a:avLst/>
              <a:gdLst>
                <a:gd name="connsiteX0" fmla="*/ 0 w 121697"/>
                <a:gd name="connsiteY0" fmla="*/ 0 h 26792"/>
                <a:gd name="connsiteX1" fmla="*/ 121698 w 121697"/>
                <a:gd name="connsiteY1" fmla="*/ 0 h 26792"/>
                <a:gd name="connsiteX2" fmla="*/ 121698 w 121697"/>
                <a:gd name="connsiteY2" fmla="*/ 26792 h 26792"/>
                <a:gd name="connsiteX3" fmla="*/ 0 w 121697"/>
                <a:gd name="connsiteY3" fmla="*/ 26792 h 26792"/>
              </a:gdLst>
              <a:ahLst/>
              <a:cxnLst>
                <a:cxn ang="0">
                  <a:pos x="connsiteX0" y="connsiteY0"/>
                </a:cxn>
                <a:cxn ang="0">
                  <a:pos x="connsiteX1" y="connsiteY1"/>
                </a:cxn>
                <a:cxn ang="0">
                  <a:pos x="connsiteX2" y="connsiteY2"/>
                </a:cxn>
                <a:cxn ang="0">
                  <a:pos x="connsiteX3" y="connsiteY3"/>
                </a:cxn>
              </a:cxnLst>
              <a:rect l="l" t="t" r="r" b="b"/>
              <a:pathLst>
                <a:path w="121697" h="26792">
                  <a:moveTo>
                    <a:pt x="0" y="0"/>
                  </a:moveTo>
                  <a:lnTo>
                    <a:pt x="121698" y="0"/>
                  </a:lnTo>
                  <a:lnTo>
                    <a:pt x="121698" y="26792"/>
                  </a:lnTo>
                  <a:lnTo>
                    <a:pt x="0" y="26792"/>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5" name="Freeform 444">
              <a:extLst>
                <a:ext uri="{FF2B5EF4-FFF2-40B4-BE49-F238E27FC236}">
                  <a16:creationId xmlns:a16="http://schemas.microsoft.com/office/drawing/2014/main" id="{082DA1CF-FB6D-0C2F-6B30-00D5F12E2CF8}"/>
                </a:ext>
              </a:extLst>
            </p:cNvPr>
            <p:cNvSpPr/>
            <p:nvPr/>
          </p:nvSpPr>
          <p:spPr>
            <a:xfrm>
              <a:off x="-1194025" y="3389759"/>
              <a:ext cx="17037" cy="21108"/>
            </a:xfrm>
            <a:custGeom>
              <a:avLst/>
              <a:gdLst>
                <a:gd name="connsiteX0" fmla="*/ 17038 w 17037"/>
                <a:gd name="connsiteY0" fmla="*/ 0 h 21108"/>
                <a:gd name="connsiteX1" fmla="*/ 17038 w 17037"/>
                <a:gd name="connsiteY1" fmla="*/ 1624 h 21108"/>
                <a:gd name="connsiteX2" fmla="*/ 8925 w 17037"/>
                <a:gd name="connsiteY2" fmla="*/ 1624 h 21108"/>
                <a:gd name="connsiteX3" fmla="*/ 8925 w 17037"/>
                <a:gd name="connsiteY3" fmla="*/ 21109 h 21108"/>
                <a:gd name="connsiteX4" fmla="*/ 7302 w 17037"/>
                <a:gd name="connsiteY4" fmla="*/ 21109 h 21108"/>
                <a:gd name="connsiteX5" fmla="*/ 7302 w 17037"/>
                <a:gd name="connsiteY5" fmla="*/ 1624 h 21108"/>
                <a:gd name="connsiteX6" fmla="*/ 0 w 17037"/>
                <a:gd name="connsiteY6" fmla="*/ 1624 h 21108"/>
                <a:gd name="connsiteX7" fmla="*/ 0 w 17037"/>
                <a:gd name="connsiteY7" fmla="*/ 0 h 2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37" h="21108">
                  <a:moveTo>
                    <a:pt x="17038" y="0"/>
                  </a:moveTo>
                  <a:lnTo>
                    <a:pt x="17038" y="1624"/>
                  </a:lnTo>
                  <a:lnTo>
                    <a:pt x="8925" y="1624"/>
                  </a:lnTo>
                  <a:lnTo>
                    <a:pt x="8925" y="21109"/>
                  </a:lnTo>
                  <a:lnTo>
                    <a:pt x="7302" y="21109"/>
                  </a:lnTo>
                  <a:lnTo>
                    <a:pt x="7302" y="1624"/>
                  </a:lnTo>
                  <a:lnTo>
                    <a:pt x="0" y="1624"/>
                  </a:lnTo>
                  <a:lnTo>
                    <a:pt x="0" y="0"/>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6" name="Freeform 445">
              <a:extLst>
                <a:ext uri="{FF2B5EF4-FFF2-40B4-BE49-F238E27FC236}">
                  <a16:creationId xmlns:a16="http://schemas.microsoft.com/office/drawing/2014/main" id="{29EC0696-EC0F-0D65-977C-38376D228F48}"/>
                </a:ext>
              </a:extLst>
            </p:cNvPr>
            <p:cNvSpPr/>
            <p:nvPr/>
          </p:nvSpPr>
          <p:spPr>
            <a:xfrm>
              <a:off x="-1175365" y="3389759"/>
              <a:ext cx="20282" cy="21108"/>
            </a:xfrm>
            <a:custGeom>
              <a:avLst/>
              <a:gdLst>
                <a:gd name="connsiteX0" fmla="*/ 3245 w 20282"/>
                <a:gd name="connsiteY0" fmla="*/ 0 h 21108"/>
                <a:gd name="connsiteX1" fmla="*/ 10547 w 20282"/>
                <a:gd name="connsiteY1" fmla="*/ 18673 h 21108"/>
                <a:gd name="connsiteX2" fmla="*/ 17849 w 20282"/>
                <a:gd name="connsiteY2" fmla="*/ 0 h 21108"/>
                <a:gd name="connsiteX3" fmla="*/ 20283 w 20282"/>
                <a:gd name="connsiteY3" fmla="*/ 0 h 21108"/>
                <a:gd name="connsiteX4" fmla="*/ 20283 w 20282"/>
                <a:gd name="connsiteY4" fmla="*/ 21109 h 21108"/>
                <a:gd name="connsiteX5" fmla="*/ 18660 w 20282"/>
                <a:gd name="connsiteY5" fmla="*/ 21109 h 21108"/>
                <a:gd name="connsiteX6" fmla="*/ 18660 w 20282"/>
                <a:gd name="connsiteY6" fmla="*/ 2436 h 21108"/>
                <a:gd name="connsiteX7" fmla="*/ 18660 w 20282"/>
                <a:gd name="connsiteY7" fmla="*/ 2436 h 21108"/>
                <a:gd name="connsiteX8" fmla="*/ 11358 w 20282"/>
                <a:gd name="connsiteY8" fmla="*/ 21109 h 21108"/>
                <a:gd name="connsiteX9" fmla="*/ 8924 w 20282"/>
                <a:gd name="connsiteY9" fmla="*/ 21109 h 21108"/>
                <a:gd name="connsiteX10" fmla="*/ 2434 w 20282"/>
                <a:gd name="connsiteY10" fmla="*/ 2436 h 21108"/>
                <a:gd name="connsiteX11" fmla="*/ 2434 w 20282"/>
                <a:gd name="connsiteY11" fmla="*/ 2436 h 21108"/>
                <a:gd name="connsiteX12" fmla="*/ 2434 w 20282"/>
                <a:gd name="connsiteY12" fmla="*/ 21109 h 21108"/>
                <a:gd name="connsiteX13" fmla="*/ 0 w 20282"/>
                <a:gd name="connsiteY13" fmla="*/ 21109 h 21108"/>
                <a:gd name="connsiteX14" fmla="*/ 0 w 20282"/>
                <a:gd name="connsiteY14" fmla="*/ 0 h 2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82" h="21108">
                  <a:moveTo>
                    <a:pt x="3245" y="0"/>
                  </a:moveTo>
                  <a:lnTo>
                    <a:pt x="10547" y="18673"/>
                  </a:lnTo>
                  <a:lnTo>
                    <a:pt x="17849" y="0"/>
                  </a:lnTo>
                  <a:lnTo>
                    <a:pt x="20283" y="0"/>
                  </a:lnTo>
                  <a:lnTo>
                    <a:pt x="20283" y="21109"/>
                  </a:lnTo>
                  <a:lnTo>
                    <a:pt x="18660" y="21109"/>
                  </a:lnTo>
                  <a:lnTo>
                    <a:pt x="18660" y="2436"/>
                  </a:lnTo>
                  <a:lnTo>
                    <a:pt x="18660" y="2436"/>
                  </a:lnTo>
                  <a:lnTo>
                    <a:pt x="11358" y="21109"/>
                  </a:lnTo>
                  <a:lnTo>
                    <a:pt x="8924" y="21109"/>
                  </a:lnTo>
                  <a:lnTo>
                    <a:pt x="2434" y="2436"/>
                  </a:lnTo>
                  <a:lnTo>
                    <a:pt x="2434" y="2436"/>
                  </a:lnTo>
                  <a:lnTo>
                    <a:pt x="2434" y="21109"/>
                  </a:lnTo>
                  <a:lnTo>
                    <a:pt x="0" y="21109"/>
                  </a:lnTo>
                  <a:lnTo>
                    <a:pt x="0" y="0"/>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447" name="Graphic 4">
              <a:extLst>
                <a:ext uri="{FF2B5EF4-FFF2-40B4-BE49-F238E27FC236}">
                  <a16:creationId xmlns:a16="http://schemas.microsoft.com/office/drawing/2014/main" id="{2DC73BC8-BD23-7A30-522C-D56D2114F50D}"/>
                </a:ext>
              </a:extLst>
            </p:cNvPr>
            <p:cNvGrpSpPr/>
            <p:nvPr/>
          </p:nvGrpSpPr>
          <p:grpSpPr>
            <a:xfrm>
              <a:off x="-1415514" y="3246056"/>
              <a:ext cx="210130" cy="168871"/>
              <a:chOff x="2694577" y="-2656248"/>
              <a:chExt cx="210130" cy="168871"/>
            </a:xfrm>
            <a:solidFill>
              <a:srgbClr val="000000"/>
            </a:solidFill>
          </p:grpSpPr>
          <p:sp>
            <p:nvSpPr>
              <p:cNvPr id="448" name="Freeform 447">
                <a:extLst>
                  <a:ext uri="{FF2B5EF4-FFF2-40B4-BE49-F238E27FC236}">
                    <a16:creationId xmlns:a16="http://schemas.microsoft.com/office/drawing/2014/main" id="{0D1EC9B6-D0A9-0B10-567B-86BAE9D178E4}"/>
                  </a:ext>
                </a:extLst>
              </p:cNvPr>
              <p:cNvSpPr/>
              <p:nvPr/>
            </p:nvSpPr>
            <p:spPr>
              <a:xfrm>
                <a:off x="2694577" y="-2640822"/>
                <a:ext cx="167942" cy="153445"/>
              </a:xfrm>
              <a:custGeom>
                <a:avLst/>
                <a:gdLst>
                  <a:gd name="connsiteX0" fmla="*/ 145226 w 167942"/>
                  <a:gd name="connsiteY0" fmla="*/ 117723 h 153445"/>
                  <a:gd name="connsiteX1" fmla="*/ 143603 w 167942"/>
                  <a:gd name="connsiteY1" fmla="*/ 120158 h 153445"/>
                  <a:gd name="connsiteX2" fmla="*/ 141169 w 167942"/>
                  <a:gd name="connsiteY2" fmla="*/ 123406 h 153445"/>
                  <a:gd name="connsiteX3" fmla="*/ 137924 w 167942"/>
                  <a:gd name="connsiteY3" fmla="*/ 125841 h 153445"/>
                  <a:gd name="connsiteX4" fmla="*/ 133056 w 167942"/>
                  <a:gd name="connsiteY4" fmla="*/ 127465 h 153445"/>
                  <a:gd name="connsiteX5" fmla="*/ 126565 w 167942"/>
                  <a:gd name="connsiteY5" fmla="*/ 125030 h 153445"/>
                  <a:gd name="connsiteX6" fmla="*/ 124943 w 167942"/>
                  <a:gd name="connsiteY6" fmla="*/ 116099 h 153445"/>
                  <a:gd name="connsiteX7" fmla="*/ 124943 w 167942"/>
                  <a:gd name="connsiteY7" fmla="*/ 54396 h 153445"/>
                  <a:gd name="connsiteX8" fmla="*/ 156584 w 167942"/>
                  <a:gd name="connsiteY8" fmla="*/ 54396 h 153445"/>
                  <a:gd name="connsiteX9" fmla="*/ 156584 w 167942"/>
                  <a:gd name="connsiteY9" fmla="*/ 28416 h 153445"/>
                  <a:gd name="connsiteX10" fmla="*/ 124943 w 167942"/>
                  <a:gd name="connsiteY10" fmla="*/ 28416 h 153445"/>
                  <a:gd name="connsiteX11" fmla="*/ 124943 w 167942"/>
                  <a:gd name="connsiteY11" fmla="*/ 0 h 153445"/>
                  <a:gd name="connsiteX12" fmla="*/ 98169 w 167942"/>
                  <a:gd name="connsiteY12" fmla="*/ 0 h 153445"/>
                  <a:gd name="connsiteX13" fmla="*/ 98169 w 167942"/>
                  <a:gd name="connsiteY13" fmla="*/ 28416 h 153445"/>
                  <a:gd name="connsiteX14" fmla="*/ 41377 w 167942"/>
                  <a:gd name="connsiteY14" fmla="*/ 28416 h 153445"/>
                  <a:gd name="connsiteX15" fmla="*/ 41377 w 167942"/>
                  <a:gd name="connsiteY15" fmla="*/ 0 h 153445"/>
                  <a:gd name="connsiteX16" fmla="*/ 14604 w 167942"/>
                  <a:gd name="connsiteY16" fmla="*/ 0 h 153445"/>
                  <a:gd name="connsiteX17" fmla="*/ 14604 w 167942"/>
                  <a:gd name="connsiteY17" fmla="*/ 28416 h 153445"/>
                  <a:gd name="connsiteX18" fmla="*/ 0 w 167942"/>
                  <a:gd name="connsiteY18" fmla="*/ 28416 h 153445"/>
                  <a:gd name="connsiteX19" fmla="*/ 0 w 167942"/>
                  <a:gd name="connsiteY19" fmla="*/ 54396 h 153445"/>
                  <a:gd name="connsiteX20" fmla="*/ 14604 w 167942"/>
                  <a:gd name="connsiteY20" fmla="*/ 54396 h 153445"/>
                  <a:gd name="connsiteX21" fmla="*/ 14604 w 167942"/>
                  <a:gd name="connsiteY21" fmla="*/ 118535 h 153445"/>
                  <a:gd name="connsiteX22" fmla="*/ 24339 w 167942"/>
                  <a:gd name="connsiteY22" fmla="*/ 144515 h 153445"/>
                  <a:gd name="connsiteX23" fmla="*/ 49490 w 167942"/>
                  <a:gd name="connsiteY23" fmla="*/ 153445 h 153445"/>
                  <a:gd name="connsiteX24" fmla="*/ 67339 w 167942"/>
                  <a:gd name="connsiteY24" fmla="*/ 148574 h 153445"/>
                  <a:gd name="connsiteX25" fmla="*/ 83565 w 167942"/>
                  <a:gd name="connsiteY25" fmla="*/ 133148 h 153445"/>
                  <a:gd name="connsiteX26" fmla="*/ 62471 w 167942"/>
                  <a:gd name="connsiteY26" fmla="*/ 117723 h 153445"/>
                  <a:gd name="connsiteX27" fmla="*/ 60849 w 167942"/>
                  <a:gd name="connsiteY27" fmla="*/ 120158 h 153445"/>
                  <a:gd name="connsiteX28" fmla="*/ 58415 w 167942"/>
                  <a:gd name="connsiteY28" fmla="*/ 123406 h 153445"/>
                  <a:gd name="connsiteX29" fmla="*/ 55169 w 167942"/>
                  <a:gd name="connsiteY29" fmla="*/ 125841 h 153445"/>
                  <a:gd name="connsiteX30" fmla="*/ 50302 w 167942"/>
                  <a:gd name="connsiteY30" fmla="*/ 127465 h 153445"/>
                  <a:gd name="connsiteX31" fmla="*/ 43811 w 167942"/>
                  <a:gd name="connsiteY31" fmla="*/ 125030 h 153445"/>
                  <a:gd name="connsiteX32" fmla="*/ 42188 w 167942"/>
                  <a:gd name="connsiteY32" fmla="*/ 116099 h 153445"/>
                  <a:gd name="connsiteX33" fmla="*/ 42188 w 167942"/>
                  <a:gd name="connsiteY33" fmla="*/ 54396 h 153445"/>
                  <a:gd name="connsiteX34" fmla="*/ 98980 w 167942"/>
                  <a:gd name="connsiteY34" fmla="*/ 54396 h 153445"/>
                  <a:gd name="connsiteX35" fmla="*/ 98980 w 167942"/>
                  <a:gd name="connsiteY35" fmla="*/ 118535 h 153445"/>
                  <a:gd name="connsiteX36" fmla="*/ 108716 w 167942"/>
                  <a:gd name="connsiteY36" fmla="*/ 144515 h 153445"/>
                  <a:gd name="connsiteX37" fmla="*/ 133867 w 167942"/>
                  <a:gd name="connsiteY37" fmla="*/ 153445 h 153445"/>
                  <a:gd name="connsiteX38" fmla="*/ 151716 w 167942"/>
                  <a:gd name="connsiteY38" fmla="*/ 148574 h 153445"/>
                  <a:gd name="connsiteX39" fmla="*/ 167942 w 167942"/>
                  <a:gd name="connsiteY39" fmla="*/ 133148 h 153445"/>
                  <a:gd name="connsiteX40" fmla="*/ 145226 w 167942"/>
                  <a:gd name="connsiteY40" fmla="*/ 117723 h 1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7942" h="153445">
                    <a:moveTo>
                      <a:pt x="145226" y="117723"/>
                    </a:moveTo>
                    <a:cubicBezTo>
                      <a:pt x="145226" y="117723"/>
                      <a:pt x="144414" y="118535"/>
                      <a:pt x="143603" y="120158"/>
                    </a:cubicBezTo>
                    <a:cubicBezTo>
                      <a:pt x="142792" y="121782"/>
                      <a:pt x="141980" y="122594"/>
                      <a:pt x="141169" y="123406"/>
                    </a:cubicBezTo>
                    <a:cubicBezTo>
                      <a:pt x="140358" y="124218"/>
                      <a:pt x="139546" y="125030"/>
                      <a:pt x="137924" y="125841"/>
                    </a:cubicBezTo>
                    <a:cubicBezTo>
                      <a:pt x="136301" y="126653"/>
                      <a:pt x="134678" y="127465"/>
                      <a:pt x="133056" y="127465"/>
                    </a:cubicBezTo>
                    <a:cubicBezTo>
                      <a:pt x="129810" y="127465"/>
                      <a:pt x="128188" y="126653"/>
                      <a:pt x="126565" y="125030"/>
                    </a:cubicBezTo>
                    <a:cubicBezTo>
                      <a:pt x="124943" y="123406"/>
                      <a:pt x="124943" y="120158"/>
                      <a:pt x="124943" y="116099"/>
                    </a:cubicBezTo>
                    <a:cubicBezTo>
                      <a:pt x="124943" y="95802"/>
                      <a:pt x="124943" y="74693"/>
                      <a:pt x="124943" y="54396"/>
                    </a:cubicBezTo>
                    <a:cubicBezTo>
                      <a:pt x="135490" y="54396"/>
                      <a:pt x="146037" y="54396"/>
                      <a:pt x="156584" y="54396"/>
                    </a:cubicBezTo>
                    <a:cubicBezTo>
                      <a:pt x="156584" y="45465"/>
                      <a:pt x="156584" y="36535"/>
                      <a:pt x="156584" y="28416"/>
                    </a:cubicBezTo>
                    <a:cubicBezTo>
                      <a:pt x="146037" y="28416"/>
                      <a:pt x="135490" y="28416"/>
                      <a:pt x="124943" y="28416"/>
                    </a:cubicBezTo>
                    <a:cubicBezTo>
                      <a:pt x="124943" y="18673"/>
                      <a:pt x="124943" y="9743"/>
                      <a:pt x="124943" y="0"/>
                    </a:cubicBezTo>
                    <a:cubicBezTo>
                      <a:pt x="116018" y="0"/>
                      <a:pt x="107094" y="0"/>
                      <a:pt x="98169" y="0"/>
                    </a:cubicBezTo>
                    <a:cubicBezTo>
                      <a:pt x="98169" y="9743"/>
                      <a:pt x="98169" y="18673"/>
                      <a:pt x="98169" y="28416"/>
                    </a:cubicBezTo>
                    <a:cubicBezTo>
                      <a:pt x="79509" y="28416"/>
                      <a:pt x="60037" y="28416"/>
                      <a:pt x="41377" y="28416"/>
                    </a:cubicBezTo>
                    <a:cubicBezTo>
                      <a:pt x="41377" y="18673"/>
                      <a:pt x="41377" y="9743"/>
                      <a:pt x="41377" y="0"/>
                    </a:cubicBezTo>
                    <a:cubicBezTo>
                      <a:pt x="32453" y="0"/>
                      <a:pt x="23528" y="0"/>
                      <a:pt x="14604" y="0"/>
                    </a:cubicBezTo>
                    <a:cubicBezTo>
                      <a:pt x="14604" y="9743"/>
                      <a:pt x="14604" y="18673"/>
                      <a:pt x="14604" y="28416"/>
                    </a:cubicBezTo>
                    <a:cubicBezTo>
                      <a:pt x="9736" y="28416"/>
                      <a:pt x="4868" y="28416"/>
                      <a:pt x="0" y="28416"/>
                    </a:cubicBezTo>
                    <a:cubicBezTo>
                      <a:pt x="0" y="37347"/>
                      <a:pt x="0" y="46277"/>
                      <a:pt x="0" y="54396"/>
                    </a:cubicBezTo>
                    <a:cubicBezTo>
                      <a:pt x="4868" y="54396"/>
                      <a:pt x="9736" y="54396"/>
                      <a:pt x="14604" y="54396"/>
                    </a:cubicBezTo>
                    <a:cubicBezTo>
                      <a:pt x="14604" y="75505"/>
                      <a:pt x="14604" y="96614"/>
                      <a:pt x="14604" y="118535"/>
                    </a:cubicBezTo>
                    <a:cubicBezTo>
                      <a:pt x="14604" y="129901"/>
                      <a:pt x="17849" y="138832"/>
                      <a:pt x="24339" y="144515"/>
                    </a:cubicBezTo>
                    <a:cubicBezTo>
                      <a:pt x="30830" y="151010"/>
                      <a:pt x="38943" y="153445"/>
                      <a:pt x="49490" y="153445"/>
                    </a:cubicBezTo>
                    <a:cubicBezTo>
                      <a:pt x="55981" y="153445"/>
                      <a:pt x="62471" y="151822"/>
                      <a:pt x="67339" y="148574"/>
                    </a:cubicBezTo>
                    <a:cubicBezTo>
                      <a:pt x="72207" y="145327"/>
                      <a:pt x="77886" y="140455"/>
                      <a:pt x="83565" y="133148"/>
                    </a:cubicBezTo>
                    <a:cubicBezTo>
                      <a:pt x="76264" y="128277"/>
                      <a:pt x="69773" y="122594"/>
                      <a:pt x="62471" y="117723"/>
                    </a:cubicBezTo>
                    <a:cubicBezTo>
                      <a:pt x="62471" y="117723"/>
                      <a:pt x="61660" y="118535"/>
                      <a:pt x="60849" y="120158"/>
                    </a:cubicBezTo>
                    <a:cubicBezTo>
                      <a:pt x="60037" y="121782"/>
                      <a:pt x="59226" y="122594"/>
                      <a:pt x="58415" y="123406"/>
                    </a:cubicBezTo>
                    <a:cubicBezTo>
                      <a:pt x="57603" y="124218"/>
                      <a:pt x="56792" y="125030"/>
                      <a:pt x="55169" y="125841"/>
                    </a:cubicBezTo>
                    <a:cubicBezTo>
                      <a:pt x="53547" y="126653"/>
                      <a:pt x="51924" y="127465"/>
                      <a:pt x="50302" y="127465"/>
                    </a:cubicBezTo>
                    <a:cubicBezTo>
                      <a:pt x="47056" y="127465"/>
                      <a:pt x="45434" y="126653"/>
                      <a:pt x="43811" y="125030"/>
                    </a:cubicBezTo>
                    <a:cubicBezTo>
                      <a:pt x="42188" y="123406"/>
                      <a:pt x="42188" y="120158"/>
                      <a:pt x="42188" y="116099"/>
                    </a:cubicBezTo>
                    <a:cubicBezTo>
                      <a:pt x="42188" y="95802"/>
                      <a:pt x="42188" y="74693"/>
                      <a:pt x="42188" y="54396"/>
                    </a:cubicBezTo>
                    <a:cubicBezTo>
                      <a:pt x="60849" y="54396"/>
                      <a:pt x="80320" y="54396"/>
                      <a:pt x="98980" y="54396"/>
                    </a:cubicBezTo>
                    <a:cubicBezTo>
                      <a:pt x="98980" y="75505"/>
                      <a:pt x="98980" y="96614"/>
                      <a:pt x="98980" y="118535"/>
                    </a:cubicBezTo>
                    <a:cubicBezTo>
                      <a:pt x="98980" y="129901"/>
                      <a:pt x="102226" y="138832"/>
                      <a:pt x="108716" y="144515"/>
                    </a:cubicBezTo>
                    <a:cubicBezTo>
                      <a:pt x="115207" y="151010"/>
                      <a:pt x="123320" y="153445"/>
                      <a:pt x="133867" y="153445"/>
                    </a:cubicBezTo>
                    <a:cubicBezTo>
                      <a:pt x="140358" y="153445"/>
                      <a:pt x="146848" y="151822"/>
                      <a:pt x="151716" y="148574"/>
                    </a:cubicBezTo>
                    <a:cubicBezTo>
                      <a:pt x="156584" y="145327"/>
                      <a:pt x="162263" y="140455"/>
                      <a:pt x="167942" y="133148"/>
                    </a:cubicBezTo>
                    <a:cubicBezTo>
                      <a:pt x="159018" y="128277"/>
                      <a:pt x="152527" y="123406"/>
                      <a:pt x="145226" y="117723"/>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49" name="Freeform 448">
                <a:extLst>
                  <a:ext uri="{FF2B5EF4-FFF2-40B4-BE49-F238E27FC236}">
                    <a16:creationId xmlns:a16="http://schemas.microsoft.com/office/drawing/2014/main" id="{8175D652-77F6-8F68-CE47-2BE29B654AF7}"/>
                  </a:ext>
                </a:extLst>
              </p:cNvPr>
              <p:cNvSpPr/>
              <p:nvPr/>
            </p:nvSpPr>
            <p:spPr>
              <a:xfrm>
                <a:off x="2872255" y="-2656248"/>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1366"/>
                      <a:pt x="1623" y="8119"/>
                      <a:pt x="4868" y="4871"/>
                    </a:cubicBezTo>
                    <a:cubicBezTo>
                      <a:pt x="8113" y="1624"/>
                      <a:pt x="11358" y="0"/>
                      <a:pt x="16226" y="0"/>
                    </a:cubicBezTo>
                    <a:cubicBezTo>
                      <a:pt x="20283" y="0"/>
                      <a:pt x="24339" y="1624"/>
                      <a:pt x="27585" y="4871"/>
                    </a:cubicBezTo>
                    <a:cubicBezTo>
                      <a:pt x="30830" y="8119"/>
                      <a:pt x="32453" y="12178"/>
                      <a:pt x="32453" y="16238"/>
                    </a:cubicBezTo>
                    <a:cubicBezTo>
                      <a:pt x="32453" y="21109"/>
                      <a:pt x="30830" y="24356"/>
                      <a:pt x="27585" y="27604"/>
                    </a:cubicBezTo>
                    <a:cubicBezTo>
                      <a:pt x="24339" y="30851"/>
                      <a:pt x="20283" y="32475"/>
                      <a:pt x="16226" y="32475"/>
                    </a:cubicBezTo>
                    <a:cubicBezTo>
                      <a:pt x="11358" y="31663"/>
                      <a:pt x="7302" y="30851"/>
                      <a:pt x="4868" y="27604"/>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450" name="Freeform 449">
              <a:extLst>
                <a:ext uri="{FF2B5EF4-FFF2-40B4-BE49-F238E27FC236}">
                  <a16:creationId xmlns:a16="http://schemas.microsoft.com/office/drawing/2014/main" id="{BEC5159C-81A4-3C04-8E54-63C6B5812462}"/>
                </a:ext>
              </a:extLst>
            </p:cNvPr>
            <p:cNvSpPr/>
            <p:nvPr/>
          </p:nvSpPr>
          <p:spPr>
            <a:xfrm>
              <a:off x="-1665399" y="3289086"/>
              <a:ext cx="118452" cy="122593"/>
            </a:xfrm>
            <a:custGeom>
              <a:avLst/>
              <a:gdLst>
                <a:gd name="connsiteX0" fmla="*/ 0 w 118452"/>
                <a:gd name="connsiteY0" fmla="*/ 121782 h 122593"/>
                <a:gd name="connsiteX1" fmla="*/ 68151 w 118452"/>
                <a:gd name="connsiteY1" fmla="*/ 25980 h 122593"/>
                <a:gd name="connsiteX2" fmla="*/ 13792 w 118452"/>
                <a:gd name="connsiteY2" fmla="*/ 25980 h 122593"/>
                <a:gd name="connsiteX3" fmla="*/ 13792 w 118452"/>
                <a:gd name="connsiteY3" fmla="*/ 0 h 122593"/>
                <a:gd name="connsiteX4" fmla="*/ 118452 w 118452"/>
                <a:gd name="connsiteY4" fmla="*/ 0 h 122593"/>
                <a:gd name="connsiteX5" fmla="*/ 51113 w 118452"/>
                <a:gd name="connsiteY5" fmla="*/ 94990 h 122593"/>
                <a:gd name="connsiteX6" fmla="*/ 111150 w 118452"/>
                <a:gd name="connsiteY6" fmla="*/ 94990 h 122593"/>
                <a:gd name="connsiteX7" fmla="*/ 111150 w 118452"/>
                <a:gd name="connsiteY7" fmla="*/ 122594 h 1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452" h="122593">
                  <a:moveTo>
                    <a:pt x="0" y="121782"/>
                  </a:moveTo>
                  <a:lnTo>
                    <a:pt x="68151" y="25980"/>
                  </a:lnTo>
                  <a:lnTo>
                    <a:pt x="13792" y="25980"/>
                  </a:lnTo>
                  <a:lnTo>
                    <a:pt x="13792" y="0"/>
                  </a:lnTo>
                  <a:lnTo>
                    <a:pt x="118452" y="0"/>
                  </a:lnTo>
                  <a:lnTo>
                    <a:pt x="51113" y="94990"/>
                  </a:lnTo>
                  <a:lnTo>
                    <a:pt x="111150" y="94990"/>
                  </a:lnTo>
                  <a:lnTo>
                    <a:pt x="111150" y="122594"/>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451" name="Graphic 4">
              <a:extLst>
                <a:ext uri="{FF2B5EF4-FFF2-40B4-BE49-F238E27FC236}">
                  <a16:creationId xmlns:a16="http://schemas.microsoft.com/office/drawing/2014/main" id="{FC5D77E8-2CCB-1CFB-65DD-BB263FB78F7C}"/>
                </a:ext>
              </a:extLst>
            </p:cNvPr>
            <p:cNvGrpSpPr/>
            <p:nvPr/>
          </p:nvGrpSpPr>
          <p:grpSpPr>
            <a:xfrm>
              <a:off x="-1888511" y="3284215"/>
              <a:ext cx="222300" cy="129088"/>
              <a:chOff x="2221580" y="-2618089"/>
              <a:chExt cx="222300" cy="129088"/>
            </a:xfrm>
            <a:solidFill>
              <a:srgbClr val="000000"/>
            </a:solidFill>
          </p:grpSpPr>
          <p:sp>
            <p:nvSpPr>
              <p:cNvPr id="452" name="Freeform 451">
                <a:extLst>
                  <a:ext uri="{FF2B5EF4-FFF2-40B4-BE49-F238E27FC236}">
                    <a16:creationId xmlns:a16="http://schemas.microsoft.com/office/drawing/2014/main" id="{9C6B7979-68E7-39DE-35DE-97D132C4D052}"/>
                  </a:ext>
                </a:extLst>
              </p:cNvPr>
              <p:cNvSpPr/>
              <p:nvPr/>
            </p:nvSpPr>
            <p:spPr>
              <a:xfrm>
                <a:off x="2377353" y="-2617278"/>
                <a:ext cx="66527" cy="126653"/>
              </a:xfrm>
              <a:custGeom>
                <a:avLst/>
                <a:gdLst>
                  <a:gd name="connsiteX0" fmla="*/ 0 w 66527"/>
                  <a:gd name="connsiteY0" fmla="*/ 125841 h 126653"/>
                  <a:gd name="connsiteX1" fmla="*/ 0 w 66527"/>
                  <a:gd name="connsiteY1" fmla="*/ 3247 h 126653"/>
                  <a:gd name="connsiteX2" fmla="*/ 25151 w 66527"/>
                  <a:gd name="connsiteY2" fmla="*/ 3247 h 126653"/>
                  <a:gd name="connsiteX3" fmla="*/ 26773 w 66527"/>
                  <a:gd name="connsiteY3" fmla="*/ 16238 h 126653"/>
                  <a:gd name="connsiteX4" fmla="*/ 66528 w 66527"/>
                  <a:gd name="connsiteY4" fmla="*/ 0 h 126653"/>
                  <a:gd name="connsiteX5" fmla="*/ 66528 w 66527"/>
                  <a:gd name="connsiteY5" fmla="*/ 29228 h 126653"/>
                  <a:gd name="connsiteX6" fmla="*/ 41377 w 66527"/>
                  <a:gd name="connsiteY6" fmla="*/ 36535 h 126653"/>
                  <a:gd name="connsiteX7" fmla="*/ 28396 w 66527"/>
                  <a:gd name="connsiteY7" fmla="*/ 53584 h 126653"/>
                  <a:gd name="connsiteX8" fmla="*/ 28396 w 66527"/>
                  <a:gd name="connsiteY8" fmla="*/ 126653 h 126653"/>
                  <a:gd name="connsiteX9" fmla="*/ 0 w 66527"/>
                  <a:gd name="connsiteY9" fmla="*/ 125841 h 1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527" h="126653">
                    <a:moveTo>
                      <a:pt x="0" y="125841"/>
                    </a:moveTo>
                    <a:cubicBezTo>
                      <a:pt x="0" y="85247"/>
                      <a:pt x="0" y="43841"/>
                      <a:pt x="0" y="3247"/>
                    </a:cubicBezTo>
                    <a:cubicBezTo>
                      <a:pt x="8113" y="3247"/>
                      <a:pt x="16226" y="3247"/>
                      <a:pt x="25151" y="3247"/>
                    </a:cubicBezTo>
                    <a:cubicBezTo>
                      <a:pt x="25962" y="7307"/>
                      <a:pt x="25962" y="12178"/>
                      <a:pt x="26773" y="16238"/>
                    </a:cubicBezTo>
                    <a:cubicBezTo>
                      <a:pt x="37320" y="5683"/>
                      <a:pt x="50302" y="0"/>
                      <a:pt x="66528" y="0"/>
                    </a:cubicBezTo>
                    <a:cubicBezTo>
                      <a:pt x="66528" y="9743"/>
                      <a:pt x="66528" y="19485"/>
                      <a:pt x="66528" y="29228"/>
                    </a:cubicBezTo>
                    <a:cubicBezTo>
                      <a:pt x="55981" y="29228"/>
                      <a:pt x="47868" y="31663"/>
                      <a:pt x="41377" y="36535"/>
                    </a:cubicBezTo>
                    <a:cubicBezTo>
                      <a:pt x="34886" y="41406"/>
                      <a:pt x="30019" y="47089"/>
                      <a:pt x="28396" y="53584"/>
                    </a:cubicBezTo>
                    <a:cubicBezTo>
                      <a:pt x="28396" y="77940"/>
                      <a:pt x="28396" y="102297"/>
                      <a:pt x="28396" y="126653"/>
                    </a:cubicBezTo>
                    <a:cubicBezTo>
                      <a:pt x="17849" y="125841"/>
                      <a:pt x="8924" y="125841"/>
                      <a:pt x="0" y="125841"/>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53" name="Freeform 452">
                <a:extLst>
                  <a:ext uri="{FF2B5EF4-FFF2-40B4-BE49-F238E27FC236}">
                    <a16:creationId xmlns:a16="http://schemas.microsoft.com/office/drawing/2014/main" id="{6C9CF5CB-D180-6E9E-53A0-6EC098E80FD3}"/>
                  </a:ext>
                </a:extLst>
              </p:cNvPr>
              <p:cNvSpPr/>
              <p:nvPr/>
            </p:nvSpPr>
            <p:spPr>
              <a:xfrm>
                <a:off x="2221580" y="-2618089"/>
                <a:ext cx="128187" cy="129088"/>
              </a:xfrm>
              <a:custGeom>
                <a:avLst/>
                <a:gdLst>
                  <a:gd name="connsiteX0" fmla="*/ 8113 w 128187"/>
                  <a:gd name="connsiteY0" fmla="*/ 98238 h 129088"/>
                  <a:gd name="connsiteX1" fmla="*/ 30830 w 128187"/>
                  <a:gd name="connsiteY1" fmla="*/ 120970 h 129088"/>
                  <a:gd name="connsiteX2" fmla="*/ 62471 w 128187"/>
                  <a:gd name="connsiteY2" fmla="*/ 129089 h 129088"/>
                  <a:gd name="connsiteX3" fmla="*/ 84377 w 128187"/>
                  <a:gd name="connsiteY3" fmla="*/ 124218 h 129088"/>
                  <a:gd name="connsiteX4" fmla="*/ 101414 w 128187"/>
                  <a:gd name="connsiteY4" fmla="*/ 110416 h 129088"/>
                  <a:gd name="connsiteX5" fmla="*/ 103037 w 128187"/>
                  <a:gd name="connsiteY5" fmla="*/ 125841 h 129088"/>
                  <a:gd name="connsiteX6" fmla="*/ 128188 w 128187"/>
                  <a:gd name="connsiteY6" fmla="*/ 125841 h 129088"/>
                  <a:gd name="connsiteX7" fmla="*/ 128188 w 128187"/>
                  <a:gd name="connsiteY7" fmla="*/ 3247 h 129088"/>
                  <a:gd name="connsiteX8" fmla="*/ 103037 w 128187"/>
                  <a:gd name="connsiteY8" fmla="*/ 3247 h 129088"/>
                  <a:gd name="connsiteX9" fmla="*/ 102226 w 128187"/>
                  <a:gd name="connsiteY9" fmla="*/ 18673 h 129088"/>
                  <a:gd name="connsiteX10" fmla="*/ 85999 w 128187"/>
                  <a:gd name="connsiteY10" fmla="*/ 4871 h 129088"/>
                  <a:gd name="connsiteX11" fmla="*/ 64094 w 128187"/>
                  <a:gd name="connsiteY11" fmla="*/ 0 h 129088"/>
                  <a:gd name="connsiteX12" fmla="*/ 38943 w 128187"/>
                  <a:gd name="connsiteY12" fmla="*/ 4871 h 129088"/>
                  <a:gd name="connsiteX13" fmla="*/ 18660 w 128187"/>
                  <a:gd name="connsiteY13" fmla="*/ 18673 h 129088"/>
                  <a:gd name="connsiteX14" fmla="*/ 4868 w 128187"/>
                  <a:gd name="connsiteY14" fmla="*/ 38970 h 129088"/>
                  <a:gd name="connsiteX15" fmla="*/ 0 w 128187"/>
                  <a:gd name="connsiteY15" fmla="*/ 64138 h 129088"/>
                  <a:gd name="connsiteX16" fmla="*/ 8113 w 128187"/>
                  <a:gd name="connsiteY16" fmla="*/ 98238 h 129088"/>
                  <a:gd name="connsiteX17" fmla="*/ 36509 w 128187"/>
                  <a:gd name="connsiteY17" fmla="*/ 37347 h 129088"/>
                  <a:gd name="connsiteX18" fmla="*/ 64094 w 128187"/>
                  <a:gd name="connsiteY18" fmla="*/ 25980 h 129088"/>
                  <a:gd name="connsiteX19" fmla="*/ 90867 w 128187"/>
                  <a:gd name="connsiteY19" fmla="*/ 38158 h 129088"/>
                  <a:gd name="connsiteX20" fmla="*/ 102226 w 128187"/>
                  <a:gd name="connsiteY20" fmla="*/ 66574 h 129088"/>
                  <a:gd name="connsiteX21" fmla="*/ 91679 w 128187"/>
                  <a:gd name="connsiteY21" fmla="*/ 94178 h 129088"/>
                  <a:gd name="connsiteX22" fmla="*/ 64905 w 128187"/>
                  <a:gd name="connsiteY22" fmla="*/ 105544 h 129088"/>
                  <a:gd name="connsiteX23" fmla="*/ 37320 w 128187"/>
                  <a:gd name="connsiteY23" fmla="*/ 94178 h 129088"/>
                  <a:gd name="connsiteX24" fmla="*/ 25962 w 128187"/>
                  <a:gd name="connsiteY24" fmla="*/ 66574 h 129088"/>
                  <a:gd name="connsiteX25" fmla="*/ 36509 w 128187"/>
                  <a:gd name="connsiteY25" fmla="*/ 37347 h 12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8187" h="129088">
                    <a:moveTo>
                      <a:pt x="8113" y="98238"/>
                    </a:moveTo>
                    <a:cubicBezTo>
                      <a:pt x="13792" y="107980"/>
                      <a:pt x="21094" y="116099"/>
                      <a:pt x="30830" y="120970"/>
                    </a:cubicBezTo>
                    <a:cubicBezTo>
                      <a:pt x="40566" y="126653"/>
                      <a:pt x="51113" y="129089"/>
                      <a:pt x="62471" y="129089"/>
                    </a:cubicBezTo>
                    <a:cubicBezTo>
                      <a:pt x="69773" y="129089"/>
                      <a:pt x="77075" y="127465"/>
                      <a:pt x="84377" y="124218"/>
                    </a:cubicBezTo>
                    <a:cubicBezTo>
                      <a:pt x="91679" y="120970"/>
                      <a:pt x="96547" y="116099"/>
                      <a:pt x="101414" y="110416"/>
                    </a:cubicBezTo>
                    <a:cubicBezTo>
                      <a:pt x="102226" y="115287"/>
                      <a:pt x="102226" y="120970"/>
                      <a:pt x="103037" y="125841"/>
                    </a:cubicBezTo>
                    <a:cubicBezTo>
                      <a:pt x="111150" y="125841"/>
                      <a:pt x="120075" y="125841"/>
                      <a:pt x="128188" y="125841"/>
                    </a:cubicBezTo>
                    <a:cubicBezTo>
                      <a:pt x="128188" y="85247"/>
                      <a:pt x="128188" y="43841"/>
                      <a:pt x="128188" y="3247"/>
                    </a:cubicBezTo>
                    <a:cubicBezTo>
                      <a:pt x="120075" y="3247"/>
                      <a:pt x="111150" y="3247"/>
                      <a:pt x="103037" y="3247"/>
                    </a:cubicBezTo>
                    <a:cubicBezTo>
                      <a:pt x="103037" y="8119"/>
                      <a:pt x="102226" y="13802"/>
                      <a:pt x="102226" y="18673"/>
                    </a:cubicBezTo>
                    <a:cubicBezTo>
                      <a:pt x="98169" y="12990"/>
                      <a:pt x="92490" y="8119"/>
                      <a:pt x="85999" y="4871"/>
                    </a:cubicBezTo>
                    <a:cubicBezTo>
                      <a:pt x="79509" y="1624"/>
                      <a:pt x="72207" y="0"/>
                      <a:pt x="64094" y="0"/>
                    </a:cubicBezTo>
                    <a:cubicBezTo>
                      <a:pt x="55169" y="0"/>
                      <a:pt x="47056" y="1624"/>
                      <a:pt x="38943" y="4871"/>
                    </a:cubicBezTo>
                    <a:cubicBezTo>
                      <a:pt x="30830" y="8119"/>
                      <a:pt x="24339" y="12990"/>
                      <a:pt x="18660" y="18673"/>
                    </a:cubicBezTo>
                    <a:cubicBezTo>
                      <a:pt x="12981" y="24356"/>
                      <a:pt x="8924" y="30851"/>
                      <a:pt x="4868" y="38970"/>
                    </a:cubicBezTo>
                    <a:cubicBezTo>
                      <a:pt x="1623" y="47089"/>
                      <a:pt x="0" y="55208"/>
                      <a:pt x="0" y="64138"/>
                    </a:cubicBezTo>
                    <a:cubicBezTo>
                      <a:pt x="0" y="77129"/>
                      <a:pt x="2434" y="88495"/>
                      <a:pt x="8113" y="98238"/>
                    </a:cubicBezTo>
                    <a:moveTo>
                      <a:pt x="36509" y="37347"/>
                    </a:moveTo>
                    <a:cubicBezTo>
                      <a:pt x="43811" y="29228"/>
                      <a:pt x="52735" y="25980"/>
                      <a:pt x="64094" y="25980"/>
                    </a:cubicBezTo>
                    <a:cubicBezTo>
                      <a:pt x="74641" y="25980"/>
                      <a:pt x="83565" y="30040"/>
                      <a:pt x="90867" y="38158"/>
                    </a:cubicBezTo>
                    <a:cubicBezTo>
                      <a:pt x="98169" y="46277"/>
                      <a:pt x="102226" y="55208"/>
                      <a:pt x="102226" y="66574"/>
                    </a:cubicBezTo>
                    <a:cubicBezTo>
                      <a:pt x="102226" y="77941"/>
                      <a:pt x="98981" y="86871"/>
                      <a:pt x="91679" y="94178"/>
                    </a:cubicBezTo>
                    <a:cubicBezTo>
                      <a:pt x="84377" y="101485"/>
                      <a:pt x="75452" y="105544"/>
                      <a:pt x="64905" y="105544"/>
                    </a:cubicBezTo>
                    <a:cubicBezTo>
                      <a:pt x="54358" y="105544"/>
                      <a:pt x="44622" y="101485"/>
                      <a:pt x="37320" y="94178"/>
                    </a:cubicBezTo>
                    <a:cubicBezTo>
                      <a:pt x="30019" y="86871"/>
                      <a:pt x="25962" y="77129"/>
                      <a:pt x="25962" y="66574"/>
                    </a:cubicBezTo>
                    <a:cubicBezTo>
                      <a:pt x="25962" y="54396"/>
                      <a:pt x="29207" y="44653"/>
                      <a:pt x="36509" y="37347"/>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454" name="Freeform 453">
              <a:extLst>
                <a:ext uri="{FF2B5EF4-FFF2-40B4-BE49-F238E27FC236}">
                  <a16:creationId xmlns:a16="http://schemas.microsoft.com/office/drawing/2014/main" id="{91392605-BDF7-7600-0D9F-F6EA4BA2BF23}"/>
                </a:ext>
              </a:extLst>
            </p:cNvPr>
            <p:cNvSpPr/>
            <p:nvPr/>
          </p:nvSpPr>
          <p:spPr>
            <a:xfrm>
              <a:off x="-2075925" y="3238749"/>
              <a:ext cx="169564" cy="172118"/>
            </a:xfrm>
            <a:custGeom>
              <a:avLst/>
              <a:gdLst>
                <a:gd name="connsiteX0" fmla="*/ 0 w 169564"/>
                <a:gd name="connsiteY0" fmla="*/ 172119 h 172118"/>
                <a:gd name="connsiteX1" fmla="*/ 0 w 169564"/>
                <a:gd name="connsiteY1" fmla="*/ 0 h 172118"/>
                <a:gd name="connsiteX2" fmla="*/ 85188 w 169564"/>
                <a:gd name="connsiteY2" fmla="*/ 89307 h 172118"/>
                <a:gd name="connsiteX3" fmla="*/ 169565 w 169564"/>
                <a:gd name="connsiteY3" fmla="*/ 0 h 172118"/>
                <a:gd name="connsiteX4" fmla="*/ 169565 w 169564"/>
                <a:gd name="connsiteY4" fmla="*/ 172119 h 172118"/>
                <a:gd name="connsiteX5" fmla="*/ 141980 w 169564"/>
                <a:gd name="connsiteY5" fmla="*/ 172119 h 172118"/>
                <a:gd name="connsiteX6" fmla="*/ 141980 w 169564"/>
                <a:gd name="connsiteY6" fmla="*/ 69010 h 172118"/>
                <a:gd name="connsiteX7" fmla="*/ 85188 w 169564"/>
                <a:gd name="connsiteY7" fmla="*/ 128277 h 172118"/>
                <a:gd name="connsiteX8" fmla="*/ 26773 w 169564"/>
                <a:gd name="connsiteY8" fmla="*/ 68198 h 172118"/>
                <a:gd name="connsiteX9" fmla="*/ 26773 w 169564"/>
                <a:gd name="connsiteY9" fmla="*/ 172119 h 17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564" h="172118">
                  <a:moveTo>
                    <a:pt x="0" y="172119"/>
                  </a:moveTo>
                  <a:lnTo>
                    <a:pt x="0" y="0"/>
                  </a:lnTo>
                  <a:lnTo>
                    <a:pt x="85188" y="89307"/>
                  </a:lnTo>
                  <a:lnTo>
                    <a:pt x="169565" y="0"/>
                  </a:lnTo>
                  <a:lnTo>
                    <a:pt x="169565" y="172119"/>
                  </a:lnTo>
                  <a:lnTo>
                    <a:pt x="141980" y="172119"/>
                  </a:lnTo>
                  <a:lnTo>
                    <a:pt x="141980" y="69010"/>
                  </a:lnTo>
                  <a:lnTo>
                    <a:pt x="85188" y="128277"/>
                  </a:lnTo>
                  <a:lnTo>
                    <a:pt x="26773" y="68198"/>
                  </a:lnTo>
                  <a:lnTo>
                    <a:pt x="26773" y="172119"/>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55" name="Freeform 454">
              <a:extLst>
                <a:ext uri="{FF2B5EF4-FFF2-40B4-BE49-F238E27FC236}">
                  <a16:creationId xmlns:a16="http://schemas.microsoft.com/office/drawing/2014/main" id="{1EBA337B-000F-EB4C-CCC9-510DEB011AFD}"/>
                </a:ext>
              </a:extLst>
            </p:cNvPr>
            <p:cNvSpPr/>
            <p:nvPr/>
          </p:nvSpPr>
          <p:spPr>
            <a:xfrm>
              <a:off x="-2144886" y="3380016"/>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2178"/>
                    <a:pt x="1623" y="8119"/>
                    <a:pt x="4868" y="4871"/>
                  </a:cubicBezTo>
                  <a:cubicBezTo>
                    <a:pt x="8113" y="1624"/>
                    <a:pt x="12170" y="0"/>
                    <a:pt x="16226" y="0"/>
                  </a:cubicBezTo>
                  <a:cubicBezTo>
                    <a:pt x="20283" y="0"/>
                    <a:pt x="24339" y="1624"/>
                    <a:pt x="27585" y="4871"/>
                  </a:cubicBezTo>
                  <a:cubicBezTo>
                    <a:pt x="30830" y="8119"/>
                    <a:pt x="32453" y="12178"/>
                    <a:pt x="32453" y="16238"/>
                  </a:cubicBezTo>
                  <a:cubicBezTo>
                    <a:pt x="32453" y="20297"/>
                    <a:pt x="30830" y="24356"/>
                    <a:pt x="27585" y="27604"/>
                  </a:cubicBezTo>
                  <a:cubicBezTo>
                    <a:pt x="24339" y="30851"/>
                    <a:pt x="20283" y="32475"/>
                    <a:pt x="16226" y="32475"/>
                  </a:cubicBezTo>
                  <a:cubicBezTo>
                    <a:pt x="11358" y="32475"/>
                    <a:pt x="8113" y="30851"/>
                    <a:pt x="4868" y="27604"/>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56" name="Freeform 455">
              <a:extLst>
                <a:ext uri="{FF2B5EF4-FFF2-40B4-BE49-F238E27FC236}">
                  <a16:creationId xmlns:a16="http://schemas.microsoft.com/office/drawing/2014/main" id="{9EA12235-DA72-731B-28D5-79AE6E431E21}"/>
                </a:ext>
              </a:extLst>
            </p:cNvPr>
            <p:cNvSpPr/>
            <p:nvPr/>
          </p:nvSpPr>
          <p:spPr>
            <a:xfrm>
              <a:off x="-2252791" y="3241997"/>
              <a:ext cx="127376" cy="168059"/>
            </a:xfrm>
            <a:custGeom>
              <a:avLst/>
              <a:gdLst>
                <a:gd name="connsiteX0" fmla="*/ 0 w 127376"/>
                <a:gd name="connsiteY0" fmla="*/ 26792 h 168059"/>
                <a:gd name="connsiteX1" fmla="*/ 0 w 127376"/>
                <a:gd name="connsiteY1" fmla="*/ 0 h 168059"/>
                <a:gd name="connsiteX2" fmla="*/ 127376 w 127376"/>
                <a:gd name="connsiteY2" fmla="*/ 0 h 168059"/>
                <a:gd name="connsiteX3" fmla="*/ 127376 w 127376"/>
                <a:gd name="connsiteY3" fmla="*/ 26792 h 168059"/>
                <a:gd name="connsiteX4" fmla="*/ 77075 w 127376"/>
                <a:gd name="connsiteY4" fmla="*/ 26792 h 168059"/>
                <a:gd name="connsiteX5" fmla="*/ 77075 w 127376"/>
                <a:gd name="connsiteY5" fmla="*/ 168059 h 168059"/>
                <a:gd name="connsiteX6" fmla="*/ 49490 w 127376"/>
                <a:gd name="connsiteY6" fmla="*/ 168059 h 168059"/>
                <a:gd name="connsiteX7" fmla="*/ 49490 w 127376"/>
                <a:gd name="connsiteY7" fmla="*/ 26792 h 16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376" h="168059">
                  <a:moveTo>
                    <a:pt x="0" y="26792"/>
                  </a:moveTo>
                  <a:lnTo>
                    <a:pt x="0" y="0"/>
                  </a:lnTo>
                  <a:lnTo>
                    <a:pt x="127376" y="0"/>
                  </a:lnTo>
                  <a:lnTo>
                    <a:pt x="127376" y="26792"/>
                  </a:lnTo>
                  <a:lnTo>
                    <a:pt x="77075" y="26792"/>
                  </a:lnTo>
                  <a:lnTo>
                    <a:pt x="77075" y="168059"/>
                  </a:lnTo>
                  <a:lnTo>
                    <a:pt x="49490" y="168059"/>
                  </a:lnTo>
                  <a:lnTo>
                    <a:pt x="49490" y="26792"/>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457" name="Graphic 4">
              <a:extLst>
                <a:ext uri="{FF2B5EF4-FFF2-40B4-BE49-F238E27FC236}">
                  <a16:creationId xmlns:a16="http://schemas.microsoft.com/office/drawing/2014/main" id="{9730BFF6-D518-488C-7011-24D44841B92E}"/>
                </a:ext>
              </a:extLst>
            </p:cNvPr>
            <p:cNvGrpSpPr/>
            <p:nvPr/>
          </p:nvGrpSpPr>
          <p:grpSpPr>
            <a:xfrm>
              <a:off x="-1542891" y="3083680"/>
              <a:ext cx="673391" cy="330435"/>
              <a:chOff x="2567200" y="-2818624"/>
              <a:chExt cx="673391" cy="330435"/>
            </a:xfrm>
          </p:grpSpPr>
          <p:sp>
            <p:nvSpPr>
              <p:cNvPr id="458" name="Freeform 457">
                <a:extLst>
                  <a:ext uri="{FF2B5EF4-FFF2-40B4-BE49-F238E27FC236}">
                    <a16:creationId xmlns:a16="http://schemas.microsoft.com/office/drawing/2014/main" id="{8BEA4EB9-FBDC-30E2-0B84-B617D04B9D88}"/>
                  </a:ext>
                </a:extLst>
              </p:cNvPr>
              <p:cNvSpPr/>
              <p:nvPr/>
            </p:nvSpPr>
            <p:spPr>
              <a:xfrm>
                <a:off x="2812218" y="-2818624"/>
                <a:ext cx="428374" cy="249247"/>
              </a:xfrm>
              <a:custGeom>
                <a:avLst/>
                <a:gdLst>
                  <a:gd name="connsiteX0" fmla="*/ 0 w 428374"/>
                  <a:gd name="connsiteY0" fmla="*/ 0 h 249247"/>
                  <a:gd name="connsiteX1" fmla="*/ 4057 w 428374"/>
                  <a:gd name="connsiteY1" fmla="*/ 0 h 249247"/>
                  <a:gd name="connsiteX2" fmla="*/ 17038 w 428374"/>
                  <a:gd name="connsiteY2" fmla="*/ 0 h 249247"/>
                  <a:gd name="connsiteX3" fmla="*/ 40566 w 428374"/>
                  <a:gd name="connsiteY3" fmla="*/ 2436 h 249247"/>
                  <a:gd name="connsiteX4" fmla="*/ 71396 w 428374"/>
                  <a:gd name="connsiteY4" fmla="*/ 10554 h 249247"/>
                  <a:gd name="connsiteX5" fmla="*/ 87622 w 428374"/>
                  <a:gd name="connsiteY5" fmla="*/ 17861 h 249247"/>
                  <a:gd name="connsiteX6" fmla="*/ 93301 w 428374"/>
                  <a:gd name="connsiteY6" fmla="*/ 21109 h 249247"/>
                  <a:gd name="connsiteX7" fmla="*/ 122509 w 428374"/>
                  <a:gd name="connsiteY7" fmla="*/ 47089 h 249247"/>
                  <a:gd name="connsiteX8" fmla="*/ 135490 w 428374"/>
                  <a:gd name="connsiteY8" fmla="*/ 68198 h 249247"/>
                  <a:gd name="connsiteX9" fmla="*/ 143603 w 428374"/>
                  <a:gd name="connsiteY9" fmla="*/ 90931 h 249247"/>
                  <a:gd name="connsiteX10" fmla="*/ 146848 w 428374"/>
                  <a:gd name="connsiteY10" fmla="*/ 110416 h 249247"/>
                  <a:gd name="connsiteX11" fmla="*/ 148471 w 428374"/>
                  <a:gd name="connsiteY11" fmla="*/ 140455 h 249247"/>
                  <a:gd name="connsiteX12" fmla="*/ 149282 w 428374"/>
                  <a:gd name="connsiteY12" fmla="*/ 142079 h 249247"/>
                  <a:gd name="connsiteX13" fmla="*/ 156584 w 428374"/>
                  <a:gd name="connsiteY13" fmla="*/ 127465 h 249247"/>
                  <a:gd name="connsiteX14" fmla="*/ 168754 w 428374"/>
                  <a:gd name="connsiteY14" fmla="*/ 107168 h 249247"/>
                  <a:gd name="connsiteX15" fmla="*/ 188225 w 428374"/>
                  <a:gd name="connsiteY15" fmla="*/ 84435 h 249247"/>
                  <a:gd name="connsiteX16" fmla="*/ 206885 w 428374"/>
                  <a:gd name="connsiteY16" fmla="*/ 69010 h 249247"/>
                  <a:gd name="connsiteX17" fmla="*/ 236904 w 428374"/>
                  <a:gd name="connsiteY17" fmla="*/ 51148 h 249247"/>
                  <a:gd name="connsiteX18" fmla="*/ 268545 w 428374"/>
                  <a:gd name="connsiteY18" fmla="*/ 38970 h 249247"/>
                  <a:gd name="connsiteX19" fmla="*/ 286394 w 428374"/>
                  <a:gd name="connsiteY19" fmla="*/ 33287 h 249247"/>
                  <a:gd name="connsiteX20" fmla="*/ 295319 w 428374"/>
                  <a:gd name="connsiteY20" fmla="*/ 31663 h 249247"/>
                  <a:gd name="connsiteX21" fmla="*/ 317224 w 428374"/>
                  <a:gd name="connsiteY21" fmla="*/ 27604 h 249247"/>
                  <a:gd name="connsiteX22" fmla="*/ 333451 w 428374"/>
                  <a:gd name="connsiteY22" fmla="*/ 25980 h 249247"/>
                  <a:gd name="connsiteX23" fmla="*/ 359413 w 428374"/>
                  <a:gd name="connsiteY23" fmla="*/ 23544 h 249247"/>
                  <a:gd name="connsiteX24" fmla="*/ 371582 w 428374"/>
                  <a:gd name="connsiteY24" fmla="*/ 23544 h 249247"/>
                  <a:gd name="connsiteX25" fmla="*/ 386997 w 428374"/>
                  <a:gd name="connsiteY25" fmla="*/ 23544 h 249247"/>
                  <a:gd name="connsiteX26" fmla="*/ 417827 w 428374"/>
                  <a:gd name="connsiteY26" fmla="*/ 25980 h 249247"/>
                  <a:gd name="connsiteX27" fmla="*/ 428374 w 428374"/>
                  <a:gd name="connsiteY27" fmla="*/ 26792 h 249247"/>
                  <a:gd name="connsiteX28" fmla="*/ 422695 w 428374"/>
                  <a:gd name="connsiteY28" fmla="*/ 39782 h 249247"/>
                  <a:gd name="connsiteX29" fmla="*/ 402412 w 428374"/>
                  <a:gd name="connsiteY29" fmla="*/ 83624 h 249247"/>
                  <a:gd name="connsiteX30" fmla="*/ 388620 w 428374"/>
                  <a:gd name="connsiteY30" fmla="*/ 107980 h 249247"/>
                  <a:gd name="connsiteX31" fmla="*/ 371582 w 428374"/>
                  <a:gd name="connsiteY31" fmla="*/ 134772 h 249247"/>
                  <a:gd name="connsiteX32" fmla="*/ 359413 w 428374"/>
                  <a:gd name="connsiteY32" fmla="*/ 151010 h 249247"/>
                  <a:gd name="connsiteX33" fmla="*/ 326960 w 428374"/>
                  <a:gd name="connsiteY33" fmla="*/ 184297 h 249247"/>
                  <a:gd name="connsiteX34" fmla="*/ 298564 w 428374"/>
                  <a:gd name="connsiteY34" fmla="*/ 204594 h 249247"/>
                  <a:gd name="connsiteX35" fmla="*/ 273413 w 428374"/>
                  <a:gd name="connsiteY35" fmla="*/ 219208 h 249247"/>
                  <a:gd name="connsiteX36" fmla="*/ 242583 w 428374"/>
                  <a:gd name="connsiteY36" fmla="*/ 233010 h 249247"/>
                  <a:gd name="connsiteX37" fmla="*/ 212565 w 428374"/>
                  <a:gd name="connsiteY37" fmla="*/ 242752 h 249247"/>
                  <a:gd name="connsiteX38" fmla="*/ 195527 w 428374"/>
                  <a:gd name="connsiteY38" fmla="*/ 246812 h 249247"/>
                  <a:gd name="connsiteX39" fmla="*/ 179301 w 428374"/>
                  <a:gd name="connsiteY39" fmla="*/ 248435 h 249247"/>
                  <a:gd name="connsiteX40" fmla="*/ 154961 w 428374"/>
                  <a:gd name="connsiteY40" fmla="*/ 249247 h 249247"/>
                  <a:gd name="connsiteX41" fmla="*/ 150905 w 428374"/>
                  <a:gd name="connsiteY41" fmla="*/ 249247 h 249247"/>
                  <a:gd name="connsiteX42" fmla="*/ 151716 w 428374"/>
                  <a:gd name="connsiteY42" fmla="*/ 246000 h 249247"/>
                  <a:gd name="connsiteX43" fmla="*/ 167942 w 428374"/>
                  <a:gd name="connsiteY43" fmla="*/ 216772 h 249247"/>
                  <a:gd name="connsiteX44" fmla="*/ 183357 w 428374"/>
                  <a:gd name="connsiteY44" fmla="*/ 194851 h 249247"/>
                  <a:gd name="connsiteX45" fmla="*/ 211753 w 428374"/>
                  <a:gd name="connsiteY45" fmla="*/ 161564 h 249247"/>
                  <a:gd name="connsiteX46" fmla="*/ 240961 w 428374"/>
                  <a:gd name="connsiteY46" fmla="*/ 133148 h 249247"/>
                  <a:gd name="connsiteX47" fmla="*/ 269357 w 428374"/>
                  <a:gd name="connsiteY47" fmla="*/ 109604 h 249247"/>
                  <a:gd name="connsiteX48" fmla="*/ 300187 w 428374"/>
                  <a:gd name="connsiteY48" fmla="*/ 87683 h 249247"/>
                  <a:gd name="connsiteX49" fmla="*/ 336696 w 428374"/>
                  <a:gd name="connsiteY49" fmla="*/ 64950 h 249247"/>
                  <a:gd name="connsiteX50" fmla="*/ 337507 w 428374"/>
                  <a:gd name="connsiteY50" fmla="*/ 64138 h 249247"/>
                  <a:gd name="connsiteX51" fmla="*/ 335073 w 428374"/>
                  <a:gd name="connsiteY51" fmla="*/ 64138 h 249247"/>
                  <a:gd name="connsiteX52" fmla="*/ 296941 w 428374"/>
                  <a:gd name="connsiteY52" fmla="*/ 79564 h 249247"/>
                  <a:gd name="connsiteX53" fmla="*/ 261243 w 428374"/>
                  <a:gd name="connsiteY53" fmla="*/ 99049 h 249247"/>
                  <a:gd name="connsiteX54" fmla="*/ 236093 w 428374"/>
                  <a:gd name="connsiteY54" fmla="*/ 116911 h 249247"/>
                  <a:gd name="connsiteX55" fmla="*/ 197150 w 428374"/>
                  <a:gd name="connsiteY55" fmla="*/ 151010 h 249247"/>
                  <a:gd name="connsiteX56" fmla="*/ 179301 w 428374"/>
                  <a:gd name="connsiteY56" fmla="*/ 170495 h 249247"/>
                  <a:gd name="connsiteX57" fmla="*/ 160640 w 428374"/>
                  <a:gd name="connsiteY57" fmla="*/ 196475 h 249247"/>
                  <a:gd name="connsiteX58" fmla="*/ 148471 w 428374"/>
                  <a:gd name="connsiteY58" fmla="*/ 215960 h 249247"/>
                  <a:gd name="connsiteX59" fmla="*/ 136301 w 428374"/>
                  <a:gd name="connsiteY59" fmla="*/ 240316 h 249247"/>
                  <a:gd name="connsiteX60" fmla="*/ 133056 w 428374"/>
                  <a:gd name="connsiteY60" fmla="*/ 245188 h 249247"/>
                  <a:gd name="connsiteX61" fmla="*/ 133056 w 428374"/>
                  <a:gd name="connsiteY61" fmla="*/ 241128 h 249247"/>
                  <a:gd name="connsiteX62" fmla="*/ 133056 w 428374"/>
                  <a:gd name="connsiteY62" fmla="*/ 189980 h 249247"/>
                  <a:gd name="connsiteX63" fmla="*/ 131433 w 428374"/>
                  <a:gd name="connsiteY63" fmla="*/ 172119 h 249247"/>
                  <a:gd name="connsiteX64" fmla="*/ 129810 w 428374"/>
                  <a:gd name="connsiteY64" fmla="*/ 155069 h 249247"/>
                  <a:gd name="connsiteX65" fmla="*/ 126565 w 428374"/>
                  <a:gd name="connsiteY65" fmla="*/ 136396 h 249247"/>
                  <a:gd name="connsiteX66" fmla="*/ 120075 w 428374"/>
                  <a:gd name="connsiteY66" fmla="*/ 114475 h 249247"/>
                  <a:gd name="connsiteX67" fmla="*/ 103848 w 428374"/>
                  <a:gd name="connsiteY67" fmla="*/ 83624 h 249247"/>
                  <a:gd name="connsiteX68" fmla="*/ 87622 w 428374"/>
                  <a:gd name="connsiteY68" fmla="*/ 64138 h 249247"/>
                  <a:gd name="connsiteX69" fmla="*/ 55981 w 428374"/>
                  <a:gd name="connsiteY69" fmla="*/ 40594 h 249247"/>
                  <a:gd name="connsiteX70" fmla="*/ 47868 w 428374"/>
                  <a:gd name="connsiteY70" fmla="*/ 35723 h 249247"/>
                  <a:gd name="connsiteX71" fmla="*/ 48679 w 428374"/>
                  <a:gd name="connsiteY71" fmla="*/ 37346 h 249247"/>
                  <a:gd name="connsiteX72" fmla="*/ 56792 w 428374"/>
                  <a:gd name="connsiteY72" fmla="*/ 44653 h 249247"/>
                  <a:gd name="connsiteX73" fmla="*/ 69773 w 428374"/>
                  <a:gd name="connsiteY73" fmla="*/ 56832 h 249247"/>
                  <a:gd name="connsiteX74" fmla="*/ 85999 w 428374"/>
                  <a:gd name="connsiteY74" fmla="*/ 74693 h 249247"/>
                  <a:gd name="connsiteX75" fmla="*/ 99792 w 428374"/>
                  <a:gd name="connsiteY75" fmla="*/ 92554 h 249247"/>
                  <a:gd name="connsiteX76" fmla="*/ 116829 w 428374"/>
                  <a:gd name="connsiteY76" fmla="*/ 125841 h 249247"/>
                  <a:gd name="connsiteX77" fmla="*/ 120886 w 428374"/>
                  <a:gd name="connsiteY77" fmla="*/ 138020 h 249247"/>
                  <a:gd name="connsiteX78" fmla="*/ 121697 w 428374"/>
                  <a:gd name="connsiteY78" fmla="*/ 141267 h 249247"/>
                  <a:gd name="connsiteX79" fmla="*/ 115207 w 428374"/>
                  <a:gd name="connsiteY79" fmla="*/ 142079 h 249247"/>
                  <a:gd name="connsiteX80" fmla="*/ 94924 w 428374"/>
                  <a:gd name="connsiteY80" fmla="*/ 139643 h 249247"/>
                  <a:gd name="connsiteX81" fmla="*/ 80320 w 428374"/>
                  <a:gd name="connsiteY81" fmla="*/ 136396 h 249247"/>
                  <a:gd name="connsiteX82" fmla="*/ 57603 w 428374"/>
                  <a:gd name="connsiteY82" fmla="*/ 125841 h 249247"/>
                  <a:gd name="connsiteX83" fmla="*/ 40566 w 428374"/>
                  <a:gd name="connsiteY83" fmla="*/ 111228 h 249247"/>
                  <a:gd name="connsiteX84" fmla="*/ 24339 w 428374"/>
                  <a:gd name="connsiteY84" fmla="*/ 86059 h 249247"/>
                  <a:gd name="connsiteX85" fmla="*/ 13792 w 428374"/>
                  <a:gd name="connsiteY85" fmla="*/ 58455 h 249247"/>
                  <a:gd name="connsiteX86" fmla="*/ 7302 w 428374"/>
                  <a:gd name="connsiteY86" fmla="*/ 32475 h 249247"/>
                  <a:gd name="connsiteX87" fmla="*/ 4057 w 428374"/>
                  <a:gd name="connsiteY87" fmla="*/ 16238 h 249247"/>
                  <a:gd name="connsiteX88" fmla="*/ 1623 w 428374"/>
                  <a:gd name="connsiteY88" fmla="*/ 6495 h 249247"/>
                  <a:gd name="connsiteX89" fmla="*/ 0 w 428374"/>
                  <a:gd name="connsiteY89" fmla="*/ 0 h 24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28374" h="249247">
                    <a:moveTo>
                      <a:pt x="0" y="0"/>
                    </a:moveTo>
                    <a:cubicBezTo>
                      <a:pt x="1623" y="0"/>
                      <a:pt x="3245" y="0"/>
                      <a:pt x="4057" y="0"/>
                    </a:cubicBezTo>
                    <a:cubicBezTo>
                      <a:pt x="8113" y="0"/>
                      <a:pt x="12981" y="0"/>
                      <a:pt x="17038" y="0"/>
                    </a:cubicBezTo>
                    <a:cubicBezTo>
                      <a:pt x="25151" y="0"/>
                      <a:pt x="33264" y="812"/>
                      <a:pt x="40566" y="2436"/>
                    </a:cubicBezTo>
                    <a:cubicBezTo>
                      <a:pt x="51113" y="4059"/>
                      <a:pt x="61660" y="7307"/>
                      <a:pt x="71396" y="10554"/>
                    </a:cubicBezTo>
                    <a:cubicBezTo>
                      <a:pt x="77075" y="12990"/>
                      <a:pt x="82754" y="14614"/>
                      <a:pt x="87622" y="17861"/>
                    </a:cubicBezTo>
                    <a:cubicBezTo>
                      <a:pt x="89245" y="19485"/>
                      <a:pt x="91679" y="20297"/>
                      <a:pt x="93301" y="21109"/>
                    </a:cubicBezTo>
                    <a:cubicBezTo>
                      <a:pt x="104660" y="27604"/>
                      <a:pt x="114396" y="36535"/>
                      <a:pt x="122509" y="47089"/>
                    </a:cubicBezTo>
                    <a:cubicBezTo>
                      <a:pt x="127376" y="53584"/>
                      <a:pt x="132244" y="60891"/>
                      <a:pt x="135490" y="68198"/>
                    </a:cubicBezTo>
                    <a:cubicBezTo>
                      <a:pt x="138735" y="75505"/>
                      <a:pt x="141980" y="82812"/>
                      <a:pt x="143603" y="90931"/>
                    </a:cubicBezTo>
                    <a:cubicBezTo>
                      <a:pt x="145226" y="97426"/>
                      <a:pt x="146037" y="103921"/>
                      <a:pt x="146848" y="110416"/>
                    </a:cubicBezTo>
                    <a:cubicBezTo>
                      <a:pt x="148471" y="120158"/>
                      <a:pt x="148471" y="129901"/>
                      <a:pt x="148471" y="140455"/>
                    </a:cubicBezTo>
                    <a:cubicBezTo>
                      <a:pt x="148471" y="140455"/>
                      <a:pt x="148471" y="141267"/>
                      <a:pt x="149282" y="142079"/>
                    </a:cubicBezTo>
                    <a:cubicBezTo>
                      <a:pt x="151716" y="137208"/>
                      <a:pt x="153339" y="132337"/>
                      <a:pt x="156584" y="127465"/>
                    </a:cubicBezTo>
                    <a:cubicBezTo>
                      <a:pt x="160640" y="120970"/>
                      <a:pt x="164697" y="114475"/>
                      <a:pt x="168754" y="107168"/>
                    </a:cubicBezTo>
                    <a:cubicBezTo>
                      <a:pt x="174433" y="99049"/>
                      <a:pt x="180923" y="91742"/>
                      <a:pt x="188225" y="84435"/>
                    </a:cubicBezTo>
                    <a:cubicBezTo>
                      <a:pt x="193904" y="78752"/>
                      <a:pt x="200395" y="73881"/>
                      <a:pt x="206885" y="69010"/>
                    </a:cubicBezTo>
                    <a:cubicBezTo>
                      <a:pt x="216621" y="61703"/>
                      <a:pt x="226357" y="56020"/>
                      <a:pt x="236904" y="51148"/>
                    </a:cubicBezTo>
                    <a:cubicBezTo>
                      <a:pt x="246640" y="46277"/>
                      <a:pt x="257187" y="42218"/>
                      <a:pt x="268545" y="38970"/>
                    </a:cubicBezTo>
                    <a:cubicBezTo>
                      <a:pt x="274225" y="37346"/>
                      <a:pt x="280715" y="34911"/>
                      <a:pt x="286394" y="33287"/>
                    </a:cubicBezTo>
                    <a:cubicBezTo>
                      <a:pt x="289640" y="32475"/>
                      <a:pt x="292074" y="31663"/>
                      <a:pt x="295319" y="31663"/>
                    </a:cubicBezTo>
                    <a:cubicBezTo>
                      <a:pt x="302621" y="30040"/>
                      <a:pt x="309922" y="28416"/>
                      <a:pt x="317224" y="27604"/>
                    </a:cubicBezTo>
                    <a:cubicBezTo>
                      <a:pt x="322904" y="26792"/>
                      <a:pt x="327771" y="25980"/>
                      <a:pt x="333451" y="25980"/>
                    </a:cubicBezTo>
                    <a:cubicBezTo>
                      <a:pt x="342375" y="25168"/>
                      <a:pt x="351300" y="24356"/>
                      <a:pt x="359413" y="23544"/>
                    </a:cubicBezTo>
                    <a:cubicBezTo>
                      <a:pt x="363469" y="23544"/>
                      <a:pt x="367526" y="23544"/>
                      <a:pt x="371582" y="23544"/>
                    </a:cubicBezTo>
                    <a:cubicBezTo>
                      <a:pt x="376450" y="23544"/>
                      <a:pt x="382130" y="23544"/>
                      <a:pt x="386997" y="23544"/>
                    </a:cubicBezTo>
                    <a:cubicBezTo>
                      <a:pt x="397544" y="24356"/>
                      <a:pt x="407280" y="23544"/>
                      <a:pt x="417827" y="25980"/>
                    </a:cubicBezTo>
                    <a:cubicBezTo>
                      <a:pt x="421073" y="26792"/>
                      <a:pt x="424318" y="26792"/>
                      <a:pt x="428374" y="26792"/>
                    </a:cubicBezTo>
                    <a:cubicBezTo>
                      <a:pt x="426752" y="31663"/>
                      <a:pt x="425129" y="35723"/>
                      <a:pt x="422695" y="39782"/>
                    </a:cubicBezTo>
                    <a:cubicBezTo>
                      <a:pt x="416205" y="54396"/>
                      <a:pt x="409714" y="69010"/>
                      <a:pt x="402412" y="83624"/>
                    </a:cubicBezTo>
                    <a:cubicBezTo>
                      <a:pt x="398356" y="91742"/>
                      <a:pt x="393488" y="100673"/>
                      <a:pt x="388620" y="107980"/>
                    </a:cubicBezTo>
                    <a:cubicBezTo>
                      <a:pt x="382941" y="116911"/>
                      <a:pt x="377262" y="125841"/>
                      <a:pt x="371582" y="134772"/>
                    </a:cubicBezTo>
                    <a:cubicBezTo>
                      <a:pt x="367526" y="140455"/>
                      <a:pt x="363469" y="145327"/>
                      <a:pt x="359413" y="151010"/>
                    </a:cubicBezTo>
                    <a:cubicBezTo>
                      <a:pt x="349677" y="163188"/>
                      <a:pt x="339130" y="174554"/>
                      <a:pt x="326960" y="184297"/>
                    </a:cubicBezTo>
                    <a:cubicBezTo>
                      <a:pt x="318036" y="191604"/>
                      <a:pt x="309111" y="198911"/>
                      <a:pt x="298564" y="204594"/>
                    </a:cubicBezTo>
                    <a:cubicBezTo>
                      <a:pt x="290451" y="209465"/>
                      <a:pt x="281526" y="215148"/>
                      <a:pt x="273413" y="219208"/>
                    </a:cubicBezTo>
                    <a:cubicBezTo>
                      <a:pt x="263677" y="224079"/>
                      <a:pt x="253130" y="228950"/>
                      <a:pt x="242583" y="233010"/>
                    </a:cubicBezTo>
                    <a:cubicBezTo>
                      <a:pt x="232847" y="237069"/>
                      <a:pt x="222300" y="239505"/>
                      <a:pt x="212565" y="242752"/>
                    </a:cubicBezTo>
                    <a:cubicBezTo>
                      <a:pt x="206885" y="244376"/>
                      <a:pt x="201206" y="246000"/>
                      <a:pt x="195527" y="246812"/>
                    </a:cubicBezTo>
                    <a:cubicBezTo>
                      <a:pt x="189848" y="247623"/>
                      <a:pt x="184980" y="248435"/>
                      <a:pt x="179301" y="248435"/>
                    </a:cubicBezTo>
                    <a:cubicBezTo>
                      <a:pt x="171188" y="249247"/>
                      <a:pt x="163074" y="249247"/>
                      <a:pt x="154961" y="249247"/>
                    </a:cubicBezTo>
                    <a:cubicBezTo>
                      <a:pt x="153339" y="249247"/>
                      <a:pt x="152527" y="249247"/>
                      <a:pt x="150905" y="249247"/>
                    </a:cubicBezTo>
                    <a:cubicBezTo>
                      <a:pt x="151716" y="247623"/>
                      <a:pt x="151716" y="246812"/>
                      <a:pt x="151716" y="246000"/>
                    </a:cubicBezTo>
                    <a:cubicBezTo>
                      <a:pt x="156584" y="236257"/>
                      <a:pt x="161452" y="226515"/>
                      <a:pt x="167942" y="216772"/>
                    </a:cubicBezTo>
                    <a:cubicBezTo>
                      <a:pt x="172810" y="209465"/>
                      <a:pt x="177678" y="202158"/>
                      <a:pt x="183357" y="194851"/>
                    </a:cubicBezTo>
                    <a:cubicBezTo>
                      <a:pt x="192282" y="182673"/>
                      <a:pt x="202018" y="172119"/>
                      <a:pt x="211753" y="161564"/>
                    </a:cubicBezTo>
                    <a:cubicBezTo>
                      <a:pt x="221489" y="151822"/>
                      <a:pt x="230414" y="142079"/>
                      <a:pt x="240961" y="133148"/>
                    </a:cubicBezTo>
                    <a:cubicBezTo>
                      <a:pt x="250696" y="125030"/>
                      <a:pt x="259621" y="116911"/>
                      <a:pt x="269357" y="109604"/>
                    </a:cubicBezTo>
                    <a:cubicBezTo>
                      <a:pt x="279093" y="102297"/>
                      <a:pt x="289640" y="94990"/>
                      <a:pt x="300187" y="87683"/>
                    </a:cubicBezTo>
                    <a:cubicBezTo>
                      <a:pt x="312356" y="79564"/>
                      <a:pt x="324526" y="72257"/>
                      <a:pt x="336696" y="64950"/>
                    </a:cubicBezTo>
                    <a:cubicBezTo>
                      <a:pt x="336696" y="64950"/>
                      <a:pt x="336696" y="64138"/>
                      <a:pt x="337507" y="64138"/>
                    </a:cubicBezTo>
                    <a:cubicBezTo>
                      <a:pt x="336696" y="64138"/>
                      <a:pt x="335885" y="64138"/>
                      <a:pt x="335073" y="64138"/>
                    </a:cubicBezTo>
                    <a:cubicBezTo>
                      <a:pt x="322092" y="69010"/>
                      <a:pt x="309922" y="73881"/>
                      <a:pt x="296941" y="79564"/>
                    </a:cubicBezTo>
                    <a:cubicBezTo>
                      <a:pt x="284772" y="85247"/>
                      <a:pt x="272602" y="91742"/>
                      <a:pt x="261243" y="99049"/>
                    </a:cubicBezTo>
                    <a:cubicBezTo>
                      <a:pt x="252319" y="104732"/>
                      <a:pt x="244206" y="110416"/>
                      <a:pt x="236093" y="116911"/>
                    </a:cubicBezTo>
                    <a:cubicBezTo>
                      <a:pt x="222300" y="126653"/>
                      <a:pt x="209319" y="138831"/>
                      <a:pt x="197150" y="151010"/>
                    </a:cubicBezTo>
                    <a:cubicBezTo>
                      <a:pt x="190659" y="157505"/>
                      <a:pt x="184980" y="163188"/>
                      <a:pt x="179301" y="170495"/>
                    </a:cubicBezTo>
                    <a:cubicBezTo>
                      <a:pt x="172810" y="178614"/>
                      <a:pt x="166320" y="187544"/>
                      <a:pt x="160640" y="196475"/>
                    </a:cubicBezTo>
                    <a:cubicBezTo>
                      <a:pt x="155773" y="202970"/>
                      <a:pt x="151716" y="209465"/>
                      <a:pt x="148471" y="215960"/>
                    </a:cubicBezTo>
                    <a:cubicBezTo>
                      <a:pt x="144414" y="224079"/>
                      <a:pt x="140358" y="232198"/>
                      <a:pt x="136301" y="240316"/>
                    </a:cubicBezTo>
                    <a:cubicBezTo>
                      <a:pt x="135490" y="241940"/>
                      <a:pt x="134678" y="243564"/>
                      <a:pt x="133056" y="245188"/>
                    </a:cubicBezTo>
                    <a:lnTo>
                      <a:pt x="133056" y="241128"/>
                    </a:lnTo>
                    <a:cubicBezTo>
                      <a:pt x="133056" y="224079"/>
                      <a:pt x="133056" y="207029"/>
                      <a:pt x="133056" y="189980"/>
                    </a:cubicBezTo>
                    <a:cubicBezTo>
                      <a:pt x="133056" y="184297"/>
                      <a:pt x="132244" y="178614"/>
                      <a:pt x="131433" y="172119"/>
                    </a:cubicBezTo>
                    <a:cubicBezTo>
                      <a:pt x="130622" y="166435"/>
                      <a:pt x="130622" y="160752"/>
                      <a:pt x="129810" y="155069"/>
                    </a:cubicBezTo>
                    <a:cubicBezTo>
                      <a:pt x="128999" y="148574"/>
                      <a:pt x="128188" y="142891"/>
                      <a:pt x="126565" y="136396"/>
                    </a:cubicBezTo>
                    <a:cubicBezTo>
                      <a:pt x="124943" y="129089"/>
                      <a:pt x="122509" y="121782"/>
                      <a:pt x="120075" y="114475"/>
                    </a:cubicBezTo>
                    <a:cubicBezTo>
                      <a:pt x="116018" y="103109"/>
                      <a:pt x="110339" y="92554"/>
                      <a:pt x="103848" y="83624"/>
                    </a:cubicBezTo>
                    <a:cubicBezTo>
                      <a:pt x="98980" y="77129"/>
                      <a:pt x="93301" y="69822"/>
                      <a:pt x="87622" y="64138"/>
                    </a:cubicBezTo>
                    <a:cubicBezTo>
                      <a:pt x="77886" y="55208"/>
                      <a:pt x="67339" y="47089"/>
                      <a:pt x="55981" y="40594"/>
                    </a:cubicBezTo>
                    <a:cubicBezTo>
                      <a:pt x="53547" y="38970"/>
                      <a:pt x="51113" y="37346"/>
                      <a:pt x="47868" y="35723"/>
                    </a:cubicBezTo>
                    <a:cubicBezTo>
                      <a:pt x="48679" y="36535"/>
                      <a:pt x="48679" y="37346"/>
                      <a:pt x="48679" y="37346"/>
                    </a:cubicBezTo>
                    <a:cubicBezTo>
                      <a:pt x="51113" y="39782"/>
                      <a:pt x="54358" y="42218"/>
                      <a:pt x="56792" y="44653"/>
                    </a:cubicBezTo>
                    <a:cubicBezTo>
                      <a:pt x="61660" y="48713"/>
                      <a:pt x="65717" y="52772"/>
                      <a:pt x="69773" y="56832"/>
                    </a:cubicBezTo>
                    <a:cubicBezTo>
                      <a:pt x="75452" y="62515"/>
                      <a:pt x="80320" y="69010"/>
                      <a:pt x="85999" y="74693"/>
                    </a:cubicBezTo>
                    <a:cubicBezTo>
                      <a:pt x="90867" y="80376"/>
                      <a:pt x="95735" y="86871"/>
                      <a:pt x="99792" y="92554"/>
                    </a:cubicBezTo>
                    <a:cubicBezTo>
                      <a:pt x="106282" y="103109"/>
                      <a:pt x="112773" y="113663"/>
                      <a:pt x="116829" y="125841"/>
                    </a:cubicBezTo>
                    <a:cubicBezTo>
                      <a:pt x="118452" y="129901"/>
                      <a:pt x="119263" y="133960"/>
                      <a:pt x="120886" y="138020"/>
                    </a:cubicBezTo>
                    <a:cubicBezTo>
                      <a:pt x="120886" y="138831"/>
                      <a:pt x="120886" y="139643"/>
                      <a:pt x="121697" y="141267"/>
                    </a:cubicBezTo>
                    <a:cubicBezTo>
                      <a:pt x="120075" y="142891"/>
                      <a:pt x="117641" y="142079"/>
                      <a:pt x="115207" y="142079"/>
                    </a:cubicBezTo>
                    <a:cubicBezTo>
                      <a:pt x="108716" y="141267"/>
                      <a:pt x="102226" y="140455"/>
                      <a:pt x="94924" y="139643"/>
                    </a:cubicBezTo>
                    <a:cubicBezTo>
                      <a:pt x="90056" y="138831"/>
                      <a:pt x="85188" y="138020"/>
                      <a:pt x="80320" y="136396"/>
                    </a:cubicBezTo>
                    <a:cubicBezTo>
                      <a:pt x="72207" y="133960"/>
                      <a:pt x="64094" y="130713"/>
                      <a:pt x="57603" y="125841"/>
                    </a:cubicBezTo>
                    <a:cubicBezTo>
                      <a:pt x="51113" y="121782"/>
                      <a:pt x="45434" y="116911"/>
                      <a:pt x="40566" y="111228"/>
                    </a:cubicBezTo>
                    <a:cubicBezTo>
                      <a:pt x="34075" y="103109"/>
                      <a:pt x="29207" y="94990"/>
                      <a:pt x="24339" y="86059"/>
                    </a:cubicBezTo>
                    <a:cubicBezTo>
                      <a:pt x="19472" y="77129"/>
                      <a:pt x="16226" y="68198"/>
                      <a:pt x="13792" y="58455"/>
                    </a:cubicBezTo>
                    <a:cubicBezTo>
                      <a:pt x="11358" y="49525"/>
                      <a:pt x="8925" y="41406"/>
                      <a:pt x="7302" y="32475"/>
                    </a:cubicBezTo>
                    <a:cubicBezTo>
                      <a:pt x="5679" y="26792"/>
                      <a:pt x="4868" y="21921"/>
                      <a:pt x="4057" y="16238"/>
                    </a:cubicBezTo>
                    <a:cubicBezTo>
                      <a:pt x="3245" y="12990"/>
                      <a:pt x="2434" y="9743"/>
                      <a:pt x="1623" y="6495"/>
                    </a:cubicBezTo>
                    <a:cubicBezTo>
                      <a:pt x="811" y="3247"/>
                      <a:pt x="811" y="1624"/>
                      <a:pt x="0" y="0"/>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459" name="Freeform 458">
                <a:extLst>
                  <a:ext uri="{FF2B5EF4-FFF2-40B4-BE49-F238E27FC236}">
                    <a16:creationId xmlns:a16="http://schemas.microsoft.com/office/drawing/2014/main" id="{902B490D-5145-CB96-4DF9-818D0E43EAF9}"/>
                  </a:ext>
                </a:extLst>
              </p:cNvPr>
              <p:cNvSpPr/>
              <p:nvPr/>
            </p:nvSpPr>
            <p:spPr>
              <a:xfrm>
                <a:off x="2567200" y="-2616466"/>
                <a:ext cx="119263" cy="128277"/>
              </a:xfrm>
              <a:custGeom>
                <a:avLst/>
                <a:gdLst>
                  <a:gd name="connsiteX0" fmla="*/ 27585 w 119263"/>
                  <a:gd name="connsiteY0" fmla="*/ 50337 h 128277"/>
                  <a:gd name="connsiteX1" fmla="*/ 90056 w 119263"/>
                  <a:gd name="connsiteY1" fmla="*/ 50337 h 128277"/>
                  <a:gd name="connsiteX2" fmla="*/ 79509 w 119263"/>
                  <a:gd name="connsiteY2" fmla="*/ 33287 h 128277"/>
                  <a:gd name="connsiteX3" fmla="*/ 60037 w 119263"/>
                  <a:gd name="connsiteY3" fmla="*/ 25980 h 128277"/>
                  <a:gd name="connsiteX4" fmla="*/ 39754 w 119263"/>
                  <a:gd name="connsiteY4" fmla="*/ 32475 h 128277"/>
                  <a:gd name="connsiteX5" fmla="*/ 27585 w 119263"/>
                  <a:gd name="connsiteY5" fmla="*/ 50337 h 128277"/>
                  <a:gd name="connsiteX6" fmla="*/ 0 w 119263"/>
                  <a:gd name="connsiteY6" fmla="*/ 64950 h 128277"/>
                  <a:gd name="connsiteX7" fmla="*/ 4057 w 119263"/>
                  <a:gd name="connsiteY7" fmla="*/ 41406 h 128277"/>
                  <a:gd name="connsiteX8" fmla="*/ 16226 w 119263"/>
                  <a:gd name="connsiteY8" fmla="*/ 20297 h 128277"/>
                  <a:gd name="connsiteX9" fmla="*/ 35698 w 119263"/>
                  <a:gd name="connsiteY9" fmla="*/ 5683 h 128277"/>
                  <a:gd name="connsiteX10" fmla="*/ 60849 w 119263"/>
                  <a:gd name="connsiteY10" fmla="*/ 0 h 128277"/>
                  <a:gd name="connsiteX11" fmla="*/ 61660 w 119263"/>
                  <a:gd name="connsiteY11" fmla="*/ 0 h 128277"/>
                  <a:gd name="connsiteX12" fmla="*/ 81943 w 119263"/>
                  <a:gd name="connsiteY12" fmla="*/ 4059 h 128277"/>
                  <a:gd name="connsiteX13" fmla="*/ 98169 w 119263"/>
                  <a:gd name="connsiteY13" fmla="*/ 14614 h 128277"/>
                  <a:gd name="connsiteX14" fmla="*/ 109528 w 119263"/>
                  <a:gd name="connsiteY14" fmla="*/ 30040 h 128277"/>
                  <a:gd name="connsiteX15" fmla="*/ 116829 w 119263"/>
                  <a:gd name="connsiteY15" fmla="*/ 47089 h 128277"/>
                  <a:gd name="connsiteX16" fmla="*/ 119263 w 119263"/>
                  <a:gd name="connsiteY16" fmla="*/ 64139 h 128277"/>
                  <a:gd name="connsiteX17" fmla="*/ 119263 w 119263"/>
                  <a:gd name="connsiteY17" fmla="*/ 73069 h 128277"/>
                  <a:gd name="connsiteX18" fmla="*/ 28396 w 119263"/>
                  <a:gd name="connsiteY18" fmla="*/ 73069 h 128277"/>
                  <a:gd name="connsiteX19" fmla="*/ 40566 w 119263"/>
                  <a:gd name="connsiteY19" fmla="*/ 94178 h 128277"/>
                  <a:gd name="connsiteX20" fmla="*/ 62471 w 119263"/>
                  <a:gd name="connsiteY20" fmla="*/ 101485 h 128277"/>
                  <a:gd name="connsiteX21" fmla="*/ 81132 w 119263"/>
                  <a:gd name="connsiteY21" fmla="*/ 98238 h 128277"/>
                  <a:gd name="connsiteX22" fmla="*/ 94113 w 119263"/>
                  <a:gd name="connsiteY22" fmla="*/ 88495 h 128277"/>
                  <a:gd name="connsiteX23" fmla="*/ 115207 w 119263"/>
                  <a:gd name="connsiteY23" fmla="*/ 104733 h 128277"/>
                  <a:gd name="connsiteX24" fmla="*/ 93301 w 119263"/>
                  <a:gd name="connsiteY24" fmla="*/ 120970 h 128277"/>
                  <a:gd name="connsiteX25" fmla="*/ 62471 w 119263"/>
                  <a:gd name="connsiteY25" fmla="*/ 128277 h 128277"/>
                  <a:gd name="connsiteX26" fmla="*/ 40566 w 119263"/>
                  <a:gd name="connsiteY26" fmla="*/ 124218 h 128277"/>
                  <a:gd name="connsiteX27" fmla="*/ 23528 w 119263"/>
                  <a:gd name="connsiteY27" fmla="*/ 113663 h 128277"/>
                  <a:gd name="connsiteX28" fmla="*/ 11358 w 119263"/>
                  <a:gd name="connsiteY28" fmla="*/ 99049 h 128277"/>
                  <a:gd name="connsiteX29" fmla="*/ 4057 w 119263"/>
                  <a:gd name="connsiteY29" fmla="*/ 82000 h 128277"/>
                  <a:gd name="connsiteX30" fmla="*/ 0 w 119263"/>
                  <a:gd name="connsiteY30" fmla="*/ 64950 h 1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9263" h="128277">
                    <a:moveTo>
                      <a:pt x="27585" y="50337"/>
                    </a:moveTo>
                    <a:cubicBezTo>
                      <a:pt x="48679" y="50337"/>
                      <a:pt x="69773" y="50337"/>
                      <a:pt x="90056" y="50337"/>
                    </a:cubicBezTo>
                    <a:cubicBezTo>
                      <a:pt x="88433" y="43842"/>
                      <a:pt x="85188" y="38158"/>
                      <a:pt x="79509" y="33287"/>
                    </a:cubicBezTo>
                    <a:cubicBezTo>
                      <a:pt x="73830" y="28416"/>
                      <a:pt x="67339" y="25980"/>
                      <a:pt x="60037" y="25980"/>
                    </a:cubicBezTo>
                    <a:cubicBezTo>
                      <a:pt x="51924" y="25980"/>
                      <a:pt x="45434" y="28416"/>
                      <a:pt x="39754" y="32475"/>
                    </a:cubicBezTo>
                    <a:cubicBezTo>
                      <a:pt x="34075" y="36535"/>
                      <a:pt x="30019" y="43030"/>
                      <a:pt x="27585" y="50337"/>
                    </a:cubicBezTo>
                    <a:moveTo>
                      <a:pt x="0" y="64950"/>
                    </a:moveTo>
                    <a:cubicBezTo>
                      <a:pt x="0" y="56832"/>
                      <a:pt x="1623" y="49525"/>
                      <a:pt x="4057" y="41406"/>
                    </a:cubicBezTo>
                    <a:cubicBezTo>
                      <a:pt x="7302" y="34099"/>
                      <a:pt x="11358" y="26792"/>
                      <a:pt x="16226" y="20297"/>
                    </a:cubicBezTo>
                    <a:cubicBezTo>
                      <a:pt x="21094" y="13802"/>
                      <a:pt x="27585" y="8931"/>
                      <a:pt x="35698" y="5683"/>
                    </a:cubicBezTo>
                    <a:cubicBezTo>
                      <a:pt x="43000" y="1624"/>
                      <a:pt x="51924" y="0"/>
                      <a:pt x="60849" y="0"/>
                    </a:cubicBezTo>
                    <a:lnTo>
                      <a:pt x="61660" y="0"/>
                    </a:lnTo>
                    <a:cubicBezTo>
                      <a:pt x="68962" y="0"/>
                      <a:pt x="76264" y="1624"/>
                      <a:pt x="81943" y="4059"/>
                    </a:cubicBezTo>
                    <a:cubicBezTo>
                      <a:pt x="88433" y="6495"/>
                      <a:pt x="93301" y="10554"/>
                      <a:pt x="98169" y="14614"/>
                    </a:cubicBezTo>
                    <a:cubicBezTo>
                      <a:pt x="102226" y="19485"/>
                      <a:pt x="106282" y="24356"/>
                      <a:pt x="109528" y="30040"/>
                    </a:cubicBezTo>
                    <a:cubicBezTo>
                      <a:pt x="112773" y="35723"/>
                      <a:pt x="115207" y="41406"/>
                      <a:pt x="116829" y="47089"/>
                    </a:cubicBezTo>
                    <a:cubicBezTo>
                      <a:pt x="118452" y="52772"/>
                      <a:pt x="119263" y="58455"/>
                      <a:pt x="119263" y="64139"/>
                    </a:cubicBezTo>
                    <a:cubicBezTo>
                      <a:pt x="119263" y="67386"/>
                      <a:pt x="119263" y="69822"/>
                      <a:pt x="119263" y="73069"/>
                    </a:cubicBezTo>
                    <a:cubicBezTo>
                      <a:pt x="89245" y="73069"/>
                      <a:pt x="58415" y="73069"/>
                      <a:pt x="28396" y="73069"/>
                    </a:cubicBezTo>
                    <a:cubicBezTo>
                      <a:pt x="30019" y="82000"/>
                      <a:pt x="34075" y="88495"/>
                      <a:pt x="40566" y="94178"/>
                    </a:cubicBezTo>
                    <a:cubicBezTo>
                      <a:pt x="47056" y="99861"/>
                      <a:pt x="54358" y="101485"/>
                      <a:pt x="62471" y="101485"/>
                    </a:cubicBezTo>
                    <a:cubicBezTo>
                      <a:pt x="69773" y="101485"/>
                      <a:pt x="76264" y="100673"/>
                      <a:pt x="81132" y="98238"/>
                    </a:cubicBezTo>
                    <a:cubicBezTo>
                      <a:pt x="85999" y="96614"/>
                      <a:pt x="90867" y="93366"/>
                      <a:pt x="94113" y="88495"/>
                    </a:cubicBezTo>
                    <a:cubicBezTo>
                      <a:pt x="101414" y="94178"/>
                      <a:pt x="107905" y="99049"/>
                      <a:pt x="115207" y="104733"/>
                    </a:cubicBezTo>
                    <a:cubicBezTo>
                      <a:pt x="111150" y="111228"/>
                      <a:pt x="103848" y="116911"/>
                      <a:pt x="93301" y="120970"/>
                    </a:cubicBezTo>
                    <a:cubicBezTo>
                      <a:pt x="82754" y="125841"/>
                      <a:pt x="73018" y="128277"/>
                      <a:pt x="62471" y="128277"/>
                    </a:cubicBezTo>
                    <a:cubicBezTo>
                      <a:pt x="54358" y="128277"/>
                      <a:pt x="47056" y="126653"/>
                      <a:pt x="40566" y="124218"/>
                    </a:cubicBezTo>
                    <a:cubicBezTo>
                      <a:pt x="34075" y="121782"/>
                      <a:pt x="28396" y="118535"/>
                      <a:pt x="23528" y="113663"/>
                    </a:cubicBezTo>
                    <a:cubicBezTo>
                      <a:pt x="18660" y="109604"/>
                      <a:pt x="14604" y="104733"/>
                      <a:pt x="11358" y="99049"/>
                    </a:cubicBezTo>
                    <a:cubicBezTo>
                      <a:pt x="8113" y="93366"/>
                      <a:pt x="5679" y="87683"/>
                      <a:pt x="4057" y="82000"/>
                    </a:cubicBezTo>
                    <a:cubicBezTo>
                      <a:pt x="811" y="77129"/>
                      <a:pt x="0" y="70634"/>
                      <a:pt x="0" y="64950"/>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grpSp>
      <p:grpSp>
        <p:nvGrpSpPr>
          <p:cNvPr id="678" name="Group 677">
            <a:extLst>
              <a:ext uri="{FF2B5EF4-FFF2-40B4-BE49-F238E27FC236}">
                <a16:creationId xmlns:a16="http://schemas.microsoft.com/office/drawing/2014/main" id="{BA9D8D5B-79C2-22DE-C520-B8C271C2810E}"/>
              </a:ext>
            </a:extLst>
          </p:cNvPr>
          <p:cNvGrpSpPr/>
          <p:nvPr/>
        </p:nvGrpSpPr>
        <p:grpSpPr>
          <a:xfrm>
            <a:off x="862691" y="2433220"/>
            <a:ext cx="1620277" cy="495455"/>
            <a:chOff x="-2252791" y="2192236"/>
            <a:chExt cx="1383291" cy="422988"/>
          </a:xfrm>
        </p:grpSpPr>
        <p:sp>
          <p:nvSpPr>
            <p:cNvPr id="572" name="Freeform 571">
              <a:extLst>
                <a:ext uri="{FF2B5EF4-FFF2-40B4-BE49-F238E27FC236}">
                  <a16:creationId xmlns:a16="http://schemas.microsoft.com/office/drawing/2014/main" id="{540A0A78-450C-4820-9DD1-F4F09E8BFA6D}"/>
                </a:ext>
              </a:extLst>
            </p:cNvPr>
            <p:cNvSpPr/>
            <p:nvPr/>
          </p:nvSpPr>
          <p:spPr>
            <a:xfrm>
              <a:off x="-1745719" y="2560829"/>
              <a:ext cx="34886" cy="52772"/>
            </a:xfrm>
            <a:custGeom>
              <a:avLst/>
              <a:gdLst>
                <a:gd name="connsiteX0" fmla="*/ 0 w 34886"/>
                <a:gd name="connsiteY0" fmla="*/ 52772 h 52772"/>
                <a:gd name="connsiteX1" fmla="*/ 0 w 34886"/>
                <a:gd name="connsiteY1" fmla="*/ 0 h 52772"/>
                <a:gd name="connsiteX2" fmla="*/ 34887 w 34886"/>
                <a:gd name="connsiteY2" fmla="*/ 0 h 52772"/>
                <a:gd name="connsiteX3" fmla="*/ 34887 w 34886"/>
                <a:gd name="connsiteY3" fmla="*/ 9743 h 52772"/>
                <a:gd name="connsiteX4" fmla="*/ 10547 w 34886"/>
                <a:gd name="connsiteY4" fmla="*/ 9743 h 52772"/>
                <a:gd name="connsiteX5" fmla="*/ 10547 w 34886"/>
                <a:gd name="connsiteY5" fmla="*/ 22733 h 52772"/>
                <a:gd name="connsiteX6" fmla="*/ 30019 w 34886"/>
                <a:gd name="connsiteY6" fmla="*/ 22733 h 52772"/>
                <a:gd name="connsiteX7" fmla="*/ 30019 w 34886"/>
                <a:gd name="connsiteY7" fmla="*/ 32475 h 52772"/>
                <a:gd name="connsiteX8" fmla="*/ 10547 w 34886"/>
                <a:gd name="connsiteY8" fmla="*/ 32475 h 52772"/>
                <a:gd name="connsiteX9" fmla="*/ 10547 w 34886"/>
                <a:gd name="connsiteY9"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86" h="52772">
                  <a:moveTo>
                    <a:pt x="0" y="52772"/>
                  </a:moveTo>
                  <a:lnTo>
                    <a:pt x="0" y="0"/>
                  </a:lnTo>
                  <a:lnTo>
                    <a:pt x="34887" y="0"/>
                  </a:lnTo>
                  <a:lnTo>
                    <a:pt x="34887" y="9743"/>
                  </a:lnTo>
                  <a:lnTo>
                    <a:pt x="10547" y="9743"/>
                  </a:lnTo>
                  <a:lnTo>
                    <a:pt x="10547" y="22733"/>
                  </a:lnTo>
                  <a:lnTo>
                    <a:pt x="30019" y="22733"/>
                  </a:lnTo>
                  <a:lnTo>
                    <a:pt x="30019" y="32475"/>
                  </a:lnTo>
                  <a:lnTo>
                    <a:pt x="10547" y="32475"/>
                  </a:lnTo>
                  <a:lnTo>
                    <a:pt x="10547"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573" name="Graphic 4">
              <a:extLst>
                <a:ext uri="{FF2B5EF4-FFF2-40B4-BE49-F238E27FC236}">
                  <a16:creationId xmlns:a16="http://schemas.microsoft.com/office/drawing/2014/main" id="{02BEACD5-9B93-ED5B-67A3-F423043C2429}"/>
                </a:ext>
              </a:extLst>
            </p:cNvPr>
            <p:cNvGrpSpPr/>
            <p:nvPr/>
          </p:nvGrpSpPr>
          <p:grpSpPr>
            <a:xfrm>
              <a:off x="-1705965" y="2560017"/>
              <a:ext cx="219866" cy="55207"/>
              <a:chOff x="2404126" y="-3342287"/>
              <a:chExt cx="219866" cy="55207"/>
            </a:xfrm>
            <a:solidFill>
              <a:srgbClr val="231F20"/>
            </a:solidFill>
          </p:grpSpPr>
          <p:sp>
            <p:nvSpPr>
              <p:cNvPr id="574" name="Freeform 573">
                <a:extLst>
                  <a:ext uri="{FF2B5EF4-FFF2-40B4-BE49-F238E27FC236}">
                    <a16:creationId xmlns:a16="http://schemas.microsoft.com/office/drawing/2014/main" id="{5DDBDAE8-9077-3E9B-B06C-A33E75CE6D2E}"/>
                  </a:ext>
                </a:extLst>
              </p:cNvPr>
              <p:cNvSpPr/>
              <p:nvPr/>
            </p:nvSpPr>
            <p:spPr>
              <a:xfrm>
                <a:off x="2404126" y="-3341475"/>
                <a:ext cx="55980" cy="54396"/>
              </a:xfrm>
              <a:custGeom>
                <a:avLst/>
                <a:gdLst>
                  <a:gd name="connsiteX0" fmla="*/ 11358 w 55980"/>
                  <a:gd name="connsiteY0" fmla="*/ 26792 h 54396"/>
                  <a:gd name="connsiteX1" fmla="*/ 16226 w 55980"/>
                  <a:gd name="connsiteY1" fmla="*/ 38970 h 54396"/>
                  <a:gd name="connsiteX2" fmla="*/ 28396 w 55980"/>
                  <a:gd name="connsiteY2" fmla="*/ 43842 h 54396"/>
                  <a:gd name="connsiteX3" fmla="*/ 40566 w 55980"/>
                  <a:gd name="connsiteY3" fmla="*/ 38970 h 54396"/>
                  <a:gd name="connsiteX4" fmla="*/ 45434 w 55980"/>
                  <a:gd name="connsiteY4" fmla="*/ 26792 h 54396"/>
                  <a:gd name="connsiteX5" fmla="*/ 40566 w 55980"/>
                  <a:gd name="connsiteY5" fmla="*/ 14614 h 54396"/>
                  <a:gd name="connsiteX6" fmla="*/ 28396 w 55980"/>
                  <a:gd name="connsiteY6" fmla="*/ 9743 h 54396"/>
                  <a:gd name="connsiteX7" fmla="*/ 16226 w 55980"/>
                  <a:gd name="connsiteY7" fmla="*/ 14614 h 54396"/>
                  <a:gd name="connsiteX8" fmla="*/ 11358 w 55980"/>
                  <a:gd name="connsiteY8" fmla="*/ 26792 h 54396"/>
                  <a:gd name="connsiteX9" fmla="*/ 0 w 55980"/>
                  <a:gd name="connsiteY9" fmla="*/ 26792 h 54396"/>
                  <a:gd name="connsiteX10" fmla="*/ 4057 w 55980"/>
                  <a:gd name="connsiteY10" fmla="*/ 12990 h 54396"/>
                  <a:gd name="connsiteX11" fmla="*/ 13792 w 55980"/>
                  <a:gd name="connsiteY11" fmla="*/ 3248 h 54396"/>
                  <a:gd name="connsiteX12" fmla="*/ 27585 w 55980"/>
                  <a:gd name="connsiteY12" fmla="*/ 0 h 54396"/>
                  <a:gd name="connsiteX13" fmla="*/ 41377 w 55980"/>
                  <a:gd name="connsiteY13" fmla="*/ 3248 h 54396"/>
                  <a:gd name="connsiteX14" fmla="*/ 51924 w 55980"/>
                  <a:gd name="connsiteY14" fmla="*/ 12990 h 54396"/>
                  <a:gd name="connsiteX15" fmla="*/ 55981 w 55980"/>
                  <a:gd name="connsiteY15" fmla="*/ 26792 h 54396"/>
                  <a:gd name="connsiteX16" fmla="*/ 53547 w 55980"/>
                  <a:gd name="connsiteY16" fmla="*/ 37347 h 54396"/>
                  <a:gd name="connsiteX17" fmla="*/ 47868 w 55980"/>
                  <a:gd name="connsiteY17" fmla="*/ 46277 h 54396"/>
                  <a:gd name="connsiteX18" fmla="*/ 38943 w 55980"/>
                  <a:gd name="connsiteY18" fmla="*/ 51960 h 54396"/>
                  <a:gd name="connsiteX19" fmla="*/ 28396 w 55980"/>
                  <a:gd name="connsiteY19" fmla="*/ 54396 h 54396"/>
                  <a:gd name="connsiteX20" fmla="*/ 17849 w 55980"/>
                  <a:gd name="connsiteY20" fmla="*/ 51960 h 54396"/>
                  <a:gd name="connsiteX21" fmla="*/ 8925 w 55980"/>
                  <a:gd name="connsiteY21" fmla="*/ 46277 h 54396"/>
                  <a:gd name="connsiteX22" fmla="*/ 3245 w 55980"/>
                  <a:gd name="connsiteY22" fmla="*/ 37347 h 54396"/>
                  <a:gd name="connsiteX23" fmla="*/ 0 w 55980"/>
                  <a:gd name="connsiteY23" fmla="*/ 26792 h 5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6">
                    <a:moveTo>
                      <a:pt x="11358" y="26792"/>
                    </a:moveTo>
                    <a:cubicBezTo>
                      <a:pt x="11358" y="31663"/>
                      <a:pt x="12981" y="35723"/>
                      <a:pt x="16226" y="38970"/>
                    </a:cubicBezTo>
                    <a:cubicBezTo>
                      <a:pt x="19472" y="42218"/>
                      <a:pt x="23528" y="43842"/>
                      <a:pt x="28396" y="43842"/>
                    </a:cubicBezTo>
                    <a:cubicBezTo>
                      <a:pt x="33264" y="43842"/>
                      <a:pt x="37321" y="42218"/>
                      <a:pt x="40566" y="38970"/>
                    </a:cubicBezTo>
                    <a:cubicBezTo>
                      <a:pt x="43811" y="35723"/>
                      <a:pt x="45434" y="31663"/>
                      <a:pt x="45434" y="26792"/>
                    </a:cubicBezTo>
                    <a:cubicBezTo>
                      <a:pt x="45434" y="21921"/>
                      <a:pt x="43811" y="17861"/>
                      <a:pt x="40566" y="14614"/>
                    </a:cubicBezTo>
                    <a:cubicBezTo>
                      <a:pt x="37321" y="11366"/>
                      <a:pt x="33264" y="9743"/>
                      <a:pt x="28396" y="9743"/>
                    </a:cubicBezTo>
                    <a:cubicBezTo>
                      <a:pt x="23528" y="9743"/>
                      <a:pt x="19472" y="11366"/>
                      <a:pt x="16226" y="14614"/>
                    </a:cubicBezTo>
                    <a:cubicBezTo>
                      <a:pt x="12981" y="17050"/>
                      <a:pt x="11358" y="21109"/>
                      <a:pt x="11358" y="26792"/>
                    </a:cubicBezTo>
                    <a:moveTo>
                      <a:pt x="0" y="26792"/>
                    </a:moveTo>
                    <a:cubicBezTo>
                      <a:pt x="0" y="21921"/>
                      <a:pt x="1623" y="17050"/>
                      <a:pt x="4057" y="12990"/>
                    </a:cubicBezTo>
                    <a:cubicBezTo>
                      <a:pt x="6491"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50"/>
                      <a:pt x="55981" y="21921"/>
                      <a:pt x="55981" y="26792"/>
                    </a:cubicBezTo>
                    <a:cubicBezTo>
                      <a:pt x="55981" y="30851"/>
                      <a:pt x="55169" y="34099"/>
                      <a:pt x="53547" y="37347"/>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1" y="43842"/>
                      <a:pt x="4057" y="40594"/>
                      <a:pt x="3245" y="37347"/>
                    </a:cubicBezTo>
                    <a:cubicBezTo>
                      <a:pt x="811" y="34099"/>
                      <a:pt x="0" y="30040"/>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75" name="Freeform 574">
                <a:extLst>
                  <a:ext uri="{FF2B5EF4-FFF2-40B4-BE49-F238E27FC236}">
                    <a16:creationId xmlns:a16="http://schemas.microsoft.com/office/drawing/2014/main" id="{241D1A25-3D39-BEBD-2527-9BDF134A02C6}"/>
                  </a:ext>
                </a:extLst>
              </p:cNvPr>
              <p:cNvSpPr/>
              <p:nvPr/>
            </p:nvSpPr>
            <p:spPr>
              <a:xfrm>
                <a:off x="2467409" y="-3341475"/>
                <a:ext cx="55980" cy="54396"/>
              </a:xfrm>
              <a:custGeom>
                <a:avLst/>
                <a:gdLst>
                  <a:gd name="connsiteX0" fmla="*/ 10547 w 55980"/>
                  <a:gd name="connsiteY0" fmla="*/ 26792 h 54396"/>
                  <a:gd name="connsiteX1" fmla="*/ 15415 w 55980"/>
                  <a:gd name="connsiteY1" fmla="*/ 38970 h 54396"/>
                  <a:gd name="connsiteX2" fmla="*/ 27585 w 55980"/>
                  <a:gd name="connsiteY2" fmla="*/ 43842 h 54396"/>
                  <a:gd name="connsiteX3" fmla="*/ 39755 w 55980"/>
                  <a:gd name="connsiteY3" fmla="*/ 38970 h 54396"/>
                  <a:gd name="connsiteX4" fmla="*/ 44622 w 55980"/>
                  <a:gd name="connsiteY4" fmla="*/ 26792 h 54396"/>
                  <a:gd name="connsiteX5" fmla="*/ 39755 w 55980"/>
                  <a:gd name="connsiteY5" fmla="*/ 14614 h 54396"/>
                  <a:gd name="connsiteX6" fmla="*/ 27585 w 55980"/>
                  <a:gd name="connsiteY6" fmla="*/ 9743 h 54396"/>
                  <a:gd name="connsiteX7" fmla="*/ 15415 w 55980"/>
                  <a:gd name="connsiteY7" fmla="*/ 14614 h 54396"/>
                  <a:gd name="connsiteX8" fmla="*/ 10547 w 55980"/>
                  <a:gd name="connsiteY8" fmla="*/ 26792 h 54396"/>
                  <a:gd name="connsiteX9" fmla="*/ 0 w 55980"/>
                  <a:gd name="connsiteY9" fmla="*/ 26792 h 54396"/>
                  <a:gd name="connsiteX10" fmla="*/ 4057 w 55980"/>
                  <a:gd name="connsiteY10" fmla="*/ 12990 h 54396"/>
                  <a:gd name="connsiteX11" fmla="*/ 13792 w 55980"/>
                  <a:gd name="connsiteY11" fmla="*/ 3248 h 54396"/>
                  <a:gd name="connsiteX12" fmla="*/ 27585 w 55980"/>
                  <a:gd name="connsiteY12" fmla="*/ 0 h 54396"/>
                  <a:gd name="connsiteX13" fmla="*/ 41377 w 55980"/>
                  <a:gd name="connsiteY13" fmla="*/ 3248 h 54396"/>
                  <a:gd name="connsiteX14" fmla="*/ 51924 w 55980"/>
                  <a:gd name="connsiteY14" fmla="*/ 12990 h 54396"/>
                  <a:gd name="connsiteX15" fmla="*/ 55981 w 55980"/>
                  <a:gd name="connsiteY15" fmla="*/ 26792 h 54396"/>
                  <a:gd name="connsiteX16" fmla="*/ 53547 w 55980"/>
                  <a:gd name="connsiteY16" fmla="*/ 37347 h 54396"/>
                  <a:gd name="connsiteX17" fmla="*/ 47868 w 55980"/>
                  <a:gd name="connsiteY17" fmla="*/ 46277 h 54396"/>
                  <a:gd name="connsiteX18" fmla="*/ 38943 w 55980"/>
                  <a:gd name="connsiteY18" fmla="*/ 51960 h 54396"/>
                  <a:gd name="connsiteX19" fmla="*/ 28396 w 55980"/>
                  <a:gd name="connsiteY19" fmla="*/ 54396 h 54396"/>
                  <a:gd name="connsiteX20" fmla="*/ 17849 w 55980"/>
                  <a:gd name="connsiteY20" fmla="*/ 51960 h 54396"/>
                  <a:gd name="connsiteX21" fmla="*/ 8925 w 55980"/>
                  <a:gd name="connsiteY21" fmla="*/ 46277 h 54396"/>
                  <a:gd name="connsiteX22" fmla="*/ 3245 w 55980"/>
                  <a:gd name="connsiteY22" fmla="*/ 37347 h 54396"/>
                  <a:gd name="connsiteX23" fmla="*/ 0 w 55980"/>
                  <a:gd name="connsiteY23" fmla="*/ 26792 h 5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6">
                    <a:moveTo>
                      <a:pt x="10547" y="26792"/>
                    </a:moveTo>
                    <a:cubicBezTo>
                      <a:pt x="10547" y="31663"/>
                      <a:pt x="12170" y="35723"/>
                      <a:pt x="15415" y="38970"/>
                    </a:cubicBezTo>
                    <a:cubicBezTo>
                      <a:pt x="18660" y="42218"/>
                      <a:pt x="22717" y="43842"/>
                      <a:pt x="27585" y="43842"/>
                    </a:cubicBezTo>
                    <a:cubicBezTo>
                      <a:pt x="32453" y="43842"/>
                      <a:pt x="36509" y="42218"/>
                      <a:pt x="39755" y="38970"/>
                    </a:cubicBezTo>
                    <a:cubicBezTo>
                      <a:pt x="43000" y="35723"/>
                      <a:pt x="44622" y="31663"/>
                      <a:pt x="44622" y="26792"/>
                    </a:cubicBezTo>
                    <a:cubicBezTo>
                      <a:pt x="44622" y="21921"/>
                      <a:pt x="43000" y="17861"/>
                      <a:pt x="39755" y="14614"/>
                    </a:cubicBezTo>
                    <a:cubicBezTo>
                      <a:pt x="36509" y="11366"/>
                      <a:pt x="32453" y="9743"/>
                      <a:pt x="27585" y="9743"/>
                    </a:cubicBezTo>
                    <a:cubicBezTo>
                      <a:pt x="22717" y="9743"/>
                      <a:pt x="18660" y="11366"/>
                      <a:pt x="15415" y="14614"/>
                    </a:cubicBezTo>
                    <a:cubicBezTo>
                      <a:pt x="12170" y="17050"/>
                      <a:pt x="10547" y="21109"/>
                      <a:pt x="10547" y="26792"/>
                    </a:cubicBezTo>
                    <a:moveTo>
                      <a:pt x="0" y="26792"/>
                    </a:moveTo>
                    <a:cubicBezTo>
                      <a:pt x="0" y="21921"/>
                      <a:pt x="1623" y="17050"/>
                      <a:pt x="4057" y="12990"/>
                    </a:cubicBezTo>
                    <a:cubicBezTo>
                      <a:pt x="6491"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50"/>
                      <a:pt x="55981" y="21921"/>
                      <a:pt x="55981" y="26792"/>
                    </a:cubicBezTo>
                    <a:cubicBezTo>
                      <a:pt x="55981" y="30851"/>
                      <a:pt x="55169" y="34099"/>
                      <a:pt x="53547" y="37347"/>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1" y="43842"/>
                      <a:pt x="4057" y="40594"/>
                      <a:pt x="3245" y="37347"/>
                    </a:cubicBezTo>
                    <a:cubicBezTo>
                      <a:pt x="811" y="34099"/>
                      <a:pt x="0" y="30040"/>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76" name="Freeform 575">
                <a:extLst>
                  <a:ext uri="{FF2B5EF4-FFF2-40B4-BE49-F238E27FC236}">
                    <a16:creationId xmlns:a16="http://schemas.microsoft.com/office/drawing/2014/main" id="{41DD0FD3-2E2A-F793-4798-F6C47ADB2470}"/>
                  </a:ext>
                </a:extLst>
              </p:cNvPr>
              <p:cNvSpPr/>
              <p:nvPr/>
            </p:nvSpPr>
            <p:spPr>
              <a:xfrm>
                <a:off x="2533125" y="-3341475"/>
                <a:ext cx="44622" cy="52772"/>
              </a:xfrm>
              <a:custGeom>
                <a:avLst/>
                <a:gdLst>
                  <a:gd name="connsiteX0" fmla="*/ 10547 w 44622"/>
                  <a:gd name="connsiteY0" fmla="*/ 43030 h 52772"/>
                  <a:gd name="connsiteX1" fmla="*/ 17038 w 44622"/>
                  <a:gd name="connsiteY1" fmla="*/ 43030 h 52772"/>
                  <a:gd name="connsiteX2" fmla="*/ 30019 w 44622"/>
                  <a:gd name="connsiteY2" fmla="*/ 38158 h 52772"/>
                  <a:gd name="connsiteX3" fmla="*/ 34887 w 44622"/>
                  <a:gd name="connsiteY3" fmla="*/ 25980 h 52772"/>
                  <a:gd name="connsiteX4" fmla="*/ 30019 w 44622"/>
                  <a:gd name="connsiteY4" fmla="*/ 13802 h 52772"/>
                  <a:gd name="connsiteX5" fmla="*/ 17038 w 44622"/>
                  <a:gd name="connsiteY5" fmla="*/ 9743 h 52772"/>
                  <a:gd name="connsiteX6" fmla="*/ 10547 w 44622"/>
                  <a:gd name="connsiteY6" fmla="*/ 9743 h 52772"/>
                  <a:gd name="connsiteX7" fmla="*/ 10547 w 44622"/>
                  <a:gd name="connsiteY7" fmla="*/ 43030 h 52772"/>
                  <a:gd name="connsiteX8" fmla="*/ 0 w 44622"/>
                  <a:gd name="connsiteY8" fmla="*/ 52772 h 52772"/>
                  <a:gd name="connsiteX9" fmla="*/ 0 w 44622"/>
                  <a:gd name="connsiteY9" fmla="*/ 0 h 52772"/>
                  <a:gd name="connsiteX10" fmla="*/ 17038 w 44622"/>
                  <a:gd name="connsiteY10" fmla="*/ 0 h 52772"/>
                  <a:gd name="connsiteX11" fmla="*/ 31641 w 44622"/>
                  <a:gd name="connsiteY11" fmla="*/ 3248 h 52772"/>
                  <a:gd name="connsiteX12" fmla="*/ 41377 w 44622"/>
                  <a:gd name="connsiteY12" fmla="*/ 12178 h 52772"/>
                  <a:gd name="connsiteX13" fmla="*/ 44622 w 44622"/>
                  <a:gd name="connsiteY13" fmla="*/ 25980 h 52772"/>
                  <a:gd name="connsiteX14" fmla="*/ 41377 w 44622"/>
                  <a:gd name="connsiteY14" fmla="*/ 39782 h 52772"/>
                  <a:gd name="connsiteX15" fmla="*/ 30830 w 44622"/>
                  <a:gd name="connsiteY15" fmla="*/ 49525 h 52772"/>
                  <a:gd name="connsiteX16" fmla="*/ 16226 w 44622"/>
                  <a:gd name="connsiteY16" fmla="*/ 52772 h 52772"/>
                  <a:gd name="connsiteX17" fmla="*/ 0 w 44622"/>
                  <a:gd name="connsiteY17"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622" h="52772">
                    <a:moveTo>
                      <a:pt x="10547" y="43030"/>
                    </a:moveTo>
                    <a:lnTo>
                      <a:pt x="17038" y="43030"/>
                    </a:lnTo>
                    <a:cubicBezTo>
                      <a:pt x="22717" y="43030"/>
                      <a:pt x="26773" y="41406"/>
                      <a:pt x="30019" y="38158"/>
                    </a:cubicBezTo>
                    <a:cubicBezTo>
                      <a:pt x="33264" y="34911"/>
                      <a:pt x="34887" y="30851"/>
                      <a:pt x="34887" y="25980"/>
                    </a:cubicBezTo>
                    <a:cubicBezTo>
                      <a:pt x="34887" y="21109"/>
                      <a:pt x="33264" y="17050"/>
                      <a:pt x="30019" y="13802"/>
                    </a:cubicBezTo>
                    <a:cubicBezTo>
                      <a:pt x="26773" y="10554"/>
                      <a:pt x="22717" y="9743"/>
                      <a:pt x="17038" y="9743"/>
                    </a:cubicBezTo>
                    <a:lnTo>
                      <a:pt x="10547" y="9743"/>
                    </a:lnTo>
                    <a:lnTo>
                      <a:pt x="10547" y="43030"/>
                    </a:lnTo>
                    <a:close/>
                    <a:moveTo>
                      <a:pt x="0" y="52772"/>
                    </a:moveTo>
                    <a:lnTo>
                      <a:pt x="0" y="0"/>
                    </a:lnTo>
                    <a:lnTo>
                      <a:pt x="17038" y="0"/>
                    </a:lnTo>
                    <a:cubicBezTo>
                      <a:pt x="22717" y="0"/>
                      <a:pt x="27585" y="812"/>
                      <a:pt x="31641" y="3248"/>
                    </a:cubicBezTo>
                    <a:cubicBezTo>
                      <a:pt x="35698" y="5683"/>
                      <a:pt x="39754" y="8119"/>
                      <a:pt x="41377" y="12178"/>
                    </a:cubicBezTo>
                    <a:cubicBezTo>
                      <a:pt x="43811" y="16238"/>
                      <a:pt x="44622" y="21109"/>
                      <a:pt x="44622" y="25980"/>
                    </a:cubicBezTo>
                    <a:cubicBezTo>
                      <a:pt x="44622" y="30851"/>
                      <a:pt x="43811" y="35723"/>
                      <a:pt x="41377" y="39782"/>
                    </a:cubicBezTo>
                    <a:cubicBezTo>
                      <a:pt x="38943" y="43842"/>
                      <a:pt x="35698" y="47089"/>
                      <a:pt x="30830" y="49525"/>
                    </a:cubicBezTo>
                    <a:cubicBezTo>
                      <a:pt x="26773" y="51960"/>
                      <a:pt x="21905" y="52772"/>
                      <a:pt x="16226" y="52772"/>
                    </a:cubicBez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77" name="Freeform 576">
                <a:extLst>
                  <a:ext uri="{FF2B5EF4-FFF2-40B4-BE49-F238E27FC236}">
                    <a16:creationId xmlns:a16="http://schemas.microsoft.com/office/drawing/2014/main" id="{5017899A-4EFE-0156-60ED-9A3ED1B379A6}"/>
                  </a:ext>
                </a:extLst>
              </p:cNvPr>
              <p:cNvSpPr/>
              <p:nvPr/>
            </p:nvSpPr>
            <p:spPr>
              <a:xfrm>
                <a:off x="2585049" y="-3342287"/>
                <a:ext cx="38943" cy="54395"/>
              </a:xfrm>
              <a:custGeom>
                <a:avLst/>
                <a:gdLst>
                  <a:gd name="connsiteX0" fmla="*/ 0 w 38943"/>
                  <a:gd name="connsiteY0" fmla="*/ 43030 h 54395"/>
                  <a:gd name="connsiteX1" fmla="*/ 7302 w 38943"/>
                  <a:gd name="connsiteY1" fmla="*/ 37346 h 54395"/>
                  <a:gd name="connsiteX2" fmla="*/ 12981 w 38943"/>
                  <a:gd name="connsiteY2" fmla="*/ 43030 h 54395"/>
                  <a:gd name="connsiteX3" fmla="*/ 20283 w 38943"/>
                  <a:gd name="connsiteY3" fmla="*/ 45465 h 54395"/>
                  <a:gd name="connsiteX4" fmla="*/ 25962 w 38943"/>
                  <a:gd name="connsiteY4" fmla="*/ 43841 h 54395"/>
                  <a:gd name="connsiteX5" fmla="*/ 27585 w 38943"/>
                  <a:gd name="connsiteY5" fmla="*/ 39782 h 54395"/>
                  <a:gd name="connsiteX6" fmla="*/ 26773 w 38943"/>
                  <a:gd name="connsiteY6" fmla="*/ 37346 h 54395"/>
                  <a:gd name="connsiteX7" fmla="*/ 25151 w 38943"/>
                  <a:gd name="connsiteY7" fmla="*/ 35723 h 54395"/>
                  <a:gd name="connsiteX8" fmla="*/ 23528 w 38943"/>
                  <a:gd name="connsiteY8" fmla="*/ 34099 h 54395"/>
                  <a:gd name="connsiteX9" fmla="*/ 20283 w 38943"/>
                  <a:gd name="connsiteY9" fmla="*/ 32475 h 54395"/>
                  <a:gd name="connsiteX10" fmla="*/ 14604 w 38943"/>
                  <a:gd name="connsiteY10" fmla="*/ 30040 h 54395"/>
                  <a:gd name="connsiteX11" fmla="*/ 4868 w 38943"/>
                  <a:gd name="connsiteY11" fmla="*/ 23544 h 54395"/>
                  <a:gd name="connsiteX12" fmla="*/ 1623 w 38943"/>
                  <a:gd name="connsiteY12" fmla="*/ 14614 h 54395"/>
                  <a:gd name="connsiteX13" fmla="*/ 6491 w 38943"/>
                  <a:gd name="connsiteY13" fmla="*/ 4059 h 54395"/>
                  <a:gd name="connsiteX14" fmla="*/ 19472 w 38943"/>
                  <a:gd name="connsiteY14" fmla="*/ 0 h 54395"/>
                  <a:gd name="connsiteX15" fmla="*/ 30019 w 38943"/>
                  <a:gd name="connsiteY15" fmla="*/ 2436 h 54395"/>
                  <a:gd name="connsiteX16" fmla="*/ 37321 w 38943"/>
                  <a:gd name="connsiteY16" fmla="*/ 9743 h 54395"/>
                  <a:gd name="connsiteX17" fmla="*/ 30019 w 38943"/>
                  <a:gd name="connsiteY17" fmla="*/ 15426 h 54395"/>
                  <a:gd name="connsiteX18" fmla="*/ 20283 w 38943"/>
                  <a:gd name="connsiteY18" fmla="*/ 9743 h 54395"/>
                  <a:gd name="connsiteX19" fmla="*/ 15415 w 38943"/>
                  <a:gd name="connsiteY19" fmla="*/ 11366 h 54395"/>
                  <a:gd name="connsiteX20" fmla="*/ 13792 w 38943"/>
                  <a:gd name="connsiteY20" fmla="*/ 15426 h 54395"/>
                  <a:gd name="connsiteX21" fmla="*/ 15415 w 38943"/>
                  <a:gd name="connsiteY21" fmla="*/ 18673 h 54395"/>
                  <a:gd name="connsiteX22" fmla="*/ 20283 w 38943"/>
                  <a:gd name="connsiteY22" fmla="*/ 21109 h 54395"/>
                  <a:gd name="connsiteX23" fmla="*/ 25962 w 38943"/>
                  <a:gd name="connsiteY23" fmla="*/ 23544 h 54395"/>
                  <a:gd name="connsiteX24" fmla="*/ 33264 w 38943"/>
                  <a:gd name="connsiteY24" fmla="*/ 27604 h 54395"/>
                  <a:gd name="connsiteX25" fmla="*/ 37321 w 38943"/>
                  <a:gd name="connsiteY25" fmla="*/ 32475 h 54395"/>
                  <a:gd name="connsiteX26" fmla="*/ 38943 w 38943"/>
                  <a:gd name="connsiteY26" fmla="*/ 38970 h 54395"/>
                  <a:gd name="connsiteX27" fmla="*/ 34075 w 38943"/>
                  <a:gd name="connsiteY27" fmla="*/ 50337 h 54395"/>
                  <a:gd name="connsiteX28" fmla="*/ 21094 w 38943"/>
                  <a:gd name="connsiteY28" fmla="*/ 54396 h 54395"/>
                  <a:gd name="connsiteX29" fmla="*/ 8925 w 38943"/>
                  <a:gd name="connsiteY29" fmla="*/ 51148 h 54395"/>
                  <a:gd name="connsiteX30" fmla="*/ 0 w 38943"/>
                  <a:gd name="connsiteY30" fmla="*/ 43030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943" h="54395">
                    <a:moveTo>
                      <a:pt x="0" y="43030"/>
                    </a:moveTo>
                    <a:lnTo>
                      <a:pt x="7302" y="37346"/>
                    </a:lnTo>
                    <a:cubicBezTo>
                      <a:pt x="8925" y="39782"/>
                      <a:pt x="10547" y="41406"/>
                      <a:pt x="12981" y="43030"/>
                    </a:cubicBezTo>
                    <a:cubicBezTo>
                      <a:pt x="14604" y="44653"/>
                      <a:pt x="17849" y="45465"/>
                      <a:pt x="20283" y="45465"/>
                    </a:cubicBezTo>
                    <a:cubicBezTo>
                      <a:pt x="22717" y="45465"/>
                      <a:pt x="24339" y="44653"/>
                      <a:pt x="25962" y="43841"/>
                    </a:cubicBezTo>
                    <a:cubicBezTo>
                      <a:pt x="27585" y="43030"/>
                      <a:pt x="27585" y="41406"/>
                      <a:pt x="27585" y="39782"/>
                    </a:cubicBezTo>
                    <a:cubicBezTo>
                      <a:pt x="27585" y="38970"/>
                      <a:pt x="27585" y="38158"/>
                      <a:pt x="26773" y="37346"/>
                    </a:cubicBezTo>
                    <a:cubicBezTo>
                      <a:pt x="26773" y="36535"/>
                      <a:pt x="25962" y="36535"/>
                      <a:pt x="25151" y="35723"/>
                    </a:cubicBezTo>
                    <a:cubicBezTo>
                      <a:pt x="24339" y="34911"/>
                      <a:pt x="23528" y="34911"/>
                      <a:pt x="23528" y="34099"/>
                    </a:cubicBezTo>
                    <a:cubicBezTo>
                      <a:pt x="22717" y="34099"/>
                      <a:pt x="21905" y="33287"/>
                      <a:pt x="20283" y="32475"/>
                    </a:cubicBezTo>
                    <a:lnTo>
                      <a:pt x="14604" y="30040"/>
                    </a:lnTo>
                    <a:cubicBezTo>
                      <a:pt x="10547" y="28416"/>
                      <a:pt x="7302" y="25980"/>
                      <a:pt x="4868" y="23544"/>
                    </a:cubicBezTo>
                    <a:cubicBezTo>
                      <a:pt x="2434" y="21109"/>
                      <a:pt x="1623" y="17861"/>
                      <a:pt x="1623" y="14614"/>
                    </a:cubicBezTo>
                    <a:cubicBezTo>
                      <a:pt x="1623" y="10554"/>
                      <a:pt x="3245" y="6495"/>
                      <a:pt x="6491" y="4059"/>
                    </a:cubicBezTo>
                    <a:cubicBezTo>
                      <a:pt x="9736" y="1624"/>
                      <a:pt x="13792" y="0"/>
                      <a:pt x="19472" y="0"/>
                    </a:cubicBezTo>
                    <a:cubicBezTo>
                      <a:pt x="23528" y="0"/>
                      <a:pt x="26773" y="812"/>
                      <a:pt x="30019" y="2436"/>
                    </a:cubicBezTo>
                    <a:cubicBezTo>
                      <a:pt x="33264" y="4059"/>
                      <a:pt x="35698" y="6495"/>
                      <a:pt x="37321" y="9743"/>
                    </a:cubicBezTo>
                    <a:lnTo>
                      <a:pt x="30019" y="15426"/>
                    </a:lnTo>
                    <a:cubicBezTo>
                      <a:pt x="27585" y="11366"/>
                      <a:pt x="24339" y="9743"/>
                      <a:pt x="20283" y="9743"/>
                    </a:cubicBezTo>
                    <a:cubicBezTo>
                      <a:pt x="18660" y="9743"/>
                      <a:pt x="17038" y="10554"/>
                      <a:pt x="15415" y="11366"/>
                    </a:cubicBezTo>
                    <a:cubicBezTo>
                      <a:pt x="13792" y="12178"/>
                      <a:pt x="13792" y="13802"/>
                      <a:pt x="13792" y="15426"/>
                    </a:cubicBezTo>
                    <a:cubicBezTo>
                      <a:pt x="13792" y="17049"/>
                      <a:pt x="14604" y="17861"/>
                      <a:pt x="15415" y="18673"/>
                    </a:cubicBezTo>
                    <a:cubicBezTo>
                      <a:pt x="16226" y="19485"/>
                      <a:pt x="17849" y="20297"/>
                      <a:pt x="20283" y="21109"/>
                    </a:cubicBezTo>
                    <a:lnTo>
                      <a:pt x="25962" y="23544"/>
                    </a:lnTo>
                    <a:cubicBezTo>
                      <a:pt x="29207" y="25168"/>
                      <a:pt x="31641" y="25980"/>
                      <a:pt x="33264" y="27604"/>
                    </a:cubicBezTo>
                    <a:cubicBezTo>
                      <a:pt x="34887" y="29228"/>
                      <a:pt x="36509" y="30851"/>
                      <a:pt x="37321" y="32475"/>
                    </a:cubicBezTo>
                    <a:cubicBezTo>
                      <a:pt x="38132" y="34099"/>
                      <a:pt x="38943" y="36535"/>
                      <a:pt x="38943" y="38970"/>
                    </a:cubicBezTo>
                    <a:cubicBezTo>
                      <a:pt x="38943" y="43841"/>
                      <a:pt x="37321" y="47901"/>
                      <a:pt x="34075" y="50337"/>
                    </a:cubicBezTo>
                    <a:cubicBezTo>
                      <a:pt x="30830" y="53584"/>
                      <a:pt x="25962" y="54396"/>
                      <a:pt x="21094" y="54396"/>
                    </a:cubicBezTo>
                    <a:cubicBezTo>
                      <a:pt x="16226" y="54396"/>
                      <a:pt x="12981" y="53584"/>
                      <a:pt x="8925" y="51148"/>
                    </a:cubicBezTo>
                    <a:cubicBezTo>
                      <a:pt x="4868" y="49525"/>
                      <a:pt x="2434" y="46277"/>
                      <a:pt x="0" y="43030"/>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578" name="Freeform 577">
              <a:extLst>
                <a:ext uri="{FF2B5EF4-FFF2-40B4-BE49-F238E27FC236}">
                  <a16:creationId xmlns:a16="http://schemas.microsoft.com/office/drawing/2014/main" id="{0717EA5B-1CF2-885F-C92C-714E2987C608}"/>
                </a:ext>
              </a:extLst>
            </p:cNvPr>
            <p:cNvSpPr/>
            <p:nvPr/>
          </p:nvSpPr>
          <p:spPr>
            <a:xfrm>
              <a:off x="-1476363" y="2560829"/>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8 w 36509"/>
                <a:gd name="connsiteY4" fmla="*/ 9743 h 52772"/>
                <a:gd name="connsiteX5" fmla="*/ 11358 w 36509"/>
                <a:gd name="connsiteY5" fmla="*/ 20297 h 52772"/>
                <a:gd name="connsiteX6" fmla="*/ 29207 w 36509"/>
                <a:gd name="connsiteY6" fmla="*/ 20297 h 52772"/>
                <a:gd name="connsiteX7" fmla="*/ 29207 w 36509"/>
                <a:gd name="connsiteY7" fmla="*/ 30040 h 52772"/>
                <a:gd name="connsiteX8" fmla="*/ 11358 w 36509"/>
                <a:gd name="connsiteY8" fmla="*/ 30040 h 52772"/>
                <a:gd name="connsiteX9" fmla="*/ 11358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8" y="9743"/>
                  </a:lnTo>
                  <a:lnTo>
                    <a:pt x="11358" y="20297"/>
                  </a:lnTo>
                  <a:lnTo>
                    <a:pt x="29207" y="20297"/>
                  </a:lnTo>
                  <a:lnTo>
                    <a:pt x="29207" y="30040"/>
                  </a:lnTo>
                  <a:lnTo>
                    <a:pt x="11358" y="30040"/>
                  </a:lnTo>
                  <a:lnTo>
                    <a:pt x="11358"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79" name="Freeform 578">
              <a:extLst>
                <a:ext uri="{FF2B5EF4-FFF2-40B4-BE49-F238E27FC236}">
                  <a16:creationId xmlns:a16="http://schemas.microsoft.com/office/drawing/2014/main" id="{3710D7B1-3E6A-685B-5406-BE280D92ABDE}"/>
                </a:ext>
              </a:extLst>
            </p:cNvPr>
            <p:cNvSpPr/>
            <p:nvPr/>
          </p:nvSpPr>
          <p:spPr>
            <a:xfrm>
              <a:off x="-1429306" y="2560829"/>
              <a:ext cx="44622" cy="52772"/>
            </a:xfrm>
            <a:custGeom>
              <a:avLst/>
              <a:gdLst>
                <a:gd name="connsiteX0" fmla="*/ 10547 w 44622"/>
                <a:gd name="connsiteY0" fmla="*/ 25168 h 52772"/>
                <a:gd name="connsiteX1" fmla="*/ 19472 w 44622"/>
                <a:gd name="connsiteY1" fmla="*/ 25168 h 52772"/>
                <a:gd name="connsiteX2" fmla="*/ 25151 w 44622"/>
                <a:gd name="connsiteY2" fmla="*/ 22733 h 52772"/>
                <a:gd name="connsiteX3" fmla="*/ 27585 w 44622"/>
                <a:gd name="connsiteY3" fmla="*/ 17050 h 52772"/>
                <a:gd name="connsiteX4" fmla="*/ 25151 w 44622"/>
                <a:gd name="connsiteY4" fmla="*/ 11366 h 52772"/>
                <a:gd name="connsiteX5" fmla="*/ 19472 w 44622"/>
                <a:gd name="connsiteY5" fmla="*/ 8931 h 52772"/>
                <a:gd name="connsiteX6" fmla="*/ 10547 w 44622"/>
                <a:gd name="connsiteY6" fmla="*/ 8931 h 52772"/>
                <a:gd name="connsiteX7" fmla="*/ 10547 w 44622"/>
                <a:gd name="connsiteY7" fmla="*/ 25168 h 52772"/>
                <a:gd name="connsiteX8" fmla="*/ 0 w 44622"/>
                <a:gd name="connsiteY8" fmla="*/ 52772 h 52772"/>
                <a:gd name="connsiteX9" fmla="*/ 0 w 44622"/>
                <a:gd name="connsiteY9" fmla="*/ 0 h 52772"/>
                <a:gd name="connsiteX10" fmla="*/ 19472 w 44622"/>
                <a:gd name="connsiteY10" fmla="*/ 0 h 52772"/>
                <a:gd name="connsiteX11" fmla="*/ 33264 w 44622"/>
                <a:gd name="connsiteY11" fmla="*/ 4871 h 52772"/>
                <a:gd name="connsiteX12" fmla="*/ 38943 w 44622"/>
                <a:gd name="connsiteY12" fmla="*/ 17050 h 52772"/>
                <a:gd name="connsiteX13" fmla="*/ 36509 w 44622"/>
                <a:gd name="connsiteY13" fmla="*/ 25980 h 52772"/>
                <a:gd name="connsiteX14" fmla="*/ 30019 w 44622"/>
                <a:gd name="connsiteY14" fmla="*/ 31663 h 52772"/>
                <a:gd name="connsiteX15" fmla="*/ 44622 w 44622"/>
                <a:gd name="connsiteY15" fmla="*/ 51960 h 52772"/>
                <a:gd name="connsiteX16" fmla="*/ 32453 w 44622"/>
                <a:gd name="connsiteY16" fmla="*/ 51960 h 52772"/>
                <a:gd name="connsiteX17" fmla="*/ 18660 w 44622"/>
                <a:gd name="connsiteY17" fmla="*/ 33287 h 52772"/>
                <a:gd name="connsiteX18" fmla="*/ 10547 w 44622"/>
                <a:gd name="connsiteY18" fmla="*/ 33287 h 52772"/>
                <a:gd name="connsiteX19" fmla="*/ 10547 w 44622"/>
                <a:gd name="connsiteY19" fmla="*/ 51960 h 52772"/>
                <a:gd name="connsiteX20" fmla="*/ 0 w 44622"/>
                <a:gd name="connsiteY20" fmla="*/ 51960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2" h="52772">
                  <a:moveTo>
                    <a:pt x="10547" y="25168"/>
                  </a:moveTo>
                  <a:lnTo>
                    <a:pt x="19472" y="25168"/>
                  </a:lnTo>
                  <a:cubicBezTo>
                    <a:pt x="21905" y="25168"/>
                    <a:pt x="23528" y="24356"/>
                    <a:pt x="25151" y="22733"/>
                  </a:cubicBezTo>
                  <a:cubicBezTo>
                    <a:pt x="26773" y="21109"/>
                    <a:pt x="27585" y="19485"/>
                    <a:pt x="27585" y="17050"/>
                  </a:cubicBezTo>
                  <a:cubicBezTo>
                    <a:pt x="27585" y="14614"/>
                    <a:pt x="26773" y="12990"/>
                    <a:pt x="25151" y="11366"/>
                  </a:cubicBezTo>
                  <a:cubicBezTo>
                    <a:pt x="23528" y="9743"/>
                    <a:pt x="21905" y="8931"/>
                    <a:pt x="19472" y="8931"/>
                  </a:cubicBezTo>
                  <a:lnTo>
                    <a:pt x="10547" y="8931"/>
                  </a:lnTo>
                  <a:lnTo>
                    <a:pt x="10547" y="25168"/>
                  </a:lnTo>
                  <a:close/>
                  <a:moveTo>
                    <a:pt x="0" y="52772"/>
                  </a:moveTo>
                  <a:lnTo>
                    <a:pt x="0" y="0"/>
                  </a:lnTo>
                  <a:lnTo>
                    <a:pt x="19472" y="0"/>
                  </a:lnTo>
                  <a:cubicBezTo>
                    <a:pt x="25151" y="0"/>
                    <a:pt x="29207" y="1624"/>
                    <a:pt x="33264" y="4871"/>
                  </a:cubicBezTo>
                  <a:cubicBezTo>
                    <a:pt x="36509" y="8119"/>
                    <a:pt x="38943" y="12178"/>
                    <a:pt x="38943" y="17050"/>
                  </a:cubicBezTo>
                  <a:cubicBezTo>
                    <a:pt x="38943" y="20297"/>
                    <a:pt x="38132" y="23545"/>
                    <a:pt x="36509" y="25980"/>
                  </a:cubicBezTo>
                  <a:cubicBezTo>
                    <a:pt x="34887" y="28416"/>
                    <a:pt x="32453" y="30851"/>
                    <a:pt x="30019" y="31663"/>
                  </a:cubicBezTo>
                  <a:lnTo>
                    <a:pt x="44622" y="51960"/>
                  </a:lnTo>
                  <a:lnTo>
                    <a:pt x="32453" y="51960"/>
                  </a:lnTo>
                  <a:lnTo>
                    <a:pt x="18660" y="33287"/>
                  </a:lnTo>
                  <a:lnTo>
                    <a:pt x="10547" y="33287"/>
                  </a:lnTo>
                  <a:lnTo>
                    <a:pt x="10547" y="51960"/>
                  </a:lnTo>
                  <a:lnTo>
                    <a:pt x="0"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0" name="Freeform 579">
              <a:extLst>
                <a:ext uri="{FF2B5EF4-FFF2-40B4-BE49-F238E27FC236}">
                  <a16:creationId xmlns:a16="http://schemas.microsoft.com/office/drawing/2014/main" id="{1A50CF33-CC88-3D4D-6922-55465C5991F2}"/>
                </a:ext>
              </a:extLst>
            </p:cNvPr>
            <p:cNvSpPr/>
            <p:nvPr/>
          </p:nvSpPr>
          <p:spPr>
            <a:xfrm>
              <a:off x="-1385495" y="2560829"/>
              <a:ext cx="50301" cy="53584"/>
            </a:xfrm>
            <a:custGeom>
              <a:avLst/>
              <a:gdLst>
                <a:gd name="connsiteX0" fmla="*/ 0 w 50301"/>
                <a:gd name="connsiteY0" fmla="*/ 0 h 53584"/>
                <a:gd name="connsiteX1" fmla="*/ 12170 w 50301"/>
                <a:gd name="connsiteY1" fmla="*/ 0 h 53584"/>
                <a:gd name="connsiteX2" fmla="*/ 25151 w 50301"/>
                <a:gd name="connsiteY2" fmla="*/ 32475 h 53584"/>
                <a:gd name="connsiteX3" fmla="*/ 38132 w 50301"/>
                <a:gd name="connsiteY3" fmla="*/ 0 h 53584"/>
                <a:gd name="connsiteX4" fmla="*/ 50302 w 50301"/>
                <a:gd name="connsiteY4" fmla="*/ 0 h 53584"/>
                <a:gd name="connsiteX5" fmla="*/ 26773 w 50301"/>
                <a:gd name="connsiteY5" fmla="*/ 53584 h 53584"/>
                <a:gd name="connsiteX6" fmla="*/ 23528 w 50301"/>
                <a:gd name="connsiteY6" fmla="*/ 53584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01" h="53584">
                  <a:moveTo>
                    <a:pt x="0" y="0"/>
                  </a:moveTo>
                  <a:lnTo>
                    <a:pt x="12170" y="0"/>
                  </a:lnTo>
                  <a:lnTo>
                    <a:pt x="25151" y="32475"/>
                  </a:lnTo>
                  <a:lnTo>
                    <a:pt x="38132" y="0"/>
                  </a:lnTo>
                  <a:lnTo>
                    <a:pt x="50302" y="0"/>
                  </a:lnTo>
                  <a:lnTo>
                    <a:pt x="26773" y="53584"/>
                  </a:lnTo>
                  <a:lnTo>
                    <a:pt x="23528" y="53584"/>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1" name="Freeform 580">
              <a:extLst>
                <a:ext uri="{FF2B5EF4-FFF2-40B4-BE49-F238E27FC236}">
                  <a16:creationId xmlns:a16="http://schemas.microsoft.com/office/drawing/2014/main" id="{33D9EEB2-613D-3E8F-39B4-5E5245A6B7A4}"/>
                </a:ext>
              </a:extLst>
            </p:cNvPr>
            <p:cNvSpPr/>
            <p:nvPr/>
          </p:nvSpPr>
          <p:spPr>
            <a:xfrm>
              <a:off x="-1327081" y="2560829"/>
              <a:ext cx="10547" cy="52772"/>
            </a:xfrm>
            <a:custGeom>
              <a:avLst/>
              <a:gdLst>
                <a:gd name="connsiteX0" fmla="*/ 0 w 10547"/>
                <a:gd name="connsiteY0" fmla="*/ 0 h 52772"/>
                <a:gd name="connsiteX1" fmla="*/ 10547 w 10547"/>
                <a:gd name="connsiteY1" fmla="*/ 0 h 52772"/>
                <a:gd name="connsiteX2" fmla="*/ 10547 w 10547"/>
                <a:gd name="connsiteY2" fmla="*/ 52772 h 52772"/>
                <a:gd name="connsiteX3" fmla="*/ 0 w 10547"/>
                <a:gd name="connsiteY3" fmla="*/ 52772 h 52772"/>
              </a:gdLst>
              <a:ahLst/>
              <a:cxnLst>
                <a:cxn ang="0">
                  <a:pos x="connsiteX0" y="connsiteY0"/>
                </a:cxn>
                <a:cxn ang="0">
                  <a:pos x="connsiteX1" y="connsiteY1"/>
                </a:cxn>
                <a:cxn ang="0">
                  <a:pos x="connsiteX2" y="connsiteY2"/>
                </a:cxn>
                <a:cxn ang="0">
                  <a:pos x="connsiteX3" y="connsiteY3"/>
                </a:cxn>
              </a:cxnLst>
              <a:rect l="l" t="t" r="r" b="b"/>
              <a:pathLst>
                <a:path w="10547" h="52772">
                  <a:moveTo>
                    <a:pt x="0" y="0"/>
                  </a:moveTo>
                  <a:lnTo>
                    <a:pt x="10547" y="0"/>
                  </a:lnTo>
                  <a:lnTo>
                    <a:pt x="10547" y="52772"/>
                  </a:ln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2" name="Freeform 581">
              <a:extLst>
                <a:ext uri="{FF2B5EF4-FFF2-40B4-BE49-F238E27FC236}">
                  <a16:creationId xmlns:a16="http://schemas.microsoft.com/office/drawing/2014/main" id="{894FDD77-498E-3814-501D-231F6A21D5B9}"/>
                </a:ext>
              </a:extLst>
            </p:cNvPr>
            <p:cNvSpPr/>
            <p:nvPr/>
          </p:nvSpPr>
          <p:spPr>
            <a:xfrm>
              <a:off x="-1306798" y="2560017"/>
              <a:ext cx="51924" cy="53584"/>
            </a:xfrm>
            <a:custGeom>
              <a:avLst/>
              <a:gdLst>
                <a:gd name="connsiteX0" fmla="*/ 2434 w 51924"/>
                <a:gd name="connsiteY0" fmla="*/ 38158 h 53584"/>
                <a:gd name="connsiteX1" fmla="*/ 0 w 51924"/>
                <a:gd name="connsiteY1" fmla="*/ 27604 h 53584"/>
                <a:gd name="connsiteX2" fmla="*/ 2434 w 51924"/>
                <a:gd name="connsiteY2" fmla="*/ 17049 h 53584"/>
                <a:gd name="connsiteX3" fmla="*/ 8113 w 51924"/>
                <a:gd name="connsiteY3" fmla="*/ 8119 h 53584"/>
                <a:gd name="connsiteX4" fmla="*/ 17038 w 51924"/>
                <a:gd name="connsiteY4" fmla="*/ 2436 h 53584"/>
                <a:gd name="connsiteX5" fmla="*/ 28396 w 51924"/>
                <a:gd name="connsiteY5" fmla="*/ 0 h 53584"/>
                <a:gd name="connsiteX6" fmla="*/ 42188 w 51924"/>
                <a:gd name="connsiteY6" fmla="*/ 3247 h 53584"/>
                <a:gd name="connsiteX7" fmla="*/ 51924 w 51924"/>
                <a:gd name="connsiteY7" fmla="*/ 12990 h 53584"/>
                <a:gd name="connsiteX8" fmla="*/ 43811 w 51924"/>
                <a:gd name="connsiteY8" fmla="*/ 18673 h 53584"/>
                <a:gd name="connsiteX9" fmla="*/ 28396 w 51924"/>
                <a:gd name="connsiteY9" fmla="*/ 9743 h 53584"/>
                <a:gd name="connsiteX10" fmla="*/ 16226 w 51924"/>
                <a:gd name="connsiteY10" fmla="*/ 14614 h 53584"/>
                <a:gd name="connsiteX11" fmla="*/ 11358 w 51924"/>
                <a:gd name="connsiteY11" fmla="*/ 26792 h 53584"/>
                <a:gd name="connsiteX12" fmla="*/ 16226 w 51924"/>
                <a:gd name="connsiteY12" fmla="*/ 38970 h 53584"/>
                <a:gd name="connsiteX13" fmla="*/ 28396 w 51924"/>
                <a:gd name="connsiteY13" fmla="*/ 43841 h 53584"/>
                <a:gd name="connsiteX14" fmla="*/ 43811 w 51924"/>
                <a:gd name="connsiteY14" fmla="*/ 34911 h 53584"/>
                <a:gd name="connsiteX15" fmla="*/ 51924 w 51924"/>
                <a:gd name="connsiteY15" fmla="*/ 40594 h 53584"/>
                <a:gd name="connsiteX16" fmla="*/ 42188 w 51924"/>
                <a:gd name="connsiteY16" fmla="*/ 50337 h 53584"/>
                <a:gd name="connsiteX17" fmla="*/ 28396 w 51924"/>
                <a:gd name="connsiteY17" fmla="*/ 53584 h 53584"/>
                <a:gd name="connsiteX18" fmla="*/ 17849 w 51924"/>
                <a:gd name="connsiteY18" fmla="*/ 51148 h 53584"/>
                <a:gd name="connsiteX19" fmla="*/ 8924 w 51924"/>
                <a:gd name="connsiteY19" fmla="*/ 45465 h 53584"/>
                <a:gd name="connsiteX20" fmla="*/ 2434 w 51924"/>
                <a:gd name="connsiteY20" fmla="*/ 38158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24" h="53584">
                  <a:moveTo>
                    <a:pt x="2434" y="38158"/>
                  </a:moveTo>
                  <a:cubicBezTo>
                    <a:pt x="811" y="34911"/>
                    <a:pt x="0" y="30851"/>
                    <a:pt x="0" y="27604"/>
                  </a:cubicBezTo>
                  <a:cubicBezTo>
                    <a:pt x="0" y="23544"/>
                    <a:pt x="811" y="20297"/>
                    <a:pt x="2434" y="17049"/>
                  </a:cubicBezTo>
                  <a:cubicBezTo>
                    <a:pt x="4057" y="13802"/>
                    <a:pt x="5679" y="10554"/>
                    <a:pt x="8113" y="8119"/>
                  </a:cubicBezTo>
                  <a:cubicBezTo>
                    <a:pt x="10547" y="5683"/>
                    <a:pt x="13792" y="4059"/>
                    <a:pt x="17038" y="2436"/>
                  </a:cubicBezTo>
                  <a:cubicBezTo>
                    <a:pt x="20283" y="812"/>
                    <a:pt x="24339" y="0"/>
                    <a:pt x="28396" y="0"/>
                  </a:cubicBezTo>
                  <a:cubicBezTo>
                    <a:pt x="33264" y="0"/>
                    <a:pt x="38132" y="812"/>
                    <a:pt x="42188" y="3247"/>
                  </a:cubicBezTo>
                  <a:cubicBezTo>
                    <a:pt x="46245" y="5683"/>
                    <a:pt x="49490" y="8931"/>
                    <a:pt x="51924" y="12990"/>
                  </a:cubicBezTo>
                  <a:lnTo>
                    <a:pt x="43811" y="18673"/>
                  </a:lnTo>
                  <a:cubicBezTo>
                    <a:pt x="39754" y="12990"/>
                    <a:pt x="34886" y="9743"/>
                    <a:pt x="28396" y="9743"/>
                  </a:cubicBezTo>
                  <a:cubicBezTo>
                    <a:pt x="23528" y="9743"/>
                    <a:pt x="19472" y="11366"/>
                    <a:pt x="16226" y="14614"/>
                  </a:cubicBezTo>
                  <a:cubicBezTo>
                    <a:pt x="12981" y="17861"/>
                    <a:pt x="11358" y="21921"/>
                    <a:pt x="11358" y="26792"/>
                  </a:cubicBezTo>
                  <a:cubicBezTo>
                    <a:pt x="11358" y="31663"/>
                    <a:pt x="12981" y="35723"/>
                    <a:pt x="16226" y="38970"/>
                  </a:cubicBezTo>
                  <a:cubicBezTo>
                    <a:pt x="19472" y="42218"/>
                    <a:pt x="23528" y="43841"/>
                    <a:pt x="28396" y="43841"/>
                  </a:cubicBezTo>
                  <a:cubicBezTo>
                    <a:pt x="34886" y="43841"/>
                    <a:pt x="39754" y="40594"/>
                    <a:pt x="43811" y="34911"/>
                  </a:cubicBezTo>
                  <a:lnTo>
                    <a:pt x="51924" y="40594"/>
                  </a:lnTo>
                  <a:cubicBezTo>
                    <a:pt x="49490" y="44653"/>
                    <a:pt x="46245" y="47901"/>
                    <a:pt x="42188" y="50337"/>
                  </a:cubicBezTo>
                  <a:cubicBezTo>
                    <a:pt x="38132" y="52772"/>
                    <a:pt x="33264" y="53584"/>
                    <a:pt x="28396" y="53584"/>
                  </a:cubicBezTo>
                  <a:cubicBezTo>
                    <a:pt x="24339" y="53584"/>
                    <a:pt x="21094" y="52772"/>
                    <a:pt x="17849" y="51148"/>
                  </a:cubicBezTo>
                  <a:cubicBezTo>
                    <a:pt x="14604" y="49525"/>
                    <a:pt x="11358" y="47901"/>
                    <a:pt x="8924" y="45465"/>
                  </a:cubicBezTo>
                  <a:cubicBezTo>
                    <a:pt x="5679" y="44653"/>
                    <a:pt x="4057" y="41406"/>
                    <a:pt x="2434" y="38158"/>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3" name="Freeform 582">
              <a:extLst>
                <a:ext uri="{FF2B5EF4-FFF2-40B4-BE49-F238E27FC236}">
                  <a16:creationId xmlns:a16="http://schemas.microsoft.com/office/drawing/2014/main" id="{6B18E387-0293-EDEF-4044-DDB914E290EF}"/>
                </a:ext>
              </a:extLst>
            </p:cNvPr>
            <p:cNvSpPr/>
            <p:nvPr/>
          </p:nvSpPr>
          <p:spPr>
            <a:xfrm>
              <a:off x="-1245949" y="2560829"/>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8 w 36509"/>
                <a:gd name="connsiteY4" fmla="*/ 9743 h 52772"/>
                <a:gd name="connsiteX5" fmla="*/ 11358 w 36509"/>
                <a:gd name="connsiteY5" fmla="*/ 20297 h 52772"/>
                <a:gd name="connsiteX6" fmla="*/ 29207 w 36509"/>
                <a:gd name="connsiteY6" fmla="*/ 20297 h 52772"/>
                <a:gd name="connsiteX7" fmla="*/ 29207 w 36509"/>
                <a:gd name="connsiteY7" fmla="*/ 30040 h 52772"/>
                <a:gd name="connsiteX8" fmla="*/ 11358 w 36509"/>
                <a:gd name="connsiteY8" fmla="*/ 30040 h 52772"/>
                <a:gd name="connsiteX9" fmla="*/ 11358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8" y="9743"/>
                  </a:lnTo>
                  <a:lnTo>
                    <a:pt x="11358" y="20297"/>
                  </a:lnTo>
                  <a:lnTo>
                    <a:pt x="29207" y="20297"/>
                  </a:lnTo>
                  <a:lnTo>
                    <a:pt x="29207" y="30040"/>
                  </a:lnTo>
                  <a:lnTo>
                    <a:pt x="11358" y="30040"/>
                  </a:lnTo>
                  <a:lnTo>
                    <a:pt x="11358"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4" name="Freeform 583">
              <a:extLst>
                <a:ext uri="{FF2B5EF4-FFF2-40B4-BE49-F238E27FC236}">
                  <a16:creationId xmlns:a16="http://schemas.microsoft.com/office/drawing/2014/main" id="{B929D217-9205-253A-4CED-15593B997AE6}"/>
                </a:ext>
              </a:extLst>
            </p:cNvPr>
            <p:cNvSpPr/>
            <p:nvPr/>
          </p:nvSpPr>
          <p:spPr>
            <a:xfrm rot="16206204">
              <a:off x="-1282821" y="2445337"/>
              <a:ext cx="121697" cy="26792"/>
            </a:xfrm>
            <a:custGeom>
              <a:avLst/>
              <a:gdLst>
                <a:gd name="connsiteX0" fmla="*/ 0 w 121697"/>
                <a:gd name="connsiteY0" fmla="*/ 0 h 26792"/>
                <a:gd name="connsiteX1" fmla="*/ 121698 w 121697"/>
                <a:gd name="connsiteY1" fmla="*/ 0 h 26792"/>
                <a:gd name="connsiteX2" fmla="*/ 121698 w 121697"/>
                <a:gd name="connsiteY2" fmla="*/ 26792 h 26792"/>
                <a:gd name="connsiteX3" fmla="*/ 0 w 121697"/>
                <a:gd name="connsiteY3" fmla="*/ 26792 h 26792"/>
              </a:gdLst>
              <a:ahLst/>
              <a:cxnLst>
                <a:cxn ang="0">
                  <a:pos x="connsiteX0" y="connsiteY0"/>
                </a:cxn>
                <a:cxn ang="0">
                  <a:pos x="connsiteX1" y="connsiteY1"/>
                </a:cxn>
                <a:cxn ang="0">
                  <a:pos x="connsiteX2" y="connsiteY2"/>
                </a:cxn>
                <a:cxn ang="0">
                  <a:pos x="connsiteX3" y="connsiteY3"/>
                </a:cxn>
              </a:cxnLst>
              <a:rect l="l" t="t" r="r" b="b"/>
              <a:pathLst>
                <a:path w="121697" h="26792">
                  <a:moveTo>
                    <a:pt x="0" y="0"/>
                  </a:moveTo>
                  <a:lnTo>
                    <a:pt x="121698" y="0"/>
                  </a:lnTo>
                  <a:lnTo>
                    <a:pt x="121698" y="26792"/>
                  </a:lnTo>
                  <a:lnTo>
                    <a:pt x="0" y="26792"/>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5" name="Freeform 584">
              <a:extLst>
                <a:ext uri="{FF2B5EF4-FFF2-40B4-BE49-F238E27FC236}">
                  <a16:creationId xmlns:a16="http://schemas.microsoft.com/office/drawing/2014/main" id="{6D8B6D2F-28DC-574E-3987-440FD2F041B6}"/>
                </a:ext>
              </a:extLst>
            </p:cNvPr>
            <p:cNvSpPr/>
            <p:nvPr/>
          </p:nvSpPr>
          <p:spPr>
            <a:xfrm>
              <a:off x="-1194025" y="2497503"/>
              <a:ext cx="17037" cy="21920"/>
            </a:xfrm>
            <a:custGeom>
              <a:avLst/>
              <a:gdLst>
                <a:gd name="connsiteX0" fmla="*/ 17038 w 17037"/>
                <a:gd name="connsiteY0" fmla="*/ 0 h 21920"/>
                <a:gd name="connsiteX1" fmla="*/ 17038 w 17037"/>
                <a:gd name="connsiteY1" fmla="*/ 2436 h 21920"/>
                <a:gd name="connsiteX2" fmla="*/ 8925 w 17037"/>
                <a:gd name="connsiteY2" fmla="*/ 2436 h 21920"/>
                <a:gd name="connsiteX3" fmla="*/ 8925 w 17037"/>
                <a:gd name="connsiteY3" fmla="*/ 21921 h 21920"/>
                <a:gd name="connsiteX4" fmla="*/ 7302 w 17037"/>
                <a:gd name="connsiteY4" fmla="*/ 21921 h 21920"/>
                <a:gd name="connsiteX5" fmla="*/ 7302 w 17037"/>
                <a:gd name="connsiteY5" fmla="*/ 2436 h 21920"/>
                <a:gd name="connsiteX6" fmla="*/ 0 w 17037"/>
                <a:gd name="connsiteY6" fmla="*/ 2436 h 21920"/>
                <a:gd name="connsiteX7" fmla="*/ 0 w 17037"/>
                <a:gd name="connsiteY7" fmla="*/ 0 h 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37" h="21920">
                  <a:moveTo>
                    <a:pt x="17038" y="0"/>
                  </a:moveTo>
                  <a:lnTo>
                    <a:pt x="17038" y="2436"/>
                  </a:lnTo>
                  <a:lnTo>
                    <a:pt x="8925" y="2436"/>
                  </a:lnTo>
                  <a:lnTo>
                    <a:pt x="8925" y="21921"/>
                  </a:lnTo>
                  <a:lnTo>
                    <a:pt x="7302" y="21921"/>
                  </a:lnTo>
                  <a:lnTo>
                    <a:pt x="7302" y="2436"/>
                  </a:lnTo>
                  <a:lnTo>
                    <a:pt x="0" y="2436"/>
                  </a:lnTo>
                  <a:lnTo>
                    <a:pt x="0" y="0"/>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6" name="Freeform 585">
              <a:extLst>
                <a:ext uri="{FF2B5EF4-FFF2-40B4-BE49-F238E27FC236}">
                  <a16:creationId xmlns:a16="http://schemas.microsoft.com/office/drawing/2014/main" id="{7A481A6A-2BDC-7F63-C8A5-4DD239E01039}"/>
                </a:ext>
              </a:extLst>
            </p:cNvPr>
            <p:cNvSpPr/>
            <p:nvPr/>
          </p:nvSpPr>
          <p:spPr>
            <a:xfrm>
              <a:off x="-1175365" y="2497503"/>
              <a:ext cx="20282" cy="21920"/>
            </a:xfrm>
            <a:custGeom>
              <a:avLst/>
              <a:gdLst>
                <a:gd name="connsiteX0" fmla="*/ 3245 w 20282"/>
                <a:gd name="connsiteY0" fmla="*/ 0 h 21920"/>
                <a:gd name="connsiteX1" fmla="*/ 10547 w 20282"/>
                <a:gd name="connsiteY1" fmla="*/ 19485 h 21920"/>
                <a:gd name="connsiteX2" fmla="*/ 17849 w 20282"/>
                <a:gd name="connsiteY2" fmla="*/ 0 h 21920"/>
                <a:gd name="connsiteX3" fmla="*/ 20283 w 20282"/>
                <a:gd name="connsiteY3" fmla="*/ 0 h 21920"/>
                <a:gd name="connsiteX4" fmla="*/ 20283 w 20282"/>
                <a:gd name="connsiteY4" fmla="*/ 21921 h 21920"/>
                <a:gd name="connsiteX5" fmla="*/ 18660 w 20282"/>
                <a:gd name="connsiteY5" fmla="*/ 21921 h 21920"/>
                <a:gd name="connsiteX6" fmla="*/ 18660 w 20282"/>
                <a:gd name="connsiteY6" fmla="*/ 3248 h 21920"/>
                <a:gd name="connsiteX7" fmla="*/ 18660 w 20282"/>
                <a:gd name="connsiteY7" fmla="*/ 3248 h 21920"/>
                <a:gd name="connsiteX8" fmla="*/ 11358 w 20282"/>
                <a:gd name="connsiteY8" fmla="*/ 21921 h 21920"/>
                <a:gd name="connsiteX9" fmla="*/ 8924 w 20282"/>
                <a:gd name="connsiteY9" fmla="*/ 21921 h 21920"/>
                <a:gd name="connsiteX10" fmla="*/ 2434 w 20282"/>
                <a:gd name="connsiteY10" fmla="*/ 3248 h 21920"/>
                <a:gd name="connsiteX11" fmla="*/ 2434 w 20282"/>
                <a:gd name="connsiteY11" fmla="*/ 3248 h 21920"/>
                <a:gd name="connsiteX12" fmla="*/ 2434 w 20282"/>
                <a:gd name="connsiteY12" fmla="*/ 21921 h 21920"/>
                <a:gd name="connsiteX13" fmla="*/ 0 w 20282"/>
                <a:gd name="connsiteY13" fmla="*/ 21921 h 21920"/>
                <a:gd name="connsiteX14" fmla="*/ 0 w 20282"/>
                <a:gd name="connsiteY14" fmla="*/ 0 h 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82" h="21920">
                  <a:moveTo>
                    <a:pt x="3245" y="0"/>
                  </a:moveTo>
                  <a:lnTo>
                    <a:pt x="10547" y="19485"/>
                  </a:lnTo>
                  <a:lnTo>
                    <a:pt x="17849" y="0"/>
                  </a:lnTo>
                  <a:lnTo>
                    <a:pt x="20283" y="0"/>
                  </a:lnTo>
                  <a:lnTo>
                    <a:pt x="20283" y="21921"/>
                  </a:lnTo>
                  <a:lnTo>
                    <a:pt x="18660" y="21921"/>
                  </a:lnTo>
                  <a:lnTo>
                    <a:pt x="18660" y="3248"/>
                  </a:lnTo>
                  <a:lnTo>
                    <a:pt x="18660" y="3248"/>
                  </a:lnTo>
                  <a:lnTo>
                    <a:pt x="11358" y="21921"/>
                  </a:lnTo>
                  <a:lnTo>
                    <a:pt x="8924" y="21921"/>
                  </a:lnTo>
                  <a:lnTo>
                    <a:pt x="2434" y="3248"/>
                  </a:lnTo>
                  <a:lnTo>
                    <a:pt x="2434" y="3248"/>
                  </a:lnTo>
                  <a:lnTo>
                    <a:pt x="2434" y="21921"/>
                  </a:lnTo>
                  <a:lnTo>
                    <a:pt x="0" y="21921"/>
                  </a:lnTo>
                  <a:lnTo>
                    <a:pt x="0" y="0"/>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587" name="Graphic 4">
              <a:extLst>
                <a:ext uri="{FF2B5EF4-FFF2-40B4-BE49-F238E27FC236}">
                  <a16:creationId xmlns:a16="http://schemas.microsoft.com/office/drawing/2014/main" id="{6608F7CD-367B-0C19-F39D-5FFF348C1DE4}"/>
                </a:ext>
              </a:extLst>
            </p:cNvPr>
            <p:cNvGrpSpPr/>
            <p:nvPr/>
          </p:nvGrpSpPr>
          <p:grpSpPr>
            <a:xfrm>
              <a:off x="-1415514" y="2353800"/>
              <a:ext cx="210130" cy="169682"/>
              <a:chOff x="2694577" y="-3548504"/>
              <a:chExt cx="210130" cy="169682"/>
            </a:xfrm>
            <a:solidFill>
              <a:srgbClr val="653E21"/>
            </a:solidFill>
          </p:grpSpPr>
          <p:sp>
            <p:nvSpPr>
              <p:cNvPr id="588" name="Freeform 587">
                <a:extLst>
                  <a:ext uri="{FF2B5EF4-FFF2-40B4-BE49-F238E27FC236}">
                    <a16:creationId xmlns:a16="http://schemas.microsoft.com/office/drawing/2014/main" id="{BD1EB31E-63B6-315E-33D0-8778ADAAF3C0}"/>
                  </a:ext>
                </a:extLst>
              </p:cNvPr>
              <p:cNvSpPr/>
              <p:nvPr/>
            </p:nvSpPr>
            <p:spPr>
              <a:xfrm>
                <a:off x="2694577" y="-3532267"/>
                <a:ext cx="167942" cy="153445"/>
              </a:xfrm>
              <a:custGeom>
                <a:avLst/>
                <a:gdLst>
                  <a:gd name="connsiteX0" fmla="*/ 145226 w 167942"/>
                  <a:gd name="connsiteY0" fmla="*/ 117723 h 153445"/>
                  <a:gd name="connsiteX1" fmla="*/ 143603 w 167942"/>
                  <a:gd name="connsiteY1" fmla="*/ 120158 h 153445"/>
                  <a:gd name="connsiteX2" fmla="*/ 141169 w 167942"/>
                  <a:gd name="connsiteY2" fmla="*/ 123406 h 153445"/>
                  <a:gd name="connsiteX3" fmla="*/ 137924 w 167942"/>
                  <a:gd name="connsiteY3" fmla="*/ 125841 h 153445"/>
                  <a:gd name="connsiteX4" fmla="*/ 133056 w 167942"/>
                  <a:gd name="connsiteY4" fmla="*/ 127465 h 153445"/>
                  <a:gd name="connsiteX5" fmla="*/ 126565 w 167942"/>
                  <a:gd name="connsiteY5" fmla="*/ 125030 h 153445"/>
                  <a:gd name="connsiteX6" fmla="*/ 124943 w 167942"/>
                  <a:gd name="connsiteY6" fmla="*/ 116099 h 153445"/>
                  <a:gd name="connsiteX7" fmla="*/ 124943 w 167942"/>
                  <a:gd name="connsiteY7" fmla="*/ 54396 h 153445"/>
                  <a:gd name="connsiteX8" fmla="*/ 156584 w 167942"/>
                  <a:gd name="connsiteY8" fmla="*/ 54396 h 153445"/>
                  <a:gd name="connsiteX9" fmla="*/ 156584 w 167942"/>
                  <a:gd name="connsiteY9" fmla="*/ 28416 h 153445"/>
                  <a:gd name="connsiteX10" fmla="*/ 124943 w 167942"/>
                  <a:gd name="connsiteY10" fmla="*/ 28416 h 153445"/>
                  <a:gd name="connsiteX11" fmla="*/ 124943 w 167942"/>
                  <a:gd name="connsiteY11" fmla="*/ 0 h 153445"/>
                  <a:gd name="connsiteX12" fmla="*/ 98169 w 167942"/>
                  <a:gd name="connsiteY12" fmla="*/ 0 h 153445"/>
                  <a:gd name="connsiteX13" fmla="*/ 98169 w 167942"/>
                  <a:gd name="connsiteY13" fmla="*/ 28416 h 153445"/>
                  <a:gd name="connsiteX14" fmla="*/ 41377 w 167942"/>
                  <a:gd name="connsiteY14" fmla="*/ 28416 h 153445"/>
                  <a:gd name="connsiteX15" fmla="*/ 41377 w 167942"/>
                  <a:gd name="connsiteY15" fmla="*/ 0 h 153445"/>
                  <a:gd name="connsiteX16" fmla="*/ 14604 w 167942"/>
                  <a:gd name="connsiteY16" fmla="*/ 0 h 153445"/>
                  <a:gd name="connsiteX17" fmla="*/ 14604 w 167942"/>
                  <a:gd name="connsiteY17" fmla="*/ 28416 h 153445"/>
                  <a:gd name="connsiteX18" fmla="*/ 0 w 167942"/>
                  <a:gd name="connsiteY18" fmla="*/ 28416 h 153445"/>
                  <a:gd name="connsiteX19" fmla="*/ 0 w 167942"/>
                  <a:gd name="connsiteY19" fmla="*/ 54396 h 153445"/>
                  <a:gd name="connsiteX20" fmla="*/ 14604 w 167942"/>
                  <a:gd name="connsiteY20" fmla="*/ 54396 h 153445"/>
                  <a:gd name="connsiteX21" fmla="*/ 14604 w 167942"/>
                  <a:gd name="connsiteY21" fmla="*/ 118534 h 153445"/>
                  <a:gd name="connsiteX22" fmla="*/ 24339 w 167942"/>
                  <a:gd name="connsiteY22" fmla="*/ 144515 h 153445"/>
                  <a:gd name="connsiteX23" fmla="*/ 49490 w 167942"/>
                  <a:gd name="connsiteY23" fmla="*/ 153445 h 153445"/>
                  <a:gd name="connsiteX24" fmla="*/ 67339 w 167942"/>
                  <a:gd name="connsiteY24" fmla="*/ 148574 h 153445"/>
                  <a:gd name="connsiteX25" fmla="*/ 83565 w 167942"/>
                  <a:gd name="connsiteY25" fmla="*/ 133148 h 153445"/>
                  <a:gd name="connsiteX26" fmla="*/ 62471 w 167942"/>
                  <a:gd name="connsiteY26" fmla="*/ 117723 h 153445"/>
                  <a:gd name="connsiteX27" fmla="*/ 60849 w 167942"/>
                  <a:gd name="connsiteY27" fmla="*/ 120158 h 153445"/>
                  <a:gd name="connsiteX28" fmla="*/ 58415 w 167942"/>
                  <a:gd name="connsiteY28" fmla="*/ 123406 h 153445"/>
                  <a:gd name="connsiteX29" fmla="*/ 55169 w 167942"/>
                  <a:gd name="connsiteY29" fmla="*/ 125841 h 153445"/>
                  <a:gd name="connsiteX30" fmla="*/ 50302 w 167942"/>
                  <a:gd name="connsiteY30" fmla="*/ 127465 h 153445"/>
                  <a:gd name="connsiteX31" fmla="*/ 43811 w 167942"/>
                  <a:gd name="connsiteY31" fmla="*/ 125030 h 153445"/>
                  <a:gd name="connsiteX32" fmla="*/ 42188 w 167942"/>
                  <a:gd name="connsiteY32" fmla="*/ 116099 h 153445"/>
                  <a:gd name="connsiteX33" fmla="*/ 42188 w 167942"/>
                  <a:gd name="connsiteY33" fmla="*/ 54396 h 153445"/>
                  <a:gd name="connsiteX34" fmla="*/ 98980 w 167942"/>
                  <a:gd name="connsiteY34" fmla="*/ 54396 h 153445"/>
                  <a:gd name="connsiteX35" fmla="*/ 98980 w 167942"/>
                  <a:gd name="connsiteY35" fmla="*/ 118534 h 153445"/>
                  <a:gd name="connsiteX36" fmla="*/ 108716 w 167942"/>
                  <a:gd name="connsiteY36" fmla="*/ 144515 h 153445"/>
                  <a:gd name="connsiteX37" fmla="*/ 133867 w 167942"/>
                  <a:gd name="connsiteY37" fmla="*/ 153445 h 153445"/>
                  <a:gd name="connsiteX38" fmla="*/ 151716 w 167942"/>
                  <a:gd name="connsiteY38" fmla="*/ 148574 h 153445"/>
                  <a:gd name="connsiteX39" fmla="*/ 167942 w 167942"/>
                  <a:gd name="connsiteY39" fmla="*/ 133148 h 153445"/>
                  <a:gd name="connsiteX40" fmla="*/ 145226 w 167942"/>
                  <a:gd name="connsiteY40" fmla="*/ 117723 h 1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7942" h="153445">
                    <a:moveTo>
                      <a:pt x="145226" y="117723"/>
                    </a:moveTo>
                    <a:cubicBezTo>
                      <a:pt x="145226" y="117723"/>
                      <a:pt x="144414" y="118534"/>
                      <a:pt x="143603" y="120158"/>
                    </a:cubicBezTo>
                    <a:cubicBezTo>
                      <a:pt x="142792" y="121782"/>
                      <a:pt x="141980" y="122594"/>
                      <a:pt x="141169" y="123406"/>
                    </a:cubicBezTo>
                    <a:cubicBezTo>
                      <a:pt x="140358" y="124218"/>
                      <a:pt x="139546" y="125030"/>
                      <a:pt x="137924" y="125841"/>
                    </a:cubicBezTo>
                    <a:cubicBezTo>
                      <a:pt x="136301" y="126653"/>
                      <a:pt x="134678" y="127465"/>
                      <a:pt x="133056" y="127465"/>
                    </a:cubicBezTo>
                    <a:cubicBezTo>
                      <a:pt x="129810" y="127465"/>
                      <a:pt x="128188" y="126653"/>
                      <a:pt x="126565" y="125030"/>
                    </a:cubicBezTo>
                    <a:cubicBezTo>
                      <a:pt x="124943" y="123406"/>
                      <a:pt x="124943" y="120158"/>
                      <a:pt x="124943" y="116099"/>
                    </a:cubicBezTo>
                    <a:cubicBezTo>
                      <a:pt x="124943" y="95802"/>
                      <a:pt x="124943" y="74693"/>
                      <a:pt x="124943" y="54396"/>
                    </a:cubicBezTo>
                    <a:cubicBezTo>
                      <a:pt x="135490" y="54396"/>
                      <a:pt x="146037" y="54396"/>
                      <a:pt x="156584" y="54396"/>
                    </a:cubicBezTo>
                    <a:cubicBezTo>
                      <a:pt x="156584" y="45465"/>
                      <a:pt x="156584" y="36535"/>
                      <a:pt x="156584" y="28416"/>
                    </a:cubicBezTo>
                    <a:cubicBezTo>
                      <a:pt x="146037" y="28416"/>
                      <a:pt x="135490" y="28416"/>
                      <a:pt x="124943" y="28416"/>
                    </a:cubicBezTo>
                    <a:cubicBezTo>
                      <a:pt x="124943" y="18673"/>
                      <a:pt x="124943" y="9743"/>
                      <a:pt x="124943" y="0"/>
                    </a:cubicBezTo>
                    <a:cubicBezTo>
                      <a:pt x="116018" y="0"/>
                      <a:pt x="107094" y="0"/>
                      <a:pt x="98169" y="0"/>
                    </a:cubicBezTo>
                    <a:cubicBezTo>
                      <a:pt x="98169" y="9743"/>
                      <a:pt x="98169" y="18673"/>
                      <a:pt x="98169" y="28416"/>
                    </a:cubicBezTo>
                    <a:cubicBezTo>
                      <a:pt x="79509" y="28416"/>
                      <a:pt x="60037" y="28416"/>
                      <a:pt x="41377" y="28416"/>
                    </a:cubicBezTo>
                    <a:cubicBezTo>
                      <a:pt x="41377" y="18673"/>
                      <a:pt x="41377" y="9743"/>
                      <a:pt x="41377" y="0"/>
                    </a:cubicBezTo>
                    <a:cubicBezTo>
                      <a:pt x="32453" y="0"/>
                      <a:pt x="23528" y="0"/>
                      <a:pt x="14604" y="0"/>
                    </a:cubicBezTo>
                    <a:cubicBezTo>
                      <a:pt x="14604" y="9743"/>
                      <a:pt x="14604" y="18673"/>
                      <a:pt x="14604" y="28416"/>
                    </a:cubicBezTo>
                    <a:cubicBezTo>
                      <a:pt x="9736" y="28416"/>
                      <a:pt x="4868" y="28416"/>
                      <a:pt x="0" y="28416"/>
                    </a:cubicBezTo>
                    <a:cubicBezTo>
                      <a:pt x="0" y="37346"/>
                      <a:pt x="0" y="46277"/>
                      <a:pt x="0" y="54396"/>
                    </a:cubicBezTo>
                    <a:cubicBezTo>
                      <a:pt x="4868" y="54396"/>
                      <a:pt x="9736" y="54396"/>
                      <a:pt x="14604" y="54396"/>
                    </a:cubicBezTo>
                    <a:cubicBezTo>
                      <a:pt x="14604" y="75505"/>
                      <a:pt x="14604" y="96614"/>
                      <a:pt x="14604" y="118534"/>
                    </a:cubicBezTo>
                    <a:cubicBezTo>
                      <a:pt x="14604" y="129901"/>
                      <a:pt x="17849" y="138832"/>
                      <a:pt x="24339" y="144515"/>
                    </a:cubicBezTo>
                    <a:cubicBezTo>
                      <a:pt x="30830" y="151010"/>
                      <a:pt x="38943" y="153445"/>
                      <a:pt x="49490" y="153445"/>
                    </a:cubicBezTo>
                    <a:cubicBezTo>
                      <a:pt x="55981" y="153445"/>
                      <a:pt x="62471" y="151822"/>
                      <a:pt x="67339" y="148574"/>
                    </a:cubicBezTo>
                    <a:cubicBezTo>
                      <a:pt x="72207" y="145327"/>
                      <a:pt x="77886" y="140455"/>
                      <a:pt x="83565" y="133148"/>
                    </a:cubicBezTo>
                    <a:cubicBezTo>
                      <a:pt x="76264" y="128277"/>
                      <a:pt x="69773" y="122594"/>
                      <a:pt x="62471" y="117723"/>
                    </a:cubicBezTo>
                    <a:cubicBezTo>
                      <a:pt x="62471" y="117723"/>
                      <a:pt x="61660" y="118534"/>
                      <a:pt x="60849" y="120158"/>
                    </a:cubicBezTo>
                    <a:cubicBezTo>
                      <a:pt x="60037" y="121782"/>
                      <a:pt x="59226" y="122594"/>
                      <a:pt x="58415" y="123406"/>
                    </a:cubicBezTo>
                    <a:cubicBezTo>
                      <a:pt x="57603" y="124218"/>
                      <a:pt x="56792" y="125030"/>
                      <a:pt x="55169" y="125841"/>
                    </a:cubicBezTo>
                    <a:cubicBezTo>
                      <a:pt x="53547" y="126653"/>
                      <a:pt x="51924" y="127465"/>
                      <a:pt x="50302" y="127465"/>
                    </a:cubicBezTo>
                    <a:cubicBezTo>
                      <a:pt x="47056" y="127465"/>
                      <a:pt x="45434" y="126653"/>
                      <a:pt x="43811" y="125030"/>
                    </a:cubicBezTo>
                    <a:cubicBezTo>
                      <a:pt x="42188" y="123406"/>
                      <a:pt x="42188" y="120158"/>
                      <a:pt x="42188" y="116099"/>
                    </a:cubicBezTo>
                    <a:cubicBezTo>
                      <a:pt x="42188" y="95802"/>
                      <a:pt x="42188" y="74693"/>
                      <a:pt x="42188" y="54396"/>
                    </a:cubicBezTo>
                    <a:cubicBezTo>
                      <a:pt x="60849" y="54396"/>
                      <a:pt x="80320" y="54396"/>
                      <a:pt x="98980" y="54396"/>
                    </a:cubicBezTo>
                    <a:cubicBezTo>
                      <a:pt x="98980" y="75505"/>
                      <a:pt x="98980" y="96614"/>
                      <a:pt x="98980" y="118534"/>
                    </a:cubicBezTo>
                    <a:cubicBezTo>
                      <a:pt x="98980" y="129901"/>
                      <a:pt x="102226" y="138832"/>
                      <a:pt x="108716" y="144515"/>
                    </a:cubicBezTo>
                    <a:cubicBezTo>
                      <a:pt x="115207" y="151010"/>
                      <a:pt x="123320" y="153445"/>
                      <a:pt x="133867" y="153445"/>
                    </a:cubicBezTo>
                    <a:cubicBezTo>
                      <a:pt x="140358" y="153445"/>
                      <a:pt x="146848" y="151822"/>
                      <a:pt x="151716" y="148574"/>
                    </a:cubicBezTo>
                    <a:cubicBezTo>
                      <a:pt x="156584" y="145327"/>
                      <a:pt x="162263" y="140455"/>
                      <a:pt x="167942" y="133148"/>
                    </a:cubicBezTo>
                    <a:cubicBezTo>
                      <a:pt x="159018" y="128277"/>
                      <a:pt x="152527" y="122594"/>
                      <a:pt x="145226" y="117723"/>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89" name="Freeform 588">
                <a:extLst>
                  <a:ext uri="{FF2B5EF4-FFF2-40B4-BE49-F238E27FC236}">
                    <a16:creationId xmlns:a16="http://schemas.microsoft.com/office/drawing/2014/main" id="{BEFB04CA-2C37-464D-AC45-F8E8784244D1}"/>
                  </a:ext>
                </a:extLst>
              </p:cNvPr>
              <p:cNvSpPr/>
              <p:nvPr/>
            </p:nvSpPr>
            <p:spPr>
              <a:xfrm>
                <a:off x="2872255" y="-3548504"/>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1366"/>
                      <a:pt x="1623" y="8119"/>
                      <a:pt x="4868" y="4871"/>
                    </a:cubicBezTo>
                    <a:cubicBezTo>
                      <a:pt x="8113" y="1624"/>
                      <a:pt x="11358" y="0"/>
                      <a:pt x="16226" y="0"/>
                    </a:cubicBezTo>
                    <a:cubicBezTo>
                      <a:pt x="20283" y="0"/>
                      <a:pt x="24339" y="1624"/>
                      <a:pt x="27585" y="4871"/>
                    </a:cubicBezTo>
                    <a:cubicBezTo>
                      <a:pt x="30830" y="8119"/>
                      <a:pt x="32453" y="12178"/>
                      <a:pt x="32453" y="16238"/>
                    </a:cubicBezTo>
                    <a:cubicBezTo>
                      <a:pt x="32453" y="21109"/>
                      <a:pt x="30830" y="24356"/>
                      <a:pt x="27585" y="27604"/>
                    </a:cubicBezTo>
                    <a:cubicBezTo>
                      <a:pt x="24339" y="30851"/>
                      <a:pt x="20283" y="32475"/>
                      <a:pt x="16226" y="32475"/>
                    </a:cubicBezTo>
                    <a:cubicBezTo>
                      <a:pt x="11358" y="32475"/>
                      <a:pt x="7302" y="30851"/>
                      <a:pt x="4868" y="27604"/>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590" name="Freeform 589">
              <a:extLst>
                <a:ext uri="{FF2B5EF4-FFF2-40B4-BE49-F238E27FC236}">
                  <a16:creationId xmlns:a16="http://schemas.microsoft.com/office/drawing/2014/main" id="{A66E6F71-76B7-E020-4436-4CB71E47F6C4}"/>
                </a:ext>
              </a:extLst>
            </p:cNvPr>
            <p:cNvSpPr/>
            <p:nvPr/>
          </p:nvSpPr>
          <p:spPr>
            <a:xfrm>
              <a:off x="-1665399" y="2396829"/>
              <a:ext cx="118452" cy="122593"/>
            </a:xfrm>
            <a:custGeom>
              <a:avLst/>
              <a:gdLst>
                <a:gd name="connsiteX0" fmla="*/ 0 w 118452"/>
                <a:gd name="connsiteY0" fmla="*/ 122594 h 122593"/>
                <a:gd name="connsiteX1" fmla="*/ 68151 w 118452"/>
                <a:gd name="connsiteY1" fmla="*/ 26792 h 122593"/>
                <a:gd name="connsiteX2" fmla="*/ 13792 w 118452"/>
                <a:gd name="connsiteY2" fmla="*/ 26792 h 122593"/>
                <a:gd name="connsiteX3" fmla="*/ 13792 w 118452"/>
                <a:gd name="connsiteY3" fmla="*/ 0 h 122593"/>
                <a:gd name="connsiteX4" fmla="*/ 118452 w 118452"/>
                <a:gd name="connsiteY4" fmla="*/ 812 h 122593"/>
                <a:gd name="connsiteX5" fmla="*/ 51113 w 118452"/>
                <a:gd name="connsiteY5" fmla="*/ 95802 h 122593"/>
                <a:gd name="connsiteX6" fmla="*/ 111150 w 118452"/>
                <a:gd name="connsiteY6" fmla="*/ 95802 h 122593"/>
                <a:gd name="connsiteX7" fmla="*/ 111150 w 118452"/>
                <a:gd name="connsiteY7" fmla="*/ 122594 h 1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452" h="122593">
                  <a:moveTo>
                    <a:pt x="0" y="122594"/>
                  </a:moveTo>
                  <a:lnTo>
                    <a:pt x="68151" y="26792"/>
                  </a:lnTo>
                  <a:lnTo>
                    <a:pt x="13792" y="26792"/>
                  </a:lnTo>
                  <a:lnTo>
                    <a:pt x="13792" y="0"/>
                  </a:lnTo>
                  <a:lnTo>
                    <a:pt x="118452" y="812"/>
                  </a:lnTo>
                  <a:lnTo>
                    <a:pt x="51113" y="95802"/>
                  </a:lnTo>
                  <a:lnTo>
                    <a:pt x="111150" y="95802"/>
                  </a:lnTo>
                  <a:lnTo>
                    <a:pt x="111150" y="122594"/>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591" name="Graphic 4">
              <a:extLst>
                <a:ext uri="{FF2B5EF4-FFF2-40B4-BE49-F238E27FC236}">
                  <a16:creationId xmlns:a16="http://schemas.microsoft.com/office/drawing/2014/main" id="{32D6A117-F431-4843-31BB-D344E6E594E1}"/>
                </a:ext>
              </a:extLst>
            </p:cNvPr>
            <p:cNvGrpSpPr/>
            <p:nvPr/>
          </p:nvGrpSpPr>
          <p:grpSpPr>
            <a:xfrm>
              <a:off x="-1888511" y="2392770"/>
              <a:ext cx="222300" cy="129089"/>
              <a:chOff x="2221580" y="-3509534"/>
              <a:chExt cx="222300" cy="129089"/>
            </a:xfrm>
            <a:solidFill>
              <a:srgbClr val="653E21"/>
            </a:solidFill>
          </p:grpSpPr>
          <p:sp>
            <p:nvSpPr>
              <p:cNvPr id="592" name="Freeform 591">
                <a:extLst>
                  <a:ext uri="{FF2B5EF4-FFF2-40B4-BE49-F238E27FC236}">
                    <a16:creationId xmlns:a16="http://schemas.microsoft.com/office/drawing/2014/main" id="{7383A619-53D6-3D26-585B-FB8D35921A5A}"/>
                  </a:ext>
                </a:extLst>
              </p:cNvPr>
              <p:cNvSpPr/>
              <p:nvPr/>
            </p:nvSpPr>
            <p:spPr>
              <a:xfrm>
                <a:off x="2377353" y="-3508722"/>
                <a:ext cx="66527" cy="126653"/>
              </a:xfrm>
              <a:custGeom>
                <a:avLst/>
                <a:gdLst>
                  <a:gd name="connsiteX0" fmla="*/ 0 w 66527"/>
                  <a:gd name="connsiteY0" fmla="*/ 125841 h 126653"/>
                  <a:gd name="connsiteX1" fmla="*/ 0 w 66527"/>
                  <a:gd name="connsiteY1" fmla="*/ 3247 h 126653"/>
                  <a:gd name="connsiteX2" fmla="*/ 25151 w 66527"/>
                  <a:gd name="connsiteY2" fmla="*/ 3247 h 126653"/>
                  <a:gd name="connsiteX3" fmla="*/ 26773 w 66527"/>
                  <a:gd name="connsiteY3" fmla="*/ 16238 h 126653"/>
                  <a:gd name="connsiteX4" fmla="*/ 66528 w 66527"/>
                  <a:gd name="connsiteY4" fmla="*/ 0 h 126653"/>
                  <a:gd name="connsiteX5" fmla="*/ 66528 w 66527"/>
                  <a:gd name="connsiteY5" fmla="*/ 29228 h 126653"/>
                  <a:gd name="connsiteX6" fmla="*/ 41377 w 66527"/>
                  <a:gd name="connsiteY6" fmla="*/ 36535 h 126653"/>
                  <a:gd name="connsiteX7" fmla="*/ 28396 w 66527"/>
                  <a:gd name="connsiteY7" fmla="*/ 53584 h 126653"/>
                  <a:gd name="connsiteX8" fmla="*/ 28396 w 66527"/>
                  <a:gd name="connsiteY8" fmla="*/ 126653 h 126653"/>
                  <a:gd name="connsiteX9" fmla="*/ 0 w 66527"/>
                  <a:gd name="connsiteY9" fmla="*/ 125841 h 1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527" h="126653">
                    <a:moveTo>
                      <a:pt x="0" y="125841"/>
                    </a:moveTo>
                    <a:cubicBezTo>
                      <a:pt x="0" y="85247"/>
                      <a:pt x="0" y="43841"/>
                      <a:pt x="0" y="3247"/>
                    </a:cubicBezTo>
                    <a:cubicBezTo>
                      <a:pt x="8113" y="3247"/>
                      <a:pt x="16226" y="3247"/>
                      <a:pt x="25151" y="3247"/>
                    </a:cubicBezTo>
                    <a:cubicBezTo>
                      <a:pt x="25962" y="7307"/>
                      <a:pt x="25962" y="12178"/>
                      <a:pt x="26773" y="16238"/>
                    </a:cubicBezTo>
                    <a:cubicBezTo>
                      <a:pt x="37320" y="5683"/>
                      <a:pt x="50302" y="0"/>
                      <a:pt x="66528" y="0"/>
                    </a:cubicBezTo>
                    <a:cubicBezTo>
                      <a:pt x="66528" y="9743"/>
                      <a:pt x="66528" y="19485"/>
                      <a:pt x="66528" y="29228"/>
                    </a:cubicBezTo>
                    <a:cubicBezTo>
                      <a:pt x="55981" y="29228"/>
                      <a:pt x="47868" y="31663"/>
                      <a:pt x="41377" y="36535"/>
                    </a:cubicBezTo>
                    <a:cubicBezTo>
                      <a:pt x="34886" y="41406"/>
                      <a:pt x="30019" y="47089"/>
                      <a:pt x="28396" y="53584"/>
                    </a:cubicBezTo>
                    <a:cubicBezTo>
                      <a:pt x="28396" y="77940"/>
                      <a:pt x="28396" y="102297"/>
                      <a:pt x="28396" y="126653"/>
                    </a:cubicBezTo>
                    <a:cubicBezTo>
                      <a:pt x="17849" y="125841"/>
                      <a:pt x="8924" y="125841"/>
                      <a:pt x="0" y="125841"/>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93" name="Freeform 592">
                <a:extLst>
                  <a:ext uri="{FF2B5EF4-FFF2-40B4-BE49-F238E27FC236}">
                    <a16:creationId xmlns:a16="http://schemas.microsoft.com/office/drawing/2014/main" id="{DB32B341-D32D-39BD-6B02-C6C48F7B7E6E}"/>
                  </a:ext>
                </a:extLst>
              </p:cNvPr>
              <p:cNvSpPr/>
              <p:nvPr/>
            </p:nvSpPr>
            <p:spPr>
              <a:xfrm>
                <a:off x="2221580" y="-3509534"/>
                <a:ext cx="128187" cy="129089"/>
              </a:xfrm>
              <a:custGeom>
                <a:avLst/>
                <a:gdLst>
                  <a:gd name="connsiteX0" fmla="*/ 8113 w 128187"/>
                  <a:gd name="connsiteY0" fmla="*/ 98238 h 129089"/>
                  <a:gd name="connsiteX1" fmla="*/ 30830 w 128187"/>
                  <a:gd name="connsiteY1" fmla="*/ 120970 h 129089"/>
                  <a:gd name="connsiteX2" fmla="*/ 62471 w 128187"/>
                  <a:gd name="connsiteY2" fmla="*/ 129089 h 129089"/>
                  <a:gd name="connsiteX3" fmla="*/ 84377 w 128187"/>
                  <a:gd name="connsiteY3" fmla="*/ 124218 h 129089"/>
                  <a:gd name="connsiteX4" fmla="*/ 101414 w 128187"/>
                  <a:gd name="connsiteY4" fmla="*/ 110416 h 129089"/>
                  <a:gd name="connsiteX5" fmla="*/ 103037 w 128187"/>
                  <a:gd name="connsiteY5" fmla="*/ 125841 h 129089"/>
                  <a:gd name="connsiteX6" fmla="*/ 128188 w 128187"/>
                  <a:gd name="connsiteY6" fmla="*/ 125841 h 129089"/>
                  <a:gd name="connsiteX7" fmla="*/ 128188 w 128187"/>
                  <a:gd name="connsiteY7" fmla="*/ 3248 h 129089"/>
                  <a:gd name="connsiteX8" fmla="*/ 103037 w 128187"/>
                  <a:gd name="connsiteY8" fmla="*/ 3248 h 129089"/>
                  <a:gd name="connsiteX9" fmla="*/ 102226 w 128187"/>
                  <a:gd name="connsiteY9" fmla="*/ 18673 h 129089"/>
                  <a:gd name="connsiteX10" fmla="*/ 85999 w 128187"/>
                  <a:gd name="connsiteY10" fmla="*/ 4871 h 129089"/>
                  <a:gd name="connsiteX11" fmla="*/ 64094 w 128187"/>
                  <a:gd name="connsiteY11" fmla="*/ 0 h 129089"/>
                  <a:gd name="connsiteX12" fmla="*/ 38943 w 128187"/>
                  <a:gd name="connsiteY12" fmla="*/ 4871 h 129089"/>
                  <a:gd name="connsiteX13" fmla="*/ 18660 w 128187"/>
                  <a:gd name="connsiteY13" fmla="*/ 18673 h 129089"/>
                  <a:gd name="connsiteX14" fmla="*/ 4868 w 128187"/>
                  <a:gd name="connsiteY14" fmla="*/ 38970 h 129089"/>
                  <a:gd name="connsiteX15" fmla="*/ 0 w 128187"/>
                  <a:gd name="connsiteY15" fmla="*/ 64139 h 129089"/>
                  <a:gd name="connsiteX16" fmla="*/ 8113 w 128187"/>
                  <a:gd name="connsiteY16" fmla="*/ 98238 h 129089"/>
                  <a:gd name="connsiteX17" fmla="*/ 36509 w 128187"/>
                  <a:gd name="connsiteY17" fmla="*/ 36535 h 129089"/>
                  <a:gd name="connsiteX18" fmla="*/ 64094 w 128187"/>
                  <a:gd name="connsiteY18" fmla="*/ 25168 h 129089"/>
                  <a:gd name="connsiteX19" fmla="*/ 90867 w 128187"/>
                  <a:gd name="connsiteY19" fmla="*/ 37347 h 129089"/>
                  <a:gd name="connsiteX20" fmla="*/ 102226 w 128187"/>
                  <a:gd name="connsiteY20" fmla="*/ 65762 h 129089"/>
                  <a:gd name="connsiteX21" fmla="*/ 91679 w 128187"/>
                  <a:gd name="connsiteY21" fmla="*/ 94178 h 129089"/>
                  <a:gd name="connsiteX22" fmla="*/ 64905 w 128187"/>
                  <a:gd name="connsiteY22" fmla="*/ 105544 h 129089"/>
                  <a:gd name="connsiteX23" fmla="*/ 37320 w 128187"/>
                  <a:gd name="connsiteY23" fmla="*/ 94178 h 129089"/>
                  <a:gd name="connsiteX24" fmla="*/ 25962 w 128187"/>
                  <a:gd name="connsiteY24" fmla="*/ 66574 h 129089"/>
                  <a:gd name="connsiteX25" fmla="*/ 36509 w 128187"/>
                  <a:gd name="connsiteY25" fmla="*/ 36535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8187" h="129089">
                    <a:moveTo>
                      <a:pt x="8113" y="98238"/>
                    </a:moveTo>
                    <a:cubicBezTo>
                      <a:pt x="13792" y="107980"/>
                      <a:pt x="21094" y="116099"/>
                      <a:pt x="30830" y="120970"/>
                    </a:cubicBezTo>
                    <a:cubicBezTo>
                      <a:pt x="40566" y="126653"/>
                      <a:pt x="51113" y="129089"/>
                      <a:pt x="62471" y="129089"/>
                    </a:cubicBezTo>
                    <a:cubicBezTo>
                      <a:pt x="69773" y="129089"/>
                      <a:pt x="77075" y="127465"/>
                      <a:pt x="84377" y="124218"/>
                    </a:cubicBezTo>
                    <a:cubicBezTo>
                      <a:pt x="91679" y="120970"/>
                      <a:pt x="96547" y="116099"/>
                      <a:pt x="101414" y="110416"/>
                    </a:cubicBezTo>
                    <a:cubicBezTo>
                      <a:pt x="102226" y="115287"/>
                      <a:pt x="102226" y="120970"/>
                      <a:pt x="103037" y="125841"/>
                    </a:cubicBezTo>
                    <a:cubicBezTo>
                      <a:pt x="111150" y="125841"/>
                      <a:pt x="120075" y="125841"/>
                      <a:pt x="128188" y="125841"/>
                    </a:cubicBezTo>
                    <a:cubicBezTo>
                      <a:pt x="128188" y="85247"/>
                      <a:pt x="128188" y="43842"/>
                      <a:pt x="128188" y="3248"/>
                    </a:cubicBezTo>
                    <a:cubicBezTo>
                      <a:pt x="120075" y="3248"/>
                      <a:pt x="111150" y="3248"/>
                      <a:pt x="103037" y="3248"/>
                    </a:cubicBezTo>
                    <a:cubicBezTo>
                      <a:pt x="103037" y="8119"/>
                      <a:pt x="102226" y="13802"/>
                      <a:pt x="102226" y="18673"/>
                    </a:cubicBezTo>
                    <a:cubicBezTo>
                      <a:pt x="98169" y="12990"/>
                      <a:pt x="92490" y="8119"/>
                      <a:pt x="85999" y="4871"/>
                    </a:cubicBezTo>
                    <a:cubicBezTo>
                      <a:pt x="79509" y="1624"/>
                      <a:pt x="72207" y="0"/>
                      <a:pt x="64094" y="0"/>
                    </a:cubicBezTo>
                    <a:cubicBezTo>
                      <a:pt x="55169" y="0"/>
                      <a:pt x="47056" y="1624"/>
                      <a:pt x="38943" y="4871"/>
                    </a:cubicBezTo>
                    <a:cubicBezTo>
                      <a:pt x="30830" y="8119"/>
                      <a:pt x="24339" y="12990"/>
                      <a:pt x="18660" y="18673"/>
                    </a:cubicBezTo>
                    <a:cubicBezTo>
                      <a:pt x="12981" y="24356"/>
                      <a:pt x="8924" y="30851"/>
                      <a:pt x="4868" y="38970"/>
                    </a:cubicBezTo>
                    <a:cubicBezTo>
                      <a:pt x="1623" y="47089"/>
                      <a:pt x="0" y="55208"/>
                      <a:pt x="0" y="64139"/>
                    </a:cubicBezTo>
                    <a:cubicBezTo>
                      <a:pt x="0" y="77129"/>
                      <a:pt x="2434" y="88495"/>
                      <a:pt x="8113" y="98238"/>
                    </a:cubicBezTo>
                    <a:moveTo>
                      <a:pt x="36509" y="36535"/>
                    </a:moveTo>
                    <a:cubicBezTo>
                      <a:pt x="43811" y="28416"/>
                      <a:pt x="52735" y="25168"/>
                      <a:pt x="64094" y="25168"/>
                    </a:cubicBezTo>
                    <a:cubicBezTo>
                      <a:pt x="74641" y="25168"/>
                      <a:pt x="83565" y="29228"/>
                      <a:pt x="90867" y="37347"/>
                    </a:cubicBezTo>
                    <a:cubicBezTo>
                      <a:pt x="98169" y="45465"/>
                      <a:pt x="102226" y="54396"/>
                      <a:pt x="102226" y="65762"/>
                    </a:cubicBezTo>
                    <a:cubicBezTo>
                      <a:pt x="102226" y="77129"/>
                      <a:pt x="98981" y="86059"/>
                      <a:pt x="91679" y="94178"/>
                    </a:cubicBezTo>
                    <a:cubicBezTo>
                      <a:pt x="84377" y="101485"/>
                      <a:pt x="75452" y="105544"/>
                      <a:pt x="64905" y="105544"/>
                    </a:cubicBezTo>
                    <a:cubicBezTo>
                      <a:pt x="54358" y="105544"/>
                      <a:pt x="44622" y="101485"/>
                      <a:pt x="37320" y="94178"/>
                    </a:cubicBezTo>
                    <a:cubicBezTo>
                      <a:pt x="30019" y="86871"/>
                      <a:pt x="25962" y="77129"/>
                      <a:pt x="25962" y="66574"/>
                    </a:cubicBezTo>
                    <a:cubicBezTo>
                      <a:pt x="25962" y="54396"/>
                      <a:pt x="29207" y="44653"/>
                      <a:pt x="36509" y="36535"/>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594" name="Freeform 593">
              <a:extLst>
                <a:ext uri="{FF2B5EF4-FFF2-40B4-BE49-F238E27FC236}">
                  <a16:creationId xmlns:a16="http://schemas.microsoft.com/office/drawing/2014/main" id="{E00750D8-BE58-949F-5D6A-FB0D1CCC75DA}"/>
                </a:ext>
              </a:extLst>
            </p:cNvPr>
            <p:cNvSpPr/>
            <p:nvPr/>
          </p:nvSpPr>
          <p:spPr>
            <a:xfrm>
              <a:off x="-2075925" y="2346493"/>
              <a:ext cx="169564" cy="172930"/>
            </a:xfrm>
            <a:custGeom>
              <a:avLst/>
              <a:gdLst>
                <a:gd name="connsiteX0" fmla="*/ 0 w 169564"/>
                <a:gd name="connsiteY0" fmla="*/ 172119 h 172930"/>
                <a:gd name="connsiteX1" fmla="*/ 0 w 169564"/>
                <a:gd name="connsiteY1" fmla="*/ 0 h 172930"/>
                <a:gd name="connsiteX2" fmla="*/ 85188 w 169564"/>
                <a:gd name="connsiteY2" fmla="*/ 89307 h 172930"/>
                <a:gd name="connsiteX3" fmla="*/ 169565 w 169564"/>
                <a:gd name="connsiteY3" fmla="*/ 0 h 172930"/>
                <a:gd name="connsiteX4" fmla="*/ 169565 w 169564"/>
                <a:gd name="connsiteY4" fmla="*/ 172931 h 172930"/>
                <a:gd name="connsiteX5" fmla="*/ 141980 w 169564"/>
                <a:gd name="connsiteY5" fmla="*/ 172931 h 172930"/>
                <a:gd name="connsiteX6" fmla="*/ 141980 w 169564"/>
                <a:gd name="connsiteY6" fmla="*/ 69822 h 172930"/>
                <a:gd name="connsiteX7" fmla="*/ 85188 w 169564"/>
                <a:gd name="connsiteY7" fmla="*/ 129089 h 172930"/>
                <a:gd name="connsiteX8" fmla="*/ 26773 w 169564"/>
                <a:gd name="connsiteY8" fmla="*/ 68198 h 172930"/>
                <a:gd name="connsiteX9" fmla="*/ 26773 w 169564"/>
                <a:gd name="connsiteY9" fmla="*/ 172119 h 17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564" h="172930">
                  <a:moveTo>
                    <a:pt x="0" y="172119"/>
                  </a:moveTo>
                  <a:lnTo>
                    <a:pt x="0" y="0"/>
                  </a:lnTo>
                  <a:lnTo>
                    <a:pt x="85188" y="89307"/>
                  </a:lnTo>
                  <a:lnTo>
                    <a:pt x="169565" y="0"/>
                  </a:lnTo>
                  <a:lnTo>
                    <a:pt x="169565" y="172931"/>
                  </a:lnTo>
                  <a:lnTo>
                    <a:pt x="141980" y="172931"/>
                  </a:lnTo>
                  <a:lnTo>
                    <a:pt x="141980" y="69822"/>
                  </a:lnTo>
                  <a:lnTo>
                    <a:pt x="85188" y="129089"/>
                  </a:lnTo>
                  <a:lnTo>
                    <a:pt x="26773" y="68198"/>
                  </a:lnTo>
                  <a:lnTo>
                    <a:pt x="26773" y="172119"/>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95" name="Freeform 594">
              <a:extLst>
                <a:ext uri="{FF2B5EF4-FFF2-40B4-BE49-F238E27FC236}">
                  <a16:creationId xmlns:a16="http://schemas.microsoft.com/office/drawing/2014/main" id="{C2B08430-AE71-78EF-5529-2F150A27BC7C}"/>
                </a:ext>
              </a:extLst>
            </p:cNvPr>
            <p:cNvSpPr/>
            <p:nvPr/>
          </p:nvSpPr>
          <p:spPr>
            <a:xfrm>
              <a:off x="-2144886" y="2488572"/>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2178"/>
                    <a:pt x="1623" y="8119"/>
                    <a:pt x="4868" y="4871"/>
                  </a:cubicBezTo>
                  <a:cubicBezTo>
                    <a:pt x="8113" y="1624"/>
                    <a:pt x="12170" y="0"/>
                    <a:pt x="16226" y="0"/>
                  </a:cubicBezTo>
                  <a:cubicBezTo>
                    <a:pt x="20283" y="0"/>
                    <a:pt x="24339" y="1624"/>
                    <a:pt x="27585" y="4871"/>
                  </a:cubicBezTo>
                  <a:cubicBezTo>
                    <a:pt x="30830" y="8119"/>
                    <a:pt x="32453" y="12178"/>
                    <a:pt x="32453" y="16238"/>
                  </a:cubicBezTo>
                  <a:cubicBezTo>
                    <a:pt x="32453" y="20297"/>
                    <a:pt x="30830" y="24356"/>
                    <a:pt x="27585" y="27604"/>
                  </a:cubicBezTo>
                  <a:cubicBezTo>
                    <a:pt x="24339" y="30851"/>
                    <a:pt x="20283" y="32475"/>
                    <a:pt x="16226" y="32475"/>
                  </a:cubicBezTo>
                  <a:cubicBezTo>
                    <a:pt x="11358" y="32475"/>
                    <a:pt x="8113" y="30851"/>
                    <a:pt x="4868" y="27604"/>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96" name="Freeform 595">
              <a:extLst>
                <a:ext uri="{FF2B5EF4-FFF2-40B4-BE49-F238E27FC236}">
                  <a16:creationId xmlns:a16="http://schemas.microsoft.com/office/drawing/2014/main" id="{21EB0484-ADE4-336A-A4DC-FF7EFE99D423}"/>
                </a:ext>
              </a:extLst>
            </p:cNvPr>
            <p:cNvSpPr/>
            <p:nvPr/>
          </p:nvSpPr>
          <p:spPr>
            <a:xfrm>
              <a:off x="-2252791" y="2349740"/>
              <a:ext cx="127376" cy="168871"/>
            </a:xfrm>
            <a:custGeom>
              <a:avLst/>
              <a:gdLst>
                <a:gd name="connsiteX0" fmla="*/ 0 w 127376"/>
                <a:gd name="connsiteY0" fmla="*/ 27604 h 168871"/>
                <a:gd name="connsiteX1" fmla="*/ 0 w 127376"/>
                <a:gd name="connsiteY1" fmla="*/ 0 h 168871"/>
                <a:gd name="connsiteX2" fmla="*/ 127376 w 127376"/>
                <a:gd name="connsiteY2" fmla="*/ 812 h 168871"/>
                <a:gd name="connsiteX3" fmla="*/ 127376 w 127376"/>
                <a:gd name="connsiteY3" fmla="*/ 27604 h 168871"/>
                <a:gd name="connsiteX4" fmla="*/ 77075 w 127376"/>
                <a:gd name="connsiteY4" fmla="*/ 27604 h 168871"/>
                <a:gd name="connsiteX5" fmla="*/ 77075 w 127376"/>
                <a:gd name="connsiteY5" fmla="*/ 168871 h 168871"/>
                <a:gd name="connsiteX6" fmla="*/ 49490 w 127376"/>
                <a:gd name="connsiteY6" fmla="*/ 168871 h 168871"/>
                <a:gd name="connsiteX7" fmla="*/ 49490 w 127376"/>
                <a:gd name="connsiteY7" fmla="*/ 27604 h 16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376" h="168871">
                  <a:moveTo>
                    <a:pt x="0" y="27604"/>
                  </a:moveTo>
                  <a:lnTo>
                    <a:pt x="0" y="0"/>
                  </a:lnTo>
                  <a:lnTo>
                    <a:pt x="127376" y="812"/>
                  </a:lnTo>
                  <a:lnTo>
                    <a:pt x="127376" y="27604"/>
                  </a:lnTo>
                  <a:lnTo>
                    <a:pt x="77075" y="27604"/>
                  </a:lnTo>
                  <a:lnTo>
                    <a:pt x="77075" y="168871"/>
                  </a:lnTo>
                  <a:lnTo>
                    <a:pt x="49490" y="168871"/>
                  </a:lnTo>
                  <a:lnTo>
                    <a:pt x="49490" y="27604"/>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597" name="Graphic 4">
              <a:extLst>
                <a:ext uri="{FF2B5EF4-FFF2-40B4-BE49-F238E27FC236}">
                  <a16:creationId xmlns:a16="http://schemas.microsoft.com/office/drawing/2014/main" id="{B13A9BEF-E6C6-BD61-6465-157998C35383}"/>
                </a:ext>
              </a:extLst>
            </p:cNvPr>
            <p:cNvGrpSpPr/>
            <p:nvPr/>
          </p:nvGrpSpPr>
          <p:grpSpPr>
            <a:xfrm>
              <a:off x="-1542891" y="2192236"/>
              <a:ext cx="673391" cy="329623"/>
              <a:chOff x="2567200" y="-3710068"/>
              <a:chExt cx="673391" cy="329623"/>
            </a:xfrm>
          </p:grpSpPr>
          <p:sp>
            <p:nvSpPr>
              <p:cNvPr id="598" name="Freeform 597">
                <a:extLst>
                  <a:ext uri="{FF2B5EF4-FFF2-40B4-BE49-F238E27FC236}">
                    <a16:creationId xmlns:a16="http://schemas.microsoft.com/office/drawing/2014/main" id="{4CBD834F-07AA-C3BD-07D3-17A5C2D65622}"/>
                  </a:ext>
                </a:extLst>
              </p:cNvPr>
              <p:cNvSpPr/>
              <p:nvPr/>
            </p:nvSpPr>
            <p:spPr>
              <a:xfrm>
                <a:off x="2812218" y="-3710068"/>
                <a:ext cx="428374" cy="249247"/>
              </a:xfrm>
              <a:custGeom>
                <a:avLst/>
                <a:gdLst>
                  <a:gd name="connsiteX0" fmla="*/ 0 w 428374"/>
                  <a:gd name="connsiteY0" fmla="*/ 0 h 249247"/>
                  <a:gd name="connsiteX1" fmla="*/ 4057 w 428374"/>
                  <a:gd name="connsiteY1" fmla="*/ 0 h 249247"/>
                  <a:gd name="connsiteX2" fmla="*/ 17038 w 428374"/>
                  <a:gd name="connsiteY2" fmla="*/ 0 h 249247"/>
                  <a:gd name="connsiteX3" fmla="*/ 40566 w 428374"/>
                  <a:gd name="connsiteY3" fmla="*/ 2436 h 249247"/>
                  <a:gd name="connsiteX4" fmla="*/ 71396 w 428374"/>
                  <a:gd name="connsiteY4" fmla="*/ 10554 h 249247"/>
                  <a:gd name="connsiteX5" fmla="*/ 87622 w 428374"/>
                  <a:gd name="connsiteY5" fmla="*/ 17861 h 249247"/>
                  <a:gd name="connsiteX6" fmla="*/ 93301 w 428374"/>
                  <a:gd name="connsiteY6" fmla="*/ 21109 h 249247"/>
                  <a:gd name="connsiteX7" fmla="*/ 122509 w 428374"/>
                  <a:gd name="connsiteY7" fmla="*/ 47089 h 249247"/>
                  <a:gd name="connsiteX8" fmla="*/ 135490 w 428374"/>
                  <a:gd name="connsiteY8" fmla="*/ 68198 h 249247"/>
                  <a:gd name="connsiteX9" fmla="*/ 143603 w 428374"/>
                  <a:gd name="connsiteY9" fmla="*/ 90931 h 249247"/>
                  <a:gd name="connsiteX10" fmla="*/ 146848 w 428374"/>
                  <a:gd name="connsiteY10" fmla="*/ 110416 h 249247"/>
                  <a:gd name="connsiteX11" fmla="*/ 148471 w 428374"/>
                  <a:gd name="connsiteY11" fmla="*/ 140455 h 249247"/>
                  <a:gd name="connsiteX12" fmla="*/ 149282 w 428374"/>
                  <a:gd name="connsiteY12" fmla="*/ 142079 h 249247"/>
                  <a:gd name="connsiteX13" fmla="*/ 156584 w 428374"/>
                  <a:gd name="connsiteY13" fmla="*/ 127465 h 249247"/>
                  <a:gd name="connsiteX14" fmla="*/ 168754 w 428374"/>
                  <a:gd name="connsiteY14" fmla="*/ 107168 h 249247"/>
                  <a:gd name="connsiteX15" fmla="*/ 188225 w 428374"/>
                  <a:gd name="connsiteY15" fmla="*/ 84436 h 249247"/>
                  <a:gd name="connsiteX16" fmla="*/ 206885 w 428374"/>
                  <a:gd name="connsiteY16" fmla="*/ 69010 h 249247"/>
                  <a:gd name="connsiteX17" fmla="*/ 236904 w 428374"/>
                  <a:gd name="connsiteY17" fmla="*/ 51148 h 249247"/>
                  <a:gd name="connsiteX18" fmla="*/ 268545 w 428374"/>
                  <a:gd name="connsiteY18" fmla="*/ 38970 h 249247"/>
                  <a:gd name="connsiteX19" fmla="*/ 286394 w 428374"/>
                  <a:gd name="connsiteY19" fmla="*/ 33287 h 249247"/>
                  <a:gd name="connsiteX20" fmla="*/ 295319 w 428374"/>
                  <a:gd name="connsiteY20" fmla="*/ 31663 h 249247"/>
                  <a:gd name="connsiteX21" fmla="*/ 317224 w 428374"/>
                  <a:gd name="connsiteY21" fmla="*/ 27604 h 249247"/>
                  <a:gd name="connsiteX22" fmla="*/ 333451 w 428374"/>
                  <a:gd name="connsiteY22" fmla="*/ 25980 h 249247"/>
                  <a:gd name="connsiteX23" fmla="*/ 359413 w 428374"/>
                  <a:gd name="connsiteY23" fmla="*/ 23545 h 249247"/>
                  <a:gd name="connsiteX24" fmla="*/ 371582 w 428374"/>
                  <a:gd name="connsiteY24" fmla="*/ 23545 h 249247"/>
                  <a:gd name="connsiteX25" fmla="*/ 386997 w 428374"/>
                  <a:gd name="connsiteY25" fmla="*/ 23545 h 249247"/>
                  <a:gd name="connsiteX26" fmla="*/ 417827 w 428374"/>
                  <a:gd name="connsiteY26" fmla="*/ 25980 h 249247"/>
                  <a:gd name="connsiteX27" fmla="*/ 428374 w 428374"/>
                  <a:gd name="connsiteY27" fmla="*/ 26792 h 249247"/>
                  <a:gd name="connsiteX28" fmla="*/ 422695 w 428374"/>
                  <a:gd name="connsiteY28" fmla="*/ 39782 h 249247"/>
                  <a:gd name="connsiteX29" fmla="*/ 402412 w 428374"/>
                  <a:gd name="connsiteY29" fmla="*/ 83624 h 249247"/>
                  <a:gd name="connsiteX30" fmla="*/ 388620 w 428374"/>
                  <a:gd name="connsiteY30" fmla="*/ 107980 h 249247"/>
                  <a:gd name="connsiteX31" fmla="*/ 371582 w 428374"/>
                  <a:gd name="connsiteY31" fmla="*/ 134772 h 249247"/>
                  <a:gd name="connsiteX32" fmla="*/ 359413 w 428374"/>
                  <a:gd name="connsiteY32" fmla="*/ 151010 h 249247"/>
                  <a:gd name="connsiteX33" fmla="*/ 326960 w 428374"/>
                  <a:gd name="connsiteY33" fmla="*/ 184297 h 249247"/>
                  <a:gd name="connsiteX34" fmla="*/ 298564 w 428374"/>
                  <a:gd name="connsiteY34" fmla="*/ 204594 h 249247"/>
                  <a:gd name="connsiteX35" fmla="*/ 273413 w 428374"/>
                  <a:gd name="connsiteY35" fmla="*/ 219208 h 249247"/>
                  <a:gd name="connsiteX36" fmla="*/ 242583 w 428374"/>
                  <a:gd name="connsiteY36" fmla="*/ 233010 h 249247"/>
                  <a:gd name="connsiteX37" fmla="*/ 212565 w 428374"/>
                  <a:gd name="connsiteY37" fmla="*/ 242752 h 249247"/>
                  <a:gd name="connsiteX38" fmla="*/ 195527 w 428374"/>
                  <a:gd name="connsiteY38" fmla="*/ 246812 h 249247"/>
                  <a:gd name="connsiteX39" fmla="*/ 179301 w 428374"/>
                  <a:gd name="connsiteY39" fmla="*/ 248435 h 249247"/>
                  <a:gd name="connsiteX40" fmla="*/ 154961 w 428374"/>
                  <a:gd name="connsiteY40" fmla="*/ 249247 h 249247"/>
                  <a:gd name="connsiteX41" fmla="*/ 150905 w 428374"/>
                  <a:gd name="connsiteY41" fmla="*/ 249247 h 249247"/>
                  <a:gd name="connsiteX42" fmla="*/ 151716 w 428374"/>
                  <a:gd name="connsiteY42" fmla="*/ 246000 h 249247"/>
                  <a:gd name="connsiteX43" fmla="*/ 167942 w 428374"/>
                  <a:gd name="connsiteY43" fmla="*/ 216772 h 249247"/>
                  <a:gd name="connsiteX44" fmla="*/ 183357 w 428374"/>
                  <a:gd name="connsiteY44" fmla="*/ 194851 h 249247"/>
                  <a:gd name="connsiteX45" fmla="*/ 211753 w 428374"/>
                  <a:gd name="connsiteY45" fmla="*/ 161564 h 249247"/>
                  <a:gd name="connsiteX46" fmla="*/ 240961 w 428374"/>
                  <a:gd name="connsiteY46" fmla="*/ 133148 h 249247"/>
                  <a:gd name="connsiteX47" fmla="*/ 269357 w 428374"/>
                  <a:gd name="connsiteY47" fmla="*/ 109604 h 249247"/>
                  <a:gd name="connsiteX48" fmla="*/ 300187 w 428374"/>
                  <a:gd name="connsiteY48" fmla="*/ 87683 h 249247"/>
                  <a:gd name="connsiteX49" fmla="*/ 336696 w 428374"/>
                  <a:gd name="connsiteY49" fmla="*/ 64950 h 249247"/>
                  <a:gd name="connsiteX50" fmla="*/ 337507 w 428374"/>
                  <a:gd name="connsiteY50" fmla="*/ 64139 h 249247"/>
                  <a:gd name="connsiteX51" fmla="*/ 335073 w 428374"/>
                  <a:gd name="connsiteY51" fmla="*/ 64139 h 249247"/>
                  <a:gd name="connsiteX52" fmla="*/ 296941 w 428374"/>
                  <a:gd name="connsiteY52" fmla="*/ 79564 h 249247"/>
                  <a:gd name="connsiteX53" fmla="*/ 261243 w 428374"/>
                  <a:gd name="connsiteY53" fmla="*/ 99049 h 249247"/>
                  <a:gd name="connsiteX54" fmla="*/ 236093 w 428374"/>
                  <a:gd name="connsiteY54" fmla="*/ 116911 h 249247"/>
                  <a:gd name="connsiteX55" fmla="*/ 197150 w 428374"/>
                  <a:gd name="connsiteY55" fmla="*/ 151010 h 249247"/>
                  <a:gd name="connsiteX56" fmla="*/ 179301 w 428374"/>
                  <a:gd name="connsiteY56" fmla="*/ 170495 h 249247"/>
                  <a:gd name="connsiteX57" fmla="*/ 160640 w 428374"/>
                  <a:gd name="connsiteY57" fmla="*/ 196475 h 249247"/>
                  <a:gd name="connsiteX58" fmla="*/ 148471 w 428374"/>
                  <a:gd name="connsiteY58" fmla="*/ 215960 h 249247"/>
                  <a:gd name="connsiteX59" fmla="*/ 136301 w 428374"/>
                  <a:gd name="connsiteY59" fmla="*/ 240317 h 249247"/>
                  <a:gd name="connsiteX60" fmla="*/ 133056 w 428374"/>
                  <a:gd name="connsiteY60" fmla="*/ 245188 h 249247"/>
                  <a:gd name="connsiteX61" fmla="*/ 133056 w 428374"/>
                  <a:gd name="connsiteY61" fmla="*/ 241128 h 249247"/>
                  <a:gd name="connsiteX62" fmla="*/ 133056 w 428374"/>
                  <a:gd name="connsiteY62" fmla="*/ 189980 h 249247"/>
                  <a:gd name="connsiteX63" fmla="*/ 131433 w 428374"/>
                  <a:gd name="connsiteY63" fmla="*/ 172931 h 249247"/>
                  <a:gd name="connsiteX64" fmla="*/ 129810 w 428374"/>
                  <a:gd name="connsiteY64" fmla="*/ 155881 h 249247"/>
                  <a:gd name="connsiteX65" fmla="*/ 126565 w 428374"/>
                  <a:gd name="connsiteY65" fmla="*/ 137208 h 249247"/>
                  <a:gd name="connsiteX66" fmla="*/ 120075 w 428374"/>
                  <a:gd name="connsiteY66" fmla="*/ 115287 h 249247"/>
                  <a:gd name="connsiteX67" fmla="*/ 103848 w 428374"/>
                  <a:gd name="connsiteY67" fmla="*/ 84436 h 249247"/>
                  <a:gd name="connsiteX68" fmla="*/ 87622 w 428374"/>
                  <a:gd name="connsiteY68" fmla="*/ 64950 h 249247"/>
                  <a:gd name="connsiteX69" fmla="*/ 55981 w 428374"/>
                  <a:gd name="connsiteY69" fmla="*/ 41406 h 249247"/>
                  <a:gd name="connsiteX70" fmla="*/ 47868 w 428374"/>
                  <a:gd name="connsiteY70" fmla="*/ 36535 h 249247"/>
                  <a:gd name="connsiteX71" fmla="*/ 48679 w 428374"/>
                  <a:gd name="connsiteY71" fmla="*/ 38158 h 249247"/>
                  <a:gd name="connsiteX72" fmla="*/ 56792 w 428374"/>
                  <a:gd name="connsiteY72" fmla="*/ 45465 h 249247"/>
                  <a:gd name="connsiteX73" fmla="*/ 69773 w 428374"/>
                  <a:gd name="connsiteY73" fmla="*/ 57643 h 249247"/>
                  <a:gd name="connsiteX74" fmla="*/ 85999 w 428374"/>
                  <a:gd name="connsiteY74" fmla="*/ 75505 h 249247"/>
                  <a:gd name="connsiteX75" fmla="*/ 99792 w 428374"/>
                  <a:gd name="connsiteY75" fmla="*/ 93366 h 249247"/>
                  <a:gd name="connsiteX76" fmla="*/ 116829 w 428374"/>
                  <a:gd name="connsiteY76" fmla="*/ 126653 h 249247"/>
                  <a:gd name="connsiteX77" fmla="*/ 120886 w 428374"/>
                  <a:gd name="connsiteY77" fmla="*/ 138832 h 249247"/>
                  <a:gd name="connsiteX78" fmla="*/ 121697 w 428374"/>
                  <a:gd name="connsiteY78" fmla="*/ 142079 h 249247"/>
                  <a:gd name="connsiteX79" fmla="*/ 115207 w 428374"/>
                  <a:gd name="connsiteY79" fmla="*/ 142891 h 249247"/>
                  <a:gd name="connsiteX80" fmla="*/ 94924 w 428374"/>
                  <a:gd name="connsiteY80" fmla="*/ 140455 h 249247"/>
                  <a:gd name="connsiteX81" fmla="*/ 80320 w 428374"/>
                  <a:gd name="connsiteY81" fmla="*/ 137208 h 249247"/>
                  <a:gd name="connsiteX82" fmla="*/ 57603 w 428374"/>
                  <a:gd name="connsiteY82" fmla="*/ 126653 h 249247"/>
                  <a:gd name="connsiteX83" fmla="*/ 40566 w 428374"/>
                  <a:gd name="connsiteY83" fmla="*/ 112039 h 249247"/>
                  <a:gd name="connsiteX84" fmla="*/ 24339 w 428374"/>
                  <a:gd name="connsiteY84" fmla="*/ 86871 h 249247"/>
                  <a:gd name="connsiteX85" fmla="*/ 13792 w 428374"/>
                  <a:gd name="connsiteY85" fmla="*/ 59267 h 249247"/>
                  <a:gd name="connsiteX86" fmla="*/ 7302 w 428374"/>
                  <a:gd name="connsiteY86" fmla="*/ 33287 h 249247"/>
                  <a:gd name="connsiteX87" fmla="*/ 4057 w 428374"/>
                  <a:gd name="connsiteY87" fmla="*/ 17049 h 249247"/>
                  <a:gd name="connsiteX88" fmla="*/ 1623 w 428374"/>
                  <a:gd name="connsiteY88" fmla="*/ 7307 h 249247"/>
                  <a:gd name="connsiteX89" fmla="*/ 0 w 428374"/>
                  <a:gd name="connsiteY89" fmla="*/ 0 h 24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28374" h="249247">
                    <a:moveTo>
                      <a:pt x="0" y="0"/>
                    </a:moveTo>
                    <a:cubicBezTo>
                      <a:pt x="1623" y="0"/>
                      <a:pt x="3245" y="0"/>
                      <a:pt x="4057" y="0"/>
                    </a:cubicBezTo>
                    <a:cubicBezTo>
                      <a:pt x="8113" y="0"/>
                      <a:pt x="12981" y="0"/>
                      <a:pt x="17038" y="0"/>
                    </a:cubicBezTo>
                    <a:cubicBezTo>
                      <a:pt x="25151" y="0"/>
                      <a:pt x="33264" y="812"/>
                      <a:pt x="40566" y="2436"/>
                    </a:cubicBezTo>
                    <a:cubicBezTo>
                      <a:pt x="51113" y="4059"/>
                      <a:pt x="61660" y="7307"/>
                      <a:pt x="71396" y="10554"/>
                    </a:cubicBezTo>
                    <a:cubicBezTo>
                      <a:pt x="77075" y="12990"/>
                      <a:pt x="82754" y="14614"/>
                      <a:pt x="87622" y="17861"/>
                    </a:cubicBezTo>
                    <a:cubicBezTo>
                      <a:pt x="89245" y="19485"/>
                      <a:pt x="91679" y="20297"/>
                      <a:pt x="93301" y="21109"/>
                    </a:cubicBezTo>
                    <a:cubicBezTo>
                      <a:pt x="104660" y="27604"/>
                      <a:pt x="114396" y="36535"/>
                      <a:pt x="122509" y="47089"/>
                    </a:cubicBezTo>
                    <a:cubicBezTo>
                      <a:pt x="127376" y="53584"/>
                      <a:pt x="132244" y="60891"/>
                      <a:pt x="135490" y="68198"/>
                    </a:cubicBezTo>
                    <a:cubicBezTo>
                      <a:pt x="138735" y="75505"/>
                      <a:pt x="141980" y="82812"/>
                      <a:pt x="143603" y="90931"/>
                    </a:cubicBezTo>
                    <a:cubicBezTo>
                      <a:pt x="145226" y="97426"/>
                      <a:pt x="146037" y="103921"/>
                      <a:pt x="146848" y="110416"/>
                    </a:cubicBezTo>
                    <a:cubicBezTo>
                      <a:pt x="148471" y="120158"/>
                      <a:pt x="148471" y="129901"/>
                      <a:pt x="148471" y="140455"/>
                    </a:cubicBezTo>
                    <a:cubicBezTo>
                      <a:pt x="148471" y="140455"/>
                      <a:pt x="148471" y="141267"/>
                      <a:pt x="149282" y="142079"/>
                    </a:cubicBezTo>
                    <a:cubicBezTo>
                      <a:pt x="151716" y="137208"/>
                      <a:pt x="153339" y="132337"/>
                      <a:pt x="156584" y="127465"/>
                    </a:cubicBezTo>
                    <a:cubicBezTo>
                      <a:pt x="160640" y="120970"/>
                      <a:pt x="164697" y="114475"/>
                      <a:pt x="168754" y="107168"/>
                    </a:cubicBezTo>
                    <a:cubicBezTo>
                      <a:pt x="174433" y="99049"/>
                      <a:pt x="180923" y="91742"/>
                      <a:pt x="188225" y="84436"/>
                    </a:cubicBezTo>
                    <a:cubicBezTo>
                      <a:pt x="193904" y="78752"/>
                      <a:pt x="200395" y="73881"/>
                      <a:pt x="206885" y="69010"/>
                    </a:cubicBezTo>
                    <a:cubicBezTo>
                      <a:pt x="216621" y="61703"/>
                      <a:pt x="226357" y="56020"/>
                      <a:pt x="236904" y="51148"/>
                    </a:cubicBezTo>
                    <a:cubicBezTo>
                      <a:pt x="246640" y="46277"/>
                      <a:pt x="257187" y="42218"/>
                      <a:pt x="268545" y="38970"/>
                    </a:cubicBezTo>
                    <a:cubicBezTo>
                      <a:pt x="274225" y="37346"/>
                      <a:pt x="280715" y="34911"/>
                      <a:pt x="286394" y="33287"/>
                    </a:cubicBezTo>
                    <a:cubicBezTo>
                      <a:pt x="289640" y="32475"/>
                      <a:pt x="292074" y="31663"/>
                      <a:pt x="295319" y="31663"/>
                    </a:cubicBezTo>
                    <a:cubicBezTo>
                      <a:pt x="302621" y="30040"/>
                      <a:pt x="309922" y="28416"/>
                      <a:pt x="317224" y="27604"/>
                    </a:cubicBezTo>
                    <a:cubicBezTo>
                      <a:pt x="322904" y="26792"/>
                      <a:pt x="327771" y="25980"/>
                      <a:pt x="333451" y="25980"/>
                    </a:cubicBezTo>
                    <a:cubicBezTo>
                      <a:pt x="342375" y="25168"/>
                      <a:pt x="351300" y="24356"/>
                      <a:pt x="359413" y="23545"/>
                    </a:cubicBezTo>
                    <a:cubicBezTo>
                      <a:pt x="363469" y="23545"/>
                      <a:pt x="367526" y="23545"/>
                      <a:pt x="371582" y="23545"/>
                    </a:cubicBezTo>
                    <a:cubicBezTo>
                      <a:pt x="376450" y="23545"/>
                      <a:pt x="382130" y="23545"/>
                      <a:pt x="386997" y="23545"/>
                    </a:cubicBezTo>
                    <a:cubicBezTo>
                      <a:pt x="397544" y="24356"/>
                      <a:pt x="407280" y="23545"/>
                      <a:pt x="417827" y="25980"/>
                    </a:cubicBezTo>
                    <a:cubicBezTo>
                      <a:pt x="421073" y="26792"/>
                      <a:pt x="424318" y="26792"/>
                      <a:pt x="428374" y="26792"/>
                    </a:cubicBezTo>
                    <a:cubicBezTo>
                      <a:pt x="426752" y="31663"/>
                      <a:pt x="425129" y="35723"/>
                      <a:pt x="422695" y="39782"/>
                    </a:cubicBezTo>
                    <a:cubicBezTo>
                      <a:pt x="416205" y="54396"/>
                      <a:pt x="409714" y="69010"/>
                      <a:pt x="402412" y="83624"/>
                    </a:cubicBezTo>
                    <a:cubicBezTo>
                      <a:pt x="398356" y="91742"/>
                      <a:pt x="393488" y="100673"/>
                      <a:pt x="388620" y="107980"/>
                    </a:cubicBezTo>
                    <a:cubicBezTo>
                      <a:pt x="382941" y="116911"/>
                      <a:pt x="377262" y="125841"/>
                      <a:pt x="371582" y="134772"/>
                    </a:cubicBezTo>
                    <a:cubicBezTo>
                      <a:pt x="367526" y="140455"/>
                      <a:pt x="363469" y="145327"/>
                      <a:pt x="359413" y="151010"/>
                    </a:cubicBezTo>
                    <a:cubicBezTo>
                      <a:pt x="349677" y="163188"/>
                      <a:pt x="339130" y="174554"/>
                      <a:pt x="326960" y="184297"/>
                    </a:cubicBezTo>
                    <a:cubicBezTo>
                      <a:pt x="318036" y="191604"/>
                      <a:pt x="309111" y="198911"/>
                      <a:pt x="298564" y="204594"/>
                    </a:cubicBezTo>
                    <a:cubicBezTo>
                      <a:pt x="290451" y="209465"/>
                      <a:pt x="281526" y="215148"/>
                      <a:pt x="273413" y="219208"/>
                    </a:cubicBezTo>
                    <a:cubicBezTo>
                      <a:pt x="263677" y="224079"/>
                      <a:pt x="253130" y="228950"/>
                      <a:pt x="242583" y="233010"/>
                    </a:cubicBezTo>
                    <a:cubicBezTo>
                      <a:pt x="232847" y="237069"/>
                      <a:pt x="222300" y="239505"/>
                      <a:pt x="212565" y="242752"/>
                    </a:cubicBezTo>
                    <a:cubicBezTo>
                      <a:pt x="206885" y="244376"/>
                      <a:pt x="201206" y="246000"/>
                      <a:pt x="195527" y="246812"/>
                    </a:cubicBezTo>
                    <a:cubicBezTo>
                      <a:pt x="189848" y="247623"/>
                      <a:pt x="184980" y="248435"/>
                      <a:pt x="179301" y="248435"/>
                    </a:cubicBezTo>
                    <a:cubicBezTo>
                      <a:pt x="171188" y="249247"/>
                      <a:pt x="163074" y="249247"/>
                      <a:pt x="154961" y="249247"/>
                    </a:cubicBezTo>
                    <a:cubicBezTo>
                      <a:pt x="153339" y="249247"/>
                      <a:pt x="152527" y="249247"/>
                      <a:pt x="150905" y="249247"/>
                    </a:cubicBezTo>
                    <a:cubicBezTo>
                      <a:pt x="151716" y="247623"/>
                      <a:pt x="151716" y="246812"/>
                      <a:pt x="151716" y="246000"/>
                    </a:cubicBezTo>
                    <a:cubicBezTo>
                      <a:pt x="156584" y="236257"/>
                      <a:pt x="161452" y="226515"/>
                      <a:pt x="167942" y="216772"/>
                    </a:cubicBezTo>
                    <a:cubicBezTo>
                      <a:pt x="172810" y="209465"/>
                      <a:pt x="177678" y="202158"/>
                      <a:pt x="183357" y="194851"/>
                    </a:cubicBezTo>
                    <a:cubicBezTo>
                      <a:pt x="192282" y="182673"/>
                      <a:pt x="202018" y="172119"/>
                      <a:pt x="211753" y="161564"/>
                    </a:cubicBezTo>
                    <a:cubicBezTo>
                      <a:pt x="221489" y="151822"/>
                      <a:pt x="230414" y="142079"/>
                      <a:pt x="240961" y="133148"/>
                    </a:cubicBezTo>
                    <a:cubicBezTo>
                      <a:pt x="250696" y="125030"/>
                      <a:pt x="259621" y="116911"/>
                      <a:pt x="269357" y="109604"/>
                    </a:cubicBezTo>
                    <a:cubicBezTo>
                      <a:pt x="279093" y="102297"/>
                      <a:pt x="289640" y="94990"/>
                      <a:pt x="300187" y="87683"/>
                    </a:cubicBezTo>
                    <a:cubicBezTo>
                      <a:pt x="312356" y="79564"/>
                      <a:pt x="324526" y="72257"/>
                      <a:pt x="336696" y="64950"/>
                    </a:cubicBezTo>
                    <a:cubicBezTo>
                      <a:pt x="336696" y="64950"/>
                      <a:pt x="336696" y="64139"/>
                      <a:pt x="337507" y="64139"/>
                    </a:cubicBezTo>
                    <a:cubicBezTo>
                      <a:pt x="336696" y="64139"/>
                      <a:pt x="335885" y="64139"/>
                      <a:pt x="335073" y="64139"/>
                    </a:cubicBezTo>
                    <a:cubicBezTo>
                      <a:pt x="322092" y="69010"/>
                      <a:pt x="309922" y="73881"/>
                      <a:pt x="296941" y="79564"/>
                    </a:cubicBezTo>
                    <a:cubicBezTo>
                      <a:pt x="284772" y="85247"/>
                      <a:pt x="272602" y="91742"/>
                      <a:pt x="261243" y="99049"/>
                    </a:cubicBezTo>
                    <a:cubicBezTo>
                      <a:pt x="252319" y="104733"/>
                      <a:pt x="244206" y="110416"/>
                      <a:pt x="236093" y="116911"/>
                    </a:cubicBezTo>
                    <a:cubicBezTo>
                      <a:pt x="222300" y="126653"/>
                      <a:pt x="209319" y="138832"/>
                      <a:pt x="197150" y="151010"/>
                    </a:cubicBezTo>
                    <a:cubicBezTo>
                      <a:pt x="190659" y="157505"/>
                      <a:pt x="184980" y="163188"/>
                      <a:pt x="179301" y="170495"/>
                    </a:cubicBezTo>
                    <a:cubicBezTo>
                      <a:pt x="172810" y="178614"/>
                      <a:pt x="166320" y="187544"/>
                      <a:pt x="160640" y="196475"/>
                    </a:cubicBezTo>
                    <a:cubicBezTo>
                      <a:pt x="155773" y="202970"/>
                      <a:pt x="151716" y="209465"/>
                      <a:pt x="148471" y="215960"/>
                    </a:cubicBezTo>
                    <a:cubicBezTo>
                      <a:pt x="144414" y="224079"/>
                      <a:pt x="140358" y="232198"/>
                      <a:pt x="136301" y="240317"/>
                    </a:cubicBezTo>
                    <a:cubicBezTo>
                      <a:pt x="135490" y="241940"/>
                      <a:pt x="134678" y="243564"/>
                      <a:pt x="133056" y="245188"/>
                    </a:cubicBezTo>
                    <a:lnTo>
                      <a:pt x="133056" y="241128"/>
                    </a:lnTo>
                    <a:cubicBezTo>
                      <a:pt x="133056" y="224079"/>
                      <a:pt x="133056" y="207029"/>
                      <a:pt x="133056" y="189980"/>
                    </a:cubicBezTo>
                    <a:cubicBezTo>
                      <a:pt x="133056" y="184297"/>
                      <a:pt x="132244" y="178614"/>
                      <a:pt x="131433" y="172931"/>
                    </a:cubicBezTo>
                    <a:cubicBezTo>
                      <a:pt x="130622" y="167247"/>
                      <a:pt x="130622" y="161564"/>
                      <a:pt x="129810" y="155881"/>
                    </a:cubicBezTo>
                    <a:cubicBezTo>
                      <a:pt x="128999" y="149386"/>
                      <a:pt x="128188" y="143703"/>
                      <a:pt x="126565" y="137208"/>
                    </a:cubicBezTo>
                    <a:cubicBezTo>
                      <a:pt x="124943" y="129901"/>
                      <a:pt x="122509" y="122594"/>
                      <a:pt x="120075" y="115287"/>
                    </a:cubicBezTo>
                    <a:cubicBezTo>
                      <a:pt x="116018" y="103921"/>
                      <a:pt x="110339" y="93366"/>
                      <a:pt x="103848" y="84436"/>
                    </a:cubicBezTo>
                    <a:cubicBezTo>
                      <a:pt x="98980" y="77940"/>
                      <a:pt x="93301" y="70634"/>
                      <a:pt x="87622" y="64950"/>
                    </a:cubicBezTo>
                    <a:cubicBezTo>
                      <a:pt x="77886" y="56020"/>
                      <a:pt x="67339" y="47901"/>
                      <a:pt x="55981" y="41406"/>
                    </a:cubicBezTo>
                    <a:cubicBezTo>
                      <a:pt x="53547" y="39782"/>
                      <a:pt x="51113" y="38158"/>
                      <a:pt x="47868" y="36535"/>
                    </a:cubicBezTo>
                    <a:cubicBezTo>
                      <a:pt x="48679" y="37346"/>
                      <a:pt x="48679" y="38158"/>
                      <a:pt x="48679" y="38158"/>
                    </a:cubicBezTo>
                    <a:cubicBezTo>
                      <a:pt x="51113" y="40594"/>
                      <a:pt x="54358" y="43030"/>
                      <a:pt x="56792" y="45465"/>
                    </a:cubicBezTo>
                    <a:cubicBezTo>
                      <a:pt x="61660" y="49525"/>
                      <a:pt x="65717" y="53584"/>
                      <a:pt x="69773" y="57643"/>
                    </a:cubicBezTo>
                    <a:cubicBezTo>
                      <a:pt x="75452" y="63327"/>
                      <a:pt x="80320" y="69822"/>
                      <a:pt x="85999" y="75505"/>
                    </a:cubicBezTo>
                    <a:cubicBezTo>
                      <a:pt x="90867" y="81188"/>
                      <a:pt x="95735" y="87683"/>
                      <a:pt x="99792" y="93366"/>
                    </a:cubicBezTo>
                    <a:cubicBezTo>
                      <a:pt x="106282" y="103921"/>
                      <a:pt x="112773" y="114475"/>
                      <a:pt x="116829" y="126653"/>
                    </a:cubicBezTo>
                    <a:cubicBezTo>
                      <a:pt x="118452" y="130713"/>
                      <a:pt x="119263" y="134772"/>
                      <a:pt x="120886" y="138832"/>
                    </a:cubicBezTo>
                    <a:cubicBezTo>
                      <a:pt x="120886" y="139643"/>
                      <a:pt x="120886" y="140455"/>
                      <a:pt x="121697" y="142079"/>
                    </a:cubicBezTo>
                    <a:cubicBezTo>
                      <a:pt x="120075" y="143703"/>
                      <a:pt x="117641" y="142891"/>
                      <a:pt x="115207" y="142891"/>
                    </a:cubicBezTo>
                    <a:cubicBezTo>
                      <a:pt x="108716" y="142079"/>
                      <a:pt x="102226" y="141267"/>
                      <a:pt x="94924" y="140455"/>
                    </a:cubicBezTo>
                    <a:cubicBezTo>
                      <a:pt x="90056" y="139643"/>
                      <a:pt x="85188" y="138832"/>
                      <a:pt x="80320" y="137208"/>
                    </a:cubicBezTo>
                    <a:cubicBezTo>
                      <a:pt x="72207" y="134772"/>
                      <a:pt x="64094" y="131525"/>
                      <a:pt x="57603" y="126653"/>
                    </a:cubicBezTo>
                    <a:cubicBezTo>
                      <a:pt x="51113" y="122594"/>
                      <a:pt x="45434" y="117723"/>
                      <a:pt x="40566" y="112039"/>
                    </a:cubicBezTo>
                    <a:cubicBezTo>
                      <a:pt x="34075" y="103921"/>
                      <a:pt x="29207" y="95802"/>
                      <a:pt x="24339" y="86871"/>
                    </a:cubicBezTo>
                    <a:cubicBezTo>
                      <a:pt x="19472" y="77940"/>
                      <a:pt x="16226" y="69010"/>
                      <a:pt x="13792" y="59267"/>
                    </a:cubicBezTo>
                    <a:cubicBezTo>
                      <a:pt x="11358" y="50337"/>
                      <a:pt x="8925" y="42218"/>
                      <a:pt x="7302" y="33287"/>
                    </a:cubicBezTo>
                    <a:cubicBezTo>
                      <a:pt x="5679" y="27604"/>
                      <a:pt x="4868" y="22733"/>
                      <a:pt x="4057" y="17049"/>
                    </a:cubicBezTo>
                    <a:cubicBezTo>
                      <a:pt x="3245" y="13802"/>
                      <a:pt x="2434" y="10554"/>
                      <a:pt x="1623" y="7307"/>
                    </a:cubicBezTo>
                    <a:cubicBezTo>
                      <a:pt x="811" y="3248"/>
                      <a:pt x="811" y="1624"/>
                      <a:pt x="0" y="0"/>
                    </a:cubicBezTo>
                  </a:path>
                </a:pathLst>
              </a:custGeom>
              <a:solidFill>
                <a:srgbClr val="93C83D"/>
              </a:solidFill>
              <a:ln w="8113" cap="flat">
                <a:noFill/>
                <a:prstDash val="solid"/>
                <a:miter/>
              </a:ln>
            </p:spPr>
            <p:txBody>
              <a:bodyPr rtlCol="0" anchor="ctr"/>
              <a:lstStyle/>
              <a:p>
                <a:endParaRPr lang="en-US" dirty="0">
                  <a:latin typeface="Proxima Nova Rg" panose="02000506030000020004" pitchFamily="2" charset="77"/>
                </a:endParaRPr>
              </a:p>
            </p:txBody>
          </p:sp>
          <p:sp>
            <p:nvSpPr>
              <p:cNvPr id="599" name="Freeform 598">
                <a:extLst>
                  <a:ext uri="{FF2B5EF4-FFF2-40B4-BE49-F238E27FC236}">
                    <a16:creationId xmlns:a16="http://schemas.microsoft.com/office/drawing/2014/main" id="{CFE57DCF-7C07-E903-9476-52D3A15AE3F5}"/>
                  </a:ext>
                </a:extLst>
              </p:cNvPr>
              <p:cNvSpPr/>
              <p:nvPr/>
            </p:nvSpPr>
            <p:spPr>
              <a:xfrm>
                <a:off x="2567200" y="-3508722"/>
                <a:ext cx="119263" cy="128277"/>
              </a:xfrm>
              <a:custGeom>
                <a:avLst/>
                <a:gdLst>
                  <a:gd name="connsiteX0" fmla="*/ 27585 w 119263"/>
                  <a:gd name="connsiteY0" fmla="*/ 50337 h 128277"/>
                  <a:gd name="connsiteX1" fmla="*/ 90056 w 119263"/>
                  <a:gd name="connsiteY1" fmla="*/ 50337 h 128277"/>
                  <a:gd name="connsiteX2" fmla="*/ 79509 w 119263"/>
                  <a:gd name="connsiteY2" fmla="*/ 33287 h 128277"/>
                  <a:gd name="connsiteX3" fmla="*/ 60037 w 119263"/>
                  <a:gd name="connsiteY3" fmla="*/ 25980 h 128277"/>
                  <a:gd name="connsiteX4" fmla="*/ 39754 w 119263"/>
                  <a:gd name="connsiteY4" fmla="*/ 32475 h 128277"/>
                  <a:gd name="connsiteX5" fmla="*/ 27585 w 119263"/>
                  <a:gd name="connsiteY5" fmla="*/ 50337 h 128277"/>
                  <a:gd name="connsiteX6" fmla="*/ 0 w 119263"/>
                  <a:gd name="connsiteY6" fmla="*/ 64950 h 128277"/>
                  <a:gd name="connsiteX7" fmla="*/ 4057 w 119263"/>
                  <a:gd name="connsiteY7" fmla="*/ 41406 h 128277"/>
                  <a:gd name="connsiteX8" fmla="*/ 16226 w 119263"/>
                  <a:gd name="connsiteY8" fmla="*/ 20297 h 128277"/>
                  <a:gd name="connsiteX9" fmla="*/ 35698 w 119263"/>
                  <a:gd name="connsiteY9" fmla="*/ 5683 h 128277"/>
                  <a:gd name="connsiteX10" fmla="*/ 60849 w 119263"/>
                  <a:gd name="connsiteY10" fmla="*/ 0 h 128277"/>
                  <a:gd name="connsiteX11" fmla="*/ 61660 w 119263"/>
                  <a:gd name="connsiteY11" fmla="*/ 0 h 128277"/>
                  <a:gd name="connsiteX12" fmla="*/ 81943 w 119263"/>
                  <a:gd name="connsiteY12" fmla="*/ 4059 h 128277"/>
                  <a:gd name="connsiteX13" fmla="*/ 98169 w 119263"/>
                  <a:gd name="connsiteY13" fmla="*/ 14614 h 128277"/>
                  <a:gd name="connsiteX14" fmla="*/ 109528 w 119263"/>
                  <a:gd name="connsiteY14" fmla="*/ 30040 h 128277"/>
                  <a:gd name="connsiteX15" fmla="*/ 116829 w 119263"/>
                  <a:gd name="connsiteY15" fmla="*/ 47089 h 128277"/>
                  <a:gd name="connsiteX16" fmla="*/ 119263 w 119263"/>
                  <a:gd name="connsiteY16" fmla="*/ 64138 h 128277"/>
                  <a:gd name="connsiteX17" fmla="*/ 119263 w 119263"/>
                  <a:gd name="connsiteY17" fmla="*/ 73069 h 128277"/>
                  <a:gd name="connsiteX18" fmla="*/ 28396 w 119263"/>
                  <a:gd name="connsiteY18" fmla="*/ 73069 h 128277"/>
                  <a:gd name="connsiteX19" fmla="*/ 40566 w 119263"/>
                  <a:gd name="connsiteY19" fmla="*/ 94178 h 128277"/>
                  <a:gd name="connsiteX20" fmla="*/ 62471 w 119263"/>
                  <a:gd name="connsiteY20" fmla="*/ 101485 h 128277"/>
                  <a:gd name="connsiteX21" fmla="*/ 81132 w 119263"/>
                  <a:gd name="connsiteY21" fmla="*/ 98237 h 128277"/>
                  <a:gd name="connsiteX22" fmla="*/ 94113 w 119263"/>
                  <a:gd name="connsiteY22" fmla="*/ 88495 h 128277"/>
                  <a:gd name="connsiteX23" fmla="*/ 115207 w 119263"/>
                  <a:gd name="connsiteY23" fmla="*/ 104732 h 128277"/>
                  <a:gd name="connsiteX24" fmla="*/ 93301 w 119263"/>
                  <a:gd name="connsiteY24" fmla="*/ 120970 h 128277"/>
                  <a:gd name="connsiteX25" fmla="*/ 62471 w 119263"/>
                  <a:gd name="connsiteY25" fmla="*/ 128277 h 128277"/>
                  <a:gd name="connsiteX26" fmla="*/ 40566 w 119263"/>
                  <a:gd name="connsiteY26" fmla="*/ 124218 h 128277"/>
                  <a:gd name="connsiteX27" fmla="*/ 23528 w 119263"/>
                  <a:gd name="connsiteY27" fmla="*/ 113663 h 128277"/>
                  <a:gd name="connsiteX28" fmla="*/ 11358 w 119263"/>
                  <a:gd name="connsiteY28" fmla="*/ 99049 h 128277"/>
                  <a:gd name="connsiteX29" fmla="*/ 4057 w 119263"/>
                  <a:gd name="connsiteY29" fmla="*/ 82000 h 128277"/>
                  <a:gd name="connsiteX30" fmla="*/ 0 w 119263"/>
                  <a:gd name="connsiteY30" fmla="*/ 64950 h 1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9263" h="128277">
                    <a:moveTo>
                      <a:pt x="27585" y="50337"/>
                    </a:moveTo>
                    <a:cubicBezTo>
                      <a:pt x="48679" y="50337"/>
                      <a:pt x="69773" y="50337"/>
                      <a:pt x="90056" y="50337"/>
                    </a:cubicBezTo>
                    <a:cubicBezTo>
                      <a:pt x="88433" y="43841"/>
                      <a:pt x="85188" y="38158"/>
                      <a:pt x="79509" y="33287"/>
                    </a:cubicBezTo>
                    <a:cubicBezTo>
                      <a:pt x="73830" y="28416"/>
                      <a:pt x="67339" y="25980"/>
                      <a:pt x="60037" y="25980"/>
                    </a:cubicBezTo>
                    <a:cubicBezTo>
                      <a:pt x="51924" y="25980"/>
                      <a:pt x="45434" y="28416"/>
                      <a:pt x="39754" y="32475"/>
                    </a:cubicBezTo>
                    <a:cubicBezTo>
                      <a:pt x="34075" y="36535"/>
                      <a:pt x="30019" y="43841"/>
                      <a:pt x="27585" y="50337"/>
                    </a:cubicBezTo>
                    <a:moveTo>
                      <a:pt x="0" y="64950"/>
                    </a:moveTo>
                    <a:cubicBezTo>
                      <a:pt x="0" y="56832"/>
                      <a:pt x="1623" y="49525"/>
                      <a:pt x="4057" y="41406"/>
                    </a:cubicBezTo>
                    <a:cubicBezTo>
                      <a:pt x="7302" y="34099"/>
                      <a:pt x="11358" y="26792"/>
                      <a:pt x="16226" y="20297"/>
                    </a:cubicBezTo>
                    <a:cubicBezTo>
                      <a:pt x="21094" y="13802"/>
                      <a:pt x="27585" y="8931"/>
                      <a:pt x="35698" y="5683"/>
                    </a:cubicBezTo>
                    <a:cubicBezTo>
                      <a:pt x="43000" y="1624"/>
                      <a:pt x="51924" y="0"/>
                      <a:pt x="60849" y="0"/>
                    </a:cubicBezTo>
                    <a:lnTo>
                      <a:pt x="61660" y="0"/>
                    </a:lnTo>
                    <a:cubicBezTo>
                      <a:pt x="68962" y="0"/>
                      <a:pt x="76264" y="1624"/>
                      <a:pt x="81943" y="4059"/>
                    </a:cubicBezTo>
                    <a:cubicBezTo>
                      <a:pt x="88433" y="6495"/>
                      <a:pt x="93301" y="10554"/>
                      <a:pt x="98169" y="14614"/>
                    </a:cubicBezTo>
                    <a:cubicBezTo>
                      <a:pt x="102226" y="19485"/>
                      <a:pt x="106282" y="24356"/>
                      <a:pt x="109528" y="30040"/>
                    </a:cubicBezTo>
                    <a:cubicBezTo>
                      <a:pt x="112773" y="35723"/>
                      <a:pt x="115207" y="41406"/>
                      <a:pt x="116829" y="47089"/>
                    </a:cubicBezTo>
                    <a:cubicBezTo>
                      <a:pt x="118452" y="52772"/>
                      <a:pt x="119263" y="58455"/>
                      <a:pt x="119263" y="64138"/>
                    </a:cubicBezTo>
                    <a:cubicBezTo>
                      <a:pt x="119263" y="67386"/>
                      <a:pt x="119263" y="69822"/>
                      <a:pt x="119263" y="73069"/>
                    </a:cubicBezTo>
                    <a:cubicBezTo>
                      <a:pt x="89245" y="73069"/>
                      <a:pt x="58415" y="73069"/>
                      <a:pt x="28396" y="73069"/>
                    </a:cubicBezTo>
                    <a:cubicBezTo>
                      <a:pt x="30019" y="82000"/>
                      <a:pt x="34075" y="88495"/>
                      <a:pt x="40566" y="94178"/>
                    </a:cubicBezTo>
                    <a:cubicBezTo>
                      <a:pt x="47056" y="99861"/>
                      <a:pt x="54358" y="101485"/>
                      <a:pt x="62471" y="101485"/>
                    </a:cubicBezTo>
                    <a:cubicBezTo>
                      <a:pt x="69773" y="101485"/>
                      <a:pt x="76264" y="100673"/>
                      <a:pt x="81132" y="98237"/>
                    </a:cubicBezTo>
                    <a:cubicBezTo>
                      <a:pt x="85999" y="96614"/>
                      <a:pt x="90867" y="93366"/>
                      <a:pt x="94113" y="88495"/>
                    </a:cubicBezTo>
                    <a:cubicBezTo>
                      <a:pt x="101414" y="94178"/>
                      <a:pt x="107905" y="99049"/>
                      <a:pt x="115207" y="104732"/>
                    </a:cubicBezTo>
                    <a:cubicBezTo>
                      <a:pt x="111150" y="111228"/>
                      <a:pt x="103848" y="116911"/>
                      <a:pt x="93301" y="120970"/>
                    </a:cubicBezTo>
                    <a:cubicBezTo>
                      <a:pt x="82754" y="125841"/>
                      <a:pt x="73018" y="128277"/>
                      <a:pt x="62471" y="128277"/>
                    </a:cubicBezTo>
                    <a:cubicBezTo>
                      <a:pt x="54358" y="128277"/>
                      <a:pt x="47056" y="126653"/>
                      <a:pt x="40566" y="124218"/>
                    </a:cubicBezTo>
                    <a:cubicBezTo>
                      <a:pt x="34075" y="121782"/>
                      <a:pt x="28396" y="118534"/>
                      <a:pt x="23528" y="113663"/>
                    </a:cubicBezTo>
                    <a:cubicBezTo>
                      <a:pt x="18660" y="109604"/>
                      <a:pt x="14604" y="104732"/>
                      <a:pt x="11358" y="99049"/>
                    </a:cubicBezTo>
                    <a:cubicBezTo>
                      <a:pt x="8113" y="93366"/>
                      <a:pt x="5679" y="87683"/>
                      <a:pt x="4057" y="82000"/>
                    </a:cubicBezTo>
                    <a:cubicBezTo>
                      <a:pt x="811" y="77129"/>
                      <a:pt x="0" y="71445"/>
                      <a:pt x="0" y="64950"/>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grpSp>
      <p:grpSp>
        <p:nvGrpSpPr>
          <p:cNvPr id="972" name="Group 971">
            <a:extLst>
              <a:ext uri="{FF2B5EF4-FFF2-40B4-BE49-F238E27FC236}">
                <a16:creationId xmlns:a16="http://schemas.microsoft.com/office/drawing/2014/main" id="{47762C88-A18A-5336-F489-E18AEB08DAFE}"/>
              </a:ext>
            </a:extLst>
          </p:cNvPr>
          <p:cNvGrpSpPr/>
          <p:nvPr/>
        </p:nvGrpSpPr>
        <p:grpSpPr>
          <a:xfrm>
            <a:off x="6629521" y="2220713"/>
            <a:ext cx="1620278" cy="861580"/>
            <a:chOff x="5912885" y="-1450499"/>
            <a:chExt cx="1383292" cy="735563"/>
          </a:xfrm>
        </p:grpSpPr>
        <p:grpSp>
          <p:nvGrpSpPr>
            <p:cNvPr id="703" name="Graphic 695">
              <a:extLst>
                <a:ext uri="{FF2B5EF4-FFF2-40B4-BE49-F238E27FC236}">
                  <a16:creationId xmlns:a16="http://schemas.microsoft.com/office/drawing/2014/main" id="{4D78841A-8B84-CAB7-6C70-C3D67D3EDE27}"/>
                </a:ext>
              </a:extLst>
            </p:cNvPr>
            <p:cNvGrpSpPr/>
            <p:nvPr/>
          </p:nvGrpSpPr>
          <p:grpSpPr>
            <a:xfrm>
              <a:off x="6266618" y="-800093"/>
              <a:ext cx="528166" cy="44563"/>
              <a:chOff x="6266618" y="-800093"/>
              <a:chExt cx="528166" cy="44563"/>
            </a:xfrm>
            <a:solidFill>
              <a:srgbClr val="231F20"/>
            </a:solidFill>
          </p:grpSpPr>
          <p:sp>
            <p:nvSpPr>
              <p:cNvPr id="704" name="Freeform 703">
                <a:extLst>
                  <a:ext uri="{FF2B5EF4-FFF2-40B4-BE49-F238E27FC236}">
                    <a16:creationId xmlns:a16="http://schemas.microsoft.com/office/drawing/2014/main" id="{3048F18D-AC5A-607B-87BE-091C53915714}"/>
                  </a:ext>
                </a:extLst>
              </p:cNvPr>
              <p:cNvSpPr/>
              <p:nvPr/>
            </p:nvSpPr>
            <p:spPr>
              <a:xfrm>
                <a:off x="6266618" y="-799943"/>
                <a:ext cx="528166" cy="44413"/>
              </a:xfrm>
              <a:custGeom>
                <a:avLst/>
                <a:gdLst>
                  <a:gd name="connsiteX0" fmla="*/ 486789 w 528166"/>
                  <a:gd name="connsiteY0" fmla="*/ 12750 h 44413"/>
                  <a:gd name="connsiteX1" fmla="*/ 484355 w 528166"/>
                  <a:gd name="connsiteY1" fmla="*/ 12750 h 44413"/>
                  <a:gd name="connsiteX2" fmla="*/ 486789 w 528166"/>
                  <a:gd name="connsiteY2" fmla="*/ 12750 h 44413"/>
                  <a:gd name="connsiteX3" fmla="*/ 338318 w 528166"/>
                  <a:gd name="connsiteY3" fmla="*/ 572 h 44413"/>
                  <a:gd name="connsiteX4" fmla="*/ 382941 w 528166"/>
                  <a:gd name="connsiteY4" fmla="*/ 572 h 44413"/>
                  <a:gd name="connsiteX5" fmla="*/ 382941 w 528166"/>
                  <a:gd name="connsiteY5" fmla="*/ 1384 h 44413"/>
                  <a:gd name="connsiteX6" fmla="*/ 385375 w 528166"/>
                  <a:gd name="connsiteY6" fmla="*/ 572 h 44413"/>
                  <a:gd name="connsiteX7" fmla="*/ 387809 w 528166"/>
                  <a:gd name="connsiteY7" fmla="*/ 1384 h 44413"/>
                  <a:gd name="connsiteX8" fmla="*/ 387809 w 528166"/>
                  <a:gd name="connsiteY8" fmla="*/ 572 h 44413"/>
                  <a:gd name="connsiteX9" fmla="*/ 391054 w 528166"/>
                  <a:gd name="connsiteY9" fmla="*/ 1384 h 44413"/>
                  <a:gd name="connsiteX10" fmla="*/ 391865 w 528166"/>
                  <a:gd name="connsiteY10" fmla="*/ 572 h 44413"/>
                  <a:gd name="connsiteX11" fmla="*/ 413771 w 528166"/>
                  <a:gd name="connsiteY11" fmla="*/ 3007 h 44413"/>
                  <a:gd name="connsiteX12" fmla="*/ 455959 w 528166"/>
                  <a:gd name="connsiteY12" fmla="*/ 5443 h 44413"/>
                  <a:gd name="connsiteX13" fmla="*/ 464072 w 528166"/>
                  <a:gd name="connsiteY13" fmla="*/ 6255 h 44413"/>
                  <a:gd name="connsiteX14" fmla="*/ 472997 w 528166"/>
                  <a:gd name="connsiteY14" fmla="*/ 7067 h 44413"/>
                  <a:gd name="connsiteX15" fmla="*/ 481110 w 528166"/>
                  <a:gd name="connsiteY15" fmla="*/ 8690 h 44413"/>
                  <a:gd name="connsiteX16" fmla="*/ 485978 w 528166"/>
                  <a:gd name="connsiteY16" fmla="*/ 9502 h 44413"/>
                  <a:gd name="connsiteX17" fmla="*/ 503827 w 528166"/>
                  <a:gd name="connsiteY17" fmla="*/ 10314 h 44413"/>
                  <a:gd name="connsiteX18" fmla="*/ 504638 w 528166"/>
                  <a:gd name="connsiteY18" fmla="*/ 11126 h 44413"/>
                  <a:gd name="connsiteX19" fmla="*/ 509506 w 528166"/>
                  <a:gd name="connsiteY19" fmla="*/ 10314 h 44413"/>
                  <a:gd name="connsiteX20" fmla="*/ 513562 w 528166"/>
                  <a:gd name="connsiteY20" fmla="*/ 11938 h 44413"/>
                  <a:gd name="connsiteX21" fmla="*/ 521676 w 528166"/>
                  <a:gd name="connsiteY21" fmla="*/ 12750 h 44413"/>
                  <a:gd name="connsiteX22" fmla="*/ 528166 w 528166"/>
                  <a:gd name="connsiteY22" fmla="*/ 14374 h 44413"/>
                  <a:gd name="connsiteX23" fmla="*/ 515185 w 528166"/>
                  <a:gd name="connsiteY23" fmla="*/ 13562 h 44413"/>
                  <a:gd name="connsiteX24" fmla="*/ 511129 w 528166"/>
                  <a:gd name="connsiteY24" fmla="*/ 12750 h 44413"/>
                  <a:gd name="connsiteX25" fmla="*/ 503015 w 528166"/>
                  <a:gd name="connsiteY25" fmla="*/ 14374 h 44413"/>
                  <a:gd name="connsiteX26" fmla="*/ 502204 w 528166"/>
                  <a:gd name="connsiteY26" fmla="*/ 12750 h 44413"/>
                  <a:gd name="connsiteX27" fmla="*/ 487600 w 528166"/>
                  <a:gd name="connsiteY27" fmla="*/ 11938 h 44413"/>
                  <a:gd name="connsiteX28" fmla="*/ 498959 w 528166"/>
                  <a:gd name="connsiteY28" fmla="*/ 15186 h 44413"/>
                  <a:gd name="connsiteX29" fmla="*/ 499770 w 528166"/>
                  <a:gd name="connsiteY29" fmla="*/ 16809 h 44413"/>
                  <a:gd name="connsiteX30" fmla="*/ 501393 w 528166"/>
                  <a:gd name="connsiteY30" fmla="*/ 15186 h 44413"/>
                  <a:gd name="connsiteX31" fmla="*/ 524921 w 528166"/>
                  <a:gd name="connsiteY31" fmla="*/ 19245 h 44413"/>
                  <a:gd name="connsiteX32" fmla="*/ 507883 w 528166"/>
                  <a:gd name="connsiteY32" fmla="*/ 17621 h 44413"/>
                  <a:gd name="connsiteX33" fmla="*/ 480298 w 528166"/>
                  <a:gd name="connsiteY33" fmla="*/ 15997 h 44413"/>
                  <a:gd name="connsiteX34" fmla="*/ 479487 w 528166"/>
                  <a:gd name="connsiteY34" fmla="*/ 15186 h 44413"/>
                  <a:gd name="connsiteX35" fmla="*/ 472997 w 528166"/>
                  <a:gd name="connsiteY35" fmla="*/ 15186 h 44413"/>
                  <a:gd name="connsiteX36" fmla="*/ 344809 w 528166"/>
                  <a:gd name="connsiteY36" fmla="*/ 11938 h 44413"/>
                  <a:gd name="connsiteX37" fmla="*/ 216621 w 528166"/>
                  <a:gd name="connsiteY37" fmla="*/ 15997 h 44413"/>
                  <a:gd name="connsiteX38" fmla="*/ 25151 w 528166"/>
                  <a:gd name="connsiteY38" fmla="*/ 41978 h 44413"/>
                  <a:gd name="connsiteX39" fmla="*/ 8924 w 528166"/>
                  <a:gd name="connsiteY39" fmla="*/ 44413 h 44413"/>
                  <a:gd name="connsiteX40" fmla="*/ 7302 w 528166"/>
                  <a:gd name="connsiteY40" fmla="*/ 41166 h 44413"/>
                  <a:gd name="connsiteX41" fmla="*/ 1622 w 528166"/>
                  <a:gd name="connsiteY41" fmla="*/ 41166 h 44413"/>
                  <a:gd name="connsiteX42" fmla="*/ 0 w 528166"/>
                  <a:gd name="connsiteY42" fmla="*/ 37918 h 44413"/>
                  <a:gd name="connsiteX43" fmla="*/ 6490 w 528166"/>
                  <a:gd name="connsiteY43" fmla="*/ 34671 h 44413"/>
                  <a:gd name="connsiteX44" fmla="*/ 6490 w 528166"/>
                  <a:gd name="connsiteY44" fmla="*/ 33047 h 44413"/>
                  <a:gd name="connsiteX45" fmla="*/ 55981 w 528166"/>
                  <a:gd name="connsiteY45" fmla="*/ 20869 h 44413"/>
                  <a:gd name="connsiteX46" fmla="*/ 142791 w 528166"/>
                  <a:gd name="connsiteY46" fmla="*/ 9502 h 44413"/>
                  <a:gd name="connsiteX47" fmla="*/ 163074 w 528166"/>
                  <a:gd name="connsiteY47" fmla="*/ 8690 h 44413"/>
                  <a:gd name="connsiteX48" fmla="*/ 195527 w 528166"/>
                  <a:gd name="connsiteY48" fmla="*/ 7067 h 44413"/>
                  <a:gd name="connsiteX49" fmla="*/ 219055 w 528166"/>
                  <a:gd name="connsiteY49" fmla="*/ 5443 h 44413"/>
                  <a:gd name="connsiteX50" fmla="*/ 342375 w 528166"/>
                  <a:gd name="connsiteY50" fmla="*/ 572 h 44413"/>
                  <a:gd name="connsiteX51" fmla="*/ 338318 w 528166"/>
                  <a:gd name="connsiteY51" fmla="*/ 572 h 4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28166" h="44413">
                    <a:moveTo>
                      <a:pt x="486789" y="12750"/>
                    </a:moveTo>
                    <a:cubicBezTo>
                      <a:pt x="485978" y="12750"/>
                      <a:pt x="485166" y="12750"/>
                      <a:pt x="484355" y="12750"/>
                    </a:cubicBezTo>
                    <a:cubicBezTo>
                      <a:pt x="483544" y="14374"/>
                      <a:pt x="486789" y="14374"/>
                      <a:pt x="486789" y="12750"/>
                    </a:cubicBezTo>
                    <a:moveTo>
                      <a:pt x="338318" y="572"/>
                    </a:moveTo>
                    <a:cubicBezTo>
                      <a:pt x="352111" y="-240"/>
                      <a:pt x="368337" y="1384"/>
                      <a:pt x="382941" y="572"/>
                    </a:cubicBezTo>
                    <a:cubicBezTo>
                      <a:pt x="382941" y="572"/>
                      <a:pt x="382941" y="1384"/>
                      <a:pt x="382941" y="1384"/>
                    </a:cubicBezTo>
                    <a:cubicBezTo>
                      <a:pt x="383752" y="1384"/>
                      <a:pt x="383752" y="572"/>
                      <a:pt x="385375" y="572"/>
                    </a:cubicBezTo>
                    <a:cubicBezTo>
                      <a:pt x="386997" y="572"/>
                      <a:pt x="385375" y="2196"/>
                      <a:pt x="387809" y="1384"/>
                    </a:cubicBezTo>
                    <a:cubicBezTo>
                      <a:pt x="388620" y="1384"/>
                      <a:pt x="387809" y="572"/>
                      <a:pt x="387809" y="572"/>
                    </a:cubicBezTo>
                    <a:cubicBezTo>
                      <a:pt x="388620" y="572"/>
                      <a:pt x="390242" y="572"/>
                      <a:pt x="391054" y="1384"/>
                    </a:cubicBezTo>
                    <a:cubicBezTo>
                      <a:pt x="392677" y="1384"/>
                      <a:pt x="390242" y="-240"/>
                      <a:pt x="391865" y="572"/>
                    </a:cubicBezTo>
                    <a:cubicBezTo>
                      <a:pt x="398356" y="2196"/>
                      <a:pt x="406469" y="-240"/>
                      <a:pt x="413771" y="3007"/>
                    </a:cubicBezTo>
                    <a:cubicBezTo>
                      <a:pt x="426752" y="3007"/>
                      <a:pt x="441355" y="3819"/>
                      <a:pt x="455959" y="5443"/>
                    </a:cubicBezTo>
                    <a:cubicBezTo>
                      <a:pt x="459204" y="5443"/>
                      <a:pt x="461638" y="6255"/>
                      <a:pt x="464072" y="6255"/>
                    </a:cubicBezTo>
                    <a:cubicBezTo>
                      <a:pt x="466506" y="6255"/>
                      <a:pt x="470563" y="7067"/>
                      <a:pt x="472997" y="7067"/>
                    </a:cubicBezTo>
                    <a:cubicBezTo>
                      <a:pt x="475431" y="7067"/>
                      <a:pt x="478676" y="8690"/>
                      <a:pt x="481110" y="8690"/>
                    </a:cubicBezTo>
                    <a:cubicBezTo>
                      <a:pt x="479487" y="8690"/>
                      <a:pt x="486789" y="7879"/>
                      <a:pt x="485978" y="9502"/>
                    </a:cubicBezTo>
                    <a:cubicBezTo>
                      <a:pt x="491657" y="8690"/>
                      <a:pt x="498148" y="10314"/>
                      <a:pt x="503827" y="10314"/>
                    </a:cubicBezTo>
                    <a:cubicBezTo>
                      <a:pt x="504638" y="10314"/>
                      <a:pt x="504638" y="11126"/>
                      <a:pt x="504638" y="11126"/>
                    </a:cubicBezTo>
                    <a:cubicBezTo>
                      <a:pt x="506261" y="9502"/>
                      <a:pt x="508695" y="11126"/>
                      <a:pt x="509506" y="10314"/>
                    </a:cubicBezTo>
                    <a:cubicBezTo>
                      <a:pt x="510317" y="12750"/>
                      <a:pt x="512751" y="9502"/>
                      <a:pt x="513562" y="11938"/>
                    </a:cubicBezTo>
                    <a:cubicBezTo>
                      <a:pt x="515996" y="10314"/>
                      <a:pt x="519242" y="12750"/>
                      <a:pt x="521676" y="12750"/>
                    </a:cubicBezTo>
                    <a:cubicBezTo>
                      <a:pt x="524109" y="12750"/>
                      <a:pt x="527355" y="11938"/>
                      <a:pt x="528166" y="14374"/>
                    </a:cubicBezTo>
                    <a:cubicBezTo>
                      <a:pt x="525732" y="14374"/>
                      <a:pt x="522487" y="15186"/>
                      <a:pt x="515185" y="13562"/>
                    </a:cubicBezTo>
                    <a:cubicBezTo>
                      <a:pt x="515996" y="14374"/>
                      <a:pt x="511940" y="14374"/>
                      <a:pt x="511129" y="12750"/>
                    </a:cubicBezTo>
                    <a:cubicBezTo>
                      <a:pt x="509506" y="15186"/>
                      <a:pt x="503827" y="11938"/>
                      <a:pt x="503015" y="14374"/>
                    </a:cubicBezTo>
                    <a:cubicBezTo>
                      <a:pt x="501393" y="14374"/>
                      <a:pt x="503015" y="13562"/>
                      <a:pt x="502204" y="12750"/>
                    </a:cubicBezTo>
                    <a:cubicBezTo>
                      <a:pt x="496525" y="13562"/>
                      <a:pt x="493280" y="11938"/>
                      <a:pt x="487600" y="11938"/>
                    </a:cubicBezTo>
                    <a:cubicBezTo>
                      <a:pt x="490846" y="14374"/>
                      <a:pt x="494091" y="15186"/>
                      <a:pt x="498959" y="15186"/>
                    </a:cubicBezTo>
                    <a:cubicBezTo>
                      <a:pt x="500581" y="15186"/>
                      <a:pt x="498959" y="15997"/>
                      <a:pt x="499770" y="16809"/>
                    </a:cubicBezTo>
                    <a:cubicBezTo>
                      <a:pt x="501393" y="16809"/>
                      <a:pt x="500581" y="15997"/>
                      <a:pt x="501393" y="15186"/>
                    </a:cubicBezTo>
                    <a:cubicBezTo>
                      <a:pt x="507072" y="17621"/>
                      <a:pt x="518430" y="16809"/>
                      <a:pt x="524921" y="19245"/>
                    </a:cubicBezTo>
                    <a:cubicBezTo>
                      <a:pt x="520053" y="19245"/>
                      <a:pt x="512751" y="20057"/>
                      <a:pt x="507883" y="17621"/>
                    </a:cubicBezTo>
                    <a:cubicBezTo>
                      <a:pt x="500581" y="17621"/>
                      <a:pt x="489223" y="17621"/>
                      <a:pt x="480298" y="15997"/>
                    </a:cubicBezTo>
                    <a:cubicBezTo>
                      <a:pt x="479487" y="15997"/>
                      <a:pt x="478676" y="15997"/>
                      <a:pt x="479487" y="15186"/>
                    </a:cubicBezTo>
                    <a:cubicBezTo>
                      <a:pt x="477865" y="15997"/>
                      <a:pt x="475431" y="15186"/>
                      <a:pt x="472997" y="15186"/>
                    </a:cubicBezTo>
                    <a:cubicBezTo>
                      <a:pt x="431620" y="11938"/>
                      <a:pt x="383752" y="11938"/>
                      <a:pt x="344809" y="11938"/>
                    </a:cubicBezTo>
                    <a:cubicBezTo>
                      <a:pt x="300998" y="11938"/>
                      <a:pt x="260432" y="13562"/>
                      <a:pt x="216621" y="15997"/>
                    </a:cubicBezTo>
                    <a:cubicBezTo>
                      <a:pt x="149282" y="20869"/>
                      <a:pt x="85999" y="32235"/>
                      <a:pt x="25151" y="41978"/>
                    </a:cubicBezTo>
                    <a:cubicBezTo>
                      <a:pt x="19472" y="42790"/>
                      <a:pt x="14604" y="44413"/>
                      <a:pt x="8924" y="44413"/>
                    </a:cubicBezTo>
                    <a:cubicBezTo>
                      <a:pt x="7302" y="44413"/>
                      <a:pt x="6490" y="42790"/>
                      <a:pt x="7302" y="41166"/>
                    </a:cubicBezTo>
                    <a:cubicBezTo>
                      <a:pt x="4868" y="41166"/>
                      <a:pt x="4057" y="41978"/>
                      <a:pt x="1622" y="41166"/>
                    </a:cubicBezTo>
                    <a:cubicBezTo>
                      <a:pt x="811" y="40354"/>
                      <a:pt x="811" y="38730"/>
                      <a:pt x="0" y="37918"/>
                    </a:cubicBezTo>
                    <a:cubicBezTo>
                      <a:pt x="1622" y="36294"/>
                      <a:pt x="4057" y="34671"/>
                      <a:pt x="6490" y="34671"/>
                    </a:cubicBezTo>
                    <a:cubicBezTo>
                      <a:pt x="7302" y="33859"/>
                      <a:pt x="6490" y="33859"/>
                      <a:pt x="6490" y="33047"/>
                    </a:cubicBezTo>
                    <a:cubicBezTo>
                      <a:pt x="21094" y="27364"/>
                      <a:pt x="38132" y="22493"/>
                      <a:pt x="55981" y="20869"/>
                    </a:cubicBezTo>
                    <a:cubicBezTo>
                      <a:pt x="85188" y="18433"/>
                      <a:pt x="114395" y="12750"/>
                      <a:pt x="142791" y="9502"/>
                    </a:cubicBezTo>
                    <a:cubicBezTo>
                      <a:pt x="149282" y="8690"/>
                      <a:pt x="155772" y="8690"/>
                      <a:pt x="163074" y="8690"/>
                    </a:cubicBezTo>
                    <a:cubicBezTo>
                      <a:pt x="171999" y="7879"/>
                      <a:pt x="184168" y="6255"/>
                      <a:pt x="195527" y="7067"/>
                    </a:cubicBezTo>
                    <a:cubicBezTo>
                      <a:pt x="202829" y="7067"/>
                      <a:pt x="210131" y="5443"/>
                      <a:pt x="219055" y="5443"/>
                    </a:cubicBezTo>
                    <a:cubicBezTo>
                      <a:pt x="257998" y="3007"/>
                      <a:pt x="303432" y="572"/>
                      <a:pt x="342375" y="572"/>
                    </a:cubicBezTo>
                    <a:cubicBezTo>
                      <a:pt x="341564" y="-1052"/>
                      <a:pt x="339941" y="1384"/>
                      <a:pt x="338318" y="57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05" name="Freeform 704">
                <a:extLst>
                  <a:ext uri="{FF2B5EF4-FFF2-40B4-BE49-F238E27FC236}">
                    <a16:creationId xmlns:a16="http://schemas.microsoft.com/office/drawing/2014/main" id="{FB0E174E-2DDE-7938-DB23-133529782F1A}"/>
                  </a:ext>
                </a:extLst>
              </p:cNvPr>
              <p:cNvSpPr/>
              <p:nvPr/>
            </p:nvSpPr>
            <p:spPr>
              <a:xfrm>
                <a:off x="6576541" y="-800093"/>
                <a:ext cx="4678" cy="721"/>
              </a:xfrm>
              <a:custGeom>
                <a:avLst/>
                <a:gdLst>
                  <a:gd name="connsiteX0" fmla="*/ 0 w 4678"/>
                  <a:gd name="connsiteY0" fmla="*/ 722 h 721"/>
                  <a:gd name="connsiteX1" fmla="*/ 3245 w 4678"/>
                  <a:gd name="connsiteY1" fmla="*/ 722 h 721"/>
                  <a:gd name="connsiteX2" fmla="*/ 0 w 4678"/>
                  <a:gd name="connsiteY2" fmla="*/ 722 h 721"/>
                </a:gdLst>
                <a:ahLst/>
                <a:cxnLst>
                  <a:cxn ang="0">
                    <a:pos x="connsiteX0" y="connsiteY0"/>
                  </a:cxn>
                  <a:cxn ang="0">
                    <a:pos x="connsiteX1" y="connsiteY1"/>
                  </a:cxn>
                  <a:cxn ang="0">
                    <a:pos x="connsiteX2" y="connsiteY2"/>
                  </a:cxn>
                </a:cxnLst>
                <a:rect l="l" t="t" r="r" b="b"/>
                <a:pathLst>
                  <a:path w="4678" h="721">
                    <a:moveTo>
                      <a:pt x="0" y="722"/>
                    </a:moveTo>
                    <a:cubicBezTo>
                      <a:pt x="1623" y="-902"/>
                      <a:pt x="7302" y="722"/>
                      <a:pt x="3245" y="722"/>
                    </a:cubicBezTo>
                    <a:cubicBezTo>
                      <a:pt x="2434" y="722"/>
                      <a:pt x="2434" y="722"/>
                      <a:pt x="0" y="72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706" name="Freeform 705">
              <a:extLst>
                <a:ext uri="{FF2B5EF4-FFF2-40B4-BE49-F238E27FC236}">
                  <a16:creationId xmlns:a16="http://schemas.microsoft.com/office/drawing/2014/main" id="{6C85E236-B933-21D7-926E-855DEFAB37DF}"/>
                </a:ext>
              </a:extLst>
            </p:cNvPr>
            <p:cNvSpPr/>
            <p:nvPr/>
          </p:nvSpPr>
          <p:spPr>
            <a:xfrm>
              <a:off x="5992394" y="-973925"/>
              <a:ext cx="198772" cy="181049"/>
            </a:xfrm>
            <a:custGeom>
              <a:avLst/>
              <a:gdLst>
                <a:gd name="connsiteX0" fmla="*/ 98169 w 198772"/>
                <a:gd name="connsiteY0" fmla="*/ 16238 h 181049"/>
                <a:gd name="connsiteX1" fmla="*/ 100603 w 198772"/>
                <a:gd name="connsiteY1" fmla="*/ 13802 h 181049"/>
                <a:gd name="connsiteX2" fmla="*/ 97358 w 198772"/>
                <a:gd name="connsiteY2" fmla="*/ 14614 h 181049"/>
                <a:gd name="connsiteX3" fmla="*/ 96546 w 198772"/>
                <a:gd name="connsiteY3" fmla="*/ 15426 h 181049"/>
                <a:gd name="connsiteX4" fmla="*/ 95735 w 198772"/>
                <a:gd name="connsiteY4" fmla="*/ 16238 h 181049"/>
                <a:gd name="connsiteX5" fmla="*/ 95735 w 198772"/>
                <a:gd name="connsiteY5" fmla="*/ 16238 h 181049"/>
                <a:gd name="connsiteX6" fmla="*/ 96546 w 198772"/>
                <a:gd name="connsiteY6" fmla="*/ 16238 h 181049"/>
                <a:gd name="connsiteX7" fmla="*/ 94924 w 198772"/>
                <a:gd name="connsiteY7" fmla="*/ 17050 h 181049"/>
                <a:gd name="connsiteX8" fmla="*/ 94113 w 198772"/>
                <a:gd name="connsiteY8" fmla="*/ 16238 h 181049"/>
                <a:gd name="connsiteX9" fmla="*/ 93301 w 198772"/>
                <a:gd name="connsiteY9" fmla="*/ 15426 h 181049"/>
                <a:gd name="connsiteX10" fmla="*/ 92490 w 198772"/>
                <a:gd name="connsiteY10" fmla="*/ 16238 h 181049"/>
                <a:gd name="connsiteX11" fmla="*/ 90867 w 198772"/>
                <a:gd name="connsiteY11" fmla="*/ 17050 h 181049"/>
                <a:gd name="connsiteX12" fmla="*/ 85188 w 198772"/>
                <a:gd name="connsiteY12" fmla="*/ 17861 h 181049"/>
                <a:gd name="connsiteX13" fmla="*/ 77075 w 198772"/>
                <a:gd name="connsiteY13" fmla="*/ 19485 h 181049"/>
                <a:gd name="connsiteX14" fmla="*/ 71396 w 198772"/>
                <a:gd name="connsiteY14" fmla="*/ 20297 h 181049"/>
                <a:gd name="connsiteX15" fmla="*/ 67339 w 198772"/>
                <a:gd name="connsiteY15" fmla="*/ 21109 h 181049"/>
                <a:gd name="connsiteX16" fmla="*/ 64094 w 198772"/>
                <a:gd name="connsiteY16" fmla="*/ 21921 h 181049"/>
                <a:gd name="connsiteX17" fmla="*/ 43811 w 198772"/>
                <a:gd name="connsiteY17" fmla="*/ 25168 h 181049"/>
                <a:gd name="connsiteX18" fmla="*/ 36509 w 198772"/>
                <a:gd name="connsiteY18" fmla="*/ 26792 h 181049"/>
                <a:gd name="connsiteX19" fmla="*/ 30830 w 198772"/>
                <a:gd name="connsiteY19" fmla="*/ 27604 h 181049"/>
                <a:gd name="connsiteX20" fmla="*/ 17038 w 198772"/>
                <a:gd name="connsiteY20" fmla="*/ 29228 h 181049"/>
                <a:gd name="connsiteX21" fmla="*/ 8113 w 198772"/>
                <a:gd name="connsiteY21" fmla="*/ 28416 h 181049"/>
                <a:gd name="connsiteX22" fmla="*/ 1623 w 198772"/>
                <a:gd name="connsiteY22" fmla="*/ 22733 h 181049"/>
                <a:gd name="connsiteX23" fmla="*/ 0 w 198772"/>
                <a:gd name="connsiteY23" fmla="*/ 9743 h 181049"/>
                <a:gd name="connsiteX24" fmla="*/ 5679 w 198772"/>
                <a:gd name="connsiteY24" fmla="*/ 8931 h 181049"/>
                <a:gd name="connsiteX25" fmla="*/ 8113 w 198772"/>
                <a:gd name="connsiteY25" fmla="*/ 10554 h 181049"/>
                <a:gd name="connsiteX26" fmla="*/ 8113 w 198772"/>
                <a:gd name="connsiteY26" fmla="*/ 12178 h 181049"/>
                <a:gd name="connsiteX27" fmla="*/ 12170 w 198772"/>
                <a:gd name="connsiteY27" fmla="*/ 12178 h 181049"/>
                <a:gd name="connsiteX28" fmla="*/ 19472 w 198772"/>
                <a:gd name="connsiteY28" fmla="*/ 12178 h 181049"/>
                <a:gd name="connsiteX29" fmla="*/ 29207 w 198772"/>
                <a:gd name="connsiteY29" fmla="*/ 11366 h 181049"/>
                <a:gd name="connsiteX30" fmla="*/ 46245 w 198772"/>
                <a:gd name="connsiteY30" fmla="*/ 9743 h 181049"/>
                <a:gd name="connsiteX31" fmla="*/ 48679 w 198772"/>
                <a:gd name="connsiteY31" fmla="*/ 8931 h 181049"/>
                <a:gd name="connsiteX32" fmla="*/ 48679 w 198772"/>
                <a:gd name="connsiteY32" fmla="*/ 8931 h 181049"/>
                <a:gd name="connsiteX33" fmla="*/ 51924 w 198772"/>
                <a:gd name="connsiteY33" fmla="*/ 8931 h 181049"/>
                <a:gd name="connsiteX34" fmla="*/ 63283 w 198772"/>
                <a:gd name="connsiteY34" fmla="*/ 7307 h 181049"/>
                <a:gd name="connsiteX35" fmla="*/ 67339 w 198772"/>
                <a:gd name="connsiteY35" fmla="*/ 6495 h 181049"/>
                <a:gd name="connsiteX36" fmla="*/ 69773 w 198772"/>
                <a:gd name="connsiteY36" fmla="*/ 6495 h 181049"/>
                <a:gd name="connsiteX37" fmla="*/ 71396 w 198772"/>
                <a:gd name="connsiteY37" fmla="*/ 6495 h 181049"/>
                <a:gd name="connsiteX38" fmla="*/ 79509 w 198772"/>
                <a:gd name="connsiteY38" fmla="*/ 5683 h 181049"/>
                <a:gd name="connsiteX39" fmla="*/ 80320 w 198772"/>
                <a:gd name="connsiteY39" fmla="*/ 4871 h 181049"/>
                <a:gd name="connsiteX40" fmla="*/ 81943 w 198772"/>
                <a:gd name="connsiteY40" fmla="*/ 3248 h 181049"/>
                <a:gd name="connsiteX41" fmla="*/ 82754 w 198772"/>
                <a:gd name="connsiteY41" fmla="*/ 4059 h 181049"/>
                <a:gd name="connsiteX42" fmla="*/ 84377 w 198772"/>
                <a:gd name="connsiteY42" fmla="*/ 4871 h 181049"/>
                <a:gd name="connsiteX43" fmla="*/ 87622 w 198772"/>
                <a:gd name="connsiteY43" fmla="*/ 4059 h 181049"/>
                <a:gd name="connsiteX44" fmla="*/ 90867 w 198772"/>
                <a:gd name="connsiteY44" fmla="*/ 4059 h 181049"/>
                <a:gd name="connsiteX45" fmla="*/ 94924 w 198772"/>
                <a:gd name="connsiteY45" fmla="*/ 3248 h 181049"/>
                <a:gd name="connsiteX46" fmla="*/ 108716 w 198772"/>
                <a:gd name="connsiteY46" fmla="*/ 1624 h 181049"/>
                <a:gd name="connsiteX47" fmla="*/ 113584 w 198772"/>
                <a:gd name="connsiteY47" fmla="*/ 1624 h 181049"/>
                <a:gd name="connsiteX48" fmla="*/ 121697 w 198772"/>
                <a:gd name="connsiteY48" fmla="*/ 812 h 181049"/>
                <a:gd name="connsiteX49" fmla="*/ 124131 w 198772"/>
                <a:gd name="connsiteY49" fmla="*/ 0 h 181049"/>
                <a:gd name="connsiteX50" fmla="*/ 124943 w 198772"/>
                <a:gd name="connsiteY50" fmla="*/ 0 h 181049"/>
                <a:gd name="connsiteX51" fmla="*/ 130622 w 198772"/>
                <a:gd name="connsiteY51" fmla="*/ 0 h 181049"/>
                <a:gd name="connsiteX52" fmla="*/ 144414 w 198772"/>
                <a:gd name="connsiteY52" fmla="*/ 0 h 181049"/>
                <a:gd name="connsiteX53" fmla="*/ 147659 w 198772"/>
                <a:gd name="connsiteY53" fmla="*/ 0 h 181049"/>
                <a:gd name="connsiteX54" fmla="*/ 163886 w 198772"/>
                <a:gd name="connsiteY54" fmla="*/ 1624 h 181049"/>
                <a:gd name="connsiteX55" fmla="*/ 173621 w 198772"/>
                <a:gd name="connsiteY55" fmla="*/ 4059 h 181049"/>
                <a:gd name="connsiteX56" fmla="*/ 177678 w 198772"/>
                <a:gd name="connsiteY56" fmla="*/ 5683 h 181049"/>
                <a:gd name="connsiteX57" fmla="*/ 189037 w 198772"/>
                <a:gd name="connsiteY57" fmla="*/ 12178 h 181049"/>
                <a:gd name="connsiteX58" fmla="*/ 197150 w 198772"/>
                <a:gd name="connsiteY58" fmla="*/ 24356 h 181049"/>
                <a:gd name="connsiteX59" fmla="*/ 197150 w 198772"/>
                <a:gd name="connsiteY59" fmla="*/ 26792 h 181049"/>
                <a:gd name="connsiteX60" fmla="*/ 198772 w 198772"/>
                <a:gd name="connsiteY60" fmla="*/ 32475 h 181049"/>
                <a:gd name="connsiteX61" fmla="*/ 197961 w 198772"/>
                <a:gd name="connsiteY61" fmla="*/ 34099 h 181049"/>
                <a:gd name="connsiteX62" fmla="*/ 197150 w 198772"/>
                <a:gd name="connsiteY62" fmla="*/ 35723 h 181049"/>
                <a:gd name="connsiteX63" fmla="*/ 196338 w 198772"/>
                <a:gd name="connsiteY63" fmla="*/ 36535 h 181049"/>
                <a:gd name="connsiteX64" fmla="*/ 194716 w 198772"/>
                <a:gd name="connsiteY64" fmla="*/ 37347 h 181049"/>
                <a:gd name="connsiteX65" fmla="*/ 193093 w 198772"/>
                <a:gd name="connsiteY65" fmla="*/ 37347 h 181049"/>
                <a:gd name="connsiteX66" fmla="*/ 192282 w 198772"/>
                <a:gd name="connsiteY66" fmla="*/ 38158 h 181049"/>
                <a:gd name="connsiteX67" fmla="*/ 191470 w 198772"/>
                <a:gd name="connsiteY67" fmla="*/ 38158 h 181049"/>
                <a:gd name="connsiteX68" fmla="*/ 190659 w 198772"/>
                <a:gd name="connsiteY68" fmla="*/ 37347 h 181049"/>
                <a:gd name="connsiteX69" fmla="*/ 187414 w 198772"/>
                <a:gd name="connsiteY69" fmla="*/ 38970 h 181049"/>
                <a:gd name="connsiteX70" fmla="*/ 183357 w 198772"/>
                <a:gd name="connsiteY70" fmla="*/ 40594 h 181049"/>
                <a:gd name="connsiteX71" fmla="*/ 182546 w 198772"/>
                <a:gd name="connsiteY71" fmla="*/ 40594 h 181049"/>
                <a:gd name="connsiteX72" fmla="*/ 181735 w 198772"/>
                <a:gd name="connsiteY72" fmla="*/ 41406 h 181049"/>
                <a:gd name="connsiteX73" fmla="*/ 184169 w 198772"/>
                <a:gd name="connsiteY73" fmla="*/ 37347 h 181049"/>
                <a:gd name="connsiteX74" fmla="*/ 190659 w 198772"/>
                <a:gd name="connsiteY74" fmla="*/ 25980 h 181049"/>
                <a:gd name="connsiteX75" fmla="*/ 189037 w 198772"/>
                <a:gd name="connsiteY75" fmla="*/ 23545 h 181049"/>
                <a:gd name="connsiteX76" fmla="*/ 187414 w 198772"/>
                <a:gd name="connsiteY76" fmla="*/ 21921 h 181049"/>
                <a:gd name="connsiteX77" fmla="*/ 185791 w 198772"/>
                <a:gd name="connsiteY77" fmla="*/ 21109 h 181049"/>
                <a:gd name="connsiteX78" fmla="*/ 183357 w 198772"/>
                <a:gd name="connsiteY78" fmla="*/ 20297 h 181049"/>
                <a:gd name="connsiteX79" fmla="*/ 167942 w 198772"/>
                <a:gd name="connsiteY79" fmla="*/ 15426 h 181049"/>
                <a:gd name="connsiteX80" fmla="*/ 164697 w 198772"/>
                <a:gd name="connsiteY80" fmla="*/ 13802 h 181049"/>
                <a:gd name="connsiteX81" fmla="*/ 166320 w 198772"/>
                <a:gd name="connsiteY81" fmla="*/ 13802 h 181049"/>
                <a:gd name="connsiteX82" fmla="*/ 168754 w 198772"/>
                <a:gd name="connsiteY82" fmla="*/ 13802 h 181049"/>
                <a:gd name="connsiteX83" fmla="*/ 167942 w 198772"/>
                <a:gd name="connsiteY83" fmla="*/ 12990 h 181049"/>
                <a:gd name="connsiteX84" fmla="*/ 163074 w 198772"/>
                <a:gd name="connsiteY84" fmla="*/ 12178 h 181049"/>
                <a:gd name="connsiteX85" fmla="*/ 162263 w 198772"/>
                <a:gd name="connsiteY85" fmla="*/ 11366 h 181049"/>
                <a:gd name="connsiteX86" fmla="*/ 161452 w 198772"/>
                <a:gd name="connsiteY86" fmla="*/ 10554 h 181049"/>
                <a:gd name="connsiteX87" fmla="*/ 159829 w 198772"/>
                <a:gd name="connsiteY87" fmla="*/ 10554 h 181049"/>
                <a:gd name="connsiteX88" fmla="*/ 156584 w 198772"/>
                <a:gd name="connsiteY88" fmla="*/ 10554 h 181049"/>
                <a:gd name="connsiteX89" fmla="*/ 154150 w 198772"/>
                <a:gd name="connsiteY89" fmla="*/ 9743 h 181049"/>
                <a:gd name="connsiteX90" fmla="*/ 154150 w 198772"/>
                <a:gd name="connsiteY90" fmla="*/ 8931 h 181049"/>
                <a:gd name="connsiteX91" fmla="*/ 152527 w 198772"/>
                <a:gd name="connsiteY91" fmla="*/ 9743 h 181049"/>
                <a:gd name="connsiteX92" fmla="*/ 147659 w 198772"/>
                <a:gd name="connsiteY92" fmla="*/ 10554 h 181049"/>
                <a:gd name="connsiteX93" fmla="*/ 144414 w 198772"/>
                <a:gd name="connsiteY93" fmla="*/ 9743 h 181049"/>
                <a:gd name="connsiteX94" fmla="*/ 143603 w 198772"/>
                <a:gd name="connsiteY94" fmla="*/ 8931 h 181049"/>
                <a:gd name="connsiteX95" fmla="*/ 142792 w 198772"/>
                <a:gd name="connsiteY95" fmla="*/ 9743 h 181049"/>
                <a:gd name="connsiteX96" fmla="*/ 141980 w 198772"/>
                <a:gd name="connsiteY96" fmla="*/ 10554 h 181049"/>
                <a:gd name="connsiteX97" fmla="*/ 138735 w 198772"/>
                <a:gd name="connsiteY97" fmla="*/ 9743 h 181049"/>
                <a:gd name="connsiteX98" fmla="*/ 137924 w 198772"/>
                <a:gd name="connsiteY98" fmla="*/ 8931 h 181049"/>
                <a:gd name="connsiteX99" fmla="*/ 137112 w 198772"/>
                <a:gd name="connsiteY99" fmla="*/ 9743 h 181049"/>
                <a:gd name="connsiteX100" fmla="*/ 135490 w 198772"/>
                <a:gd name="connsiteY100" fmla="*/ 10554 h 181049"/>
                <a:gd name="connsiteX101" fmla="*/ 133056 w 198772"/>
                <a:gd name="connsiteY101" fmla="*/ 9743 h 181049"/>
                <a:gd name="connsiteX102" fmla="*/ 131433 w 198772"/>
                <a:gd name="connsiteY102" fmla="*/ 8931 h 181049"/>
                <a:gd name="connsiteX103" fmla="*/ 130622 w 198772"/>
                <a:gd name="connsiteY103" fmla="*/ 8119 h 181049"/>
                <a:gd name="connsiteX104" fmla="*/ 132245 w 198772"/>
                <a:gd name="connsiteY104" fmla="*/ 8119 h 181049"/>
                <a:gd name="connsiteX105" fmla="*/ 133056 w 198772"/>
                <a:gd name="connsiteY105" fmla="*/ 6495 h 181049"/>
                <a:gd name="connsiteX106" fmla="*/ 134678 w 198772"/>
                <a:gd name="connsiteY106" fmla="*/ 6495 h 181049"/>
                <a:gd name="connsiteX107" fmla="*/ 137924 w 198772"/>
                <a:gd name="connsiteY107" fmla="*/ 7307 h 181049"/>
                <a:gd name="connsiteX108" fmla="*/ 139546 w 198772"/>
                <a:gd name="connsiteY108" fmla="*/ 6495 h 181049"/>
                <a:gd name="connsiteX109" fmla="*/ 140358 w 198772"/>
                <a:gd name="connsiteY109" fmla="*/ 4871 h 181049"/>
                <a:gd name="connsiteX110" fmla="*/ 141169 w 198772"/>
                <a:gd name="connsiteY110" fmla="*/ 4059 h 181049"/>
                <a:gd name="connsiteX111" fmla="*/ 141980 w 198772"/>
                <a:gd name="connsiteY111" fmla="*/ 4059 h 181049"/>
                <a:gd name="connsiteX112" fmla="*/ 144414 w 198772"/>
                <a:gd name="connsiteY112" fmla="*/ 4871 h 181049"/>
                <a:gd name="connsiteX113" fmla="*/ 145225 w 198772"/>
                <a:gd name="connsiteY113" fmla="*/ 5683 h 181049"/>
                <a:gd name="connsiteX114" fmla="*/ 146037 w 198772"/>
                <a:gd name="connsiteY114" fmla="*/ 6495 h 181049"/>
                <a:gd name="connsiteX115" fmla="*/ 146037 w 198772"/>
                <a:gd name="connsiteY115" fmla="*/ 5683 h 181049"/>
                <a:gd name="connsiteX116" fmla="*/ 146848 w 198772"/>
                <a:gd name="connsiteY116" fmla="*/ 4871 h 181049"/>
                <a:gd name="connsiteX117" fmla="*/ 147659 w 198772"/>
                <a:gd name="connsiteY117" fmla="*/ 4059 h 181049"/>
                <a:gd name="connsiteX118" fmla="*/ 147659 w 198772"/>
                <a:gd name="connsiteY118" fmla="*/ 4871 h 181049"/>
                <a:gd name="connsiteX119" fmla="*/ 148471 w 198772"/>
                <a:gd name="connsiteY119" fmla="*/ 6495 h 181049"/>
                <a:gd name="connsiteX120" fmla="*/ 149282 w 198772"/>
                <a:gd name="connsiteY120" fmla="*/ 5683 h 181049"/>
                <a:gd name="connsiteX121" fmla="*/ 148471 w 198772"/>
                <a:gd name="connsiteY121" fmla="*/ 5683 h 181049"/>
                <a:gd name="connsiteX122" fmla="*/ 148471 w 198772"/>
                <a:gd name="connsiteY122" fmla="*/ 5683 h 181049"/>
                <a:gd name="connsiteX123" fmla="*/ 150905 w 198772"/>
                <a:gd name="connsiteY123" fmla="*/ 4059 h 181049"/>
                <a:gd name="connsiteX124" fmla="*/ 150905 w 198772"/>
                <a:gd name="connsiteY124" fmla="*/ 4871 h 181049"/>
                <a:gd name="connsiteX125" fmla="*/ 151716 w 198772"/>
                <a:gd name="connsiteY125" fmla="*/ 5683 h 181049"/>
                <a:gd name="connsiteX126" fmla="*/ 153339 w 198772"/>
                <a:gd name="connsiteY126" fmla="*/ 6495 h 181049"/>
                <a:gd name="connsiteX127" fmla="*/ 154961 w 198772"/>
                <a:gd name="connsiteY127" fmla="*/ 7307 h 181049"/>
                <a:gd name="connsiteX128" fmla="*/ 154961 w 198772"/>
                <a:gd name="connsiteY128" fmla="*/ 6495 h 181049"/>
                <a:gd name="connsiteX129" fmla="*/ 154150 w 198772"/>
                <a:gd name="connsiteY129" fmla="*/ 6495 h 181049"/>
                <a:gd name="connsiteX130" fmla="*/ 153339 w 198772"/>
                <a:gd name="connsiteY130" fmla="*/ 6495 h 181049"/>
                <a:gd name="connsiteX131" fmla="*/ 154150 w 198772"/>
                <a:gd name="connsiteY131" fmla="*/ 4871 h 181049"/>
                <a:gd name="connsiteX132" fmla="*/ 164697 w 198772"/>
                <a:gd name="connsiteY132" fmla="*/ 6495 h 181049"/>
                <a:gd name="connsiteX133" fmla="*/ 167131 w 198772"/>
                <a:gd name="connsiteY133" fmla="*/ 6495 h 181049"/>
                <a:gd name="connsiteX134" fmla="*/ 167131 w 198772"/>
                <a:gd name="connsiteY134" fmla="*/ 7307 h 181049"/>
                <a:gd name="connsiteX135" fmla="*/ 167131 w 198772"/>
                <a:gd name="connsiteY135" fmla="*/ 8119 h 181049"/>
                <a:gd name="connsiteX136" fmla="*/ 167131 w 198772"/>
                <a:gd name="connsiteY136" fmla="*/ 8931 h 181049"/>
                <a:gd name="connsiteX137" fmla="*/ 167131 w 198772"/>
                <a:gd name="connsiteY137" fmla="*/ 9743 h 181049"/>
                <a:gd name="connsiteX138" fmla="*/ 168754 w 198772"/>
                <a:gd name="connsiteY138" fmla="*/ 8931 h 181049"/>
                <a:gd name="connsiteX139" fmla="*/ 170376 w 198772"/>
                <a:gd name="connsiteY139" fmla="*/ 8119 h 181049"/>
                <a:gd name="connsiteX140" fmla="*/ 171188 w 198772"/>
                <a:gd name="connsiteY140" fmla="*/ 8931 h 181049"/>
                <a:gd name="connsiteX141" fmla="*/ 174433 w 198772"/>
                <a:gd name="connsiteY141" fmla="*/ 8931 h 181049"/>
                <a:gd name="connsiteX142" fmla="*/ 164697 w 198772"/>
                <a:gd name="connsiteY142" fmla="*/ 4871 h 181049"/>
                <a:gd name="connsiteX143" fmla="*/ 158206 w 198772"/>
                <a:gd name="connsiteY143" fmla="*/ 3248 h 181049"/>
                <a:gd name="connsiteX144" fmla="*/ 151716 w 198772"/>
                <a:gd name="connsiteY144" fmla="*/ 3248 h 181049"/>
                <a:gd name="connsiteX145" fmla="*/ 139546 w 198772"/>
                <a:gd name="connsiteY145" fmla="*/ 2436 h 181049"/>
                <a:gd name="connsiteX146" fmla="*/ 132245 w 198772"/>
                <a:gd name="connsiteY146" fmla="*/ 3248 h 181049"/>
                <a:gd name="connsiteX147" fmla="*/ 131433 w 198772"/>
                <a:gd name="connsiteY147" fmla="*/ 3248 h 181049"/>
                <a:gd name="connsiteX148" fmla="*/ 128999 w 198772"/>
                <a:gd name="connsiteY148" fmla="*/ 2436 h 181049"/>
                <a:gd name="connsiteX149" fmla="*/ 125754 w 198772"/>
                <a:gd name="connsiteY149" fmla="*/ 2436 h 181049"/>
                <a:gd name="connsiteX150" fmla="*/ 123320 w 198772"/>
                <a:gd name="connsiteY150" fmla="*/ 2436 h 181049"/>
                <a:gd name="connsiteX151" fmla="*/ 120886 w 198772"/>
                <a:gd name="connsiteY151" fmla="*/ 2436 h 181049"/>
                <a:gd name="connsiteX152" fmla="*/ 117641 w 198772"/>
                <a:gd name="connsiteY152" fmla="*/ 2436 h 181049"/>
                <a:gd name="connsiteX153" fmla="*/ 115207 w 198772"/>
                <a:gd name="connsiteY153" fmla="*/ 2436 h 181049"/>
                <a:gd name="connsiteX154" fmla="*/ 112773 w 198772"/>
                <a:gd name="connsiteY154" fmla="*/ 2436 h 181049"/>
                <a:gd name="connsiteX155" fmla="*/ 109528 w 198772"/>
                <a:gd name="connsiteY155" fmla="*/ 2436 h 181049"/>
                <a:gd name="connsiteX156" fmla="*/ 107094 w 198772"/>
                <a:gd name="connsiteY156" fmla="*/ 2436 h 181049"/>
                <a:gd name="connsiteX157" fmla="*/ 105471 w 198772"/>
                <a:gd name="connsiteY157" fmla="*/ 2436 h 181049"/>
                <a:gd name="connsiteX158" fmla="*/ 103037 w 198772"/>
                <a:gd name="connsiteY158" fmla="*/ 2436 h 181049"/>
                <a:gd name="connsiteX159" fmla="*/ 101414 w 198772"/>
                <a:gd name="connsiteY159" fmla="*/ 2436 h 181049"/>
                <a:gd name="connsiteX160" fmla="*/ 99792 w 198772"/>
                <a:gd name="connsiteY160" fmla="*/ 2436 h 181049"/>
                <a:gd name="connsiteX161" fmla="*/ 97358 w 198772"/>
                <a:gd name="connsiteY161" fmla="*/ 3248 h 181049"/>
                <a:gd name="connsiteX162" fmla="*/ 95735 w 198772"/>
                <a:gd name="connsiteY162" fmla="*/ 3248 h 181049"/>
                <a:gd name="connsiteX163" fmla="*/ 93301 w 198772"/>
                <a:gd name="connsiteY163" fmla="*/ 4059 h 181049"/>
                <a:gd name="connsiteX164" fmla="*/ 90867 w 198772"/>
                <a:gd name="connsiteY164" fmla="*/ 4059 h 181049"/>
                <a:gd name="connsiteX165" fmla="*/ 89245 w 198772"/>
                <a:gd name="connsiteY165" fmla="*/ 4059 h 181049"/>
                <a:gd name="connsiteX166" fmla="*/ 87622 w 198772"/>
                <a:gd name="connsiteY166" fmla="*/ 5683 h 181049"/>
                <a:gd name="connsiteX167" fmla="*/ 88433 w 198772"/>
                <a:gd name="connsiteY167" fmla="*/ 5683 h 181049"/>
                <a:gd name="connsiteX168" fmla="*/ 96546 w 198772"/>
                <a:gd name="connsiteY168" fmla="*/ 6495 h 181049"/>
                <a:gd name="connsiteX169" fmla="*/ 98169 w 198772"/>
                <a:gd name="connsiteY169" fmla="*/ 5683 h 181049"/>
                <a:gd name="connsiteX170" fmla="*/ 99792 w 198772"/>
                <a:gd name="connsiteY170" fmla="*/ 4871 h 181049"/>
                <a:gd name="connsiteX171" fmla="*/ 100603 w 198772"/>
                <a:gd name="connsiteY171" fmla="*/ 5683 h 181049"/>
                <a:gd name="connsiteX172" fmla="*/ 101414 w 198772"/>
                <a:gd name="connsiteY172" fmla="*/ 6495 h 181049"/>
                <a:gd name="connsiteX173" fmla="*/ 101414 w 198772"/>
                <a:gd name="connsiteY173" fmla="*/ 7307 h 181049"/>
                <a:gd name="connsiteX174" fmla="*/ 108716 w 198772"/>
                <a:gd name="connsiteY174" fmla="*/ 3248 h 181049"/>
                <a:gd name="connsiteX175" fmla="*/ 112773 w 198772"/>
                <a:gd name="connsiteY175" fmla="*/ 4871 h 181049"/>
                <a:gd name="connsiteX176" fmla="*/ 113584 w 198772"/>
                <a:gd name="connsiteY176" fmla="*/ 4871 h 181049"/>
                <a:gd name="connsiteX177" fmla="*/ 113584 w 198772"/>
                <a:gd name="connsiteY177" fmla="*/ 5683 h 181049"/>
                <a:gd name="connsiteX178" fmla="*/ 114396 w 198772"/>
                <a:gd name="connsiteY178" fmla="*/ 6495 h 181049"/>
                <a:gd name="connsiteX179" fmla="*/ 118452 w 198772"/>
                <a:gd name="connsiteY179" fmla="*/ 6495 h 181049"/>
                <a:gd name="connsiteX180" fmla="*/ 122509 w 198772"/>
                <a:gd name="connsiteY180" fmla="*/ 6495 h 181049"/>
                <a:gd name="connsiteX181" fmla="*/ 131433 w 198772"/>
                <a:gd name="connsiteY181" fmla="*/ 7307 h 181049"/>
                <a:gd name="connsiteX182" fmla="*/ 129810 w 198772"/>
                <a:gd name="connsiteY182" fmla="*/ 8119 h 181049"/>
                <a:gd name="connsiteX183" fmla="*/ 128188 w 198772"/>
                <a:gd name="connsiteY183" fmla="*/ 8119 h 181049"/>
                <a:gd name="connsiteX184" fmla="*/ 129810 w 198772"/>
                <a:gd name="connsiteY184" fmla="*/ 8119 h 181049"/>
                <a:gd name="connsiteX185" fmla="*/ 130622 w 198772"/>
                <a:gd name="connsiteY185" fmla="*/ 8931 h 181049"/>
                <a:gd name="connsiteX186" fmla="*/ 133056 w 198772"/>
                <a:gd name="connsiteY186" fmla="*/ 9743 h 181049"/>
                <a:gd name="connsiteX187" fmla="*/ 137112 w 198772"/>
                <a:gd name="connsiteY187" fmla="*/ 10554 h 181049"/>
                <a:gd name="connsiteX188" fmla="*/ 137112 w 198772"/>
                <a:gd name="connsiteY188" fmla="*/ 10554 h 181049"/>
                <a:gd name="connsiteX189" fmla="*/ 135490 w 198772"/>
                <a:gd name="connsiteY189" fmla="*/ 10554 h 181049"/>
                <a:gd name="connsiteX190" fmla="*/ 127377 w 198772"/>
                <a:gd name="connsiteY190" fmla="*/ 9743 h 181049"/>
                <a:gd name="connsiteX191" fmla="*/ 126565 w 198772"/>
                <a:gd name="connsiteY191" fmla="*/ 8931 h 181049"/>
                <a:gd name="connsiteX192" fmla="*/ 125754 w 198772"/>
                <a:gd name="connsiteY192" fmla="*/ 8119 h 181049"/>
                <a:gd name="connsiteX193" fmla="*/ 124943 w 198772"/>
                <a:gd name="connsiteY193" fmla="*/ 8931 h 181049"/>
                <a:gd name="connsiteX194" fmla="*/ 124131 w 198772"/>
                <a:gd name="connsiteY194" fmla="*/ 9743 h 181049"/>
                <a:gd name="connsiteX195" fmla="*/ 123320 w 198772"/>
                <a:gd name="connsiteY195" fmla="*/ 8931 h 181049"/>
                <a:gd name="connsiteX196" fmla="*/ 120886 w 198772"/>
                <a:gd name="connsiteY196" fmla="*/ 8931 h 181049"/>
                <a:gd name="connsiteX197" fmla="*/ 118452 w 198772"/>
                <a:gd name="connsiteY197" fmla="*/ 9743 h 181049"/>
                <a:gd name="connsiteX198" fmla="*/ 121697 w 198772"/>
                <a:gd name="connsiteY198" fmla="*/ 10554 h 181049"/>
                <a:gd name="connsiteX199" fmla="*/ 123320 w 198772"/>
                <a:gd name="connsiteY199" fmla="*/ 10554 h 181049"/>
                <a:gd name="connsiteX200" fmla="*/ 121697 w 198772"/>
                <a:gd name="connsiteY200" fmla="*/ 11366 h 181049"/>
                <a:gd name="connsiteX201" fmla="*/ 120075 w 198772"/>
                <a:gd name="connsiteY201" fmla="*/ 11366 h 181049"/>
                <a:gd name="connsiteX202" fmla="*/ 117641 w 198772"/>
                <a:gd name="connsiteY202" fmla="*/ 11366 h 181049"/>
                <a:gd name="connsiteX203" fmla="*/ 115207 w 198772"/>
                <a:gd name="connsiteY203" fmla="*/ 10554 h 181049"/>
                <a:gd name="connsiteX204" fmla="*/ 115207 w 198772"/>
                <a:gd name="connsiteY204" fmla="*/ 9743 h 181049"/>
                <a:gd name="connsiteX205" fmla="*/ 113584 w 198772"/>
                <a:gd name="connsiteY205" fmla="*/ 9743 h 181049"/>
                <a:gd name="connsiteX206" fmla="*/ 112773 w 198772"/>
                <a:gd name="connsiteY206" fmla="*/ 10554 h 181049"/>
                <a:gd name="connsiteX207" fmla="*/ 112773 w 198772"/>
                <a:gd name="connsiteY207" fmla="*/ 11366 h 181049"/>
                <a:gd name="connsiteX208" fmla="*/ 112773 w 198772"/>
                <a:gd name="connsiteY208" fmla="*/ 11366 h 181049"/>
                <a:gd name="connsiteX209" fmla="*/ 112773 w 198772"/>
                <a:gd name="connsiteY209" fmla="*/ 12178 h 181049"/>
                <a:gd name="connsiteX210" fmla="*/ 111962 w 198772"/>
                <a:gd name="connsiteY210" fmla="*/ 16238 h 181049"/>
                <a:gd name="connsiteX211" fmla="*/ 109528 w 198772"/>
                <a:gd name="connsiteY211" fmla="*/ 19485 h 181049"/>
                <a:gd name="connsiteX212" fmla="*/ 106282 w 198772"/>
                <a:gd name="connsiteY212" fmla="*/ 24356 h 181049"/>
                <a:gd name="connsiteX213" fmla="*/ 96546 w 198772"/>
                <a:gd name="connsiteY213" fmla="*/ 35723 h 181049"/>
                <a:gd name="connsiteX214" fmla="*/ 92490 w 198772"/>
                <a:gd name="connsiteY214" fmla="*/ 40594 h 181049"/>
                <a:gd name="connsiteX215" fmla="*/ 88433 w 198772"/>
                <a:gd name="connsiteY215" fmla="*/ 46277 h 181049"/>
                <a:gd name="connsiteX216" fmla="*/ 78698 w 198772"/>
                <a:gd name="connsiteY216" fmla="*/ 59267 h 181049"/>
                <a:gd name="connsiteX217" fmla="*/ 77886 w 198772"/>
                <a:gd name="connsiteY217" fmla="*/ 60079 h 181049"/>
                <a:gd name="connsiteX218" fmla="*/ 73018 w 198772"/>
                <a:gd name="connsiteY218" fmla="*/ 67386 h 181049"/>
                <a:gd name="connsiteX219" fmla="*/ 67339 w 198772"/>
                <a:gd name="connsiteY219" fmla="*/ 76317 h 181049"/>
                <a:gd name="connsiteX220" fmla="*/ 64905 w 198772"/>
                <a:gd name="connsiteY220" fmla="*/ 80376 h 181049"/>
                <a:gd name="connsiteX221" fmla="*/ 62471 w 198772"/>
                <a:gd name="connsiteY221" fmla="*/ 85247 h 181049"/>
                <a:gd name="connsiteX222" fmla="*/ 60037 w 198772"/>
                <a:gd name="connsiteY222" fmla="*/ 88495 h 181049"/>
                <a:gd name="connsiteX223" fmla="*/ 59226 w 198772"/>
                <a:gd name="connsiteY223" fmla="*/ 90119 h 181049"/>
                <a:gd name="connsiteX224" fmla="*/ 58415 w 198772"/>
                <a:gd name="connsiteY224" fmla="*/ 90931 h 181049"/>
                <a:gd name="connsiteX225" fmla="*/ 57603 w 198772"/>
                <a:gd name="connsiteY225" fmla="*/ 91742 h 181049"/>
                <a:gd name="connsiteX226" fmla="*/ 55981 w 198772"/>
                <a:gd name="connsiteY226" fmla="*/ 94990 h 181049"/>
                <a:gd name="connsiteX227" fmla="*/ 54358 w 198772"/>
                <a:gd name="connsiteY227" fmla="*/ 98238 h 181049"/>
                <a:gd name="connsiteX228" fmla="*/ 52735 w 198772"/>
                <a:gd name="connsiteY228" fmla="*/ 100673 h 181049"/>
                <a:gd name="connsiteX229" fmla="*/ 51113 w 198772"/>
                <a:gd name="connsiteY229" fmla="*/ 103921 h 181049"/>
                <a:gd name="connsiteX230" fmla="*/ 50302 w 198772"/>
                <a:gd name="connsiteY230" fmla="*/ 104732 h 181049"/>
                <a:gd name="connsiteX231" fmla="*/ 48679 w 198772"/>
                <a:gd name="connsiteY231" fmla="*/ 107980 h 181049"/>
                <a:gd name="connsiteX232" fmla="*/ 47868 w 198772"/>
                <a:gd name="connsiteY232" fmla="*/ 109604 h 181049"/>
                <a:gd name="connsiteX233" fmla="*/ 46245 w 198772"/>
                <a:gd name="connsiteY233" fmla="*/ 111228 h 181049"/>
                <a:gd name="connsiteX234" fmla="*/ 45434 w 198772"/>
                <a:gd name="connsiteY234" fmla="*/ 112040 h 181049"/>
                <a:gd name="connsiteX235" fmla="*/ 44622 w 198772"/>
                <a:gd name="connsiteY235" fmla="*/ 112851 h 181049"/>
                <a:gd name="connsiteX236" fmla="*/ 43811 w 198772"/>
                <a:gd name="connsiteY236" fmla="*/ 113663 h 181049"/>
                <a:gd name="connsiteX237" fmla="*/ 43811 w 198772"/>
                <a:gd name="connsiteY237" fmla="*/ 114475 h 181049"/>
                <a:gd name="connsiteX238" fmla="*/ 42188 w 198772"/>
                <a:gd name="connsiteY238" fmla="*/ 117723 h 181049"/>
                <a:gd name="connsiteX239" fmla="*/ 39754 w 198772"/>
                <a:gd name="connsiteY239" fmla="*/ 120970 h 181049"/>
                <a:gd name="connsiteX240" fmla="*/ 38132 w 198772"/>
                <a:gd name="connsiteY240" fmla="*/ 120970 h 181049"/>
                <a:gd name="connsiteX241" fmla="*/ 37321 w 198772"/>
                <a:gd name="connsiteY241" fmla="*/ 120158 h 181049"/>
                <a:gd name="connsiteX242" fmla="*/ 37321 w 198772"/>
                <a:gd name="connsiteY242" fmla="*/ 116099 h 181049"/>
                <a:gd name="connsiteX243" fmla="*/ 38943 w 198772"/>
                <a:gd name="connsiteY243" fmla="*/ 116099 h 181049"/>
                <a:gd name="connsiteX244" fmla="*/ 39754 w 198772"/>
                <a:gd name="connsiteY244" fmla="*/ 117723 h 181049"/>
                <a:gd name="connsiteX245" fmla="*/ 40566 w 198772"/>
                <a:gd name="connsiteY245" fmla="*/ 115287 h 181049"/>
                <a:gd name="connsiteX246" fmla="*/ 39754 w 198772"/>
                <a:gd name="connsiteY246" fmla="*/ 113663 h 181049"/>
                <a:gd name="connsiteX247" fmla="*/ 38943 w 198772"/>
                <a:gd name="connsiteY247" fmla="*/ 113663 h 181049"/>
                <a:gd name="connsiteX248" fmla="*/ 40566 w 198772"/>
                <a:gd name="connsiteY248" fmla="*/ 112040 h 181049"/>
                <a:gd name="connsiteX249" fmla="*/ 41377 w 198772"/>
                <a:gd name="connsiteY249" fmla="*/ 109604 h 181049"/>
                <a:gd name="connsiteX250" fmla="*/ 43000 w 198772"/>
                <a:gd name="connsiteY250" fmla="*/ 106356 h 181049"/>
                <a:gd name="connsiteX251" fmla="*/ 43811 w 198772"/>
                <a:gd name="connsiteY251" fmla="*/ 103921 h 181049"/>
                <a:gd name="connsiteX252" fmla="*/ 44622 w 198772"/>
                <a:gd name="connsiteY252" fmla="*/ 101485 h 181049"/>
                <a:gd name="connsiteX253" fmla="*/ 47056 w 198772"/>
                <a:gd name="connsiteY253" fmla="*/ 98238 h 181049"/>
                <a:gd name="connsiteX254" fmla="*/ 49490 w 198772"/>
                <a:gd name="connsiteY254" fmla="*/ 94178 h 181049"/>
                <a:gd name="connsiteX255" fmla="*/ 49490 w 198772"/>
                <a:gd name="connsiteY255" fmla="*/ 93366 h 181049"/>
                <a:gd name="connsiteX256" fmla="*/ 48679 w 198772"/>
                <a:gd name="connsiteY256" fmla="*/ 92554 h 181049"/>
                <a:gd name="connsiteX257" fmla="*/ 47868 w 198772"/>
                <a:gd name="connsiteY257" fmla="*/ 91742 h 181049"/>
                <a:gd name="connsiteX258" fmla="*/ 49490 w 198772"/>
                <a:gd name="connsiteY258" fmla="*/ 91742 h 181049"/>
                <a:gd name="connsiteX259" fmla="*/ 50302 w 198772"/>
                <a:gd name="connsiteY259" fmla="*/ 91742 h 181049"/>
                <a:gd name="connsiteX260" fmla="*/ 47056 w 198772"/>
                <a:gd name="connsiteY260" fmla="*/ 90931 h 181049"/>
                <a:gd name="connsiteX261" fmla="*/ 46245 w 198772"/>
                <a:gd name="connsiteY261" fmla="*/ 91742 h 181049"/>
                <a:gd name="connsiteX262" fmla="*/ 45434 w 198772"/>
                <a:gd name="connsiteY262" fmla="*/ 93366 h 181049"/>
                <a:gd name="connsiteX263" fmla="*/ 43811 w 198772"/>
                <a:gd name="connsiteY263" fmla="*/ 94178 h 181049"/>
                <a:gd name="connsiteX264" fmla="*/ 42188 w 198772"/>
                <a:gd name="connsiteY264" fmla="*/ 96614 h 181049"/>
                <a:gd name="connsiteX265" fmla="*/ 41377 w 198772"/>
                <a:gd name="connsiteY265" fmla="*/ 98238 h 181049"/>
                <a:gd name="connsiteX266" fmla="*/ 43811 w 198772"/>
                <a:gd name="connsiteY266" fmla="*/ 97426 h 181049"/>
                <a:gd name="connsiteX267" fmla="*/ 44622 w 198772"/>
                <a:gd name="connsiteY267" fmla="*/ 95802 h 181049"/>
                <a:gd name="connsiteX268" fmla="*/ 46245 w 198772"/>
                <a:gd name="connsiteY268" fmla="*/ 95802 h 181049"/>
                <a:gd name="connsiteX269" fmla="*/ 46245 w 198772"/>
                <a:gd name="connsiteY269" fmla="*/ 97426 h 181049"/>
                <a:gd name="connsiteX270" fmla="*/ 45434 w 198772"/>
                <a:gd name="connsiteY270" fmla="*/ 99861 h 181049"/>
                <a:gd name="connsiteX271" fmla="*/ 41377 w 198772"/>
                <a:gd name="connsiteY271" fmla="*/ 101485 h 181049"/>
                <a:gd name="connsiteX272" fmla="*/ 39754 w 198772"/>
                <a:gd name="connsiteY272" fmla="*/ 103109 h 181049"/>
                <a:gd name="connsiteX273" fmla="*/ 38943 w 198772"/>
                <a:gd name="connsiteY273" fmla="*/ 103921 h 181049"/>
                <a:gd name="connsiteX274" fmla="*/ 38943 w 198772"/>
                <a:gd name="connsiteY274" fmla="*/ 105544 h 181049"/>
                <a:gd name="connsiteX275" fmla="*/ 39754 w 198772"/>
                <a:gd name="connsiteY275" fmla="*/ 104732 h 181049"/>
                <a:gd name="connsiteX276" fmla="*/ 41377 w 198772"/>
                <a:gd name="connsiteY276" fmla="*/ 103109 h 181049"/>
                <a:gd name="connsiteX277" fmla="*/ 41377 w 198772"/>
                <a:gd name="connsiteY277" fmla="*/ 103109 h 181049"/>
                <a:gd name="connsiteX278" fmla="*/ 41377 w 198772"/>
                <a:gd name="connsiteY278" fmla="*/ 103921 h 181049"/>
                <a:gd name="connsiteX279" fmla="*/ 40566 w 198772"/>
                <a:gd name="connsiteY279" fmla="*/ 105544 h 181049"/>
                <a:gd name="connsiteX280" fmla="*/ 38943 w 198772"/>
                <a:gd name="connsiteY280" fmla="*/ 107980 h 181049"/>
                <a:gd name="connsiteX281" fmla="*/ 38132 w 198772"/>
                <a:gd name="connsiteY281" fmla="*/ 109604 h 181049"/>
                <a:gd name="connsiteX282" fmla="*/ 37321 w 198772"/>
                <a:gd name="connsiteY282" fmla="*/ 111228 h 181049"/>
                <a:gd name="connsiteX283" fmla="*/ 36509 w 198772"/>
                <a:gd name="connsiteY283" fmla="*/ 112040 h 181049"/>
                <a:gd name="connsiteX284" fmla="*/ 34887 w 198772"/>
                <a:gd name="connsiteY284" fmla="*/ 112040 h 181049"/>
                <a:gd name="connsiteX285" fmla="*/ 33264 w 198772"/>
                <a:gd name="connsiteY285" fmla="*/ 112851 h 181049"/>
                <a:gd name="connsiteX286" fmla="*/ 32453 w 198772"/>
                <a:gd name="connsiteY286" fmla="*/ 115287 h 181049"/>
                <a:gd name="connsiteX287" fmla="*/ 32453 w 198772"/>
                <a:gd name="connsiteY287" fmla="*/ 116099 h 181049"/>
                <a:gd name="connsiteX288" fmla="*/ 31641 w 198772"/>
                <a:gd name="connsiteY288" fmla="*/ 116099 h 181049"/>
                <a:gd name="connsiteX289" fmla="*/ 33264 w 198772"/>
                <a:gd name="connsiteY289" fmla="*/ 115287 h 181049"/>
                <a:gd name="connsiteX290" fmla="*/ 34887 w 198772"/>
                <a:gd name="connsiteY290" fmla="*/ 113663 h 181049"/>
                <a:gd name="connsiteX291" fmla="*/ 35698 w 198772"/>
                <a:gd name="connsiteY291" fmla="*/ 115287 h 181049"/>
                <a:gd name="connsiteX292" fmla="*/ 33264 w 198772"/>
                <a:gd name="connsiteY292" fmla="*/ 119346 h 181049"/>
                <a:gd name="connsiteX293" fmla="*/ 33264 w 198772"/>
                <a:gd name="connsiteY293" fmla="*/ 118535 h 181049"/>
                <a:gd name="connsiteX294" fmla="*/ 32453 w 198772"/>
                <a:gd name="connsiteY294" fmla="*/ 118535 h 181049"/>
                <a:gd name="connsiteX295" fmla="*/ 32453 w 198772"/>
                <a:gd name="connsiteY295" fmla="*/ 120158 h 181049"/>
                <a:gd name="connsiteX296" fmla="*/ 31641 w 198772"/>
                <a:gd name="connsiteY296" fmla="*/ 120970 h 181049"/>
                <a:gd name="connsiteX297" fmla="*/ 30830 w 198772"/>
                <a:gd name="connsiteY297" fmla="*/ 121782 h 181049"/>
                <a:gd name="connsiteX298" fmla="*/ 30830 w 198772"/>
                <a:gd name="connsiteY298" fmla="*/ 122594 h 181049"/>
                <a:gd name="connsiteX299" fmla="*/ 30019 w 198772"/>
                <a:gd name="connsiteY299" fmla="*/ 123406 h 181049"/>
                <a:gd name="connsiteX300" fmla="*/ 29207 w 198772"/>
                <a:gd name="connsiteY300" fmla="*/ 125841 h 181049"/>
                <a:gd name="connsiteX301" fmla="*/ 27585 w 198772"/>
                <a:gd name="connsiteY301" fmla="*/ 128277 h 181049"/>
                <a:gd name="connsiteX302" fmla="*/ 25962 w 198772"/>
                <a:gd name="connsiteY302" fmla="*/ 130713 h 181049"/>
                <a:gd name="connsiteX303" fmla="*/ 25151 w 198772"/>
                <a:gd name="connsiteY303" fmla="*/ 134772 h 181049"/>
                <a:gd name="connsiteX304" fmla="*/ 25151 w 198772"/>
                <a:gd name="connsiteY304" fmla="*/ 136396 h 181049"/>
                <a:gd name="connsiteX305" fmla="*/ 24339 w 198772"/>
                <a:gd name="connsiteY305" fmla="*/ 135584 h 181049"/>
                <a:gd name="connsiteX306" fmla="*/ 23528 w 198772"/>
                <a:gd name="connsiteY306" fmla="*/ 134772 h 181049"/>
                <a:gd name="connsiteX307" fmla="*/ 23528 w 198772"/>
                <a:gd name="connsiteY307" fmla="*/ 137208 h 181049"/>
                <a:gd name="connsiteX308" fmla="*/ 21906 w 198772"/>
                <a:gd name="connsiteY308" fmla="*/ 140455 h 181049"/>
                <a:gd name="connsiteX309" fmla="*/ 21094 w 198772"/>
                <a:gd name="connsiteY309" fmla="*/ 141267 h 181049"/>
                <a:gd name="connsiteX310" fmla="*/ 21094 w 198772"/>
                <a:gd name="connsiteY310" fmla="*/ 142079 h 181049"/>
                <a:gd name="connsiteX311" fmla="*/ 21094 w 198772"/>
                <a:gd name="connsiteY311" fmla="*/ 143703 h 181049"/>
                <a:gd name="connsiteX312" fmla="*/ 20283 w 198772"/>
                <a:gd name="connsiteY312" fmla="*/ 144515 h 181049"/>
                <a:gd name="connsiteX313" fmla="*/ 19472 w 198772"/>
                <a:gd name="connsiteY313" fmla="*/ 145327 h 181049"/>
                <a:gd name="connsiteX314" fmla="*/ 18660 w 198772"/>
                <a:gd name="connsiteY314" fmla="*/ 146950 h 181049"/>
                <a:gd name="connsiteX315" fmla="*/ 17038 w 198772"/>
                <a:gd name="connsiteY315" fmla="*/ 149386 h 181049"/>
                <a:gd name="connsiteX316" fmla="*/ 16226 w 198772"/>
                <a:gd name="connsiteY316" fmla="*/ 152634 h 181049"/>
                <a:gd name="connsiteX317" fmla="*/ 16226 w 198772"/>
                <a:gd name="connsiteY317" fmla="*/ 155069 h 181049"/>
                <a:gd name="connsiteX318" fmla="*/ 17038 w 198772"/>
                <a:gd name="connsiteY318" fmla="*/ 153445 h 181049"/>
                <a:gd name="connsiteX319" fmla="*/ 17849 w 198772"/>
                <a:gd name="connsiteY319" fmla="*/ 151822 h 181049"/>
                <a:gd name="connsiteX320" fmla="*/ 18660 w 198772"/>
                <a:gd name="connsiteY320" fmla="*/ 151010 h 181049"/>
                <a:gd name="connsiteX321" fmla="*/ 18660 w 198772"/>
                <a:gd name="connsiteY321" fmla="*/ 150198 h 181049"/>
                <a:gd name="connsiteX322" fmla="*/ 18660 w 198772"/>
                <a:gd name="connsiteY322" fmla="*/ 149386 h 181049"/>
                <a:gd name="connsiteX323" fmla="*/ 19472 w 198772"/>
                <a:gd name="connsiteY323" fmla="*/ 149386 h 181049"/>
                <a:gd name="connsiteX324" fmla="*/ 20283 w 198772"/>
                <a:gd name="connsiteY324" fmla="*/ 148574 h 181049"/>
                <a:gd name="connsiteX325" fmla="*/ 21094 w 198772"/>
                <a:gd name="connsiteY325" fmla="*/ 145327 h 181049"/>
                <a:gd name="connsiteX326" fmla="*/ 21906 w 198772"/>
                <a:gd name="connsiteY326" fmla="*/ 144515 h 181049"/>
                <a:gd name="connsiteX327" fmla="*/ 22717 w 198772"/>
                <a:gd name="connsiteY327" fmla="*/ 144515 h 181049"/>
                <a:gd name="connsiteX328" fmla="*/ 24339 w 198772"/>
                <a:gd name="connsiteY328" fmla="*/ 142891 h 181049"/>
                <a:gd name="connsiteX329" fmla="*/ 25962 w 198772"/>
                <a:gd name="connsiteY329" fmla="*/ 141267 h 181049"/>
                <a:gd name="connsiteX330" fmla="*/ 25962 w 198772"/>
                <a:gd name="connsiteY330" fmla="*/ 140455 h 181049"/>
                <a:gd name="connsiteX331" fmla="*/ 25151 w 198772"/>
                <a:gd name="connsiteY331" fmla="*/ 141267 h 181049"/>
                <a:gd name="connsiteX332" fmla="*/ 24339 w 198772"/>
                <a:gd name="connsiteY332" fmla="*/ 141267 h 181049"/>
                <a:gd name="connsiteX333" fmla="*/ 25151 w 198772"/>
                <a:gd name="connsiteY333" fmla="*/ 139643 h 181049"/>
                <a:gd name="connsiteX334" fmla="*/ 25151 w 198772"/>
                <a:gd name="connsiteY334" fmla="*/ 139643 h 181049"/>
                <a:gd name="connsiteX335" fmla="*/ 24339 w 198772"/>
                <a:gd name="connsiteY335" fmla="*/ 139643 h 181049"/>
                <a:gd name="connsiteX336" fmla="*/ 26774 w 198772"/>
                <a:gd name="connsiteY336" fmla="*/ 138832 h 181049"/>
                <a:gd name="connsiteX337" fmla="*/ 28396 w 198772"/>
                <a:gd name="connsiteY337" fmla="*/ 138832 h 181049"/>
                <a:gd name="connsiteX338" fmla="*/ 27585 w 198772"/>
                <a:gd name="connsiteY338" fmla="*/ 138020 h 181049"/>
                <a:gd name="connsiteX339" fmla="*/ 27585 w 198772"/>
                <a:gd name="connsiteY339" fmla="*/ 134772 h 181049"/>
                <a:gd name="connsiteX340" fmla="*/ 28396 w 198772"/>
                <a:gd name="connsiteY340" fmla="*/ 134772 h 181049"/>
                <a:gd name="connsiteX341" fmla="*/ 29207 w 198772"/>
                <a:gd name="connsiteY341" fmla="*/ 133960 h 181049"/>
                <a:gd name="connsiteX342" fmla="*/ 29207 w 198772"/>
                <a:gd name="connsiteY342" fmla="*/ 133148 h 181049"/>
                <a:gd name="connsiteX343" fmla="*/ 29207 w 198772"/>
                <a:gd name="connsiteY343" fmla="*/ 132337 h 181049"/>
                <a:gd name="connsiteX344" fmla="*/ 30830 w 198772"/>
                <a:gd name="connsiteY344" fmla="*/ 131525 h 181049"/>
                <a:gd name="connsiteX345" fmla="*/ 31641 w 198772"/>
                <a:gd name="connsiteY345" fmla="*/ 132337 h 181049"/>
                <a:gd name="connsiteX346" fmla="*/ 31641 w 198772"/>
                <a:gd name="connsiteY346" fmla="*/ 133148 h 181049"/>
                <a:gd name="connsiteX347" fmla="*/ 29207 w 198772"/>
                <a:gd name="connsiteY347" fmla="*/ 138832 h 181049"/>
                <a:gd name="connsiteX348" fmla="*/ 29207 w 198772"/>
                <a:gd name="connsiteY348" fmla="*/ 138832 h 181049"/>
                <a:gd name="connsiteX349" fmla="*/ 25962 w 198772"/>
                <a:gd name="connsiteY349" fmla="*/ 145327 h 181049"/>
                <a:gd name="connsiteX350" fmla="*/ 25962 w 198772"/>
                <a:gd name="connsiteY350" fmla="*/ 146138 h 181049"/>
                <a:gd name="connsiteX351" fmla="*/ 25151 w 198772"/>
                <a:gd name="connsiteY351" fmla="*/ 148574 h 181049"/>
                <a:gd name="connsiteX352" fmla="*/ 24339 w 198772"/>
                <a:gd name="connsiteY352" fmla="*/ 150198 h 181049"/>
                <a:gd name="connsiteX353" fmla="*/ 22717 w 198772"/>
                <a:gd name="connsiteY353" fmla="*/ 152634 h 181049"/>
                <a:gd name="connsiteX354" fmla="*/ 21094 w 198772"/>
                <a:gd name="connsiteY354" fmla="*/ 155881 h 181049"/>
                <a:gd name="connsiteX355" fmla="*/ 20283 w 198772"/>
                <a:gd name="connsiteY355" fmla="*/ 156693 h 181049"/>
                <a:gd name="connsiteX356" fmla="*/ 19472 w 198772"/>
                <a:gd name="connsiteY356" fmla="*/ 158317 h 181049"/>
                <a:gd name="connsiteX357" fmla="*/ 18660 w 198772"/>
                <a:gd name="connsiteY357" fmla="*/ 162376 h 181049"/>
                <a:gd name="connsiteX358" fmla="*/ 16226 w 198772"/>
                <a:gd name="connsiteY358" fmla="*/ 169683 h 181049"/>
                <a:gd name="connsiteX359" fmla="*/ 16226 w 198772"/>
                <a:gd name="connsiteY359" fmla="*/ 175366 h 181049"/>
                <a:gd name="connsiteX360" fmla="*/ 17849 w 198772"/>
                <a:gd name="connsiteY360" fmla="*/ 176178 h 181049"/>
                <a:gd name="connsiteX361" fmla="*/ 24339 w 198772"/>
                <a:gd name="connsiteY361" fmla="*/ 173742 h 181049"/>
                <a:gd name="connsiteX362" fmla="*/ 30019 w 198772"/>
                <a:gd name="connsiteY362" fmla="*/ 172119 h 181049"/>
                <a:gd name="connsiteX363" fmla="*/ 27585 w 198772"/>
                <a:gd name="connsiteY363" fmla="*/ 176178 h 181049"/>
                <a:gd name="connsiteX364" fmla="*/ 26774 w 198772"/>
                <a:gd name="connsiteY364" fmla="*/ 176990 h 181049"/>
                <a:gd name="connsiteX365" fmla="*/ 25962 w 198772"/>
                <a:gd name="connsiteY365" fmla="*/ 177802 h 181049"/>
                <a:gd name="connsiteX366" fmla="*/ 23528 w 198772"/>
                <a:gd name="connsiteY366" fmla="*/ 179426 h 181049"/>
                <a:gd name="connsiteX367" fmla="*/ 21094 w 198772"/>
                <a:gd name="connsiteY367" fmla="*/ 181049 h 181049"/>
                <a:gd name="connsiteX368" fmla="*/ 15415 w 198772"/>
                <a:gd name="connsiteY368" fmla="*/ 179426 h 181049"/>
                <a:gd name="connsiteX369" fmla="*/ 13792 w 198772"/>
                <a:gd name="connsiteY369" fmla="*/ 177802 h 181049"/>
                <a:gd name="connsiteX370" fmla="*/ 8925 w 198772"/>
                <a:gd name="connsiteY370" fmla="*/ 172119 h 181049"/>
                <a:gd name="connsiteX371" fmla="*/ 6491 w 198772"/>
                <a:gd name="connsiteY371" fmla="*/ 168059 h 181049"/>
                <a:gd name="connsiteX372" fmla="*/ 8113 w 198772"/>
                <a:gd name="connsiteY372" fmla="*/ 154257 h 181049"/>
                <a:gd name="connsiteX373" fmla="*/ 9736 w 198772"/>
                <a:gd name="connsiteY373" fmla="*/ 153445 h 181049"/>
                <a:gd name="connsiteX374" fmla="*/ 9736 w 198772"/>
                <a:gd name="connsiteY374" fmla="*/ 155069 h 181049"/>
                <a:gd name="connsiteX375" fmla="*/ 8925 w 198772"/>
                <a:gd name="connsiteY375" fmla="*/ 158317 h 181049"/>
                <a:gd name="connsiteX376" fmla="*/ 8113 w 198772"/>
                <a:gd name="connsiteY376" fmla="*/ 159129 h 181049"/>
                <a:gd name="connsiteX377" fmla="*/ 7302 w 198772"/>
                <a:gd name="connsiteY377" fmla="*/ 164812 h 181049"/>
                <a:gd name="connsiteX378" fmla="*/ 8113 w 198772"/>
                <a:gd name="connsiteY378" fmla="*/ 165624 h 181049"/>
                <a:gd name="connsiteX379" fmla="*/ 8925 w 198772"/>
                <a:gd name="connsiteY379" fmla="*/ 164000 h 181049"/>
                <a:gd name="connsiteX380" fmla="*/ 9736 w 198772"/>
                <a:gd name="connsiteY380" fmla="*/ 163188 h 181049"/>
                <a:gd name="connsiteX381" fmla="*/ 19472 w 198772"/>
                <a:gd name="connsiteY381" fmla="*/ 138020 h 181049"/>
                <a:gd name="connsiteX382" fmla="*/ 20283 w 198772"/>
                <a:gd name="connsiteY382" fmla="*/ 135584 h 181049"/>
                <a:gd name="connsiteX383" fmla="*/ 21094 w 198772"/>
                <a:gd name="connsiteY383" fmla="*/ 133960 h 181049"/>
                <a:gd name="connsiteX384" fmla="*/ 25962 w 198772"/>
                <a:gd name="connsiteY384" fmla="*/ 125030 h 181049"/>
                <a:gd name="connsiteX385" fmla="*/ 26774 w 198772"/>
                <a:gd name="connsiteY385" fmla="*/ 122594 h 181049"/>
                <a:gd name="connsiteX386" fmla="*/ 27585 w 198772"/>
                <a:gd name="connsiteY386" fmla="*/ 121782 h 181049"/>
                <a:gd name="connsiteX387" fmla="*/ 29207 w 198772"/>
                <a:gd name="connsiteY387" fmla="*/ 119346 h 181049"/>
                <a:gd name="connsiteX388" fmla="*/ 31641 w 198772"/>
                <a:gd name="connsiteY388" fmla="*/ 115287 h 181049"/>
                <a:gd name="connsiteX389" fmla="*/ 32453 w 198772"/>
                <a:gd name="connsiteY389" fmla="*/ 114475 h 181049"/>
                <a:gd name="connsiteX390" fmla="*/ 32453 w 198772"/>
                <a:gd name="connsiteY390" fmla="*/ 113663 h 181049"/>
                <a:gd name="connsiteX391" fmla="*/ 34075 w 198772"/>
                <a:gd name="connsiteY391" fmla="*/ 110416 h 181049"/>
                <a:gd name="connsiteX392" fmla="*/ 41377 w 198772"/>
                <a:gd name="connsiteY392" fmla="*/ 96614 h 181049"/>
                <a:gd name="connsiteX393" fmla="*/ 43000 w 198772"/>
                <a:gd name="connsiteY393" fmla="*/ 94178 h 181049"/>
                <a:gd name="connsiteX394" fmla="*/ 43000 w 198772"/>
                <a:gd name="connsiteY394" fmla="*/ 93366 h 181049"/>
                <a:gd name="connsiteX395" fmla="*/ 43000 w 198772"/>
                <a:gd name="connsiteY395" fmla="*/ 92554 h 181049"/>
                <a:gd name="connsiteX396" fmla="*/ 44622 w 198772"/>
                <a:gd name="connsiteY396" fmla="*/ 90119 h 181049"/>
                <a:gd name="connsiteX397" fmla="*/ 46245 w 198772"/>
                <a:gd name="connsiteY397" fmla="*/ 88495 h 181049"/>
                <a:gd name="connsiteX398" fmla="*/ 47056 w 198772"/>
                <a:gd name="connsiteY398" fmla="*/ 87683 h 181049"/>
                <a:gd name="connsiteX399" fmla="*/ 46245 w 198772"/>
                <a:gd name="connsiteY399" fmla="*/ 86871 h 181049"/>
                <a:gd name="connsiteX400" fmla="*/ 47868 w 198772"/>
                <a:gd name="connsiteY400" fmla="*/ 84436 h 181049"/>
                <a:gd name="connsiteX401" fmla="*/ 50302 w 198772"/>
                <a:gd name="connsiteY401" fmla="*/ 81188 h 181049"/>
                <a:gd name="connsiteX402" fmla="*/ 51113 w 198772"/>
                <a:gd name="connsiteY402" fmla="*/ 79564 h 181049"/>
                <a:gd name="connsiteX403" fmla="*/ 54358 w 198772"/>
                <a:gd name="connsiteY403" fmla="*/ 75505 h 181049"/>
                <a:gd name="connsiteX404" fmla="*/ 54358 w 198772"/>
                <a:gd name="connsiteY404" fmla="*/ 73881 h 181049"/>
                <a:gd name="connsiteX405" fmla="*/ 55981 w 198772"/>
                <a:gd name="connsiteY405" fmla="*/ 72257 h 181049"/>
                <a:gd name="connsiteX406" fmla="*/ 57603 w 198772"/>
                <a:gd name="connsiteY406" fmla="*/ 70634 h 181049"/>
                <a:gd name="connsiteX407" fmla="*/ 60849 w 198772"/>
                <a:gd name="connsiteY407" fmla="*/ 66574 h 181049"/>
                <a:gd name="connsiteX408" fmla="*/ 62471 w 198772"/>
                <a:gd name="connsiteY408" fmla="*/ 64139 h 181049"/>
                <a:gd name="connsiteX409" fmla="*/ 64094 w 198772"/>
                <a:gd name="connsiteY409" fmla="*/ 60891 h 181049"/>
                <a:gd name="connsiteX410" fmla="*/ 67339 w 198772"/>
                <a:gd name="connsiteY410" fmla="*/ 56832 h 181049"/>
                <a:gd name="connsiteX411" fmla="*/ 69773 w 198772"/>
                <a:gd name="connsiteY411" fmla="*/ 53584 h 181049"/>
                <a:gd name="connsiteX412" fmla="*/ 71396 w 198772"/>
                <a:gd name="connsiteY412" fmla="*/ 51148 h 181049"/>
                <a:gd name="connsiteX413" fmla="*/ 72207 w 198772"/>
                <a:gd name="connsiteY413" fmla="*/ 49525 h 181049"/>
                <a:gd name="connsiteX414" fmla="*/ 76264 w 198772"/>
                <a:gd name="connsiteY414" fmla="*/ 43842 h 181049"/>
                <a:gd name="connsiteX415" fmla="*/ 77075 w 198772"/>
                <a:gd name="connsiteY415" fmla="*/ 43030 h 181049"/>
                <a:gd name="connsiteX416" fmla="*/ 77886 w 198772"/>
                <a:gd name="connsiteY416" fmla="*/ 41406 h 181049"/>
                <a:gd name="connsiteX417" fmla="*/ 78698 w 198772"/>
                <a:gd name="connsiteY417" fmla="*/ 39782 h 181049"/>
                <a:gd name="connsiteX418" fmla="*/ 79509 w 198772"/>
                <a:gd name="connsiteY418" fmla="*/ 38158 h 181049"/>
                <a:gd name="connsiteX419" fmla="*/ 81132 w 198772"/>
                <a:gd name="connsiteY419" fmla="*/ 36535 h 181049"/>
                <a:gd name="connsiteX420" fmla="*/ 86811 w 198772"/>
                <a:gd name="connsiteY420" fmla="*/ 28416 h 181049"/>
                <a:gd name="connsiteX421" fmla="*/ 85999 w 198772"/>
                <a:gd name="connsiteY421" fmla="*/ 29228 h 181049"/>
                <a:gd name="connsiteX422" fmla="*/ 83566 w 198772"/>
                <a:gd name="connsiteY422" fmla="*/ 32475 h 181049"/>
                <a:gd name="connsiteX423" fmla="*/ 76264 w 198772"/>
                <a:gd name="connsiteY423" fmla="*/ 41406 h 181049"/>
                <a:gd name="connsiteX424" fmla="*/ 63283 w 198772"/>
                <a:gd name="connsiteY424" fmla="*/ 59267 h 181049"/>
                <a:gd name="connsiteX425" fmla="*/ 56792 w 198772"/>
                <a:gd name="connsiteY425" fmla="*/ 67386 h 181049"/>
                <a:gd name="connsiteX426" fmla="*/ 55170 w 198772"/>
                <a:gd name="connsiteY426" fmla="*/ 69822 h 181049"/>
                <a:gd name="connsiteX427" fmla="*/ 54358 w 198772"/>
                <a:gd name="connsiteY427" fmla="*/ 71445 h 181049"/>
                <a:gd name="connsiteX428" fmla="*/ 51924 w 198772"/>
                <a:gd name="connsiteY428" fmla="*/ 75505 h 181049"/>
                <a:gd name="connsiteX429" fmla="*/ 47868 w 198772"/>
                <a:gd name="connsiteY429" fmla="*/ 81188 h 181049"/>
                <a:gd name="connsiteX430" fmla="*/ 45434 w 198772"/>
                <a:gd name="connsiteY430" fmla="*/ 84436 h 181049"/>
                <a:gd name="connsiteX431" fmla="*/ 44622 w 198772"/>
                <a:gd name="connsiteY431" fmla="*/ 84436 h 181049"/>
                <a:gd name="connsiteX432" fmla="*/ 68962 w 198772"/>
                <a:gd name="connsiteY432" fmla="*/ 47901 h 181049"/>
                <a:gd name="connsiteX433" fmla="*/ 98169 w 198772"/>
                <a:gd name="connsiteY433" fmla="*/ 16238 h 181049"/>
                <a:gd name="connsiteX434" fmla="*/ 98169 w 198772"/>
                <a:gd name="connsiteY434" fmla="*/ 16238 h 181049"/>
                <a:gd name="connsiteX435" fmla="*/ 97358 w 198772"/>
                <a:gd name="connsiteY435" fmla="*/ 16238 h 181049"/>
                <a:gd name="connsiteX436" fmla="*/ 98169 w 198772"/>
                <a:gd name="connsiteY436" fmla="*/ 16238 h 181049"/>
                <a:gd name="connsiteX437" fmla="*/ 11358 w 198772"/>
                <a:gd name="connsiteY437" fmla="*/ 164000 h 181049"/>
                <a:gd name="connsiteX438" fmla="*/ 11358 w 198772"/>
                <a:gd name="connsiteY438" fmla="*/ 164000 h 181049"/>
                <a:gd name="connsiteX439" fmla="*/ 11358 w 198772"/>
                <a:gd name="connsiteY439" fmla="*/ 164000 h 181049"/>
                <a:gd name="connsiteX440" fmla="*/ 11358 w 198772"/>
                <a:gd name="connsiteY440" fmla="*/ 164000 h 181049"/>
                <a:gd name="connsiteX441" fmla="*/ 16226 w 198772"/>
                <a:gd name="connsiteY441" fmla="*/ 167247 h 181049"/>
                <a:gd name="connsiteX442" fmla="*/ 15415 w 198772"/>
                <a:gd name="connsiteY442" fmla="*/ 168871 h 181049"/>
                <a:gd name="connsiteX443" fmla="*/ 16226 w 198772"/>
                <a:gd name="connsiteY443" fmla="*/ 167247 h 181049"/>
                <a:gd name="connsiteX444" fmla="*/ 16226 w 198772"/>
                <a:gd name="connsiteY444" fmla="*/ 167247 h 181049"/>
                <a:gd name="connsiteX445" fmla="*/ 17849 w 198772"/>
                <a:gd name="connsiteY445" fmla="*/ 162376 h 181049"/>
                <a:gd name="connsiteX446" fmla="*/ 17849 w 198772"/>
                <a:gd name="connsiteY446" fmla="*/ 162376 h 181049"/>
                <a:gd name="connsiteX447" fmla="*/ 17849 w 198772"/>
                <a:gd name="connsiteY447" fmla="*/ 164000 h 181049"/>
                <a:gd name="connsiteX448" fmla="*/ 18660 w 198772"/>
                <a:gd name="connsiteY448" fmla="*/ 163188 h 181049"/>
                <a:gd name="connsiteX449" fmla="*/ 17849 w 198772"/>
                <a:gd name="connsiteY449" fmla="*/ 162376 h 181049"/>
                <a:gd name="connsiteX450" fmla="*/ 17038 w 198772"/>
                <a:gd name="connsiteY450" fmla="*/ 159941 h 181049"/>
                <a:gd name="connsiteX451" fmla="*/ 17849 w 198772"/>
                <a:gd name="connsiteY451" fmla="*/ 160752 h 181049"/>
                <a:gd name="connsiteX452" fmla="*/ 18660 w 198772"/>
                <a:gd name="connsiteY452" fmla="*/ 160752 h 181049"/>
                <a:gd name="connsiteX453" fmla="*/ 17038 w 198772"/>
                <a:gd name="connsiteY453" fmla="*/ 159941 h 181049"/>
                <a:gd name="connsiteX454" fmla="*/ 17038 w 198772"/>
                <a:gd name="connsiteY454" fmla="*/ 159941 h 181049"/>
                <a:gd name="connsiteX455" fmla="*/ 19472 w 198772"/>
                <a:gd name="connsiteY455" fmla="*/ 157505 h 181049"/>
                <a:gd name="connsiteX456" fmla="*/ 18660 w 198772"/>
                <a:gd name="connsiteY456" fmla="*/ 157505 h 181049"/>
                <a:gd name="connsiteX457" fmla="*/ 18660 w 198772"/>
                <a:gd name="connsiteY457" fmla="*/ 157505 h 181049"/>
                <a:gd name="connsiteX458" fmla="*/ 20283 w 198772"/>
                <a:gd name="connsiteY458" fmla="*/ 158317 h 181049"/>
                <a:gd name="connsiteX459" fmla="*/ 19472 w 198772"/>
                <a:gd name="connsiteY459" fmla="*/ 157505 h 181049"/>
                <a:gd name="connsiteX460" fmla="*/ 19472 w 198772"/>
                <a:gd name="connsiteY460" fmla="*/ 157505 h 181049"/>
                <a:gd name="connsiteX461" fmla="*/ 20283 w 198772"/>
                <a:gd name="connsiteY461" fmla="*/ 155881 h 181049"/>
                <a:gd name="connsiteX462" fmla="*/ 21094 w 198772"/>
                <a:gd name="connsiteY462" fmla="*/ 157505 h 181049"/>
                <a:gd name="connsiteX463" fmla="*/ 21094 w 198772"/>
                <a:gd name="connsiteY463" fmla="*/ 157505 h 181049"/>
                <a:gd name="connsiteX464" fmla="*/ 20283 w 198772"/>
                <a:gd name="connsiteY464" fmla="*/ 155881 h 181049"/>
                <a:gd name="connsiteX465" fmla="*/ 20283 w 198772"/>
                <a:gd name="connsiteY465" fmla="*/ 155881 h 181049"/>
                <a:gd name="connsiteX466" fmla="*/ 26774 w 198772"/>
                <a:gd name="connsiteY466" fmla="*/ 134772 h 181049"/>
                <a:gd name="connsiteX467" fmla="*/ 26774 w 198772"/>
                <a:gd name="connsiteY467" fmla="*/ 134772 h 181049"/>
                <a:gd name="connsiteX468" fmla="*/ 26774 w 198772"/>
                <a:gd name="connsiteY468" fmla="*/ 134772 h 181049"/>
                <a:gd name="connsiteX469" fmla="*/ 26774 w 198772"/>
                <a:gd name="connsiteY469" fmla="*/ 134772 h 181049"/>
                <a:gd name="connsiteX470" fmla="*/ 26774 w 198772"/>
                <a:gd name="connsiteY470" fmla="*/ 134772 h 181049"/>
                <a:gd name="connsiteX471" fmla="*/ 27585 w 198772"/>
                <a:gd name="connsiteY471" fmla="*/ 142079 h 181049"/>
                <a:gd name="connsiteX472" fmla="*/ 27585 w 198772"/>
                <a:gd name="connsiteY472" fmla="*/ 143703 h 181049"/>
                <a:gd name="connsiteX473" fmla="*/ 26774 w 198772"/>
                <a:gd name="connsiteY473" fmla="*/ 142891 h 181049"/>
                <a:gd name="connsiteX474" fmla="*/ 27585 w 198772"/>
                <a:gd name="connsiteY474" fmla="*/ 142079 h 181049"/>
                <a:gd name="connsiteX475" fmla="*/ 28396 w 198772"/>
                <a:gd name="connsiteY475" fmla="*/ 131525 h 181049"/>
                <a:gd name="connsiteX476" fmla="*/ 27585 w 198772"/>
                <a:gd name="connsiteY476" fmla="*/ 133148 h 181049"/>
                <a:gd name="connsiteX477" fmla="*/ 29207 w 198772"/>
                <a:gd name="connsiteY477" fmla="*/ 131525 h 181049"/>
                <a:gd name="connsiteX478" fmla="*/ 28396 w 198772"/>
                <a:gd name="connsiteY478" fmla="*/ 131525 h 181049"/>
                <a:gd name="connsiteX479" fmla="*/ 29207 w 198772"/>
                <a:gd name="connsiteY479" fmla="*/ 129089 h 181049"/>
                <a:gd name="connsiteX480" fmla="*/ 29207 w 198772"/>
                <a:gd name="connsiteY480" fmla="*/ 129089 h 181049"/>
                <a:gd name="connsiteX481" fmla="*/ 29207 w 198772"/>
                <a:gd name="connsiteY481" fmla="*/ 129901 h 181049"/>
                <a:gd name="connsiteX482" fmla="*/ 29207 w 198772"/>
                <a:gd name="connsiteY482" fmla="*/ 129089 h 181049"/>
                <a:gd name="connsiteX483" fmla="*/ 29207 w 198772"/>
                <a:gd name="connsiteY483" fmla="*/ 129089 h 181049"/>
                <a:gd name="connsiteX484" fmla="*/ 30830 w 198772"/>
                <a:gd name="connsiteY484" fmla="*/ 125841 h 181049"/>
                <a:gd name="connsiteX485" fmla="*/ 30830 w 198772"/>
                <a:gd name="connsiteY485" fmla="*/ 125841 h 181049"/>
                <a:gd name="connsiteX486" fmla="*/ 30830 w 198772"/>
                <a:gd name="connsiteY486" fmla="*/ 127465 h 181049"/>
                <a:gd name="connsiteX487" fmla="*/ 30830 w 198772"/>
                <a:gd name="connsiteY487" fmla="*/ 125841 h 181049"/>
                <a:gd name="connsiteX488" fmla="*/ 30830 w 198772"/>
                <a:gd name="connsiteY488" fmla="*/ 125841 h 181049"/>
                <a:gd name="connsiteX489" fmla="*/ 31641 w 198772"/>
                <a:gd name="connsiteY489" fmla="*/ 124218 h 181049"/>
                <a:gd name="connsiteX490" fmla="*/ 31641 w 198772"/>
                <a:gd name="connsiteY490" fmla="*/ 124218 h 181049"/>
                <a:gd name="connsiteX491" fmla="*/ 32453 w 198772"/>
                <a:gd name="connsiteY491" fmla="*/ 124218 h 181049"/>
                <a:gd name="connsiteX492" fmla="*/ 31641 w 198772"/>
                <a:gd name="connsiteY492" fmla="*/ 124218 h 181049"/>
                <a:gd name="connsiteX493" fmla="*/ 34075 w 198772"/>
                <a:gd name="connsiteY493" fmla="*/ 120158 h 181049"/>
                <a:gd name="connsiteX494" fmla="*/ 34075 w 198772"/>
                <a:gd name="connsiteY494" fmla="*/ 120158 h 181049"/>
                <a:gd name="connsiteX495" fmla="*/ 34887 w 198772"/>
                <a:gd name="connsiteY495" fmla="*/ 121782 h 181049"/>
                <a:gd name="connsiteX496" fmla="*/ 34887 w 198772"/>
                <a:gd name="connsiteY496" fmla="*/ 120970 h 181049"/>
                <a:gd name="connsiteX497" fmla="*/ 34075 w 198772"/>
                <a:gd name="connsiteY497" fmla="*/ 120158 h 181049"/>
                <a:gd name="connsiteX498" fmla="*/ 36509 w 198772"/>
                <a:gd name="connsiteY498" fmla="*/ 129901 h 181049"/>
                <a:gd name="connsiteX499" fmla="*/ 36509 w 198772"/>
                <a:gd name="connsiteY499" fmla="*/ 128277 h 181049"/>
                <a:gd name="connsiteX500" fmla="*/ 35698 w 198772"/>
                <a:gd name="connsiteY500" fmla="*/ 127465 h 181049"/>
                <a:gd name="connsiteX501" fmla="*/ 35698 w 198772"/>
                <a:gd name="connsiteY501" fmla="*/ 127465 h 181049"/>
                <a:gd name="connsiteX502" fmla="*/ 37321 w 198772"/>
                <a:gd name="connsiteY502" fmla="*/ 126653 h 181049"/>
                <a:gd name="connsiteX503" fmla="*/ 38132 w 198772"/>
                <a:gd name="connsiteY503" fmla="*/ 126653 h 181049"/>
                <a:gd name="connsiteX504" fmla="*/ 38132 w 198772"/>
                <a:gd name="connsiteY504" fmla="*/ 127465 h 181049"/>
                <a:gd name="connsiteX505" fmla="*/ 38943 w 198772"/>
                <a:gd name="connsiteY505" fmla="*/ 126653 h 181049"/>
                <a:gd name="connsiteX506" fmla="*/ 39754 w 198772"/>
                <a:gd name="connsiteY506" fmla="*/ 125841 h 181049"/>
                <a:gd name="connsiteX507" fmla="*/ 38132 w 198772"/>
                <a:gd name="connsiteY507" fmla="*/ 129089 h 181049"/>
                <a:gd name="connsiteX508" fmla="*/ 36509 w 198772"/>
                <a:gd name="connsiteY508" fmla="*/ 134772 h 181049"/>
                <a:gd name="connsiteX509" fmla="*/ 35698 w 198772"/>
                <a:gd name="connsiteY509" fmla="*/ 134772 h 181049"/>
                <a:gd name="connsiteX510" fmla="*/ 34887 w 198772"/>
                <a:gd name="connsiteY510" fmla="*/ 129901 h 181049"/>
                <a:gd name="connsiteX511" fmla="*/ 36509 w 198772"/>
                <a:gd name="connsiteY511" fmla="*/ 129901 h 181049"/>
                <a:gd name="connsiteX512" fmla="*/ 36509 w 198772"/>
                <a:gd name="connsiteY512" fmla="*/ 129901 h 181049"/>
                <a:gd name="connsiteX513" fmla="*/ 40566 w 198772"/>
                <a:gd name="connsiteY513" fmla="*/ 108792 h 181049"/>
                <a:gd name="connsiteX514" fmla="*/ 39754 w 198772"/>
                <a:gd name="connsiteY514" fmla="*/ 111228 h 181049"/>
                <a:gd name="connsiteX515" fmla="*/ 39754 w 198772"/>
                <a:gd name="connsiteY515" fmla="*/ 110416 h 181049"/>
                <a:gd name="connsiteX516" fmla="*/ 40566 w 198772"/>
                <a:gd name="connsiteY516" fmla="*/ 108792 h 181049"/>
                <a:gd name="connsiteX517" fmla="*/ 40566 w 198772"/>
                <a:gd name="connsiteY517" fmla="*/ 108792 h 181049"/>
                <a:gd name="connsiteX518" fmla="*/ 51113 w 198772"/>
                <a:gd name="connsiteY518" fmla="*/ 92554 h 181049"/>
                <a:gd name="connsiteX519" fmla="*/ 50302 w 198772"/>
                <a:gd name="connsiteY519" fmla="*/ 90931 h 181049"/>
                <a:gd name="connsiteX520" fmla="*/ 49490 w 198772"/>
                <a:gd name="connsiteY520" fmla="*/ 91742 h 181049"/>
                <a:gd name="connsiteX521" fmla="*/ 51113 w 198772"/>
                <a:gd name="connsiteY521" fmla="*/ 92554 h 181049"/>
                <a:gd name="connsiteX522" fmla="*/ 51113 w 198772"/>
                <a:gd name="connsiteY522" fmla="*/ 89307 h 181049"/>
                <a:gd name="connsiteX523" fmla="*/ 51113 w 198772"/>
                <a:gd name="connsiteY523" fmla="*/ 90931 h 181049"/>
                <a:gd name="connsiteX524" fmla="*/ 51924 w 198772"/>
                <a:gd name="connsiteY524" fmla="*/ 91742 h 181049"/>
                <a:gd name="connsiteX525" fmla="*/ 52735 w 198772"/>
                <a:gd name="connsiteY525" fmla="*/ 90931 h 181049"/>
                <a:gd name="connsiteX526" fmla="*/ 54358 w 198772"/>
                <a:gd name="connsiteY526" fmla="*/ 90119 h 181049"/>
                <a:gd name="connsiteX527" fmla="*/ 55170 w 198772"/>
                <a:gd name="connsiteY527" fmla="*/ 90119 h 181049"/>
                <a:gd name="connsiteX528" fmla="*/ 52735 w 198772"/>
                <a:gd name="connsiteY528" fmla="*/ 89307 h 181049"/>
                <a:gd name="connsiteX529" fmla="*/ 51113 w 198772"/>
                <a:gd name="connsiteY529" fmla="*/ 89307 h 181049"/>
                <a:gd name="connsiteX530" fmla="*/ 54358 w 198772"/>
                <a:gd name="connsiteY530" fmla="*/ 86059 h 181049"/>
                <a:gd name="connsiteX531" fmla="*/ 53547 w 198772"/>
                <a:gd name="connsiteY531" fmla="*/ 86871 h 181049"/>
                <a:gd name="connsiteX532" fmla="*/ 54358 w 198772"/>
                <a:gd name="connsiteY532" fmla="*/ 86059 h 181049"/>
                <a:gd name="connsiteX533" fmla="*/ 54358 w 198772"/>
                <a:gd name="connsiteY533" fmla="*/ 86059 h 181049"/>
                <a:gd name="connsiteX534" fmla="*/ 55170 w 198772"/>
                <a:gd name="connsiteY534" fmla="*/ 90119 h 181049"/>
                <a:gd name="connsiteX535" fmla="*/ 55170 w 198772"/>
                <a:gd name="connsiteY535" fmla="*/ 90119 h 181049"/>
                <a:gd name="connsiteX536" fmla="*/ 54358 w 198772"/>
                <a:gd name="connsiteY536" fmla="*/ 90931 h 181049"/>
                <a:gd name="connsiteX537" fmla="*/ 53547 w 198772"/>
                <a:gd name="connsiteY537" fmla="*/ 91742 h 181049"/>
                <a:gd name="connsiteX538" fmla="*/ 55170 w 198772"/>
                <a:gd name="connsiteY538" fmla="*/ 92554 h 181049"/>
                <a:gd name="connsiteX539" fmla="*/ 56792 w 198772"/>
                <a:gd name="connsiteY539" fmla="*/ 92554 h 181049"/>
                <a:gd name="connsiteX540" fmla="*/ 55981 w 198772"/>
                <a:gd name="connsiteY540" fmla="*/ 91742 h 181049"/>
                <a:gd name="connsiteX541" fmla="*/ 55170 w 198772"/>
                <a:gd name="connsiteY541" fmla="*/ 90119 h 181049"/>
                <a:gd name="connsiteX542" fmla="*/ 55170 w 198772"/>
                <a:gd name="connsiteY542" fmla="*/ 90119 h 181049"/>
                <a:gd name="connsiteX543" fmla="*/ 58415 w 198772"/>
                <a:gd name="connsiteY543" fmla="*/ 79564 h 181049"/>
                <a:gd name="connsiteX544" fmla="*/ 57603 w 198772"/>
                <a:gd name="connsiteY544" fmla="*/ 80376 h 181049"/>
                <a:gd name="connsiteX545" fmla="*/ 56792 w 198772"/>
                <a:gd name="connsiteY545" fmla="*/ 81188 h 181049"/>
                <a:gd name="connsiteX546" fmla="*/ 55981 w 198772"/>
                <a:gd name="connsiteY546" fmla="*/ 82000 h 181049"/>
                <a:gd name="connsiteX547" fmla="*/ 56792 w 198772"/>
                <a:gd name="connsiteY547" fmla="*/ 82000 h 181049"/>
                <a:gd name="connsiteX548" fmla="*/ 57603 w 198772"/>
                <a:gd name="connsiteY548" fmla="*/ 82812 h 181049"/>
                <a:gd name="connsiteX549" fmla="*/ 57603 w 198772"/>
                <a:gd name="connsiteY549" fmla="*/ 83624 h 181049"/>
                <a:gd name="connsiteX550" fmla="*/ 56792 w 198772"/>
                <a:gd name="connsiteY550" fmla="*/ 83624 h 181049"/>
                <a:gd name="connsiteX551" fmla="*/ 55981 w 198772"/>
                <a:gd name="connsiteY551" fmla="*/ 83624 h 181049"/>
                <a:gd name="connsiteX552" fmla="*/ 54358 w 198772"/>
                <a:gd name="connsiteY552" fmla="*/ 83624 h 181049"/>
                <a:gd name="connsiteX553" fmla="*/ 55981 w 198772"/>
                <a:gd name="connsiteY553" fmla="*/ 84436 h 181049"/>
                <a:gd name="connsiteX554" fmla="*/ 58415 w 198772"/>
                <a:gd name="connsiteY554" fmla="*/ 84436 h 181049"/>
                <a:gd name="connsiteX555" fmla="*/ 58415 w 198772"/>
                <a:gd name="connsiteY555" fmla="*/ 82000 h 181049"/>
                <a:gd name="connsiteX556" fmla="*/ 58415 w 198772"/>
                <a:gd name="connsiteY556" fmla="*/ 79564 h 181049"/>
                <a:gd name="connsiteX557" fmla="*/ 58415 w 198772"/>
                <a:gd name="connsiteY557" fmla="*/ 79564 h 181049"/>
                <a:gd name="connsiteX558" fmla="*/ 56792 w 198772"/>
                <a:gd name="connsiteY558" fmla="*/ 90119 h 181049"/>
                <a:gd name="connsiteX559" fmla="*/ 56792 w 198772"/>
                <a:gd name="connsiteY559" fmla="*/ 90119 h 181049"/>
                <a:gd name="connsiteX560" fmla="*/ 56792 w 198772"/>
                <a:gd name="connsiteY560" fmla="*/ 88495 h 181049"/>
                <a:gd name="connsiteX561" fmla="*/ 56792 w 198772"/>
                <a:gd name="connsiteY561" fmla="*/ 90119 h 181049"/>
                <a:gd name="connsiteX562" fmla="*/ 62471 w 198772"/>
                <a:gd name="connsiteY562" fmla="*/ 73881 h 181049"/>
                <a:gd name="connsiteX563" fmla="*/ 60037 w 198772"/>
                <a:gd name="connsiteY563" fmla="*/ 76317 h 181049"/>
                <a:gd name="connsiteX564" fmla="*/ 59226 w 198772"/>
                <a:gd name="connsiteY564" fmla="*/ 77941 h 181049"/>
                <a:gd name="connsiteX565" fmla="*/ 60037 w 198772"/>
                <a:gd name="connsiteY565" fmla="*/ 77941 h 181049"/>
                <a:gd name="connsiteX566" fmla="*/ 60849 w 198772"/>
                <a:gd name="connsiteY566" fmla="*/ 77941 h 181049"/>
                <a:gd name="connsiteX567" fmla="*/ 60849 w 198772"/>
                <a:gd name="connsiteY567" fmla="*/ 76317 h 181049"/>
                <a:gd name="connsiteX568" fmla="*/ 60849 w 198772"/>
                <a:gd name="connsiteY568" fmla="*/ 74693 h 181049"/>
                <a:gd name="connsiteX569" fmla="*/ 62471 w 198772"/>
                <a:gd name="connsiteY569" fmla="*/ 73069 h 181049"/>
                <a:gd name="connsiteX570" fmla="*/ 63283 w 198772"/>
                <a:gd name="connsiteY570" fmla="*/ 72257 h 181049"/>
                <a:gd name="connsiteX571" fmla="*/ 63283 w 198772"/>
                <a:gd name="connsiteY571" fmla="*/ 71445 h 181049"/>
                <a:gd name="connsiteX572" fmla="*/ 62471 w 198772"/>
                <a:gd name="connsiteY572" fmla="*/ 73881 h 181049"/>
                <a:gd name="connsiteX573" fmla="*/ 59226 w 198772"/>
                <a:gd name="connsiteY573" fmla="*/ 85247 h 181049"/>
                <a:gd name="connsiteX574" fmla="*/ 59226 w 198772"/>
                <a:gd name="connsiteY574" fmla="*/ 85247 h 181049"/>
                <a:gd name="connsiteX575" fmla="*/ 59226 w 198772"/>
                <a:gd name="connsiteY575" fmla="*/ 85247 h 181049"/>
                <a:gd name="connsiteX576" fmla="*/ 59226 w 198772"/>
                <a:gd name="connsiteY576" fmla="*/ 85247 h 181049"/>
                <a:gd name="connsiteX577" fmla="*/ 60849 w 198772"/>
                <a:gd name="connsiteY577" fmla="*/ 17050 h 181049"/>
                <a:gd name="connsiteX578" fmla="*/ 59226 w 198772"/>
                <a:gd name="connsiteY578" fmla="*/ 17050 h 181049"/>
                <a:gd name="connsiteX579" fmla="*/ 59226 w 198772"/>
                <a:gd name="connsiteY579" fmla="*/ 17861 h 181049"/>
                <a:gd name="connsiteX580" fmla="*/ 60849 w 198772"/>
                <a:gd name="connsiteY580" fmla="*/ 17050 h 181049"/>
                <a:gd name="connsiteX581" fmla="*/ 80320 w 198772"/>
                <a:gd name="connsiteY581" fmla="*/ 12178 h 181049"/>
                <a:gd name="connsiteX582" fmla="*/ 77886 w 198772"/>
                <a:gd name="connsiteY582" fmla="*/ 12990 h 181049"/>
                <a:gd name="connsiteX583" fmla="*/ 74641 w 198772"/>
                <a:gd name="connsiteY583" fmla="*/ 14614 h 181049"/>
                <a:gd name="connsiteX584" fmla="*/ 73830 w 198772"/>
                <a:gd name="connsiteY584" fmla="*/ 13802 h 181049"/>
                <a:gd name="connsiteX585" fmla="*/ 73018 w 198772"/>
                <a:gd name="connsiteY585" fmla="*/ 13802 h 181049"/>
                <a:gd name="connsiteX586" fmla="*/ 69773 w 198772"/>
                <a:gd name="connsiteY586" fmla="*/ 15426 h 181049"/>
                <a:gd name="connsiteX587" fmla="*/ 67339 w 198772"/>
                <a:gd name="connsiteY587" fmla="*/ 16238 h 181049"/>
                <a:gd name="connsiteX588" fmla="*/ 66528 w 198772"/>
                <a:gd name="connsiteY588" fmla="*/ 16238 h 181049"/>
                <a:gd name="connsiteX589" fmla="*/ 64905 w 198772"/>
                <a:gd name="connsiteY589" fmla="*/ 16238 h 181049"/>
                <a:gd name="connsiteX590" fmla="*/ 64094 w 198772"/>
                <a:gd name="connsiteY590" fmla="*/ 17050 h 181049"/>
                <a:gd name="connsiteX591" fmla="*/ 64905 w 198772"/>
                <a:gd name="connsiteY591" fmla="*/ 17050 h 181049"/>
                <a:gd name="connsiteX592" fmla="*/ 69773 w 198772"/>
                <a:gd name="connsiteY592" fmla="*/ 16238 h 181049"/>
                <a:gd name="connsiteX593" fmla="*/ 71396 w 198772"/>
                <a:gd name="connsiteY593" fmla="*/ 16238 h 181049"/>
                <a:gd name="connsiteX594" fmla="*/ 75452 w 198772"/>
                <a:gd name="connsiteY594" fmla="*/ 15426 h 181049"/>
                <a:gd name="connsiteX595" fmla="*/ 78698 w 198772"/>
                <a:gd name="connsiteY595" fmla="*/ 16238 h 181049"/>
                <a:gd name="connsiteX596" fmla="*/ 78698 w 198772"/>
                <a:gd name="connsiteY596" fmla="*/ 15426 h 181049"/>
                <a:gd name="connsiteX597" fmla="*/ 79509 w 198772"/>
                <a:gd name="connsiteY597" fmla="*/ 16238 h 181049"/>
                <a:gd name="connsiteX598" fmla="*/ 81943 w 198772"/>
                <a:gd name="connsiteY598" fmla="*/ 16238 h 181049"/>
                <a:gd name="connsiteX599" fmla="*/ 81132 w 198772"/>
                <a:gd name="connsiteY599" fmla="*/ 15426 h 181049"/>
                <a:gd name="connsiteX600" fmla="*/ 80320 w 198772"/>
                <a:gd name="connsiteY600" fmla="*/ 14614 h 181049"/>
                <a:gd name="connsiteX601" fmla="*/ 81132 w 198772"/>
                <a:gd name="connsiteY601" fmla="*/ 13802 h 181049"/>
                <a:gd name="connsiteX602" fmla="*/ 81943 w 198772"/>
                <a:gd name="connsiteY602" fmla="*/ 12178 h 181049"/>
                <a:gd name="connsiteX603" fmla="*/ 81943 w 198772"/>
                <a:gd name="connsiteY603" fmla="*/ 10554 h 181049"/>
                <a:gd name="connsiteX604" fmla="*/ 80320 w 198772"/>
                <a:gd name="connsiteY604" fmla="*/ 12178 h 181049"/>
                <a:gd name="connsiteX605" fmla="*/ 66528 w 198772"/>
                <a:gd name="connsiteY605" fmla="*/ 14614 h 181049"/>
                <a:gd name="connsiteX606" fmla="*/ 66528 w 198772"/>
                <a:gd name="connsiteY606" fmla="*/ 14614 h 181049"/>
                <a:gd name="connsiteX607" fmla="*/ 66528 w 198772"/>
                <a:gd name="connsiteY607" fmla="*/ 14614 h 181049"/>
                <a:gd name="connsiteX608" fmla="*/ 66528 w 198772"/>
                <a:gd name="connsiteY608" fmla="*/ 14614 h 181049"/>
                <a:gd name="connsiteX609" fmla="*/ 66528 w 198772"/>
                <a:gd name="connsiteY609" fmla="*/ 68198 h 181049"/>
                <a:gd name="connsiteX610" fmla="*/ 66528 w 198772"/>
                <a:gd name="connsiteY610" fmla="*/ 68198 h 181049"/>
                <a:gd name="connsiteX611" fmla="*/ 66528 w 198772"/>
                <a:gd name="connsiteY611" fmla="*/ 69010 h 181049"/>
                <a:gd name="connsiteX612" fmla="*/ 66528 w 198772"/>
                <a:gd name="connsiteY612" fmla="*/ 68198 h 181049"/>
                <a:gd name="connsiteX613" fmla="*/ 66528 w 198772"/>
                <a:gd name="connsiteY613" fmla="*/ 68198 h 181049"/>
                <a:gd name="connsiteX614" fmla="*/ 67339 w 198772"/>
                <a:gd name="connsiteY614" fmla="*/ 66574 h 181049"/>
                <a:gd name="connsiteX615" fmla="*/ 66528 w 198772"/>
                <a:gd name="connsiteY615" fmla="*/ 67386 h 181049"/>
                <a:gd name="connsiteX616" fmla="*/ 67339 w 198772"/>
                <a:gd name="connsiteY616" fmla="*/ 66574 h 181049"/>
                <a:gd name="connsiteX617" fmla="*/ 68150 w 198772"/>
                <a:gd name="connsiteY617" fmla="*/ 65762 h 181049"/>
                <a:gd name="connsiteX618" fmla="*/ 67339 w 198772"/>
                <a:gd name="connsiteY618" fmla="*/ 66574 h 181049"/>
                <a:gd name="connsiteX619" fmla="*/ 67339 w 198772"/>
                <a:gd name="connsiteY619" fmla="*/ 69822 h 181049"/>
                <a:gd name="connsiteX620" fmla="*/ 67339 w 198772"/>
                <a:gd name="connsiteY620" fmla="*/ 69822 h 181049"/>
                <a:gd name="connsiteX621" fmla="*/ 67339 w 198772"/>
                <a:gd name="connsiteY621" fmla="*/ 69822 h 181049"/>
                <a:gd name="connsiteX622" fmla="*/ 67339 w 198772"/>
                <a:gd name="connsiteY622" fmla="*/ 69822 h 181049"/>
                <a:gd name="connsiteX623" fmla="*/ 69773 w 198772"/>
                <a:gd name="connsiteY623" fmla="*/ 12990 h 181049"/>
                <a:gd name="connsiteX624" fmla="*/ 70585 w 198772"/>
                <a:gd name="connsiteY624" fmla="*/ 12178 h 181049"/>
                <a:gd name="connsiteX625" fmla="*/ 69773 w 198772"/>
                <a:gd name="connsiteY625" fmla="*/ 12990 h 181049"/>
                <a:gd name="connsiteX626" fmla="*/ 69773 w 198772"/>
                <a:gd name="connsiteY626" fmla="*/ 12990 h 181049"/>
                <a:gd name="connsiteX627" fmla="*/ 69773 w 198772"/>
                <a:gd name="connsiteY627" fmla="*/ 12990 h 181049"/>
                <a:gd name="connsiteX628" fmla="*/ 71396 w 198772"/>
                <a:gd name="connsiteY628" fmla="*/ 13802 h 181049"/>
                <a:gd name="connsiteX629" fmla="*/ 71396 w 198772"/>
                <a:gd name="connsiteY629" fmla="*/ 13802 h 181049"/>
                <a:gd name="connsiteX630" fmla="*/ 71396 w 198772"/>
                <a:gd name="connsiteY630" fmla="*/ 13802 h 181049"/>
                <a:gd name="connsiteX631" fmla="*/ 71396 w 198772"/>
                <a:gd name="connsiteY631" fmla="*/ 13802 h 181049"/>
                <a:gd name="connsiteX632" fmla="*/ 71396 w 198772"/>
                <a:gd name="connsiteY632" fmla="*/ 60891 h 181049"/>
                <a:gd name="connsiteX633" fmla="*/ 70585 w 198772"/>
                <a:gd name="connsiteY633" fmla="*/ 62515 h 181049"/>
                <a:gd name="connsiteX634" fmla="*/ 71396 w 198772"/>
                <a:gd name="connsiteY634" fmla="*/ 60891 h 181049"/>
                <a:gd name="connsiteX635" fmla="*/ 71396 w 198772"/>
                <a:gd name="connsiteY635" fmla="*/ 60891 h 181049"/>
                <a:gd name="connsiteX636" fmla="*/ 79509 w 198772"/>
                <a:gd name="connsiteY636" fmla="*/ 14614 h 181049"/>
                <a:gd name="connsiteX637" fmla="*/ 80320 w 198772"/>
                <a:gd name="connsiteY637" fmla="*/ 14614 h 181049"/>
                <a:gd name="connsiteX638" fmla="*/ 79509 w 198772"/>
                <a:gd name="connsiteY638" fmla="*/ 14614 h 181049"/>
                <a:gd name="connsiteX639" fmla="*/ 79509 w 198772"/>
                <a:gd name="connsiteY639" fmla="*/ 14614 h 181049"/>
                <a:gd name="connsiteX640" fmla="*/ 80320 w 198772"/>
                <a:gd name="connsiteY640" fmla="*/ 10554 h 181049"/>
                <a:gd name="connsiteX641" fmla="*/ 81132 w 198772"/>
                <a:gd name="connsiteY641" fmla="*/ 9743 h 181049"/>
                <a:gd name="connsiteX642" fmla="*/ 80320 w 198772"/>
                <a:gd name="connsiteY642" fmla="*/ 8931 h 181049"/>
                <a:gd name="connsiteX643" fmla="*/ 80320 w 198772"/>
                <a:gd name="connsiteY643" fmla="*/ 10554 h 181049"/>
                <a:gd name="connsiteX644" fmla="*/ 80320 w 198772"/>
                <a:gd name="connsiteY644" fmla="*/ 10554 h 181049"/>
                <a:gd name="connsiteX645" fmla="*/ 84377 w 198772"/>
                <a:gd name="connsiteY645" fmla="*/ 14614 h 181049"/>
                <a:gd name="connsiteX646" fmla="*/ 84377 w 198772"/>
                <a:gd name="connsiteY646" fmla="*/ 14614 h 181049"/>
                <a:gd name="connsiteX647" fmla="*/ 85999 w 198772"/>
                <a:gd name="connsiteY647" fmla="*/ 14614 h 181049"/>
                <a:gd name="connsiteX648" fmla="*/ 84377 w 198772"/>
                <a:gd name="connsiteY648" fmla="*/ 14614 h 181049"/>
                <a:gd name="connsiteX649" fmla="*/ 85999 w 198772"/>
                <a:gd name="connsiteY649" fmla="*/ 8119 h 181049"/>
                <a:gd name="connsiteX650" fmla="*/ 83566 w 198772"/>
                <a:gd name="connsiteY650" fmla="*/ 9743 h 181049"/>
                <a:gd name="connsiteX651" fmla="*/ 85999 w 198772"/>
                <a:gd name="connsiteY651" fmla="*/ 9743 h 181049"/>
                <a:gd name="connsiteX652" fmla="*/ 85999 w 198772"/>
                <a:gd name="connsiteY652" fmla="*/ 8119 h 181049"/>
                <a:gd name="connsiteX653" fmla="*/ 89245 w 198772"/>
                <a:gd name="connsiteY653" fmla="*/ 12178 h 181049"/>
                <a:gd name="connsiteX654" fmla="*/ 89245 w 198772"/>
                <a:gd name="connsiteY654" fmla="*/ 12178 h 181049"/>
                <a:gd name="connsiteX655" fmla="*/ 89245 w 198772"/>
                <a:gd name="connsiteY655" fmla="*/ 12178 h 181049"/>
                <a:gd name="connsiteX656" fmla="*/ 89245 w 198772"/>
                <a:gd name="connsiteY656" fmla="*/ 12178 h 181049"/>
                <a:gd name="connsiteX657" fmla="*/ 89245 w 198772"/>
                <a:gd name="connsiteY657" fmla="*/ 12178 h 181049"/>
                <a:gd name="connsiteX658" fmla="*/ 91679 w 198772"/>
                <a:gd name="connsiteY658" fmla="*/ 10554 h 181049"/>
                <a:gd name="connsiteX659" fmla="*/ 90867 w 198772"/>
                <a:gd name="connsiteY659" fmla="*/ 11366 h 181049"/>
                <a:gd name="connsiteX660" fmla="*/ 91679 w 198772"/>
                <a:gd name="connsiteY660" fmla="*/ 10554 h 181049"/>
                <a:gd name="connsiteX661" fmla="*/ 91679 w 198772"/>
                <a:gd name="connsiteY661" fmla="*/ 10554 h 181049"/>
                <a:gd name="connsiteX662" fmla="*/ 92490 w 198772"/>
                <a:gd name="connsiteY662" fmla="*/ 13802 h 181049"/>
                <a:gd name="connsiteX663" fmla="*/ 92490 w 198772"/>
                <a:gd name="connsiteY663" fmla="*/ 13802 h 181049"/>
                <a:gd name="connsiteX664" fmla="*/ 94113 w 198772"/>
                <a:gd name="connsiteY664" fmla="*/ 13802 h 181049"/>
                <a:gd name="connsiteX665" fmla="*/ 92490 w 198772"/>
                <a:gd name="connsiteY665" fmla="*/ 13802 h 181049"/>
                <a:gd name="connsiteX666" fmla="*/ 94924 w 198772"/>
                <a:gd name="connsiteY666" fmla="*/ 4059 h 181049"/>
                <a:gd name="connsiteX667" fmla="*/ 94113 w 198772"/>
                <a:gd name="connsiteY667" fmla="*/ 4871 h 181049"/>
                <a:gd name="connsiteX668" fmla="*/ 94924 w 198772"/>
                <a:gd name="connsiteY668" fmla="*/ 4059 h 181049"/>
                <a:gd name="connsiteX669" fmla="*/ 94924 w 198772"/>
                <a:gd name="connsiteY669" fmla="*/ 4059 h 181049"/>
                <a:gd name="connsiteX670" fmla="*/ 94113 w 198772"/>
                <a:gd name="connsiteY670" fmla="*/ 12178 h 181049"/>
                <a:gd name="connsiteX671" fmla="*/ 94113 w 198772"/>
                <a:gd name="connsiteY671" fmla="*/ 12178 h 181049"/>
                <a:gd name="connsiteX672" fmla="*/ 94924 w 198772"/>
                <a:gd name="connsiteY672" fmla="*/ 12178 h 181049"/>
                <a:gd name="connsiteX673" fmla="*/ 94113 w 198772"/>
                <a:gd name="connsiteY673" fmla="*/ 12178 h 181049"/>
                <a:gd name="connsiteX674" fmla="*/ 101414 w 198772"/>
                <a:gd name="connsiteY674" fmla="*/ 4059 h 181049"/>
                <a:gd name="connsiteX675" fmla="*/ 101414 w 198772"/>
                <a:gd name="connsiteY675" fmla="*/ 4059 h 181049"/>
                <a:gd name="connsiteX676" fmla="*/ 101414 w 198772"/>
                <a:gd name="connsiteY676" fmla="*/ 4059 h 181049"/>
                <a:gd name="connsiteX677" fmla="*/ 101414 w 198772"/>
                <a:gd name="connsiteY677" fmla="*/ 4059 h 181049"/>
                <a:gd name="connsiteX678" fmla="*/ 102226 w 198772"/>
                <a:gd name="connsiteY678" fmla="*/ 9743 h 181049"/>
                <a:gd name="connsiteX679" fmla="*/ 102226 w 198772"/>
                <a:gd name="connsiteY679" fmla="*/ 9743 h 181049"/>
                <a:gd name="connsiteX680" fmla="*/ 102226 w 198772"/>
                <a:gd name="connsiteY680" fmla="*/ 8931 h 181049"/>
                <a:gd name="connsiteX681" fmla="*/ 102226 w 198772"/>
                <a:gd name="connsiteY681" fmla="*/ 9743 h 181049"/>
                <a:gd name="connsiteX682" fmla="*/ 102226 w 198772"/>
                <a:gd name="connsiteY682" fmla="*/ 9743 h 181049"/>
                <a:gd name="connsiteX683" fmla="*/ 106282 w 198772"/>
                <a:gd name="connsiteY683" fmla="*/ 3248 h 181049"/>
                <a:gd name="connsiteX684" fmla="*/ 104660 w 198772"/>
                <a:gd name="connsiteY684" fmla="*/ 4059 h 181049"/>
                <a:gd name="connsiteX685" fmla="*/ 105471 w 198772"/>
                <a:gd name="connsiteY685" fmla="*/ 4059 h 181049"/>
                <a:gd name="connsiteX686" fmla="*/ 107094 w 198772"/>
                <a:gd name="connsiteY686" fmla="*/ 4059 h 181049"/>
                <a:gd name="connsiteX687" fmla="*/ 107905 w 198772"/>
                <a:gd name="connsiteY687" fmla="*/ 3248 h 181049"/>
                <a:gd name="connsiteX688" fmla="*/ 106282 w 198772"/>
                <a:gd name="connsiteY688" fmla="*/ 3248 h 181049"/>
                <a:gd name="connsiteX689" fmla="*/ 116018 w 198772"/>
                <a:gd name="connsiteY689" fmla="*/ 8931 h 181049"/>
                <a:gd name="connsiteX690" fmla="*/ 116018 w 198772"/>
                <a:gd name="connsiteY690" fmla="*/ 8931 h 181049"/>
                <a:gd name="connsiteX691" fmla="*/ 116018 w 198772"/>
                <a:gd name="connsiteY691" fmla="*/ 8931 h 181049"/>
                <a:gd name="connsiteX692" fmla="*/ 116018 w 198772"/>
                <a:gd name="connsiteY692" fmla="*/ 8931 h 181049"/>
                <a:gd name="connsiteX693" fmla="*/ 119263 w 198772"/>
                <a:gd name="connsiteY693" fmla="*/ 9743 h 181049"/>
                <a:gd name="connsiteX694" fmla="*/ 118452 w 198772"/>
                <a:gd name="connsiteY694" fmla="*/ 8119 h 181049"/>
                <a:gd name="connsiteX695" fmla="*/ 120886 w 198772"/>
                <a:gd name="connsiteY695" fmla="*/ 8931 h 181049"/>
                <a:gd name="connsiteX696" fmla="*/ 119263 w 198772"/>
                <a:gd name="connsiteY696" fmla="*/ 9743 h 181049"/>
                <a:gd name="connsiteX697" fmla="*/ 126565 w 198772"/>
                <a:gd name="connsiteY697" fmla="*/ 1624 h 181049"/>
                <a:gd name="connsiteX698" fmla="*/ 124943 w 198772"/>
                <a:gd name="connsiteY698" fmla="*/ 1624 h 181049"/>
                <a:gd name="connsiteX699" fmla="*/ 124943 w 198772"/>
                <a:gd name="connsiteY699" fmla="*/ 2436 h 181049"/>
                <a:gd name="connsiteX700" fmla="*/ 126565 w 198772"/>
                <a:gd name="connsiteY700" fmla="*/ 1624 h 181049"/>
                <a:gd name="connsiteX701" fmla="*/ 128188 w 198772"/>
                <a:gd name="connsiteY701" fmla="*/ 8931 h 181049"/>
                <a:gd name="connsiteX702" fmla="*/ 128188 w 198772"/>
                <a:gd name="connsiteY702" fmla="*/ 8931 h 181049"/>
                <a:gd name="connsiteX703" fmla="*/ 128999 w 198772"/>
                <a:gd name="connsiteY703" fmla="*/ 8931 h 181049"/>
                <a:gd name="connsiteX704" fmla="*/ 128188 w 198772"/>
                <a:gd name="connsiteY704" fmla="*/ 8931 h 181049"/>
                <a:gd name="connsiteX705" fmla="*/ 128188 w 198772"/>
                <a:gd name="connsiteY705" fmla="*/ 8931 h 181049"/>
                <a:gd name="connsiteX706" fmla="*/ 140358 w 198772"/>
                <a:gd name="connsiteY706" fmla="*/ 1624 h 181049"/>
                <a:gd name="connsiteX707" fmla="*/ 137924 w 198772"/>
                <a:gd name="connsiteY707" fmla="*/ 3248 h 181049"/>
                <a:gd name="connsiteX708" fmla="*/ 138735 w 198772"/>
                <a:gd name="connsiteY708" fmla="*/ 3248 h 181049"/>
                <a:gd name="connsiteX709" fmla="*/ 139546 w 198772"/>
                <a:gd name="connsiteY709" fmla="*/ 3248 h 181049"/>
                <a:gd name="connsiteX710" fmla="*/ 141169 w 198772"/>
                <a:gd name="connsiteY710" fmla="*/ 3248 h 181049"/>
                <a:gd name="connsiteX711" fmla="*/ 141980 w 198772"/>
                <a:gd name="connsiteY711" fmla="*/ 2436 h 181049"/>
                <a:gd name="connsiteX712" fmla="*/ 140358 w 198772"/>
                <a:gd name="connsiteY712" fmla="*/ 1624 h 181049"/>
                <a:gd name="connsiteX713" fmla="*/ 141980 w 198772"/>
                <a:gd name="connsiteY713" fmla="*/ 12990 h 181049"/>
                <a:gd name="connsiteX714" fmla="*/ 141980 w 198772"/>
                <a:gd name="connsiteY714" fmla="*/ 12990 h 181049"/>
                <a:gd name="connsiteX715" fmla="*/ 141169 w 198772"/>
                <a:gd name="connsiteY715" fmla="*/ 13802 h 181049"/>
                <a:gd name="connsiteX716" fmla="*/ 141980 w 198772"/>
                <a:gd name="connsiteY716" fmla="*/ 12990 h 181049"/>
                <a:gd name="connsiteX717" fmla="*/ 145225 w 198772"/>
                <a:gd name="connsiteY717" fmla="*/ 8931 h 181049"/>
                <a:gd name="connsiteX718" fmla="*/ 144414 w 198772"/>
                <a:gd name="connsiteY718" fmla="*/ 8119 h 181049"/>
                <a:gd name="connsiteX719" fmla="*/ 142792 w 198772"/>
                <a:gd name="connsiteY719" fmla="*/ 9743 h 181049"/>
                <a:gd name="connsiteX720" fmla="*/ 145225 w 198772"/>
                <a:gd name="connsiteY720" fmla="*/ 8931 h 181049"/>
                <a:gd name="connsiteX721" fmla="*/ 145225 w 198772"/>
                <a:gd name="connsiteY721" fmla="*/ 12990 h 181049"/>
                <a:gd name="connsiteX722" fmla="*/ 146037 w 198772"/>
                <a:gd name="connsiteY722" fmla="*/ 13802 h 181049"/>
                <a:gd name="connsiteX723" fmla="*/ 145225 w 198772"/>
                <a:gd name="connsiteY723" fmla="*/ 13802 h 181049"/>
                <a:gd name="connsiteX724" fmla="*/ 145225 w 198772"/>
                <a:gd name="connsiteY724" fmla="*/ 12990 h 181049"/>
                <a:gd name="connsiteX725" fmla="*/ 145225 w 198772"/>
                <a:gd name="connsiteY725" fmla="*/ 12990 h 181049"/>
                <a:gd name="connsiteX726" fmla="*/ 147659 w 198772"/>
                <a:gd name="connsiteY726" fmla="*/ 11366 h 181049"/>
                <a:gd name="connsiteX727" fmla="*/ 147659 w 198772"/>
                <a:gd name="connsiteY727" fmla="*/ 11366 h 181049"/>
                <a:gd name="connsiteX728" fmla="*/ 147659 w 198772"/>
                <a:gd name="connsiteY728" fmla="*/ 11366 h 181049"/>
                <a:gd name="connsiteX729" fmla="*/ 147659 w 198772"/>
                <a:gd name="connsiteY729" fmla="*/ 11366 h 181049"/>
                <a:gd name="connsiteX730" fmla="*/ 147659 w 198772"/>
                <a:gd name="connsiteY730" fmla="*/ 11366 h 181049"/>
                <a:gd name="connsiteX731" fmla="*/ 150093 w 198772"/>
                <a:gd name="connsiteY731" fmla="*/ 13802 h 181049"/>
                <a:gd name="connsiteX732" fmla="*/ 148471 w 198772"/>
                <a:gd name="connsiteY732" fmla="*/ 13802 h 181049"/>
                <a:gd name="connsiteX733" fmla="*/ 150093 w 198772"/>
                <a:gd name="connsiteY733" fmla="*/ 13802 h 181049"/>
                <a:gd name="connsiteX734" fmla="*/ 150093 w 198772"/>
                <a:gd name="connsiteY734" fmla="*/ 13802 h 181049"/>
                <a:gd name="connsiteX735" fmla="*/ 150093 w 198772"/>
                <a:gd name="connsiteY735" fmla="*/ 13802 h 181049"/>
                <a:gd name="connsiteX736" fmla="*/ 149282 w 198772"/>
                <a:gd name="connsiteY736" fmla="*/ 10554 h 181049"/>
                <a:gd name="connsiteX737" fmla="*/ 149282 w 198772"/>
                <a:gd name="connsiteY737" fmla="*/ 10554 h 181049"/>
                <a:gd name="connsiteX738" fmla="*/ 150093 w 198772"/>
                <a:gd name="connsiteY738" fmla="*/ 10554 h 181049"/>
                <a:gd name="connsiteX739" fmla="*/ 149282 w 198772"/>
                <a:gd name="connsiteY739" fmla="*/ 10554 h 181049"/>
                <a:gd name="connsiteX740" fmla="*/ 155773 w 198772"/>
                <a:gd name="connsiteY740" fmla="*/ 13802 h 181049"/>
                <a:gd name="connsiteX741" fmla="*/ 154150 w 198772"/>
                <a:gd name="connsiteY741" fmla="*/ 14614 h 181049"/>
                <a:gd name="connsiteX742" fmla="*/ 153339 w 198772"/>
                <a:gd name="connsiteY742" fmla="*/ 12990 h 181049"/>
                <a:gd name="connsiteX743" fmla="*/ 155773 w 198772"/>
                <a:gd name="connsiteY743" fmla="*/ 13802 h 181049"/>
                <a:gd name="connsiteX744" fmla="*/ 159018 w 198772"/>
                <a:gd name="connsiteY744" fmla="*/ 10554 h 181049"/>
                <a:gd name="connsiteX745" fmla="*/ 162263 w 198772"/>
                <a:gd name="connsiteY745" fmla="*/ 9743 h 181049"/>
                <a:gd name="connsiteX746" fmla="*/ 159829 w 198772"/>
                <a:gd name="connsiteY746" fmla="*/ 9743 h 181049"/>
                <a:gd name="connsiteX747" fmla="*/ 159018 w 198772"/>
                <a:gd name="connsiteY747" fmla="*/ 10554 h 181049"/>
                <a:gd name="connsiteX748" fmla="*/ 159829 w 198772"/>
                <a:gd name="connsiteY748" fmla="*/ 14614 h 181049"/>
                <a:gd name="connsiteX749" fmla="*/ 160641 w 198772"/>
                <a:gd name="connsiteY749" fmla="*/ 14614 h 181049"/>
                <a:gd name="connsiteX750" fmla="*/ 159829 w 198772"/>
                <a:gd name="connsiteY750" fmla="*/ 14614 h 181049"/>
                <a:gd name="connsiteX751" fmla="*/ 159829 w 198772"/>
                <a:gd name="connsiteY751" fmla="*/ 14614 h 181049"/>
                <a:gd name="connsiteX752" fmla="*/ 164697 w 198772"/>
                <a:gd name="connsiteY752" fmla="*/ 10554 h 181049"/>
                <a:gd name="connsiteX753" fmla="*/ 163886 w 198772"/>
                <a:gd name="connsiteY753" fmla="*/ 10554 h 181049"/>
                <a:gd name="connsiteX754" fmla="*/ 163886 w 198772"/>
                <a:gd name="connsiteY754" fmla="*/ 11366 h 181049"/>
                <a:gd name="connsiteX755" fmla="*/ 164697 w 198772"/>
                <a:gd name="connsiteY755" fmla="*/ 10554 h 181049"/>
                <a:gd name="connsiteX756" fmla="*/ 177678 w 198772"/>
                <a:gd name="connsiteY756" fmla="*/ 9743 h 181049"/>
                <a:gd name="connsiteX757" fmla="*/ 177678 w 198772"/>
                <a:gd name="connsiteY757" fmla="*/ 9743 h 181049"/>
                <a:gd name="connsiteX758" fmla="*/ 177678 w 198772"/>
                <a:gd name="connsiteY758" fmla="*/ 10554 h 181049"/>
                <a:gd name="connsiteX759" fmla="*/ 177678 w 198772"/>
                <a:gd name="connsiteY759" fmla="*/ 9743 h 181049"/>
                <a:gd name="connsiteX760" fmla="*/ 177678 w 198772"/>
                <a:gd name="connsiteY760" fmla="*/ 9743 h 181049"/>
                <a:gd name="connsiteX761" fmla="*/ 179301 w 198772"/>
                <a:gd name="connsiteY761" fmla="*/ 11366 h 181049"/>
                <a:gd name="connsiteX762" fmla="*/ 180923 w 198772"/>
                <a:gd name="connsiteY762" fmla="*/ 12178 h 181049"/>
                <a:gd name="connsiteX763" fmla="*/ 180112 w 198772"/>
                <a:gd name="connsiteY763" fmla="*/ 11366 h 181049"/>
                <a:gd name="connsiteX764" fmla="*/ 179301 w 198772"/>
                <a:gd name="connsiteY764" fmla="*/ 11366 h 181049"/>
                <a:gd name="connsiteX765" fmla="*/ 181735 w 198772"/>
                <a:gd name="connsiteY765" fmla="*/ 14614 h 181049"/>
                <a:gd name="connsiteX766" fmla="*/ 181735 w 198772"/>
                <a:gd name="connsiteY766" fmla="*/ 14614 h 181049"/>
                <a:gd name="connsiteX767" fmla="*/ 181735 w 198772"/>
                <a:gd name="connsiteY767" fmla="*/ 14614 h 181049"/>
                <a:gd name="connsiteX768" fmla="*/ 181735 w 198772"/>
                <a:gd name="connsiteY768" fmla="*/ 14614 h 181049"/>
                <a:gd name="connsiteX769" fmla="*/ 181735 w 198772"/>
                <a:gd name="connsiteY769" fmla="*/ 14614 h 181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98772" h="181049">
                  <a:moveTo>
                    <a:pt x="98169" y="16238"/>
                  </a:moveTo>
                  <a:cubicBezTo>
                    <a:pt x="98981" y="15426"/>
                    <a:pt x="99792" y="14614"/>
                    <a:pt x="100603" y="13802"/>
                  </a:cubicBezTo>
                  <a:cubicBezTo>
                    <a:pt x="98169" y="13802"/>
                    <a:pt x="97358" y="13802"/>
                    <a:pt x="97358" y="14614"/>
                  </a:cubicBezTo>
                  <a:cubicBezTo>
                    <a:pt x="97358" y="15426"/>
                    <a:pt x="97358" y="15426"/>
                    <a:pt x="96546" y="15426"/>
                  </a:cubicBezTo>
                  <a:cubicBezTo>
                    <a:pt x="95735" y="15426"/>
                    <a:pt x="95735" y="15426"/>
                    <a:pt x="95735" y="16238"/>
                  </a:cubicBezTo>
                  <a:cubicBezTo>
                    <a:pt x="95735" y="16238"/>
                    <a:pt x="95735" y="17050"/>
                    <a:pt x="95735" y="16238"/>
                  </a:cubicBezTo>
                  <a:cubicBezTo>
                    <a:pt x="96546" y="16238"/>
                    <a:pt x="96546" y="16238"/>
                    <a:pt x="96546" y="16238"/>
                  </a:cubicBezTo>
                  <a:cubicBezTo>
                    <a:pt x="96546" y="16238"/>
                    <a:pt x="95735" y="17050"/>
                    <a:pt x="94924" y="17050"/>
                  </a:cubicBezTo>
                  <a:cubicBezTo>
                    <a:pt x="94113" y="17050"/>
                    <a:pt x="93301" y="17050"/>
                    <a:pt x="94113" y="16238"/>
                  </a:cubicBezTo>
                  <a:cubicBezTo>
                    <a:pt x="94113" y="16238"/>
                    <a:pt x="94113" y="15426"/>
                    <a:pt x="93301" y="15426"/>
                  </a:cubicBezTo>
                  <a:cubicBezTo>
                    <a:pt x="92490" y="15426"/>
                    <a:pt x="92490" y="15426"/>
                    <a:pt x="92490" y="16238"/>
                  </a:cubicBezTo>
                  <a:cubicBezTo>
                    <a:pt x="92490" y="16238"/>
                    <a:pt x="91679" y="17050"/>
                    <a:pt x="90867" y="17050"/>
                  </a:cubicBezTo>
                  <a:cubicBezTo>
                    <a:pt x="90056" y="17050"/>
                    <a:pt x="87622" y="17050"/>
                    <a:pt x="85188" y="17861"/>
                  </a:cubicBezTo>
                  <a:cubicBezTo>
                    <a:pt x="82754" y="18673"/>
                    <a:pt x="78698" y="18673"/>
                    <a:pt x="77075" y="19485"/>
                  </a:cubicBezTo>
                  <a:cubicBezTo>
                    <a:pt x="74641" y="19485"/>
                    <a:pt x="72207" y="20297"/>
                    <a:pt x="71396" y="20297"/>
                  </a:cubicBezTo>
                  <a:cubicBezTo>
                    <a:pt x="70585" y="20297"/>
                    <a:pt x="68962" y="21109"/>
                    <a:pt x="67339" y="21109"/>
                  </a:cubicBezTo>
                  <a:cubicBezTo>
                    <a:pt x="66528" y="21109"/>
                    <a:pt x="64905" y="21921"/>
                    <a:pt x="64094" y="21921"/>
                  </a:cubicBezTo>
                  <a:cubicBezTo>
                    <a:pt x="61660" y="22733"/>
                    <a:pt x="51924" y="24356"/>
                    <a:pt x="43811" y="25168"/>
                  </a:cubicBezTo>
                  <a:cubicBezTo>
                    <a:pt x="41377" y="25168"/>
                    <a:pt x="38132" y="25980"/>
                    <a:pt x="36509" y="26792"/>
                  </a:cubicBezTo>
                  <a:cubicBezTo>
                    <a:pt x="34887" y="26792"/>
                    <a:pt x="32453" y="27604"/>
                    <a:pt x="30830" y="27604"/>
                  </a:cubicBezTo>
                  <a:cubicBezTo>
                    <a:pt x="20283" y="28416"/>
                    <a:pt x="17849" y="28416"/>
                    <a:pt x="17038" y="29228"/>
                  </a:cubicBezTo>
                  <a:cubicBezTo>
                    <a:pt x="15415" y="30040"/>
                    <a:pt x="12170" y="29228"/>
                    <a:pt x="8113" y="28416"/>
                  </a:cubicBezTo>
                  <a:cubicBezTo>
                    <a:pt x="4868" y="27604"/>
                    <a:pt x="2434" y="25168"/>
                    <a:pt x="1623" y="22733"/>
                  </a:cubicBezTo>
                  <a:cubicBezTo>
                    <a:pt x="811" y="20297"/>
                    <a:pt x="0" y="10554"/>
                    <a:pt x="0" y="9743"/>
                  </a:cubicBezTo>
                  <a:cubicBezTo>
                    <a:pt x="811" y="8931"/>
                    <a:pt x="2434" y="8119"/>
                    <a:pt x="5679" y="8931"/>
                  </a:cubicBezTo>
                  <a:cubicBezTo>
                    <a:pt x="7302" y="9743"/>
                    <a:pt x="8113" y="9743"/>
                    <a:pt x="8113" y="10554"/>
                  </a:cubicBezTo>
                  <a:lnTo>
                    <a:pt x="8113" y="12178"/>
                  </a:lnTo>
                  <a:lnTo>
                    <a:pt x="12170" y="12178"/>
                  </a:lnTo>
                  <a:cubicBezTo>
                    <a:pt x="13792" y="12178"/>
                    <a:pt x="17038" y="12178"/>
                    <a:pt x="19472" y="12178"/>
                  </a:cubicBezTo>
                  <a:cubicBezTo>
                    <a:pt x="21094" y="12178"/>
                    <a:pt x="25151" y="12178"/>
                    <a:pt x="29207" y="11366"/>
                  </a:cubicBezTo>
                  <a:cubicBezTo>
                    <a:pt x="34887" y="11366"/>
                    <a:pt x="38132" y="11366"/>
                    <a:pt x="46245" y="9743"/>
                  </a:cubicBezTo>
                  <a:cubicBezTo>
                    <a:pt x="47868" y="9743"/>
                    <a:pt x="48679" y="8931"/>
                    <a:pt x="48679" y="8931"/>
                  </a:cubicBezTo>
                  <a:cubicBezTo>
                    <a:pt x="48679" y="8931"/>
                    <a:pt x="48679" y="8931"/>
                    <a:pt x="48679" y="8931"/>
                  </a:cubicBezTo>
                  <a:cubicBezTo>
                    <a:pt x="48679" y="8931"/>
                    <a:pt x="50302" y="8931"/>
                    <a:pt x="51924" y="8931"/>
                  </a:cubicBezTo>
                  <a:cubicBezTo>
                    <a:pt x="53547" y="8931"/>
                    <a:pt x="61660" y="7307"/>
                    <a:pt x="63283" y="7307"/>
                  </a:cubicBezTo>
                  <a:cubicBezTo>
                    <a:pt x="64094" y="7307"/>
                    <a:pt x="64905" y="6495"/>
                    <a:pt x="67339" y="6495"/>
                  </a:cubicBezTo>
                  <a:cubicBezTo>
                    <a:pt x="68150" y="6495"/>
                    <a:pt x="68962" y="6495"/>
                    <a:pt x="69773" y="6495"/>
                  </a:cubicBezTo>
                  <a:cubicBezTo>
                    <a:pt x="70585" y="6495"/>
                    <a:pt x="71396" y="6495"/>
                    <a:pt x="71396" y="6495"/>
                  </a:cubicBezTo>
                  <a:cubicBezTo>
                    <a:pt x="73018" y="5683"/>
                    <a:pt x="76264" y="5683"/>
                    <a:pt x="79509" y="5683"/>
                  </a:cubicBezTo>
                  <a:cubicBezTo>
                    <a:pt x="81132" y="5683"/>
                    <a:pt x="81132" y="5683"/>
                    <a:pt x="80320" y="4871"/>
                  </a:cubicBezTo>
                  <a:cubicBezTo>
                    <a:pt x="79509" y="4059"/>
                    <a:pt x="79509" y="4059"/>
                    <a:pt x="81943" y="3248"/>
                  </a:cubicBezTo>
                  <a:cubicBezTo>
                    <a:pt x="83566" y="3248"/>
                    <a:pt x="83566" y="3248"/>
                    <a:pt x="82754" y="4059"/>
                  </a:cubicBezTo>
                  <a:cubicBezTo>
                    <a:pt x="81943" y="4871"/>
                    <a:pt x="81943" y="4871"/>
                    <a:pt x="84377" y="4871"/>
                  </a:cubicBezTo>
                  <a:cubicBezTo>
                    <a:pt x="85188" y="4871"/>
                    <a:pt x="86811" y="4871"/>
                    <a:pt x="87622" y="4059"/>
                  </a:cubicBezTo>
                  <a:cubicBezTo>
                    <a:pt x="88433" y="4059"/>
                    <a:pt x="89245" y="4059"/>
                    <a:pt x="90867" y="4059"/>
                  </a:cubicBezTo>
                  <a:cubicBezTo>
                    <a:pt x="92490" y="4059"/>
                    <a:pt x="94113" y="4059"/>
                    <a:pt x="94924" y="3248"/>
                  </a:cubicBezTo>
                  <a:cubicBezTo>
                    <a:pt x="98169" y="2436"/>
                    <a:pt x="105471" y="812"/>
                    <a:pt x="108716" y="1624"/>
                  </a:cubicBezTo>
                  <a:cubicBezTo>
                    <a:pt x="111150" y="1624"/>
                    <a:pt x="112773" y="1624"/>
                    <a:pt x="113584" y="1624"/>
                  </a:cubicBezTo>
                  <a:cubicBezTo>
                    <a:pt x="114396" y="1624"/>
                    <a:pt x="116829" y="1624"/>
                    <a:pt x="121697" y="812"/>
                  </a:cubicBezTo>
                  <a:cubicBezTo>
                    <a:pt x="122509" y="812"/>
                    <a:pt x="123320" y="812"/>
                    <a:pt x="124131" y="0"/>
                  </a:cubicBezTo>
                  <a:cubicBezTo>
                    <a:pt x="124131" y="0"/>
                    <a:pt x="124943" y="0"/>
                    <a:pt x="124943" y="0"/>
                  </a:cubicBezTo>
                  <a:cubicBezTo>
                    <a:pt x="124943" y="0"/>
                    <a:pt x="127377" y="812"/>
                    <a:pt x="130622" y="0"/>
                  </a:cubicBezTo>
                  <a:cubicBezTo>
                    <a:pt x="137924" y="0"/>
                    <a:pt x="140358" y="0"/>
                    <a:pt x="144414" y="0"/>
                  </a:cubicBezTo>
                  <a:cubicBezTo>
                    <a:pt x="146037" y="0"/>
                    <a:pt x="147659" y="0"/>
                    <a:pt x="147659" y="0"/>
                  </a:cubicBezTo>
                  <a:cubicBezTo>
                    <a:pt x="147659" y="0"/>
                    <a:pt x="159018" y="1624"/>
                    <a:pt x="163886" y="1624"/>
                  </a:cubicBezTo>
                  <a:cubicBezTo>
                    <a:pt x="170376" y="2436"/>
                    <a:pt x="171999" y="3248"/>
                    <a:pt x="173621" y="4059"/>
                  </a:cubicBezTo>
                  <a:cubicBezTo>
                    <a:pt x="174433" y="4871"/>
                    <a:pt x="176867" y="4871"/>
                    <a:pt x="177678" y="5683"/>
                  </a:cubicBezTo>
                  <a:cubicBezTo>
                    <a:pt x="180923" y="6495"/>
                    <a:pt x="186603" y="9743"/>
                    <a:pt x="189037" y="12178"/>
                  </a:cubicBezTo>
                  <a:cubicBezTo>
                    <a:pt x="191470" y="14614"/>
                    <a:pt x="197961" y="24356"/>
                    <a:pt x="197150" y="24356"/>
                  </a:cubicBezTo>
                  <a:cubicBezTo>
                    <a:pt x="196338" y="24356"/>
                    <a:pt x="197150" y="26792"/>
                    <a:pt x="197150" y="26792"/>
                  </a:cubicBezTo>
                  <a:cubicBezTo>
                    <a:pt x="197150" y="26792"/>
                    <a:pt x="197961" y="29228"/>
                    <a:pt x="198772" y="32475"/>
                  </a:cubicBezTo>
                  <a:cubicBezTo>
                    <a:pt x="198772" y="33287"/>
                    <a:pt x="198772" y="34099"/>
                    <a:pt x="197961" y="34099"/>
                  </a:cubicBezTo>
                  <a:cubicBezTo>
                    <a:pt x="197150" y="34911"/>
                    <a:pt x="197150" y="35723"/>
                    <a:pt x="197150" y="35723"/>
                  </a:cubicBezTo>
                  <a:cubicBezTo>
                    <a:pt x="197150" y="36535"/>
                    <a:pt x="197150" y="36535"/>
                    <a:pt x="196338" y="36535"/>
                  </a:cubicBezTo>
                  <a:cubicBezTo>
                    <a:pt x="195527" y="36535"/>
                    <a:pt x="194716" y="36535"/>
                    <a:pt x="194716" y="37347"/>
                  </a:cubicBezTo>
                  <a:cubicBezTo>
                    <a:pt x="193904" y="38158"/>
                    <a:pt x="193904" y="38158"/>
                    <a:pt x="193093" y="37347"/>
                  </a:cubicBezTo>
                  <a:cubicBezTo>
                    <a:pt x="192282" y="36535"/>
                    <a:pt x="192282" y="36535"/>
                    <a:pt x="192282" y="38158"/>
                  </a:cubicBezTo>
                  <a:cubicBezTo>
                    <a:pt x="192282" y="39782"/>
                    <a:pt x="192282" y="39782"/>
                    <a:pt x="191470" y="38158"/>
                  </a:cubicBezTo>
                  <a:cubicBezTo>
                    <a:pt x="191470" y="37347"/>
                    <a:pt x="190659" y="37347"/>
                    <a:pt x="190659" y="37347"/>
                  </a:cubicBezTo>
                  <a:cubicBezTo>
                    <a:pt x="189848" y="37347"/>
                    <a:pt x="189848" y="38158"/>
                    <a:pt x="187414" y="38970"/>
                  </a:cubicBezTo>
                  <a:cubicBezTo>
                    <a:pt x="184169" y="41406"/>
                    <a:pt x="183357" y="41406"/>
                    <a:pt x="183357" y="40594"/>
                  </a:cubicBezTo>
                  <a:cubicBezTo>
                    <a:pt x="183357" y="40594"/>
                    <a:pt x="182546" y="40594"/>
                    <a:pt x="182546" y="40594"/>
                  </a:cubicBezTo>
                  <a:cubicBezTo>
                    <a:pt x="181735" y="40594"/>
                    <a:pt x="181735" y="41406"/>
                    <a:pt x="181735" y="41406"/>
                  </a:cubicBezTo>
                  <a:cubicBezTo>
                    <a:pt x="180923" y="41406"/>
                    <a:pt x="181735" y="39782"/>
                    <a:pt x="184169" y="37347"/>
                  </a:cubicBezTo>
                  <a:cubicBezTo>
                    <a:pt x="186603" y="34099"/>
                    <a:pt x="189848" y="28416"/>
                    <a:pt x="190659" y="25980"/>
                  </a:cubicBezTo>
                  <a:cubicBezTo>
                    <a:pt x="190659" y="24356"/>
                    <a:pt x="190659" y="24356"/>
                    <a:pt x="189037" y="23545"/>
                  </a:cubicBezTo>
                  <a:cubicBezTo>
                    <a:pt x="188225" y="22733"/>
                    <a:pt x="187414" y="21921"/>
                    <a:pt x="187414" y="21921"/>
                  </a:cubicBezTo>
                  <a:cubicBezTo>
                    <a:pt x="187414" y="21921"/>
                    <a:pt x="186603" y="21109"/>
                    <a:pt x="185791" y="21109"/>
                  </a:cubicBezTo>
                  <a:cubicBezTo>
                    <a:pt x="184980" y="21109"/>
                    <a:pt x="184169" y="20297"/>
                    <a:pt x="183357" y="20297"/>
                  </a:cubicBezTo>
                  <a:cubicBezTo>
                    <a:pt x="182546" y="19485"/>
                    <a:pt x="170376" y="16238"/>
                    <a:pt x="167942" y="15426"/>
                  </a:cubicBezTo>
                  <a:cubicBezTo>
                    <a:pt x="166320" y="15426"/>
                    <a:pt x="164697" y="14614"/>
                    <a:pt x="164697" y="13802"/>
                  </a:cubicBezTo>
                  <a:cubicBezTo>
                    <a:pt x="164697" y="13802"/>
                    <a:pt x="165508" y="13802"/>
                    <a:pt x="166320" y="13802"/>
                  </a:cubicBezTo>
                  <a:cubicBezTo>
                    <a:pt x="167131" y="13802"/>
                    <a:pt x="167942" y="13802"/>
                    <a:pt x="168754" y="13802"/>
                  </a:cubicBezTo>
                  <a:cubicBezTo>
                    <a:pt x="169565" y="13802"/>
                    <a:pt x="169565" y="13802"/>
                    <a:pt x="167942" y="12990"/>
                  </a:cubicBezTo>
                  <a:cubicBezTo>
                    <a:pt x="166320" y="12990"/>
                    <a:pt x="164697" y="12178"/>
                    <a:pt x="163074" y="12178"/>
                  </a:cubicBezTo>
                  <a:cubicBezTo>
                    <a:pt x="162263" y="12178"/>
                    <a:pt x="161452" y="12178"/>
                    <a:pt x="162263" y="11366"/>
                  </a:cubicBezTo>
                  <a:cubicBezTo>
                    <a:pt x="163074" y="11366"/>
                    <a:pt x="163074" y="10554"/>
                    <a:pt x="161452" y="10554"/>
                  </a:cubicBezTo>
                  <a:cubicBezTo>
                    <a:pt x="160641" y="10554"/>
                    <a:pt x="159829" y="10554"/>
                    <a:pt x="159829" y="10554"/>
                  </a:cubicBezTo>
                  <a:cubicBezTo>
                    <a:pt x="159829" y="10554"/>
                    <a:pt x="158206" y="10554"/>
                    <a:pt x="156584" y="10554"/>
                  </a:cubicBezTo>
                  <a:cubicBezTo>
                    <a:pt x="154961" y="10554"/>
                    <a:pt x="154150" y="9743"/>
                    <a:pt x="154150" y="9743"/>
                  </a:cubicBezTo>
                  <a:cubicBezTo>
                    <a:pt x="154961" y="9743"/>
                    <a:pt x="154961" y="8931"/>
                    <a:pt x="154150" y="8931"/>
                  </a:cubicBezTo>
                  <a:cubicBezTo>
                    <a:pt x="153339" y="8931"/>
                    <a:pt x="153339" y="8931"/>
                    <a:pt x="152527" y="9743"/>
                  </a:cubicBezTo>
                  <a:cubicBezTo>
                    <a:pt x="151716" y="10554"/>
                    <a:pt x="150093" y="10554"/>
                    <a:pt x="147659" y="10554"/>
                  </a:cubicBezTo>
                  <a:cubicBezTo>
                    <a:pt x="145225" y="10554"/>
                    <a:pt x="143603" y="10554"/>
                    <a:pt x="144414" y="9743"/>
                  </a:cubicBezTo>
                  <a:cubicBezTo>
                    <a:pt x="145225" y="9743"/>
                    <a:pt x="145225" y="8931"/>
                    <a:pt x="143603" y="8931"/>
                  </a:cubicBezTo>
                  <a:cubicBezTo>
                    <a:pt x="142792" y="8931"/>
                    <a:pt x="141980" y="8931"/>
                    <a:pt x="142792" y="9743"/>
                  </a:cubicBezTo>
                  <a:cubicBezTo>
                    <a:pt x="143603" y="9743"/>
                    <a:pt x="143603" y="10554"/>
                    <a:pt x="141980" y="10554"/>
                  </a:cubicBezTo>
                  <a:cubicBezTo>
                    <a:pt x="140358" y="11366"/>
                    <a:pt x="137924" y="10554"/>
                    <a:pt x="138735" y="9743"/>
                  </a:cubicBezTo>
                  <a:cubicBezTo>
                    <a:pt x="138735" y="9743"/>
                    <a:pt x="138735" y="8931"/>
                    <a:pt x="137924" y="8931"/>
                  </a:cubicBezTo>
                  <a:cubicBezTo>
                    <a:pt x="137112" y="8931"/>
                    <a:pt x="137112" y="8931"/>
                    <a:pt x="137112" y="9743"/>
                  </a:cubicBezTo>
                  <a:cubicBezTo>
                    <a:pt x="137112" y="9743"/>
                    <a:pt x="136301" y="10554"/>
                    <a:pt x="135490" y="10554"/>
                  </a:cubicBezTo>
                  <a:cubicBezTo>
                    <a:pt x="133867" y="10554"/>
                    <a:pt x="133056" y="10554"/>
                    <a:pt x="133056" y="9743"/>
                  </a:cubicBezTo>
                  <a:cubicBezTo>
                    <a:pt x="133056" y="9743"/>
                    <a:pt x="132245" y="8931"/>
                    <a:pt x="131433" y="8931"/>
                  </a:cubicBezTo>
                  <a:cubicBezTo>
                    <a:pt x="130622" y="8931"/>
                    <a:pt x="129810" y="8119"/>
                    <a:pt x="130622" y="8119"/>
                  </a:cubicBezTo>
                  <a:cubicBezTo>
                    <a:pt x="130622" y="8119"/>
                    <a:pt x="131433" y="7307"/>
                    <a:pt x="132245" y="8119"/>
                  </a:cubicBezTo>
                  <a:cubicBezTo>
                    <a:pt x="133056" y="8119"/>
                    <a:pt x="133056" y="8119"/>
                    <a:pt x="133056" y="6495"/>
                  </a:cubicBezTo>
                  <a:cubicBezTo>
                    <a:pt x="133056" y="4871"/>
                    <a:pt x="133867" y="4871"/>
                    <a:pt x="134678" y="6495"/>
                  </a:cubicBezTo>
                  <a:cubicBezTo>
                    <a:pt x="135490" y="7307"/>
                    <a:pt x="135490" y="7307"/>
                    <a:pt x="137924" y="7307"/>
                  </a:cubicBezTo>
                  <a:cubicBezTo>
                    <a:pt x="140358" y="7307"/>
                    <a:pt x="140358" y="7307"/>
                    <a:pt x="139546" y="6495"/>
                  </a:cubicBezTo>
                  <a:cubicBezTo>
                    <a:pt x="137924" y="5683"/>
                    <a:pt x="137924" y="4871"/>
                    <a:pt x="140358" y="4871"/>
                  </a:cubicBezTo>
                  <a:cubicBezTo>
                    <a:pt x="141169" y="4871"/>
                    <a:pt x="141169" y="4871"/>
                    <a:pt x="141169" y="4059"/>
                  </a:cubicBezTo>
                  <a:cubicBezTo>
                    <a:pt x="141169" y="3248"/>
                    <a:pt x="141169" y="4059"/>
                    <a:pt x="141980" y="4059"/>
                  </a:cubicBezTo>
                  <a:cubicBezTo>
                    <a:pt x="142792" y="4059"/>
                    <a:pt x="143603" y="4871"/>
                    <a:pt x="144414" y="4871"/>
                  </a:cubicBezTo>
                  <a:cubicBezTo>
                    <a:pt x="145225" y="4871"/>
                    <a:pt x="145225" y="5683"/>
                    <a:pt x="145225" y="5683"/>
                  </a:cubicBezTo>
                  <a:cubicBezTo>
                    <a:pt x="145225" y="6495"/>
                    <a:pt x="145225" y="6495"/>
                    <a:pt x="146037" y="6495"/>
                  </a:cubicBezTo>
                  <a:cubicBezTo>
                    <a:pt x="146037" y="6495"/>
                    <a:pt x="146848" y="6495"/>
                    <a:pt x="146037" y="5683"/>
                  </a:cubicBezTo>
                  <a:cubicBezTo>
                    <a:pt x="146037" y="5683"/>
                    <a:pt x="146037" y="4871"/>
                    <a:pt x="146848" y="4871"/>
                  </a:cubicBezTo>
                  <a:cubicBezTo>
                    <a:pt x="147659" y="4871"/>
                    <a:pt x="147659" y="4871"/>
                    <a:pt x="147659" y="4059"/>
                  </a:cubicBezTo>
                  <a:cubicBezTo>
                    <a:pt x="147659" y="3248"/>
                    <a:pt x="147659" y="4059"/>
                    <a:pt x="147659" y="4871"/>
                  </a:cubicBezTo>
                  <a:cubicBezTo>
                    <a:pt x="147659" y="5683"/>
                    <a:pt x="147659" y="6495"/>
                    <a:pt x="148471" y="6495"/>
                  </a:cubicBezTo>
                  <a:cubicBezTo>
                    <a:pt x="149282" y="7307"/>
                    <a:pt x="150093" y="6495"/>
                    <a:pt x="149282" y="5683"/>
                  </a:cubicBezTo>
                  <a:cubicBezTo>
                    <a:pt x="149282" y="4871"/>
                    <a:pt x="148471" y="4871"/>
                    <a:pt x="148471" y="5683"/>
                  </a:cubicBezTo>
                  <a:cubicBezTo>
                    <a:pt x="148471" y="6495"/>
                    <a:pt x="148471" y="6495"/>
                    <a:pt x="148471" y="5683"/>
                  </a:cubicBezTo>
                  <a:cubicBezTo>
                    <a:pt x="147659" y="4871"/>
                    <a:pt x="149282" y="4059"/>
                    <a:pt x="150905" y="4059"/>
                  </a:cubicBezTo>
                  <a:cubicBezTo>
                    <a:pt x="151716" y="4059"/>
                    <a:pt x="151716" y="4871"/>
                    <a:pt x="150905" y="4871"/>
                  </a:cubicBezTo>
                  <a:cubicBezTo>
                    <a:pt x="150093" y="4871"/>
                    <a:pt x="150905" y="5683"/>
                    <a:pt x="151716" y="5683"/>
                  </a:cubicBezTo>
                  <a:cubicBezTo>
                    <a:pt x="152527" y="5683"/>
                    <a:pt x="153339" y="5683"/>
                    <a:pt x="153339" y="6495"/>
                  </a:cubicBezTo>
                  <a:cubicBezTo>
                    <a:pt x="152527" y="7307"/>
                    <a:pt x="154150" y="8119"/>
                    <a:pt x="154961" y="7307"/>
                  </a:cubicBezTo>
                  <a:cubicBezTo>
                    <a:pt x="155773" y="6495"/>
                    <a:pt x="155773" y="6495"/>
                    <a:pt x="154961" y="6495"/>
                  </a:cubicBezTo>
                  <a:cubicBezTo>
                    <a:pt x="154961" y="6495"/>
                    <a:pt x="154150" y="6495"/>
                    <a:pt x="154150" y="6495"/>
                  </a:cubicBezTo>
                  <a:cubicBezTo>
                    <a:pt x="154150" y="6495"/>
                    <a:pt x="154150" y="6495"/>
                    <a:pt x="153339" y="6495"/>
                  </a:cubicBezTo>
                  <a:cubicBezTo>
                    <a:pt x="152527" y="5683"/>
                    <a:pt x="152527" y="4059"/>
                    <a:pt x="154150" y="4871"/>
                  </a:cubicBezTo>
                  <a:cubicBezTo>
                    <a:pt x="154961" y="5683"/>
                    <a:pt x="163886" y="6495"/>
                    <a:pt x="164697" y="6495"/>
                  </a:cubicBezTo>
                  <a:cubicBezTo>
                    <a:pt x="165508" y="6495"/>
                    <a:pt x="166320" y="6495"/>
                    <a:pt x="167131" y="6495"/>
                  </a:cubicBezTo>
                  <a:cubicBezTo>
                    <a:pt x="167942" y="6495"/>
                    <a:pt x="167942" y="7307"/>
                    <a:pt x="167131" y="7307"/>
                  </a:cubicBezTo>
                  <a:cubicBezTo>
                    <a:pt x="166320" y="7307"/>
                    <a:pt x="166320" y="7307"/>
                    <a:pt x="167131" y="8119"/>
                  </a:cubicBezTo>
                  <a:cubicBezTo>
                    <a:pt x="167131" y="8931"/>
                    <a:pt x="167942" y="8931"/>
                    <a:pt x="167131" y="8931"/>
                  </a:cubicBezTo>
                  <a:cubicBezTo>
                    <a:pt x="167131" y="8931"/>
                    <a:pt x="167131" y="8931"/>
                    <a:pt x="167131" y="9743"/>
                  </a:cubicBezTo>
                  <a:cubicBezTo>
                    <a:pt x="167131" y="9743"/>
                    <a:pt x="167942" y="9743"/>
                    <a:pt x="168754" y="8931"/>
                  </a:cubicBezTo>
                  <a:cubicBezTo>
                    <a:pt x="169565" y="8119"/>
                    <a:pt x="170376" y="8119"/>
                    <a:pt x="170376" y="8119"/>
                  </a:cubicBezTo>
                  <a:cubicBezTo>
                    <a:pt x="171188" y="8119"/>
                    <a:pt x="171999" y="8119"/>
                    <a:pt x="171188" y="8931"/>
                  </a:cubicBezTo>
                  <a:cubicBezTo>
                    <a:pt x="171188" y="9743"/>
                    <a:pt x="171188" y="9743"/>
                    <a:pt x="174433" y="8931"/>
                  </a:cubicBezTo>
                  <a:cubicBezTo>
                    <a:pt x="178489" y="8119"/>
                    <a:pt x="173621" y="6495"/>
                    <a:pt x="164697" y="4871"/>
                  </a:cubicBezTo>
                  <a:cubicBezTo>
                    <a:pt x="161452" y="4059"/>
                    <a:pt x="158206" y="3248"/>
                    <a:pt x="158206" y="3248"/>
                  </a:cubicBezTo>
                  <a:cubicBezTo>
                    <a:pt x="158206" y="3248"/>
                    <a:pt x="154961" y="3248"/>
                    <a:pt x="151716" y="3248"/>
                  </a:cubicBezTo>
                  <a:cubicBezTo>
                    <a:pt x="150093" y="3248"/>
                    <a:pt x="144414" y="2436"/>
                    <a:pt x="139546" y="2436"/>
                  </a:cubicBezTo>
                  <a:cubicBezTo>
                    <a:pt x="135490" y="2436"/>
                    <a:pt x="132245" y="2436"/>
                    <a:pt x="132245" y="3248"/>
                  </a:cubicBezTo>
                  <a:cubicBezTo>
                    <a:pt x="131433" y="4059"/>
                    <a:pt x="131433" y="4059"/>
                    <a:pt x="131433" y="3248"/>
                  </a:cubicBezTo>
                  <a:cubicBezTo>
                    <a:pt x="131433" y="2436"/>
                    <a:pt x="131433" y="1624"/>
                    <a:pt x="128999" y="2436"/>
                  </a:cubicBezTo>
                  <a:cubicBezTo>
                    <a:pt x="128188" y="2436"/>
                    <a:pt x="126565" y="2436"/>
                    <a:pt x="125754" y="2436"/>
                  </a:cubicBezTo>
                  <a:cubicBezTo>
                    <a:pt x="124943" y="2436"/>
                    <a:pt x="124131" y="2436"/>
                    <a:pt x="123320" y="2436"/>
                  </a:cubicBezTo>
                  <a:cubicBezTo>
                    <a:pt x="123320" y="2436"/>
                    <a:pt x="122509" y="3248"/>
                    <a:pt x="120886" y="2436"/>
                  </a:cubicBezTo>
                  <a:cubicBezTo>
                    <a:pt x="119263" y="1624"/>
                    <a:pt x="118452" y="2436"/>
                    <a:pt x="117641" y="2436"/>
                  </a:cubicBezTo>
                  <a:cubicBezTo>
                    <a:pt x="116829" y="2436"/>
                    <a:pt x="116018" y="3248"/>
                    <a:pt x="115207" y="2436"/>
                  </a:cubicBezTo>
                  <a:cubicBezTo>
                    <a:pt x="114396" y="2436"/>
                    <a:pt x="113584" y="2436"/>
                    <a:pt x="112773" y="2436"/>
                  </a:cubicBezTo>
                  <a:cubicBezTo>
                    <a:pt x="111962" y="2436"/>
                    <a:pt x="110339" y="2436"/>
                    <a:pt x="109528" y="2436"/>
                  </a:cubicBezTo>
                  <a:cubicBezTo>
                    <a:pt x="108716" y="2436"/>
                    <a:pt x="107905" y="2436"/>
                    <a:pt x="107094" y="2436"/>
                  </a:cubicBezTo>
                  <a:cubicBezTo>
                    <a:pt x="106282" y="2436"/>
                    <a:pt x="105471" y="2436"/>
                    <a:pt x="105471" y="2436"/>
                  </a:cubicBezTo>
                  <a:cubicBezTo>
                    <a:pt x="104660" y="2436"/>
                    <a:pt x="103849" y="2436"/>
                    <a:pt x="103037" y="2436"/>
                  </a:cubicBezTo>
                  <a:cubicBezTo>
                    <a:pt x="102226" y="3248"/>
                    <a:pt x="101414" y="2436"/>
                    <a:pt x="101414" y="2436"/>
                  </a:cubicBezTo>
                  <a:cubicBezTo>
                    <a:pt x="101414" y="2436"/>
                    <a:pt x="100603" y="2436"/>
                    <a:pt x="99792" y="2436"/>
                  </a:cubicBezTo>
                  <a:cubicBezTo>
                    <a:pt x="98981" y="2436"/>
                    <a:pt x="98169" y="3248"/>
                    <a:pt x="97358" y="3248"/>
                  </a:cubicBezTo>
                  <a:cubicBezTo>
                    <a:pt x="96546" y="3248"/>
                    <a:pt x="95735" y="3248"/>
                    <a:pt x="95735" y="3248"/>
                  </a:cubicBezTo>
                  <a:cubicBezTo>
                    <a:pt x="95735" y="3248"/>
                    <a:pt x="94113" y="4059"/>
                    <a:pt x="93301" y="4059"/>
                  </a:cubicBezTo>
                  <a:cubicBezTo>
                    <a:pt x="92490" y="4059"/>
                    <a:pt x="90867" y="4059"/>
                    <a:pt x="90867" y="4059"/>
                  </a:cubicBezTo>
                  <a:cubicBezTo>
                    <a:pt x="90867" y="4059"/>
                    <a:pt x="90056" y="4059"/>
                    <a:pt x="89245" y="4059"/>
                  </a:cubicBezTo>
                  <a:cubicBezTo>
                    <a:pt x="88433" y="4059"/>
                    <a:pt x="86811" y="4871"/>
                    <a:pt x="87622" y="5683"/>
                  </a:cubicBezTo>
                  <a:cubicBezTo>
                    <a:pt x="87622" y="5683"/>
                    <a:pt x="88433" y="5683"/>
                    <a:pt x="88433" y="5683"/>
                  </a:cubicBezTo>
                  <a:cubicBezTo>
                    <a:pt x="89245" y="4871"/>
                    <a:pt x="95735" y="5683"/>
                    <a:pt x="96546" y="6495"/>
                  </a:cubicBezTo>
                  <a:cubicBezTo>
                    <a:pt x="96546" y="6495"/>
                    <a:pt x="98169" y="6495"/>
                    <a:pt x="98169" y="5683"/>
                  </a:cubicBezTo>
                  <a:cubicBezTo>
                    <a:pt x="98981" y="4871"/>
                    <a:pt x="99792" y="4871"/>
                    <a:pt x="99792" y="4871"/>
                  </a:cubicBezTo>
                  <a:cubicBezTo>
                    <a:pt x="99792" y="4871"/>
                    <a:pt x="100603" y="5683"/>
                    <a:pt x="100603" y="5683"/>
                  </a:cubicBezTo>
                  <a:cubicBezTo>
                    <a:pt x="101414" y="5683"/>
                    <a:pt x="101414" y="5683"/>
                    <a:pt x="101414" y="6495"/>
                  </a:cubicBezTo>
                  <a:cubicBezTo>
                    <a:pt x="101414" y="7307"/>
                    <a:pt x="101414" y="7307"/>
                    <a:pt x="101414" y="7307"/>
                  </a:cubicBezTo>
                  <a:cubicBezTo>
                    <a:pt x="103037" y="5683"/>
                    <a:pt x="106282" y="3248"/>
                    <a:pt x="108716" y="3248"/>
                  </a:cubicBezTo>
                  <a:cubicBezTo>
                    <a:pt x="109528" y="3248"/>
                    <a:pt x="111962" y="4059"/>
                    <a:pt x="112773" y="4871"/>
                  </a:cubicBezTo>
                  <a:cubicBezTo>
                    <a:pt x="112773" y="4871"/>
                    <a:pt x="113584" y="4871"/>
                    <a:pt x="113584" y="4871"/>
                  </a:cubicBezTo>
                  <a:cubicBezTo>
                    <a:pt x="114396" y="4871"/>
                    <a:pt x="114396" y="5683"/>
                    <a:pt x="113584" y="5683"/>
                  </a:cubicBezTo>
                  <a:cubicBezTo>
                    <a:pt x="113584" y="6495"/>
                    <a:pt x="113584" y="6495"/>
                    <a:pt x="114396" y="6495"/>
                  </a:cubicBezTo>
                  <a:cubicBezTo>
                    <a:pt x="114396" y="6495"/>
                    <a:pt x="116829" y="6495"/>
                    <a:pt x="118452" y="6495"/>
                  </a:cubicBezTo>
                  <a:cubicBezTo>
                    <a:pt x="120075" y="6495"/>
                    <a:pt x="121697" y="6495"/>
                    <a:pt x="122509" y="6495"/>
                  </a:cubicBezTo>
                  <a:cubicBezTo>
                    <a:pt x="124131" y="6495"/>
                    <a:pt x="131433" y="6495"/>
                    <a:pt x="131433" y="7307"/>
                  </a:cubicBezTo>
                  <a:cubicBezTo>
                    <a:pt x="131433" y="7307"/>
                    <a:pt x="130622" y="7307"/>
                    <a:pt x="129810" y="8119"/>
                  </a:cubicBezTo>
                  <a:lnTo>
                    <a:pt x="128188" y="8119"/>
                  </a:lnTo>
                  <a:lnTo>
                    <a:pt x="129810" y="8119"/>
                  </a:lnTo>
                  <a:cubicBezTo>
                    <a:pt x="130622" y="8119"/>
                    <a:pt x="131433" y="8931"/>
                    <a:pt x="130622" y="8931"/>
                  </a:cubicBezTo>
                  <a:cubicBezTo>
                    <a:pt x="130622" y="8931"/>
                    <a:pt x="131433" y="9743"/>
                    <a:pt x="133056" y="9743"/>
                  </a:cubicBezTo>
                  <a:cubicBezTo>
                    <a:pt x="134678" y="9743"/>
                    <a:pt x="136301" y="9743"/>
                    <a:pt x="137112" y="10554"/>
                  </a:cubicBezTo>
                  <a:cubicBezTo>
                    <a:pt x="138735" y="11366"/>
                    <a:pt x="138735" y="11366"/>
                    <a:pt x="137112" y="10554"/>
                  </a:cubicBezTo>
                  <a:cubicBezTo>
                    <a:pt x="136301" y="10554"/>
                    <a:pt x="135490" y="10554"/>
                    <a:pt x="135490" y="10554"/>
                  </a:cubicBezTo>
                  <a:cubicBezTo>
                    <a:pt x="135490" y="11366"/>
                    <a:pt x="128188" y="10554"/>
                    <a:pt x="127377" y="9743"/>
                  </a:cubicBezTo>
                  <a:cubicBezTo>
                    <a:pt x="126565" y="9743"/>
                    <a:pt x="126565" y="8931"/>
                    <a:pt x="126565" y="8931"/>
                  </a:cubicBezTo>
                  <a:cubicBezTo>
                    <a:pt x="126565" y="8931"/>
                    <a:pt x="126565" y="8119"/>
                    <a:pt x="125754" y="8119"/>
                  </a:cubicBezTo>
                  <a:cubicBezTo>
                    <a:pt x="124943" y="8119"/>
                    <a:pt x="124943" y="8119"/>
                    <a:pt x="124943" y="8931"/>
                  </a:cubicBezTo>
                  <a:cubicBezTo>
                    <a:pt x="124943" y="8931"/>
                    <a:pt x="124943" y="9743"/>
                    <a:pt x="124131" y="9743"/>
                  </a:cubicBezTo>
                  <a:cubicBezTo>
                    <a:pt x="123320" y="9743"/>
                    <a:pt x="123320" y="9743"/>
                    <a:pt x="123320" y="8931"/>
                  </a:cubicBezTo>
                  <a:cubicBezTo>
                    <a:pt x="123320" y="8931"/>
                    <a:pt x="122509" y="8931"/>
                    <a:pt x="120886" y="8931"/>
                  </a:cubicBezTo>
                  <a:cubicBezTo>
                    <a:pt x="120075" y="8931"/>
                    <a:pt x="118452" y="9743"/>
                    <a:pt x="118452" y="9743"/>
                  </a:cubicBezTo>
                  <a:cubicBezTo>
                    <a:pt x="118452" y="10554"/>
                    <a:pt x="119263" y="10554"/>
                    <a:pt x="121697" y="10554"/>
                  </a:cubicBezTo>
                  <a:cubicBezTo>
                    <a:pt x="122509" y="10554"/>
                    <a:pt x="123320" y="10554"/>
                    <a:pt x="123320" y="10554"/>
                  </a:cubicBezTo>
                  <a:cubicBezTo>
                    <a:pt x="123320" y="10554"/>
                    <a:pt x="122509" y="11366"/>
                    <a:pt x="121697" y="11366"/>
                  </a:cubicBezTo>
                  <a:cubicBezTo>
                    <a:pt x="120886" y="11366"/>
                    <a:pt x="120075" y="11366"/>
                    <a:pt x="120075" y="11366"/>
                  </a:cubicBezTo>
                  <a:cubicBezTo>
                    <a:pt x="120075" y="11366"/>
                    <a:pt x="119263" y="12178"/>
                    <a:pt x="117641" y="11366"/>
                  </a:cubicBezTo>
                  <a:cubicBezTo>
                    <a:pt x="115207" y="11366"/>
                    <a:pt x="114396" y="10554"/>
                    <a:pt x="115207" y="10554"/>
                  </a:cubicBezTo>
                  <a:cubicBezTo>
                    <a:pt x="116018" y="10554"/>
                    <a:pt x="116018" y="9743"/>
                    <a:pt x="115207" y="9743"/>
                  </a:cubicBezTo>
                  <a:cubicBezTo>
                    <a:pt x="114396" y="8931"/>
                    <a:pt x="112773" y="8931"/>
                    <a:pt x="113584" y="9743"/>
                  </a:cubicBezTo>
                  <a:cubicBezTo>
                    <a:pt x="113584" y="9743"/>
                    <a:pt x="113584" y="10554"/>
                    <a:pt x="112773" y="10554"/>
                  </a:cubicBezTo>
                  <a:cubicBezTo>
                    <a:pt x="112773" y="10554"/>
                    <a:pt x="112773" y="11366"/>
                    <a:pt x="112773" y="11366"/>
                  </a:cubicBezTo>
                  <a:cubicBezTo>
                    <a:pt x="113584" y="11366"/>
                    <a:pt x="114396" y="11366"/>
                    <a:pt x="112773" y="11366"/>
                  </a:cubicBezTo>
                  <a:cubicBezTo>
                    <a:pt x="112773" y="11366"/>
                    <a:pt x="112773" y="12178"/>
                    <a:pt x="112773" y="12178"/>
                  </a:cubicBezTo>
                  <a:cubicBezTo>
                    <a:pt x="112773" y="14614"/>
                    <a:pt x="112773" y="15426"/>
                    <a:pt x="111962" y="16238"/>
                  </a:cubicBezTo>
                  <a:cubicBezTo>
                    <a:pt x="111150" y="17050"/>
                    <a:pt x="110339" y="17861"/>
                    <a:pt x="109528" y="19485"/>
                  </a:cubicBezTo>
                  <a:cubicBezTo>
                    <a:pt x="108716" y="20297"/>
                    <a:pt x="107094" y="22733"/>
                    <a:pt x="106282" y="24356"/>
                  </a:cubicBezTo>
                  <a:cubicBezTo>
                    <a:pt x="104660" y="25980"/>
                    <a:pt x="100603" y="30040"/>
                    <a:pt x="96546" y="35723"/>
                  </a:cubicBezTo>
                  <a:cubicBezTo>
                    <a:pt x="95735" y="36535"/>
                    <a:pt x="94113" y="38970"/>
                    <a:pt x="92490" y="40594"/>
                  </a:cubicBezTo>
                  <a:cubicBezTo>
                    <a:pt x="90867" y="42218"/>
                    <a:pt x="88433" y="45465"/>
                    <a:pt x="88433" y="46277"/>
                  </a:cubicBezTo>
                  <a:cubicBezTo>
                    <a:pt x="84377" y="52772"/>
                    <a:pt x="79509" y="59267"/>
                    <a:pt x="78698" y="59267"/>
                  </a:cubicBezTo>
                  <a:cubicBezTo>
                    <a:pt x="78698" y="59267"/>
                    <a:pt x="77886" y="60079"/>
                    <a:pt x="77886" y="60079"/>
                  </a:cubicBezTo>
                  <a:cubicBezTo>
                    <a:pt x="77886" y="60891"/>
                    <a:pt x="77075" y="62515"/>
                    <a:pt x="73018" y="67386"/>
                  </a:cubicBezTo>
                  <a:cubicBezTo>
                    <a:pt x="70585" y="70634"/>
                    <a:pt x="68150" y="73881"/>
                    <a:pt x="67339" y="76317"/>
                  </a:cubicBezTo>
                  <a:cubicBezTo>
                    <a:pt x="66528" y="77129"/>
                    <a:pt x="65717" y="78752"/>
                    <a:pt x="64905" y="80376"/>
                  </a:cubicBezTo>
                  <a:cubicBezTo>
                    <a:pt x="64094" y="81188"/>
                    <a:pt x="63283" y="83624"/>
                    <a:pt x="62471" y="85247"/>
                  </a:cubicBezTo>
                  <a:cubicBezTo>
                    <a:pt x="61660" y="86871"/>
                    <a:pt x="60849" y="88495"/>
                    <a:pt x="60037" y="88495"/>
                  </a:cubicBezTo>
                  <a:cubicBezTo>
                    <a:pt x="59226" y="88495"/>
                    <a:pt x="59226" y="89307"/>
                    <a:pt x="59226" y="90119"/>
                  </a:cubicBezTo>
                  <a:cubicBezTo>
                    <a:pt x="59226" y="90931"/>
                    <a:pt x="59226" y="90931"/>
                    <a:pt x="58415" y="90931"/>
                  </a:cubicBezTo>
                  <a:cubicBezTo>
                    <a:pt x="57603" y="90931"/>
                    <a:pt x="57603" y="90931"/>
                    <a:pt x="57603" y="91742"/>
                  </a:cubicBezTo>
                  <a:cubicBezTo>
                    <a:pt x="57603" y="91742"/>
                    <a:pt x="56792" y="93366"/>
                    <a:pt x="55981" y="94990"/>
                  </a:cubicBezTo>
                  <a:cubicBezTo>
                    <a:pt x="55170" y="96614"/>
                    <a:pt x="54358" y="98238"/>
                    <a:pt x="54358" y="98238"/>
                  </a:cubicBezTo>
                  <a:cubicBezTo>
                    <a:pt x="54358" y="98238"/>
                    <a:pt x="53547" y="99861"/>
                    <a:pt x="52735" y="100673"/>
                  </a:cubicBezTo>
                  <a:cubicBezTo>
                    <a:pt x="51924" y="102297"/>
                    <a:pt x="51113" y="103109"/>
                    <a:pt x="51113" y="103921"/>
                  </a:cubicBezTo>
                  <a:cubicBezTo>
                    <a:pt x="51113" y="104732"/>
                    <a:pt x="51113" y="104732"/>
                    <a:pt x="50302" y="104732"/>
                  </a:cubicBezTo>
                  <a:cubicBezTo>
                    <a:pt x="49490" y="104732"/>
                    <a:pt x="47868" y="107168"/>
                    <a:pt x="48679" y="107980"/>
                  </a:cubicBezTo>
                  <a:cubicBezTo>
                    <a:pt x="48679" y="107980"/>
                    <a:pt x="48679" y="109604"/>
                    <a:pt x="47868" y="109604"/>
                  </a:cubicBezTo>
                  <a:cubicBezTo>
                    <a:pt x="47056" y="110416"/>
                    <a:pt x="46245" y="111228"/>
                    <a:pt x="46245" y="111228"/>
                  </a:cubicBezTo>
                  <a:cubicBezTo>
                    <a:pt x="46245" y="112040"/>
                    <a:pt x="46245" y="112040"/>
                    <a:pt x="45434" y="112040"/>
                  </a:cubicBezTo>
                  <a:cubicBezTo>
                    <a:pt x="44622" y="112040"/>
                    <a:pt x="44622" y="112851"/>
                    <a:pt x="44622" y="112851"/>
                  </a:cubicBezTo>
                  <a:cubicBezTo>
                    <a:pt x="44622" y="113663"/>
                    <a:pt x="44622" y="113663"/>
                    <a:pt x="43811" y="113663"/>
                  </a:cubicBezTo>
                  <a:cubicBezTo>
                    <a:pt x="43811" y="113663"/>
                    <a:pt x="43811" y="114475"/>
                    <a:pt x="43811" y="114475"/>
                  </a:cubicBezTo>
                  <a:cubicBezTo>
                    <a:pt x="43811" y="115287"/>
                    <a:pt x="43811" y="116099"/>
                    <a:pt x="42188" y="117723"/>
                  </a:cubicBezTo>
                  <a:cubicBezTo>
                    <a:pt x="41377" y="119346"/>
                    <a:pt x="40566" y="120158"/>
                    <a:pt x="39754" y="120970"/>
                  </a:cubicBezTo>
                  <a:cubicBezTo>
                    <a:pt x="38943" y="121782"/>
                    <a:pt x="38943" y="121782"/>
                    <a:pt x="38132" y="120970"/>
                  </a:cubicBezTo>
                  <a:cubicBezTo>
                    <a:pt x="38132" y="120158"/>
                    <a:pt x="37321" y="120158"/>
                    <a:pt x="37321" y="120158"/>
                  </a:cubicBezTo>
                  <a:cubicBezTo>
                    <a:pt x="36509" y="120158"/>
                    <a:pt x="36509" y="117723"/>
                    <a:pt x="37321" y="116099"/>
                  </a:cubicBezTo>
                  <a:cubicBezTo>
                    <a:pt x="38943" y="113663"/>
                    <a:pt x="38943" y="113663"/>
                    <a:pt x="38943" y="116099"/>
                  </a:cubicBezTo>
                  <a:cubicBezTo>
                    <a:pt x="38943" y="116911"/>
                    <a:pt x="38943" y="117723"/>
                    <a:pt x="39754" y="117723"/>
                  </a:cubicBezTo>
                  <a:cubicBezTo>
                    <a:pt x="39754" y="117723"/>
                    <a:pt x="40566" y="116911"/>
                    <a:pt x="40566" y="115287"/>
                  </a:cubicBezTo>
                  <a:cubicBezTo>
                    <a:pt x="40566" y="114475"/>
                    <a:pt x="40566" y="113663"/>
                    <a:pt x="39754" y="113663"/>
                  </a:cubicBezTo>
                  <a:cubicBezTo>
                    <a:pt x="39754" y="113663"/>
                    <a:pt x="38943" y="113663"/>
                    <a:pt x="38943" y="113663"/>
                  </a:cubicBezTo>
                  <a:cubicBezTo>
                    <a:pt x="38943" y="112851"/>
                    <a:pt x="39754" y="112040"/>
                    <a:pt x="40566" y="112040"/>
                  </a:cubicBezTo>
                  <a:cubicBezTo>
                    <a:pt x="41377" y="112040"/>
                    <a:pt x="41377" y="111228"/>
                    <a:pt x="41377" y="109604"/>
                  </a:cubicBezTo>
                  <a:cubicBezTo>
                    <a:pt x="41377" y="107980"/>
                    <a:pt x="42188" y="106356"/>
                    <a:pt x="43000" y="106356"/>
                  </a:cubicBezTo>
                  <a:cubicBezTo>
                    <a:pt x="43000" y="106356"/>
                    <a:pt x="43811" y="105544"/>
                    <a:pt x="43811" y="103921"/>
                  </a:cubicBezTo>
                  <a:cubicBezTo>
                    <a:pt x="43811" y="102297"/>
                    <a:pt x="44622" y="101485"/>
                    <a:pt x="44622" y="101485"/>
                  </a:cubicBezTo>
                  <a:cubicBezTo>
                    <a:pt x="45434" y="102297"/>
                    <a:pt x="47056" y="99049"/>
                    <a:pt x="47056" y="98238"/>
                  </a:cubicBezTo>
                  <a:cubicBezTo>
                    <a:pt x="46245" y="97426"/>
                    <a:pt x="49490" y="93366"/>
                    <a:pt x="49490" y="94178"/>
                  </a:cubicBezTo>
                  <a:cubicBezTo>
                    <a:pt x="49490" y="94178"/>
                    <a:pt x="49490" y="94178"/>
                    <a:pt x="49490" y="93366"/>
                  </a:cubicBezTo>
                  <a:cubicBezTo>
                    <a:pt x="49490" y="92554"/>
                    <a:pt x="48679" y="92554"/>
                    <a:pt x="48679" y="92554"/>
                  </a:cubicBezTo>
                  <a:cubicBezTo>
                    <a:pt x="48679" y="92554"/>
                    <a:pt x="47868" y="92554"/>
                    <a:pt x="47868" y="91742"/>
                  </a:cubicBezTo>
                  <a:cubicBezTo>
                    <a:pt x="47868" y="91742"/>
                    <a:pt x="48679" y="91742"/>
                    <a:pt x="49490" y="91742"/>
                  </a:cubicBezTo>
                  <a:cubicBezTo>
                    <a:pt x="50302" y="91742"/>
                    <a:pt x="50302" y="91742"/>
                    <a:pt x="50302" y="91742"/>
                  </a:cubicBezTo>
                  <a:cubicBezTo>
                    <a:pt x="50302" y="90931"/>
                    <a:pt x="49490" y="90931"/>
                    <a:pt x="47056" y="90931"/>
                  </a:cubicBezTo>
                  <a:cubicBezTo>
                    <a:pt x="47056" y="90931"/>
                    <a:pt x="46245" y="90931"/>
                    <a:pt x="46245" y="91742"/>
                  </a:cubicBezTo>
                  <a:cubicBezTo>
                    <a:pt x="46245" y="93366"/>
                    <a:pt x="46245" y="93366"/>
                    <a:pt x="45434" y="93366"/>
                  </a:cubicBezTo>
                  <a:cubicBezTo>
                    <a:pt x="44622" y="92554"/>
                    <a:pt x="44622" y="92554"/>
                    <a:pt x="43811" y="94178"/>
                  </a:cubicBezTo>
                  <a:cubicBezTo>
                    <a:pt x="43000" y="94990"/>
                    <a:pt x="42188" y="95802"/>
                    <a:pt x="42188" y="96614"/>
                  </a:cubicBezTo>
                  <a:cubicBezTo>
                    <a:pt x="41377" y="97426"/>
                    <a:pt x="41377" y="97426"/>
                    <a:pt x="41377" y="98238"/>
                  </a:cubicBezTo>
                  <a:cubicBezTo>
                    <a:pt x="42188" y="99049"/>
                    <a:pt x="44622" y="98238"/>
                    <a:pt x="43811" y="97426"/>
                  </a:cubicBezTo>
                  <a:cubicBezTo>
                    <a:pt x="43000" y="96614"/>
                    <a:pt x="43811" y="94990"/>
                    <a:pt x="44622" y="95802"/>
                  </a:cubicBezTo>
                  <a:cubicBezTo>
                    <a:pt x="44622" y="95802"/>
                    <a:pt x="45434" y="95802"/>
                    <a:pt x="46245" y="95802"/>
                  </a:cubicBezTo>
                  <a:cubicBezTo>
                    <a:pt x="47056" y="95802"/>
                    <a:pt x="46245" y="95802"/>
                    <a:pt x="46245" y="97426"/>
                  </a:cubicBezTo>
                  <a:cubicBezTo>
                    <a:pt x="45434" y="98238"/>
                    <a:pt x="45434" y="99861"/>
                    <a:pt x="45434" y="99861"/>
                  </a:cubicBezTo>
                  <a:cubicBezTo>
                    <a:pt x="45434" y="100673"/>
                    <a:pt x="42188" y="101485"/>
                    <a:pt x="41377" y="101485"/>
                  </a:cubicBezTo>
                  <a:cubicBezTo>
                    <a:pt x="40566" y="100673"/>
                    <a:pt x="38943" y="102297"/>
                    <a:pt x="39754" y="103109"/>
                  </a:cubicBezTo>
                  <a:cubicBezTo>
                    <a:pt x="39754" y="103921"/>
                    <a:pt x="39754" y="103921"/>
                    <a:pt x="38943" y="103921"/>
                  </a:cubicBezTo>
                  <a:cubicBezTo>
                    <a:pt x="38943" y="103921"/>
                    <a:pt x="38943" y="104732"/>
                    <a:pt x="38943" y="105544"/>
                  </a:cubicBezTo>
                  <a:cubicBezTo>
                    <a:pt x="38943" y="106356"/>
                    <a:pt x="38943" y="106356"/>
                    <a:pt x="39754" y="104732"/>
                  </a:cubicBezTo>
                  <a:cubicBezTo>
                    <a:pt x="40566" y="103921"/>
                    <a:pt x="40566" y="103109"/>
                    <a:pt x="41377" y="103109"/>
                  </a:cubicBezTo>
                  <a:cubicBezTo>
                    <a:pt x="42188" y="103109"/>
                    <a:pt x="42188" y="103109"/>
                    <a:pt x="41377" y="103109"/>
                  </a:cubicBezTo>
                  <a:cubicBezTo>
                    <a:pt x="40566" y="103921"/>
                    <a:pt x="40566" y="103921"/>
                    <a:pt x="41377" y="103921"/>
                  </a:cubicBezTo>
                  <a:cubicBezTo>
                    <a:pt x="42188" y="103921"/>
                    <a:pt x="42188" y="104732"/>
                    <a:pt x="40566" y="105544"/>
                  </a:cubicBezTo>
                  <a:cubicBezTo>
                    <a:pt x="39754" y="106356"/>
                    <a:pt x="38943" y="107980"/>
                    <a:pt x="38943" y="107980"/>
                  </a:cubicBezTo>
                  <a:cubicBezTo>
                    <a:pt x="38943" y="107980"/>
                    <a:pt x="38943" y="109604"/>
                    <a:pt x="38132" y="109604"/>
                  </a:cubicBezTo>
                  <a:cubicBezTo>
                    <a:pt x="37321" y="110416"/>
                    <a:pt x="37321" y="111228"/>
                    <a:pt x="37321" y="111228"/>
                  </a:cubicBezTo>
                  <a:cubicBezTo>
                    <a:pt x="37321" y="111228"/>
                    <a:pt x="37321" y="112040"/>
                    <a:pt x="36509" y="112040"/>
                  </a:cubicBezTo>
                  <a:cubicBezTo>
                    <a:pt x="35698" y="112851"/>
                    <a:pt x="35698" y="112851"/>
                    <a:pt x="34887" y="112040"/>
                  </a:cubicBezTo>
                  <a:cubicBezTo>
                    <a:pt x="34075" y="111228"/>
                    <a:pt x="34075" y="111228"/>
                    <a:pt x="33264" y="112851"/>
                  </a:cubicBezTo>
                  <a:cubicBezTo>
                    <a:pt x="32453" y="113663"/>
                    <a:pt x="32453" y="114475"/>
                    <a:pt x="32453" y="115287"/>
                  </a:cubicBezTo>
                  <a:cubicBezTo>
                    <a:pt x="32453" y="116099"/>
                    <a:pt x="32453" y="116099"/>
                    <a:pt x="32453" y="116099"/>
                  </a:cubicBezTo>
                  <a:cubicBezTo>
                    <a:pt x="31641" y="116099"/>
                    <a:pt x="31641" y="116099"/>
                    <a:pt x="31641" y="116099"/>
                  </a:cubicBezTo>
                  <a:cubicBezTo>
                    <a:pt x="31641" y="116911"/>
                    <a:pt x="32453" y="116911"/>
                    <a:pt x="33264" y="115287"/>
                  </a:cubicBezTo>
                  <a:cubicBezTo>
                    <a:pt x="34075" y="114475"/>
                    <a:pt x="34887" y="113663"/>
                    <a:pt x="34887" y="113663"/>
                  </a:cubicBezTo>
                  <a:cubicBezTo>
                    <a:pt x="35698" y="113663"/>
                    <a:pt x="35698" y="114475"/>
                    <a:pt x="35698" y="115287"/>
                  </a:cubicBezTo>
                  <a:cubicBezTo>
                    <a:pt x="35698" y="116911"/>
                    <a:pt x="34075" y="119346"/>
                    <a:pt x="33264" y="119346"/>
                  </a:cubicBezTo>
                  <a:cubicBezTo>
                    <a:pt x="33264" y="119346"/>
                    <a:pt x="33264" y="119346"/>
                    <a:pt x="33264" y="118535"/>
                  </a:cubicBezTo>
                  <a:cubicBezTo>
                    <a:pt x="33264" y="118535"/>
                    <a:pt x="33264" y="118535"/>
                    <a:pt x="32453" y="118535"/>
                  </a:cubicBezTo>
                  <a:cubicBezTo>
                    <a:pt x="31641" y="118535"/>
                    <a:pt x="31641" y="119346"/>
                    <a:pt x="32453" y="120158"/>
                  </a:cubicBezTo>
                  <a:cubicBezTo>
                    <a:pt x="32453" y="120158"/>
                    <a:pt x="32453" y="120970"/>
                    <a:pt x="31641" y="120970"/>
                  </a:cubicBezTo>
                  <a:cubicBezTo>
                    <a:pt x="30830" y="120970"/>
                    <a:pt x="30830" y="121782"/>
                    <a:pt x="30830" y="121782"/>
                  </a:cubicBezTo>
                  <a:cubicBezTo>
                    <a:pt x="30830" y="122594"/>
                    <a:pt x="30830" y="122594"/>
                    <a:pt x="30830" y="122594"/>
                  </a:cubicBezTo>
                  <a:cubicBezTo>
                    <a:pt x="30830" y="122594"/>
                    <a:pt x="30019" y="122594"/>
                    <a:pt x="30019" y="123406"/>
                  </a:cubicBezTo>
                  <a:cubicBezTo>
                    <a:pt x="30019" y="124218"/>
                    <a:pt x="30019" y="125030"/>
                    <a:pt x="29207" y="125841"/>
                  </a:cubicBezTo>
                  <a:cubicBezTo>
                    <a:pt x="28396" y="126653"/>
                    <a:pt x="27585" y="127465"/>
                    <a:pt x="27585" y="128277"/>
                  </a:cubicBezTo>
                  <a:cubicBezTo>
                    <a:pt x="27585" y="129089"/>
                    <a:pt x="26774" y="129901"/>
                    <a:pt x="25962" y="130713"/>
                  </a:cubicBezTo>
                  <a:cubicBezTo>
                    <a:pt x="24339" y="132337"/>
                    <a:pt x="24339" y="133960"/>
                    <a:pt x="25151" y="134772"/>
                  </a:cubicBezTo>
                  <a:cubicBezTo>
                    <a:pt x="25151" y="134772"/>
                    <a:pt x="25962" y="135584"/>
                    <a:pt x="25151" y="136396"/>
                  </a:cubicBezTo>
                  <a:cubicBezTo>
                    <a:pt x="25151" y="137208"/>
                    <a:pt x="24339" y="136396"/>
                    <a:pt x="24339" y="135584"/>
                  </a:cubicBezTo>
                  <a:cubicBezTo>
                    <a:pt x="23528" y="134772"/>
                    <a:pt x="23528" y="133960"/>
                    <a:pt x="23528" y="134772"/>
                  </a:cubicBezTo>
                  <a:cubicBezTo>
                    <a:pt x="23528" y="134772"/>
                    <a:pt x="23528" y="136396"/>
                    <a:pt x="23528" y="137208"/>
                  </a:cubicBezTo>
                  <a:cubicBezTo>
                    <a:pt x="23528" y="138020"/>
                    <a:pt x="22717" y="139643"/>
                    <a:pt x="21906" y="140455"/>
                  </a:cubicBezTo>
                  <a:cubicBezTo>
                    <a:pt x="21094" y="141267"/>
                    <a:pt x="21094" y="141267"/>
                    <a:pt x="21094" y="141267"/>
                  </a:cubicBezTo>
                  <a:cubicBezTo>
                    <a:pt x="21094" y="141267"/>
                    <a:pt x="21094" y="142079"/>
                    <a:pt x="21094" y="142079"/>
                  </a:cubicBezTo>
                  <a:cubicBezTo>
                    <a:pt x="20283" y="142891"/>
                    <a:pt x="20283" y="142891"/>
                    <a:pt x="21094" y="143703"/>
                  </a:cubicBezTo>
                  <a:cubicBezTo>
                    <a:pt x="21906" y="143703"/>
                    <a:pt x="21094" y="144515"/>
                    <a:pt x="20283" y="144515"/>
                  </a:cubicBezTo>
                  <a:cubicBezTo>
                    <a:pt x="19472" y="144515"/>
                    <a:pt x="19472" y="145327"/>
                    <a:pt x="19472" y="145327"/>
                  </a:cubicBezTo>
                  <a:cubicBezTo>
                    <a:pt x="19472" y="145327"/>
                    <a:pt x="19472" y="146138"/>
                    <a:pt x="18660" y="146950"/>
                  </a:cubicBezTo>
                  <a:cubicBezTo>
                    <a:pt x="17849" y="146950"/>
                    <a:pt x="17038" y="148574"/>
                    <a:pt x="17038" y="149386"/>
                  </a:cubicBezTo>
                  <a:cubicBezTo>
                    <a:pt x="17038" y="150198"/>
                    <a:pt x="16226" y="151822"/>
                    <a:pt x="16226" y="152634"/>
                  </a:cubicBezTo>
                  <a:cubicBezTo>
                    <a:pt x="14604" y="155069"/>
                    <a:pt x="15415" y="155069"/>
                    <a:pt x="16226" y="155069"/>
                  </a:cubicBezTo>
                  <a:cubicBezTo>
                    <a:pt x="17038" y="155069"/>
                    <a:pt x="17038" y="154257"/>
                    <a:pt x="17038" y="153445"/>
                  </a:cubicBezTo>
                  <a:cubicBezTo>
                    <a:pt x="17038" y="152634"/>
                    <a:pt x="17038" y="151822"/>
                    <a:pt x="17849" y="151822"/>
                  </a:cubicBezTo>
                  <a:cubicBezTo>
                    <a:pt x="18660" y="151822"/>
                    <a:pt x="18660" y="151822"/>
                    <a:pt x="18660" y="151010"/>
                  </a:cubicBezTo>
                  <a:cubicBezTo>
                    <a:pt x="18660" y="150198"/>
                    <a:pt x="18660" y="150198"/>
                    <a:pt x="18660" y="150198"/>
                  </a:cubicBezTo>
                  <a:cubicBezTo>
                    <a:pt x="18660" y="150198"/>
                    <a:pt x="18660" y="149386"/>
                    <a:pt x="18660" y="149386"/>
                  </a:cubicBezTo>
                  <a:cubicBezTo>
                    <a:pt x="18660" y="148574"/>
                    <a:pt x="19472" y="148574"/>
                    <a:pt x="19472" y="149386"/>
                  </a:cubicBezTo>
                  <a:cubicBezTo>
                    <a:pt x="20283" y="150198"/>
                    <a:pt x="20283" y="150198"/>
                    <a:pt x="20283" y="148574"/>
                  </a:cubicBezTo>
                  <a:cubicBezTo>
                    <a:pt x="20283" y="145327"/>
                    <a:pt x="20283" y="145327"/>
                    <a:pt x="21094" y="145327"/>
                  </a:cubicBezTo>
                  <a:cubicBezTo>
                    <a:pt x="21094" y="145327"/>
                    <a:pt x="21906" y="145327"/>
                    <a:pt x="21906" y="144515"/>
                  </a:cubicBezTo>
                  <a:cubicBezTo>
                    <a:pt x="21906" y="143703"/>
                    <a:pt x="21906" y="143703"/>
                    <a:pt x="22717" y="144515"/>
                  </a:cubicBezTo>
                  <a:cubicBezTo>
                    <a:pt x="22717" y="145327"/>
                    <a:pt x="23528" y="144515"/>
                    <a:pt x="24339" y="142891"/>
                  </a:cubicBezTo>
                  <a:cubicBezTo>
                    <a:pt x="25151" y="142079"/>
                    <a:pt x="25151" y="141267"/>
                    <a:pt x="25962" y="141267"/>
                  </a:cubicBezTo>
                  <a:cubicBezTo>
                    <a:pt x="25962" y="141267"/>
                    <a:pt x="25962" y="141267"/>
                    <a:pt x="25962" y="140455"/>
                  </a:cubicBezTo>
                  <a:cubicBezTo>
                    <a:pt x="25962" y="140455"/>
                    <a:pt x="25151" y="140455"/>
                    <a:pt x="25151" y="141267"/>
                  </a:cubicBezTo>
                  <a:cubicBezTo>
                    <a:pt x="24339" y="142079"/>
                    <a:pt x="24339" y="142079"/>
                    <a:pt x="24339" y="141267"/>
                  </a:cubicBezTo>
                  <a:cubicBezTo>
                    <a:pt x="24339" y="140455"/>
                    <a:pt x="24339" y="139643"/>
                    <a:pt x="25151" y="139643"/>
                  </a:cubicBezTo>
                  <a:cubicBezTo>
                    <a:pt x="25962" y="138832"/>
                    <a:pt x="25962" y="138832"/>
                    <a:pt x="25151" y="139643"/>
                  </a:cubicBezTo>
                  <a:cubicBezTo>
                    <a:pt x="25151" y="139643"/>
                    <a:pt x="24339" y="139643"/>
                    <a:pt x="24339" y="139643"/>
                  </a:cubicBezTo>
                  <a:cubicBezTo>
                    <a:pt x="24339" y="138832"/>
                    <a:pt x="25962" y="138020"/>
                    <a:pt x="26774" y="138832"/>
                  </a:cubicBezTo>
                  <a:cubicBezTo>
                    <a:pt x="27585" y="139643"/>
                    <a:pt x="28396" y="139643"/>
                    <a:pt x="28396" y="138832"/>
                  </a:cubicBezTo>
                  <a:cubicBezTo>
                    <a:pt x="28396" y="138020"/>
                    <a:pt x="28396" y="138020"/>
                    <a:pt x="27585" y="138020"/>
                  </a:cubicBezTo>
                  <a:cubicBezTo>
                    <a:pt x="26774" y="138020"/>
                    <a:pt x="26774" y="137208"/>
                    <a:pt x="27585" y="134772"/>
                  </a:cubicBezTo>
                  <a:cubicBezTo>
                    <a:pt x="27585" y="134772"/>
                    <a:pt x="27585" y="134772"/>
                    <a:pt x="28396" y="134772"/>
                  </a:cubicBezTo>
                  <a:cubicBezTo>
                    <a:pt x="28396" y="134772"/>
                    <a:pt x="29207" y="134772"/>
                    <a:pt x="29207" y="133960"/>
                  </a:cubicBezTo>
                  <a:cubicBezTo>
                    <a:pt x="29207" y="133148"/>
                    <a:pt x="29207" y="133148"/>
                    <a:pt x="29207" y="133148"/>
                  </a:cubicBezTo>
                  <a:cubicBezTo>
                    <a:pt x="28396" y="133148"/>
                    <a:pt x="28396" y="133148"/>
                    <a:pt x="29207" y="132337"/>
                  </a:cubicBezTo>
                  <a:cubicBezTo>
                    <a:pt x="29207" y="131525"/>
                    <a:pt x="30019" y="131525"/>
                    <a:pt x="30830" y="131525"/>
                  </a:cubicBezTo>
                  <a:cubicBezTo>
                    <a:pt x="31641" y="131525"/>
                    <a:pt x="32453" y="132337"/>
                    <a:pt x="31641" y="132337"/>
                  </a:cubicBezTo>
                  <a:cubicBezTo>
                    <a:pt x="31641" y="132337"/>
                    <a:pt x="31641" y="133148"/>
                    <a:pt x="31641" y="133148"/>
                  </a:cubicBezTo>
                  <a:cubicBezTo>
                    <a:pt x="32453" y="133960"/>
                    <a:pt x="30019" y="139643"/>
                    <a:pt x="29207" y="138832"/>
                  </a:cubicBezTo>
                  <a:cubicBezTo>
                    <a:pt x="29207" y="138832"/>
                    <a:pt x="29207" y="138832"/>
                    <a:pt x="29207" y="138832"/>
                  </a:cubicBezTo>
                  <a:cubicBezTo>
                    <a:pt x="30019" y="139643"/>
                    <a:pt x="27585" y="144515"/>
                    <a:pt x="25962" y="145327"/>
                  </a:cubicBezTo>
                  <a:cubicBezTo>
                    <a:pt x="25151" y="145327"/>
                    <a:pt x="25151" y="145327"/>
                    <a:pt x="25962" y="146138"/>
                  </a:cubicBezTo>
                  <a:cubicBezTo>
                    <a:pt x="25962" y="146950"/>
                    <a:pt x="25962" y="147762"/>
                    <a:pt x="25151" y="148574"/>
                  </a:cubicBezTo>
                  <a:cubicBezTo>
                    <a:pt x="25151" y="149386"/>
                    <a:pt x="24339" y="150198"/>
                    <a:pt x="24339" y="150198"/>
                  </a:cubicBezTo>
                  <a:cubicBezTo>
                    <a:pt x="24339" y="150198"/>
                    <a:pt x="24339" y="151010"/>
                    <a:pt x="22717" y="152634"/>
                  </a:cubicBezTo>
                  <a:cubicBezTo>
                    <a:pt x="21906" y="154257"/>
                    <a:pt x="21094" y="155069"/>
                    <a:pt x="21094" y="155881"/>
                  </a:cubicBezTo>
                  <a:cubicBezTo>
                    <a:pt x="21094" y="156693"/>
                    <a:pt x="21094" y="156693"/>
                    <a:pt x="20283" y="156693"/>
                  </a:cubicBezTo>
                  <a:cubicBezTo>
                    <a:pt x="19472" y="156693"/>
                    <a:pt x="19472" y="156693"/>
                    <a:pt x="19472" y="158317"/>
                  </a:cubicBezTo>
                  <a:cubicBezTo>
                    <a:pt x="19472" y="159129"/>
                    <a:pt x="19472" y="160752"/>
                    <a:pt x="18660" y="162376"/>
                  </a:cubicBezTo>
                  <a:cubicBezTo>
                    <a:pt x="17849" y="164000"/>
                    <a:pt x="17038" y="167247"/>
                    <a:pt x="16226" y="169683"/>
                  </a:cubicBezTo>
                  <a:cubicBezTo>
                    <a:pt x="15415" y="173742"/>
                    <a:pt x="15415" y="174554"/>
                    <a:pt x="16226" y="175366"/>
                  </a:cubicBezTo>
                  <a:cubicBezTo>
                    <a:pt x="17038" y="176178"/>
                    <a:pt x="17038" y="176178"/>
                    <a:pt x="17849" y="176178"/>
                  </a:cubicBezTo>
                  <a:cubicBezTo>
                    <a:pt x="19472" y="176178"/>
                    <a:pt x="21094" y="175366"/>
                    <a:pt x="24339" y="173742"/>
                  </a:cubicBezTo>
                  <a:cubicBezTo>
                    <a:pt x="28396" y="172119"/>
                    <a:pt x="30019" y="171307"/>
                    <a:pt x="30019" y="172119"/>
                  </a:cubicBezTo>
                  <a:cubicBezTo>
                    <a:pt x="29207" y="173742"/>
                    <a:pt x="27585" y="176178"/>
                    <a:pt x="27585" y="176178"/>
                  </a:cubicBezTo>
                  <a:cubicBezTo>
                    <a:pt x="27585" y="176178"/>
                    <a:pt x="26774" y="176178"/>
                    <a:pt x="26774" y="176990"/>
                  </a:cubicBezTo>
                  <a:cubicBezTo>
                    <a:pt x="26774" y="177802"/>
                    <a:pt x="25962" y="177802"/>
                    <a:pt x="25962" y="177802"/>
                  </a:cubicBezTo>
                  <a:cubicBezTo>
                    <a:pt x="25151" y="177802"/>
                    <a:pt x="24339" y="178614"/>
                    <a:pt x="23528" y="179426"/>
                  </a:cubicBezTo>
                  <a:cubicBezTo>
                    <a:pt x="22717" y="180238"/>
                    <a:pt x="21906" y="181049"/>
                    <a:pt x="21094" y="181049"/>
                  </a:cubicBezTo>
                  <a:cubicBezTo>
                    <a:pt x="18660" y="181049"/>
                    <a:pt x="16226" y="180238"/>
                    <a:pt x="15415" y="179426"/>
                  </a:cubicBezTo>
                  <a:cubicBezTo>
                    <a:pt x="14604" y="178614"/>
                    <a:pt x="13792" y="178614"/>
                    <a:pt x="13792" y="177802"/>
                  </a:cubicBezTo>
                  <a:cubicBezTo>
                    <a:pt x="12170" y="177802"/>
                    <a:pt x="10547" y="175366"/>
                    <a:pt x="8925" y="172119"/>
                  </a:cubicBezTo>
                  <a:cubicBezTo>
                    <a:pt x="8113" y="170495"/>
                    <a:pt x="7302" y="168871"/>
                    <a:pt x="6491" y="168059"/>
                  </a:cubicBezTo>
                  <a:cubicBezTo>
                    <a:pt x="5679" y="167247"/>
                    <a:pt x="6491" y="158317"/>
                    <a:pt x="8113" y="154257"/>
                  </a:cubicBezTo>
                  <a:cubicBezTo>
                    <a:pt x="8925" y="152634"/>
                    <a:pt x="8925" y="152634"/>
                    <a:pt x="9736" y="153445"/>
                  </a:cubicBezTo>
                  <a:cubicBezTo>
                    <a:pt x="10547" y="154257"/>
                    <a:pt x="10547" y="154257"/>
                    <a:pt x="9736" y="155069"/>
                  </a:cubicBezTo>
                  <a:cubicBezTo>
                    <a:pt x="8925" y="155881"/>
                    <a:pt x="8925" y="156693"/>
                    <a:pt x="8925" y="158317"/>
                  </a:cubicBezTo>
                  <a:cubicBezTo>
                    <a:pt x="8925" y="158317"/>
                    <a:pt x="8925" y="159129"/>
                    <a:pt x="8113" y="159129"/>
                  </a:cubicBezTo>
                  <a:cubicBezTo>
                    <a:pt x="7302" y="159941"/>
                    <a:pt x="7302" y="162376"/>
                    <a:pt x="7302" y="164812"/>
                  </a:cubicBezTo>
                  <a:cubicBezTo>
                    <a:pt x="7302" y="167247"/>
                    <a:pt x="8113" y="168059"/>
                    <a:pt x="8113" y="165624"/>
                  </a:cubicBezTo>
                  <a:cubicBezTo>
                    <a:pt x="8113" y="164812"/>
                    <a:pt x="8113" y="164000"/>
                    <a:pt x="8925" y="164000"/>
                  </a:cubicBezTo>
                  <a:cubicBezTo>
                    <a:pt x="8925" y="164000"/>
                    <a:pt x="9736" y="164000"/>
                    <a:pt x="9736" y="163188"/>
                  </a:cubicBezTo>
                  <a:cubicBezTo>
                    <a:pt x="9736" y="160752"/>
                    <a:pt x="17849" y="140455"/>
                    <a:pt x="19472" y="138020"/>
                  </a:cubicBezTo>
                  <a:cubicBezTo>
                    <a:pt x="19472" y="137208"/>
                    <a:pt x="20283" y="136396"/>
                    <a:pt x="20283" y="135584"/>
                  </a:cubicBezTo>
                  <a:cubicBezTo>
                    <a:pt x="20283" y="134772"/>
                    <a:pt x="20283" y="133960"/>
                    <a:pt x="21094" y="133960"/>
                  </a:cubicBezTo>
                  <a:cubicBezTo>
                    <a:pt x="21094" y="133960"/>
                    <a:pt x="25962" y="125841"/>
                    <a:pt x="25962" y="125030"/>
                  </a:cubicBezTo>
                  <a:cubicBezTo>
                    <a:pt x="25962" y="124218"/>
                    <a:pt x="26774" y="123406"/>
                    <a:pt x="26774" y="122594"/>
                  </a:cubicBezTo>
                  <a:cubicBezTo>
                    <a:pt x="26774" y="121782"/>
                    <a:pt x="26774" y="121782"/>
                    <a:pt x="27585" y="121782"/>
                  </a:cubicBezTo>
                  <a:cubicBezTo>
                    <a:pt x="27585" y="121782"/>
                    <a:pt x="28396" y="120158"/>
                    <a:pt x="29207" y="119346"/>
                  </a:cubicBezTo>
                  <a:cubicBezTo>
                    <a:pt x="30019" y="117723"/>
                    <a:pt x="30830" y="116099"/>
                    <a:pt x="31641" y="115287"/>
                  </a:cubicBezTo>
                  <a:cubicBezTo>
                    <a:pt x="32453" y="114475"/>
                    <a:pt x="32453" y="113663"/>
                    <a:pt x="32453" y="114475"/>
                  </a:cubicBezTo>
                  <a:cubicBezTo>
                    <a:pt x="32453" y="114475"/>
                    <a:pt x="32453" y="114475"/>
                    <a:pt x="32453" y="113663"/>
                  </a:cubicBezTo>
                  <a:cubicBezTo>
                    <a:pt x="32453" y="112851"/>
                    <a:pt x="33264" y="112040"/>
                    <a:pt x="34075" y="110416"/>
                  </a:cubicBezTo>
                  <a:cubicBezTo>
                    <a:pt x="35698" y="107168"/>
                    <a:pt x="41377" y="99049"/>
                    <a:pt x="41377" y="96614"/>
                  </a:cubicBezTo>
                  <a:cubicBezTo>
                    <a:pt x="41377" y="95802"/>
                    <a:pt x="42188" y="94990"/>
                    <a:pt x="43000" y="94178"/>
                  </a:cubicBezTo>
                  <a:cubicBezTo>
                    <a:pt x="43000" y="94178"/>
                    <a:pt x="43811" y="93366"/>
                    <a:pt x="43000" y="93366"/>
                  </a:cubicBezTo>
                  <a:cubicBezTo>
                    <a:pt x="43000" y="93366"/>
                    <a:pt x="43000" y="92554"/>
                    <a:pt x="43000" y="92554"/>
                  </a:cubicBezTo>
                  <a:cubicBezTo>
                    <a:pt x="43000" y="92554"/>
                    <a:pt x="43811" y="91742"/>
                    <a:pt x="44622" y="90119"/>
                  </a:cubicBezTo>
                  <a:cubicBezTo>
                    <a:pt x="45434" y="88495"/>
                    <a:pt x="46245" y="88495"/>
                    <a:pt x="46245" y="88495"/>
                  </a:cubicBezTo>
                  <a:cubicBezTo>
                    <a:pt x="47056" y="88495"/>
                    <a:pt x="47056" y="88495"/>
                    <a:pt x="47056" y="87683"/>
                  </a:cubicBezTo>
                  <a:cubicBezTo>
                    <a:pt x="47056" y="86871"/>
                    <a:pt x="47056" y="86871"/>
                    <a:pt x="46245" y="86871"/>
                  </a:cubicBezTo>
                  <a:cubicBezTo>
                    <a:pt x="46245" y="86871"/>
                    <a:pt x="47056" y="86059"/>
                    <a:pt x="47868" y="84436"/>
                  </a:cubicBezTo>
                  <a:cubicBezTo>
                    <a:pt x="48679" y="82812"/>
                    <a:pt x="50302" y="81188"/>
                    <a:pt x="50302" y="81188"/>
                  </a:cubicBezTo>
                  <a:cubicBezTo>
                    <a:pt x="50302" y="81188"/>
                    <a:pt x="51113" y="80376"/>
                    <a:pt x="51113" y="79564"/>
                  </a:cubicBezTo>
                  <a:cubicBezTo>
                    <a:pt x="51113" y="77941"/>
                    <a:pt x="53547" y="75505"/>
                    <a:pt x="54358" y="75505"/>
                  </a:cubicBezTo>
                  <a:cubicBezTo>
                    <a:pt x="54358" y="75505"/>
                    <a:pt x="54358" y="74693"/>
                    <a:pt x="54358" y="73881"/>
                  </a:cubicBezTo>
                  <a:cubicBezTo>
                    <a:pt x="54358" y="73881"/>
                    <a:pt x="55170" y="73069"/>
                    <a:pt x="55981" y="72257"/>
                  </a:cubicBezTo>
                  <a:cubicBezTo>
                    <a:pt x="56792" y="71445"/>
                    <a:pt x="57603" y="70634"/>
                    <a:pt x="57603" y="70634"/>
                  </a:cubicBezTo>
                  <a:cubicBezTo>
                    <a:pt x="57603" y="70634"/>
                    <a:pt x="58415" y="68198"/>
                    <a:pt x="60849" y="66574"/>
                  </a:cubicBezTo>
                  <a:cubicBezTo>
                    <a:pt x="61660" y="65762"/>
                    <a:pt x="61660" y="64950"/>
                    <a:pt x="62471" y="64139"/>
                  </a:cubicBezTo>
                  <a:cubicBezTo>
                    <a:pt x="63283" y="63327"/>
                    <a:pt x="64094" y="61703"/>
                    <a:pt x="64094" y="60891"/>
                  </a:cubicBezTo>
                  <a:cubicBezTo>
                    <a:pt x="65717" y="59267"/>
                    <a:pt x="66528" y="57644"/>
                    <a:pt x="67339" y="56832"/>
                  </a:cubicBezTo>
                  <a:cubicBezTo>
                    <a:pt x="67339" y="56020"/>
                    <a:pt x="68962" y="55208"/>
                    <a:pt x="69773" y="53584"/>
                  </a:cubicBezTo>
                  <a:cubicBezTo>
                    <a:pt x="70585" y="51960"/>
                    <a:pt x="71396" y="51148"/>
                    <a:pt x="71396" y="51148"/>
                  </a:cubicBezTo>
                  <a:cubicBezTo>
                    <a:pt x="71396" y="51148"/>
                    <a:pt x="72207" y="50337"/>
                    <a:pt x="72207" y="49525"/>
                  </a:cubicBezTo>
                  <a:cubicBezTo>
                    <a:pt x="73830" y="47901"/>
                    <a:pt x="76264" y="43842"/>
                    <a:pt x="76264" y="43842"/>
                  </a:cubicBezTo>
                  <a:cubicBezTo>
                    <a:pt x="76264" y="43842"/>
                    <a:pt x="76264" y="43030"/>
                    <a:pt x="77075" y="43030"/>
                  </a:cubicBezTo>
                  <a:cubicBezTo>
                    <a:pt x="77886" y="43030"/>
                    <a:pt x="77886" y="42218"/>
                    <a:pt x="77886" y="41406"/>
                  </a:cubicBezTo>
                  <a:cubicBezTo>
                    <a:pt x="77886" y="40594"/>
                    <a:pt x="77886" y="39782"/>
                    <a:pt x="78698" y="39782"/>
                  </a:cubicBezTo>
                  <a:cubicBezTo>
                    <a:pt x="79509" y="39782"/>
                    <a:pt x="79509" y="38970"/>
                    <a:pt x="79509" y="38158"/>
                  </a:cubicBezTo>
                  <a:cubicBezTo>
                    <a:pt x="79509" y="38158"/>
                    <a:pt x="80320" y="37347"/>
                    <a:pt x="81132" y="36535"/>
                  </a:cubicBezTo>
                  <a:cubicBezTo>
                    <a:pt x="83566" y="34099"/>
                    <a:pt x="86811" y="28416"/>
                    <a:pt x="86811" y="28416"/>
                  </a:cubicBezTo>
                  <a:cubicBezTo>
                    <a:pt x="86811" y="28416"/>
                    <a:pt x="85999" y="28416"/>
                    <a:pt x="85999" y="29228"/>
                  </a:cubicBezTo>
                  <a:cubicBezTo>
                    <a:pt x="85188" y="30040"/>
                    <a:pt x="84377" y="31663"/>
                    <a:pt x="83566" y="32475"/>
                  </a:cubicBezTo>
                  <a:cubicBezTo>
                    <a:pt x="82754" y="33287"/>
                    <a:pt x="79509" y="37347"/>
                    <a:pt x="76264" y="41406"/>
                  </a:cubicBezTo>
                  <a:cubicBezTo>
                    <a:pt x="71396" y="47089"/>
                    <a:pt x="67339" y="52772"/>
                    <a:pt x="63283" y="59267"/>
                  </a:cubicBezTo>
                  <a:cubicBezTo>
                    <a:pt x="60849" y="62515"/>
                    <a:pt x="60037" y="64139"/>
                    <a:pt x="56792" y="67386"/>
                  </a:cubicBezTo>
                  <a:cubicBezTo>
                    <a:pt x="55981" y="68198"/>
                    <a:pt x="55170" y="69010"/>
                    <a:pt x="55170" y="69822"/>
                  </a:cubicBezTo>
                  <a:cubicBezTo>
                    <a:pt x="55170" y="69822"/>
                    <a:pt x="55170" y="70634"/>
                    <a:pt x="54358" y="71445"/>
                  </a:cubicBezTo>
                  <a:cubicBezTo>
                    <a:pt x="53547" y="71445"/>
                    <a:pt x="52735" y="73069"/>
                    <a:pt x="51924" y="75505"/>
                  </a:cubicBezTo>
                  <a:cubicBezTo>
                    <a:pt x="51113" y="77129"/>
                    <a:pt x="48679" y="79564"/>
                    <a:pt x="47868" y="81188"/>
                  </a:cubicBezTo>
                  <a:cubicBezTo>
                    <a:pt x="47056" y="82812"/>
                    <a:pt x="45434" y="83624"/>
                    <a:pt x="45434" y="84436"/>
                  </a:cubicBezTo>
                  <a:cubicBezTo>
                    <a:pt x="45434" y="85247"/>
                    <a:pt x="44622" y="85247"/>
                    <a:pt x="44622" y="84436"/>
                  </a:cubicBezTo>
                  <a:cubicBezTo>
                    <a:pt x="43811" y="83624"/>
                    <a:pt x="59226" y="61703"/>
                    <a:pt x="68962" y="47901"/>
                  </a:cubicBezTo>
                  <a:cubicBezTo>
                    <a:pt x="79509" y="38970"/>
                    <a:pt x="88433" y="26792"/>
                    <a:pt x="98169" y="16238"/>
                  </a:cubicBezTo>
                  <a:cubicBezTo>
                    <a:pt x="97358" y="16238"/>
                    <a:pt x="97358" y="16238"/>
                    <a:pt x="98169" y="16238"/>
                  </a:cubicBezTo>
                  <a:cubicBezTo>
                    <a:pt x="96546" y="16238"/>
                    <a:pt x="96546" y="16238"/>
                    <a:pt x="97358" y="16238"/>
                  </a:cubicBezTo>
                  <a:cubicBezTo>
                    <a:pt x="97358" y="15426"/>
                    <a:pt x="98169" y="15426"/>
                    <a:pt x="98169" y="16238"/>
                  </a:cubicBezTo>
                  <a:close/>
                  <a:moveTo>
                    <a:pt x="11358" y="164000"/>
                  </a:moveTo>
                  <a:cubicBezTo>
                    <a:pt x="10547" y="164812"/>
                    <a:pt x="10547" y="164812"/>
                    <a:pt x="11358" y="164000"/>
                  </a:cubicBezTo>
                  <a:cubicBezTo>
                    <a:pt x="10547" y="164000"/>
                    <a:pt x="10547" y="164000"/>
                    <a:pt x="11358" y="164000"/>
                  </a:cubicBezTo>
                  <a:cubicBezTo>
                    <a:pt x="11358" y="163188"/>
                    <a:pt x="12170" y="163188"/>
                    <a:pt x="11358" y="164000"/>
                  </a:cubicBezTo>
                  <a:close/>
                  <a:moveTo>
                    <a:pt x="16226" y="167247"/>
                  </a:moveTo>
                  <a:cubicBezTo>
                    <a:pt x="15415" y="167247"/>
                    <a:pt x="14604" y="168059"/>
                    <a:pt x="15415" y="168871"/>
                  </a:cubicBezTo>
                  <a:cubicBezTo>
                    <a:pt x="15415" y="168871"/>
                    <a:pt x="17038" y="168059"/>
                    <a:pt x="16226" y="167247"/>
                  </a:cubicBezTo>
                  <a:cubicBezTo>
                    <a:pt x="17038" y="167247"/>
                    <a:pt x="17038" y="167247"/>
                    <a:pt x="16226" y="167247"/>
                  </a:cubicBezTo>
                  <a:close/>
                  <a:moveTo>
                    <a:pt x="17849" y="162376"/>
                  </a:moveTo>
                  <a:cubicBezTo>
                    <a:pt x="17849" y="162376"/>
                    <a:pt x="17849" y="162376"/>
                    <a:pt x="17849" y="162376"/>
                  </a:cubicBezTo>
                  <a:cubicBezTo>
                    <a:pt x="17038" y="164000"/>
                    <a:pt x="17038" y="164000"/>
                    <a:pt x="17849" y="164000"/>
                  </a:cubicBezTo>
                  <a:cubicBezTo>
                    <a:pt x="18660" y="164000"/>
                    <a:pt x="18660" y="164000"/>
                    <a:pt x="18660" y="163188"/>
                  </a:cubicBezTo>
                  <a:cubicBezTo>
                    <a:pt x="18660" y="162376"/>
                    <a:pt x="18660" y="162376"/>
                    <a:pt x="17849" y="162376"/>
                  </a:cubicBezTo>
                  <a:close/>
                  <a:moveTo>
                    <a:pt x="17038" y="159941"/>
                  </a:moveTo>
                  <a:cubicBezTo>
                    <a:pt x="17038" y="159941"/>
                    <a:pt x="17038" y="160752"/>
                    <a:pt x="17849" y="160752"/>
                  </a:cubicBezTo>
                  <a:cubicBezTo>
                    <a:pt x="18660" y="160752"/>
                    <a:pt x="18660" y="160752"/>
                    <a:pt x="18660" y="160752"/>
                  </a:cubicBezTo>
                  <a:cubicBezTo>
                    <a:pt x="18660" y="160752"/>
                    <a:pt x="18660" y="159941"/>
                    <a:pt x="17038" y="159941"/>
                  </a:cubicBezTo>
                  <a:cubicBezTo>
                    <a:pt x="17849" y="159941"/>
                    <a:pt x="17038" y="159941"/>
                    <a:pt x="17038" y="159941"/>
                  </a:cubicBezTo>
                  <a:close/>
                  <a:moveTo>
                    <a:pt x="19472" y="157505"/>
                  </a:moveTo>
                  <a:cubicBezTo>
                    <a:pt x="19472" y="157505"/>
                    <a:pt x="18660" y="157505"/>
                    <a:pt x="18660" y="157505"/>
                  </a:cubicBezTo>
                  <a:cubicBezTo>
                    <a:pt x="18660" y="157505"/>
                    <a:pt x="17849" y="157505"/>
                    <a:pt x="18660" y="157505"/>
                  </a:cubicBezTo>
                  <a:cubicBezTo>
                    <a:pt x="18660" y="158317"/>
                    <a:pt x="20283" y="159129"/>
                    <a:pt x="20283" y="158317"/>
                  </a:cubicBezTo>
                  <a:cubicBezTo>
                    <a:pt x="19472" y="159129"/>
                    <a:pt x="20283" y="158317"/>
                    <a:pt x="19472" y="157505"/>
                  </a:cubicBezTo>
                  <a:cubicBezTo>
                    <a:pt x="20283" y="157505"/>
                    <a:pt x="19472" y="157505"/>
                    <a:pt x="19472" y="157505"/>
                  </a:cubicBezTo>
                  <a:close/>
                  <a:moveTo>
                    <a:pt x="20283" y="155881"/>
                  </a:moveTo>
                  <a:cubicBezTo>
                    <a:pt x="21094" y="156693"/>
                    <a:pt x="21094" y="156693"/>
                    <a:pt x="21094" y="157505"/>
                  </a:cubicBezTo>
                  <a:cubicBezTo>
                    <a:pt x="21094" y="158317"/>
                    <a:pt x="21094" y="158317"/>
                    <a:pt x="21094" y="157505"/>
                  </a:cubicBezTo>
                  <a:cubicBezTo>
                    <a:pt x="21906" y="157505"/>
                    <a:pt x="21094" y="155881"/>
                    <a:pt x="20283" y="155881"/>
                  </a:cubicBezTo>
                  <a:cubicBezTo>
                    <a:pt x="19472" y="155881"/>
                    <a:pt x="19472" y="155881"/>
                    <a:pt x="20283" y="155881"/>
                  </a:cubicBezTo>
                  <a:close/>
                  <a:moveTo>
                    <a:pt x="26774" y="134772"/>
                  </a:moveTo>
                  <a:cubicBezTo>
                    <a:pt x="26774" y="135584"/>
                    <a:pt x="26774" y="135584"/>
                    <a:pt x="26774" y="134772"/>
                  </a:cubicBezTo>
                  <a:cubicBezTo>
                    <a:pt x="27585" y="135584"/>
                    <a:pt x="27585" y="134772"/>
                    <a:pt x="26774" y="134772"/>
                  </a:cubicBezTo>
                  <a:cubicBezTo>
                    <a:pt x="27585" y="134772"/>
                    <a:pt x="27585" y="133960"/>
                    <a:pt x="26774" y="134772"/>
                  </a:cubicBezTo>
                  <a:cubicBezTo>
                    <a:pt x="26774" y="133960"/>
                    <a:pt x="26774" y="133960"/>
                    <a:pt x="26774" y="134772"/>
                  </a:cubicBezTo>
                  <a:close/>
                  <a:moveTo>
                    <a:pt x="27585" y="142079"/>
                  </a:moveTo>
                  <a:cubicBezTo>
                    <a:pt x="28396" y="142079"/>
                    <a:pt x="28396" y="142891"/>
                    <a:pt x="27585" y="143703"/>
                  </a:cubicBezTo>
                  <a:cubicBezTo>
                    <a:pt x="27585" y="143703"/>
                    <a:pt x="26774" y="143703"/>
                    <a:pt x="26774" y="142891"/>
                  </a:cubicBezTo>
                  <a:cubicBezTo>
                    <a:pt x="26774" y="142079"/>
                    <a:pt x="27585" y="142079"/>
                    <a:pt x="27585" y="142079"/>
                  </a:cubicBezTo>
                  <a:close/>
                  <a:moveTo>
                    <a:pt x="28396" y="131525"/>
                  </a:moveTo>
                  <a:cubicBezTo>
                    <a:pt x="27585" y="131525"/>
                    <a:pt x="26774" y="133148"/>
                    <a:pt x="27585" y="133148"/>
                  </a:cubicBezTo>
                  <a:cubicBezTo>
                    <a:pt x="28396" y="133148"/>
                    <a:pt x="29207" y="131525"/>
                    <a:pt x="29207" y="131525"/>
                  </a:cubicBezTo>
                  <a:cubicBezTo>
                    <a:pt x="30019" y="130713"/>
                    <a:pt x="29207" y="131525"/>
                    <a:pt x="28396" y="131525"/>
                  </a:cubicBezTo>
                  <a:close/>
                  <a:moveTo>
                    <a:pt x="29207" y="129089"/>
                  </a:moveTo>
                  <a:cubicBezTo>
                    <a:pt x="29207" y="129089"/>
                    <a:pt x="29207" y="129089"/>
                    <a:pt x="29207" y="129089"/>
                  </a:cubicBezTo>
                  <a:cubicBezTo>
                    <a:pt x="28396" y="129901"/>
                    <a:pt x="28396" y="129901"/>
                    <a:pt x="29207" y="129901"/>
                  </a:cubicBezTo>
                  <a:cubicBezTo>
                    <a:pt x="29207" y="129901"/>
                    <a:pt x="30019" y="129901"/>
                    <a:pt x="29207" y="129089"/>
                  </a:cubicBezTo>
                  <a:cubicBezTo>
                    <a:pt x="29207" y="129089"/>
                    <a:pt x="29207" y="129089"/>
                    <a:pt x="29207" y="129089"/>
                  </a:cubicBezTo>
                  <a:close/>
                  <a:moveTo>
                    <a:pt x="30830" y="125841"/>
                  </a:moveTo>
                  <a:cubicBezTo>
                    <a:pt x="30830" y="125841"/>
                    <a:pt x="30830" y="126653"/>
                    <a:pt x="30830" y="125841"/>
                  </a:cubicBezTo>
                  <a:cubicBezTo>
                    <a:pt x="30019" y="127465"/>
                    <a:pt x="30830" y="127465"/>
                    <a:pt x="30830" y="127465"/>
                  </a:cubicBezTo>
                  <a:cubicBezTo>
                    <a:pt x="31641" y="127465"/>
                    <a:pt x="31641" y="126653"/>
                    <a:pt x="30830" y="125841"/>
                  </a:cubicBezTo>
                  <a:cubicBezTo>
                    <a:pt x="31641" y="126653"/>
                    <a:pt x="31641" y="125841"/>
                    <a:pt x="30830" y="125841"/>
                  </a:cubicBezTo>
                  <a:close/>
                  <a:moveTo>
                    <a:pt x="31641" y="124218"/>
                  </a:moveTo>
                  <a:cubicBezTo>
                    <a:pt x="31641" y="124218"/>
                    <a:pt x="31641" y="124218"/>
                    <a:pt x="31641" y="124218"/>
                  </a:cubicBezTo>
                  <a:cubicBezTo>
                    <a:pt x="32453" y="124218"/>
                    <a:pt x="33264" y="124218"/>
                    <a:pt x="32453" y="124218"/>
                  </a:cubicBezTo>
                  <a:cubicBezTo>
                    <a:pt x="32453" y="123406"/>
                    <a:pt x="32453" y="124218"/>
                    <a:pt x="31641" y="124218"/>
                  </a:cubicBezTo>
                  <a:close/>
                  <a:moveTo>
                    <a:pt x="34075" y="120158"/>
                  </a:moveTo>
                  <a:cubicBezTo>
                    <a:pt x="33264" y="120158"/>
                    <a:pt x="33264" y="120158"/>
                    <a:pt x="34075" y="120158"/>
                  </a:cubicBezTo>
                  <a:cubicBezTo>
                    <a:pt x="34075" y="121782"/>
                    <a:pt x="34075" y="121782"/>
                    <a:pt x="34887" y="121782"/>
                  </a:cubicBezTo>
                  <a:cubicBezTo>
                    <a:pt x="34887" y="121782"/>
                    <a:pt x="34887" y="121782"/>
                    <a:pt x="34887" y="120970"/>
                  </a:cubicBezTo>
                  <a:cubicBezTo>
                    <a:pt x="34075" y="120158"/>
                    <a:pt x="34075" y="120158"/>
                    <a:pt x="34075" y="120158"/>
                  </a:cubicBezTo>
                  <a:close/>
                  <a:moveTo>
                    <a:pt x="36509" y="129901"/>
                  </a:moveTo>
                  <a:cubicBezTo>
                    <a:pt x="36509" y="129901"/>
                    <a:pt x="36509" y="129089"/>
                    <a:pt x="36509" y="128277"/>
                  </a:cubicBezTo>
                  <a:cubicBezTo>
                    <a:pt x="36509" y="127465"/>
                    <a:pt x="35698" y="127465"/>
                    <a:pt x="35698" y="127465"/>
                  </a:cubicBezTo>
                  <a:cubicBezTo>
                    <a:pt x="35698" y="127465"/>
                    <a:pt x="34887" y="127465"/>
                    <a:pt x="35698" y="127465"/>
                  </a:cubicBezTo>
                  <a:cubicBezTo>
                    <a:pt x="35698" y="126653"/>
                    <a:pt x="36509" y="126653"/>
                    <a:pt x="37321" y="126653"/>
                  </a:cubicBezTo>
                  <a:cubicBezTo>
                    <a:pt x="38132" y="126653"/>
                    <a:pt x="38132" y="126653"/>
                    <a:pt x="38132" y="126653"/>
                  </a:cubicBezTo>
                  <a:cubicBezTo>
                    <a:pt x="38132" y="126653"/>
                    <a:pt x="38132" y="127465"/>
                    <a:pt x="38132" y="127465"/>
                  </a:cubicBezTo>
                  <a:cubicBezTo>
                    <a:pt x="38132" y="127465"/>
                    <a:pt x="38943" y="126653"/>
                    <a:pt x="38943" y="126653"/>
                  </a:cubicBezTo>
                  <a:cubicBezTo>
                    <a:pt x="38943" y="125841"/>
                    <a:pt x="39754" y="125841"/>
                    <a:pt x="39754" y="125841"/>
                  </a:cubicBezTo>
                  <a:cubicBezTo>
                    <a:pt x="39754" y="125841"/>
                    <a:pt x="38943" y="127465"/>
                    <a:pt x="38132" y="129089"/>
                  </a:cubicBezTo>
                  <a:cubicBezTo>
                    <a:pt x="37321" y="130713"/>
                    <a:pt x="36509" y="132337"/>
                    <a:pt x="36509" y="134772"/>
                  </a:cubicBezTo>
                  <a:cubicBezTo>
                    <a:pt x="36509" y="134772"/>
                    <a:pt x="36509" y="134772"/>
                    <a:pt x="35698" y="134772"/>
                  </a:cubicBezTo>
                  <a:cubicBezTo>
                    <a:pt x="34887" y="133960"/>
                    <a:pt x="34075" y="130713"/>
                    <a:pt x="34887" y="129901"/>
                  </a:cubicBezTo>
                  <a:cubicBezTo>
                    <a:pt x="35698" y="129089"/>
                    <a:pt x="35698" y="129089"/>
                    <a:pt x="36509" y="129901"/>
                  </a:cubicBezTo>
                  <a:cubicBezTo>
                    <a:pt x="35698" y="129901"/>
                    <a:pt x="36509" y="129901"/>
                    <a:pt x="36509" y="129901"/>
                  </a:cubicBezTo>
                  <a:close/>
                  <a:moveTo>
                    <a:pt x="40566" y="108792"/>
                  </a:moveTo>
                  <a:cubicBezTo>
                    <a:pt x="38943" y="110416"/>
                    <a:pt x="38943" y="111228"/>
                    <a:pt x="39754" y="111228"/>
                  </a:cubicBezTo>
                  <a:cubicBezTo>
                    <a:pt x="39754" y="111228"/>
                    <a:pt x="40566" y="111228"/>
                    <a:pt x="39754" y="110416"/>
                  </a:cubicBezTo>
                  <a:cubicBezTo>
                    <a:pt x="40566" y="110416"/>
                    <a:pt x="40566" y="109604"/>
                    <a:pt x="40566" y="108792"/>
                  </a:cubicBezTo>
                  <a:cubicBezTo>
                    <a:pt x="42188" y="107168"/>
                    <a:pt x="41377" y="107168"/>
                    <a:pt x="40566" y="108792"/>
                  </a:cubicBezTo>
                  <a:close/>
                  <a:moveTo>
                    <a:pt x="51113" y="92554"/>
                  </a:moveTo>
                  <a:cubicBezTo>
                    <a:pt x="51924" y="91742"/>
                    <a:pt x="51113" y="90931"/>
                    <a:pt x="50302" y="90931"/>
                  </a:cubicBezTo>
                  <a:cubicBezTo>
                    <a:pt x="49490" y="90931"/>
                    <a:pt x="49490" y="90931"/>
                    <a:pt x="49490" y="91742"/>
                  </a:cubicBezTo>
                  <a:cubicBezTo>
                    <a:pt x="49490" y="92554"/>
                    <a:pt x="50302" y="93366"/>
                    <a:pt x="51113" y="92554"/>
                  </a:cubicBezTo>
                  <a:close/>
                  <a:moveTo>
                    <a:pt x="51113" y="89307"/>
                  </a:moveTo>
                  <a:cubicBezTo>
                    <a:pt x="51113" y="90119"/>
                    <a:pt x="51113" y="90119"/>
                    <a:pt x="51113" y="90931"/>
                  </a:cubicBezTo>
                  <a:cubicBezTo>
                    <a:pt x="50302" y="91742"/>
                    <a:pt x="50302" y="91742"/>
                    <a:pt x="51924" y="91742"/>
                  </a:cubicBezTo>
                  <a:cubicBezTo>
                    <a:pt x="52735" y="91742"/>
                    <a:pt x="52735" y="90931"/>
                    <a:pt x="52735" y="90931"/>
                  </a:cubicBezTo>
                  <a:cubicBezTo>
                    <a:pt x="52735" y="90119"/>
                    <a:pt x="53547" y="90119"/>
                    <a:pt x="54358" y="90119"/>
                  </a:cubicBezTo>
                  <a:cubicBezTo>
                    <a:pt x="55981" y="90119"/>
                    <a:pt x="55981" y="90119"/>
                    <a:pt x="55170" y="90119"/>
                  </a:cubicBezTo>
                  <a:cubicBezTo>
                    <a:pt x="54358" y="90119"/>
                    <a:pt x="53547" y="89307"/>
                    <a:pt x="52735" y="89307"/>
                  </a:cubicBezTo>
                  <a:cubicBezTo>
                    <a:pt x="51113" y="88495"/>
                    <a:pt x="51113" y="88495"/>
                    <a:pt x="51113" y="89307"/>
                  </a:cubicBezTo>
                  <a:close/>
                  <a:moveTo>
                    <a:pt x="54358" y="86059"/>
                  </a:moveTo>
                  <a:cubicBezTo>
                    <a:pt x="54358" y="86059"/>
                    <a:pt x="53547" y="86871"/>
                    <a:pt x="53547" y="86871"/>
                  </a:cubicBezTo>
                  <a:cubicBezTo>
                    <a:pt x="53547" y="87683"/>
                    <a:pt x="53547" y="87683"/>
                    <a:pt x="54358" y="86059"/>
                  </a:cubicBezTo>
                  <a:cubicBezTo>
                    <a:pt x="55170" y="86059"/>
                    <a:pt x="55170" y="86059"/>
                    <a:pt x="54358" y="86059"/>
                  </a:cubicBezTo>
                  <a:close/>
                  <a:moveTo>
                    <a:pt x="55170" y="90119"/>
                  </a:moveTo>
                  <a:cubicBezTo>
                    <a:pt x="54358" y="90119"/>
                    <a:pt x="54358" y="90931"/>
                    <a:pt x="55170" y="90119"/>
                  </a:cubicBezTo>
                  <a:cubicBezTo>
                    <a:pt x="55170" y="90931"/>
                    <a:pt x="54358" y="90931"/>
                    <a:pt x="54358" y="90931"/>
                  </a:cubicBezTo>
                  <a:cubicBezTo>
                    <a:pt x="54358" y="90931"/>
                    <a:pt x="53547" y="90931"/>
                    <a:pt x="53547" y="91742"/>
                  </a:cubicBezTo>
                  <a:cubicBezTo>
                    <a:pt x="53547" y="92554"/>
                    <a:pt x="53547" y="92554"/>
                    <a:pt x="55170" y="92554"/>
                  </a:cubicBezTo>
                  <a:cubicBezTo>
                    <a:pt x="55981" y="92554"/>
                    <a:pt x="56792" y="92554"/>
                    <a:pt x="56792" y="92554"/>
                  </a:cubicBezTo>
                  <a:cubicBezTo>
                    <a:pt x="56792" y="92554"/>
                    <a:pt x="56792" y="92554"/>
                    <a:pt x="55981" y="91742"/>
                  </a:cubicBezTo>
                  <a:cubicBezTo>
                    <a:pt x="55981" y="91742"/>
                    <a:pt x="55170" y="91742"/>
                    <a:pt x="55170" y="90119"/>
                  </a:cubicBezTo>
                  <a:cubicBezTo>
                    <a:pt x="55981" y="90931"/>
                    <a:pt x="55981" y="90119"/>
                    <a:pt x="55170" y="90119"/>
                  </a:cubicBezTo>
                  <a:close/>
                  <a:moveTo>
                    <a:pt x="58415" y="79564"/>
                  </a:moveTo>
                  <a:cubicBezTo>
                    <a:pt x="57603" y="79564"/>
                    <a:pt x="57603" y="80376"/>
                    <a:pt x="57603" y="80376"/>
                  </a:cubicBezTo>
                  <a:cubicBezTo>
                    <a:pt x="57603" y="81188"/>
                    <a:pt x="57603" y="81188"/>
                    <a:pt x="56792" y="81188"/>
                  </a:cubicBezTo>
                  <a:cubicBezTo>
                    <a:pt x="55981" y="81188"/>
                    <a:pt x="55981" y="81188"/>
                    <a:pt x="55981" y="82000"/>
                  </a:cubicBezTo>
                  <a:cubicBezTo>
                    <a:pt x="55981" y="82000"/>
                    <a:pt x="56792" y="82000"/>
                    <a:pt x="56792" y="82000"/>
                  </a:cubicBezTo>
                  <a:cubicBezTo>
                    <a:pt x="57603" y="82000"/>
                    <a:pt x="57603" y="82000"/>
                    <a:pt x="57603" y="82812"/>
                  </a:cubicBezTo>
                  <a:cubicBezTo>
                    <a:pt x="57603" y="83624"/>
                    <a:pt x="57603" y="83624"/>
                    <a:pt x="57603" y="83624"/>
                  </a:cubicBezTo>
                  <a:cubicBezTo>
                    <a:pt x="57603" y="83624"/>
                    <a:pt x="56792" y="83624"/>
                    <a:pt x="56792" y="83624"/>
                  </a:cubicBezTo>
                  <a:cubicBezTo>
                    <a:pt x="55981" y="84436"/>
                    <a:pt x="55981" y="83624"/>
                    <a:pt x="55981" y="83624"/>
                  </a:cubicBezTo>
                  <a:cubicBezTo>
                    <a:pt x="55981" y="82000"/>
                    <a:pt x="55170" y="82812"/>
                    <a:pt x="54358" y="83624"/>
                  </a:cubicBezTo>
                  <a:cubicBezTo>
                    <a:pt x="53547" y="84436"/>
                    <a:pt x="54358" y="84436"/>
                    <a:pt x="55981" y="84436"/>
                  </a:cubicBezTo>
                  <a:cubicBezTo>
                    <a:pt x="56792" y="84436"/>
                    <a:pt x="58415" y="84436"/>
                    <a:pt x="58415" y="84436"/>
                  </a:cubicBezTo>
                  <a:cubicBezTo>
                    <a:pt x="59226" y="83624"/>
                    <a:pt x="59226" y="81188"/>
                    <a:pt x="58415" y="82000"/>
                  </a:cubicBezTo>
                  <a:cubicBezTo>
                    <a:pt x="58415" y="82812"/>
                    <a:pt x="58415" y="80376"/>
                    <a:pt x="58415" y="79564"/>
                  </a:cubicBezTo>
                  <a:cubicBezTo>
                    <a:pt x="59226" y="79564"/>
                    <a:pt x="59226" y="79564"/>
                    <a:pt x="58415" y="79564"/>
                  </a:cubicBezTo>
                  <a:close/>
                  <a:moveTo>
                    <a:pt x="56792" y="90119"/>
                  </a:moveTo>
                  <a:cubicBezTo>
                    <a:pt x="56792" y="90119"/>
                    <a:pt x="57603" y="90119"/>
                    <a:pt x="56792" y="90119"/>
                  </a:cubicBezTo>
                  <a:cubicBezTo>
                    <a:pt x="56792" y="89307"/>
                    <a:pt x="56792" y="88495"/>
                    <a:pt x="56792" y="88495"/>
                  </a:cubicBezTo>
                  <a:cubicBezTo>
                    <a:pt x="56792" y="88495"/>
                    <a:pt x="56792" y="90119"/>
                    <a:pt x="56792" y="90119"/>
                  </a:cubicBezTo>
                  <a:close/>
                  <a:moveTo>
                    <a:pt x="62471" y="73881"/>
                  </a:moveTo>
                  <a:cubicBezTo>
                    <a:pt x="61660" y="74693"/>
                    <a:pt x="60849" y="75505"/>
                    <a:pt x="60037" y="76317"/>
                  </a:cubicBezTo>
                  <a:cubicBezTo>
                    <a:pt x="58415" y="77941"/>
                    <a:pt x="58415" y="78752"/>
                    <a:pt x="59226" y="77941"/>
                  </a:cubicBezTo>
                  <a:cubicBezTo>
                    <a:pt x="59226" y="77941"/>
                    <a:pt x="60037" y="77941"/>
                    <a:pt x="60037" y="77941"/>
                  </a:cubicBezTo>
                  <a:cubicBezTo>
                    <a:pt x="60037" y="77941"/>
                    <a:pt x="60849" y="78752"/>
                    <a:pt x="60849" y="77941"/>
                  </a:cubicBezTo>
                  <a:cubicBezTo>
                    <a:pt x="61660" y="77129"/>
                    <a:pt x="61660" y="76317"/>
                    <a:pt x="60849" y="76317"/>
                  </a:cubicBezTo>
                  <a:cubicBezTo>
                    <a:pt x="60037" y="76317"/>
                    <a:pt x="60037" y="76317"/>
                    <a:pt x="60849" y="74693"/>
                  </a:cubicBezTo>
                  <a:cubicBezTo>
                    <a:pt x="61660" y="73881"/>
                    <a:pt x="62471" y="73069"/>
                    <a:pt x="62471" y="73069"/>
                  </a:cubicBezTo>
                  <a:cubicBezTo>
                    <a:pt x="63283" y="73069"/>
                    <a:pt x="64094" y="73069"/>
                    <a:pt x="63283" y="72257"/>
                  </a:cubicBezTo>
                  <a:cubicBezTo>
                    <a:pt x="63283" y="72257"/>
                    <a:pt x="62471" y="71445"/>
                    <a:pt x="63283" y="71445"/>
                  </a:cubicBezTo>
                  <a:cubicBezTo>
                    <a:pt x="64094" y="72257"/>
                    <a:pt x="63283" y="73069"/>
                    <a:pt x="62471" y="73881"/>
                  </a:cubicBezTo>
                  <a:close/>
                  <a:moveTo>
                    <a:pt x="59226" y="85247"/>
                  </a:moveTo>
                  <a:cubicBezTo>
                    <a:pt x="59226" y="86059"/>
                    <a:pt x="59226" y="86059"/>
                    <a:pt x="59226" y="85247"/>
                  </a:cubicBezTo>
                  <a:cubicBezTo>
                    <a:pt x="60849" y="85247"/>
                    <a:pt x="60849" y="85247"/>
                    <a:pt x="59226" y="85247"/>
                  </a:cubicBezTo>
                  <a:cubicBezTo>
                    <a:pt x="60037" y="84436"/>
                    <a:pt x="59226" y="84436"/>
                    <a:pt x="59226" y="85247"/>
                  </a:cubicBezTo>
                  <a:close/>
                  <a:moveTo>
                    <a:pt x="60849" y="17050"/>
                  </a:moveTo>
                  <a:cubicBezTo>
                    <a:pt x="60849" y="17050"/>
                    <a:pt x="60037" y="17050"/>
                    <a:pt x="59226" y="17050"/>
                  </a:cubicBezTo>
                  <a:cubicBezTo>
                    <a:pt x="58415" y="17861"/>
                    <a:pt x="59226" y="17861"/>
                    <a:pt x="59226" y="17861"/>
                  </a:cubicBezTo>
                  <a:cubicBezTo>
                    <a:pt x="60849" y="17861"/>
                    <a:pt x="61660" y="17050"/>
                    <a:pt x="60849" y="17050"/>
                  </a:cubicBezTo>
                  <a:close/>
                  <a:moveTo>
                    <a:pt x="80320" y="12178"/>
                  </a:moveTo>
                  <a:cubicBezTo>
                    <a:pt x="79509" y="12178"/>
                    <a:pt x="77075" y="12990"/>
                    <a:pt x="77886" y="12990"/>
                  </a:cubicBezTo>
                  <a:cubicBezTo>
                    <a:pt x="78698" y="12990"/>
                    <a:pt x="75452" y="14614"/>
                    <a:pt x="74641" y="14614"/>
                  </a:cubicBezTo>
                  <a:cubicBezTo>
                    <a:pt x="73830" y="14614"/>
                    <a:pt x="73830" y="14614"/>
                    <a:pt x="73830" y="13802"/>
                  </a:cubicBezTo>
                  <a:cubicBezTo>
                    <a:pt x="73830" y="12990"/>
                    <a:pt x="73830" y="12990"/>
                    <a:pt x="73018" y="13802"/>
                  </a:cubicBezTo>
                  <a:cubicBezTo>
                    <a:pt x="72207" y="14614"/>
                    <a:pt x="71396" y="15426"/>
                    <a:pt x="69773" y="15426"/>
                  </a:cubicBezTo>
                  <a:cubicBezTo>
                    <a:pt x="68150" y="15426"/>
                    <a:pt x="67339" y="15426"/>
                    <a:pt x="67339" y="16238"/>
                  </a:cubicBezTo>
                  <a:cubicBezTo>
                    <a:pt x="67339" y="16238"/>
                    <a:pt x="66528" y="17050"/>
                    <a:pt x="66528" y="16238"/>
                  </a:cubicBezTo>
                  <a:cubicBezTo>
                    <a:pt x="66528" y="16238"/>
                    <a:pt x="65717" y="16238"/>
                    <a:pt x="64905" y="16238"/>
                  </a:cubicBezTo>
                  <a:cubicBezTo>
                    <a:pt x="64094" y="16238"/>
                    <a:pt x="64094" y="17050"/>
                    <a:pt x="64094" y="17050"/>
                  </a:cubicBezTo>
                  <a:cubicBezTo>
                    <a:pt x="64094" y="17861"/>
                    <a:pt x="64905" y="17861"/>
                    <a:pt x="64905" y="17050"/>
                  </a:cubicBezTo>
                  <a:cubicBezTo>
                    <a:pt x="65717" y="16238"/>
                    <a:pt x="68962" y="15426"/>
                    <a:pt x="69773" y="16238"/>
                  </a:cubicBezTo>
                  <a:cubicBezTo>
                    <a:pt x="70585" y="17050"/>
                    <a:pt x="71396" y="17050"/>
                    <a:pt x="71396" y="16238"/>
                  </a:cubicBezTo>
                  <a:cubicBezTo>
                    <a:pt x="71396" y="15426"/>
                    <a:pt x="75452" y="14614"/>
                    <a:pt x="75452" y="15426"/>
                  </a:cubicBezTo>
                  <a:cubicBezTo>
                    <a:pt x="75452" y="16238"/>
                    <a:pt x="78698" y="17050"/>
                    <a:pt x="78698" y="16238"/>
                  </a:cubicBezTo>
                  <a:cubicBezTo>
                    <a:pt x="78698" y="16238"/>
                    <a:pt x="78698" y="15426"/>
                    <a:pt x="78698" y="15426"/>
                  </a:cubicBezTo>
                  <a:cubicBezTo>
                    <a:pt x="78698" y="15426"/>
                    <a:pt x="79509" y="15426"/>
                    <a:pt x="79509" y="16238"/>
                  </a:cubicBezTo>
                  <a:cubicBezTo>
                    <a:pt x="79509" y="17050"/>
                    <a:pt x="81132" y="17050"/>
                    <a:pt x="81943" y="16238"/>
                  </a:cubicBezTo>
                  <a:cubicBezTo>
                    <a:pt x="81943" y="16238"/>
                    <a:pt x="81943" y="15426"/>
                    <a:pt x="81132" y="15426"/>
                  </a:cubicBezTo>
                  <a:cubicBezTo>
                    <a:pt x="80320" y="15426"/>
                    <a:pt x="80320" y="14614"/>
                    <a:pt x="80320" y="14614"/>
                  </a:cubicBezTo>
                  <a:cubicBezTo>
                    <a:pt x="80320" y="14614"/>
                    <a:pt x="81132" y="14614"/>
                    <a:pt x="81132" y="13802"/>
                  </a:cubicBezTo>
                  <a:cubicBezTo>
                    <a:pt x="81132" y="13802"/>
                    <a:pt x="81132" y="12990"/>
                    <a:pt x="81943" y="12178"/>
                  </a:cubicBezTo>
                  <a:cubicBezTo>
                    <a:pt x="82754" y="11366"/>
                    <a:pt x="82754" y="11366"/>
                    <a:pt x="81943" y="10554"/>
                  </a:cubicBezTo>
                  <a:cubicBezTo>
                    <a:pt x="81943" y="12990"/>
                    <a:pt x="81132" y="12178"/>
                    <a:pt x="80320" y="12178"/>
                  </a:cubicBezTo>
                  <a:close/>
                  <a:moveTo>
                    <a:pt x="66528" y="14614"/>
                  </a:moveTo>
                  <a:cubicBezTo>
                    <a:pt x="66528" y="14614"/>
                    <a:pt x="67339" y="14614"/>
                    <a:pt x="66528" y="14614"/>
                  </a:cubicBezTo>
                  <a:cubicBezTo>
                    <a:pt x="66528" y="13802"/>
                    <a:pt x="66528" y="13802"/>
                    <a:pt x="66528" y="14614"/>
                  </a:cubicBezTo>
                  <a:cubicBezTo>
                    <a:pt x="65717" y="14614"/>
                    <a:pt x="65717" y="14614"/>
                    <a:pt x="66528" y="14614"/>
                  </a:cubicBezTo>
                  <a:close/>
                  <a:moveTo>
                    <a:pt x="66528" y="68198"/>
                  </a:moveTo>
                  <a:cubicBezTo>
                    <a:pt x="66528" y="68198"/>
                    <a:pt x="66528" y="68198"/>
                    <a:pt x="66528" y="68198"/>
                  </a:cubicBezTo>
                  <a:cubicBezTo>
                    <a:pt x="65717" y="69010"/>
                    <a:pt x="65717" y="69010"/>
                    <a:pt x="66528" y="69010"/>
                  </a:cubicBezTo>
                  <a:cubicBezTo>
                    <a:pt x="67339" y="69010"/>
                    <a:pt x="66528" y="69010"/>
                    <a:pt x="66528" y="68198"/>
                  </a:cubicBezTo>
                  <a:cubicBezTo>
                    <a:pt x="66528" y="68198"/>
                    <a:pt x="66528" y="68198"/>
                    <a:pt x="66528" y="68198"/>
                  </a:cubicBezTo>
                  <a:close/>
                  <a:moveTo>
                    <a:pt x="67339" y="66574"/>
                  </a:moveTo>
                  <a:cubicBezTo>
                    <a:pt x="66528" y="66574"/>
                    <a:pt x="66528" y="67386"/>
                    <a:pt x="66528" y="67386"/>
                  </a:cubicBezTo>
                  <a:cubicBezTo>
                    <a:pt x="67339" y="67386"/>
                    <a:pt x="67339" y="67386"/>
                    <a:pt x="67339" y="66574"/>
                  </a:cubicBezTo>
                  <a:cubicBezTo>
                    <a:pt x="68150" y="66574"/>
                    <a:pt x="68962" y="66574"/>
                    <a:pt x="68150" y="65762"/>
                  </a:cubicBezTo>
                  <a:cubicBezTo>
                    <a:pt x="68150" y="65762"/>
                    <a:pt x="68150" y="65762"/>
                    <a:pt x="67339" y="66574"/>
                  </a:cubicBezTo>
                  <a:close/>
                  <a:moveTo>
                    <a:pt x="67339" y="69822"/>
                  </a:moveTo>
                  <a:cubicBezTo>
                    <a:pt x="67339" y="69822"/>
                    <a:pt x="67339" y="69822"/>
                    <a:pt x="67339" y="69822"/>
                  </a:cubicBezTo>
                  <a:cubicBezTo>
                    <a:pt x="68150" y="69822"/>
                    <a:pt x="68962" y="69010"/>
                    <a:pt x="67339" y="69822"/>
                  </a:cubicBezTo>
                  <a:cubicBezTo>
                    <a:pt x="67339" y="68198"/>
                    <a:pt x="67339" y="69010"/>
                    <a:pt x="67339" y="69822"/>
                  </a:cubicBezTo>
                  <a:close/>
                  <a:moveTo>
                    <a:pt x="69773" y="12990"/>
                  </a:moveTo>
                  <a:cubicBezTo>
                    <a:pt x="70585" y="12990"/>
                    <a:pt x="70585" y="12990"/>
                    <a:pt x="70585" y="12178"/>
                  </a:cubicBezTo>
                  <a:cubicBezTo>
                    <a:pt x="70585" y="12178"/>
                    <a:pt x="70585" y="12178"/>
                    <a:pt x="69773" y="12990"/>
                  </a:cubicBezTo>
                  <a:cubicBezTo>
                    <a:pt x="68962" y="12178"/>
                    <a:pt x="68962" y="12178"/>
                    <a:pt x="69773" y="12990"/>
                  </a:cubicBezTo>
                  <a:cubicBezTo>
                    <a:pt x="68962" y="12990"/>
                    <a:pt x="68962" y="12990"/>
                    <a:pt x="69773" y="12990"/>
                  </a:cubicBezTo>
                  <a:close/>
                  <a:moveTo>
                    <a:pt x="71396" y="13802"/>
                  </a:moveTo>
                  <a:cubicBezTo>
                    <a:pt x="71396" y="13802"/>
                    <a:pt x="72207" y="13802"/>
                    <a:pt x="71396" y="13802"/>
                  </a:cubicBezTo>
                  <a:cubicBezTo>
                    <a:pt x="71396" y="12990"/>
                    <a:pt x="70585" y="12990"/>
                    <a:pt x="71396" y="13802"/>
                  </a:cubicBezTo>
                  <a:cubicBezTo>
                    <a:pt x="69773" y="13802"/>
                    <a:pt x="70585" y="13802"/>
                    <a:pt x="71396" y="13802"/>
                  </a:cubicBezTo>
                  <a:close/>
                  <a:moveTo>
                    <a:pt x="71396" y="60891"/>
                  </a:moveTo>
                  <a:cubicBezTo>
                    <a:pt x="70585" y="61703"/>
                    <a:pt x="70585" y="61703"/>
                    <a:pt x="70585" y="62515"/>
                  </a:cubicBezTo>
                  <a:cubicBezTo>
                    <a:pt x="70585" y="62515"/>
                    <a:pt x="71396" y="62515"/>
                    <a:pt x="71396" y="60891"/>
                  </a:cubicBezTo>
                  <a:cubicBezTo>
                    <a:pt x="73018" y="60079"/>
                    <a:pt x="73018" y="60079"/>
                    <a:pt x="71396" y="60891"/>
                  </a:cubicBezTo>
                  <a:close/>
                  <a:moveTo>
                    <a:pt x="79509" y="14614"/>
                  </a:moveTo>
                  <a:cubicBezTo>
                    <a:pt x="79509" y="14614"/>
                    <a:pt x="80320" y="14614"/>
                    <a:pt x="80320" y="14614"/>
                  </a:cubicBezTo>
                  <a:cubicBezTo>
                    <a:pt x="80320" y="15426"/>
                    <a:pt x="80320" y="15426"/>
                    <a:pt x="79509" y="14614"/>
                  </a:cubicBezTo>
                  <a:cubicBezTo>
                    <a:pt x="78698" y="15426"/>
                    <a:pt x="78698" y="15426"/>
                    <a:pt x="79509" y="14614"/>
                  </a:cubicBezTo>
                  <a:close/>
                  <a:moveTo>
                    <a:pt x="80320" y="10554"/>
                  </a:moveTo>
                  <a:cubicBezTo>
                    <a:pt x="81132" y="10554"/>
                    <a:pt x="81132" y="10554"/>
                    <a:pt x="81132" y="9743"/>
                  </a:cubicBezTo>
                  <a:cubicBezTo>
                    <a:pt x="81132" y="9743"/>
                    <a:pt x="81132" y="8931"/>
                    <a:pt x="80320" y="8931"/>
                  </a:cubicBezTo>
                  <a:cubicBezTo>
                    <a:pt x="80320" y="9743"/>
                    <a:pt x="80320" y="9743"/>
                    <a:pt x="80320" y="10554"/>
                  </a:cubicBezTo>
                  <a:cubicBezTo>
                    <a:pt x="79509" y="10554"/>
                    <a:pt x="80320" y="10554"/>
                    <a:pt x="80320" y="10554"/>
                  </a:cubicBezTo>
                  <a:close/>
                  <a:moveTo>
                    <a:pt x="84377" y="14614"/>
                  </a:moveTo>
                  <a:cubicBezTo>
                    <a:pt x="83566" y="15426"/>
                    <a:pt x="83566" y="15426"/>
                    <a:pt x="84377" y="14614"/>
                  </a:cubicBezTo>
                  <a:cubicBezTo>
                    <a:pt x="86811" y="15426"/>
                    <a:pt x="87622" y="14614"/>
                    <a:pt x="85999" y="14614"/>
                  </a:cubicBezTo>
                  <a:cubicBezTo>
                    <a:pt x="85188" y="14614"/>
                    <a:pt x="84377" y="14614"/>
                    <a:pt x="84377" y="14614"/>
                  </a:cubicBezTo>
                  <a:close/>
                  <a:moveTo>
                    <a:pt x="85999" y="8119"/>
                  </a:moveTo>
                  <a:cubicBezTo>
                    <a:pt x="85188" y="8119"/>
                    <a:pt x="83566" y="8931"/>
                    <a:pt x="83566" y="9743"/>
                  </a:cubicBezTo>
                  <a:cubicBezTo>
                    <a:pt x="83566" y="10554"/>
                    <a:pt x="85999" y="10554"/>
                    <a:pt x="85999" y="9743"/>
                  </a:cubicBezTo>
                  <a:cubicBezTo>
                    <a:pt x="87622" y="9743"/>
                    <a:pt x="87622" y="8119"/>
                    <a:pt x="85999" y="8119"/>
                  </a:cubicBezTo>
                  <a:close/>
                  <a:moveTo>
                    <a:pt x="89245" y="12178"/>
                  </a:moveTo>
                  <a:cubicBezTo>
                    <a:pt x="88433" y="11366"/>
                    <a:pt x="88433" y="11366"/>
                    <a:pt x="89245" y="12178"/>
                  </a:cubicBezTo>
                  <a:cubicBezTo>
                    <a:pt x="88433" y="12178"/>
                    <a:pt x="88433" y="12990"/>
                    <a:pt x="89245" y="12178"/>
                  </a:cubicBezTo>
                  <a:cubicBezTo>
                    <a:pt x="89245" y="12990"/>
                    <a:pt x="90056" y="12990"/>
                    <a:pt x="89245" y="12178"/>
                  </a:cubicBezTo>
                  <a:cubicBezTo>
                    <a:pt x="90056" y="12990"/>
                    <a:pt x="89245" y="12178"/>
                    <a:pt x="89245" y="12178"/>
                  </a:cubicBezTo>
                  <a:close/>
                  <a:moveTo>
                    <a:pt x="91679" y="10554"/>
                  </a:moveTo>
                  <a:cubicBezTo>
                    <a:pt x="91679" y="10554"/>
                    <a:pt x="90867" y="11366"/>
                    <a:pt x="90867" y="11366"/>
                  </a:cubicBezTo>
                  <a:cubicBezTo>
                    <a:pt x="90867" y="12178"/>
                    <a:pt x="90867" y="12178"/>
                    <a:pt x="91679" y="10554"/>
                  </a:cubicBezTo>
                  <a:cubicBezTo>
                    <a:pt x="91679" y="10554"/>
                    <a:pt x="92490" y="10554"/>
                    <a:pt x="91679" y="10554"/>
                  </a:cubicBezTo>
                  <a:close/>
                  <a:moveTo>
                    <a:pt x="92490" y="13802"/>
                  </a:moveTo>
                  <a:cubicBezTo>
                    <a:pt x="91679" y="13802"/>
                    <a:pt x="91679" y="14614"/>
                    <a:pt x="92490" y="13802"/>
                  </a:cubicBezTo>
                  <a:cubicBezTo>
                    <a:pt x="93301" y="14614"/>
                    <a:pt x="94924" y="13802"/>
                    <a:pt x="94113" y="13802"/>
                  </a:cubicBezTo>
                  <a:cubicBezTo>
                    <a:pt x="94113" y="13802"/>
                    <a:pt x="93301" y="13802"/>
                    <a:pt x="92490" y="13802"/>
                  </a:cubicBezTo>
                  <a:close/>
                  <a:moveTo>
                    <a:pt x="94924" y="4059"/>
                  </a:moveTo>
                  <a:cubicBezTo>
                    <a:pt x="94113" y="4059"/>
                    <a:pt x="94113" y="4871"/>
                    <a:pt x="94113" y="4871"/>
                  </a:cubicBezTo>
                  <a:cubicBezTo>
                    <a:pt x="94113" y="5683"/>
                    <a:pt x="94924" y="5683"/>
                    <a:pt x="94924" y="4059"/>
                  </a:cubicBezTo>
                  <a:cubicBezTo>
                    <a:pt x="95735" y="4059"/>
                    <a:pt x="95735" y="4059"/>
                    <a:pt x="94924" y="4059"/>
                  </a:cubicBezTo>
                  <a:close/>
                  <a:moveTo>
                    <a:pt x="94113" y="12178"/>
                  </a:moveTo>
                  <a:cubicBezTo>
                    <a:pt x="94113" y="12178"/>
                    <a:pt x="94113" y="12178"/>
                    <a:pt x="94113" y="12178"/>
                  </a:cubicBezTo>
                  <a:cubicBezTo>
                    <a:pt x="95735" y="12990"/>
                    <a:pt x="95735" y="12178"/>
                    <a:pt x="94924" y="12178"/>
                  </a:cubicBezTo>
                  <a:cubicBezTo>
                    <a:pt x="94924" y="11366"/>
                    <a:pt x="94924" y="11366"/>
                    <a:pt x="94113" y="12178"/>
                  </a:cubicBezTo>
                  <a:close/>
                  <a:moveTo>
                    <a:pt x="101414" y="4059"/>
                  </a:moveTo>
                  <a:cubicBezTo>
                    <a:pt x="102226" y="4059"/>
                    <a:pt x="102226" y="4059"/>
                    <a:pt x="101414" y="4059"/>
                  </a:cubicBezTo>
                  <a:cubicBezTo>
                    <a:pt x="102226" y="3248"/>
                    <a:pt x="101414" y="3248"/>
                    <a:pt x="101414" y="4059"/>
                  </a:cubicBezTo>
                  <a:cubicBezTo>
                    <a:pt x="100603" y="3248"/>
                    <a:pt x="100603" y="3248"/>
                    <a:pt x="101414" y="4059"/>
                  </a:cubicBezTo>
                  <a:close/>
                  <a:moveTo>
                    <a:pt x="102226" y="9743"/>
                  </a:moveTo>
                  <a:cubicBezTo>
                    <a:pt x="102226" y="9743"/>
                    <a:pt x="101414" y="8931"/>
                    <a:pt x="102226" y="9743"/>
                  </a:cubicBezTo>
                  <a:cubicBezTo>
                    <a:pt x="101414" y="8931"/>
                    <a:pt x="102226" y="8931"/>
                    <a:pt x="102226" y="8931"/>
                  </a:cubicBezTo>
                  <a:cubicBezTo>
                    <a:pt x="102226" y="8931"/>
                    <a:pt x="103037" y="8931"/>
                    <a:pt x="102226" y="9743"/>
                  </a:cubicBezTo>
                  <a:cubicBezTo>
                    <a:pt x="103037" y="8931"/>
                    <a:pt x="102226" y="9743"/>
                    <a:pt x="102226" y="9743"/>
                  </a:cubicBezTo>
                  <a:close/>
                  <a:moveTo>
                    <a:pt x="106282" y="3248"/>
                  </a:moveTo>
                  <a:cubicBezTo>
                    <a:pt x="105471" y="3248"/>
                    <a:pt x="104660" y="4059"/>
                    <a:pt x="104660" y="4059"/>
                  </a:cubicBezTo>
                  <a:cubicBezTo>
                    <a:pt x="104660" y="4059"/>
                    <a:pt x="104660" y="4871"/>
                    <a:pt x="105471" y="4059"/>
                  </a:cubicBezTo>
                  <a:cubicBezTo>
                    <a:pt x="106282" y="4059"/>
                    <a:pt x="107094" y="4059"/>
                    <a:pt x="107094" y="4059"/>
                  </a:cubicBezTo>
                  <a:cubicBezTo>
                    <a:pt x="107905" y="4059"/>
                    <a:pt x="107905" y="4059"/>
                    <a:pt x="107905" y="3248"/>
                  </a:cubicBezTo>
                  <a:cubicBezTo>
                    <a:pt x="107905" y="2436"/>
                    <a:pt x="107094" y="3248"/>
                    <a:pt x="106282" y="3248"/>
                  </a:cubicBezTo>
                  <a:close/>
                  <a:moveTo>
                    <a:pt x="116018" y="8931"/>
                  </a:moveTo>
                  <a:cubicBezTo>
                    <a:pt x="115207" y="8931"/>
                    <a:pt x="115207" y="8931"/>
                    <a:pt x="116018" y="8931"/>
                  </a:cubicBezTo>
                  <a:cubicBezTo>
                    <a:pt x="116018" y="8931"/>
                    <a:pt x="116829" y="8931"/>
                    <a:pt x="116018" y="8931"/>
                  </a:cubicBezTo>
                  <a:cubicBezTo>
                    <a:pt x="116829" y="8931"/>
                    <a:pt x="116829" y="8931"/>
                    <a:pt x="116018" y="8931"/>
                  </a:cubicBezTo>
                  <a:close/>
                  <a:moveTo>
                    <a:pt x="119263" y="9743"/>
                  </a:moveTo>
                  <a:cubicBezTo>
                    <a:pt x="117641" y="9743"/>
                    <a:pt x="116829" y="8931"/>
                    <a:pt x="118452" y="8119"/>
                  </a:cubicBezTo>
                  <a:cubicBezTo>
                    <a:pt x="119263" y="8119"/>
                    <a:pt x="120886" y="8931"/>
                    <a:pt x="120886" y="8931"/>
                  </a:cubicBezTo>
                  <a:cubicBezTo>
                    <a:pt x="120886" y="9743"/>
                    <a:pt x="120075" y="9743"/>
                    <a:pt x="119263" y="9743"/>
                  </a:cubicBezTo>
                  <a:close/>
                  <a:moveTo>
                    <a:pt x="126565" y="1624"/>
                  </a:moveTo>
                  <a:cubicBezTo>
                    <a:pt x="126565" y="1624"/>
                    <a:pt x="125754" y="1624"/>
                    <a:pt x="124943" y="1624"/>
                  </a:cubicBezTo>
                  <a:cubicBezTo>
                    <a:pt x="124131" y="2436"/>
                    <a:pt x="124131" y="2436"/>
                    <a:pt x="124943" y="2436"/>
                  </a:cubicBezTo>
                  <a:cubicBezTo>
                    <a:pt x="125754" y="2436"/>
                    <a:pt x="126565" y="1624"/>
                    <a:pt x="126565" y="1624"/>
                  </a:cubicBezTo>
                  <a:close/>
                  <a:moveTo>
                    <a:pt x="128188" y="8931"/>
                  </a:moveTo>
                  <a:cubicBezTo>
                    <a:pt x="128188" y="8119"/>
                    <a:pt x="128999" y="8119"/>
                    <a:pt x="128188" y="8931"/>
                  </a:cubicBezTo>
                  <a:cubicBezTo>
                    <a:pt x="128999" y="8119"/>
                    <a:pt x="128999" y="8931"/>
                    <a:pt x="128999" y="8931"/>
                  </a:cubicBezTo>
                  <a:cubicBezTo>
                    <a:pt x="128999" y="8931"/>
                    <a:pt x="128999" y="8931"/>
                    <a:pt x="128188" y="8931"/>
                  </a:cubicBezTo>
                  <a:cubicBezTo>
                    <a:pt x="128999" y="8931"/>
                    <a:pt x="128188" y="8931"/>
                    <a:pt x="128188" y="8931"/>
                  </a:cubicBezTo>
                  <a:close/>
                  <a:moveTo>
                    <a:pt x="140358" y="1624"/>
                  </a:moveTo>
                  <a:cubicBezTo>
                    <a:pt x="138735" y="1624"/>
                    <a:pt x="137112" y="3248"/>
                    <a:pt x="137924" y="3248"/>
                  </a:cubicBezTo>
                  <a:cubicBezTo>
                    <a:pt x="137924" y="3248"/>
                    <a:pt x="138735" y="3248"/>
                    <a:pt x="138735" y="3248"/>
                  </a:cubicBezTo>
                  <a:cubicBezTo>
                    <a:pt x="138735" y="3248"/>
                    <a:pt x="139546" y="3248"/>
                    <a:pt x="139546" y="3248"/>
                  </a:cubicBezTo>
                  <a:cubicBezTo>
                    <a:pt x="139546" y="3248"/>
                    <a:pt x="140358" y="3248"/>
                    <a:pt x="141169" y="3248"/>
                  </a:cubicBezTo>
                  <a:cubicBezTo>
                    <a:pt x="141980" y="3248"/>
                    <a:pt x="141980" y="3248"/>
                    <a:pt x="141980" y="2436"/>
                  </a:cubicBezTo>
                  <a:cubicBezTo>
                    <a:pt x="141980" y="1624"/>
                    <a:pt x="141169" y="1624"/>
                    <a:pt x="140358" y="1624"/>
                  </a:cubicBezTo>
                  <a:close/>
                  <a:moveTo>
                    <a:pt x="141980" y="12990"/>
                  </a:moveTo>
                  <a:cubicBezTo>
                    <a:pt x="141980" y="12990"/>
                    <a:pt x="141980" y="12990"/>
                    <a:pt x="141980" y="12990"/>
                  </a:cubicBezTo>
                  <a:cubicBezTo>
                    <a:pt x="141169" y="13802"/>
                    <a:pt x="141169" y="13802"/>
                    <a:pt x="141169" y="13802"/>
                  </a:cubicBezTo>
                  <a:cubicBezTo>
                    <a:pt x="140358" y="12990"/>
                    <a:pt x="141169" y="12990"/>
                    <a:pt x="141980" y="12990"/>
                  </a:cubicBezTo>
                  <a:close/>
                  <a:moveTo>
                    <a:pt x="145225" y="8931"/>
                  </a:moveTo>
                  <a:cubicBezTo>
                    <a:pt x="145225" y="8119"/>
                    <a:pt x="145225" y="8119"/>
                    <a:pt x="144414" y="8119"/>
                  </a:cubicBezTo>
                  <a:cubicBezTo>
                    <a:pt x="143603" y="8119"/>
                    <a:pt x="142792" y="9743"/>
                    <a:pt x="142792" y="9743"/>
                  </a:cubicBezTo>
                  <a:cubicBezTo>
                    <a:pt x="143603" y="9743"/>
                    <a:pt x="145225" y="9743"/>
                    <a:pt x="145225" y="8931"/>
                  </a:cubicBezTo>
                  <a:close/>
                  <a:moveTo>
                    <a:pt x="145225" y="12990"/>
                  </a:moveTo>
                  <a:cubicBezTo>
                    <a:pt x="146037" y="12990"/>
                    <a:pt x="146037" y="13802"/>
                    <a:pt x="146037" y="13802"/>
                  </a:cubicBezTo>
                  <a:cubicBezTo>
                    <a:pt x="146037" y="13802"/>
                    <a:pt x="146037" y="14614"/>
                    <a:pt x="145225" y="13802"/>
                  </a:cubicBezTo>
                  <a:cubicBezTo>
                    <a:pt x="145225" y="13802"/>
                    <a:pt x="144414" y="12990"/>
                    <a:pt x="145225" y="12990"/>
                  </a:cubicBezTo>
                  <a:cubicBezTo>
                    <a:pt x="145225" y="12990"/>
                    <a:pt x="145225" y="12990"/>
                    <a:pt x="145225" y="12990"/>
                  </a:cubicBezTo>
                  <a:close/>
                  <a:moveTo>
                    <a:pt x="147659" y="11366"/>
                  </a:moveTo>
                  <a:cubicBezTo>
                    <a:pt x="148471" y="11366"/>
                    <a:pt x="148471" y="11366"/>
                    <a:pt x="147659" y="11366"/>
                  </a:cubicBezTo>
                  <a:cubicBezTo>
                    <a:pt x="148471" y="10554"/>
                    <a:pt x="148471" y="10554"/>
                    <a:pt x="147659" y="11366"/>
                  </a:cubicBezTo>
                  <a:cubicBezTo>
                    <a:pt x="147659" y="10554"/>
                    <a:pt x="146848" y="10554"/>
                    <a:pt x="147659" y="11366"/>
                  </a:cubicBezTo>
                  <a:cubicBezTo>
                    <a:pt x="146848" y="11366"/>
                    <a:pt x="147659" y="11366"/>
                    <a:pt x="147659" y="11366"/>
                  </a:cubicBezTo>
                  <a:close/>
                  <a:moveTo>
                    <a:pt x="150093" y="13802"/>
                  </a:moveTo>
                  <a:cubicBezTo>
                    <a:pt x="149282" y="13802"/>
                    <a:pt x="149282" y="13802"/>
                    <a:pt x="148471" y="13802"/>
                  </a:cubicBezTo>
                  <a:cubicBezTo>
                    <a:pt x="149282" y="13802"/>
                    <a:pt x="149282" y="13802"/>
                    <a:pt x="150093" y="13802"/>
                  </a:cubicBezTo>
                  <a:cubicBezTo>
                    <a:pt x="150093" y="12990"/>
                    <a:pt x="150905" y="12990"/>
                    <a:pt x="150093" y="13802"/>
                  </a:cubicBezTo>
                  <a:cubicBezTo>
                    <a:pt x="150905" y="13802"/>
                    <a:pt x="150905" y="13802"/>
                    <a:pt x="150093" y="13802"/>
                  </a:cubicBezTo>
                  <a:close/>
                  <a:moveTo>
                    <a:pt x="149282" y="10554"/>
                  </a:moveTo>
                  <a:cubicBezTo>
                    <a:pt x="149282" y="11366"/>
                    <a:pt x="149282" y="11366"/>
                    <a:pt x="149282" y="10554"/>
                  </a:cubicBezTo>
                  <a:cubicBezTo>
                    <a:pt x="150905" y="11366"/>
                    <a:pt x="150905" y="10554"/>
                    <a:pt x="150093" y="10554"/>
                  </a:cubicBezTo>
                  <a:cubicBezTo>
                    <a:pt x="150093" y="10554"/>
                    <a:pt x="149282" y="10554"/>
                    <a:pt x="149282" y="10554"/>
                  </a:cubicBezTo>
                  <a:close/>
                  <a:moveTo>
                    <a:pt x="155773" y="13802"/>
                  </a:moveTo>
                  <a:cubicBezTo>
                    <a:pt x="155773" y="14614"/>
                    <a:pt x="154961" y="14614"/>
                    <a:pt x="154150" y="14614"/>
                  </a:cubicBezTo>
                  <a:cubicBezTo>
                    <a:pt x="152527" y="14614"/>
                    <a:pt x="151716" y="13802"/>
                    <a:pt x="153339" y="12990"/>
                  </a:cubicBezTo>
                  <a:cubicBezTo>
                    <a:pt x="154961" y="12990"/>
                    <a:pt x="155773" y="12990"/>
                    <a:pt x="155773" y="13802"/>
                  </a:cubicBezTo>
                  <a:close/>
                  <a:moveTo>
                    <a:pt x="159018" y="10554"/>
                  </a:moveTo>
                  <a:cubicBezTo>
                    <a:pt x="160641" y="10554"/>
                    <a:pt x="162263" y="10554"/>
                    <a:pt x="162263" y="9743"/>
                  </a:cubicBezTo>
                  <a:cubicBezTo>
                    <a:pt x="162263" y="9743"/>
                    <a:pt x="161452" y="9743"/>
                    <a:pt x="159829" y="9743"/>
                  </a:cubicBezTo>
                  <a:cubicBezTo>
                    <a:pt x="156584" y="9743"/>
                    <a:pt x="155773" y="9743"/>
                    <a:pt x="159018" y="10554"/>
                  </a:cubicBezTo>
                  <a:close/>
                  <a:moveTo>
                    <a:pt x="159829" y="14614"/>
                  </a:moveTo>
                  <a:cubicBezTo>
                    <a:pt x="160641" y="14614"/>
                    <a:pt x="160641" y="14614"/>
                    <a:pt x="160641" y="14614"/>
                  </a:cubicBezTo>
                  <a:cubicBezTo>
                    <a:pt x="161452" y="14614"/>
                    <a:pt x="160641" y="14614"/>
                    <a:pt x="159829" y="14614"/>
                  </a:cubicBezTo>
                  <a:cubicBezTo>
                    <a:pt x="159829" y="14614"/>
                    <a:pt x="159829" y="14614"/>
                    <a:pt x="159829" y="14614"/>
                  </a:cubicBezTo>
                  <a:close/>
                  <a:moveTo>
                    <a:pt x="164697" y="10554"/>
                  </a:moveTo>
                  <a:cubicBezTo>
                    <a:pt x="164697" y="10554"/>
                    <a:pt x="163886" y="10554"/>
                    <a:pt x="163886" y="10554"/>
                  </a:cubicBezTo>
                  <a:cubicBezTo>
                    <a:pt x="163074" y="10554"/>
                    <a:pt x="163074" y="10554"/>
                    <a:pt x="163886" y="11366"/>
                  </a:cubicBezTo>
                  <a:cubicBezTo>
                    <a:pt x="164697" y="11366"/>
                    <a:pt x="165508" y="11366"/>
                    <a:pt x="164697" y="10554"/>
                  </a:cubicBezTo>
                  <a:close/>
                  <a:moveTo>
                    <a:pt x="177678" y="9743"/>
                  </a:moveTo>
                  <a:cubicBezTo>
                    <a:pt x="177678" y="9743"/>
                    <a:pt x="177678" y="9743"/>
                    <a:pt x="177678" y="9743"/>
                  </a:cubicBezTo>
                  <a:cubicBezTo>
                    <a:pt x="176867" y="10554"/>
                    <a:pt x="176867" y="10554"/>
                    <a:pt x="177678" y="10554"/>
                  </a:cubicBezTo>
                  <a:cubicBezTo>
                    <a:pt x="177678" y="10554"/>
                    <a:pt x="178489" y="10554"/>
                    <a:pt x="177678" y="9743"/>
                  </a:cubicBezTo>
                  <a:cubicBezTo>
                    <a:pt x="178489" y="9743"/>
                    <a:pt x="177678" y="9743"/>
                    <a:pt x="177678" y="9743"/>
                  </a:cubicBezTo>
                  <a:close/>
                  <a:moveTo>
                    <a:pt x="179301" y="11366"/>
                  </a:moveTo>
                  <a:cubicBezTo>
                    <a:pt x="179301" y="11366"/>
                    <a:pt x="180112" y="12178"/>
                    <a:pt x="180923" y="12178"/>
                  </a:cubicBezTo>
                  <a:cubicBezTo>
                    <a:pt x="182546" y="12178"/>
                    <a:pt x="182546" y="11366"/>
                    <a:pt x="180112" y="11366"/>
                  </a:cubicBezTo>
                  <a:cubicBezTo>
                    <a:pt x="179301" y="10554"/>
                    <a:pt x="178489" y="10554"/>
                    <a:pt x="179301" y="11366"/>
                  </a:cubicBezTo>
                  <a:close/>
                  <a:moveTo>
                    <a:pt x="181735" y="14614"/>
                  </a:moveTo>
                  <a:cubicBezTo>
                    <a:pt x="180923" y="14614"/>
                    <a:pt x="180923" y="14614"/>
                    <a:pt x="181735" y="14614"/>
                  </a:cubicBezTo>
                  <a:cubicBezTo>
                    <a:pt x="180923" y="15426"/>
                    <a:pt x="181735" y="15426"/>
                    <a:pt x="181735" y="14614"/>
                  </a:cubicBezTo>
                  <a:cubicBezTo>
                    <a:pt x="181735" y="15426"/>
                    <a:pt x="181735" y="15426"/>
                    <a:pt x="181735" y="14614"/>
                  </a:cubicBezTo>
                  <a:cubicBezTo>
                    <a:pt x="182546" y="15426"/>
                    <a:pt x="181735" y="14614"/>
                    <a:pt x="181735" y="14614"/>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07" name="Freeform 706">
              <a:extLst>
                <a:ext uri="{FF2B5EF4-FFF2-40B4-BE49-F238E27FC236}">
                  <a16:creationId xmlns:a16="http://schemas.microsoft.com/office/drawing/2014/main" id="{3AF97F84-3674-6CCA-B5BA-590B5F1AAA74}"/>
                </a:ext>
              </a:extLst>
            </p:cNvPr>
            <p:cNvSpPr/>
            <p:nvPr/>
          </p:nvSpPr>
          <p:spPr>
            <a:xfrm>
              <a:off x="6064601" y="-927648"/>
              <a:ext cx="116018" cy="111227"/>
            </a:xfrm>
            <a:custGeom>
              <a:avLst/>
              <a:gdLst>
                <a:gd name="connsiteX0" fmla="*/ 0 w 116018"/>
                <a:gd name="connsiteY0" fmla="*/ 100673 h 111227"/>
                <a:gd name="connsiteX1" fmla="*/ 1623 w 116018"/>
                <a:gd name="connsiteY1" fmla="*/ 93366 h 111227"/>
                <a:gd name="connsiteX2" fmla="*/ 1623 w 116018"/>
                <a:gd name="connsiteY2" fmla="*/ 92554 h 111227"/>
                <a:gd name="connsiteX3" fmla="*/ 3245 w 116018"/>
                <a:gd name="connsiteY3" fmla="*/ 87683 h 111227"/>
                <a:gd name="connsiteX4" fmla="*/ 4057 w 116018"/>
                <a:gd name="connsiteY4" fmla="*/ 86059 h 111227"/>
                <a:gd name="connsiteX5" fmla="*/ 8925 w 116018"/>
                <a:gd name="connsiteY5" fmla="*/ 79564 h 111227"/>
                <a:gd name="connsiteX6" fmla="*/ 8925 w 116018"/>
                <a:gd name="connsiteY6" fmla="*/ 78752 h 111227"/>
                <a:gd name="connsiteX7" fmla="*/ 10547 w 116018"/>
                <a:gd name="connsiteY7" fmla="*/ 76317 h 111227"/>
                <a:gd name="connsiteX8" fmla="*/ 11359 w 116018"/>
                <a:gd name="connsiteY8" fmla="*/ 74693 h 111227"/>
                <a:gd name="connsiteX9" fmla="*/ 11359 w 116018"/>
                <a:gd name="connsiteY9" fmla="*/ 73881 h 111227"/>
                <a:gd name="connsiteX10" fmla="*/ 12981 w 116018"/>
                <a:gd name="connsiteY10" fmla="*/ 73881 h 111227"/>
                <a:gd name="connsiteX11" fmla="*/ 12981 w 116018"/>
                <a:gd name="connsiteY11" fmla="*/ 73881 h 111227"/>
                <a:gd name="connsiteX12" fmla="*/ 13792 w 116018"/>
                <a:gd name="connsiteY12" fmla="*/ 72257 h 111227"/>
                <a:gd name="connsiteX13" fmla="*/ 14604 w 116018"/>
                <a:gd name="connsiteY13" fmla="*/ 70633 h 111227"/>
                <a:gd name="connsiteX14" fmla="*/ 14604 w 116018"/>
                <a:gd name="connsiteY14" fmla="*/ 70633 h 111227"/>
                <a:gd name="connsiteX15" fmla="*/ 15415 w 116018"/>
                <a:gd name="connsiteY15" fmla="*/ 69822 h 111227"/>
                <a:gd name="connsiteX16" fmla="*/ 17038 w 116018"/>
                <a:gd name="connsiteY16" fmla="*/ 67386 h 111227"/>
                <a:gd name="connsiteX17" fmla="*/ 18660 w 116018"/>
                <a:gd name="connsiteY17" fmla="*/ 65762 h 111227"/>
                <a:gd name="connsiteX18" fmla="*/ 19472 w 116018"/>
                <a:gd name="connsiteY18" fmla="*/ 64950 h 111227"/>
                <a:gd name="connsiteX19" fmla="*/ 20283 w 116018"/>
                <a:gd name="connsiteY19" fmla="*/ 64138 h 111227"/>
                <a:gd name="connsiteX20" fmla="*/ 21906 w 116018"/>
                <a:gd name="connsiteY20" fmla="*/ 62515 h 111227"/>
                <a:gd name="connsiteX21" fmla="*/ 23528 w 116018"/>
                <a:gd name="connsiteY21" fmla="*/ 60891 h 111227"/>
                <a:gd name="connsiteX22" fmla="*/ 25962 w 116018"/>
                <a:gd name="connsiteY22" fmla="*/ 56832 h 111227"/>
                <a:gd name="connsiteX23" fmla="*/ 28396 w 116018"/>
                <a:gd name="connsiteY23" fmla="*/ 52772 h 111227"/>
                <a:gd name="connsiteX24" fmla="*/ 29207 w 116018"/>
                <a:gd name="connsiteY24" fmla="*/ 51960 h 111227"/>
                <a:gd name="connsiteX25" fmla="*/ 32453 w 116018"/>
                <a:gd name="connsiteY25" fmla="*/ 47089 h 111227"/>
                <a:gd name="connsiteX26" fmla="*/ 33264 w 116018"/>
                <a:gd name="connsiteY26" fmla="*/ 46277 h 111227"/>
                <a:gd name="connsiteX27" fmla="*/ 34075 w 116018"/>
                <a:gd name="connsiteY27" fmla="*/ 45465 h 111227"/>
                <a:gd name="connsiteX28" fmla="*/ 34887 w 116018"/>
                <a:gd name="connsiteY28" fmla="*/ 44653 h 111227"/>
                <a:gd name="connsiteX29" fmla="*/ 36509 w 116018"/>
                <a:gd name="connsiteY29" fmla="*/ 42218 h 111227"/>
                <a:gd name="connsiteX30" fmla="*/ 38132 w 116018"/>
                <a:gd name="connsiteY30" fmla="*/ 39782 h 111227"/>
                <a:gd name="connsiteX31" fmla="*/ 40566 w 116018"/>
                <a:gd name="connsiteY31" fmla="*/ 36535 h 111227"/>
                <a:gd name="connsiteX32" fmla="*/ 41377 w 116018"/>
                <a:gd name="connsiteY32" fmla="*/ 34911 h 111227"/>
                <a:gd name="connsiteX33" fmla="*/ 42188 w 116018"/>
                <a:gd name="connsiteY33" fmla="*/ 33287 h 111227"/>
                <a:gd name="connsiteX34" fmla="*/ 43000 w 116018"/>
                <a:gd name="connsiteY34" fmla="*/ 31663 h 111227"/>
                <a:gd name="connsiteX35" fmla="*/ 43811 w 116018"/>
                <a:gd name="connsiteY35" fmla="*/ 30851 h 111227"/>
                <a:gd name="connsiteX36" fmla="*/ 44622 w 116018"/>
                <a:gd name="connsiteY36" fmla="*/ 30040 h 111227"/>
                <a:gd name="connsiteX37" fmla="*/ 45434 w 116018"/>
                <a:gd name="connsiteY37" fmla="*/ 28416 h 111227"/>
                <a:gd name="connsiteX38" fmla="*/ 46245 w 116018"/>
                <a:gd name="connsiteY38" fmla="*/ 27604 h 111227"/>
                <a:gd name="connsiteX39" fmla="*/ 47056 w 116018"/>
                <a:gd name="connsiteY39" fmla="*/ 26792 h 111227"/>
                <a:gd name="connsiteX40" fmla="*/ 47868 w 116018"/>
                <a:gd name="connsiteY40" fmla="*/ 25168 h 111227"/>
                <a:gd name="connsiteX41" fmla="*/ 49490 w 116018"/>
                <a:gd name="connsiteY41" fmla="*/ 21109 h 111227"/>
                <a:gd name="connsiteX42" fmla="*/ 50302 w 116018"/>
                <a:gd name="connsiteY42" fmla="*/ 21109 h 111227"/>
                <a:gd name="connsiteX43" fmla="*/ 51924 w 116018"/>
                <a:gd name="connsiteY43" fmla="*/ 18673 h 111227"/>
                <a:gd name="connsiteX44" fmla="*/ 52735 w 116018"/>
                <a:gd name="connsiteY44" fmla="*/ 17861 h 111227"/>
                <a:gd name="connsiteX45" fmla="*/ 59226 w 116018"/>
                <a:gd name="connsiteY45" fmla="*/ 8119 h 111227"/>
                <a:gd name="connsiteX46" fmla="*/ 62471 w 116018"/>
                <a:gd name="connsiteY46" fmla="*/ 4059 h 111227"/>
                <a:gd name="connsiteX47" fmla="*/ 64094 w 116018"/>
                <a:gd name="connsiteY47" fmla="*/ 2436 h 111227"/>
                <a:gd name="connsiteX48" fmla="*/ 68151 w 116018"/>
                <a:gd name="connsiteY48" fmla="*/ 0 h 111227"/>
                <a:gd name="connsiteX49" fmla="*/ 78698 w 116018"/>
                <a:gd name="connsiteY49" fmla="*/ 7307 h 111227"/>
                <a:gd name="connsiteX50" fmla="*/ 76264 w 116018"/>
                <a:gd name="connsiteY50" fmla="*/ 12990 h 111227"/>
                <a:gd name="connsiteX51" fmla="*/ 74641 w 116018"/>
                <a:gd name="connsiteY51" fmla="*/ 15426 h 111227"/>
                <a:gd name="connsiteX52" fmla="*/ 71396 w 116018"/>
                <a:gd name="connsiteY52" fmla="*/ 19485 h 111227"/>
                <a:gd name="connsiteX53" fmla="*/ 68962 w 116018"/>
                <a:gd name="connsiteY53" fmla="*/ 23544 h 111227"/>
                <a:gd name="connsiteX54" fmla="*/ 67339 w 116018"/>
                <a:gd name="connsiteY54" fmla="*/ 25980 h 111227"/>
                <a:gd name="connsiteX55" fmla="*/ 56792 w 116018"/>
                <a:gd name="connsiteY55" fmla="*/ 40594 h 111227"/>
                <a:gd name="connsiteX56" fmla="*/ 53547 w 116018"/>
                <a:gd name="connsiteY56" fmla="*/ 44653 h 111227"/>
                <a:gd name="connsiteX57" fmla="*/ 51924 w 116018"/>
                <a:gd name="connsiteY57" fmla="*/ 47089 h 111227"/>
                <a:gd name="connsiteX58" fmla="*/ 51113 w 116018"/>
                <a:gd name="connsiteY58" fmla="*/ 48713 h 111227"/>
                <a:gd name="connsiteX59" fmla="*/ 48679 w 116018"/>
                <a:gd name="connsiteY59" fmla="*/ 51148 h 111227"/>
                <a:gd name="connsiteX60" fmla="*/ 47056 w 116018"/>
                <a:gd name="connsiteY60" fmla="*/ 52772 h 111227"/>
                <a:gd name="connsiteX61" fmla="*/ 46245 w 116018"/>
                <a:gd name="connsiteY61" fmla="*/ 53584 h 111227"/>
                <a:gd name="connsiteX62" fmla="*/ 43811 w 116018"/>
                <a:gd name="connsiteY62" fmla="*/ 56832 h 111227"/>
                <a:gd name="connsiteX63" fmla="*/ 41377 w 116018"/>
                <a:gd name="connsiteY63" fmla="*/ 60079 h 111227"/>
                <a:gd name="connsiteX64" fmla="*/ 39755 w 116018"/>
                <a:gd name="connsiteY64" fmla="*/ 62515 h 111227"/>
                <a:gd name="connsiteX65" fmla="*/ 38132 w 116018"/>
                <a:gd name="connsiteY65" fmla="*/ 64138 h 111227"/>
                <a:gd name="connsiteX66" fmla="*/ 34887 w 116018"/>
                <a:gd name="connsiteY66" fmla="*/ 69010 h 111227"/>
                <a:gd name="connsiteX67" fmla="*/ 33264 w 116018"/>
                <a:gd name="connsiteY67" fmla="*/ 70633 h 111227"/>
                <a:gd name="connsiteX68" fmla="*/ 27585 w 116018"/>
                <a:gd name="connsiteY68" fmla="*/ 78752 h 111227"/>
                <a:gd name="connsiteX69" fmla="*/ 26774 w 116018"/>
                <a:gd name="connsiteY69" fmla="*/ 79564 h 111227"/>
                <a:gd name="connsiteX70" fmla="*/ 25151 w 116018"/>
                <a:gd name="connsiteY70" fmla="*/ 82812 h 111227"/>
                <a:gd name="connsiteX71" fmla="*/ 23528 w 116018"/>
                <a:gd name="connsiteY71" fmla="*/ 86059 h 111227"/>
                <a:gd name="connsiteX72" fmla="*/ 28396 w 116018"/>
                <a:gd name="connsiteY72" fmla="*/ 82812 h 111227"/>
                <a:gd name="connsiteX73" fmla="*/ 48679 w 116018"/>
                <a:gd name="connsiteY73" fmla="*/ 69010 h 111227"/>
                <a:gd name="connsiteX74" fmla="*/ 55981 w 116018"/>
                <a:gd name="connsiteY74" fmla="*/ 69822 h 111227"/>
                <a:gd name="connsiteX75" fmla="*/ 57603 w 116018"/>
                <a:gd name="connsiteY75" fmla="*/ 70633 h 111227"/>
                <a:gd name="connsiteX76" fmla="*/ 60038 w 116018"/>
                <a:gd name="connsiteY76" fmla="*/ 73069 h 111227"/>
                <a:gd name="connsiteX77" fmla="*/ 60849 w 116018"/>
                <a:gd name="connsiteY77" fmla="*/ 78752 h 111227"/>
                <a:gd name="connsiteX78" fmla="*/ 59226 w 116018"/>
                <a:gd name="connsiteY78" fmla="*/ 85247 h 111227"/>
                <a:gd name="connsiteX79" fmla="*/ 57603 w 116018"/>
                <a:gd name="connsiteY79" fmla="*/ 89307 h 111227"/>
                <a:gd name="connsiteX80" fmla="*/ 56792 w 116018"/>
                <a:gd name="connsiteY80" fmla="*/ 91742 h 111227"/>
                <a:gd name="connsiteX81" fmla="*/ 55981 w 116018"/>
                <a:gd name="connsiteY81" fmla="*/ 96614 h 111227"/>
                <a:gd name="connsiteX82" fmla="*/ 56792 w 116018"/>
                <a:gd name="connsiteY82" fmla="*/ 100673 h 111227"/>
                <a:gd name="connsiteX83" fmla="*/ 60038 w 116018"/>
                <a:gd name="connsiteY83" fmla="*/ 100673 h 111227"/>
                <a:gd name="connsiteX84" fmla="*/ 68962 w 116018"/>
                <a:gd name="connsiteY84" fmla="*/ 98238 h 111227"/>
                <a:gd name="connsiteX85" fmla="*/ 69773 w 116018"/>
                <a:gd name="connsiteY85" fmla="*/ 97426 h 111227"/>
                <a:gd name="connsiteX86" fmla="*/ 79509 w 116018"/>
                <a:gd name="connsiteY86" fmla="*/ 92554 h 111227"/>
                <a:gd name="connsiteX87" fmla="*/ 90056 w 116018"/>
                <a:gd name="connsiteY87" fmla="*/ 85247 h 111227"/>
                <a:gd name="connsiteX88" fmla="*/ 101414 w 116018"/>
                <a:gd name="connsiteY88" fmla="*/ 77129 h 111227"/>
                <a:gd name="connsiteX89" fmla="*/ 116018 w 116018"/>
                <a:gd name="connsiteY89" fmla="*/ 67386 h 111227"/>
                <a:gd name="connsiteX90" fmla="*/ 111150 w 116018"/>
                <a:gd name="connsiteY90" fmla="*/ 72257 h 111227"/>
                <a:gd name="connsiteX91" fmla="*/ 106282 w 116018"/>
                <a:gd name="connsiteY91" fmla="*/ 77941 h 111227"/>
                <a:gd name="connsiteX92" fmla="*/ 101414 w 116018"/>
                <a:gd name="connsiteY92" fmla="*/ 82812 h 111227"/>
                <a:gd name="connsiteX93" fmla="*/ 100603 w 116018"/>
                <a:gd name="connsiteY93" fmla="*/ 83624 h 111227"/>
                <a:gd name="connsiteX94" fmla="*/ 96547 w 116018"/>
                <a:gd name="connsiteY94" fmla="*/ 86871 h 111227"/>
                <a:gd name="connsiteX95" fmla="*/ 91679 w 116018"/>
                <a:gd name="connsiteY95" fmla="*/ 91742 h 111227"/>
                <a:gd name="connsiteX96" fmla="*/ 89245 w 116018"/>
                <a:gd name="connsiteY96" fmla="*/ 94990 h 111227"/>
                <a:gd name="connsiteX97" fmla="*/ 88434 w 116018"/>
                <a:gd name="connsiteY97" fmla="*/ 95802 h 111227"/>
                <a:gd name="connsiteX98" fmla="*/ 81943 w 116018"/>
                <a:gd name="connsiteY98" fmla="*/ 102297 h 111227"/>
                <a:gd name="connsiteX99" fmla="*/ 77886 w 116018"/>
                <a:gd name="connsiteY99" fmla="*/ 105544 h 111227"/>
                <a:gd name="connsiteX100" fmla="*/ 74641 w 116018"/>
                <a:gd name="connsiteY100" fmla="*/ 107980 h 111227"/>
                <a:gd name="connsiteX101" fmla="*/ 72207 w 116018"/>
                <a:gd name="connsiteY101" fmla="*/ 109604 h 111227"/>
                <a:gd name="connsiteX102" fmla="*/ 70585 w 116018"/>
                <a:gd name="connsiteY102" fmla="*/ 110416 h 111227"/>
                <a:gd name="connsiteX103" fmla="*/ 66528 w 116018"/>
                <a:gd name="connsiteY103" fmla="*/ 109604 h 111227"/>
                <a:gd name="connsiteX104" fmla="*/ 61660 w 116018"/>
                <a:gd name="connsiteY104" fmla="*/ 108792 h 111227"/>
                <a:gd name="connsiteX105" fmla="*/ 49490 w 116018"/>
                <a:gd name="connsiteY105" fmla="*/ 99049 h 111227"/>
                <a:gd name="connsiteX106" fmla="*/ 48679 w 116018"/>
                <a:gd name="connsiteY106" fmla="*/ 97426 h 111227"/>
                <a:gd name="connsiteX107" fmla="*/ 47868 w 116018"/>
                <a:gd name="connsiteY107" fmla="*/ 82812 h 111227"/>
                <a:gd name="connsiteX108" fmla="*/ 48679 w 116018"/>
                <a:gd name="connsiteY108" fmla="*/ 79564 h 111227"/>
                <a:gd name="connsiteX109" fmla="*/ 48679 w 116018"/>
                <a:gd name="connsiteY109" fmla="*/ 77941 h 111227"/>
                <a:gd name="connsiteX110" fmla="*/ 47868 w 116018"/>
                <a:gd name="connsiteY110" fmla="*/ 79564 h 111227"/>
                <a:gd name="connsiteX111" fmla="*/ 47056 w 116018"/>
                <a:gd name="connsiteY111" fmla="*/ 80376 h 111227"/>
                <a:gd name="connsiteX112" fmla="*/ 44622 w 116018"/>
                <a:gd name="connsiteY112" fmla="*/ 82000 h 111227"/>
                <a:gd name="connsiteX113" fmla="*/ 43811 w 116018"/>
                <a:gd name="connsiteY113" fmla="*/ 82000 h 111227"/>
                <a:gd name="connsiteX114" fmla="*/ 43000 w 116018"/>
                <a:gd name="connsiteY114" fmla="*/ 82000 h 111227"/>
                <a:gd name="connsiteX115" fmla="*/ 41377 w 116018"/>
                <a:gd name="connsiteY115" fmla="*/ 82812 h 111227"/>
                <a:gd name="connsiteX116" fmla="*/ 39755 w 116018"/>
                <a:gd name="connsiteY116" fmla="*/ 84435 h 111227"/>
                <a:gd name="connsiteX117" fmla="*/ 38132 w 116018"/>
                <a:gd name="connsiteY117" fmla="*/ 86059 h 111227"/>
                <a:gd name="connsiteX118" fmla="*/ 36509 w 116018"/>
                <a:gd name="connsiteY118" fmla="*/ 87683 h 111227"/>
                <a:gd name="connsiteX119" fmla="*/ 35698 w 116018"/>
                <a:gd name="connsiteY119" fmla="*/ 88495 h 111227"/>
                <a:gd name="connsiteX120" fmla="*/ 33264 w 116018"/>
                <a:gd name="connsiteY120" fmla="*/ 90119 h 111227"/>
                <a:gd name="connsiteX121" fmla="*/ 33264 w 116018"/>
                <a:gd name="connsiteY121" fmla="*/ 90119 h 111227"/>
                <a:gd name="connsiteX122" fmla="*/ 32453 w 116018"/>
                <a:gd name="connsiteY122" fmla="*/ 90930 h 111227"/>
                <a:gd name="connsiteX123" fmla="*/ 31641 w 116018"/>
                <a:gd name="connsiteY123" fmla="*/ 91742 h 111227"/>
                <a:gd name="connsiteX124" fmla="*/ 30830 w 116018"/>
                <a:gd name="connsiteY124" fmla="*/ 92554 h 111227"/>
                <a:gd name="connsiteX125" fmla="*/ 30019 w 116018"/>
                <a:gd name="connsiteY125" fmla="*/ 93366 h 111227"/>
                <a:gd name="connsiteX126" fmla="*/ 29207 w 116018"/>
                <a:gd name="connsiteY126" fmla="*/ 93366 h 111227"/>
                <a:gd name="connsiteX127" fmla="*/ 29207 w 116018"/>
                <a:gd name="connsiteY127" fmla="*/ 94178 h 111227"/>
                <a:gd name="connsiteX128" fmla="*/ 26774 w 116018"/>
                <a:gd name="connsiteY128" fmla="*/ 96614 h 111227"/>
                <a:gd name="connsiteX129" fmla="*/ 21094 w 116018"/>
                <a:gd name="connsiteY129" fmla="*/ 102297 h 111227"/>
                <a:gd name="connsiteX130" fmla="*/ 13792 w 116018"/>
                <a:gd name="connsiteY130" fmla="*/ 108792 h 111227"/>
                <a:gd name="connsiteX131" fmla="*/ 12981 w 116018"/>
                <a:gd name="connsiteY131" fmla="*/ 109604 h 111227"/>
                <a:gd name="connsiteX132" fmla="*/ 12170 w 116018"/>
                <a:gd name="connsiteY132" fmla="*/ 111227 h 111227"/>
                <a:gd name="connsiteX133" fmla="*/ 9736 w 116018"/>
                <a:gd name="connsiteY133" fmla="*/ 111227 h 111227"/>
                <a:gd name="connsiteX134" fmla="*/ 6491 w 116018"/>
                <a:gd name="connsiteY134" fmla="*/ 109604 h 111227"/>
                <a:gd name="connsiteX135" fmla="*/ 0 w 116018"/>
                <a:gd name="connsiteY135" fmla="*/ 100673 h 111227"/>
                <a:gd name="connsiteX136" fmla="*/ 12981 w 116018"/>
                <a:gd name="connsiteY136" fmla="*/ 82812 h 111227"/>
                <a:gd name="connsiteX137" fmla="*/ 14604 w 116018"/>
                <a:gd name="connsiteY137" fmla="*/ 80376 h 111227"/>
                <a:gd name="connsiteX138" fmla="*/ 13792 w 116018"/>
                <a:gd name="connsiteY138" fmla="*/ 80376 h 111227"/>
                <a:gd name="connsiteX139" fmla="*/ 12981 w 116018"/>
                <a:gd name="connsiteY139" fmla="*/ 82812 h 111227"/>
                <a:gd name="connsiteX140" fmla="*/ 14604 w 116018"/>
                <a:gd name="connsiteY140" fmla="*/ 78752 h 111227"/>
                <a:gd name="connsiteX141" fmla="*/ 16226 w 116018"/>
                <a:gd name="connsiteY141" fmla="*/ 77941 h 111227"/>
                <a:gd name="connsiteX142" fmla="*/ 15415 w 116018"/>
                <a:gd name="connsiteY142" fmla="*/ 77129 h 111227"/>
                <a:gd name="connsiteX143" fmla="*/ 14604 w 116018"/>
                <a:gd name="connsiteY143" fmla="*/ 78752 h 111227"/>
                <a:gd name="connsiteX144" fmla="*/ 17038 w 116018"/>
                <a:gd name="connsiteY144" fmla="*/ 75505 h 111227"/>
                <a:gd name="connsiteX145" fmla="*/ 17038 w 116018"/>
                <a:gd name="connsiteY145" fmla="*/ 75505 h 111227"/>
                <a:gd name="connsiteX146" fmla="*/ 17038 w 116018"/>
                <a:gd name="connsiteY146" fmla="*/ 74693 h 111227"/>
                <a:gd name="connsiteX147" fmla="*/ 17038 w 116018"/>
                <a:gd name="connsiteY147" fmla="*/ 75505 h 111227"/>
                <a:gd name="connsiteX148" fmla="*/ 17038 w 116018"/>
                <a:gd name="connsiteY148" fmla="*/ 75505 h 111227"/>
                <a:gd name="connsiteX149" fmla="*/ 20283 w 116018"/>
                <a:gd name="connsiteY149" fmla="*/ 70633 h 111227"/>
                <a:gd name="connsiteX150" fmla="*/ 20283 w 116018"/>
                <a:gd name="connsiteY150" fmla="*/ 70633 h 111227"/>
                <a:gd name="connsiteX151" fmla="*/ 20283 w 116018"/>
                <a:gd name="connsiteY151" fmla="*/ 70633 h 111227"/>
                <a:gd name="connsiteX152" fmla="*/ 20283 w 116018"/>
                <a:gd name="connsiteY152" fmla="*/ 70633 h 111227"/>
                <a:gd name="connsiteX153" fmla="*/ 20283 w 116018"/>
                <a:gd name="connsiteY153" fmla="*/ 70633 h 111227"/>
                <a:gd name="connsiteX154" fmla="*/ 21094 w 116018"/>
                <a:gd name="connsiteY154" fmla="*/ 69010 h 111227"/>
                <a:gd name="connsiteX155" fmla="*/ 23528 w 116018"/>
                <a:gd name="connsiteY155" fmla="*/ 66574 h 111227"/>
                <a:gd name="connsiteX156" fmla="*/ 24339 w 116018"/>
                <a:gd name="connsiteY156" fmla="*/ 64950 h 111227"/>
                <a:gd name="connsiteX157" fmla="*/ 25151 w 116018"/>
                <a:gd name="connsiteY157" fmla="*/ 64138 h 111227"/>
                <a:gd name="connsiteX158" fmla="*/ 24339 w 116018"/>
                <a:gd name="connsiteY158" fmla="*/ 64138 h 111227"/>
                <a:gd name="connsiteX159" fmla="*/ 22717 w 116018"/>
                <a:gd name="connsiteY159" fmla="*/ 66574 h 111227"/>
                <a:gd name="connsiteX160" fmla="*/ 21094 w 116018"/>
                <a:gd name="connsiteY160" fmla="*/ 69010 h 111227"/>
                <a:gd name="connsiteX161" fmla="*/ 27585 w 116018"/>
                <a:gd name="connsiteY161" fmla="*/ 59267 h 111227"/>
                <a:gd name="connsiteX162" fmla="*/ 27585 w 116018"/>
                <a:gd name="connsiteY162" fmla="*/ 59267 h 111227"/>
                <a:gd name="connsiteX163" fmla="*/ 28396 w 116018"/>
                <a:gd name="connsiteY163" fmla="*/ 59267 h 111227"/>
                <a:gd name="connsiteX164" fmla="*/ 27585 w 116018"/>
                <a:gd name="connsiteY164" fmla="*/ 59267 h 111227"/>
                <a:gd name="connsiteX165" fmla="*/ 27585 w 116018"/>
                <a:gd name="connsiteY165" fmla="*/ 59267 h 111227"/>
                <a:gd name="connsiteX166" fmla="*/ 29207 w 116018"/>
                <a:gd name="connsiteY166" fmla="*/ 58455 h 111227"/>
                <a:gd name="connsiteX167" fmla="*/ 29207 w 116018"/>
                <a:gd name="connsiteY167" fmla="*/ 58455 h 111227"/>
                <a:gd name="connsiteX168" fmla="*/ 29207 w 116018"/>
                <a:gd name="connsiteY168" fmla="*/ 58455 h 111227"/>
                <a:gd name="connsiteX169" fmla="*/ 29207 w 116018"/>
                <a:gd name="connsiteY169" fmla="*/ 58455 h 111227"/>
                <a:gd name="connsiteX170" fmla="*/ 29207 w 116018"/>
                <a:gd name="connsiteY170" fmla="*/ 58455 h 111227"/>
                <a:gd name="connsiteX171" fmla="*/ 28396 w 116018"/>
                <a:gd name="connsiteY171" fmla="*/ 63327 h 111227"/>
                <a:gd name="connsiteX172" fmla="*/ 28396 w 116018"/>
                <a:gd name="connsiteY172" fmla="*/ 63327 h 111227"/>
                <a:gd name="connsiteX173" fmla="*/ 30019 w 116018"/>
                <a:gd name="connsiteY173" fmla="*/ 62515 h 111227"/>
                <a:gd name="connsiteX174" fmla="*/ 28396 w 116018"/>
                <a:gd name="connsiteY174" fmla="*/ 63327 h 111227"/>
                <a:gd name="connsiteX175" fmla="*/ 28396 w 116018"/>
                <a:gd name="connsiteY175" fmla="*/ 63327 h 111227"/>
                <a:gd name="connsiteX176" fmla="*/ 30830 w 116018"/>
                <a:gd name="connsiteY176" fmla="*/ 54396 h 111227"/>
                <a:gd name="connsiteX177" fmla="*/ 33264 w 116018"/>
                <a:gd name="connsiteY177" fmla="*/ 51148 h 111227"/>
                <a:gd name="connsiteX178" fmla="*/ 32453 w 116018"/>
                <a:gd name="connsiteY178" fmla="*/ 51148 h 111227"/>
                <a:gd name="connsiteX179" fmla="*/ 31641 w 116018"/>
                <a:gd name="connsiteY179" fmla="*/ 51960 h 111227"/>
                <a:gd name="connsiteX180" fmla="*/ 30830 w 116018"/>
                <a:gd name="connsiteY180" fmla="*/ 52772 h 111227"/>
                <a:gd name="connsiteX181" fmla="*/ 30830 w 116018"/>
                <a:gd name="connsiteY181" fmla="*/ 54396 h 111227"/>
                <a:gd name="connsiteX182" fmla="*/ 32453 w 116018"/>
                <a:gd name="connsiteY182" fmla="*/ 58455 h 111227"/>
                <a:gd name="connsiteX183" fmla="*/ 32453 w 116018"/>
                <a:gd name="connsiteY183" fmla="*/ 58455 h 111227"/>
                <a:gd name="connsiteX184" fmla="*/ 32453 w 116018"/>
                <a:gd name="connsiteY184" fmla="*/ 57644 h 111227"/>
                <a:gd name="connsiteX185" fmla="*/ 32453 w 116018"/>
                <a:gd name="connsiteY185" fmla="*/ 58455 h 111227"/>
                <a:gd name="connsiteX186" fmla="*/ 32453 w 116018"/>
                <a:gd name="connsiteY186" fmla="*/ 58455 h 111227"/>
                <a:gd name="connsiteX187" fmla="*/ 34887 w 116018"/>
                <a:gd name="connsiteY187" fmla="*/ 49525 h 111227"/>
                <a:gd name="connsiteX188" fmla="*/ 35698 w 116018"/>
                <a:gd name="connsiteY188" fmla="*/ 47901 h 111227"/>
                <a:gd name="connsiteX189" fmla="*/ 34887 w 116018"/>
                <a:gd name="connsiteY189" fmla="*/ 49525 h 111227"/>
                <a:gd name="connsiteX190" fmla="*/ 34887 w 116018"/>
                <a:gd name="connsiteY190" fmla="*/ 49525 h 111227"/>
                <a:gd name="connsiteX191" fmla="*/ 38132 w 116018"/>
                <a:gd name="connsiteY191" fmla="*/ 45465 h 111227"/>
                <a:gd name="connsiteX192" fmla="*/ 38943 w 116018"/>
                <a:gd name="connsiteY192" fmla="*/ 44653 h 111227"/>
                <a:gd name="connsiteX193" fmla="*/ 38132 w 116018"/>
                <a:gd name="connsiteY193" fmla="*/ 44653 h 111227"/>
                <a:gd name="connsiteX194" fmla="*/ 38132 w 116018"/>
                <a:gd name="connsiteY194" fmla="*/ 45465 h 11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16018" h="111227">
                  <a:moveTo>
                    <a:pt x="0" y="100673"/>
                  </a:moveTo>
                  <a:cubicBezTo>
                    <a:pt x="0" y="97426"/>
                    <a:pt x="811" y="93366"/>
                    <a:pt x="1623" y="93366"/>
                  </a:cubicBezTo>
                  <a:cubicBezTo>
                    <a:pt x="1623" y="93366"/>
                    <a:pt x="2434" y="92554"/>
                    <a:pt x="1623" y="92554"/>
                  </a:cubicBezTo>
                  <a:cubicBezTo>
                    <a:pt x="811" y="91742"/>
                    <a:pt x="3245" y="88495"/>
                    <a:pt x="3245" y="87683"/>
                  </a:cubicBezTo>
                  <a:cubicBezTo>
                    <a:pt x="3245" y="86871"/>
                    <a:pt x="4057" y="86871"/>
                    <a:pt x="4057" y="86059"/>
                  </a:cubicBezTo>
                  <a:cubicBezTo>
                    <a:pt x="4057" y="84435"/>
                    <a:pt x="7302" y="79564"/>
                    <a:pt x="8925" y="79564"/>
                  </a:cubicBezTo>
                  <a:cubicBezTo>
                    <a:pt x="8925" y="79564"/>
                    <a:pt x="8925" y="79564"/>
                    <a:pt x="8925" y="78752"/>
                  </a:cubicBezTo>
                  <a:cubicBezTo>
                    <a:pt x="8925" y="77941"/>
                    <a:pt x="8925" y="77129"/>
                    <a:pt x="10547" y="76317"/>
                  </a:cubicBezTo>
                  <a:cubicBezTo>
                    <a:pt x="12170" y="74693"/>
                    <a:pt x="12170" y="74693"/>
                    <a:pt x="11359" y="74693"/>
                  </a:cubicBezTo>
                  <a:cubicBezTo>
                    <a:pt x="10547" y="74693"/>
                    <a:pt x="10547" y="73881"/>
                    <a:pt x="11359" y="73881"/>
                  </a:cubicBezTo>
                  <a:cubicBezTo>
                    <a:pt x="12170" y="73881"/>
                    <a:pt x="12170" y="73881"/>
                    <a:pt x="12981" y="73881"/>
                  </a:cubicBezTo>
                  <a:cubicBezTo>
                    <a:pt x="12981" y="73881"/>
                    <a:pt x="12981" y="73881"/>
                    <a:pt x="12981" y="73881"/>
                  </a:cubicBezTo>
                  <a:cubicBezTo>
                    <a:pt x="12981" y="73881"/>
                    <a:pt x="12981" y="73069"/>
                    <a:pt x="13792" y="72257"/>
                  </a:cubicBezTo>
                  <a:cubicBezTo>
                    <a:pt x="14604" y="71445"/>
                    <a:pt x="14604" y="70633"/>
                    <a:pt x="14604" y="70633"/>
                  </a:cubicBezTo>
                  <a:cubicBezTo>
                    <a:pt x="14604" y="70633"/>
                    <a:pt x="14604" y="70633"/>
                    <a:pt x="14604" y="70633"/>
                  </a:cubicBezTo>
                  <a:cubicBezTo>
                    <a:pt x="14604" y="70633"/>
                    <a:pt x="15415" y="69822"/>
                    <a:pt x="15415" y="69822"/>
                  </a:cubicBezTo>
                  <a:cubicBezTo>
                    <a:pt x="15415" y="69010"/>
                    <a:pt x="16226" y="68198"/>
                    <a:pt x="17038" y="67386"/>
                  </a:cubicBezTo>
                  <a:cubicBezTo>
                    <a:pt x="17849" y="66574"/>
                    <a:pt x="18660" y="65762"/>
                    <a:pt x="18660" y="65762"/>
                  </a:cubicBezTo>
                  <a:cubicBezTo>
                    <a:pt x="18660" y="65762"/>
                    <a:pt x="18660" y="64950"/>
                    <a:pt x="19472" y="64950"/>
                  </a:cubicBezTo>
                  <a:cubicBezTo>
                    <a:pt x="20283" y="64950"/>
                    <a:pt x="20283" y="64138"/>
                    <a:pt x="20283" y="64138"/>
                  </a:cubicBezTo>
                  <a:cubicBezTo>
                    <a:pt x="20283" y="64138"/>
                    <a:pt x="20283" y="63327"/>
                    <a:pt x="21906" y="62515"/>
                  </a:cubicBezTo>
                  <a:cubicBezTo>
                    <a:pt x="22717" y="61703"/>
                    <a:pt x="23528" y="60891"/>
                    <a:pt x="23528" y="60891"/>
                  </a:cubicBezTo>
                  <a:cubicBezTo>
                    <a:pt x="23528" y="60891"/>
                    <a:pt x="24339" y="59267"/>
                    <a:pt x="25962" y="56832"/>
                  </a:cubicBezTo>
                  <a:cubicBezTo>
                    <a:pt x="27585" y="55208"/>
                    <a:pt x="28396" y="53584"/>
                    <a:pt x="28396" y="52772"/>
                  </a:cubicBezTo>
                  <a:cubicBezTo>
                    <a:pt x="28396" y="51960"/>
                    <a:pt x="28396" y="51960"/>
                    <a:pt x="29207" y="51960"/>
                  </a:cubicBezTo>
                  <a:cubicBezTo>
                    <a:pt x="30019" y="51960"/>
                    <a:pt x="32453" y="47901"/>
                    <a:pt x="32453" y="47089"/>
                  </a:cubicBezTo>
                  <a:cubicBezTo>
                    <a:pt x="32453" y="46277"/>
                    <a:pt x="32453" y="46277"/>
                    <a:pt x="33264" y="46277"/>
                  </a:cubicBezTo>
                  <a:cubicBezTo>
                    <a:pt x="34075" y="46277"/>
                    <a:pt x="34075" y="46277"/>
                    <a:pt x="34075" y="45465"/>
                  </a:cubicBezTo>
                  <a:cubicBezTo>
                    <a:pt x="34075" y="44653"/>
                    <a:pt x="34075" y="44653"/>
                    <a:pt x="34887" y="44653"/>
                  </a:cubicBezTo>
                  <a:cubicBezTo>
                    <a:pt x="35698" y="44653"/>
                    <a:pt x="37321" y="42218"/>
                    <a:pt x="36509" y="42218"/>
                  </a:cubicBezTo>
                  <a:cubicBezTo>
                    <a:pt x="36509" y="42218"/>
                    <a:pt x="37321" y="40594"/>
                    <a:pt x="38132" y="39782"/>
                  </a:cubicBezTo>
                  <a:cubicBezTo>
                    <a:pt x="39755" y="38158"/>
                    <a:pt x="40566" y="37346"/>
                    <a:pt x="40566" y="36535"/>
                  </a:cubicBezTo>
                  <a:cubicBezTo>
                    <a:pt x="40566" y="36535"/>
                    <a:pt x="41377" y="35723"/>
                    <a:pt x="41377" y="34911"/>
                  </a:cubicBezTo>
                  <a:cubicBezTo>
                    <a:pt x="41377" y="34099"/>
                    <a:pt x="42188" y="34099"/>
                    <a:pt x="42188" y="33287"/>
                  </a:cubicBezTo>
                  <a:cubicBezTo>
                    <a:pt x="42188" y="32475"/>
                    <a:pt x="42188" y="32475"/>
                    <a:pt x="43000" y="31663"/>
                  </a:cubicBezTo>
                  <a:cubicBezTo>
                    <a:pt x="43811" y="30851"/>
                    <a:pt x="43811" y="30851"/>
                    <a:pt x="43811" y="30851"/>
                  </a:cubicBezTo>
                  <a:cubicBezTo>
                    <a:pt x="43811" y="30851"/>
                    <a:pt x="43811" y="30040"/>
                    <a:pt x="44622" y="30040"/>
                  </a:cubicBezTo>
                  <a:cubicBezTo>
                    <a:pt x="45434" y="29228"/>
                    <a:pt x="45434" y="29228"/>
                    <a:pt x="45434" y="28416"/>
                  </a:cubicBezTo>
                  <a:cubicBezTo>
                    <a:pt x="45434" y="27604"/>
                    <a:pt x="45434" y="27604"/>
                    <a:pt x="46245" y="27604"/>
                  </a:cubicBezTo>
                  <a:cubicBezTo>
                    <a:pt x="46245" y="27604"/>
                    <a:pt x="47056" y="27604"/>
                    <a:pt x="47056" y="26792"/>
                  </a:cubicBezTo>
                  <a:cubicBezTo>
                    <a:pt x="47056" y="25980"/>
                    <a:pt x="47868" y="25980"/>
                    <a:pt x="47868" y="25168"/>
                  </a:cubicBezTo>
                  <a:cubicBezTo>
                    <a:pt x="48679" y="24356"/>
                    <a:pt x="49490" y="21921"/>
                    <a:pt x="49490" y="21109"/>
                  </a:cubicBezTo>
                  <a:cubicBezTo>
                    <a:pt x="49490" y="21109"/>
                    <a:pt x="49490" y="21109"/>
                    <a:pt x="50302" y="21109"/>
                  </a:cubicBezTo>
                  <a:cubicBezTo>
                    <a:pt x="51113" y="21109"/>
                    <a:pt x="51113" y="20297"/>
                    <a:pt x="51924" y="18673"/>
                  </a:cubicBezTo>
                  <a:cubicBezTo>
                    <a:pt x="51924" y="18673"/>
                    <a:pt x="51924" y="17861"/>
                    <a:pt x="52735" y="17861"/>
                  </a:cubicBezTo>
                  <a:cubicBezTo>
                    <a:pt x="53547" y="17861"/>
                    <a:pt x="55981" y="14614"/>
                    <a:pt x="59226" y="8119"/>
                  </a:cubicBezTo>
                  <a:cubicBezTo>
                    <a:pt x="60849" y="5683"/>
                    <a:pt x="62471" y="4059"/>
                    <a:pt x="62471" y="4059"/>
                  </a:cubicBezTo>
                  <a:cubicBezTo>
                    <a:pt x="62471" y="4059"/>
                    <a:pt x="63283" y="3247"/>
                    <a:pt x="64094" y="2436"/>
                  </a:cubicBezTo>
                  <a:cubicBezTo>
                    <a:pt x="64905" y="812"/>
                    <a:pt x="66528" y="0"/>
                    <a:pt x="68151" y="0"/>
                  </a:cubicBezTo>
                  <a:cubicBezTo>
                    <a:pt x="72207" y="0"/>
                    <a:pt x="78698" y="3247"/>
                    <a:pt x="78698" y="7307"/>
                  </a:cubicBezTo>
                  <a:cubicBezTo>
                    <a:pt x="78698" y="8931"/>
                    <a:pt x="77075" y="12178"/>
                    <a:pt x="76264" y="12990"/>
                  </a:cubicBezTo>
                  <a:cubicBezTo>
                    <a:pt x="75452" y="13802"/>
                    <a:pt x="74641" y="14614"/>
                    <a:pt x="74641" y="15426"/>
                  </a:cubicBezTo>
                  <a:cubicBezTo>
                    <a:pt x="73830" y="16238"/>
                    <a:pt x="73018" y="17861"/>
                    <a:pt x="71396" y="19485"/>
                  </a:cubicBezTo>
                  <a:cubicBezTo>
                    <a:pt x="70585" y="21109"/>
                    <a:pt x="68962" y="22733"/>
                    <a:pt x="68962" y="23544"/>
                  </a:cubicBezTo>
                  <a:cubicBezTo>
                    <a:pt x="68151" y="24356"/>
                    <a:pt x="67339" y="25168"/>
                    <a:pt x="67339" y="25980"/>
                  </a:cubicBezTo>
                  <a:cubicBezTo>
                    <a:pt x="64094" y="29228"/>
                    <a:pt x="58415" y="36535"/>
                    <a:pt x="56792" y="40594"/>
                  </a:cubicBezTo>
                  <a:cubicBezTo>
                    <a:pt x="55981" y="42218"/>
                    <a:pt x="54358" y="43841"/>
                    <a:pt x="53547" y="44653"/>
                  </a:cubicBezTo>
                  <a:cubicBezTo>
                    <a:pt x="52735" y="46277"/>
                    <a:pt x="51924" y="47089"/>
                    <a:pt x="51924" y="47089"/>
                  </a:cubicBezTo>
                  <a:cubicBezTo>
                    <a:pt x="51924" y="47089"/>
                    <a:pt x="51924" y="47901"/>
                    <a:pt x="51113" y="48713"/>
                  </a:cubicBezTo>
                  <a:cubicBezTo>
                    <a:pt x="50302" y="49525"/>
                    <a:pt x="49490" y="50336"/>
                    <a:pt x="48679" y="51148"/>
                  </a:cubicBezTo>
                  <a:cubicBezTo>
                    <a:pt x="47868" y="51960"/>
                    <a:pt x="47056" y="52772"/>
                    <a:pt x="47056" y="52772"/>
                  </a:cubicBezTo>
                  <a:cubicBezTo>
                    <a:pt x="47056" y="52772"/>
                    <a:pt x="46245" y="53584"/>
                    <a:pt x="46245" y="53584"/>
                  </a:cubicBezTo>
                  <a:cubicBezTo>
                    <a:pt x="46245" y="53584"/>
                    <a:pt x="45434" y="55208"/>
                    <a:pt x="43811" y="56832"/>
                  </a:cubicBezTo>
                  <a:cubicBezTo>
                    <a:pt x="42188" y="58455"/>
                    <a:pt x="41377" y="60079"/>
                    <a:pt x="41377" y="60079"/>
                  </a:cubicBezTo>
                  <a:cubicBezTo>
                    <a:pt x="41377" y="60079"/>
                    <a:pt x="40566" y="61703"/>
                    <a:pt x="39755" y="62515"/>
                  </a:cubicBezTo>
                  <a:cubicBezTo>
                    <a:pt x="38943" y="63327"/>
                    <a:pt x="38132" y="64138"/>
                    <a:pt x="38132" y="64138"/>
                  </a:cubicBezTo>
                  <a:cubicBezTo>
                    <a:pt x="38943" y="64138"/>
                    <a:pt x="36509" y="68198"/>
                    <a:pt x="34887" y="69010"/>
                  </a:cubicBezTo>
                  <a:cubicBezTo>
                    <a:pt x="34075" y="69822"/>
                    <a:pt x="33264" y="70633"/>
                    <a:pt x="33264" y="70633"/>
                  </a:cubicBezTo>
                  <a:cubicBezTo>
                    <a:pt x="33264" y="71445"/>
                    <a:pt x="28396" y="77941"/>
                    <a:pt x="27585" y="78752"/>
                  </a:cubicBezTo>
                  <a:cubicBezTo>
                    <a:pt x="27585" y="78752"/>
                    <a:pt x="26774" y="79564"/>
                    <a:pt x="26774" y="79564"/>
                  </a:cubicBezTo>
                  <a:cubicBezTo>
                    <a:pt x="26774" y="79564"/>
                    <a:pt x="25962" y="81188"/>
                    <a:pt x="25151" y="82812"/>
                  </a:cubicBezTo>
                  <a:cubicBezTo>
                    <a:pt x="24339" y="84435"/>
                    <a:pt x="23528" y="86059"/>
                    <a:pt x="23528" y="86059"/>
                  </a:cubicBezTo>
                  <a:cubicBezTo>
                    <a:pt x="23528" y="86871"/>
                    <a:pt x="23528" y="86871"/>
                    <a:pt x="28396" y="82812"/>
                  </a:cubicBezTo>
                  <a:cubicBezTo>
                    <a:pt x="35698" y="76317"/>
                    <a:pt x="43811" y="70633"/>
                    <a:pt x="48679" y="69010"/>
                  </a:cubicBezTo>
                  <a:cubicBezTo>
                    <a:pt x="51113" y="68198"/>
                    <a:pt x="54358" y="68198"/>
                    <a:pt x="55981" y="69822"/>
                  </a:cubicBezTo>
                  <a:cubicBezTo>
                    <a:pt x="56792" y="70633"/>
                    <a:pt x="57603" y="70633"/>
                    <a:pt x="57603" y="70633"/>
                  </a:cubicBezTo>
                  <a:cubicBezTo>
                    <a:pt x="58415" y="70633"/>
                    <a:pt x="59226" y="71445"/>
                    <a:pt x="60038" y="73069"/>
                  </a:cubicBezTo>
                  <a:cubicBezTo>
                    <a:pt x="61660" y="74693"/>
                    <a:pt x="61660" y="74693"/>
                    <a:pt x="60849" y="78752"/>
                  </a:cubicBezTo>
                  <a:cubicBezTo>
                    <a:pt x="60849" y="80376"/>
                    <a:pt x="60038" y="83624"/>
                    <a:pt x="59226" y="85247"/>
                  </a:cubicBezTo>
                  <a:cubicBezTo>
                    <a:pt x="58415" y="86871"/>
                    <a:pt x="57603" y="88495"/>
                    <a:pt x="57603" y="89307"/>
                  </a:cubicBezTo>
                  <a:cubicBezTo>
                    <a:pt x="57603" y="90119"/>
                    <a:pt x="56792" y="90930"/>
                    <a:pt x="56792" y="91742"/>
                  </a:cubicBezTo>
                  <a:cubicBezTo>
                    <a:pt x="55981" y="92554"/>
                    <a:pt x="55981" y="94178"/>
                    <a:pt x="55981" y="96614"/>
                  </a:cubicBezTo>
                  <a:cubicBezTo>
                    <a:pt x="55981" y="99861"/>
                    <a:pt x="55981" y="99861"/>
                    <a:pt x="56792" y="100673"/>
                  </a:cubicBezTo>
                  <a:cubicBezTo>
                    <a:pt x="57603" y="100673"/>
                    <a:pt x="59226" y="101485"/>
                    <a:pt x="60038" y="100673"/>
                  </a:cubicBezTo>
                  <a:cubicBezTo>
                    <a:pt x="63283" y="100673"/>
                    <a:pt x="68962" y="98238"/>
                    <a:pt x="68962" y="98238"/>
                  </a:cubicBezTo>
                  <a:cubicBezTo>
                    <a:pt x="68962" y="98238"/>
                    <a:pt x="68962" y="97426"/>
                    <a:pt x="69773" y="97426"/>
                  </a:cubicBezTo>
                  <a:cubicBezTo>
                    <a:pt x="70585" y="97426"/>
                    <a:pt x="77075" y="93366"/>
                    <a:pt x="79509" y="92554"/>
                  </a:cubicBezTo>
                  <a:cubicBezTo>
                    <a:pt x="81943" y="90930"/>
                    <a:pt x="85999" y="87683"/>
                    <a:pt x="90056" y="85247"/>
                  </a:cubicBezTo>
                  <a:cubicBezTo>
                    <a:pt x="91679" y="83624"/>
                    <a:pt x="97358" y="80376"/>
                    <a:pt x="101414" y="77129"/>
                  </a:cubicBezTo>
                  <a:cubicBezTo>
                    <a:pt x="109528" y="71445"/>
                    <a:pt x="116018" y="67386"/>
                    <a:pt x="116018" y="67386"/>
                  </a:cubicBezTo>
                  <a:cubicBezTo>
                    <a:pt x="116018" y="67386"/>
                    <a:pt x="113584" y="69822"/>
                    <a:pt x="111150" y="72257"/>
                  </a:cubicBezTo>
                  <a:cubicBezTo>
                    <a:pt x="107905" y="74693"/>
                    <a:pt x="106282" y="77129"/>
                    <a:pt x="106282" y="77941"/>
                  </a:cubicBezTo>
                  <a:cubicBezTo>
                    <a:pt x="106282" y="78752"/>
                    <a:pt x="101414" y="82812"/>
                    <a:pt x="101414" y="82812"/>
                  </a:cubicBezTo>
                  <a:cubicBezTo>
                    <a:pt x="101414" y="82812"/>
                    <a:pt x="100603" y="82812"/>
                    <a:pt x="100603" y="83624"/>
                  </a:cubicBezTo>
                  <a:cubicBezTo>
                    <a:pt x="100603" y="84435"/>
                    <a:pt x="98169" y="86059"/>
                    <a:pt x="96547" y="86871"/>
                  </a:cubicBezTo>
                  <a:cubicBezTo>
                    <a:pt x="94924" y="88495"/>
                    <a:pt x="92490" y="90930"/>
                    <a:pt x="91679" y="91742"/>
                  </a:cubicBezTo>
                  <a:cubicBezTo>
                    <a:pt x="90867" y="93366"/>
                    <a:pt x="89245" y="94990"/>
                    <a:pt x="89245" y="94990"/>
                  </a:cubicBezTo>
                  <a:cubicBezTo>
                    <a:pt x="88434" y="94990"/>
                    <a:pt x="88434" y="95802"/>
                    <a:pt x="88434" y="95802"/>
                  </a:cubicBezTo>
                  <a:cubicBezTo>
                    <a:pt x="88434" y="96614"/>
                    <a:pt x="84377" y="100673"/>
                    <a:pt x="81943" y="102297"/>
                  </a:cubicBezTo>
                  <a:cubicBezTo>
                    <a:pt x="80320" y="103109"/>
                    <a:pt x="78698" y="104732"/>
                    <a:pt x="77886" y="105544"/>
                  </a:cubicBezTo>
                  <a:cubicBezTo>
                    <a:pt x="77075" y="106356"/>
                    <a:pt x="75452" y="107168"/>
                    <a:pt x="74641" y="107980"/>
                  </a:cubicBezTo>
                  <a:cubicBezTo>
                    <a:pt x="73830" y="107980"/>
                    <a:pt x="73018" y="108792"/>
                    <a:pt x="72207" y="109604"/>
                  </a:cubicBezTo>
                  <a:cubicBezTo>
                    <a:pt x="72207" y="109604"/>
                    <a:pt x="71396" y="110416"/>
                    <a:pt x="70585" y="110416"/>
                  </a:cubicBezTo>
                  <a:cubicBezTo>
                    <a:pt x="69773" y="110416"/>
                    <a:pt x="68962" y="110416"/>
                    <a:pt x="66528" y="109604"/>
                  </a:cubicBezTo>
                  <a:cubicBezTo>
                    <a:pt x="64905" y="109604"/>
                    <a:pt x="62471" y="108792"/>
                    <a:pt x="61660" y="108792"/>
                  </a:cubicBezTo>
                  <a:cubicBezTo>
                    <a:pt x="58415" y="108792"/>
                    <a:pt x="49490" y="99861"/>
                    <a:pt x="49490" y="99049"/>
                  </a:cubicBezTo>
                  <a:cubicBezTo>
                    <a:pt x="49490" y="99049"/>
                    <a:pt x="49490" y="98238"/>
                    <a:pt x="48679" y="97426"/>
                  </a:cubicBezTo>
                  <a:cubicBezTo>
                    <a:pt x="46245" y="95802"/>
                    <a:pt x="46245" y="89307"/>
                    <a:pt x="47868" y="82812"/>
                  </a:cubicBezTo>
                  <a:cubicBezTo>
                    <a:pt x="47868" y="81188"/>
                    <a:pt x="48679" y="79564"/>
                    <a:pt x="48679" y="79564"/>
                  </a:cubicBezTo>
                  <a:lnTo>
                    <a:pt x="48679" y="77941"/>
                  </a:lnTo>
                  <a:lnTo>
                    <a:pt x="47868" y="79564"/>
                  </a:lnTo>
                  <a:cubicBezTo>
                    <a:pt x="47868" y="80376"/>
                    <a:pt x="47056" y="80376"/>
                    <a:pt x="47056" y="80376"/>
                  </a:cubicBezTo>
                  <a:cubicBezTo>
                    <a:pt x="47056" y="79564"/>
                    <a:pt x="44622" y="81188"/>
                    <a:pt x="44622" y="82000"/>
                  </a:cubicBezTo>
                  <a:cubicBezTo>
                    <a:pt x="44622" y="82812"/>
                    <a:pt x="44622" y="82812"/>
                    <a:pt x="43811" y="82000"/>
                  </a:cubicBezTo>
                  <a:cubicBezTo>
                    <a:pt x="43811" y="81188"/>
                    <a:pt x="43000" y="81188"/>
                    <a:pt x="43000" y="82000"/>
                  </a:cubicBezTo>
                  <a:cubicBezTo>
                    <a:pt x="43000" y="82000"/>
                    <a:pt x="42188" y="82812"/>
                    <a:pt x="41377" y="82812"/>
                  </a:cubicBezTo>
                  <a:cubicBezTo>
                    <a:pt x="40566" y="82812"/>
                    <a:pt x="39755" y="83624"/>
                    <a:pt x="39755" y="84435"/>
                  </a:cubicBezTo>
                  <a:cubicBezTo>
                    <a:pt x="39755" y="85247"/>
                    <a:pt x="38943" y="86059"/>
                    <a:pt x="38132" y="86059"/>
                  </a:cubicBezTo>
                  <a:cubicBezTo>
                    <a:pt x="37321" y="86059"/>
                    <a:pt x="36509" y="86871"/>
                    <a:pt x="36509" y="87683"/>
                  </a:cubicBezTo>
                  <a:cubicBezTo>
                    <a:pt x="36509" y="88495"/>
                    <a:pt x="35698" y="88495"/>
                    <a:pt x="35698" y="88495"/>
                  </a:cubicBezTo>
                  <a:cubicBezTo>
                    <a:pt x="34887" y="87683"/>
                    <a:pt x="33264" y="89307"/>
                    <a:pt x="33264" y="90119"/>
                  </a:cubicBezTo>
                  <a:cubicBezTo>
                    <a:pt x="33264" y="90930"/>
                    <a:pt x="33264" y="90930"/>
                    <a:pt x="33264" y="90119"/>
                  </a:cubicBezTo>
                  <a:cubicBezTo>
                    <a:pt x="33264" y="90119"/>
                    <a:pt x="32453" y="90119"/>
                    <a:pt x="32453" y="90930"/>
                  </a:cubicBezTo>
                  <a:cubicBezTo>
                    <a:pt x="32453" y="91742"/>
                    <a:pt x="32453" y="91742"/>
                    <a:pt x="31641" y="91742"/>
                  </a:cubicBezTo>
                  <a:cubicBezTo>
                    <a:pt x="31641" y="91742"/>
                    <a:pt x="30830" y="91742"/>
                    <a:pt x="30830" y="92554"/>
                  </a:cubicBezTo>
                  <a:cubicBezTo>
                    <a:pt x="30830" y="93366"/>
                    <a:pt x="30019" y="93366"/>
                    <a:pt x="30019" y="93366"/>
                  </a:cubicBezTo>
                  <a:cubicBezTo>
                    <a:pt x="30019" y="92554"/>
                    <a:pt x="29207" y="92554"/>
                    <a:pt x="29207" y="93366"/>
                  </a:cubicBezTo>
                  <a:cubicBezTo>
                    <a:pt x="29207" y="93366"/>
                    <a:pt x="29207" y="94178"/>
                    <a:pt x="29207" y="94178"/>
                  </a:cubicBezTo>
                  <a:cubicBezTo>
                    <a:pt x="29207" y="94990"/>
                    <a:pt x="26774" y="96614"/>
                    <a:pt x="26774" y="96614"/>
                  </a:cubicBezTo>
                  <a:cubicBezTo>
                    <a:pt x="25962" y="96614"/>
                    <a:pt x="24339" y="98238"/>
                    <a:pt x="21094" y="102297"/>
                  </a:cubicBezTo>
                  <a:cubicBezTo>
                    <a:pt x="18660" y="105544"/>
                    <a:pt x="13792" y="108792"/>
                    <a:pt x="13792" y="108792"/>
                  </a:cubicBezTo>
                  <a:cubicBezTo>
                    <a:pt x="12981" y="108792"/>
                    <a:pt x="12981" y="109604"/>
                    <a:pt x="12981" y="109604"/>
                  </a:cubicBezTo>
                  <a:cubicBezTo>
                    <a:pt x="12981" y="110416"/>
                    <a:pt x="12170" y="111227"/>
                    <a:pt x="12170" y="111227"/>
                  </a:cubicBezTo>
                  <a:cubicBezTo>
                    <a:pt x="12170" y="111227"/>
                    <a:pt x="10547" y="111227"/>
                    <a:pt x="9736" y="111227"/>
                  </a:cubicBezTo>
                  <a:cubicBezTo>
                    <a:pt x="8113" y="111227"/>
                    <a:pt x="8113" y="111227"/>
                    <a:pt x="6491" y="109604"/>
                  </a:cubicBezTo>
                  <a:cubicBezTo>
                    <a:pt x="0" y="108792"/>
                    <a:pt x="0" y="106356"/>
                    <a:pt x="0" y="100673"/>
                  </a:cubicBezTo>
                  <a:close/>
                  <a:moveTo>
                    <a:pt x="12981" y="82812"/>
                  </a:moveTo>
                  <a:cubicBezTo>
                    <a:pt x="12981" y="82812"/>
                    <a:pt x="14604" y="80376"/>
                    <a:pt x="14604" y="80376"/>
                  </a:cubicBezTo>
                  <a:cubicBezTo>
                    <a:pt x="14604" y="80376"/>
                    <a:pt x="14604" y="80376"/>
                    <a:pt x="13792" y="80376"/>
                  </a:cubicBezTo>
                  <a:cubicBezTo>
                    <a:pt x="12981" y="80376"/>
                    <a:pt x="12170" y="82000"/>
                    <a:pt x="12981" y="82812"/>
                  </a:cubicBezTo>
                  <a:close/>
                  <a:moveTo>
                    <a:pt x="14604" y="78752"/>
                  </a:moveTo>
                  <a:cubicBezTo>
                    <a:pt x="14604" y="79564"/>
                    <a:pt x="16226" y="78752"/>
                    <a:pt x="16226" y="77941"/>
                  </a:cubicBezTo>
                  <a:cubicBezTo>
                    <a:pt x="16226" y="77941"/>
                    <a:pt x="16226" y="77129"/>
                    <a:pt x="15415" y="77129"/>
                  </a:cubicBezTo>
                  <a:cubicBezTo>
                    <a:pt x="15415" y="77129"/>
                    <a:pt x="14604" y="77941"/>
                    <a:pt x="14604" y="78752"/>
                  </a:cubicBezTo>
                  <a:close/>
                  <a:moveTo>
                    <a:pt x="17038" y="75505"/>
                  </a:moveTo>
                  <a:cubicBezTo>
                    <a:pt x="17849" y="75505"/>
                    <a:pt x="17849" y="75505"/>
                    <a:pt x="17038" y="75505"/>
                  </a:cubicBezTo>
                  <a:cubicBezTo>
                    <a:pt x="17849" y="74693"/>
                    <a:pt x="17849" y="74693"/>
                    <a:pt x="17038" y="74693"/>
                  </a:cubicBezTo>
                  <a:cubicBezTo>
                    <a:pt x="17849" y="74693"/>
                    <a:pt x="17038" y="74693"/>
                    <a:pt x="17038" y="75505"/>
                  </a:cubicBezTo>
                  <a:cubicBezTo>
                    <a:pt x="17038" y="75505"/>
                    <a:pt x="17038" y="75505"/>
                    <a:pt x="17038" y="75505"/>
                  </a:cubicBezTo>
                  <a:close/>
                  <a:moveTo>
                    <a:pt x="20283" y="70633"/>
                  </a:moveTo>
                  <a:cubicBezTo>
                    <a:pt x="20283" y="70633"/>
                    <a:pt x="21094" y="70633"/>
                    <a:pt x="20283" y="70633"/>
                  </a:cubicBezTo>
                  <a:cubicBezTo>
                    <a:pt x="21094" y="69822"/>
                    <a:pt x="20283" y="69822"/>
                    <a:pt x="20283" y="70633"/>
                  </a:cubicBezTo>
                  <a:cubicBezTo>
                    <a:pt x="20283" y="69822"/>
                    <a:pt x="19472" y="70633"/>
                    <a:pt x="20283" y="70633"/>
                  </a:cubicBezTo>
                  <a:cubicBezTo>
                    <a:pt x="19472" y="70633"/>
                    <a:pt x="20283" y="70633"/>
                    <a:pt x="20283" y="70633"/>
                  </a:cubicBezTo>
                  <a:close/>
                  <a:moveTo>
                    <a:pt x="21094" y="69010"/>
                  </a:moveTo>
                  <a:cubicBezTo>
                    <a:pt x="21094" y="69822"/>
                    <a:pt x="23528" y="67386"/>
                    <a:pt x="23528" y="66574"/>
                  </a:cubicBezTo>
                  <a:cubicBezTo>
                    <a:pt x="23528" y="65762"/>
                    <a:pt x="24339" y="65762"/>
                    <a:pt x="24339" y="64950"/>
                  </a:cubicBezTo>
                  <a:cubicBezTo>
                    <a:pt x="25151" y="64138"/>
                    <a:pt x="25151" y="64138"/>
                    <a:pt x="25151" y="64138"/>
                  </a:cubicBezTo>
                  <a:cubicBezTo>
                    <a:pt x="25151" y="64138"/>
                    <a:pt x="24339" y="64138"/>
                    <a:pt x="24339" y="64138"/>
                  </a:cubicBezTo>
                  <a:cubicBezTo>
                    <a:pt x="23528" y="64950"/>
                    <a:pt x="23528" y="65762"/>
                    <a:pt x="22717" y="66574"/>
                  </a:cubicBezTo>
                  <a:cubicBezTo>
                    <a:pt x="21094" y="68198"/>
                    <a:pt x="21094" y="69010"/>
                    <a:pt x="21094" y="69010"/>
                  </a:cubicBezTo>
                  <a:close/>
                  <a:moveTo>
                    <a:pt x="27585" y="59267"/>
                  </a:moveTo>
                  <a:cubicBezTo>
                    <a:pt x="27585" y="60079"/>
                    <a:pt x="27585" y="60079"/>
                    <a:pt x="27585" y="59267"/>
                  </a:cubicBezTo>
                  <a:cubicBezTo>
                    <a:pt x="28396" y="59267"/>
                    <a:pt x="28396" y="59267"/>
                    <a:pt x="28396" y="59267"/>
                  </a:cubicBezTo>
                  <a:cubicBezTo>
                    <a:pt x="28396" y="59267"/>
                    <a:pt x="28396" y="59267"/>
                    <a:pt x="27585" y="59267"/>
                  </a:cubicBezTo>
                  <a:cubicBezTo>
                    <a:pt x="27585" y="59267"/>
                    <a:pt x="27585" y="59267"/>
                    <a:pt x="27585" y="59267"/>
                  </a:cubicBezTo>
                  <a:close/>
                  <a:moveTo>
                    <a:pt x="29207" y="58455"/>
                  </a:moveTo>
                  <a:cubicBezTo>
                    <a:pt x="29207" y="57644"/>
                    <a:pt x="29207" y="57644"/>
                    <a:pt x="29207" y="58455"/>
                  </a:cubicBezTo>
                  <a:cubicBezTo>
                    <a:pt x="29207" y="57644"/>
                    <a:pt x="29207" y="57644"/>
                    <a:pt x="29207" y="58455"/>
                  </a:cubicBezTo>
                  <a:cubicBezTo>
                    <a:pt x="28396" y="57644"/>
                    <a:pt x="28396" y="57644"/>
                    <a:pt x="29207" y="58455"/>
                  </a:cubicBezTo>
                  <a:cubicBezTo>
                    <a:pt x="28396" y="58455"/>
                    <a:pt x="28396" y="58455"/>
                    <a:pt x="29207" y="58455"/>
                  </a:cubicBezTo>
                  <a:close/>
                  <a:moveTo>
                    <a:pt x="28396" y="63327"/>
                  </a:moveTo>
                  <a:cubicBezTo>
                    <a:pt x="28396" y="64138"/>
                    <a:pt x="28396" y="64138"/>
                    <a:pt x="28396" y="63327"/>
                  </a:cubicBezTo>
                  <a:cubicBezTo>
                    <a:pt x="29207" y="63327"/>
                    <a:pt x="30019" y="62515"/>
                    <a:pt x="30019" y="62515"/>
                  </a:cubicBezTo>
                  <a:cubicBezTo>
                    <a:pt x="30019" y="62515"/>
                    <a:pt x="29207" y="62515"/>
                    <a:pt x="28396" y="63327"/>
                  </a:cubicBezTo>
                  <a:cubicBezTo>
                    <a:pt x="28396" y="62515"/>
                    <a:pt x="28396" y="63327"/>
                    <a:pt x="28396" y="63327"/>
                  </a:cubicBezTo>
                  <a:close/>
                  <a:moveTo>
                    <a:pt x="30830" y="54396"/>
                  </a:moveTo>
                  <a:cubicBezTo>
                    <a:pt x="30830" y="54396"/>
                    <a:pt x="33264" y="51148"/>
                    <a:pt x="33264" y="51148"/>
                  </a:cubicBezTo>
                  <a:cubicBezTo>
                    <a:pt x="33264" y="51148"/>
                    <a:pt x="33264" y="51148"/>
                    <a:pt x="32453" y="51148"/>
                  </a:cubicBezTo>
                  <a:cubicBezTo>
                    <a:pt x="32453" y="51148"/>
                    <a:pt x="31641" y="51960"/>
                    <a:pt x="31641" y="51960"/>
                  </a:cubicBezTo>
                  <a:cubicBezTo>
                    <a:pt x="31641" y="52772"/>
                    <a:pt x="31641" y="52772"/>
                    <a:pt x="30830" y="52772"/>
                  </a:cubicBezTo>
                  <a:cubicBezTo>
                    <a:pt x="31641" y="52772"/>
                    <a:pt x="30830" y="54396"/>
                    <a:pt x="30830" y="54396"/>
                  </a:cubicBezTo>
                  <a:close/>
                  <a:moveTo>
                    <a:pt x="32453" y="58455"/>
                  </a:moveTo>
                  <a:cubicBezTo>
                    <a:pt x="32453" y="58455"/>
                    <a:pt x="33264" y="58455"/>
                    <a:pt x="32453" y="58455"/>
                  </a:cubicBezTo>
                  <a:cubicBezTo>
                    <a:pt x="33264" y="57644"/>
                    <a:pt x="32453" y="57644"/>
                    <a:pt x="32453" y="57644"/>
                  </a:cubicBezTo>
                  <a:cubicBezTo>
                    <a:pt x="32453" y="57644"/>
                    <a:pt x="32453" y="57644"/>
                    <a:pt x="32453" y="58455"/>
                  </a:cubicBezTo>
                  <a:cubicBezTo>
                    <a:pt x="32453" y="58455"/>
                    <a:pt x="32453" y="58455"/>
                    <a:pt x="32453" y="58455"/>
                  </a:cubicBezTo>
                  <a:close/>
                  <a:moveTo>
                    <a:pt x="34887" y="49525"/>
                  </a:moveTo>
                  <a:cubicBezTo>
                    <a:pt x="34887" y="48713"/>
                    <a:pt x="35698" y="47901"/>
                    <a:pt x="35698" y="47901"/>
                  </a:cubicBezTo>
                  <a:cubicBezTo>
                    <a:pt x="34887" y="48713"/>
                    <a:pt x="34075" y="48713"/>
                    <a:pt x="34887" y="49525"/>
                  </a:cubicBezTo>
                  <a:cubicBezTo>
                    <a:pt x="34075" y="51148"/>
                    <a:pt x="34075" y="51148"/>
                    <a:pt x="34887" y="49525"/>
                  </a:cubicBezTo>
                  <a:close/>
                  <a:moveTo>
                    <a:pt x="38132" y="45465"/>
                  </a:moveTo>
                  <a:cubicBezTo>
                    <a:pt x="38943" y="45465"/>
                    <a:pt x="38943" y="44653"/>
                    <a:pt x="38943" y="44653"/>
                  </a:cubicBezTo>
                  <a:cubicBezTo>
                    <a:pt x="38943" y="44653"/>
                    <a:pt x="38132" y="44653"/>
                    <a:pt x="38132" y="44653"/>
                  </a:cubicBezTo>
                  <a:cubicBezTo>
                    <a:pt x="36509" y="45465"/>
                    <a:pt x="37321" y="46277"/>
                    <a:pt x="38132" y="45465"/>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08" name="Freeform 707">
              <a:extLst>
                <a:ext uri="{FF2B5EF4-FFF2-40B4-BE49-F238E27FC236}">
                  <a16:creationId xmlns:a16="http://schemas.microsoft.com/office/drawing/2014/main" id="{DA1B337C-32C8-ABCA-B88F-957088FA155F}"/>
                </a:ext>
              </a:extLst>
            </p:cNvPr>
            <p:cNvSpPr/>
            <p:nvPr/>
          </p:nvSpPr>
          <p:spPr>
            <a:xfrm>
              <a:off x="6158393" y="-878123"/>
              <a:ext cx="110659" cy="68197"/>
            </a:xfrm>
            <a:custGeom>
              <a:avLst/>
              <a:gdLst>
                <a:gd name="connsiteX0" fmla="*/ 7622 w 110659"/>
                <a:gd name="connsiteY0" fmla="*/ 28416 h 68197"/>
                <a:gd name="connsiteX1" fmla="*/ 14113 w 110659"/>
                <a:gd name="connsiteY1" fmla="*/ 20297 h 68197"/>
                <a:gd name="connsiteX2" fmla="*/ 16547 w 110659"/>
                <a:gd name="connsiteY2" fmla="*/ 17861 h 68197"/>
                <a:gd name="connsiteX3" fmla="*/ 34396 w 110659"/>
                <a:gd name="connsiteY3" fmla="*/ 2436 h 68197"/>
                <a:gd name="connsiteX4" fmla="*/ 38452 w 110659"/>
                <a:gd name="connsiteY4" fmla="*/ 0 h 68197"/>
                <a:gd name="connsiteX5" fmla="*/ 42509 w 110659"/>
                <a:gd name="connsiteY5" fmla="*/ 0 h 68197"/>
                <a:gd name="connsiteX6" fmla="*/ 48999 w 110659"/>
                <a:gd name="connsiteY6" fmla="*/ 1624 h 68197"/>
                <a:gd name="connsiteX7" fmla="*/ 52244 w 110659"/>
                <a:gd name="connsiteY7" fmla="*/ 2436 h 68197"/>
                <a:gd name="connsiteX8" fmla="*/ 52244 w 110659"/>
                <a:gd name="connsiteY8" fmla="*/ 2436 h 68197"/>
                <a:gd name="connsiteX9" fmla="*/ 52244 w 110659"/>
                <a:gd name="connsiteY9" fmla="*/ 4059 h 68197"/>
                <a:gd name="connsiteX10" fmla="*/ 55490 w 110659"/>
                <a:gd name="connsiteY10" fmla="*/ 14614 h 68197"/>
                <a:gd name="connsiteX11" fmla="*/ 55490 w 110659"/>
                <a:gd name="connsiteY11" fmla="*/ 14614 h 68197"/>
                <a:gd name="connsiteX12" fmla="*/ 53056 w 110659"/>
                <a:gd name="connsiteY12" fmla="*/ 19485 h 68197"/>
                <a:gd name="connsiteX13" fmla="*/ 51433 w 110659"/>
                <a:gd name="connsiteY13" fmla="*/ 21109 h 68197"/>
                <a:gd name="connsiteX14" fmla="*/ 44131 w 110659"/>
                <a:gd name="connsiteY14" fmla="*/ 27604 h 68197"/>
                <a:gd name="connsiteX15" fmla="*/ 42509 w 110659"/>
                <a:gd name="connsiteY15" fmla="*/ 28416 h 68197"/>
                <a:gd name="connsiteX16" fmla="*/ 29528 w 110659"/>
                <a:gd name="connsiteY16" fmla="*/ 34099 h 68197"/>
                <a:gd name="connsiteX17" fmla="*/ 27094 w 110659"/>
                <a:gd name="connsiteY17" fmla="*/ 34911 h 68197"/>
                <a:gd name="connsiteX18" fmla="*/ 14113 w 110659"/>
                <a:gd name="connsiteY18" fmla="*/ 41406 h 68197"/>
                <a:gd name="connsiteX19" fmla="*/ 13301 w 110659"/>
                <a:gd name="connsiteY19" fmla="*/ 40594 h 68197"/>
                <a:gd name="connsiteX20" fmla="*/ 7622 w 110659"/>
                <a:gd name="connsiteY20" fmla="*/ 52772 h 68197"/>
                <a:gd name="connsiteX21" fmla="*/ 10056 w 110659"/>
                <a:gd name="connsiteY21" fmla="*/ 59267 h 68197"/>
                <a:gd name="connsiteX22" fmla="*/ 19792 w 110659"/>
                <a:gd name="connsiteY22" fmla="*/ 60079 h 68197"/>
                <a:gd name="connsiteX23" fmla="*/ 26282 w 110659"/>
                <a:gd name="connsiteY23" fmla="*/ 59267 h 68197"/>
                <a:gd name="connsiteX24" fmla="*/ 38452 w 110659"/>
                <a:gd name="connsiteY24" fmla="*/ 56020 h 68197"/>
                <a:gd name="connsiteX25" fmla="*/ 75773 w 110659"/>
                <a:gd name="connsiteY25" fmla="*/ 38970 h 68197"/>
                <a:gd name="connsiteX26" fmla="*/ 77395 w 110659"/>
                <a:gd name="connsiteY26" fmla="*/ 38158 h 68197"/>
                <a:gd name="connsiteX27" fmla="*/ 81452 w 110659"/>
                <a:gd name="connsiteY27" fmla="*/ 35723 h 68197"/>
                <a:gd name="connsiteX28" fmla="*/ 83886 w 110659"/>
                <a:gd name="connsiteY28" fmla="*/ 34099 h 68197"/>
                <a:gd name="connsiteX29" fmla="*/ 88754 w 110659"/>
                <a:gd name="connsiteY29" fmla="*/ 30851 h 68197"/>
                <a:gd name="connsiteX30" fmla="*/ 110659 w 110659"/>
                <a:gd name="connsiteY30" fmla="*/ 16238 h 68197"/>
                <a:gd name="connsiteX31" fmla="*/ 104980 w 110659"/>
                <a:gd name="connsiteY31" fmla="*/ 21921 h 68197"/>
                <a:gd name="connsiteX32" fmla="*/ 101735 w 110659"/>
                <a:gd name="connsiteY32" fmla="*/ 25168 h 68197"/>
                <a:gd name="connsiteX33" fmla="*/ 100923 w 110659"/>
                <a:gd name="connsiteY33" fmla="*/ 26792 h 68197"/>
                <a:gd name="connsiteX34" fmla="*/ 99301 w 110659"/>
                <a:gd name="connsiteY34" fmla="*/ 28416 h 68197"/>
                <a:gd name="connsiteX35" fmla="*/ 91188 w 110659"/>
                <a:gd name="connsiteY35" fmla="*/ 35723 h 68197"/>
                <a:gd name="connsiteX36" fmla="*/ 86320 w 110659"/>
                <a:gd name="connsiteY36" fmla="*/ 38970 h 68197"/>
                <a:gd name="connsiteX37" fmla="*/ 81452 w 110659"/>
                <a:gd name="connsiteY37" fmla="*/ 42218 h 68197"/>
                <a:gd name="connsiteX38" fmla="*/ 79018 w 110659"/>
                <a:gd name="connsiteY38" fmla="*/ 43841 h 68197"/>
                <a:gd name="connsiteX39" fmla="*/ 76584 w 110659"/>
                <a:gd name="connsiteY39" fmla="*/ 45465 h 68197"/>
                <a:gd name="connsiteX40" fmla="*/ 70905 w 110659"/>
                <a:gd name="connsiteY40" fmla="*/ 49524 h 68197"/>
                <a:gd name="connsiteX41" fmla="*/ 72527 w 110659"/>
                <a:gd name="connsiteY41" fmla="*/ 48713 h 68197"/>
                <a:gd name="connsiteX42" fmla="*/ 74961 w 110659"/>
                <a:gd name="connsiteY42" fmla="*/ 47089 h 68197"/>
                <a:gd name="connsiteX43" fmla="*/ 76584 w 110659"/>
                <a:gd name="connsiteY43" fmla="*/ 46277 h 68197"/>
                <a:gd name="connsiteX44" fmla="*/ 78207 w 110659"/>
                <a:gd name="connsiteY44" fmla="*/ 45465 h 68197"/>
                <a:gd name="connsiteX45" fmla="*/ 77395 w 110659"/>
                <a:gd name="connsiteY45" fmla="*/ 47089 h 68197"/>
                <a:gd name="connsiteX46" fmla="*/ 76584 w 110659"/>
                <a:gd name="connsiteY46" fmla="*/ 47901 h 68197"/>
                <a:gd name="connsiteX47" fmla="*/ 70093 w 110659"/>
                <a:gd name="connsiteY47" fmla="*/ 53584 h 68197"/>
                <a:gd name="connsiteX48" fmla="*/ 61980 w 110659"/>
                <a:gd name="connsiteY48" fmla="*/ 57643 h 68197"/>
                <a:gd name="connsiteX49" fmla="*/ 58735 w 110659"/>
                <a:gd name="connsiteY49" fmla="*/ 59267 h 68197"/>
                <a:gd name="connsiteX50" fmla="*/ 58735 w 110659"/>
                <a:gd name="connsiteY50" fmla="*/ 59267 h 68197"/>
                <a:gd name="connsiteX51" fmla="*/ 58735 w 110659"/>
                <a:gd name="connsiteY51" fmla="*/ 59267 h 68197"/>
                <a:gd name="connsiteX52" fmla="*/ 40075 w 110659"/>
                <a:gd name="connsiteY52" fmla="*/ 65762 h 68197"/>
                <a:gd name="connsiteX53" fmla="*/ 34396 w 110659"/>
                <a:gd name="connsiteY53" fmla="*/ 66574 h 68197"/>
                <a:gd name="connsiteX54" fmla="*/ 35207 w 110659"/>
                <a:gd name="connsiteY54" fmla="*/ 66574 h 68197"/>
                <a:gd name="connsiteX55" fmla="*/ 35207 w 110659"/>
                <a:gd name="connsiteY55" fmla="*/ 67386 h 68197"/>
                <a:gd name="connsiteX56" fmla="*/ 28716 w 110659"/>
                <a:gd name="connsiteY56" fmla="*/ 68198 h 68197"/>
                <a:gd name="connsiteX57" fmla="*/ 14113 w 110659"/>
                <a:gd name="connsiteY57" fmla="*/ 66574 h 68197"/>
                <a:gd name="connsiteX58" fmla="*/ 3565 w 110659"/>
                <a:gd name="connsiteY58" fmla="*/ 58455 h 68197"/>
                <a:gd name="connsiteX59" fmla="*/ 320 w 110659"/>
                <a:gd name="connsiteY59" fmla="*/ 50336 h 68197"/>
                <a:gd name="connsiteX60" fmla="*/ 7622 w 110659"/>
                <a:gd name="connsiteY60" fmla="*/ 28416 h 68197"/>
                <a:gd name="connsiteX61" fmla="*/ 25471 w 110659"/>
                <a:gd name="connsiteY61" fmla="*/ 26792 h 68197"/>
                <a:gd name="connsiteX62" fmla="*/ 31961 w 110659"/>
                <a:gd name="connsiteY62" fmla="*/ 23544 h 68197"/>
                <a:gd name="connsiteX63" fmla="*/ 27905 w 110659"/>
                <a:gd name="connsiteY63" fmla="*/ 26792 h 68197"/>
                <a:gd name="connsiteX64" fmla="*/ 28716 w 110659"/>
                <a:gd name="connsiteY64" fmla="*/ 27604 h 68197"/>
                <a:gd name="connsiteX65" fmla="*/ 29528 w 110659"/>
                <a:gd name="connsiteY65" fmla="*/ 27604 h 68197"/>
                <a:gd name="connsiteX66" fmla="*/ 31150 w 110659"/>
                <a:gd name="connsiteY66" fmla="*/ 26792 h 68197"/>
                <a:gd name="connsiteX67" fmla="*/ 36018 w 110659"/>
                <a:gd name="connsiteY67" fmla="*/ 24356 h 68197"/>
                <a:gd name="connsiteX68" fmla="*/ 44131 w 110659"/>
                <a:gd name="connsiteY68" fmla="*/ 19485 h 68197"/>
                <a:gd name="connsiteX69" fmla="*/ 47377 w 110659"/>
                <a:gd name="connsiteY69" fmla="*/ 17049 h 68197"/>
                <a:gd name="connsiteX70" fmla="*/ 47377 w 110659"/>
                <a:gd name="connsiteY70" fmla="*/ 17049 h 68197"/>
                <a:gd name="connsiteX71" fmla="*/ 48999 w 110659"/>
                <a:gd name="connsiteY71" fmla="*/ 14614 h 68197"/>
                <a:gd name="connsiteX72" fmla="*/ 48188 w 110659"/>
                <a:gd name="connsiteY72" fmla="*/ 14614 h 68197"/>
                <a:gd name="connsiteX73" fmla="*/ 40075 w 110659"/>
                <a:gd name="connsiteY73" fmla="*/ 17049 h 68197"/>
                <a:gd name="connsiteX74" fmla="*/ 25471 w 110659"/>
                <a:gd name="connsiteY74" fmla="*/ 26792 h 68197"/>
                <a:gd name="connsiteX75" fmla="*/ 27094 w 110659"/>
                <a:gd name="connsiteY75" fmla="*/ 28416 h 68197"/>
                <a:gd name="connsiteX76" fmla="*/ 27905 w 110659"/>
                <a:gd name="connsiteY76" fmla="*/ 26792 h 68197"/>
                <a:gd name="connsiteX77" fmla="*/ 27094 w 110659"/>
                <a:gd name="connsiteY77" fmla="*/ 26792 h 68197"/>
                <a:gd name="connsiteX78" fmla="*/ 27094 w 110659"/>
                <a:gd name="connsiteY78" fmla="*/ 28416 h 68197"/>
                <a:gd name="connsiteX79" fmla="*/ 27094 w 110659"/>
                <a:gd name="connsiteY79" fmla="*/ 28416 h 68197"/>
                <a:gd name="connsiteX80" fmla="*/ 53056 w 110659"/>
                <a:gd name="connsiteY80" fmla="*/ 59267 h 68197"/>
                <a:gd name="connsiteX81" fmla="*/ 53056 w 110659"/>
                <a:gd name="connsiteY81" fmla="*/ 59267 h 68197"/>
                <a:gd name="connsiteX82" fmla="*/ 53056 w 110659"/>
                <a:gd name="connsiteY82" fmla="*/ 59267 h 68197"/>
                <a:gd name="connsiteX83" fmla="*/ 53056 w 110659"/>
                <a:gd name="connsiteY83" fmla="*/ 59267 h 68197"/>
                <a:gd name="connsiteX84" fmla="*/ 54678 w 110659"/>
                <a:gd name="connsiteY84" fmla="*/ 58455 h 68197"/>
                <a:gd name="connsiteX85" fmla="*/ 56301 w 110659"/>
                <a:gd name="connsiteY85" fmla="*/ 57643 h 68197"/>
                <a:gd name="connsiteX86" fmla="*/ 56301 w 110659"/>
                <a:gd name="connsiteY86" fmla="*/ 56832 h 68197"/>
                <a:gd name="connsiteX87" fmla="*/ 54678 w 110659"/>
                <a:gd name="connsiteY87" fmla="*/ 58455 h 68197"/>
                <a:gd name="connsiteX88" fmla="*/ 73339 w 110659"/>
                <a:gd name="connsiteY88" fmla="*/ 49524 h 68197"/>
                <a:gd name="connsiteX89" fmla="*/ 73339 w 110659"/>
                <a:gd name="connsiteY89" fmla="*/ 49524 h 68197"/>
                <a:gd name="connsiteX90" fmla="*/ 73339 w 110659"/>
                <a:gd name="connsiteY90" fmla="*/ 49524 h 68197"/>
                <a:gd name="connsiteX91" fmla="*/ 73339 w 110659"/>
                <a:gd name="connsiteY91" fmla="*/ 49524 h 68197"/>
                <a:gd name="connsiteX92" fmla="*/ 81452 w 110659"/>
                <a:gd name="connsiteY92" fmla="*/ 38158 h 68197"/>
                <a:gd name="connsiteX93" fmla="*/ 85508 w 110659"/>
                <a:gd name="connsiteY93" fmla="*/ 35723 h 68197"/>
                <a:gd name="connsiteX94" fmla="*/ 83074 w 110659"/>
                <a:gd name="connsiteY94" fmla="*/ 36535 h 68197"/>
                <a:gd name="connsiteX95" fmla="*/ 81452 w 110659"/>
                <a:gd name="connsiteY95" fmla="*/ 38158 h 68197"/>
                <a:gd name="connsiteX96" fmla="*/ 91999 w 110659"/>
                <a:gd name="connsiteY96" fmla="*/ 31663 h 68197"/>
                <a:gd name="connsiteX97" fmla="*/ 92810 w 110659"/>
                <a:gd name="connsiteY97" fmla="*/ 30851 h 68197"/>
                <a:gd name="connsiteX98" fmla="*/ 91999 w 110659"/>
                <a:gd name="connsiteY98" fmla="*/ 31663 h 68197"/>
                <a:gd name="connsiteX99" fmla="*/ 91999 w 110659"/>
                <a:gd name="connsiteY99" fmla="*/ 31663 h 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0659" h="68197">
                  <a:moveTo>
                    <a:pt x="7622" y="28416"/>
                  </a:moveTo>
                  <a:cubicBezTo>
                    <a:pt x="8433" y="25980"/>
                    <a:pt x="12490" y="21921"/>
                    <a:pt x="14113" y="20297"/>
                  </a:cubicBezTo>
                  <a:cubicBezTo>
                    <a:pt x="15735" y="18673"/>
                    <a:pt x="16547" y="17861"/>
                    <a:pt x="16547" y="17861"/>
                  </a:cubicBezTo>
                  <a:cubicBezTo>
                    <a:pt x="16547" y="16238"/>
                    <a:pt x="31961" y="4059"/>
                    <a:pt x="34396" y="2436"/>
                  </a:cubicBezTo>
                  <a:lnTo>
                    <a:pt x="38452" y="0"/>
                  </a:lnTo>
                  <a:lnTo>
                    <a:pt x="42509" y="0"/>
                  </a:lnTo>
                  <a:cubicBezTo>
                    <a:pt x="45754" y="0"/>
                    <a:pt x="47377" y="0"/>
                    <a:pt x="48999" y="1624"/>
                  </a:cubicBezTo>
                  <a:cubicBezTo>
                    <a:pt x="50622" y="2436"/>
                    <a:pt x="51433" y="3247"/>
                    <a:pt x="52244" y="2436"/>
                  </a:cubicBezTo>
                  <a:cubicBezTo>
                    <a:pt x="53056" y="1624"/>
                    <a:pt x="53056" y="1624"/>
                    <a:pt x="52244" y="2436"/>
                  </a:cubicBezTo>
                  <a:cubicBezTo>
                    <a:pt x="51433" y="3247"/>
                    <a:pt x="51433" y="3247"/>
                    <a:pt x="52244" y="4059"/>
                  </a:cubicBezTo>
                  <a:cubicBezTo>
                    <a:pt x="54678" y="5683"/>
                    <a:pt x="57112" y="12990"/>
                    <a:pt x="55490" y="14614"/>
                  </a:cubicBezTo>
                  <a:lnTo>
                    <a:pt x="55490" y="14614"/>
                  </a:lnTo>
                  <a:cubicBezTo>
                    <a:pt x="55490" y="15426"/>
                    <a:pt x="53867" y="19485"/>
                    <a:pt x="53056" y="19485"/>
                  </a:cubicBezTo>
                  <a:cubicBezTo>
                    <a:pt x="52244" y="19485"/>
                    <a:pt x="52244" y="20297"/>
                    <a:pt x="51433" y="21109"/>
                  </a:cubicBezTo>
                  <a:cubicBezTo>
                    <a:pt x="50622" y="21921"/>
                    <a:pt x="48188" y="24356"/>
                    <a:pt x="44131" y="27604"/>
                  </a:cubicBezTo>
                  <a:cubicBezTo>
                    <a:pt x="43320" y="28416"/>
                    <a:pt x="42509" y="28416"/>
                    <a:pt x="42509" y="28416"/>
                  </a:cubicBezTo>
                  <a:cubicBezTo>
                    <a:pt x="41697" y="28416"/>
                    <a:pt x="31150" y="32475"/>
                    <a:pt x="29528" y="34099"/>
                  </a:cubicBezTo>
                  <a:cubicBezTo>
                    <a:pt x="28716" y="34911"/>
                    <a:pt x="27094" y="34911"/>
                    <a:pt x="27094" y="34911"/>
                  </a:cubicBezTo>
                  <a:cubicBezTo>
                    <a:pt x="22226" y="35723"/>
                    <a:pt x="17358" y="37346"/>
                    <a:pt x="14113" y="41406"/>
                  </a:cubicBezTo>
                  <a:lnTo>
                    <a:pt x="13301" y="40594"/>
                  </a:lnTo>
                  <a:cubicBezTo>
                    <a:pt x="11679" y="43030"/>
                    <a:pt x="7622" y="50336"/>
                    <a:pt x="7622" y="52772"/>
                  </a:cubicBezTo>
                  <a:cubicBezTo>
                    <a:pt x="6811" y="56020"/>
                    <a:pt x="7622" y="58455"/>
                    <a:pt x="10056" y="59267"/>
                  </a:cubicBezTo>
                  <a:cubicBezTo>
                    <a:pt x="11679" y="60079"/>
                    <a:pt x="15735" y="60079"/>
                    <a:pt x="19792" y="60079"/>
                  </a:cubicBezTo>
                  <a:cubicBezTo>
                    <a:pt x="22226" y="60079"/>
                    <a:pt x="24660" y="60079"/>
                    <a:pt x="26282" y="59267"/>
                  </a:cubicBezTo>
                  <a:cubicBezTo>
                    <a:pt x="29528" y="58455"/>
                    <a:pt x="36018" y="56832"/>
                    <a:pt x="38452" y="56020"/>
                  </a:cubicBezTo>
                  <a:cubicBezTo>
                    <a:pt x="45754" y="54396"/>
                    <a:pt x="72527" y="43030"/>
                    <a:pt x="75773" y="38970"/>
                  </a:cubicBezTo>
                  <a:cubicBezTo>
                    <a:pt x="75773" y="38158"/>
                    <a:pt x="76584" y="38158"/>
                    <a:pt x="77395" y="38158"/>
                  </a:cubicBezTo>
                  <a:cubicBezTo>
                    <a:pt x="78207" y="38158"/>
                    <a:pt x="80640" y="36535"/>
                    <a:pt x="81452" y="35723"/>
                  </a:cubicBezTo>
                  <a:cubicBezTo>
                    <a:pt x="81452" y="35723"/>
                    <a:pt x="82263" y="34911"/>
                    <a:pt x="83886" y="34099"/>
                  </a:cubicBezTo>
                  <a:cubicBezTo>
                    <a:pt x="85508" y="33287"/>
                    <a:pt x="87131" y="31663"/>
                    <a:pt x="88754" y="30851"/>
                  </a:cubicBezTo>
                  <a:cubicBezTo>
                    <a:pt x="96056" y="25168"/>
                    <a:pt x="110659" y="15426"/>
                    <a:pt x="110659" y="16238"/>
                  </a:cubicBezTo>
                  <a:cubicBezTo>
                    <a:pt x="110659" y="17861"/>
                    <a:pt x="105791" y="21109"/>
                    <a:pt x="104980" y="21921"/>
                  </a:cubicBezTo>
                  <a:cubicBezTo>
                    <a:pt x="102546" y="23544"/>
                    <a:pt x="101735" y="24356"/>
                    <a:pt x="101735" y="25168"/>
                  </a:cubicBezTo>
                  <a:cubicBezTo>
                    <a:pt x="101735" y="25168"/>
                    <a:pt x="100923" y="25980"/>
                    <a:pt x="100923" y="26792"/>
                  </a:cubicBezTo>
                  <a:cubicBezTo>
                    <a:pt x="100112" y="27604"/>
                    <a:pt x="99301" y="27604"/>
                    <a:pt x="99301" y="28416"/>
                  </a:cubicBezTo>
                  <a:cubicBezTo>
                    <a:pt x="99301" y="29227"/>
                    <a:pt x="92810" y="34911"/>
                    <a:pt x="91188" y="35723"/>
                  </a:cubicBezTo>
                  <a:cubicBezTo>
                    <a:pt x="90376" y="36535"/>
                    <a:pt x="88754" y="37346"/>
                    <a:pt x="86320" y="38970"/>
                  </a:cubicBezTo>
                  <a:cubicBezTo>
                    <a:pt x="84697" y="40594"/>
                    <a:pt x="82263" y="41406"/>
                    <a:pt x="81452" y="42218"/>
                  </a:cubicBezTo>
                  <a:cubicBezTo>
                    <a:pt x="80640" y="42218"/>
                    <a:pt x="79829" y="43030"/>
                    <a:pt x="79018" y="43841"/>
                  </a:cubicBezTo>
                  <a:cubicBezTo>
                    <a:pt x="78207" y="44653"/>
                    <a:pt x="77395" y="45465"/>
                    <a:pt x="76584" y="45465"/>
                  </a:cubicBezTo>
                  <a:cubicBezTo>
                    <a:pt x="75773" y="45465"/>
                    <a:pt x="70905" y="49524"/>
                    <a:pt x="70905" y="49524"/>
                  </a:cubicBezTo>
                  <a:cubicBezTo>
                    <a:pt x="70905" y="49524"/>
                    <a:pt x="71716" y="49524"/>
                    <a:pt x="72527" y="48713"/>
                  </a:cubicBezTo>
                  <a:cubicBezTo>
                    <a:pt x="73339" y="47901"/>
                    <a:pt x="74961" y="47901"/>
                    <a:pt x="74961" y="47089"/>
                  </a:cubicBezTo>
                  <a:cubicBezTo>
                    <a:pt x="74961" y="46277"/>
                    <a:pt x="75773" y="46277"/>
                    <a:pt x="76584" y="46277"/>
                  </a:cubicBezTo>
                  <a:cubicBezTo>
                    <a:pt x="76584" y="46277"/>
                    <a:pt x="77395" y="45465"/>
                    <a:pt x="78207" y="45465"/>
                  </a:cubicBezTo>
                  <a:cubicBezTo>
                    <a:pt x="79829" y="45465"/>
                    <a:pt x="78207" y="47089"/>
                    <a:pt x="77395" y="47089"/>
                  </a:cubicBezTo>
                  <a:cubicBezTo>
                    <a:pt x="76584" y="47089"/>
                    <a:pt x="76584" y="47901"/>
                    <a:pt x="76584" y="47901"/>
                  </a:cubicBezTo>
                  <a:cubicBezTo>
                    <a:pt x="76584" y="49524"/>
                    <a:pt x="74961" y="51148"/>
                    <a:pt x="70093" y="53584"/>
                  </a:cubicBezTo>
                  <a:cubicBezTo>
                    <a:pt x="66848" y="55208"/>
                    <a:pt x="63603" y="56832"/>
                    <a:pt x="61980" y="57643"/>
                  </a:cubicBezTo>
                  <a:cubicBezTo>
                    <a:pt x="60358" y="58455"/>
                    <a:pt x="59546" y="59267"/>
                    <a:pt x="58735" y="59267"/>
                  </a:cubicBezTo>
                  <a:cubicBezTo>
                    <a:pt x="57924" y="60079"/>
                    <a:pt x="57924" y="60079"/>
                    <a:pt x="58735" y="59267"/>
                  </a:cubicBezTo>
                  <a:cubicBezTo>
                    <a:pt x="59546" y="58455"/>
                    <a:pt x="58735" y="58455"/>
                    <a:pt x="58735" y="59267"/>
                  </a:cubicBezTo>
                  <a:cubicBezTo>
                    <a:pt x="54678" y="62515"/>
                    <a:pt x="45754" y="64950"/>
                    <a:pt x="40075" y="65762"/>
                  </a:cubicBezTo>
                  <a:cubicBezTo>
                    <a:pt x="36829" y="65762"/>
                    <a:pt x="35207" y="66574"/>
                    <a:pt x="34396" y="66574"/>
                  </a:cubicBezTo>
                  <a:cubicBezTo>
                    <a:pt x="34396" y="66574"/>
                    <a:pt x="34396" y="66574"/>
                    <a:pt x="35207" y="66574"/>
                  </a:cubicBezTo>
                  <a:cubicBezTo>
                    <a:pt x="36829" y="66574"/>
                    <a:pt x="36829" y="66574"/>
                    <a:pt x="35207" y="67386"/>
                  </a:cubicBezTo>
                  <a:cubicBezTo>
                    <a:pt x="34396" y="67386"/>
                    <a:pt x="31961" y="68198"/>
                    <a:pt x="28716" y="68198"/>
                  </a:cubicBezTo>
                  <a:cubicBezTo>
                    <a:pt x="23848" y="68198"/>
                    <a:pt x="17358" y="67386"/>
                    <a:pt x="14113" y="66574"/>
                  </a:cubicBezTo>
                  <a:cubicBezTo>
                    <a:pt x="9245" y="64950"/>
                    <a:pt x="7622" y="64138"/>
                    <a:pt x="3565" y="58455"/>
                  </a:cubicBezTo>
                  <a:cubicBezTo>
                    <a:pt x="1132" y="54396"/>
                    <a:pt x="320" y="52772"/>
                    <a:pt x="320" y="50336"/>
                  </a:cubicBezTo>
                  <a:cubicBezTo>
                    <a:pt x="-1302" y="43841"/>
                    <a:pt x="3565" y="36535"/>
                    <a:pt x="7622" y="28416"/>
                  </a:cubicBezTo>
                  <a:close/>
                  <a:moveTo>
                    <a:pt x="25471" y="26792"/>
                  </a:moveTo>
                  <a:lnTo>
                    <a:pt x="31961" y="23544"/>
                  </a:lnTo>
                  <a:cubicBezTo>
                    <a:pt x="31150" y="24356"/>
                    <a:pt x="28716" y="25980"/>
                    <a:pt x="27905" y="26792"/>
                  </a:cubicBezTo>
                  <a:cubicBezTo>
                    <a:pt x="27905" y="27604"/>
                    <a:pt x="27905" y="28416"/>
                    <a:pt x="28716" y="27604"/>
                  </a:cubicBezTo>
                  <a:cubicBezTo>
                    <a:pt x="28716" y="27604"/>
                    <a:pt x="29528" y="27604"/>
                    <a:pt x="29528" y="27604"/>
                  </a:cubicBezTo>
                  <a:cubicBezTo>
                    <a:pt x="29528" y="27604"/>
                    <a:pt x="30339" y="27604"/>
                    <a:pt x="31150" y="26792"/>
                  </a:cubicBezTo>
                  <a:cubicBezTo>
                    <a:pt x="32773" y="25980"/>
                    <a:pt x="36018" y="24356"/>
                    <a:pt x="36018" y="24356"/>
                  </a:cubicBezTo>
                  <a:cubicBezTo>
                    <a:pt x="36018" y="24356"/>
                    <a:pt x="42509" y="21109"/>
                    <a:pt x="44131" y="19485"/>
                  </a:cubicBezTo>
                  <a:cubicBezTo>
                    <a:pt x="46565" y="17861"/>
                    <a:pt x="46565" y="17049"/>
                    <a:pt x="47377" y="17049"/>
                  </a:cubicBezTo>
                  <a:cubicBezTo>
                    <a:pt x="47377" y="17049"/>
                    <a:pt x="47377" y="16238"/>
                    <a:pt x="47377" y="17049"/>
                  </a:cubicBezTo>
                  <a:cubicBezTo>
                    <a:pt x="47377" y="17049"/>
                    <a:pt x="48188" y="15426"/>
                    <a:pt x="48999" y="14614"/>
                  </a:cubicBezTo>
                  <a:cubicBezTo>
                    <a:pt x="48999" y="14614"/>
                    <a:pt x="48188" y="14614"/>
                    <a:pt x="48188" y="14614"/>
                  </a:cubicBezTo>
                  <a:cubicBezTo>
                    <a:pt x="46565" y="15426"/>
                    <a:pt x="42509" y="16238"/>
                    <a:pt x="40075" y="17049"/>
                  </a:cubicBezTo>
                  <a:cubicBezTo>
                    <a:pt x="35207" y="18673"/>
                    <a:pt x="29528" y="22733"/>
                    <a:pt x="25471" y="26792"/>
                  </a:cubicBezTo>
                  <a:close/>
                  <a:moveTo>
                    <a:pt x="27094" y="28416"/>
                  </a:moveTo>
                  <a:cubicBezTo>
                    <a:pt x="27905" y="28416"/>
                    <a:pt x="28716" y="26792"/>
                    <a:pt x="27905" y="26792"/>
                  </a:cubicBezTo>
                  <a:cubicBezTo>
                    <a:pt x="27905" y="26792"/>
                    <a:pt x="27094" y="26792"/>
                    <a:pt x="27094" y="26792"/>
                  </a:cubicBezTo>
                  <a:cubicBezTo>
                    <a:pt x="27094" y="26792"/>
                    <a:pt x="27094" y="27604"/>
                    <a:pt x="27094" y="28416"/>
                  </a:cubicBezTo>
                  <a:cubicBezTo>
                    <a:pt x="26282" y="28416"/>
                    <a:pt x="26282" y="28416"/>
                    <a:pt x="27094" y="28416"/>
                  </a:cubicBezTo>
                  <a:close/>
                  <a:moveTo>
                    <a:pt x="53056" y="59267"/>
                  </a:moveTo>
                  <a:cubicBezTo>
                    <a:pt x="53867" y="59267"/>
                    <a:pt x="53867" y="59267"/>
                    <a:pt x="53056" y="59267"/>
                  </a:cubicBezTo>
                  <a:cubicBezTo>
                    <a:pt x="53056" y="58455"/>
                    <a:pt x="52244" y="58455"/>
                    <a:pt x="53056" y="59267"/>
                  </a:cubicBezTo>
                  <a:cubicBezTo>
                    <a:pt x="52244" y="59267"/>
                    <a:pt x="52244" y="59267"/>
                    <a:pt x="53056" y="59267"/>
                  </a:cubicBezTo>
                  <a:close/>
                  <a:moveTo>
                    <a:pt x="54678" y="58455"/>
                  </a:moveTo>
                  <a:cubicBezTo>
                    <a:pt x="54678" y="58455"/>
                    <a:pt x="56301" y="58455"/>
                    <a:pt x="56301" y="57643"/>
                  </a:cubicBezTo>
                  <a:cubicBezTo>
                    <a:pt x="56301" y="57643"/>
                    <a:pt x="56301" y="56832"/>
                    <a:pt x="56301" y="56832"/>
                  </a:cubicBezTo>
                  <a:cubicBezTo>
                    <a:pt x="54678" y="57643"/>
                    <a:pt x="53867" y="58455"/>
                    <a:pt x="54678" y="58455"/>
                  </a:cubicBezTo>
                  <a:close/>
                  <a:moveTo>
                    <a:pt x="73339" y="49524"/>
                  </a:moveTo>
                  <a:cubicBezTo>
                    <a:pt x="74150" y="49524"/>
                    <a:pt x="74961" y="49524"/>
                    <a:pt x="73339" y="49524"/>
                  </a:cubicBezTo>
                  <a:cubicBezTo>
                    <a:pt x="74150" y="48713"/>
                    <a:pt x="74150" y="48713"/>
                    <a:pt x="73339" y="49524"/>
                  </a:cubicBezTo>
                  <a:cubicBezTo>
                    <a:pt x="72527" y="49524"/>
                    <a:pt x="72527" y="49524"/>
                    <a:pt x="73339" y="49524"/>
                  </a:cubicBezTo>
                  <a:close/>
                  <a:moveTo>
                    <a:pt x="81452" y="38158"/>
                  </a:moveTo>
                  <a:cubicBezTo>
                    <a:pt x="81452" y="38158"/>
                    <a:pt x="85508" y="35723"/>
                    <a:pt x="85508" y="35723"/>
                  </a:cubicBezTo>
                  <a:cubicBezTo>
                    <a:pt x="85508" y="35723"/>
                    <a:pt x="84697" y="35723"/>
                    <a:pt x="83074" y="36535"/>
                  </a:cubicBezTo>
                  <a:cubicBezTo>
                    <a:pt x="82263" y="37346"/>
                    <a:pt x="81452" y="38158"/>
                    <a:pt x="81452" y="38158"/>
                  </a:cubicBezTo>
                  <a:close/>
                  <a:moveTo>
                    <a:pt x="91999" y="31663"/>
                  </a:moveTo>
                  <a:cubicBezTo>
                    <a:pt x="92810" y="30851"/>
                    <a:pt x="93621" y="30851"/>
                    <a:pt x="92810" y="30851"/>
                  </a:cubicBezTo>
                  <a:cubicBezTo>
                    <a:pt x="92810" y="30039"/>
                    <a:pt x="92810" y="30851"/>
                    <a:pt x="91999" y="31663"/>
                  </a:cubicBezTo>
                  <a:cubicBezTo>
                    <a:pt x="91188" y="31663"/>
                    <a:pt x="91188" y="31663"/>
                    <a:pt x="91999" y="31663"/>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09" name="Freeform 708">
              <a:extLst>
                <a:ext uri="{FF2B5EF4-FFF2-40B4-BE49-F238E27FC236}">
                  <a16:creationId xmlns:a16="http://schemas.microsoft.com/office/drawing/2014/main" id="{34E929FE-B85F-5F91-D267-EF149BB75699}"/>
                </a:ext>
              </a:extLst>
            </p:cNvPr>
            <p:cNvSpPr/>
            <p:nvPr/>
          </p:nvSpPr>
          <p:spPr>
            <a:xfrm>
              <a:off x="6296231" y="-968401"/>
              <a:ext cx="171911" cy="178772"/>
            </a:xfrm>
            <a:custGeom>
              <a:avLst/>
              <a:gdLst>
                <a:gd name="connsiteX0" fmla="*/ 2028 w 171911"/>
                <a:gd name="connsiteY0" fmla="*/ 143862 h 178772"/>
                <a:gd name="connsiteX1" fmla="*/ 13387 w 171911"/>
                <a:gd name="connsiteY1" fmla="*/ 120317 h 178772"/>
                <a:gd name="connsiteX2" fmla="*/ 15821 w 171911"/>
                <a:gd name="connsiteY2" fmla="*/ 115446 h 178772"/>
                <a:gd name="connsiteX3" fmla="*/ 16632 w 171911"/>
                <a:gd name="connsiteY3" fmla="*/ 113822 h 178772"/>
                <a:gd name="connsiteX4" fmla="*/ 17443 w 171911"/>
                <a:gd name="connsiteY4" fmla="*/ 113011 h 178772"/>
                <a:gd name="connsiteX5" fmla="*/ 19066 w 171911"/>
                <a:gd name="connsiteY5" fmla="*/ 111387 h 178772"/>
                <a:gd name="connsiteX6" fmla="*/ 19877 w 171911"/>
                <a:gd name="connsiteY6" fmla="*/ 110575 h 178772"/>
                <a:gd name="connsiteX7" fmla="*/ 19066 w 171911"/>
                <a:gd name="connsiteY7" fmla="*/ 112199 h 178772"/>
                <a:gd name="connsiteX8" fmla="*/ 19066 w 171911"/>
                <a:gd name="connsiteY8" fmla="*/ 113011 h 178772"/>
                <a:gd name="connsiteX9" fmla="*/ 19877 w 171911"/>
                <a:gd name="connsiteY9" fmla="*/ 113011 h 178772"/>
                <a:gd name="connsiteX10" fmla="*/ 21500 w 171911"/>
                <a:gd name="connsiteY10" fmla="*/ 109763 h 178772"/>
                <a:gd name="connsiteX11" fmla="*/ 22311 w 171911"/>
                <a:gd name="connsiteY11" fmla="*/ 106516 h 178772"/>
                <a:gd name="connsiteX12" fmla="*/ 23123 w 171911"/>
                <a:gd name="connsiteY12" fmla="*/ 105704 h 178772"/>
                <a:gd name="connsiteX13" fmla="*/ 24745 w 171911"/>
                <a:gd name="connsiteY13" fmla="*/ 102456 h 178772"/>
                <a:gd name="connsiteX14" fmla="*/ 26368 w 171911"/>
                <a:gd name="connsiteY14" fmla="*/ 99209 h 178772"/>
                <a:gd name="connsiteX15" fmla="*/ 28802 w 171911"/>
                <a:gd name="connsiteY15" fmla="*/ 95149 h 178772"/>
                <a:gd name="connsiteX16" fmla="*/ 31236 w 171911"/>
                <a:gd name="connsiteY16" fmla="*/ 91902 h 178772"/>
                <a:gd name="connsiteX17" fmla="*/ 32047 w 171911"/>
                <a:gd name="connsiteY17" fmla="*/ 91902 h 178772"/>
                <a:gd name="connsiteX18" fmla="*/ 31236 w 171911"/>
                <a:gd name="connsiteY18" fmla="*/ 90278 h 178772"/>
                <a:gd name="connsiteX19" fmla="*/ 31236 w 171911"/>
                <a:gd name="connsiteY19" fmla="*/ 89466 h 178772"/>
                <a:gd name="connsiteX20" fmla="*/ 32047 w 171911"/>
                <a:gd name="connsiteY20" fmla="*/ 88654 h 178772"/>
                <a:gd name="connsiteX21" fmla="*/ 32858 w 171911"/>
                <a:gd name="connsiteY21" fmla="*/ 87030 h 178772"/>
                <a:gd name="connsiteX22" fmla="*/ 33670 w 171911"/>
                <a:gd name="connsiteY22" fmla="*/ 85407 h 178772"/>
                <a:gd name="connsiteX23" fmla="*/ 36103 w 171911"/>
                <a:gd name="connsiteY23" fmla="*/ 80535 h 178772"/>
                <a:gd name="connsiteX24" fmla="*/ 38538 w 171911"/>
                <a:gd name="connsiteY24" fmla="*/ 74852 h 178772"/>
                <a:gd name="connsiteX25" fmla="*/ 38538 w 171911"/>
                <a:gd name="connsiteY25" fmla="*/ 74852 h 178772"/>
                <a:gd name="connsiteX26" fmla="*/ 40160 w 171911"/>
                <a:gd name="connsiteY26" fmla="*/ 73228 h 178772"/>
                <a:gd name="connsiteX27" fmla="*/ 41783 w 171911"/>
                <a:gd name="connsiteY27" fmla="*/ 70793 h 178772"/>
                <a:gd name="connsiteX28" fmla="*/ 41783 w 171911"/>
                <a:gd name="connsiteY28" fmla="*/ 69981 h 178772"/>
                <a:gd name="connsiteX29" fmla="*/ 41783 w 171911"/>
                <a:gd name="connsiteY29" fmla="*/ 69169 h 178772"/>
                <a:gd name="connsiteX30" fmla="*/ 41783 w 171911"/>
                <a:gd name="connsiteY30" fmla="*/ 68357 h 178772"/>
                <a:gd name="connsiteX31" fmla="*/ 42594 w 171911"/>
                <a:gd name="connsiteY31" fmla="*/ 66733 h 178772"/>
                <a:gd name="connsiteX32" fmla="*/ 43405 w 171911"/>
                <a:gd name="connsiteY32" fmla="*/ 65110 h 178772"/>
                <a:gd name="connsiteX33" fmla="*/ 45028 w 171911"/>
                <a:gd name="connsiteY33" fmla="*/ 63486 h 178772"/>
                <a:gd name="connsiteX34" fmla="*/ 47462 w 171911"/>
                <a:gd name="connsiteY34" fmla="*/ 60238 h 178772"/>
                <a:gd name="connsiteX35" fmla="*/ 48273 w 171911"/>
                <a:gd name="connsiteY35" fmla="*/ 58615 h 178772"/>
                <a:gd name="connsiteX36" fmla="*/ 49085 w 171911"/>
                <a:gd name="connsiteY36" fmla="*/ 57803 h 178772"/>
                <a:gd name="connsiteX37" fmla="*/ 50707 w 171911"/>
                <a:gd name="connsiteY37" fmla="*/ 55367 h 178772"/>
                <a:gd name="connsiteX38" fmla="*/ 51519 w 171911"/>
                <a:gd name="connsiteY38" fmla="*/ 53743 h 178772"/>
                <a:gd name="connsiteX39" fmla="*/ 51519 w 171911"/>
                <a:gd name="connsiteY39" fmla="*/ 52931 h 178772"/>
                <a:gd name="connsiteX40" fmla="*/ 51519 w 171911"/>
                <a:gd name="connsiteY40" fmla="*/ 52120 h 178772"/>
                <a:gd name="connsiteX41" fmla="*/ 51519 w 171911"/>
                <a:gd name="connsiteY41" fmla="*/ 51308 h 178772"/>
                <a:gd name="connsiteX42" fmla="*/ 54764 w 171911"/>
                <a:gd name="connsiteY42" fmla="*/ 47248 h 178772"/>
                <a:gd name="connsiteX43" fmla="*/ 56386 w 171911"/>
                <a:gd name="connsiteY43" fmla="*/ 44813 h 178772"/>
                <a:gd name="connsiteX44" fmla="*/ 62066 w 171911"/>
                <a:gd name="connsiteY44" fmla="*/ 35070 h 178772"/>
                <a:gd name="connsiteX45" fmla="*/ 62877 w 171911"/>
                <a:gd name="connsiteY45" fmla="*/ 34258 h 178772"/>
                <a:gd name="connsiteX46" fmla="*/ 63688 w 171911"/>
                <a:gd name="connsiteY46" fmla="*/ 33446 h 178772"/>
                <a:gd name="connsiteX47" fmla="*/ 64499 w 171911"/>
                <a:gd name="connsiteY47" fmla="*/ 32634 h 178772"/>
                <a:gd name="connsiteX48" fmla="*/ 66122 w 171911"/>
                <a:gd name="connsiteY48" fmla="*/ 31011 h 178772"/>
                <a:gd name="connsiteX49" fmla="*/ 70179 w 171911"/>
                <a:gd name="connsiteY49" fmla="*/ 24516 h 178772"/>
                <a:gd name="connsiteX50" fmla="*/ 70990 w 171911"/>
                <a:gd name="connsiteY50" fmla="*/ 22892 h 178772"/>
                <a:gd name="connsiteX51" fmla="*/ 71801 w 171911"/>
                <a:gd name="connsiteY51" fmla="*/ 21268 h 178772"/>
                <a:gd name="connsiteX52" fmla="*/ 73424 w 171911"/>
                <a:gd name="connsiteY52" fmla="*/ 18832 h 178772"/>
                <a:gd name="connsiteX53" fmla="*/ 76669 w 171911"/>
                <a:gd name="connsiteY53" fmla="*/ 13961 h 178772"/>
                <a:gd name="connsiteX54" fmla="*/ 79915 w 171911"/>
                <a:gd name="connsiteY54" fmla="*/ 9902 h 178772"/>
                <a:gd name="connsiteX55" fmla="*/ 81537 w 171911"/>
                <a:gd name="connsiteY55" fmla="*/ 7466 h 178772"/>
                <a:gd name="connsiteX56" fmla="*/ 83971 w 171911"/>
                <a:gd name="connsiteY56" fmla="*/ 4219 h 178772"/>
                <a:gd name="connsiteX57" fmla="*/ 92895 w 171911"/>
                <a:gd name="connsiteY57" fmla="*/ 159 h 178772"/>
                <a:gd name="connsiteX58" fmla="*/ 98575 w 171911"/>
                <a:gd name="connsiteY58" fmla="*/ 9902 h 178772"/>
                <a:gd name="connsiteX59" fmla="*/ 96141 w 171911"/>
                <a:gd name="connsiteY59" fmla="*/ 14773 h 178772"/>
                <a:gd name="connsiteX60" fmla="*/ 87216 w 171911"/>
                <a:gd name="connsiteY60" fmla="*/ 26951 h 178772"/>
                <a:gd name="connsiteX61" fmla="*/ 86405 w 171911"/>
                <a:gd name="connsiteY61" fmla="*/ 27763 h 178772"/>
                <a:gd name="connsiteX62" fmla="*/ 85594 w 171911"/>
                <a:gd name="connsiteY62" fmla="*/ 28575 h 178772"/>
                <a:gd name="connsiteX63" fmla="*/ 83971 w 171911"/>
                <a:gd name="connsiteY63" fmla="*/ 31011 h 178772"/>
                <a:gd name="connsiteX64" fmla="*/ 79103 w 171911"/>
                <a:gd name="connsiteY64" fmla="*/ 38318 h 178772"/>
                <a:gd name="connsiteX65" fmla="*/ 75858 w 171911"/>
                <a:gd name="connsiteY65" fmla="*/ 41565 h 178772"/>
                <a:gd name="connsiteX66" fmla="*/ 75047 w 171911"/>
                <a:gd name="connsiteY66" fmla="*/ 42377 h 178772"/>
                <a:gd name="connsiteX67" fmla="*/ 74235 w 171911"/>
                <a:gd name="connsiteY67" fmla="*/ 43189 h 178772"/>
                <a:gd name="connsiteX68" fmla="*/ 73424 w 171911"/>
                <a:gd name="connsiteY68" fmla="*/ 44813 h 178772"/>
                <a:gd name="connsiteX69" fmla="*/ 71801 w 171911"/>
                <a:gd name="connsiteY69" fmla="*/ 47248 h 178772"/>
                <a:gd name="connsiteX70" fmla="*/ 70990 w 171911"/>
                <a:gd name="connsiteY70" fmla="*/ 48872 h 178772"/>
                <a:gd name="connsiteX71" fmla="*/ 69367 w 171911"/>
                <a:gd name="connsiteY71" fmla="*/ 51308 h 178772"/>
                <a:gd name="connsiteX72" fmla="*/ 67745 w 171911"/>
                <a:gd name="connsiteY72" fmla="*/ 54555 h 178772"/>
                <a:gd name="connsiteX73" fmla="*/ 66934 w 171911"/>
                <a:gd name="connsiteY73" fmla="*/ 55367 h 178772"/>
                <a:gd name="connsiteX74" fmla="*/ 66122 w 171911"/>
                <a:gd name="connsiteY74" fmla="*/ 56179 h 178772"/>
                <a:gd name="connsiteX75" fmla="*/ 65311 w 171911"/>
                <a:gd name="connsiteY75" fmla="*/ 56991 h 178772"/>
                <a:gd name="connsiteX76" fmla="*/ 64499 w 171911"/>
                <a:gd name="connsiteY76" fmla="*/ 58615 h 178772"/>
                <a:gd name="connsiteX77" fmla="*/ 63688 w 171911"/>
                <a:gd name="connsiteY77" fmla="*/ 59426 h 178772"/>
                <a:gd name="connsiteX78" fmla="*/ 62877 w 171911"/>
                <a:gd name="connsiteY78" fmla="*/ 60238 h 178772"/>
                <a:gd name="connsiteX79" fmla="*/ 62066 w 171911"/>
                <a:gd name="connsiteY79" fmla="*/ 61050 h 178772"/>
                <a:gd name="connsiteX80" fmla="*/ 61254 w 171911"/>
                <a:gd name="connsiteY80" fmla="*/ 62674 h 178772"/>
                <a:gd name="connsiteX81" fmla="*/ 60443 w 171911"/>
                <a:gd name="connsiteY81" fmla="*/ 65110 h 178772"/>
                <a:gd name="connsiteX82" fmla="*/ 59632 w 171911"/>
                <a:gd name="connsiteY82" fmla="*/ 65110 h 178772"/>
                <a:gd name="connsiteX83" fmla="*/ 58820 w 171911"/>
                <a:gd name="connsiteY83" fmla="*/ 65110 h 178772"/>
                <a:gd name="connsiteX84" fmla="*/ 58820 w 171911"/>
                <a:gd name="connsiteY84" fmla="*/ 65921 h 178772"/>
                <a:gd name="connsiteX85" fmla="*/ 54764 w 171911"/>
                <a:gd name="connsiteY85" fmla="*/ 71605 h 178772"/>
                <a:gd name="connsiteX86" fmla="*/ 53141 w 171911"/>
                <a:gd name="connsiteY86" fmla="*/ 73228 h 178772"/>
                <a:gd name="connsiteX87" fmla="*/ 53952 w 171911"/>
                <a:gd name="connsiteY87" fmla="*/ 73228 h 178772"/>
                <a:gd name="connsiteX88" fmla="*/ 53952 w 171911"/>
                <a:gd name="connsiteY88" fmla="*/ 74852 h 178772"/>
                <a:gd name="connsiteX89" fmla="*/ 52330 w 171911"/>
                <a:gd name="connsiteY89" fmla="*/ 77288 h 178772"/>
                <a:gd name="connsiteX90" fmla="*/ 52330 w 171911"/>
                <a:gd name="connsiteY90" fmla="*/ 76476 h 178772"/>
                <a:gd name="connsiteX91" fmla="*/ 52330 w 171911"/>
                <a:gd name="connsiteY91" fmla="*/ 75664 h 178772"/>
                <a:gd name="connsiteX92" fmla="*/ 51519 w 171911"/>
                <a:gd name="connsiteY92" fmla="*/ 77288 h 178772"/>
                <a:gd name="connsiteX93" fmla="*/ 49896 w 171911"/>
                <a:gd name="connsiteY93" fmla="*/ 78912 h 178772"/>
                <a:gd name="connsiteX94" fmla="*/ 49085 w 171911"/>
                <a:gd name="connsiteY94" fmla="*/ 81347 h 178772"/>
                <a:gd name="connsiteX95" fmla="*/ 49896 w 171911"/>
                <a:gd name="connsiteY95" fmla="*/ 81347 h 178772"/>
                <a:gd name="connsiteX96" fmla="*/ 51519 w 171911"/>
                <a:gd name="connsiteY96" fmla="*/ 79723 h 178772"/>
                <a:gd name="connsiteX97" fmla="*/ 52330 w 171911"/>
                <a:gd name="connsiteY97" fmla="*/ 80535 h 178772"/>
                <a:gd name="connsiteX98" fmla="*/ 48273 w 171911"/>
                <a:gd name="connsiteY98" fmla="*/ 85407 h 178772"/>
                <a:gd name="connsiteX99" fmla="*/ 46651 w 171911"/>
                <a:gd name="connsiteY99" fmla="*/ 87030 h 178772"/>
                <a:gd name="connsiteX100" fmla="*/ 46651 w 171911"/>
                <a:gd name="connsiteY100" fmla="*/ 88654 h 178772"/>
                <a:gd name="connsiteX101" fmla="*/ 48273 w 171911"/>
                <a:gd name="connsiteY101" fmla="*/ 87030 h 178772"/>
                <a:gd name="connsiteX102" fmla="*/ 49085 w 171911"/>
                <a:gd name="connsiteY102" fmla="*/ 86218 h 178772"/>
                <a:gd name="connsiteX103" fmla="*/ 50707 w 171911"/>
                <a:gd name="connsiteY103" fmla="*/ 84595 h 178772"/>
                <a:gd name="connsiteX104" fmla="*/ 110745 w 171911"/>
                <a:gd name="connsiteY104" fmla="*/ 30199 h 178772"/>
                <a:gd name="connsiteX105" fmla="*/ 118858 w 171911"/>
                <a:gd name="connsiteY105" fmla="*/ 27763 h 178772"/>
                <a:gd name="connsiteX106" fmla="*/ 127782 w 171911"/>
                <a:gd name="connsiteY106" fmla="*/ 31823 h 178772"/>
                <a:gd name="connsiteX107" fmla="*/ 131027 w 171911"/>
                <a:gd name="connsiteY107" fmla="*/ 42377 h 178772"/>
                <a:gd name="connsiteX108" fmla="*/ 127782 w 171911"/>
                <a:gd name="connsiteY108" fmla="*/ 56179 h 178772"/>
                <a:gd name="connsiteX109" fmla="*/ 125348 w 171911"/>
                <a:gd name="connsiteY109" fmla="*/ 61050 h 178772"/>
                <a:gd name="connsiteX110" fmla="*/ 115612 w 171911"/>
                <a:gd name="connsiteY110" fmla="*/ 74040 h 178772"/>
                <a:gd name="connsiteX111" fmla="*/ 109122 w 171911"/>
                <a:gd name="connsiteY111" fmla="*/ 82159 h 178772"/>
                <a:gd name="connsiteX112" fmla="*/ 108311 w 171911"/>
                <a:gd name="connsiteY112" fmla="*/ 82159 h 178772"/>
                <a:gd name="connsiteX113" fmla="*/ 105877 w 171911"/>
                <a:gd name="connsiteY113" fmla="*/ 84595 h 178772"/>
                <a:gd name="connsiteX114" fmla="*/ 103443 w 171911"/>
                <a:gd name="connsiteY114" fmla="*/ 87030 h 178772"/>
                <a:gd name="connsiteX115" fmla="*/ 92895 w 171911"/>
                <a:gd name="connsiteY115" fmla="*/ 96773 h 178772"/>
                <a:gd name="connsiteX116" fmla="*/ 99386 w 171911"/>
                <a:gd name="connsiteY116" fmla="*/ 96773 h 178772"/>
                <a:gd name="connsiteX117" fmla="*/ 116424 w 171911"/>
                <a:gd name="connsiteY117" fmla="*/ 98397 h 178772"/>
                <a:gd name="connsiteX118" fmla="*/ 118046 w 171911"/>
                <a:gd name="connsiteY118" fmla="*/ 99209 h 178772"/>
                <a:gd name="connsiteX119" fmla="*/ 121292 w 171911"/>
                <a:gd name="connsiteY119" fmla="*/ 100832 h 178772"/>
                <a:gd name="connsiteX120" fmla="*/ 124537 w 171911"/>
                <a:gd name="connsiteY120" fmla="*/ 102456 h 178772"/>
                <a:gd name="connsiteX121" fmla="*/ 130216 w 171911"/>
                <a:gd name="connsiteY121" fmla="*/ 108139 h 178772"/>
                <a:gd name="connsiteX122" fmla="*/ 131839 w 171911"/>
                <a:gd name="connsiteY122" fmla="*/ 108951 h 178772"/>
                <a:gd name="connsiteX123" fmla="*/ 140763 w 171911"/>
                <a:gd name="connsiteY123" fmla="*/ 106516 h 178772"/>
                <a:gd name="connsiteX124" fmla="*/ 160235 w 171911"/>
                <a:gd name="connsiteY124" fmla="*/ 103268 h 178772"/>
                <a:gd name="connsiteX125" fmla="*/ 169970 w 171911"/>
                <a:gd name="connsiteY125" fmla="*/ 105704 h 178772"/>
                <a:gd name="connsiteX126" fmla="*/ 171593 w 171911"/>
                <a:gd name="connsiteY126" fmla="*/ 107327 h 178772"/>
                <a:gd name="connsiteX127" fmla="*/ 169970 w 171911"/>
                <a:gd name="connsiteY127" fmla="*/ 108139 h 178772"/>
                <a:gd name="connsiteX128" fmla="*/ 165914 w 171911"/>
                <a:gd name="connsiteY128" fmla="*/ 108951 h 178772"/>
                <a:gd name="connsiteX129" fmla="*/ 162669 w 171911"/>
                <a:gd name="connsiteY129" fmla="*/ 109763 h 178772"/>
                <a:gd name="connsiteX130" fmla="*/ 156178 w 171911"/>
                <a:gd name="connsiteY130" fmla="*/ 111387 h 178772"/>
                <a:gd name="connsiteX131" fmla="*/ 148876 w 171911"/>
                <a:gd name="connsiteY131" fmla="*/ 113822 h 178772"/>
                <a:gd name="connsiteX132" fmla="*/ 147254 w 171911"/>
                <a:gd name="connsiteY132" fmla="*/ 114634 h 178772"/>
                <a:gd name="connsiteX133" fmla="*/ 144008 w 171911"/>
                <a:gd name="connsiteY133" fmla="*/ 116258 h 178772"/>
                <a:gd name="connsiteX134" fmla="*/ 142386 w 171911"/>
                <a:gd name="connsiteY134" fmla="*/ 117070 h 178772"/>
                <a:gd name="connsiteX135" fmla="*/ 142386 w 171911"/>
                <a:gd name="connsiteY135" fmla="*/ 117070 h 178772"/>
                <a:gd name="connsiteX136" fmla="*/ 141574 w 171911"/>
                <a:gd name="connsiteY136" fmla="*/ 117882 h 178772"/>
                <a:gd name="connsiteX137" fmla="*/ 140763 w 171911"/>
                <a:gd name="connsiteY137" fmla="*/ 117070 h 178772"/>
                <a:gd name="connsiteX138" fmla="*/ 139952 w 171911"/>
                <a:gd name="connsiteY138" fmla="*/ 117070 h 178772"/>
                <a:gd name="connsiteX139" fmla="*/ 139141 w 171911"/>
                <a:gd name="connsiteY139" fmla="*/ 117882 h 178772"/>
                <a:gd name="connsiteX140" fmla="*/ 136707 w 171911"/>
                <a:gd name="connsiteY140" fmla="*/ 119506 h 178772"/>
                <a:gd name="connsiteX141" fmla="*/ 133461 w 171911"/>
                <a:gd name="connsiteY141" fmla="*/ 123565 h 178772"/>
                <a:gd name="connsiteX142" fmla="*/ 131839 w 171911"/>
                <a:gd name="connsiteY142" fmla="*/ 127624 h 178772"/>
                <a:gd name="connsiteX143" fmla="*/ 131027 w 171911"/>
                <a:gd name="connsiteY143" fmla="*/ 130060 h 178772"/>
                <a:gd name="connsiteX144" fmla="*/ 129405 w 171911"/>
                <a:gd name="connsiteY144" fmla="*/ 132496 h 178772"/>
                <a:gd name="connsiteX145" fmla="*/ 125348 w 171911"/>
                <a:gd name="connsiteY145" fmla="*/ 137367 h 178772"/>
                <a:gd name="connsiteX146" fmla="*/ 121292 w 171911"/>
                <a:gd name="connsiteY146" fmla="*/ 142238 h 178772"/>
                <a:gd name="connsiteX147" fmla="*/ 117235 w 171911"/>
                <a:gd name="connsiteY147" fmla="*/ 145486 h 178772"/>
                <a:gd name="connsiteX148" fmla="*/ 114801 w 171911"/>
                <a:gd name="connsiteY148" fmla="*/ 147110 h 178772"/>
                <a:gd name="connsiteX149" fmla="*/ 113178 w 171911"/>
                <a:gd name="connsiteY149" fmla="*/ 148733 h 178772"/>
                <a:gd name="connsiteX150" fmla="*/ 101820 w 171911"/>
                <a:gd name="connsiteY150" fmla="*/ 156852 h 178772"/>
                <a:gd name="connsiteX151" fmla="*/ 100198 w 171911"/>
                <a:gd name="connsiteY151" fmla="*/ 157664 h 178772"/>
                <a:gd name="connsiteX152" fmla="*/ 94518 w 171911"/>
                <a:gd name="connsiteY152" fmla="*/ 161723 h 178772"/>
                <a:gd name="connsiteX153" fmla="*/ 88028 w 171911"/>
                <a:gd name="connsiteY153" fmla="*/ 164971 h 178772"/>
                <a:gd name="connsiteX154" fmla="*/ 87216 w 171911"/>
                <a:gd name="connsiteY154" fmla="*/ 165783 h 178772"/>
                <a:gd name="connsiteX155" fmla="*/ 87216 w 171911"/>
                <a:gd name="connsiteY155" fmla="*/ 165783 h 178772"/>
                <a:gd name="connsiteX156" fmla="*/ 82348 w 171911"/>
                <a:gd name="connsiteY156" fmla="*/ 168218 h 178772"/>
                <a:gd name="connsiteX157" fmla="*/ 62066 w 171911"/>
                <a:gd name="connsiteY157" fmla="*/ 177961 h 178772"/>
                <a:gd name="connsiteX158" fmla="*/ 58820 w 171911"/>
                <a:gd name="connsiteY158" fmla="*/ 178773 h 178772"/>
                <a:gd name="connsiteX159" fmla="*/ 56386 w 171911"/>
                <a:gd name="connsiteY159" fmla="*/ 177961 h 178772"/>
                <a:gd name="connsiteX160" fmla="*/ 53952 w 171911"/>
                <a:gd name="connsiteY160" fmla="*/ 176337 h 178772"/>
                <a:gd name="connsiteX161" fmla="*/ 50707 w 171911"/>
                <a:gd name="connsiteY161" fmla="*/ 173090 h 178772"/>
                <a:gd name="connsiteX162" fmla="*/ 49085 w 171911"/>
                <a:gd name="connsiteY162" fmla="*/ 166595 h 178772"/>
                <a:gd name="connsiteX163" fmla="*/ 49896 w 171911"/>
                <a:gd name="connsiteY163" fmla="*/ 160100 h 178772"/>
                <a:gd name="connsiteX164" fmla="*/ 60443 w 171911"/>
                <a:gd name="connsiteY164" fmla="*/ 149545 h 178772"/>
                <a:gd name="connsiteX165" fmla="*/ 63688 w 171911"/>
                <a:gd name="connsiteY165" fmla="*/ 147110 h 178772"/>
                <a:gd name="connsiteX166" fmla="*/ 111556 w 171911"/>
                <a:gd name="connsiteY166" fmla="*/ 121129 h 178772"/>
                <a:gd name="connsiteX167" fmla="*/ 115612 w 171911"/>
                <a:gd name="connsiteY167" fmla="*/ 119506 h 178772"/>
                <a:gd name="connsiteX168" fmla="*/ 119669 w 171911"/>
                <a:gd name="connsiteY168" fmla="*/ 117882 h 178772"/>
                <a:gd name="connsiteX169" fmla="*/ 125348 w 171911"/>
                <a:gd name="connsiteY169" fmla="*/ 112199 h 178772"/>
                <a:gd name="connsiteX170" fmla="*/ 118858 w 171911"/>
                <a:gd name="connsiteY170" fmla="*/ 109763 h 178772"/>
                <a:gd name="connsiteX171" fmla="*/ 107499 w 171911"/>
                <a:gd name="connsiteY171" fmla="*/ 108951 h 178772"/>
                <a:gd name="connsiteX172" fmla="*/ 82348 w 171911"/>
                <a:gd name="connsiteY172" fmla="*/ 113822 h 178772"/>
                <a:gd name="connsiteX173" fmla="*/ 70179 w 171911"/>
                <a:gd name="connsiteY173" fmla="*/ 119506 h 178772"/>
                <a:gd name="connsiteX174" fmla="*/ 58820 w 171911"/>
                <a:gd name="connsiteY174" fmla="*/ 124377 h 178772"/>
                <a:gd name="connsiteX175" fmla="*/ 54764 w 171911"/>
                <a:gd name="connsiteY175" fmla="*/ 119506 h 178772"/>
                <a:gd name="connsiteX176" fmla="*/ 53952 w 171911"/>
                <a:gd name="connsiteY176" fmla="*/ 117882 h 178772"/>
                <a:gd name="connsiteX177" fmla="*/ 55575 w 171911"/>
                <a:gd name="connsiteY177" fmla="*/ 116258 h 178772"/>
                <a:gd name="connsiteX178" fmla="*/ 61254 w 171911"/>
                <a:gd name="connsiteY178" fmla="*/ 113011 h 178772"/>
                <a:gd name="connsiteX179" fmla="*/ 69367 w 171911"/>
                <a:gd name="connsiteY179" fmla="*/ 108139 h 178772"/>
                <a:gd name="connsiteX180" fmla="*/ 83160 w 171911"/>
                <a:gd name="connsiteY180" fmla="*/ 99209 h 178772"/>
                <a:gd name="connsiteX181" fmla="*/ 91273 w 171911"/>
                <a:gd name="connsiteY181" fmla="*/ 92714 h 178772"/>
                <a:gd name="connsiteX182" fmla="*/ 123726 w 171911"/>
                <a:gd name="connsiteY182" fmla="*/ 56179 h 178772"/>
                <a:gd name="connsiteX183" fmla="*/ 127782 w 171911"/>
                <a:gd name="connsiteY183" fmla="*/ 40753 h 178772"/>
                <a:gd name="connsiteX184" fmla="*/ 125348 w 171911"/>
                <a:gd name="connsiteY184" fmla="*/ 35070 h 178772"/>
                <a:gd name="connsiteX185" fmla="*/ 92895 w 171911"/>
                <a:gd name="connsiteY185" fmla="*/ 56179 h 178772"/>
                <a:gd name="connsiteX186" fmla="*/ 90462 w 171911"/>
                <a:gd name="connsiteY186" fmla="*/ 59426 h 178772"/>
                <a:gd name="connsiteX187" fmla="*/ 89650 w 171911"/>
                <a:gd name="connsiteY187" fmla="*/ 60238 h 178772"/>
                <a:gd name="connsiteX188" fmla="*/ 84782 w 171911"/>
                <a:gd name="connsiteY188" fmla="*/ 65110 h 178772"/>
                <a:gd name="connsiteX189" fmla="*/ 79103 w 171911"/>
                <a:gd name="connsiteY189" fmla="*/ 69981 h 178772"/>
                <a:gd name="connsiteX190" fmla="*/ 78292 w 171911"/>
                <a:gd name="connsiteY190" fmla="*/ 70793 h 178772"/>
                <a:gd name="connsiteX191" fmla="*/ 75047 w 171911"/>
                <a:gd name="connsiteY191" fmla="*/ 74852 h 178772"/>
                <a:gd name="connsiteX192" fmla="*/ 70990 w 171911"/>
                <a:gd name="connsiteY192" fmla="*/ 78912 h 178772"/>
                <a:gd name="connsiteX193" fmla="*/ 69367 w 171911"/>
                <a:gd name="connsiteY193" fmla="*/ 80535 h 178772"/>
                <a:gd name="connsiteX194" fmla="*/ 63688 w 171911"/>
                <a:gd name="connsiteY194" fmla="*/ 87030 h 178772"/>
                <a:gd name="connsiteX195" fmla="*/ 61254 w 171911"/>
                <a:gd name="connsiteY195" fmla="*/ 89466 h 178772"/>
                <a:gd name="connsiteX196" fmla="*/ 60443 w 171911"/>
                <a:gd name="connsiteY196" fmla="*/ 90278 h 178772"/>
                <a:gd name="connsiteX197" fmla="*/ 58820 w 171911"/>
                <a:gd name="connsiteY197" fmla="*/ 92714 h 178772"/>
                <a:gd name="connsiteX198" fmla="*/ 39349 w 171911"/>
                <a:gd name="connsiteY198" fmla="*/ 121129 h 178772"/>
                <a:gd name="connsiteX199" fmla="*/ 27179 w 171911"/>
                <a:gd name="connsiteY199" fmla="*/ 143050 h 178772"/>
                <a:gd name="connsiteX200" fmla="*/ 23934 w 171911"/>
                <a:gd name="connsiteY200" fmla="*/ 149545 h 178772"/>
                <a:gd name="connsiteX201" fmla="*/ 20688 w 171911"/>
                <a:gd name="connsiteY201" fmla="*/ 158476 h 178772"/>
                <a:gd name="connsiteX202" fmla="*/ 19066 w 171911"/>
                <a:gd name="connsiteY202" fmla="*/ 160911 h 178772"/>
                <a:gd name="connsiteX203" fmla="*/ 17443 w 171911"/>
                <a:gd name="connsiteY203" fmla="*/ 164971 h 178772"/>
                <a:gd name="connsiteX204" fmla="*/ 16632 w 171911"/>
                <a:gd name="connsiteY204" fmla="*/ 167407 h 178772"/>
                <a:gd name="connsiteX205" fmla="*/ 15821 w 171911"/>
                <a:gd name="connsiteY205" fmla="*/ 169030 h 178772"/>
                <a:gd name="connsiteX206" fmla="*/ 15009 w 171911"/>
                <a:gd name="connsiteY206" fmla="*/ 170654 h 178772"/>
                <a:gd name="connsiteX207" fmla="*/ 14198 w 171911"/>
                <a:gd name="connsiteY207" fmla="*/ 171466 h 178772"/>
                <a:gd name="connsiteX208" fmla="*/ 10141 w 171911"/>
                <a:gd name="connsiteY208" fmla="*/ 173090 h 178772"/>
                <a:gd name="connsiteX209" fmla="*/ 9330 w 171911"/>
                <a:gd name="connsiteY209" fmla="*/ 173090 h 178772"/>
                <a:gd name="connsiteX210" fmla="*/ 2840 w 171911"/>
                <a:gd name="connsiteY210" fmla="*/ 165783 h 178772"/>
                <a:gd name="connsiteX211" fmla="*/ 2028 w 171911"/>
                <a:gd name="connsiteY211" fmla="*/ 143862 h 178772"/>
                <a:gd name="connsiteX212" fmla="*/ 6896 w 171911"/>
                <a:gd name="connsiteY212" fmla="*/ 136555 h 178772"/>
                <a:gd name="connsiteX213" fmla="*/ 6896 w 171911"/>
                <a:gd name="connsiteY213" fmla="*/ 136555 h 178772"/>
                <a:gd name="connsiteX214" fmla="*/ 7707 w 171911"/>
                <a:gd name="connsiteY214" fmla="*/ 135743 h 178772"/>
                <a:gd name="connsiteX215" fmla="*/ 6896 w 171911"/>
                <a:gd name="connsiteY215" fmla="*/ 136555 h 178772"/>
                <a:gd name="connsiteX216" fmla="*/ 7707 w 171911"/>
                <a:gd name="connsiteY216" fmla="*/ 144674 h 178772"/>
                <a:gd name="connsiteX217" fmla="*/ 8519 w 171911"/>
                <a:gd name="connsiteY217" fmla="*/ 143862 h 178772"/>
                <a:gd name="connsiteX218" fmla="*/ 8519 w 171911"/>
                <a:gd name="connsiteY218" fmla="*/ 143050 h 178772"/>
                <a:gd name="connsiteX219" fmla="*/ 9330 w 171911"/>
                <a:gd name="connsiteY219" fmla="*/ 142238 h 178772"/>
                <a:gd name="connsiteX220" fmla="*/ 9330 w 171911"/>
                <a:gd name="connsiteY220" fmla="*/ 141426 h 178772"/>
                <a:gd name="connsiteX221" fmla="*/ 9330 w 171911"/>
                <a:gd name="connsiteY221" fmla="*/ 140614 h 178772"/>
                <a:gd name="connsiteX222" fmla="*/ 7707 w 171911"/>
                <a:gd name="connsiteY222" fmla="*/ 141426 h 178772"/>
                <a:gd name="connsiteX223" fmla="*/ 7707 w 171911"/>
                <a:gd name="connsiteY223" fmla="*/ 144674 h 178772"/>
                <a:gd name="connsiteX224" fmla="*/ 9330 w 171911"/>
                <a:gd name="connsiteY224" fmla="*/ 131684 h 178772"/>
                <a:gd name="connsiteX225" fmla="*/ 10141 w 171911"/>
                <a:gd name="connsiteY225" fmla="*/ 130872 h 178772"/>
                <a:gd name="connsiteX226" fmla="*/ 9330 w 171911"/>
                <a:gd name="connsiteY226" fmla="*/ 130872 h 178772"/>
                <a:gd name="connsiteX227" fmla="*/ 9330 w 171911"/>
                <a:gd name="connsiteY227" fmla="*/ 131684 h 178772"/>
                <a:gd name="connsiteX228" fmla="*/ 10953 w 171911"/>
                <a:gd name="connsiteY228" fmla="*/ 138179 h 178772"/>
                <a:gd name="connsiteX229" fmla="*/ 12575 w 171911"/>
                <a:gd name="connsiteY229" fmla="*/ 134120 h 178772"/>
                <a:gd name="connsiteX230" fmla="*/ 13387 w 171911"/>
                <a:gd name="connsiteY230" fmla="*/ 130872 h 178772"/>
                <a:gd name="connsiteX231" fmla="*/ 10953 w 171911"/>
                <a:gd name="connsiteY231" fmla="*/ 138179 h 178772"/>
                <a:gd name="connsiteX232" fmla="*/ 10953 w 171911"/>
                <a:gd name="connsiteY232" fmla="*/ 138179 h 178772"/>
                <a:gd name="connsiteX233" fmla="*/ 13387 w 171911"/>
                <a:gd name="connsiteY233" fmla="*/ 124377 h 178772"/>
                <a:gd name="connsiteX234" fmla="*/ 15009 w 171911"/>
                <a:gd name="connsiteY234" fmla="*/ 121941 h 178772"/>
                <a:gd name="connsiteX235" fmla="*/ 13387 w 171911"/>
                <a:gd name="connsiteY235" fmla="*/ 122753 h 178772"/>
                <a:gd name="connsiteX236" fmla="*/ 13387 w 171911"/>
                <a:gd name="connsiteY236" fmla="*/ 124377 h 178772"/>
                <a:gd name="connsiteX237" fmla="*/ 15009 w 171911"/>
                <a:gd name="connsiteY237" fmla="*/ 138179 h 178772"/>
                <a:gd name="connsiteX238" fmla="*/ 15821 w 171911"/>
                <a:gd name="connsiteY238" fmla="*/ 137367 h 178772"/>
                <a:gd name="connsiteX239" fmla="*/ 15009 w 171911"/>
                <a:gd name="connsiteY239" fmla="*/ 138179 h 178772"/>
                <a:gd name="connsiteX240" fmla="*/ 15009 w 171911"/>
                <a:gd name="connsiteY240" fmla="*/ 138179 h 178772"/>
                <a:gd name="connsiteX241" fmla="*/ 15009 w 171911"/>
                <a:gd name="connsiteY241" fmla="*/ 130060 h 178772"/>
                <a:gd name="connsiteX242" fmla="*/ 15009 w 171911"/>
                <a:gd name="connsiteY242" fmla="*/ 130060 h 178772"/>
                <a:gd name="connsiteX243" fmla="*/ 15821 w 171911"/>
                <a:gd name="connsiteY243" fmla="*/ 128436 h 178772"/>
                <a:gd name="connsiteX244" fmla="*/ 16632 w 171911"/>
                <a:gd name="connsiteY244" fmla="*/ 126813 h 178772"/>
                <a:gd name="connsiteX245" fmla="*/ 18255 w 171911"/>
                <a:gd name="connsiteY245" fmla="*/ 123565 h 178772"/>
                <a:gd name="connsiteX246" fmla="*/ 19877 w 171911"/>
                <a:gd name="connsiteY246" fmla="*/ 120317 h 178772"/>
                <a:gd name="connsiteX247" fmla="*/ 22311 w 171911"/>
                <a:gd name="connsiteY247" fmla="*/ 118694 h 178772"/>
                <a:gd name="connsiteX248" fmla="*/ 23123 w 171911"/>
                <a:gd name="connsiteY248" fmla="*/ 117882 h 178772"/>
                <a:gd name="connsiteX249" fmla="*/ 22311 w 171911"/>
                <a:gd name="connsiteY249" fmla="*/ 117070 h 178772"/>
                <a:gd name="connsiteX250" fmla="*/ 15009 w 171911"/>
                <a:gd name="connsiteY250" fmla="*/ 130060 h 178772"/>
                <a:gd name="connsiteX251" fmla="*/ 15009 w 171911"/>
                <a:gd name="connsiteY251" fmla="*/ 130060 h 178772"/>
                <a:gd name="connsiteX252" fmla="*/ 16632 w 171911"/>
                <a:gd name="connsiteY252" fmla="*/ 118694 h 178772"/>
                <a:gd name="connsiteX253" fmla="*/ 17443 w 171911"/>
                <a:gd name="connsiteY253" fmla="*/ 117070 h 178772"/>
                <a:gd name="connsiteX254" fmla="*/ 15821 w 171911"/>
                <a:gd name="connsiteY254" fmla="*/ 119506 h 178772"/>
                <a:gd name="connsiteX255" fmla="*/ 16632 w 171911"/>
                <a:gd name="connsiteY255" fmla="*/ 118694 h 178772"/>
                <a:gd name="connsiteX256" fmla="*/ 15821 w 171911"/>
                <a:gd name="connsiteY256" fmla="*/ 136555 h 178772"/>
                <a:gd name="connsiteX257" fmla="*/ 15821 w 171911"/>
                <a:gd name="connsiteY257" fmla="*/ 135743 h 178772"/>
                <a:gd name="connsiteX258" fmla="*/ 15821 w 171911"/>
                <a:gd name="connsiteY258" fmla="*/ 136555 h 178772"/>
                <a:gd name="connsiteX259" fmla="*/ 15821 w 171911"/>
                <a:gd name="connsiteY259" fmla="*/ 136555 h 178772"/>
                <a:gd name="connsiteX260" fmla="*/ 18255 w 171911"/>
                <a:gd name="connsiteY260" fmla="*/ 132496 h 178772"/>
                <a:gd name="connsiteX261" fmla="*/ 19066 w 171911"/>
                <a:gd name="connsiteY261" fmla="*/ 131684 h 178772"/>
                <a:gd name="connsiteX262" fmla="*/ 17443 w 171911"/>
                <a:gd name="connsiteY262" fmla="*/ 132496 h 178772"/>
                <a:gd name="connsiteX263" fmla="*/ 18255 w 171911"/>
                <a:gd name="connsiteY263" fmla="*/ 132496 h 178772"/>
                <a:gd name="connsiteX264" fmla="*/ 18255 w 171911"/>
                <a:gd name="connsiteY264" fmla="*/ 114634 h 178772"/>
                <a:gd name="connsiteX265" fmla="*/ 18255 w 171911"/>
                <a:gd name="connsiteY265" fmla="*/ 113822 h 178772"/>
                <a:gd name="connsiteX266" fmla="*/ 18255 w 171911"/>
                <a:gd name="connsiteY266" fmla="*/ 114634 h 178772"/>
                <a:gd name="connsiteX267" fmla="*/ 18255 w 171911"/>
                <a:gd name="connsiteY267" fmla="*/ 114634 h 178772"/>
                <a:gd name="connsiteX268" fmla="*/ 20688 w 171911"/>
                <a:gd name="connsiteY268" fmla="*/ 117070 h 178772"/>
                <a:gd name="connsiteX269" fmla="*/ 22311 w 171911"/>
                <a:gd name="connsiteY269" fmla="*/ 117070 h 178772"/>
                <a:gd name="connsiteX270" fmla="*/ 23123 w 171911"/>
                <a:gd name="connsiteY270" fmla="*/ 117070 h 178772"/>
                <a:gd name="connsiteX271" fmla="*/ 23123 w 171911"/>
                <a:gd name="connsiteY271" fmla="*/ 116258 h 178772"/>
                <a:gd name="connsiteX272" fmla="*/ 23934 w 171911"/>
                <a:gd name="connsiteY272" fmla="*/ 115446 h 178772"/>
                <a:gd name="connsiteX273" fmla="*/ 24745 w 171911"/>
                <a:gd name="connsiteY273" fmla="*/ 115446 h 178772"/>
                <a:gd name="connsiteX274" fmla="*/ 24745 w 171911"/>
                <a:gd name="connsiteY274" fmla="*/ 113822 h 178772"/>
                <a:gd name="connsiteX275" fmla="*/ 23123 w 171911"/>
                <a:gd name="connsiteY275" fmla="*/ 114634 h 178772"/>
                <a:gd name="connsiteX276" fmla="*/ 20688 w 171911"/>
                <a:gd name="connsiteY276" fmla="*/ 117070 h 178772"/>
                <a:gd name="connsiteX277" fmla="*/ 23123 w 171911"/>
                <a:gd name="connsiteY277" fmla="*/ 121941 h 178772"/>
                <a:gd name="connsiteX278" fmla="*/ 24745 w 171911"/>
                <a:gd name="connsiteY278" fmla="*/ 120317 h 178772"/>
                <a:gd name="connsiteX279" fmla="*/ 26368 w 171911"/>
                <a:gd name="connsiteY279" fmla="*/ 117882 h 178772"/>
                <a:gd name="connsiteX280" fmla="*/ 23934 w 171911"/>
                <a:gd name="connsiteY280" fmla="*/ 120317 h 178772"/>
                <a:gd name="connsiteX281" fmla="*/ 23123 w 171911"/>
                <a:gd name="connsiteY281" fmla="*/ 121129 h 178772"/>
                <a:gd name="connsiteX282" fmla="*/ 23123 w 171911"/>
                <a:gd name="connsiteY282" fmla="*/ 121941 h 178772"/>
                <a:gd name="connsiteX283" fmla="*/ 26368 w 171911"/>
                <a:gd name="connsiteY283" fmla="*/ 108951 h 178772"/>
                <a:gd name="connsiteX284" fmla="*/ 27179 w 171911"/>
                <a:gd name="connsiteY284" fmla="*/ 107327 h 178772"/>
                <a:gd name="connsiteX285" fmla="*/ 27990 w 171911"/>
                <a:gd name="connsiteY285" fmla="*/ 105704 h 178772"/>
                <a:gd name="connsiteX286" fmla="*/ 27990 w 171911"/>
                <a:gd name="connsiteY286" fmla="*/ 107327 h 178772"/>
                <a:gd name="connsiteX287" fmla="*/ 27990 w 171911"/>
                <a:gd name="connsiteY287" fmla="*/ 108139 h 178772"/>
                <a:gd name="connsiteX288" fmla="*/ 28802 w 171911"/>
                <a:gd name="connsiteY288" fmla="*/ 105704 h 178772"/>
                <a:gd name="connsiteX289" fmla="*/ 29613 w 171911"/>
                <a:gd name="connsiteY289" fmla="*/ 102456 h 178772"/>
                <a:gd name="connsiteX290" fmla="*/ 27990 w 171911"/>
                <a:gd name="connsiteY290" fmla="*/ 103268 h 178772"/>
                <a:gd name="connsiteX291" fmla="*/ 26368 w 171911"/>
                <a:gd name="connsiteY291" fmla="*/ 106516 h 178772"/>
                <a:gd name="connsiteX292" fmla="*/ 26368 w 171911"/>
                <a:gd name="connsiteY292" fmla="*/ 108951 h 178772"/>
                <a:gd name="connsiteX293" fmla="*/ 27179 w 171911"/>
                <a:gd name="connsiteY293" fmla="*/ 114634 h 178772"/>
                <a:gd name="connsiteX294" fmla="*/ 27179 w 171911"/>
                <a:gd name="connsiteY294" fmla="*/ 114634 h 178772"/>
                <a:gd name="connsiteX295" fmla="*/ 28802 w 171911"/>
                <a:gd name="connsiteY295" fmla="*/ 113011 h 178772"/>
                <a:gd name="connsiteX296" fmla="*/ 27990 w 171911"/>
                <a:gd name="connsiteY296" fmla="*/ 113011 h 178772"/>
                <a:gd name="connsiteX297" fmla="*/ 27179 w 171911"/>
                <a:gd name="connsiteY297" fmla="*/ 114634 h 178772"/>
                <a:gd name="connsiteX298" fmla="*/ 28802 w 171911"/>
                <a:gd name="connsiteY298" fmla="*/ 98397 h 178772"/>
                <a:gd name="connsiteX299" fmla="*/ 28802 w 171911"/>
                <a:gd name="connsiteY299" fmla="*/ 98397 h 178772"/>
                <a:gd name="connsiteX300" fmla="*/ 28802 w 171911"/>
                <a:gd name="connsiteY300" fmla="*/ 96773 h 178772"/>
                <a:gd name="connsiteX301" fmla="*/ 28802 w 171911"/>
                <a:gd name="connsiteY301" fmla="*/ 98397 h 178772"/>
                <a:gd name="connsiteX302" fmla="*/ 28802 w 171911"/>
                <a:gd name="connsiteY302" fmla="*/ 98397 h 178772"/>
                <a:gd name="connsiteX303" fmla="*/ 29613 w 171911"/>
                <a:gd name="connsiteY303" fmla="*/ 100832 h 178772"/>
                <a:gd name="connsiteX304" fmla="*/ 30424 w 171911"/>
                <a:gd name="connsiteY304" fmla="*/ 100020 h 178772"/>
                <a:gd name="connsiteX305" fmla="*/ 31236 w 171911"/>
                <a:gd name="connsiteY305" fmla="*/ 100020 h 178772"/>
                <a:gd name="connsiteX306" fmla="*/ 32047 w 171911"/>
                <a:gd name="connsiteY306" fmla="*/ 100020 h 178772"/>
                <a:gd name="connsiteX307" fmla="*/ 32858 w 171911"/>
                <a:gd name="connsiteY307" fmla="*/ 100832 h 178772"/>
                <a:gd name="connsiteX308" fmla="*/ 33670 w 171911"/>
                <a:gd name="connsiteY308" fmla="*/ 100832 h 178772"/>
                <a:gd name="connsiteX309" fmla="*/ 33670 w 171911"/>
                <a:gd name="connsiteY309" fmla="*/ 100020 h 178772"/>
                <a:gd name="connsiteX310" fmla="*/ 33670 w 171911"/>
                <a:gd name="connsiteY310" fmla="*/ 98397 h 178772"/>
                <a:gd name="connsiteX311" fmla="*/ 36103 w 171911"/>
                <a:gd name="connsiteY311" fmla="*/ 95961 h 178772"/>
                <a:gd name="connsiteX312" fmla="*/ 36915 w 171911"/>
                <a:gd name="connsiteY312" fmla="*/ 93525 h 178772"/>
                <a:gd name="connsiteX313" fmla="*/ 37726 w 171911"/>
                <a:gd name="connsiteY313" fmla="*/ 91090 h 178772"/>
                <a:gd name="connsiteX314" fmla="*/ 36915 w 171911"/>
                <a:gd name="connsiteY314" fmla="*/ 91090 h 178772"/>
                <a:gd name="connsiteX315" fmla="*/ 34481 w 171911"/>
                <a:gd name="connsiteY315" fmla="*/ 93525 h 178772"/>
                <a:gd name="connsiteX316" fmla="*/ 34481 w 171911"/>
                <a:gd name="connsiteY316" fmla="*/ 94337 h 178772"/>
                <a:gd name="connsiteX317" fmla="*/ 35292 w 171911"/>
                <a:gd name="connsiteY317" fmla="*/ 95149 h 178772"/>
                <a:gd name="connsiteX318" fmla="*/ 34481 w 171911"/>
                <a:gd name="connsiteY318" fmla="*/ 96773 h 178772"/>
                <a:gd name="connsiteX319" fmla="*/ 33670 w 171911"/>
                <a:gd name="connsiteY319" fmla="*/ 96773 h 178772"/>
                <a:gd name="connsiteX320" fmla="*/ 32858 w 171911"/>
                <a:gd name="connsiteY320" fmla="*/ 96773 h 178772"/>
                <a:gd name="connsiteX321" fmla="*/ 29613 w 171911"/>
                <a:gd name="connsiteY321" fmla="*/ 100832 h 178772"/>
                <a:gd name="connsiteX322" fmla="*/ 32047 w 171911"/>
                <a:gd name="connsiteY322" fmla="*/ 108139 h 178772"/>
                <a:gd name="connsiteX323" fmla="*/ 32858 w 171911"/>
                <a:gd name="connsiteY323" fmla="*/ 107327 h 178772"/>
                <a:gd name="connsiteX324" fmla="*/ 32047 w 171911"/>
                <a:gd name="connsiteY324" fmla="*/ 106516 h 178772"/>
                <a:gd name="connsiteX325" fmla="*/ 32047 w 171911"/>
                <a:gd name="connsiteY325" fmla="*/ 108139 h 178772"/>
                <a:gd name="connsiteX326" fmla="*/ 32047 w 171911"/>
                <a:gd name="connsiteY326" fmla="*/ 108139 h 178772"/>
                <a:gd name="connsiteX327" fmla="*/ 34481 w 171911"/>
                <a:gd name="connsiteY327" fmla="*/ 104892 h 178772"/>
                <a:gd name="connsiteX328" fmla="*/ 34481 w 171911"/>
                <a:gd name="connsiteY328" fmla="*/ 104892 h 178772"/>
                <a:gd name="connsiteX329" fmla="*/ 34481 w 171911"/>
                <a:gd name="connsiteY329" fmla="*/ 104892 h 178772"/>
                <a:gd name="connsiteX330" fmla="*/ 34481 w 171911"/>
                <a:gd name="connsiteY330" fmla="*/ 104892 h 178772"/>
                <a:gd name="connsiteX331" fmla="*/ 35292 w 171911"/>
                <a:gd name="connsiteY331" fmla="*/ 101644 h 178772"/>
                <a:gd name="connsiteX332" fmla="*/ 35292 w 171911"/>
                <a:gd name="connsiteY332" fmla="*/ 101644 h 178772"/>
                <a:gd name="connsiteX333" fmla="*/ 36103 w 171911"/>
                <a:gd name="connsiteY333" fmla="*/ 100020 h 178772"/>
                <a:gd name="connsiteX334" fmla="*/ 35292 w 171911"/>
                <a:gd name="connsiteY334" fmla="*/ 100020 h 178772"/>
                <a:gd name="connsiteX335" fmla="*/ 35292 w 171911"/>
                <a:gd name="connsiteY335" fmla="*/ 101644 h 178772"/>
                <a:gd name="connsiteX336" fmla="*/ 36103 w 171911"/>
                <a:gd name="connsiteY336" fmla="*/ 105704 h 178772"/>
                <a:gd name="connsiteX337" fmla="*/ 36103 w 171911"/>
                <a:gd name="connsiteY337" fmla="*/ 105704 h 178772"/>
                <a:gd name="connsiteX338" fmla="*/ 36103 w 171911"/>
                <a:gd name="connsiteY338" fmla="*/ 104892 h 178772"/>
                <a:gd name="connsiteX339" fmla="*/ 36103 w 171911"/>
                <a:gd name="connsiteY339" fmla="*/ 105704 h 178772"/>
                <a:gd name="connsiteX340" fmla="*/ 36103 w 171911"/>
                <a:gd name="connsiteY340" fmla="*/ 105704 h 178772"/>
                <a:gd name="connsiteX341" fmla="*/ 36915 w 171911"/>
                <a:gd name="connsiteY341" fmla="*/ 99209 h 178772"/>
                <a:gd name="connsiteX342" fmla="*/ 41783 w 171911"/>
                <a:gd name="connsiteY342" fmla="*/ 92714 h 178772"/>
                <a:gd name="connsiteX343" fmla="*/ 42594 w 171911"/>
                <a:gd name="connsiteY343" fmla="*/ 91090 h 178772"/>
                <a:gd name="connsiteX344" fmla="*/ 43405 w 171911"/>
                <a:gd name="connsiteY344" fmla="*/ 90278 h 178772"/>
                <a:gd name="connsiteX345" fmla="*/ 45028 w 171911"/>
                <a:gd name="connsiteY345" fmla="*/ 87030 h 178772"/>
                <a:gd name="connsiteX346" fmla="*/ 45839 w 171911"/>
                <a:gd name="connsiteY346" fmla="*/ 86218 h 178772"/>
                <a:gd name="connsiteX347" fmla="*/ 45839 w 171911"/>
                <a:gd name="connsiteY347" fmla="*/ 85407 h 178772"/>
                <a:gd name="connsiteX348" fmla="*/ 47462 w 171911"/>
                <a:gd name="connsiteY348" fmla="*/ 82159 h 178772"/>
                <a:gd name="connsiteX349" fmla="*/ 49085 w 171911"/>
                <a:gd name="connsiteY349" fmla="*/ 78912 h 178772"/>
                <a:gd name="connsiteX350" fmla="*/ 52330 w 171911"/>
                <a:gd name="connsiteY350" fmla="*/ 73228 h 178772"/>
                <a:gd name="connsiteX351" fmla="*/ 56386 w 171911"/>
                <a:gd name="connsiteY351" fmla="*/ 65921 h 178772"/>
                <a:gd name="connsiteX352" fmla="*/ 54764 w 171911"/>
                <a:gd name="connsiteY352" fmla="*/ 68357 h 178772"/>
                <a:gd name="connsiteX353" fmla="*/ 47462 w 171911"/>
                <a:gd name="connsiteY353" fmla="*/ 78912 h 178772"/>
                <a:gd name="connsiteX354" fmla="*/ 45839 w 171911"/>
                <a:gd name="connsiteY354" fmla="*/ 81347 h 178772"/>
                <a:gd name="connsiteX355" fmla="*/ 42594 w 171911"/>
                <a:gd name="connsiteY355" fmla="*/ 86218 h 178772"/>
                <a:gd name="connsiteX356" fmla="*/ 40971 w 171911"/>
                <a:gd name="connsiteY356" fmla="*/ 88654 h 178772"/>
                <a:gd name="connsiteX357" fmla="*/ 38538 w 171911"/>
                <a:gd name="connsiteY357" fmla="*/ 92714 h 178772"/>
                <a:gd name="connsiteX358" fmla="*/ 36103 w 171911"/>
                <a:gd name="connsiteY358" fmla="*/ 96773 h 178772"/>
                <a:gd name="connsiteX359" fmla="*/ 35292 w 171911"/>
                <a:gd name="connsiteY359" fmla="*/ 98397 h 178772"/>
                <a:gd name="connsiteX360" fmla="*/ 36915 w 171911"/>
                <a:gd name="connsiteY360" fmla="*/ 99209 h 178772"/>
                <a:gd name="connsiteX361" fmla="*/ 37726 w 171911"/>
                <a:gd name="connsiteY361" fmla="*/ 88654 h 178772"/>
                <a:gd name="connsiteX362" fmla="*/ 39349 w 171911"/>
                <a:gd name="connsiteY362" fmla="*/ 87842 h 178772"/>
                <a:gd name="connsiteX363" fmla="*/ 40160 w 171911"/>
                <a:gd name="connsiteY363" fmla="*/ 87030 h 178772"/>
                <a:gd name="connsiteX364" fmla="*/ 40160 w 171911"/>
                <a:gd name="connsiteY364" fmla="*/ 84595 h 178772"/>
                <a:gd name="connsiteX365" fmla="*/ 38538 w 171911"/>
                <a:gd name="connsiteY365" fmla="*/ 87030 h 178772"/>
                <a:gd name="connsiteX366" fmla="*/ 37726 w 171911"/>
                <a:gd name="connsiteY366" fmla="*/ 88654 h 178772"/>
                <a:gd name="connsiteX367" fmla="*/ 41783 w 171911"/>
                <a:gd name="connsiteY367" fmla="*/ 85407 h 178772"/>
                <a:gd name="connsiteX368" fmla="*/ 42594 w 171911"/>
                <a:gd name="connsiteY368" fmla="*/ 84595 h 178772"/>
                <a:gd name="connsiteX369" fmla="*/ 43405 w 171911"/>
                <a:gd name="connsiteY369" fmla="*/ 83783 h 178772"/>
                <a:gd name="connsiteX370" fmla="*/ 43405 w 171911"/>
                <a:gd name="connsiteY370" fmla="*/ 81347 h 178772"/>
                <a:gd name="connsiteX371" fmla="*/ 41783 w 171911"/>
                <a:gd name="connsiteY371" fmla="*/ 82159 h 178772"/>
                <a:gd name="connsiteX372" fmla="*/ 40971 w 171911"/>
                <a:gd name="connsiteY372" fmla="*/ 82971 h 178772"/>
                <a:gd name="connsiteX373" fmla="*/ 41783 w 171911"/>
                <a:gd name="connsiteY373" fmla="*/ 80535 h 178772"/>
                <a:gd name="connsiteX374" fmla="*/ 42594 w 171911"/>
                <a:gd name="connsiteY374" fmla="*/ 78912 h 178772"/>
                <a:gd name="connsiteX375" fmla="*/ 40971 w 171911"/>
                <a:gd name="connsiteY375" fmla="*/ 80535 h 178772"/>
                <a:gd name="connsiteX376" fmla="*/ 40160 w 171911"/>
                <a:gd name="connsiteY376" fmla="*/ 83783 h 178772"/>
                <a:gd name="connsiteX377" fmla="*/ 40160 w 171911"/>
                <a:gd name="connsiteY377" fmla="*/ 85407 h 178772"/>
                <a:gd name="connsiteX378" fmla="*/ 41783 w 171911"/>
                <a:gd name="connsiteY378" fmla="*/ 85407 h 178772"/>
                <a:gd name="connsiteX379" fmla="*/ 42594 w 171911"/>
                <a:gd name="connsiteY379" fmla="*/ 95149 h 178772"/>
                <a:gd name="connsiteX380" fmla="*/ 42594 w 171911"/>
                <a:gd name="connsiteY380" fmla="*/ 95149 h 178772"/>
                <a:gd name="connsiteX381" fmla="*/ 43405 w 171911"/>
                <a:gd name="connsiteY381" fmla="*/ 95149 h 178772"/>
                <a:gd name="connsiteX382" fmla="*/ 42594 w 171911"/>
                <a:gd name="connsiteY382" fmla="*/ 95149 h 178772"/>
                <a:gd name="connsiteX383" fmla="*/ 42594 w 171911"/>
                <a:gd name="connsiteY383" fmla="*/ 95149 h 178772"/>
                <a:gd name="connsiteX384" fmla="*/ 45028 w 171911"/>
                <a:gd name="connsiteY384" fmla="*/ 78100 h 178772"/>
                <a:gd name="connsiteX385" fmla="*/ 45028 w 171911"/>
                <a:gd name="connsiteY385" fmla="*/ 78100 h 178772"/>
                <a:gd name="connsiteX386" fmla="*/ 46651 w 171911"/>
                <a:gd name="connsiteY386" fmla="*/ 77288 h 178772"/>
                <a:gd name="connsiteX387" fmla="*/ 47462 w 171911"/>
                <a:gd name="connsiteY387" fmla="*/ 74040 h 178772"/>
                <a:gd name="connsiteX388" fmla="*/ 47462 w 171911"/>
                <a:gd name="connsiteY388" fmla="*/ 72417 h 178772"/>
                <a:gd name="connsiteX389" fmla="*/ 47462 w 171911"/>
                <a:gd name="connsiteY389" fmla="*/ 71605 h 178772"/>
                <a:gd name="connsiteX390" fmla="*/ 46651 w 171911"/>
                <a:gd name="connsiteY390" fmla="*/ 72417 h 178772"/>
                <a:gd name="connsiteX391" fmla="*/ 46651 w 171911"/>
                <a:gd name="connsiteY391" fmla="*/ 73228 h 178772"/>
                <a:gd name="connsiteX392" fmla="*/ 45028 w 171911"/>
                <a:gd name="connsiteY392" fmla="*/ 78100 h 178772"/>
                <a:gd name="connsiteX393" fmla="*/ 49085 w 171911"/>
                <a:gd name="connsiteY393" fmla="*/ 70793 h 178772"/>
                <a:gd name="connsiteX394" fmla="*/ 50707 w 171911"/>
                <a:gd name="connsiteY394" fmla="*/ 69169 h 178772"/>
                <a:gd name="connsiteX395" fmla="*/ 52330 w 171911"/>
                <a:gd name="connsiteY395" fmla="*/ 67545 h 178772"/>
                <a:gd name="connsiteX396" fmla="*/ 53952 w 171911"/>
                <a:gd name="connsiteY396" fmla="*/ 65921 h 178772"/>
                <a:gd name="connsiteX397" fmla="*/ 53952 w 171911"/>
                <a:gd name="connsiteY397" fmla="*/ 65110 h 178772"/>
                <a:gd name="connsiteX398" fmla="*/ 53141 w 171911"/>
                <a:gd name="connsiteY398" fmla="*/ 65110 h 178772"/>
                <a:gd name="connsiteX399" fmla="*/ 52330 w 171911"/>
                <a:gd name="connsiteY399" fmla="*/ 65110 h 178772"/>
                <a:gd name="connsiteX400" fmla="*/ 51519 w 171911"/>
                <a:gd name="connsiteY400" fmla="*/ 66733 h 178772"/>
                <a:gd name="connsiteX401" fmla="*/ 50707 w 171911"/>
                <a:gd name="connsiteY401" fmla="*/ 68357 h 178772"/>
                <a:gd name="connsiteX402" fmla="*/ 49085 w 171911"/>
                <a:gd name="connsiteY402" fmla="*/ 70793 h 178772"/>
                <a:gd name="connsiteX403" fmla="*/ 49085 w 171911"/>
                <a:gd name="connsiteY403" fmla="*/ 72417 h 178772"/>
                <a:gd name="connsiteX404" fmla="*/ 49085 w 171911"/>
                <a:gd name="connsiteY404" fmla="*/ 72417 h 178772"/>
                <a:gd name="connsiteX405" fmla="*/ 49085 w 171911"/>
                <a:gd name="connsiteY405" fmla="*/ 71605 h 178772"/>
                <a:gd name="connsiteX406" fmla="*/ 49085 w 171911"/>
                <a:gd name="connsiteY406" fmla="*/ 72417 h 178772"/>
                <a:gd name="connsiteX407" fmla="*/ 49085 w 171911"/>
                <a:gd name="connsiteY407" fmla="*/ 72417 h 178772"/>
                <a:gd name="connsiteX408" fmla="*/ 50707 w 171911"/>
                <a:gd name="connsiteY408" fmla="*/ 69981 h 178772"/>
                <a:gd name="connsiteX409" fmla="*/ 51519 w 171911"/>
                <a:gd name="connsiteY409" fmla="*/ 68357 h 178772"/>
                <a:gd name="connsiteX410" fmla="*/ 50707 w 171911"/>
                <a:gd name="connsiteY410" fmla="*/ 69981 h 178772"/>
                <a:gd name="connsiteX411" fmla="*/ 50707 w 171911"/>
                <a:gd name="connsiteY411" fmla="*/ 69981 h 178772"/>
                <a:gd name="connsiteX412" fmla="*/ 52330 w 171911"/>
                <a:gd name="connsiteY412" fmla="*/ 167407 h 178772"/>
                <a:gd name="connsiteX413" fmla="*/ 103443 w 171911"/>
                <a:gd name="connsiteY413" fmla="*/ 137367 h 178772"/>
                <a:gd name="connsiteX414" fmla="*/ 107499 w 171911"/>
                <a:gd name="connsiteY414" fmla="*/ 134931 h 178772"/>
                <a:gd name="connsiteX415" fmla="*/ 110745 w 171911"/>
                <a:gd name="connsiteY415" fmla="*/ 131684 h 178772"/>
                <a:gd name="connsiteX416" fmla="*/ 112367 w 171911"/>
                <a:gd name="connsiteY416" fmla="*/ 128436 h 178772"/>
                <a:gd name="connsiteX417" fmla="*/ 110745 w 171911"/>
                <a:gd name="connsiteY417" fmla="*/ 128436 h 178772"/>
                <a:gd name="connsiteX418" fmla="*/ 109933 w 171911"/>
                <a:gd name="connsiteY418" fmla="*/ 128436 h 178772"/>
                <a:gd name="connsiteX419" fmla="*/ 107499 w 171911"/>
                <a:gd name="connsiteY419" fmla="*/ 129248 h 178772"/>
                <a:gd name="connsiteX420" fmla="*/ 104254 w 171911"/>
                <a:gd name="connsiteY420" fmla="*/ 130872 h 178772"/>
                <a:gd name="connsiteX421" fmla="*/ 99386 w 171911"/>
                <a:gd name="connsiteY421" fmla="*/ 133308 h 178772"/>
                <a:gd name="connsiteX422" fmla="*/ 95330 w 171911"/>
                <a:gd name="connsiteY422" fmla="*/ 134931 h 178772"/>
                <a:gd name="connsiteX423" fmla="*/ 94518 w 171911"/>
                <a:gd name="connsiteY423" fmla="*/ 135743 h 178772"/>
                <a:gd name="connsiteX424" fmla="*/ 92895 w 171911"/>
                <a:gd name="connsiteY424" fmla="*/ 135743 h 178772"/>
                <a:gd name="connsiteX425" fmla="*/ 92084 w 171911"/>
                <a:gd name="connsiteY425" fmla="*/ 135743 h 178772"/>
                <a:gd name="connsiteX426" fmla="*/ 91273 w 171911"/>
                <a:gd name="connsiteY426" fmla="*/ 136555 h 178772"/>
                <a:gd name="connsiteX427" fmla="*/ 90462 w 171911"/>
                <a:gd name="connsiteY427" fmla="*/ 137367 h 178772"/>
                <a:gd name="connsiteX428" fmla="*/ 89650 w 171911"/>
                <a:gd name="connsiteY428" fmla="*/ 137367 h 178772"/>
                <a:gd name="connsiteX429" fmla="*/ 88028 w 171911"/>
                <a:gd name="connsiteY429" fmla="*/ 138179 h 178772"/>
                <a:gd name="connsiteX430" fmla="*/ 86405 w 171911"/>
                <a:gd name="connsiteY430" fmla="*/ 139803 h 178772"/>
                <a:gd name="connsiteX431" fmla="*/ 84782 w 171911"/>
                <a:gd name="connsiteY431" fmla="*/ 140614 h 178772"/>
                <a:gd name="connsiteX432" fmla="*/ 82348 w 171911"/>
                <a:gd name="connsiteY432" fmla="*/ 141426 h 178772"/>
                <a:gd name="connsiteX433" fmla="*/ 75047 w 171911"/>
                <a:gd name="connsiteY433" fmla="*/ 145486 h 178772"/>
                <a:gd name="connsiteX434" fmla="*/ 72613 w 171911"/>
                <a:gd name="connsiteY434" fmla="*/ 147110 h 178772"/>
                <a:gd name="connsiteX435" fmla="*/ 61254 w 171911"/>
                <a:gd name="connsiteY435" fmla="*/ 155228 h 178772"/>
                <a:gd name="connsiteX436" fmla="*/ 56386 w 171911"/>
                <a:gd name="connsiteY436" fmla="*/ 160100 h 178772"/>
                <a:gd name="connsiteX437" fmla="*/ 53952 w 171911"/>
                <a:gd name="connsiteY437" fmla="*/ 162535 h 178772"/>
                <a:gd name="connsiteX438" fmla="*/ 52330 w 171911"/>
                <a:gd name="connsiteY438" fmla="*/ 164159 h 178772"/>
                <a:gd name="connsiteX439" fmla="*/ 50707 w 171911"/>
                <a:gd name="connsiteY439" fmla="*/ 165783 h 178772"/>
                <a:gd name="connsiteX440" fmla="*/ 49896 w 171911"/>
                <a:gd name="connsiteY440" fmla="*/ 167407 h 178772"/>
                <a:gd name="connsiteX441" fmla="*/ 52330 w 171911"/>
                <a:gd name="connsiteY441" fmla="*/ 167407 h 178772"/>
                <a:gd name="connsiteX442" fmla="*/ 54764 w 171911"/>
                <a:gd name="connsiteY442" fmla="*/ 61862 h 178772"/>
                <a:gd name="connsiteX443" fmla="*/ 54764 w 171911"/>
                <a:gd name="connsiteY443" fmla="*/ 61862 h 178772"/>
                <a:gd name="connsiteX444" fmla="*/ 56386 w 171911"/>
                <a:gd name="connsiteY444" fmla="*/ 61862 h 178772"/>
                <a:gd name="connsiteX445" fmla="*/ 56386 w 171911"/>
                <a:gd name="connsiteY445" fmla="*/ 60238 h 178772"/>
                <a:gd name="connsiteX446" fmla="*/ 54764 w 171911"/>
                <a:gd name="connsiteY446" fmla="*/ 61862 h 178772"/>
                <a:gd name="connsiteX447" fmla="*/ 54764 w 171911"/>
                <a:gd name="connsiteY447" fmla="*/ 61862 h 178772"/>
                <a:gd name="connsiteX448" fmla="*/ 57198 w 171911"/>
                <a:gd name="connsiteY448" fmla="*/ 57803 h 178772"/>
                <a:gd name="connsiteX449" fmla="*/ 57198 w 171911"/>
                <a:gd name="connsiteY449" fmla="*/ 56991 h 178772"/>
                <a:gd name="connsiteX450" fmla="*/ 56386 w 171911"/>
                <a:gd name="connsiteY450" fmla="*/ 57803 h 178772"/>
                <a:gd name="connsiteX451" fmla="*/ 57198 w 171911"/>
                <a:gd name="connsiteY451" fmla="*/ 57803 h 178772"/>
                <a:gd name="connsiteX452" fmla="*/ 60443 w 171911"/>
                <a:gd name="connsiteY452" fmla="*/ 61862 h 178772"/>
                <a:gd name="connsiteX453" fmla="*/ 61254 w 171911"/>
                <a:gd name="connsiteY453" fmla="*/ 60238 h 178772"/>
                <a:gd name="connsiteX454" fmla="*/ 60443 w 171911"/>
                <a:gd name="connsiteY454" fmla="*/ 61862 h 178772"/>
                <a:gd name="connsiteX455" fmla="*/ 58820 w 171911"/>
                <a:gd name="connsiteY455" fmla="*/ 63486 h 178772"/>
                <a:gd name="connsiteX456" fmla="*/ 60443 w 171911"/>
                <a:gd name="connsiteY456" fmla="*/ 61862 h 178772"/>
                <a:gd name="connsiteX457" fmla="*/ 59632 w 171911"/>
                <a:gd name="connsiteY457" fmla="*/ 56179 h 178772"/>
                <a:gd name="connsiteX458" fmla="*/ 61254 w 171911"/>
                <a:gd name="connsiteY458" fmla="*/ 54555 h 178772"/>
                <a:gd name="connsiteX459" fmla="*/ 61254 w 171911"/>
                <a:gd name="connsiteY459" fmla="*/ 52931 h 178772"/>
                <a:gd name="connsiteX460" fmla="*/ 62066 w 171911"/>
                <a:gd name="connsiteY460" fmla="*/ 51308 h 178772"/>
                <a:gd name="connsiteX461" fmla="*/ 62877 w 171911"/>
                <a:gd name="connsiteY461" fmla="*/ 50496 h 178772"/>
                <a:gd name="connsiteX462" fmla="*/ 62066 w 171911"/>
                <a:gd name="connsiteY462" fmla="*/ 49684 h 178772"/>
                <a:gd name="connsiteX463" fmla="*/ 59632 w 171911"/>
                <a:gd name="connsiteY463" fmla="*/ 54555 h 178772"/>
                <a:gd name="connsiteX464" fmla="*/ 59632 w 171911"/>
                <a:gd name="connsiteY464" fmla="*/ 56179 h 178772"/>
                <a:gd name="connsiteX465" fmla="*/ 66934 w 171911"/>
                <a:gd name="connsiteY465" fmla="*/ 145486 h 178772"/>
                <a:gd name="connsiteX466" fmla="*/ 70179 w 171911"/>
                <a:gd name="connsiteY466" fmla="*/ 143862 h 178772"/>
                <a:gd name="connsiteX467" fmla="*/ 71801 w 171911"/>
                <a:gd name="connsiteY467" fmla="*/ 142238 h 178772"/>
                <a:gd name="connsiteX468" fmla="*/ 66934 w 171911"/>
                <a:gd name="connsiteY468" fmla="*/ 145486 h 178772"/>
                <a:gd name="connsiteX469" fmla="*/ 74235 w 171911"/>
                <a:gd name="connsiteY469" fmla="*/ 141426 h 178772"/>
                <a:gd name="connsiteX470" fmla="*/ 75858 w 171911"/>
                <a:gd name="connsiteY470" fmla="*/ 140614 h 178772"/>
                <a:gd name="connsiteX471" fmla="*/ 76669 w 171911"/>
                <a:gd name="connsiteY471" fmla="*/ 139803 h 178772"/>
                <a:gd name="connsiteX472" fmla="*/ 81537 w 171911"/>
                <a:gd name="connsiteY472" fmla="*/ 137367 h 178772"/>
                <a:gd name="connsiteX473" fmla="*/ 108311 w 171911"/>
                <a:gd name="connsiteY473" fmla="*/ 125189 h 178772"/>
                <a:gd name="connsiteX474" fmla="*/ 121292 w 171911"/>
                <a:gd name="connsiteY474" fmla="*/ 119506 h 178772"/>
                <a:gd name="connsiteX475" fmla="*/ 113990 w 171911"/>
                <a:gd name="connsiteY475" fmla="*/ 121941 h 178772"/>
                <a:gd name="connsiteX476" fmla="*/ 109933 w 171911"/>
                <a:gd name="connsiteY476" fmla="*/ 123565 h 178772"/>
                <a:gd name="connsiteX477" fmla="*/ 84782 w 171911"/>
                <a:gd name="connsiteY477" fmla="*/ 134931 h 178772"/>
                <a:gd name="connsiteX478" fmla="*/ 79103 w 171911"/>
                <a:gd name="connsiteY478" fmla="*/ 138179 h 178772"/>
                <a:gd name="connsiteX479" fmla="*/ 74235 w 171911"/>
                <a:gd name="connsiteY479" fmla="*/ 141426 h 178772"/>
                <a:gd name="connsiteX480" fmla="*/ 85594 w 171911"/>
                <a:gd name="connsiteY480" fmla="*/ 97585 h 178772"/>
                <a:gd name="connsiteX481" fmla="*/ 92084 w 171911"/>
                <a:gd name="connsiteY481" fmla="*/ 91902 h 178772"/>
                <a:gd name="connsiteX482" fmla="*/ 96141 w 171911"/>
                <a:gd name="connsiteY482" fmla="*/ 87842 h 178772"/>
                <a:gd name="connsiteX483" fmla="*/ 100198 w 171911"/>
                <a:gd name="connsiteY483" fmla="*/ 83783 h 178772"/>
                <a:gd name="connsiteX484" fmla="*/ 102631 w 171911"/>
                <a:gd name="connsiteY484" fmla="*/ 80535 h 178772"/>
                <a:gd name="connsiteX485" fmla="*/ 97763 w 171911"/>
                <a:gd name="connsiteY485" fmla="*/ 84595 h 178772"/>
                <a:gd name="connsiteX486" fmla="*/ 85594 w 171911"/>
                <a:gd name="connsiteY486" fmla="*/ 97585 h 178772"/>
                <a:gd name="connsiteX487" fmla="*/ 86405 w 171911"/>
                <a:gd name="connsiteY487" fmla="*/ 138991 h 178772"/>
                <a:gd name="connsiteX488" fmla="*/ 86405 w 171911"/>
                <a:gd name="connsiteY488" fmla="*/ 138991 h 178772"/>
                <a:gd name="connsiteX489" fmla="*/ 87216 w 171911"/>
                <a:gd name="connsiteY489" fmla="*/ 138991 h 178772"/>
                <a:gd name="connsiteX490" fmla="*/ 86405 w 171911"/>
                <a:gd name="connsiteY490" fmla="*/ 138991 h 178772"/>
                <a:gd name="connsiteX491" fmla="*/ 86405 w 171911"/>
                <a:gd name="connsiteY491" fmla="*/ 138991 h 178772"/>
                <a:gd name="connsiteX492" fmla="*/ 96952 w 171911"/>
                <a:gd name="connsiteY492" fmla="*/ 131684 h 178772"/>
                <a:gd name="connsiteX493" fmla="*/ 98575 w 171911"/>
                <a:gd name="connsiteY493" fmla="*/ 130872 h 178772"/>
                <a:gd name="connsiteX494" fmla="*/ 98575 w 171911"/>
                <a:gd name="connsiteY494" fmla="*/ 130060 h 178772"/>
                <a:gd name="connsiteX495" fmla="*/ 96952 w 171911"/>
                <a:gd name="connsiteY495" fmla="*/ 131684 h 178772"/>
                <a:gd name="connsiteX496" fmla="*/ 96952 w 171911"/>
                <a:gd name="connsiteY496" fmla="*/ 131684 h 178772"/>
                <a:gd name="connsiteX497" fmla="*/ 98575 w 171911"/>
                <a:gd name="connsiteY497" fmla="*/ 150357 h 178772"/>
                <a:gd name="connsiteX498" fmla="*/ 100198 w 171911"/>
                <a:gd name="connsiteY498" fmla="*/ 149545 h 178772"/>
                <a:gd name="connsiteX499" fmla="*/ 99386 w 171911"/>
                <a:gd name="connsiteY499" fmla="*/ 148733 h 178772"/>
                <a:gd name="connsiteX500" fmla="*/ 99386 w 171911"/>
                <a:gd name="connsiteY500" fmla="*/ 147921 h 178772"/>
                <a:gd name="connsiteX501" fmla="*/ 99386 w 171911"/>
                <a:gd name="connsiteY501" fmla="*/ 147921 h 178772"/>
                <a:gd name="connsiteX502" fmla="*/ 98575 w 171911"/>
                <a:gd name="connsiteY502" fmla="*/ 150357 h 178772"/>
                <a:gd name="connsiteX503" fmla="*/ 98575 w 171911"/>
                <a:gd name="connsiteY503" fmla="*/ 150357 h 178772"/>
                <a:gd name="connsiteX504" fmla="*/ 103443 w 171911"/>
                <a:gd name="connsiteY504" fmla="*/ 147921 h 178772"/>
                <a:gd name="connsiteX505" fmla="*/ 103443 w 171911"/>
                <a:gd name="connsiteY505" fmla="*/ 147110 h 178772"/>
                <a:gd name="connsiteX506" fmla="*/ 103443 w 171911"/>
                <a:gd name="connsiteY506" fmla="*/ 147921 h 178772"/>
                <a:gd name="connsiteX507" fmla="*/ 103443 w 171911"/>
                <a:gd name="connsiteY507" fmla="*/ 147921 h 178772"/>
                <a:gd name="connsiteX508" fmla="*/ 104254 w 171911"/>
                <a:gd name="connsiteY508" fmla="*/ 143862 h 178772"/>
                <a:gd name="connsiteX509" fmla="*/ 105877 w 171911"/>
                <a:gd name="connsiteY509" fmla="*/ 143050 h 178772"/>
                <a:gd name="connsiteX510" fmla="*/ 107499 w 171911"/>
                <a:gd name="connsiteY510" fmla="*/ 141426 h 178772"/>
                <a:gd name="connsiteX511" fmla="*/ 108311 w 171911"/>
                <a:gd name="connsiteY511" fmla="*/ 138991 h 178772"/>
                <a:gd name="connsiteX512" fmla="*/ 104254 w 171911"/>
                <a:gd name="connsiteY512" fmla="*/ 143862 h 178772"/>
                <a:gd name="connsiteX513" fmla="*/ 110745 w 171911"/>
                <a:gd name="connsiteY513" fmla="*/ 126001 h 178772"/>
                <a:gd name="connsiteX514" fmla="*/ 113178 w 171911"/>
                <a:gd name="connsiteY514" fmla="*/ 125189 h 178772"/>
                <a:gd name="connsiteX515" fmla="*/ 113178 w 171911"/>
                <a:gd name="connsiteY515" fmla="*/ 124377 h 178772"/>
                <a:gd name="connsiteX516" fmla="*/ 110745 w 171911"/>
                <a:gd name="connsiteY516" fmla="*/ 126001 h 178772"/>
                <a:gd name="connsiteX517" fmla="*/ 110745 w 171911"/>
                <a:gd name="connsiteY517" fmla="*/ 126001 h 178772"/>
                <a:gd name="connsiteX518" fmla="*/ 112367 w 171911"/>
                <a:gd name="connsiteY518" fmla="*/ 126813 h 178772"/>
                <a:gd name="connsiteX519" fmla="*/ 112367 w 171911"/>
                <a:gd name="connsiteY519" fmla="*/ 126813 h 178772"/>
                <a:gd name="connsiteX520" fmla="*/ 112367 w 171911"/>
                <a:gd name="connsiteY520" fmla="*/ 126813 h 178772"/>
                <a:gd name="connsiteX521" fmla="*/ 112367 w 171911"/>
                <a:gd name="connsiteY521" fmla="*/ 126813 h 178772"/>
                <a:gd name="connsiteX522" fmla="*/ 113990 w 171911"/>
                <a:gd name="connsiteY522" fmla="*/ 127624 h 178772"/>
                <a:gd name="connsiteX523" fmla="*/ 114801 w 171911"/>
                <a:gd name="connsiteY523" fmla="*/ 126813 h 178772"/>
                <a:gd name="connsiteX524" fmla="*/ 113990 w 171911"/>
                <a:gd name="connsiteY524" fmla="*/ 126001 h 178772"/>
                <a:gd name="connsiteX525" fmla="*/ 113990 w 171911"/>
                <a:gd name="connsiteY525" fmla="*/ 127624 h 178772"/>
                <a:gd name="connsiteX526" fmla="*/ 113990 w 171911"/>
                <a:gd name="connsiteY526" fmla="*/ 127624 h 178772"/>
                <a:gd name="connsiteX527" fmla="*/ 136707 w 171911"/>
                <a:gd name="connsiteY527" fmla="*/ 113822 h 178772"/>
                <a:gd name="connsiteX528" fmla="*/ 147254 w 171911"/>
                <a:gd name="connsiteY528" fmla="*/ 110575 h 178772"/>
                <a:gd name="connsiteX529" fmla="*/ 150499 w 171911"/>
                <a:gd name="connsiteY529" fmla="*/ 110575 h 178772"/>
                <a:gd name="connsiteX530" fmla="*/ 152933 w 171911"/>
                <a:gd name="connsiteY530" fmla="*/ 110575 h 178772"/>
                <a:gd name="connsiteX531" fmla="*/ 157801 w 171911"/>
                <a:gd name="connsiteY531" fmla="*/ 109763 h 178772"/>
                <a:gd name="connsiteX532" fmla="*/ 159423 w 171911"/>
                <a:gd name="connsiteY532" fmla="*/ 108951 h 178772"/>
                <a:gd name="connsiteX533" fmla="*/ 139141 w 171911"/>
                <a:gd name="connsiteY533" fmla="*/ 113011 h 178772"/>
                <a:gd name="connsiteX534" fmla="*/ 136707 w 171911"/>
                <a:gd name="connsiteY534" fmla="*/ 113822 h 1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171911" h="178772">
                  <a:moveTo>
                    <a:pt x="2028" y="143862"/>
                  </a:moveTo>
                  <a:cubicBezTo>
                    <a:pt x="5274" y="135743"/>
                    <a:pt x="9330" y="128436"/>
                    <a:pt x="13387" y="120317"/>
                  </a:cubicBezTo>
                  <a:cubicBezTo>
                    <a:pt x="15009" y="117882"/>
                    <a:pt x="15821" y="115446"/>
                    <a:pt x="15821" y="115446"/>
                  </a:cubicBezTo>
                  <a:cubicBezTo>
                    <a:pt x="15821" y="115446"/>
                    <a:pt x="16632" y="114634"/>
                    <a:pt x="16632" y="113822"/>
                  </a:cubicBezTo>
                  <a:cubicBezTo>
                    <a:pt x="16632" y="113011"/>
                    <a:pt x="16632" y="113011"/>
                    <a:pt x="17443" y="113011"/>
                  </a:cubicBezTo>
                  <a:cubicBezTo>
                    <a:pt x="17443" y="113011"/>
                    <a:pt x="18255" y="112199"/>
                    <a:pt x="19066" y="111387"/>
                  </a:cubicBezTo>
                  <a:cubicBezTo>
                    <a:pt x="19877" y="110575"/>
                    <a:pt x="19877" y="109763"/>
                    <a:pt x="19877" y="110575"/>
                  </a:cubicBezTo>
                  <a:cubicBezTo>
                    <a:pt x="19877" y="110575"/>
                    <a:pt x="19877" y="111387"/>
                    <a:pt x="19066" y="112199"/>
                  </a:cubicBezTo>
                  <a:cubicBezTo>
                    <a:pt x="19066" y="113011"/>
                    <a:pt x="19066" y="113011"/>
                    <a:pt x="19066" y="113011"/>
                  </a:cubicBezTo>
                  <a:cubicBezTo>
                    <a:pt x="19877" y="113011"/>
                    <a:pt x="19877" y="113011"/>
                    <a:pt x="19877" y="113011"/>
                  </a:cubicBezTo>
                  <a:cubicBezTo>
                    <a:pt x="19877" y="113011"/>
                    <a:pt x="20688" y="111387"/>
                    <a:pt x="21500" y="109763"/>
                  </a:cubicBezTo>
                  <a:cubicBezTo>
                    <a:pt x="22311" y="107327"/>
                    <a:pt x="23123" y="106516"/>
                    <a:pt x="22311" y="106516"/>
                  </a:cubicBezTo>
                  <a:cubicBezTo>
                    <a:pt x="21500" y="105704"/>
                    <a:pt x="22311" y="105704"/>
                    <a:pt x="23123" y="105704"/>
                  </a:cubicBezTo>
                  <a:cubicBezTo>
                    <a:pt x="23123" y="105704"/>
                    <a:pt x="23934" y="104080"/>
                    <a:pt x="24745" y="102456"/>
                  </a:cubicBezTo>
                  <a:cubicBezTo>
                    <a:pt x="25556" y="100832"/>
                    <a:pt x="26368" y="99209"/>
                    <a:pt x="26368" y="99209"/>
                  </a:cubicBezTo>
                  <a:cubicBezTo>
                    <a:pt x="26368" y="99209"/>
                    <a:pt x="27990" y="97585"/>
                    <a:pt x="28802" y="95149"/>
                  </a:cubicBezTo>
                  <a:cubicBezTo>
                    <a:pt x="30424" y="92714"/>
                    <a:pt x="30424" y="91902"/>
                    <a:pt x="31236" y="91902"/>
                  </a:cubicBezTo>
                  <a:cubicBezTo>
                    <a:pt x="32047" y="92714"/>
                    <a:pt x="32047" y="92714"/>
                    <a:pt x="32047" y="91902"/>
                  </a:cubicBezTo>
                  <a:cubicBezTo>
                    <a:pt x="32047" y="91902"/>
                    <a:pt x="32047" y="91090"/>
                    <a:pt x="31236" y="90278"/>
                  </a:cubicBezTo>
                  <a:cubicBezTo>
                    <a:pt x="30424" y="90278"/>
                    <a:pt x="30424" y="89466"/>
                    <a:pt x="31236" y="89466"/>
                  </a:cubicBezTo>
                  <a:cubicBezTo>
                    <a:pt x="32047" y="89466"/>
                    <a:pt x="32047" y="89466"/>
                    <a:pt x="32047" y="88654"/>
                  </a:cubicBezTo>
                  <a:cubicBezTo>
                    <a:pt x="32047" y="87842"/>
                    <a:pt x="32858" y="87030"/>
                    <a:pt x="32858" y="87030"/>
                  </a:cubicBezTo>
                  <a:cubicBezTo>
                    <a:pt x="33670" y="86218"/>
                    <a:pt x="33670" y="86218"/>
                    <a:pt x="33670" y="85407"/>
                  </a:cubicBezTo>
                  <a:cubicBezTo>
                    <a:pt x="33670" y="85407"/>
                    <a:pt x="35292" y="82971"/>
                    <a:pt x="36103" y="80535"/>
                  </a:cubicBezTo>
                  <a:cubicBezTo>
                    <a:pt x="36915" y="78100"/>
                    <a:pt x="38538" y="75664"/>
                    <a:pt x="38538" y="74852"/>
                  </a:cubicBezTo>
                  <a:cubicBezTo>
                    <a:pt x="38538" y="74040"/>
                    <a:pt x="38538" y="74040"/>
                    <a:pt x="38538" y="74852"/>
                  </a:cubicBezTo>
                  <a:cubicBezTo>
                    <a:pt x="39349" y="74852"/>
                    <a:pt x="39349" y="74040"/>
                    <a:pt x="40160" y="73228"/>
                  </a:cubicBezTo>
                  <a:cubicBezTo>
                    <a:pt x="40971" y="71605"/>
                    <a:pt x="41783" y="70793"/>
                    <a:pt x="41783" y="70793"/>
                  </a:cubicBezTo>
                  <a:cubicBezTo>
                    <a:pt x="42594" y="70793"/>
                    <a:pt x="42594" y="70793"/>
                    <a:pt x="41783" y="69981"/>
                  </a:cubicBezTo>
                  <a:cubicBezTo>
                    <a:pt x="40971" y="69169"/>
                    <a:pt x="40971" y="69169"/>
                    <a:pt x="41783" y="69169"/>
                  </a:cubicBezTo>
                  <a:cubicBezTo>
                    <a:pt x="41783" y="69169"/>
                    <a:pt x="42594" y="69169"/>
                    <a:pt x="41783" y="68357"/>
                  </a:cubicBezTo>
                  <a:cubicBezTo>
                    <a:pt x="41783" y="68357"/>
                    <a:pt x="41783" y="67545"/>
                    <a:pt x="42594" y="66733"/>
                  </a:cubicBezTo>
                  <a:cubicBezTo>
                    <a:pt x="43405" y="65921"/>
                    <a:pt x="43405" y="65921"/>
                    <a:pt x="43405" y="65110"/>
                  </a:cubicBezTo>
                  <a:cubicBezTo>
                    <a:pt x="43405" y="65110"/>
                    <a:pt x="44217" y="63486"/>
                    <a:pt x="45028" y="63486"/>
                  </a:cubicBezTo>
                  <a:cubicBezTo>
                    <a:pt x="45839" y="62674"/>
                    <a:pt x="46651" y="61862"/>
                    <a:pt x="47462" y="60238"/>
                  </a:cubicBezTo>
                  <a:cubicBezTo>
                    <a:pt x="47462" y="59426"/>
                    <a:pt x="48273" y="58615"/>
                    <a:pt x="48273" y="58615"/>
                  </a:cubicBezTo>
                  <a:cubicBezTo>
                    <a:pt x="48273" y="58615"/>
                    <a:pt x="49085" y="57803"/>
                    <a:pt x="49085" y="57803"/>
                  </a:cubicBezTo>
                  <a:cubicBezTo>
                    <a:pt x="49085" y="56991"/>
                    <a:pt x="49896" y="56179"/>
                    <a:pt x="50707" y="55367"/>
                  </a:cubicBezTo>
                  <a:cubicBezTo>
                    <a:pt x="51519" y="54555"/>
                    <a:pt x="52330" y="53743"/>
                    <a:pt x="51519" y="53743"/>
                  </a:cubicBezTo>
                  <a:cubicBezTo>
                    <a:pt x="51519" y="53743"/>
                    <a:pt x="51519" y="52931"/>
                    <a:pt x="51519" y="52931"/>
                  </a:cubicBezTo>
                  <a:cubicBezTo>
                    <a:pt x="51519" y="52931"/>
                    <a:pt x="51519" y="52120"/>
                    <a:pt x="51519" y="52120"/>
                  </a:cubicBezTo>
                  <a:cubicBezTo>
                    <a:pt x="51519" y="51308"/>
                    <a:pt x="51519" y="51308"/>
                    <a:pt x="51519" y="51308"/>
                  </a:cubicBezTo>
                  <a:cubicBezTo>
                    <a:pt x="52330" y="51308"/>
                    <a:pt x="53952" y="48060"/>
                    <a:pt x="54764" y="47248"/>
                  </a:cubicBezTo>
                  <a:cubicBezTo>
                    <a:pt x="54764" y="46436"/>
                    <a:pt x="55575" y="45624"/>
                    <a:pt x="56386" y="44813"/>
                  </a:cubicBezTo>
                  <a:cubicBezTo>
                    <a:pt x="58009" y="43189"/>
                    <a:pt x="62066" y="35882"/>
                    <a:pt x="62066" y="35070"/>
                  </a:cubicBezTo>
                  <a:cubicBezTo>
                    <a:pt x="62066" y="35070"/>
                    <a:pt x="62066" y="34258"/>
                    <a:pt x="62877" y="34258"/>
                  </a:cubicBezTo>
                  <a:cubicBezTo>
                    <a:pt x="63688" y="34258"/>
                    <a:pt x="63688" y="33446"/>
                    <a:pt x="63688" y="33446"/>
                  </a:cubicBezTo>
                  <a:cubicBezTo>
                    <a:pt x="63688" y="33446"/>
                    <a:pt x="63688" y="32634"/>
                    <a:pt x="64499" y="32634"/>
                  </a:cubicBezTo>
                  <a:cubicBezTo>
                    <a:pt x="64499" y="32634"/>
                    <a:pt x="65311" y="31823"/>
                    <a:pt x="66122" y="31011"/>
                  </a:cubicBezTo>
                  <a:cubicBezTo>
                    <a:pt x="67745" y="27763"/>
                    <a:pt x="69367" y="25327"/>
                    <a:pt x="70179" y="24516"/>
                  </a:cubicBezTo>
                  <a:cubicBezTo>
                    <a:pt x="70990" y="23704"/>
                    <a:pt x="70990" y="22892"/>
                    <a:pt x="70990" y="22892"/>
                  </a:cubicBezTo>
                  <a:cubicBezTo>
                    <a:pt x="70990" y="22892"/>
                    <a:pt x="70990" y="22080"/>
                    <a:pt x="71801" y="21268"/>
                  </a:cubicBezTo>
                  <a:cubicBezTo>
                    <a:pt x="72613" y="20456"/>
                    <a:pt x="73424" y="19644"/>
                    <a:pt x="73424" y="18832"/>
                  </a:cubicBezTo>
                  <a:cubicBezTo>
                    <a:pt x="73424" y="18021"/>
                    <a:pt x="75047" y="15585"/>
                    <a:pt x="76669" y="13961"/>
                  </a:cubicBezTo>
                  <a:cubicBezTo>
                    <a:pt x="78292" y="12337"/>
                    <a:pt x="79103" y="9902"/>
                    <a:pt x="79915" y="9902"/>
                  </a:cubicBezTo>
                  <a:cubicBezTo>
                    <a:pt x="80726" y="9090"/>
                    <a:pt x="81537" y="8278"/>
                    <a:pt x="81537" y="7466"/>
                  </a:cubicBezTo>
                  <a:cubicBezTo>
                    <a:pt x="82348" y="6654"/>
                    <a:pt x="83160" y="5030"/>
                    <a:pt x="83971" y="4219"/>
                  </a:cubicBezTo>
                  <a:cubicBezTo>
                    <a:pt x="85594" y="1783"/>
                    <a:pt x="89650" y="-653"/>
                    <a:pt x="92895" y="159"/>
                  </a:cubicBezTo>
                  <a:cubicBezTo>
                    <a:pt x="96952" y="971"/>
                    <a:pt x="99386" y="5030"/>
                    <a:pt x="98575" y="9902"/>
                  </a:cubicBezTo>
                  <a:cubicBezTo>
                    <a:pt x="98575" y="11526"/>
                    <a:pt x="97763" y="13149"/>
                    <a:pt x="96141" y="14773"/>
                  </a:cubicBezTo>
                  <a:cubicBezTo>
                    <a:pt x="93707" y="17209"/>
                    <a:pt x="87216" y="26139"/>
                    <a:pt x="87216" y="26951"/>
                  </a:cubicBezTo>
                  <a:cubicBezTo>
                    <a:pt x="87216" y="26951"/>
                    <a:pt x="86405" y="27763"/>
                    <a:pt x="86405" y="27763"/>
                  </a:cubicBezTo>
                  <a:cubicBezTo>
                    <a:pt x="85594" y="27763"/>
                    <a:pt x="85594" y="28575"/>
                    <a:pt x="85594" y="28575"/>
                  </a:cubicBezTo>
                  <a:cubicBezTo>
                    <a:pt x="85594" y="28575"/>
                    <a:pt x="84782" y="30199"/>
                    <a:pt x="83971" y="31011"/>
                  </a:cubicBezTo>
                  <a:cubicBezTo>
                    <a:pt x="82348" y="32634"/>
                    <a:pt x="81537" y="33446"/>
                    <a:pt x="79103" y="38318"/>
                  </a:cubicBezTo>
                  <a:cubicBezTo>
                    <a:pt x="78292" y="39941"/>
                    <a:pt x="76669" y="41565"/>
                    <a:pt x="75858" y="41565"/>
                  </a:cubicBezTo>
                  <a:cubicBezTo>
                    <a:pt x="75047" y="42377"/>
                    <a:pt x="75047" y="42377"/>
                    <a:pt x="75047" y="42377"/>
                  </a:cubicBezTo>
                  <a:cubicBezTo>
                    <a:pt x="75047" y="42377"/>
                    <a:pt x="75047" y="43189"/>
                    <a:pt x="74235" y="43189"/>
                  </a:cubicBezTo>
                  <a:cubicBezTo>
                    <a:pt x="73424" y="43189"/>
                    <a:pt x="73424" y="44001"/>
                    <a:pt x="73424" y="44813"/>
                  </a:cubicBezTo>
                  <a:cubicBezTo>
                    <a:pt x="73424" y="45624"/>
                    <a:pt x="72613" y="46436"/>
                    <a:pt x="71801" y="47248"/>
                  </a:cubicBezTo>
                  <a:cubicBezTo>
                    <a:pt x="70990" y="48060"/>
                    <a:pt x="70179" y="48872"/>
                    <a:pt x="70990" y="48872"/>
                  </a:cubicBezTo>
                  <a:cubicBezTo>
                    <a:pt x="70990" y="48872"/>
                    <a:pt x="70179" y="50496"/>
                    <a:pt x="69367" y="51308"/>
                  </a:cubicBezTo>
                  <a:cubicBezTo>
                    <a:pt x="67745" y="52931"/>
                    <a:pt x="66934" y="53743"/>
                    <a:pt x="67745" y="54555"/>
                  </a:cubicBezTo>
                  <a:cubicBezTo>
                    <a:pt x="67745" y="55367"/>
                    <a:pt x="67745" y="55367"/>
                    <a:pt x="66934" y="55367"/>
                  </a:cubicBezTo>
                  <a:cubicBezTo>
                    <a:pt x="66122" y="55367"/>
                    <a:pt x="66122" y="56179"/>
                    <a:pt x="66122" y="56179"/>
                  </a:cubicBezTo>
                  <a:cubicBezTo>
                    <a:pt x="66122" y="56179"/>
                    <a:pt x="65311" y="56991"/>
                    <a:pt x="65311" y="56991"/>
                  </a:cubicBezTo>
                  <a:cubicBezTo>
                    <a:pt x="64499" y="56991"/>
                    <a:pt x="64499" y="57803"/>
                    <a:pt x="64499" y="58615"/>
                  </a:cubicBezTo>
                  <a:cubicBezTo>
                    <a:pt x="64499" y="59426"/>
                    <a:pt x="64499" y="59426"/>
                    <a:pt x="63688" y="59426"/>
                  </a:cubicBezTo>
                  <a:cubicBezTo>
                    <a:pt x="63688" y="59426"/>
                    <a:pt x="62877" y="59426"/>
                    <a:pt x="62877" y="60238"/>
                  </a:cubicBezTo>
                  <a:cubicBezTo>
                    <a:pt x="62877" y="61050"/>
                    <a:pt x="62066" y="61050"/>
                    <a:pt x="62066" y="61050"/>
                  </a:cubicBezTo>
                  <a:cubicBezTo>
                    <a:pt x="61254" y="61050"/>
                    <a:pt x="61254" y="61862"/>
                    <a:pt x="61254" y="62674"/>
                  </a:cubicBezTo>
                  <a:cubicBezTo>
                    <a:pt x="61254" y="63486"/>
                    <a:pt x="60443" y="64298"/>
                    <a:pt x="60443" y="65110"/>
                  </a:cubicBezTo>
                  <a:cubicBezTo>
                    <a:pt x="59632" y="65921"/>
                    <a:pt x="59632" y="65921"/>
                    <a:pt x="59632" y="65110"/>
                  </a:cubicBezTo>
                  <a:cubicBezTo>
                    <a:pt x="59632" y="65110"/>
                    <a:pt x="59632" y="65110"/>
                    <a:pt x="58820" y="65110"/>
                  </a:cubicBezTo>
                  <a:cubicBezTo>
                    <a:pt x="58009" y="65921"/>
                    <a:pt x="58009" y="65921"/>
                    <a:pt x="58820" y="65921"/>
                  </a:cubicBezTo>
                  <a:cubicBezTo>
                    <a:pt x="59632" y="66733"/>
                    <a:pt x="57198" y="70793"/>
                    <a:pt x="54764" y="71605"/>
                  </a:cubicBezTo>
                  <a:cubicBezTo>
                    <a:pt x="53952" y="72417"/>
                    <a:pt x="53141" y="72417"/>
                    <a:pt x="53141" y="73228"/>
                  </a:cubicBezTo>
                  <a:cubicBezTo>
                    <a:pt x="53141" y="73228"/>
                    <a:pt x="53952" y="73228"/>
                    <a:pt x="53952" y="73228"/>
                  </a:cubicBezTo>
                  <a:cubicBezTo>
                    <a:pt x="54764" y="72417"/>
                    <a:pt x="54764" y="73228"/>
                    <a:pt x="53952" y="74852"/>
                  </a:cubicBezTo>
                  <a:cubicBezTo>
                    <a:pt x="53141" y="76476"/>
                    <a:pt x="52330" y="77288"/>
                    <a:pt x="52330" y="77288"/>
                  </a:cubicBezTo>
                  <a:cubicBezTo>
                    <a:pt x="52330" y="77288"/>
                    <a:pt x="52330" y="76476"/>
                    <a:pt x="52330" y="76476"/>
                  </a:cubicBezTo>
                  <a:cubicBezTo>
                    <a:pt x="53141" y="75664"/>
                    <a:pt x="53141" y="74852"/>
                    <a:pt x="52330" y="75664"/>
                  </a:cubicBezTo>
                  <a:cubicBezTo>
                    <a:pt x="51519" y="76476"/>
                    <a:pt x="51519" y="76476"/>
                    <a:pt x="51519" y="77288"/>
                  </a:cubicBezTo>
                  <a:cubicBezTo>
                    <a:pt x="51519" y="77288"/>
                    <a:pt x="50707" y="78100"/>
                    <a:pt x="49896" y="78912"/>
                  </a:cubicBezTo>
                  <a:cubicBezTo>
                    <a:pt x="48273" y="79723"/>
                    <a:pt x="47462" y="80535"/>
                    <a:pt x="49085" y="81347"/>
                  </a:cubicBezTo>
                  <a:cubicBezTo>
                    <a:pt x="49085" y="81347"/>
                    <a:pt x="49896" y="81347"/>
                    <a:pt x="49896" y="81347"/>
                  </a:cubicBezTo>
                  <a:cubicBezTo>
                    <a:pt x="49896" y="81347"/>
                    <a:pt x="50707" y="80535"/>
                    <a:pt x="51519" y="79723"/>
                  </a:cubicBezTo>
                  <a:cubicBezTo>
                    <a:pt x="52330" y="78912"/>
                    <a:pt x="52330" y="78912"/>
                    <a:pt x="52330" y="80535"/>
                  </a:cubicBezTo>
                  <a:cubicBezTo>
                    <a:pt x="51519" y="82159"/>
                    <a:pt x="49085" y="85407"/>
                    <a:pt x="48273" y="85407"/>
                  </a:cubicBezTo>
                  <a:cubicBezTo>
                    <a:pt x="48273" y="85407"/>
                    <a:pt x="47462" y="86218"/>
                    <a:pt x="46651" y="87030"/>
                  </a:cubicBezTo>
                  <a:cubicBezTo>
                    <a:pt x="45839" y="88654"/>
                    <a:pt x="45839" y="88654"/>
                    <a:pt x="46651" y="88654"/>
                  </a:cubicBezTo>
                  <a:cubicBezTo>
                    <a:pt x="47462" y="88654"/>
                    <a:pt x="47462" y="87842"/>
                    <a:pt x="48273" y="87030"/>
                  </a:cubicBezTo>
                  <a:cubicBezTo>
                    <a:pt x="49085" y="86218"/>
                    <a:pt x="49085" y="86218"/>
                    <a:pt x="49085" y="86218"/>
                  </a:cubicBezTo>
                  <a:cubicBezTo>
                    <a:pt x="49085" y="86218"/>
                    <a:pt x="49896" y="86218"/>
                    <a:pt x="50707" y="84595"/>
                  </a:cubicBezTo>
                  <a:cubicBezTo>
                    <a:pt x="65311" y="68357"/>
                    <a:pt x="90462" y="40753"/>
                    <a:pt x="110745" y="30199"/>
                  </a:cubicBezTo>
                  <a:cubicBezTo>
                    <a:pt x="113990" y="28575"/>
                    <a:pt x="116424" y="27763"/>
                    <a:pt x="118858" y="27763"/>
                  </a:cubicBezTo>
                  <a:cubicBezTo>
                    <a:pt x="122103" y="27763"/>
                    <a:pt x="124537" y="29387"/>
                    <a:pt x="127782" y="31823"/>
                  </a:cubicBezTo>
                  <a:cubicBezTo>
                    <a:pt x="130216" y="34258"/>
                    <a:pt x="131027" y="36694"/>
                    <a:pt x="131027" y="42377"/>
                  </a:cubicBezTo>
                  <a:cubicBezTo>
                    <a:pt x="131027" y="47248"/>
                    <a:pt x="130216" y="52120"/>
                    <a:pt x="127782" y="56179"/>
                  </a:cubicBezTo>
                  <a:cubicBezTo>
                    <a:pt x="126971" y="56991"/>
                    <a:pt x="126159" y="59426"/>
                    <a:pt x="125348" y="61050"/>
                  </a:cubicBezTo>
                  <a:cubicBezTo>
                    <a:pt x="122103" y="66733"/>
                    <a:pt x="120480" y="69169"/>
                    <a:pt x="115612" y="74040"/>
                  </a:cubicBezTo>
                  <a:cubicBezTo>
                    <a:pt x="111556" y="78100"/>
                    <a:pt x="109122" y="81347"/>
                    <a:pt x="109122" y="82159"/>
                  </a:cubicBezTo>
                  <a:cubicBezTo>
                    <a:pt x="109122" y="82159"/>
                    <a:pt x="109122" y="82159"/>
                    <a:pt x="108311" y="82159"/>
                  </a:cubicBezTo>
                  <a:cubicBezTo>
                    <a:pt x="108311" y="82159"/>
                    <a:pt x="106688" y="82971"/>
                    <a:pt x="105877" y="84595"/>
                  </a:cubicBezTo>
                  <a:cubicBezTo>
                    <a:pt x="105065" y="86218"/>
                    <a:pt x="103443" y="87030"/>
                    <a:pt x="103443" y="87030"/>
                  </a:cubicBezTo>
                  <a:cubicBezTo>
                    <a:pt x="102631" y="87030"/>
                    <a:pt x="92895" y="95961"/>
                    <a:pt x="92895" y="96773"/>
                  </a:cubicBezTo>
                  <a:cubicBezTo>
                    <a:pt x="92895" y="96773"/>
                    <a:pt x="96141" y="96773"/>
                    <a:pt x="99386" y="96773"/>
                  </a:cubicBezTo>
                  <a:cubicBezTo>
                    <a:pt x="106688" y="96773"/>
                    <a:pt x="115612" y="97585"/>
                    <a:pt x="116424" y="98397"/>
                  </a:cubicBezTo>
                  <a:cubicBezTo>
                    <a:pt x="116424" y="98397"/>
                    <a:pt x="117235" y="99209"/>
                    <a:pt x="118046" y="99209"/>
                  </a:cubicBezTo>
                  <a:cubicBezTo>
                    <a:pt x="118858" y="99209"/>
                    <a:pt x="119669" y="100020"/>
                    <a:pt x="121292" y="100832"/>
                  </a:cubicBezTo>
                  <a:cubicBezTo>
                    <a:pt x="122914" y="101644"/>
                    <a:pt x="123726" y="102456"/>
                    <a:pt x="124537" y="102456"/>
                  </a:cubicBezTo>
                  <a:cubicBezTo>
                    <a:pt x="125348" y="102456"/>
                    <a:pt x="128594" y="105704"/>
                    <a:pt x="130216" y="108139"/>
                  </a:cubicBezTo>
                  <a:cubicBezTo>
                    <a:pt x="131027" y="108951"/>
                    <a:pt x="131027" y="108951"/>
                    <a:pt x="131839" y="108951"/>
                  </a:cubicBezTo>
                  <a:cubicBezTo>
                    <a:pt x="133461" y="108951"/>
                    <a:pt x="135895" y="108139"/>
                    <a:pt x="140763" y="106516"/>
                  </a:cubicBezTo>
                  <a:lnTo>
                    <a:pt x="160235" y="103268"/>
                  </a:lnTo>
                  <a:cubicBezTo>
                    <a:pt x="166725" y="102456"/>
                    <a:pt x="168348" y="104892"/>
                    <a:pt x="169970" y="105704"/>
                  </a:cubicBezTo>
                  <a:cubicBezTo>
                    <a:pt x="171593" y="106516"/>
                    <a:pt x="172405" y="108139"/>
                    <a:pt x="171593" y="107327"/>
                  </a:cubicBezTo>
                  <a:cubicBezTo>
                    <a:pt x="171593" y="107327"/>
                    <a:pt x="170782" y="107327"/>
                    <a:pt x="169970" y="108139"/>
                  </a:cubicBezTo>
                  <a:cubicBezTo>
                    <a:pt x="169159" y="108139"/>
                    <a:pt x="167537" y="108951"/>
                    <a:pt x="165914" y="108951"/>
                  </a:cubicBezTo>
                  <a:cubicBezTo>
                    <a:pt x="164291" y="108951"/>
                    <a:pt x="162669" y="109763"/>
                    <a:pt x="162669" y="109763"/>
                  </a:cubicBezTo>
                  <a:cubicBezTo>
                    <a:pt x="161857" y="109763"/>
                    <a:pt x="159423" y="110575"/>
                    <a:pt x="156178" y="111387"/>
                  </a:cubicBezTo>
                  <a:lnTo>
                    <a:pt x="148876" y="113822"/>
                  </a:lnTo>
                  <a:cubicBezTo>
                    <a:pt x="148876" y="113822"/>
                    <a:pt x="148065" y="114634"/>
                    <a:pt x="147254" y="114634"/>
                  </a:cubicBezTo>
                  <a:cubicBezTo>
                    <a:pt x="145631" y="115446"/>
                    <a:pt x="144820" y="115446"/>
                    <a:pt x="144008" y="116258"/>
                  </a:cubicBezTo>
                  <a:cubicBezTo>
                    <a:pt x="143197" y="117070"/>
                    <a:pt x="142386" y="117070"/>
                    <a:pt x="142386" y="117070"/>
                  </a:cubicBezTo>
                  <a:cubicBezTo>
                    <a:pt x="142386" y="117070"/>
                    <a:pt x="141574" y="117070"/>
                    <a:pt x="142386" y="117070"/>
                  </a:cubicBezTo>
                  <a:cubicBezTo>
                    <a:pt x="142386" y="117882"/>
                    <a:pt x="142386" y="117882"/>
                    <a:pt x="141574" y="117882"/>
                  </a:cubicBezTo>
                  <a:cubicBezTo>
                    <a:pt x="140763" y="117882"/>
                    <a:pt x="140763" y="117882"/>
                    <a:pt x="140763" y="117070"/>
                  </a:cubicBezTo>
                  <a:cubicBezTo>
                    <a:pt x="140763" y="117070"/>
                    <a:pt x="140763" y="117070"/>
                    <a:pt x="139952" y="117070"/>
                  </a:cubicBezTo>
                  <a:cubicBezTo>
                    <a:pt x="139141" y="117070"/>
                    <a:pt x="139141" y="117882"/>
                    <a:pt x="139141" y="117882"/>
                  </a:cubicBezTo>
                  <a:cubicBezTo>
                    <a:pt x="139141" y="118694"/>
                    <a:pt x="137518" y="118694"/>
                    <a:pt x="136707" y="119506"/>
                  </a:cubicBezTo>
                  <a:cubicBezTo>
                    <a:pt x="134273" y="120317"/>
                    <a:pt x="134273" y="120317"/>
                    <a:pt x="133461" y="123565"/>
                  </a:cubicBezTo>
                  <a:cubicBezTo>
                    <a:pt x="132650" y="125189"/>
                    <a:pt x="131839" y="126813"/>
                    <a:pt x="131839" y="127624"/>
                  </a:cubicBezTo>
                  <a:cubicBezTo>
                    <a:pt x="131027" y="128436"/>
                    <a:pt x="131027" y="129248"/>
                    <a:pt x="131027" y="130060"/>
                  </a:cubicBezTo>
                  <a:cubicBezTo>
                    <a:pt x="131027" y="130872"/>
                    <a:pt x="130216" y="131684"/>
                    <a:pt x="129405" y="132496"/>
                  </a:cubicBezTo>
                  <a:cubicBezTo>
                    <a:pt x="128594" y="133308"/>
                    <a:pt x="126971" y="134931"/>
                    <a:pt x="125348" y="137367"/>
                  </a:cubicBezTo>
                  <a:cubicBezTo>
                    <a:pt x="124537" y="138991"/>
                    <a:pt x="122103" y="141426"/>
                    <a:pt x="121292" y="142238"/>
                  </a:cubicBezTo>
                  <a:cubicBezTo>
                    <a:pt x="120480" y="143050"/>
                    <a:pt x="118046" y="144674"/>
                    <a:pt x="117235" y="145486"/>
                  </a:cubicBezTo>
                  <a:cubicBezTo>
                    <a:pt x="116424" y="146298"/>
                    <a:pt x="115612" y="147110"/>
                    <a:pt x="114801" y="147110"/>
                  </a:cubicBezTo>
                  <a:cubicBezTo>
                    <a:pt x="114801" y="147110"/>
                    <a:pt x="113990" y="147921"/>
                    <a:pt x="113178" y="148733"/>
                  </a:cubicBezTo>
                  <a:cubicBezTo>
                    <a:pt x="112367" y="149545"/>
                    <a:pt x="103443" y="156040"/>
                    <a:pt x="101820" y="156852"/>
                  </a:cubicBezTo>
                  <a:cubicBezTo>
                    <a:pt x="101009" y="156852"/>
                    <a:pt x="101009" y="157664"/>
                    <a:pt x="100198" y="157664"/>
                  </a:cubicBezTo>
                  <a:cubicBezTo>
                    <a:pt x="99386" y="157664"/>
                    <a:pt x="94518" y="160911"/>
                    <a:pt x="94518" y="161723"/>
                  </a:cubicBezTo>
                  <a:cubicBezTo>
                    <a:pt x="93707" y="162535"/>
                    <a:pt x="88839" y="164971"/>
                    <a:pt x="88028" y="164971"/>
                  </a:cubicBezTo>
                  <a:cubicBezTo>
                    <a:pt x="87216" y="164971"/>
                    <a:pt x="87216" y="164971"/>
                    <a:pt x="87216" y="165783"/>
                  </a:cubicBezTo>
                  <a:cubicBezTo>
                    <a:pt x="87216" y="166595"/>
                    <a:pt x="87216" y="166595"/>
                    <a:pt x="87216" y="165783"/>
                  </a:cubicBezTo>
                  <a:cubicBezTo>
                    <a:pt x="86405" y="165783"/>
                    <a:pt x="84782" y="166595"/>
                    <a:pt x="82348" y="168218"/>
                  </a:cubicBezTo>
                  <a:cubicBezTo>
                    <a:pt x="74235" y="172278"/>
                    <a:pt x="64499" y="177149"/>
                    <a:pt x="62066" y="177961"/>
                  </a:cubicBezTo>
                  <a:cubicBezTo>
                    <a:pt x="60443" y="177961"/>
                    <a:pt x="58820" y="178773"/>
                    <a:pt x="58820" y="178773"/>
                  </a:cubicBezTo>
                  <a:cubicBezTo>
                    <a:pt x="58009" y="178773"/>
                    <a:pt x="57198" y="178773"/>
                    <a:pt x="56386" y="177961"/>
                  </a:cubicBezTo>
                  <a:cubicBezTo>
                    <a:pt x="55575" y="177149"/>
                    <a:pt x="54764" y="177149"/>
                    <a:pt x="53952" y="176337"/>
                  </a:cubicBezTo>
                  <a:cubicBezTo>
                    <a:pt x="53141" y="176337"/>
                    <a:pt x="52330" y="174714"/>
                    <a:pt x="50707" y="173090"/>
                  </a:cubicBezTo>
                  <a:cubicBezTo>
                    <a:pt x="49085" y="170654"/>
                    <a:pt x="48273" y="170654"/>
                    <a:pt x="49085" y="166595"/>
                  </a:cubicBezTo>
                  <a:cubicBezTo>
                    <a:pt x="49085" y="163347"/>
                    <a:pt x="49085" y="161723"/>
                    <a:pt x="49896" y="160100"/>
                  </a:cubicBezTo>
                  <a:cubicBezTo>
                    <a:pt x="50707" y="158476"/>
                    <a:pt x="59632" y="149545"/>
                    <a:pt x="60443" y="149545"/>
                  </a:cubicBezTo>
                  <a:cubicBezTo>
                    <a:pt x="60443" y="149545"/>
                    <a:pt x="62066" y="148733"/>
                    <a:pt x="63688" y="147110"/>
                  </a:cubicBezTo>
                  <a:cubicBezTo>
                    <a:pt x="71801" y="139803"/>
                    <a:pt x="96141" y="126001"/>
                    <a:pt x="111556" y="121129"/>
                  </a:cubicBezTo>
                  <a:cubicBezTo>
                    <a:pt x="113178" y="120317"/>
                    <a:pt x="115612" y="119506"/>
                    <a:pt x="115612" y="119506"/>
                  </a:cubicBezTo>
                  <a:cubicBezTo>
                    <a:pt x="116424" y="119506"/>
                    <a:pt x="117235" y="118694"/>
                    <a:pt x="119669" y="117882"/>
                  </a:cubicBezTo>
                  <a:cubicBezTo>
                    <a:pt x="125348" y="116258"/>
                    <a:pt x="126159" y="114634"/>
                    <a:pt x="125348" y="112199"/>
                  </a:cubicBezTo>
                  <a:cubicBezTo>
                    <a:pt x="125348" y="111387"/>
                    <a:pt x="125348" y="111387"/>
                    <a:pt x="118858" y="109763"/>
                  </a:cubicBezTo>
                  <a:cubicBezTo>
                    <a:pt x="116424" y="108951"/>
                    <a:pt x="112367" y="108951"/>
                    <a:pt x="107499" y="108951"/>
                  </a:cubicBezTo>
                  <a:cubicBezTo>
                    <a:pt x="98575" y="108951"/>
                    <a:pt x="91273" y="109763"/>
                    <a:pt x="82348" y="113822"/>
                  </a:cubicBezTo>
                  <a:cubicBezTo>
                    <a:pt x="75858" y="116258"/>
                    <a:pt x="70179" y="118694"/>
                    <a:pt x="70179" y="119506"/>
                  </a:cubicBezTo>
                  <a:cubicBezTo>
                    <a:pt x="67745" y="121941"/>
                    <a:pt x="62877" y="124377"/>
                    <a:pt x="58820" y="124377"/>
                  </a:cubicBezTo>
                  <a:cubicBezTo>
                    <a:pt x="57198" y="124377"/>
                    <a:pt x="54764" y="121941"/>
                    <a:pt x="54764" y="119506"/>
                  </a:cubicBezTo>
                  <a:cubicBezTo>
                    <a:pt x="54764" y="117882"/>
                    <a:pt x="54764" y="117882"/>
                    <a:pt x="53952" y="117882"/>
                  </a:cubicBezTo>
                  <a:cubicBezTo>
                    <a:pt x="52330" y="117882"/>
                    <a:pt x="52330" y="117070"/>
                    <a:pt x="55575" y="116258"/>
                  </a:cubicBezTo>
                  <a:cubicBezTo>
                    <a:pt x="57198" y="115446"/>
                    <a:pt x="59632" y="114634"/>
                    <a:pt x="61254" y="113011"/>
                  </a:cubicBezTo>
                  <a:cubicBezTo>
                    <a:pt x="62877" y="111387"/>
                    <a:pt x="66934" y="108951"/>
                    <a:pt x="69367" y="108139"/>
                  </a:cubicBezTo>
                  <a:cubicBezTo>
                    <a:pt x="73424" y="106516"/>
                    <a:pt x="81537" y="100832"/>
                    <a:pt x="83160" y="99209"/>
                  </a:cubicBezTo>
                  <a:cubicBezTo>
                    <a:pt x="83160" y="99209"/>
                    <a:pt x="86405" y="95961"/>
                    <a:pt x="91273" y="92714"/>
                  </a:cubicBezTo>
                  <a:cubicBezTo>
                    <a:pt x="105877" y="80535"/>
                    <a:pt x="119669" y="64298"/>
                    <a:pt x="123726" y="56179"/>
                  </a:cubicBezTo>
                  <a:cubicBezTo>
                    <a:pt x="126971" y="48872"/>
                    <a:pt x="127782" y="45624"/>
                    <a:pt x="127782" y="40753"/>
                  </a:cubicBezTo>
                  <a:cubicBezTo>
                    <a:pt x="127782" y="36694"/>
                    <a:pt x="126971" y="35070"/>
                    <a:pt x="125348" y="35070"/>
                  </a:cubicBezTo>
                  <a:cubicBezTo>
                    <a:pt x="118046" y="35070"/>
                    <a:pt x="100198" y="50496"/>
                    <a:pt x="92895" y="56179"/>
                  </a:cubicBezTo>
                  <a:cubicBezTo>
                    <a:pt x="91273" y="57803"/>
                    <a:pt x="90462" y="58615"/>
                    <a:pt x="90462" y="59426"/>
                  </a:cubicBezTo>
                  <a:cubicBezTo>
                    <a:pt x="90462" y="59426"/>
                    <a:pt x="90462" y="60238"/>
                    <a:pt x="89650" y="60238"/>
                  </a:cubicBezTo>
                  <a:cubicBezTo>
                    <a:pt x="89650" y="60238"/>
                    <a:pt x="87216" y="61862"/>
                    <a:pt x="84782" y="65110"/>
                  </a:cubicBezTo>
                  <a:cubicBezTo>
                    <a:pt x="82348" y="67545"/>
                    <a:pt x="79915" y="69981"/>
                    <a:pt x="79103" y="69981"/>
                  </a:cubicBezTo>
                  <a:cubicBezTo>
                    <a:pt x="78292" y="69981"/>
                    <a:pt x="78292" y="69981"/>
                    <a:pt x="78292" y="70793"/>
                  </a:cubicBezTo>
                  <a:cubicBezTo>
                    <a:pt x="78292" y="70793"/>
                    <a:pt x="76669" y="73228"/>
                    <a:pt x="75047" y="74852"/>
                  </a:cubicBezTo>
                  <a:cubicBezTo>
                    <a:pt x="73424" y="77288"/>
                    <a:pt x="70990" y="78912"/>
                    <a:pt x="70990" y="78912"/>
                  </a:cubicBezTo>
                  <a:cubicBezTo>
                    <a:pt x="70990" y="78912"/>
                    <a:pt x="70179" y="79723"/>
                    <a:pt x="69367" y="80535"/>
                  </a:cubicBezTo>
                  <a:cubicBezTo>
                    <a:pt x="67745" y="82159"/>
                    <a:pt x="66122" y="83783"/>
                    <a:pt x="63688" y="87030"/>
                  </a:cubicBezTo>
                  <a:cubicBezTo>
                    <a:pt x="62877" y="87842"/>
                    <a:pt x="62066" y="89466"/>
                    <a:pt x="61254" y="89466"/>
                  </a:cubicBezTo>
                  <a:cubicBezTo>
                    <a:pt x="60443" y="89466"/>
                    <a:pt x="60443" y="90278"/>
                    <a:pt x="60443" y="90278"/>
                  </a:cubicBezTo>
                  <a:cubicBezTo>
                    <a:pt x="60443" y="90278"/>
                    <a:pt x="59632" y="91902"/>
                    <a:pt x="58820" y="92714"/>
                  </a:cubicBezTo>
                  <a:cubicBezTo>
                    <a:pt x="53952" y="99209"/>
                    <a:pt x="43405" y="114634"/>
                    <a:pt x="39349" y="121129"/>
                  </a:cubicBezTo>
                  <a:cubicBezTo>
                    <a:pt x="35292" y="128436"/>
                    <a:pt x="28802" y="139803"/>
                    <a:pt x="27179" y="143050"/>
                  </a:cubicBezTo>
                  <a:cubicBezTo>
                    <a:pt x="26368" y="144674"/>
                    <a:pt x="24745" y="147921"/>
                    <a:pt x="23934" y="149545"/>
                  </a:cubicBezTo>
                  <a:cubicBezTo>
                    <a:pt x="22311" y="152793"/>
                    <a:pt x="20688" y="156852"/>
                    <a:pt x="20688" y="158476"/>
                  </a:cubicBezTo>
                  <a:cubicBezTo>
                    <a:pt x="20688" y="159288"/>
                    <a:pt x="19877" y="160100"/>
                    <a:pt x="19066" y="160911"/>
                  </a:cubicBezTo>
                  <a:cubicBezTo>
                    <a:pt x="18255" y="161723"/>
                    <a:pt x="17443" y="163347"/>
                    <a:pt x="17443" y="164971"/>
                  </a:cubicBezTo>
                  <a:cubicBezTo>
                    <a:pt x="17443" y="165783"/>
                    <a:pt x="16632" y="167407"/>
                    <a:pt x="16632" y="167407"/>
                  </a:cubicBezTo>
                  <a:cubicBezTo>
                    <a:pt x="16632" y="167407"/>
                    <a:pt x="15821" y="168218"/>
                    <a:pt x="15821" y="169030"/>
                  </a:cubicBezTo>
                  <a:cubicBezTo>
                    <a:pt x="15821" y="169842"/>
                    <a:pt x="15821" y="170654"/>
                    <a:pt x="15009" y="170654"/>
                  </a:cubicBezTo>
                  <a:cubicBezTo>
                    <a:pt x="14198" y="170654"/>
                    <a:pt x="14198" y="171466"/>
                    <a:pt x="14198" y="171466"/>
                  </a:cubicBezTo>
                  <a:cubicBezTo>
                    <a:pt x="14198" y="172278"/>
                    <a:pt x="10953" y="173902"/>
                    <a:pt x="10141" y="173090"/>
                  </a:cubicBezTo>
                  <a:cubicBezTo>
                    <a:pt x="10141" y="173090"/>
                    <a:pt x="9330" y="172278"/>
                    <a:pt x="9330" y="173090"/>
                  </a:cubicBezTo>
                  <a:cubicBezTo>
                    <a:pt x="8519" y="173090"/>
                    <a:pt x="4462" y="168218"/>
                    <a:pt x="2840" y="165783"/>
                  </a:cubicBezTo>
                  <a:cubicBezTo>
                    <a:pt x="-1217" y="160100"/>
                    <a:pt x="-406" y="151169"/>
                    <a:pt x="2028" y="143862"/>
                  </a:cubicBezTo>
                  <a:close/>
                  <a:moveTo>
                    <a:pt x="6896" y="136555"/>
                  </a:moveTo>
                  <a:cubicBezTo>
                    <a:pt x="6896" y="138179"/>
                    <a:pt x="6896" y="137367"/>
                    <a:pt x="6896" y="136555"/>
                  </a:cubicBezTo>
                  <a:cubicBezTo>
                    <a:pt x="7707" y="135743"/>
                    <a:pt x="7707" y="134931"/>
                    <a:pt x="7707" y="135743"/>
                  </a:cubicBezTo>
                  <a:cubicBezTo>
                    <a:pt x="6896" y="135743"/>
                    <a:pt x="6896" y="136555"/>
                    <a:pt x="6896" y="136555"/>
                  </a:cubicBezTo>
                  <a:close/>
                  <a:moveTo>
                    <a:pt x="7707" y="144674"/>
                  </a:moveTo>
                  <a:cubicBezTo>
                    <a:pt x="8519" y="144674"/>
                    <a:pt x="8519" y="144674"/>
                    <a:pt x="8519" y="143862"/>
                  </a:cubicBezTo>
                  <a:cubicBezTo>
                    <a:pt x="8519" y="143862"/>
                    <a:pt x="8519" y="143050"/>
                    <a:pt x="8519" y="143050"/>
                  </a:cubicBezTo>
                  <a:cubicBezTo>
                    <a:pt x="8519" y="143050"/>
                    <a:pt x="8519" y="142238"/>
                    <a:pt x="9330" y="142238"/>
                  </a:cubicBezTo>
                  <a:cubicBezTo>
                    <a:pt x="10141" y="142238"/>
                    <a:pt x="10141" y="141426"/>
                    <a:pt x="9330" y="141426"/>
                  </a:cubicBezTo>
                  <a:cubicBezTo>
                    <a:pt x="9330" y="141426"/>
                    <a:pt x="8519" y="141426"/>
                    <a:pt x="9330" y="140614"/>
                  </a:cubicBezTo>
                  <a:cubicBezTo>
                    <a:pt x="10141" y="138991"/>
                    <a:pt x="9330" y="139803"/>
                    <a:pt x="7707" y="141426"/>
                  </a:cubicBezTo>
                  <a:cubicBezTo>
                    <a:pt x="6896" y="143862"/>
                    <a:pt x="6896" y="144674"/>
                    <a:pt x="7707" y="144674"/>
                  </a:cubicBezTo>
                  <a:close/>
                  <a:moveTo>
                    <a:pt x="9330" y="131684"/>
                  </a:moveTo>
                  <a:cubicBezTo>
                    <a:pt x="9330" y="131684"/>
                    <a:pt x="10141" y="130872"/>
                    <a:pt x="10141" y="130872"/>
                  </a:cubicBezTo>
                  <a:cubicBezTo>
                    <a:pt x="10953" y="129248"/>
                    <a:pt x="10141" y="129248"/>
                    <a:pt x="9330" y="130872"/>
                  </a:cubicBezTo>
                  <a:cubicBezTo>
                    <a:pt x="9330" y="131684"/>
                    <a:pt x="9330" y="131684"/>
                    <a:pt x="9330" y="131684"/>
                  </a:cubicBezTo>
                  <a:close/>
                  <a:moveTo>
                    <a:pt x="10953" y="138179"/>
                  </a:moveTo>
                  <a:cubicBezTo>
                    <a:pt x="11764" y="137367"/>
                    <a:pt x="12575" y="135743"/>
                    <a:pt x="12575" y="134120"/>
                  </a:cubicBezTo>
                  <a:cubicBezTo>
                    <a:pt x="13387" y="132496"/>
                    <a:pt x="13387" y="130872"/>
                    <a:pt x="13387" y="130872"/>
                  </a:cubicBezTo>
                  <a:cubicBezTo>
                    <a:pt x="13387" y="131684"/>
                    <a:pt x="10953" y="135743"/>
                    <a:pt x="10953" y="138179"/>
                  </a:cubicBezTo>
                  <a:cubicBezTo>
                    <a:pt x="10141" y="138991"/>
                    <a:pt x="10141" y="138991"/>
                    <a:pt x="10953" y="138179"/>
                  </a:cubicBezTo>
                  <a:close/>
                  <a:moveTo>
                    <a:pt x="13387" y="124377"/>
                  </a:moveTo>
                  <a:cubicBezTo>
                    <a:pt x="14198" y="123565"/>
                    <a:pt x="15009" y="122753"/>
                    <a:pt x="15009" y="121941"/>
                  </a:cubicBezTo>
                  <a:cubicBezTo>
                    <a:pt x="15009" y="120317"/>
                    <a:pt x="14198" y="121129"/>
                    <a:pt x="13387" y="122753"/>
                  </a:cubicBezTo>
                  <a:cubicBezTo>
                    <a:pt x="11764" y="125189"/>
                    <a:pt x="11764" y="125189"/>
                    <a:pt x="13387" y="124377"/>
                  </a:cubicBezTo>
                  <a:close/>
                  <a:moveTo>
                    <a:pt x="15009" y="138179"/>
                  </a:moveTo>
                  <a:cubicBezTo>
                    <a:pt x="15821" y="137367"/>
                    <a:pt x="15821" y="137367"/>
                    <a:pt x="15821" y="137367"/>
                  </a:cubicBezTo>
                  <a:cubicBezTo>
                    <a:pt x="15009" y="137367"/>
                    <a:pt x="14198" y="138179"/>
                    <a:pt x="15009" y="138179"/>
                  </a:cubicBezTo>
                  <a:cubicBezTo>
                    <a:pt x="14198" y="138991"/>
                    <a:pt x="14198" y="138991"/>
                    <a:pt x="15009" y="138179"/>
                  </a:cubicBezTo>
                  <a:close/>
                  <a:moveTo>
                    <a:pt x="15009" y="130060"/>
                  </a:moveTo>
                  <a:cubicBezTo>
                    <a:pt x="15009" y="129248"/>
                    <a:pt x="15821" y="129248"/>
                    <a:pt x="15009" y="130060"/>
                  </a:cubicBezTo>
                  <a:cubicBezTo>
                    <a:pt x="15821" y="129248"/>
                    <a:pt x="15821" y="128436"/>
                    <a:pt x="15821" y="128436"/>
                  </a:cubicBezTo>
                  <a:cubicBezTo>
                    <a:pt x="16632" y="128436"/>
                    <a:pt x="16632" y="127624"/>
                    <a:pt x="16632" y="126813"/>
                  </a:cubicBezTo>
                  <a:cubicBezTo>
                    <a:pt x="16632" y="126001"/>
                    <a:pt x="17443" y="124377"/>
                    <a:pt x="18255" y="123565"/>
                  </a:cubicBezTo>
                  <a:cubicBezTo>
                    <a:pt x="19066" y="121941"/>
                    <a:pt x="19877" y="121129"/>
                    <a:pt x="19877" y="120317"/>
                  </a:cubicBezTo>
                  <a:cubicBezTo>
                    <a:pt x="19877" y="119506"/>
                    <a:pt x="21500" y="118694"/>
                    <a:pt x="22311" y="118694"/>
                  </a:cubicBezTo>
                  <a:cubicBezTo>
                    <a:pt x="22311" y="118694"/>
                    <a:pt x="23123" y="118694"/>
                    <a:pt x="23123" y="117882"/>
                  </a:cubicBezTo>
                  <a:cubicBezTo>
                    <a:pt x="23123" y="117882"/>
                    <a:pt x="22311" y="117070"/>
                    <a:pt x="22311" y="117070"/>
                  </a:cubicBezTo>
                  <a:cubicBezTo>
                    <a:pt x="19877" y="117882"/>
                    <a:pt x="14198" y="128436"/>
                    <a:pt x="15009" y="130060"/>
                  </a:cubicBezTo>
                  <a:cubicBezTo>
                    <a:pt x="14198" y="130060"/>
                    <a:pt x="14198" y="130060"/>
                    <a:pt x="15009" y="130060"/>
                  </a:cubicBezTo>
                  <a:close/>
                  <a:moveTo>
                    <a:pt x="16632" y="118694"/>
                  </a:moveTo>
                  <a:cubicBezTo>
                    <a:pt x="17443" y="117882"/>
                    <a:pt x="17443" y="117070"/>
                    <a:pt x="17443" y="117070"/>
                  </a:cubicBezTo>
                  <a:cubicBezTo>
                    <a:pt x="17443" y="117070"/>
                    <a:pt x="15821" y="118694"/>
                    <a:pt x="15821" y="119506"/>
                  </a:cubicBezTo>
                  <a:cubicBezTo>
                    <a:pt x="15009" y="119506"/>
                    <a:pt x="15821" y="119506"/>
                    <a:pt x="16632" y="118694"/>
                  </a:cubicBezTo>
                  <a:close/>
                  <a:moveTo>
                    <a:pt x="15821" y="136555"/>
                  </a:moveTo>
                  <a:cubicBezTo>
                    <a:pt x="15821" y="136555"/>
                    <a:pt x="16632" y="135743"/>
                    <a:pt x="15821" y="135743"/>
                  </a:cubicBezTo>
                  <a:cubicBezTo>
                    <a:pt x="15821" y="134931"/>
                    <a:pt x="15821" y="135743"/>
                    <a:pt x="15821" y="136555"/>
                  </a:cubicBezTo>
                  <a:cubicBezTo>
                    <a:pt x="15009" y="137367"/>
                    <a:pt x="15009" y="137367"/>
                    <a:pt x="15821" y="136555"/>
                  </a:cubicBezTo>
                  <a:close/>
                  <a:moveTo>
                    <a:pt x="18255" y="132496"/>
                  </a:moveTo>
                  <a:cubicBezTo>
                    <a:pt x="19066" y="131684"/>
                    <a:pt x="19066" y="131684"/>
                    <a:pt x="19066" y="131684"/>
                  </a:cubicBezTo>
                  <a:cubicBezTo>
                    <a:pt x="19066" y="131684"/>
                    <a:pt x="17443" y="132496"/>
                    <a:pt x="17443" y="132496"/>
                  </a:cubicBezTo>
                  <a:cubicBezTo>
                    <a:pt x="17443" y="132496"/>
                    <a:pt x="17443" y="133308"/>
                    <a:pt x="18255" y="132496"/>
                  </a:cubicBezTo>
                  <a:close/>
                  <a:moveTo>
                    <a:pt x="18255" y="114634"/>
                  </a:moveTo>
                  <a:cubicBezTo>
                    <a:pt x="18255" y="114634"/>
                    <a:pt x="19066" y="113822"/>
                    <a:pt x="18255" y="113822"/>
                  </a:cubicBezTo>
                  <a:cubicBezTo>
                    <a:pt x="17443" y="113822"/>
                    <a:pt x="18255" y="113822"/>
                    <a:pt x="18255" y="114634"/>
                  </a:cubicBezTo>
                  <a:cubicBezTo>
                    <a:pt x="17443" y="115446"/>
                    <a:pt x="17443" y="115446"/>
                    <a:pt x="18255" y="114634"/>
                  </a:cubicBezTo>
                  <a:close/>
                  <a:moveTo>
                    <a:pt x="20688" y="117070"/>
                  </a:moveTo>
                  <a:cubicBezTo>
                    <a:pt x="20688" y="117882"/>
                    <a:pt x="21500" y="117882"/>
                    <a:pt x="22311" y="117070"/>
                  </a:cubicBezTo>
                  <a:cubicBezTo>
                    <a:pt x="22311" y="117070"/>
                    <a:pt x="23123" y="116258"/>
                    <a:pt x="23123" y="117070"/>
                  </a:cubicBezTo>
                  <a:cubicBezTo>
                    <a:pt x="23123" y="117070"/>
                    <a:pt x="23934" y="117070"/>
                    <a:pt x="23123" y="116258"/>
                  </a:cubicBezTo>
                  <a:cubicBezTo>
                    <a:pt x="23123" y="115446"/>
                    <a:pt x="23123" y="115446"/>
                    <a:pt x="23934" y="115446"/>
                  </a:cubicBezTo>
                  <a:cubicBezTo>
                    <a:pt x="24745" y="115446"/>
                    <a:pt x="24745" y="115446"/>
                    <a:pt x="24745" y="115446"/>
                  </a:cubicBezTo>
                  <a:cubicBezTo>
                    <a:pt x="23934" y="115446"/>
                    <a:pt x="23934" y="114634"/>
                    <a:pt x="24745" y="113822"/>
                  </a:cubicBezTo>
                  <a:cubicBezTo>
                    <a:pt x="24745" y="113011"/>
                    <a:pt x="23934" y="113822"/>
                    <a:pt x="23123" y="114634"/>
                  </a:cubicBezTo>
                  <a:cubicBezTo>
                    <a:pt x="21500" y="115446"/>
                    <a:pt x="20688" y="116258"/>
                    <a:pt x="20688" y="117070"/>
                  </a:cubicBezTo>
                  <a:close/>
                  <a:moveTo>
                    <a:pt x="23123" y="121941"/>
                  </a:moveTo>
                  <a:cubicBezTo>
                    <a:pt x="23123" y="121941"/>
                    <a:pt x="23934" y="121941"/>
                    <a:pt x="24745" y="120317"/>
                  </a:cubicBezTo>
                  <a:cubicBezTo>
                    <a:pt x="25556" y="119506"/>
                    <a:pt x="26368" y="117882"/>
                    <a:pt x="26368" y="117882"/>
                  </a:cubicBezTo>
                  <a:cubicBezTo>
                    <a:pt x="26368" y="117070"/>
                    <a:pt x="23934" y="119506"/>
                    <a:pt x="23934" y="120317"/>
                  </a:cubicBezTo>
                  <a:cubicBezTo>
                    <a:pt x="23934" y="120317"/>
                    <a:pt x="23934" y="121129"/>
                    <a:pt x="23123" y="121129"/>
                  </a:cubicBezTo>
                  <a:cubicBezTo>
                    <a:pt x="23123" y="121129"/>
                    <a:pt x="23123" y="121941"/>
                    <a:pt x="23123" y="121941"/>
                  </a:cubicBezTo>
                  <a:close/>
                  <a:moveTo>
                    <a:pt x="26368" y="108951"/>
                  </a:moveTo>
                  <a:cubicBezTo>
                    <a:pt x="27179" y="108951"/>
                    <a:pt x="27179" y="108139"/>
                    <a:pt x="27179" y="107327"/>
                  </a:cubicBezTo>
                  <a:cubicBezTo>
                    <a:pt x="27179" y="105704"/>
                    <a:pt x="27990" y="104892"/>
                    <a:pt x="27990" y="105704"/>
                  </a:cubicBezTo>
                  <a:cubicBezTo>
                    <a:pt x="27990" y="105704"/>
                    <a:pt x="27990" y="106516"/>
                    <a:pt x="27990" y="107327"/>
                  </a:cubicBezTo>
                  <a:cubicBezTo>
                    <a:pt x="27179" y="108139"/>
                    <a:pt x="27179" y="108139"/>
                    <a:pt x="27990" y="108139"/>
                  </a:cubicBezTo>
                  <a:cubicBezTo>
                    <a:pt x="28802" y="108139"/>
                    <a:pt x="28802" y="108139"/>
                    <a:pt x="28802" y="105704"/>
                  </a:cubicBezTo>
                  <a:cubicBezTo>
                    <a:pt x="28802" y="104892"/>
                    <a:pt x="28802" y="103268"/>
                    <a:pt x="29613" y="102456"/>
                  </a:cubicBezTo>
                  <a:cubicBezTo>
                    <a:pt x="30424" y="100020"/>
                    <a:pt x="29613" y="100832"/>
                    <a:pt x="27990" y="103268"/>
                  </a:cubicBezTo>
                  <a:cubicBezTo>
                    <a:pt x="27179" y="104080"/>
                    <a:pt x="26368" y="105704"/>
                    <a:pt x="26368" y="106516"/>
                  </a:cubicBezTo>
                  <a:cubicBezTo>
                    <a:pt x="24745" y="108951"/>
                    <a:pt x="24745" y="109763"/>
                    <a:pt x="26368" y="108951"/>
                  </a:cubicBezTo>
                  <a:close/>
                  <a:moveTo>
                    <a:pt x="27179" y="114634"/>
                  </a:moveTo>
                  <a:cubicBezTo>
                    <a:pt x="27179" y="115446"/>
                    <a:pt x="27179" y="115446"/>
                    <a:pt x="27179" y="114634"/>
                  </a:cubicBezTo>
                  <a:cubicBezTo>
                    <a:pt x="28802" y="113822"/>
                    <a:pt x="28802" y="113011"/>
                    <a:pt x="28802" y="113011"/>
                  </a:cubicBezTo>
                  <a:cubicBezTo>
                    <a:pt x="28802" y="113011"/>
                    <a:pt x="28802" y="113011"/>
                    <a:pt x="27990" y="113011"/>
                  </a:cubicBezTo>
                  <a:cubicBezTo>
                    <a:pt x="27990" y="113822"/>
                    <a:pt x="27179" y="114634"/>
                    <a:pt x="27179" y="114634"/>
                  </a:cubicBezTo>
                  <a:close/>
                  <a:moveTo>
                    <a:pt x="28802" y="98397"/>
                  </a:moveTo>
                  <a:cubicBezTo>
                    <a:pt x="29613" y="98397"/>
                    <a:pt x="29613" y="98397"/>
                    <a:pt x="28802" y="98397"/>
                  </a:cubicBezTo>
                  <a:cubicBezTo>
                    <a:pt x="29613" y="96773"/>
                    <a:pt x="29613" y="96773"/>
                    <a:pt x="28802" y="96773"/>
                  </a:cubicBezTo>
                  <a:cubicBezTo>
                    <a:pt x="29613" y="96773"/>
                    <a:pt x="28802" y="97585"/>
                    <a:pt x="28802" y="98397"/>
                  </a:cubicBezTo>
                  <a:cubicBezTo>
                    <a:pt x="28802" y="98397"/>
                    <a:pt x="28802" y="98397"/>
                    <a:pt x="28802" y="98397"/>
                  </a:cubicBezTo>
                  <a:close/>
                  <a:moveTo>
                    <a:pt x="29613" y="100832"/>
                  </a:moveTo>
                  <a:cubicBezTo>
                    <a:pt x="29613" y="100832"/>
                    <a:pt x="30424" y="100832"/>
                    <a:pt x="30424" y="100020"/>
                  </a:cubicBezTo>
                  <a:cubicBezTo>
                    <a:pt x="31236" y="99209"/>
                    <a:pt x="31236" y="99209"/>
                    <a:pt x="31236" y="100020"/>
                  </a:cubicBezTo>
                  <a:cubicBezTo>
                    <a:pt x="31236" y="100020"/>
                    <a:pt x="31236" y="100832"/>
                    <a:pt x="32047" y="100020"/>
                  </a:cubicBezTo>
                  <a:cubicBezTo>
                    <a:pt x="32047" y="100020"/>
                    <a:pt x="32858" y="100020"/>
                    <a:pt x="32858" y="100832"/>
                  </a:cubicBezTo>
                  <a:cubicBezTo>
                    <a:pt x="32858" y="101644"/>
                    <a:pt x="32858" y="101644"/>
                    <a:pt x="33670" y="100832"/>
                  </a:cubicBezTo>
                  <a:cubicBezTo>
                    <a:pt x="33670" y="100020"/>
                    <a:pt x="33670" y="100020"/>
                    <a:pt x="33670" y="100020"/>
                  </a:cubicBezTo>
                  <a:cubicBezTo>
                    <a:pt x="32858" y="100020"/>
                    <a:pt x="32858" y="98397"/>
                    <a:pt x="33670" y="98397"/>
                  </a:cubicBezTo>
                  <a:cubicBezTo>
                    <a:pt x="34481" y="98397"/>
                    <a:pt x="36915" y="95961"/>
                    <a:pt x="36103" y="95961"/>
                  </a:cubicBezTo>
                  <a:cubicBezTo>
                    <a:pt x="36103" y="95961"/>
                    <a:pt x="36103" y="94337"/>
                    <a:pt x="36915" y="93525"/>
                  </a:cubicBezTo>
                  <a:cubicBezTo>
                    <a:pt x="38538" y="91090"/>
                    <a:pt x="38538" y="91090"/>
                    <a:pt x="37726" y="91090"/>
                  </a:cubicBezTo>
                  <a:cubicBezTo>
                    <a:pt x="37726" y="91090"/>
                    <a:pt x="36915" y="91090"/>
                    <a:pt x="36915" y="91090"/>
                  </a:cubicBezTo>
                  <a:cubicBezTo>
                    <a:pt x="36915" y="90278"/>
                    <a:pt x="35292" y="91902"/>
                    <a:pt x="34481" y="93525"/>
                  </a:cubicBezTo>
                  <a:cubicBezTo>
                    <a:pt x="33670" y="95149"/>
                    <a:pt x="33670" y="95149"/>
                    <a:pt x="34481" y="94337"/>
                  </a:cubicBezTo>
                  <a:cubicBezTo>
                    <a:pt x="35292" y="93525"/>
                    <a:pt x="35292" y="93525"/>
                    <a:pt x="35292" y="95149"/>
                  </a:cubicBezTo>
                  <a:cubicBezTo>
                    <a:pt x="35292" y="95961"/>
                    <a:pt x="34481" y="96773"/>
                    <a:pt x="34481" y="96773"/>
                  </a:cubicBezTo>
                  <a:cubicBezTo>
                    <a:pt x="33670" y="97585"/>
                    <a:pt x="33670" y="97585"/>
                    <a:pt x="33670" y="96773"/>
                  </a:cubicBezTo>
                  <a:cubicBezTo>
                    <a:pt x="33670" y="95961"/>
                    <a:pt x="33670" y="95961"/>
                    <a:pt x="32858" y="96773"/>
                  </a:cubicBezTo>
                  <a:cubicBezTo>
                    <a:pt x="32047" y="96773"/>
                    <a:pt x="29613" y="100832"/>
                    <a:pt x="29613" y="100832"/>
                  </a:cubicBezTo>
                  <a:close/>
                  <a:moveTo>
                    <a:pt x="32047" y="108139"/>
                  </a:moveTo>
                  <a:cubicBezTo>
                    <a:pt x="32047" y="108139"/>
                    <a:pt x="32858" y="107327"/>
                    <a:pt x="32858" y="107327"/>
                  </a:cubicBezTo>
                  <a:cubicBezTo>
                    <a:pt x="32858" y="106516"/>
                    <a:pt x="32858" y="106516"/>
                    <a:pt x="32047" y="106516"/>
                  </a:cubicBezTo>
                  <a:cubicBezTo>
                    <a:pt x="32047" y="106516"/>
                    <a:pt x="32047" y="107327"/>
                    <a:pt x="32047" y="108139"/>
                  </a:cubicBezTo>
                  <a:cubicBezTo>
                    <a:pt x="31236" y="108139"/>
                    <a:pt x="31236" y="108139"/>
                    <a:pt x="32047" y="108139"/>
                  </a:cubicBezTo>
                  <a:close/>
                  <a:moveTo>
                    <a:pt x="34481" y="104892"/>
                  </a:moveTo>
                  <a:cubicBezTo>
                    <a:pt x="34481" y="104892"/>
                    <a:pt x="35292" y="104892"/>
                    <a:pt x="34481" y="104892"/>
                  </a:cubicBezTo>
                  <a:cubicBezTo>
                    <a:pt x="34481" y="104080"/>
                    <a:pt x="34481" y="104080"/>
                    <a:pt x="34481" y="104892"/>
                  </a:cubicBezTo>
                  <a:cubicBezTo>
                    <a:pt x="33670" y="104892"/>
                    <a:pt x="33670" y="104892"/>
                    <a:pt x="34481" y="104892"/>
                  </a:cubicBezTo>
                  <a:close/>
                  <a:moveTo>
                    <a:pt x="35292" y="101644"/>
                  </a:moveTo>
                  <a:cubicBezTo>
                    <a:pt x="36103" y="102456"/>
                    <a:pt x="36103" y="102456"/>
                    <a:pt x="35292" y="101644"/>
                  </a:cubicBezTo>
                  <a:cubicBezTo>
                    <a:pt x="36103" y="101644"/>
                    <a:pt x="36103" y="100832"/>
                    <a:pt x="36103" y="100020"/>
                  </a:cubicBezTo>
                  <a:cubicBezTo>
                    <a:pt x="36103" y="100020"/>
                    <a:pt x="36103" y="100020"/>
                    <a:pt x="35292" y="100020"/>
                  </a:cubicBezTo>
                  <a:cubicBezTo>
                    <a:pt x="36103" y="100020"/>
                    <a:pt x="35292" y="100832"/>
                    <a:pt x="35292" y="101644"/>
                  </a:cubicBezTo>
                  <a:close/>
                  <a:moveTo>
                    <a:pt x="36103" y="105704"/>
                  </a:moveTo>
                  <a:cubicBezTo>
                    <a:pt x="36103" y="105704"/>
                    <a:pt x="36103" y="104892"/>
                    <a:pt x="36103" y="105704"/>
                  </a:cubicBezTo>
                  <a:cubicBezTo>
                    <a:pt x="36915" y="104892"/>
                    <a:pt x="36915" y="104892"/>
                    <a:pt x="36103" y="104892"/>
                  </a:cubicBezTo>
                  <a:cubicBezTo>
                    <a:pt x="36103" y="104080"/>
                    <a:pt x="35292" y="104892"/>
                    <a:pt x="36103" y="105704"/>
                  </a:cubicBezTo>
                  <a:cubicBezTo>
                    <a:pt x="35292" y="104892"/>
                    <a:pt x="36103" y="105704"/>
                    <a:pt x="36103" y="105704"/>
                  </a:cubicBezTo>
                  <a:close/>
                  <a:moveTo>
                    <a:pt x="36915" y="99209"/>
                  </a:moveTo>
                  <a:cubicBezTo>
                    <a:pt x="37726" y="99209"/>
                    <a:pt x="41783" y="94337"/>
                    <a:pt x="41783" y="92714"/>
                  </a:cubicBezTo>
                  <a:cubicBezTo>
                    <a:pt x="41783" y="92714"/>
                    <a:pt x="42594" y="91902"/>
                    <a:pt x="42594" y="91090"/>
                  </a:cubicBezTo>
                  <a:cubicBezTo>
                    <a:pt x="43405" y="90278"/>
                    <a:pt x="43405" y="90278"/>
                    <a:pt x="43405" y="90278"/>
                  </a:cubicBezTo>
                  <a:cubicBezTo>
                    <a:pt x="42594" y="89466"/>
                    <a:pt x="45028" y="87030"/>
                    <a:pt x="45028" y="87030"/>
                  </a:cubicBezTo>
                  <a:cubicBezTo>
                    <a:pt x="45028" y="87030"/>
                    <a:pt x="45839" y="87030"/>
                    <a:pt x="45839" y="86218"/>
                  </a:cubicBezTo>
                  <a:cubicBezTo>
                    <a:pt x="46651" y="85407"/>
                    <a:pt x="46651" y="85407"/>
                    <a:pt x="45839" y="85407"/>
                  </a:cubicBezTo>
                  <a:cubicBezTo>
                    <a:pt x="45028" y="85407"/>
                    <a:pt x="45839" y="83783"/>
                    <a:pt x="47462" y="82159"/>
                  </a:cubicBezTo>
                  <a:cubicBezTo>
                    <a:pt x="48273" y="80535"/>
                    <a:pt x="49085" y="78912"/>
                    <a:pt x="49085" y="78912"/>
                  </a:cubicBezTo>
                  <a:cubicBezTo>
                    <a:pt x="49085" y="78912"/>
                    <a:pt x="50707" y="75664"/>
                    <a:pt x="52330" y="73228"/>
                  </a:cubicBezTo>
                  <a:cubicBezTo>
                    <a:pt x="55575" y="68357"/>
                    <a:pt x="57198" y="65921"/>
                    <a:pt x="56386" y="65921"/>
                  </a:cubicBezTo>
                  <a:cubicBezTo>
                    <a:pt x="55575" y="65921"/>
                    <a:pt x="54764" y="67545"/>
                    <a:pt x="54764" y="68357"/>
                  </a:cubicBezTo>
                  <a:cubicBezTo>
                    <a:pt x="53952" y="69981"/>
                    <a:pt x="48273" y="78912"/>
                    <a:pt x="47462" y="78912"/>
                  </a:cubicBezTo>
                  <a:cubicBezTo>
                    <a:pt x="47462" y="78912"/>
                    <a:pt x="46651" y="80535"/>
                    <a:pt x="45839" y="81347"/>
                  </a:cubicBezTo>
                  <a:cubicBezTo>
                    <a:pt x="45028" y="82971"/>
                    <a:pt x="44217" y="84595"/>
                    <a:pt x="42594" y="86218"/>
                  </a:cubicBezTo>
                  <a:cubicBezTo>
                    <a:pt x="41783" y="87030"/>
                    <a:pt x="40971" y="88654"/>
                    <a:pt x="40971" y="88654"/>
                  </a:cubicBezTo>
                  <a:cubicBezTo>
                    <a:pt x="40971" y="88654"/>
                    <a:pt x="40160" y="90278"/>
                    <a:pt x="38538" y="92714"/>
                  </a:cubicBezTo>
                  <a:cubicBezTo>
                    <a:pt x="36915" y="94337"/>
                    <a:pt x="36103" y="95961"/>
                    <a:pt x="36103" y="96773"/>
                  </a:cubicBezTo>
                  <a:cubicBezTo>
                    <a:pt x="36103" y="97585"/>
                    <a:pt x="35292" y="97585"/>
                    <a:pt x="35292" y="98397"/>
                  </a:cubicBezTo>
                  <a:cubicBezTo>
                    <a:pt x="36103" y="98397"/>
                    <a:pt x="36103" y="99209"/>
                    <a:pt x="36915" y="99209"/>
                  </a:cubicBezTo>
                  <a:close/>
                  <a:moveTo>
                    <a:pt x="37726" y="88654"/>
                  </a:moveTo>
                  <a:cubicBezTo>
                    <a:pt x="38538" y="87842"/>
                    <a:pt x="38538" y="87842"/>
                    <a:pt x="39349" y="87842"/>
                  </a:cubicBezTo>
                  <a:cubicBezTo>
                    <a:pt x="39349" y="87842"/>
                    <a:pt x="40160" y="87842"/>
                    <a:pt x="40160" y="87030"/>
                  </a:cubicBezTo>
                  <a:cubicBezTo>
                    <a:pt x="40160" y="86218"/>
                    <a:pt x="40160" y="85407"/>
                    <a:pt x="40160" y="84595"/>
                  </a:cubicBezTo>
                  <a:cubicBezTo>
                    <a:pt x="40971" y="82971"/>
                    <a:pt x="40160" y="83783"/>
                    <a:pt x="38538" y="87030"/>
                  </a:cubicBezTo>
                  <a:cubicBezTo>
                    <a:pt x="37726" y="88654"/>
                    <a:pt x="37726" y="89466"/>
                    <a:pt x="37726" y="88654"/>
                  </a:cubicBezTo>
                  <a:close/>
                  <a:moveTo>
                    <a:pt x="41783" y="85407"/>
                  </a:moveTo>
                  <a:cubicBezTo>
                    <a:pt x="42594" y="85407"/>
                    <a:pt x="42594" y="84595"/>
                    <a:pt x="42594" y="84595"/>
                  </a:cubicBezTo>
                  <a:cubicBezTo>
                    <a:pt x="42594" y="83783"/>
                    <a:pt x="43405" y="83783"/>
                    <a:pt x="43405" y="83783"/>
                  </a:cubicBezTo>
                  <a:cubicBezTo>
                    <a:pt x="44217" y="83783"/>
                    <a:pt x="44217" y="81347"/>
                    <a:pt x="43405" y="81347"/>
                  </a:cubicBezTo>
                  <a:cubicBezTo>
                    <a:pt x="42594" y="81347"/>
                    <a:pt x="42594" y="82159"/>
                    <a:pt x="41783" y="82159"/>
                  </a:cubicBezTo>
                  <a:cubicBezTo>
                    <a:pt x="41783" y="82971"/>
                    <a:pt x="40971" y="82971"/>
                    <a:pt x="40971" y="82971"/>
                  </a:cubicBezTo>
                  <a:cubicBezTo>
                    <a:pt x="40971" y="82971"/>
                    <a:pt x="41783" y="81347"/>
                    <a:pt x="41783" y="80535"/>
                  </a:cubicBezTo>
                  <a:lnTo>
                    <a:pt x="42594" y="78912"/>
                  </a:lnTo>
                  <a:lnTo>
                    <a:pt x="40971" y="80535"/>
                  </a:lnTo>
                  <a:cubicBezTo>
                    <a:pt x="40160" y="81347"/>
                    <a:pt x="39349" y="82159"/>
                    <a:pt x="40160" y="83783"/>
                  </a:cubicBezTo>
                  <a:cubicBezTo>
                    <a:pt x="40160" y="84595"/>
                    <a:pt x="40160" y="85407"/>
                    <a:pt x="40160" y="85407"/>
                  </a:cubicBezTo>
                  <a:cubicBezTo>
                    <a:pt x="40160" y="85407"/>
                    <a:pt x="40971" y="86218"/>
                    <a:pt x="41783" y="85407"/>
                  </a:cubicBezTo>
                  <a:close/>
                  <a:moveTo>
                    <a:pt x="42594" y="95149"/>
                  </a:moveTo>
                  <a:cubicBezTo>
                    <a:pt x="42594" y="95149"/>
                    <a:pt x="43405" y="95149"/>
                    <a:pt x="42594" y="95149"/>
                  </a:cubicBezTo>
                  <a:cubicBezTo>
                    <a:pt x="43405" y="95961"/>
                    <a:pt x="43405" y="95149"/>
                    <a:pt x="43405" y="95149"/>
                  </a:cubicBezTo>
                  <a:cubicBezTo>
                    <a:pt x="43405" y="94337"/>
                    <a:pt x="43405" y="94337"/>
                    <a:pt x="42594" y="95149"/>
                  </a:cubicBezTo>
                  <a:cubicBezTo>
                    <a:pt x="42594" y="94337"/>
                    <a:pt x="42594" y="94337"/>
                    <a:pt x="42594" y="95149"/>
                  </a:cubicBezTo>
                  <a:close/>
                  <a:moveTo>
                    <a:pt x="45028" y="78100"/>
                  </a:moveTo>
                  <a:cubicBezTo>
                    <a:pt x="45028" y="78100"/>
                    <a:pt x="45028" y="78100"/>
                    <a:pt x="45028" y="78100"/>
                  </a:cubicBezTo>
                  <a:cubicBezTo>
                    <a:pt x="44217" y="80535"/>
                    <a:pt x="45839" y="79723"/>
                    <a:pt x="46651" y="77288"/>
                  </a:cubicBezTo>
                  <a:cubicBezTo>
                    <a:pt x="47462" y="75664"/>
                    <a:pt x="48273" y="74852"/>
                    <a:pt x="47462" y="74040"/>
                  </a:cubicBezTo>
                  <a:cubicBezTo>
                    <a:pt x="47462" y="73228"/>
                    <a:pt x="47462" y="72417"/>
                    <a:pt x="47462" y="72417"/>
                  </a:cubicBezTo>
                  <a:cubicBezTo>
                    <a:pt x="48273" y="71605"/>
                    <a:pt x="48273" y="71605"/>
                    <a:pt x="47462" y="71605"/>
                  </a:cubicBezTo>
                  <a:cubicBezTo>
                    <a:pt x="46651" y="71605"/>
                    <a:pt x="46651" y="71605"/>
                    <a:pt x="46651" y="72417"/>
                  </a:cubicBezTo>
                  <a:cubicBezTo>
                    <a:pt x="46651" y="72417"/>
                    <a:pt x="46651" y="73228"/>
                    <a:pt x="46651" y="73228"/>
                  </a:cubicBezTo>
                  <a:cubicBezTo>
                    <a:pt x="45839" y="73228"/>
                    <a:pt x="44217" y="78100"/>
                    <a:pt x="45028" y="78100"/>
                  </a:cubicBezTo>
                  <a:close/>
                  <a:moveTo>
                    <a:pt x="49085" y="70793"/>
                  </a:moveTo>
                  <a:cubicBezTo>
                    <a:pt x="49085" y="70793"/>
                    <a:pt x="49896" y="69981"/>
                    <a:pt x="50707" y="69169"/>
                  </a:cubicBezTo>
                  <a:cubicBezTo>
                    <a:pt x="51519" y="68357"/>
                    <a:pt x="52330" y="67545"/>
                    <a:pt x="52330" y="67545"/>
                  </a:cubicBezTo>
                  <a:cubicBezTo>
                    <a:pt x="53141" y="67545"/>
                    <a:pt x="53141" y="67545"/>
                    <a:pt x="53952" y="65921"/>
                  </a:cubicBezTo>
                  <a:cubicBezTo>
                    <a:pt x="54764" y="64298"/>
                    <a:pt x="54764" y="64298"/>
                    <a:pt x="53952" y="65110"/>
                  </a:cubicBezTo>
                  <a:cubicBezTo>
                    <a:pt x="53141" y="65921"/>
                    <a:pt x="53141" y="65921"/>
                    <a:pt x="53141" y="65110"/>
                  </a:cubicBezTo>
                  <a:cubicBezTo>
                    <a:pt x="53141" y="64298"/>
                    <a:pt x="53141" y="64298"/>
                    <a:pt x="52330" y="65110"/>
                  </a:cubicBezTo>
                  <a:cubicBezTo>
                    <a:pt x="51519" y="65110"/>
                    <a:pt x="51519" y="65921"/>
                    <a:pt x="51519" y="66733"/>
                  </a:cubicBezTo>
                  <a:cubicBezTo>
                    <a:pt x="51519" y="67545"/>
                    <a:pt x="50707" y="67545"/>
                    <a:pt x="50707" y="68357"/>
                  </a:cubicBezTo>
                  <a:cubicBezTo>
                    <a:pt x="48273" y="68357"/>
                    <a:pt x="48273" y="70793"/>
                    <a:pt x="49085" y="70793"/>
                  </a:cubicBezTo>
                  <a:close/>
                  <a:moveTo>
                    <a:pt x="49085" y="72417"/>
                  </a:moveTo>
                  <a:cubicBezTo>
                    <a:pt x="49085" y="72417"/>
                    <a:pt x="49896" y="71605"/>
                    <a:pt x="49085" y="72417"/>
                  </a:cubicBezTo>
                  <a:cubicBezTo>
                    <a:pt x="49896" y="71605"/>
                    <a:pt x="49896" y="71605"/>
                    <a:pt x="49085" y="71605"/>
                  </a:cubicBezTo>
                  <a:cubicBezTo>
                    <a:pt x="49085" y="70793"/>
                    <a:pt x="49085" y="71605"/>
                    <a:pt x="49085" y="72417"/>
                  </a:cubicBezTo>
                  <a:cubicBezTo>
                    <a:pt x="49085" y="71605"/>
                    <a:pt x="49085" y="72417"/>
                    <a:pt x="49085" y="72417"/>
                  </a:cubicBezTo>
                  <a:close/>
                  <a:moveTo>
                    <a:pt x="50707" y="69981"/>
                  </a:moveTo>
                  <a:cubicBezTo>
                    <a:pt x="51519" y="69169"/>
                    <a:pt x="51519" y="68357"/>
                    <a:pt x="51519" y="68357"/>
                  </a:cubicBezTo>
                  <a:cubicBezTo>
                    <a:pt x="51519" y="67545"/>
                    <a:pt x="51519" y="67545"/>
                    <a:pt x="50707" y="69981"/>
                  </a:cubicBezTo>
                  <a:cubicBezTo>
                    <a:pt x="49896" y="70793"/>
                    <a:pt x="49896" y="70793"/>
                    <a:pt x="50707" y="69981"/>
                  </a:cubicBezTo>
                  <a:close/>
                  <a:moveTo>
                    <a:pt x="52330" y="167407"/>
                  </a:moveTo>
                  <a:cubicBezTo>
                    <a:pt x="62877" y="167407"/>
                    <a:pt x="95330" y="144674"/>
                    <a:pt x="103443" y="137367"/>
                  </a:cubicBezTo>
                  <a:cubicBezTo>
                    <a:pt x="105065" y="135743"/>
                    <a:pt x="106688" y="134931"/>
                    <a:pt x="107499" y="134931"/>
                  </a:cubicBezTo>
                  <a:cubicBezTo>
                    <a:pt x="108311" y="134931"/>
                    <a:pt x="109122" y="133308"/>
                    <a:pt x="110745" y="131684"/>
                  </a:cubicBezTo>
                  <a:cubicBezTo>
                    <a:pt x="113178" y="129248"/>
                    <a:pt x="113990" y="129248"/>
                    <a:pt x="112367" y="128436"/>
                  </a:cubicBezTo>
                  <a:cubicBezTo>
                    <a:pt x="111556" y="128436"/>
                    <a:pt x="110745" y="128436"/>
                    <a:pt x="110745" y="128436"/>
                  </a:cubicBezTo>
                  <a:cubicBezTo>
                    <a:pt x="110745" y="128436"/>
                    <a:pt x="109933" y="128436"/>
                    <a:pt x="109933" y="128436"/>
                  </a:cubicBezTo>
                  <a:cubicBezTo>
                    <a:pt x="109933" y="128436"/>
                    <a:pt x="108311" y="128436"/>
                    <a:pt x="107499" y="129248"/>
                  </a:cubicBezTo>
                  <a:cubicBezTo>
                    <a:pt x="106688" y="130060"/>
                    <a:pt x="105065" y="130872"/>
                    <a:pt x="104254" y="130872"/>
                  </a:cubicBezTo>
                  <a:cubicBezTo>
                    <a:pt x="102631" y="131684"/>
                    <a:pt x="98575" y="132496"/>
                    <a:pt x="99386" y="133308"/>
                  </a:cubicBezTo>
                  <a:cubicBezTo>
                    <a:pt x="99386" y="134120"/>
                    <a:pt x="96141" y="134931"/>
                    <a:pt x="95330" y="134931"/>
                  </a:cubicBezTo>
                  <a:cubicBezTo>
                    <a:pt x="95330" y="134931"/>
                    <a:pt x="94518" y="134931"/>
                    <a:pt x="94518" y="135743"/>
                  </a:cubicBezTo>
                  <a:cubicBezTo>
                    <a:pt x="94518" y="135743"/>
                    <a:pt x="93707" y="136555"/>
                    <a:pt x="92895" y="135743"/>
                  </a:cubicBezTo>
                  <a:cubicBezTo>
                    <a:pt x="92084" y="135743"/>
                    <a:pt x="92084" y="135743"/>
                    <a:pt x="92084" y="135743"/>
                  </a:cubicBezTo>
                  <a:cubicBezTo>
                    <a:pt x="92084" y="135743"/>
                    <a:pt x="92084" y="136555"/>
                    <a:pt x="91273" y="136555"/>
                  </a:cubicBezTo>
                  <a:cubicBezTo>
                    <a:pt x="90462" y="136555"/>
                    <a:pt x="90462" y="136555"/>
                    <a:pt x="90462" y="137367"/>
                  </a:cubicBezTo>
                  <a:cubicBezTo>
                    <a:pt x="90462" y="137367"/>
                    <a:pt x="90462" y="138179"/>
                    <a:pt x="89650" y="137367"/>
                  </a:cubicBezTo>
                  <a:cubicBezTo>
                    <a:pt x="88839" y="137367"/>
                    <a:pt x="88028" y="137367"/>
                    <a:pt x="88028" y="138179"/>
                  </a:cubicBezTo>
                  <a:cubicBezTo>
                    <a:pt x="87216" y="138991"/>
                    <a:pt x="86405" y="139803"/>
                    <a:pt x="86405" y="139803"/>
                  </a:cubicBezTo>
                  <a:cubicBezTo>
                    <a:pt x="85594" y="139803"/>
                    <a:pt x="84782" y="140614"/>
                    <a:pt x="84782" y="140614"/>
                  </a:cubicBezTo>
                  <a:cubicBezTo>
                    <a:pt x="83971" y="141426"/>
                    <a:pt x="83160" y="141426"/>
                    <a:pt x="82348" y="141426"/>
                  </a:cubicBezTo>
                  <a:cubicBezTo>
                    <a:pt x="80726" y="141426"/>
                    <a:pt x="77481" y="143050"/>
                    <a:pt x="75047" y="145486"/>
                  </a:cubicBezTo>
                  <a:cubicBezTo>
                    <a:pt x="74235" y="146298"/>
                    <a:pt x="73424" y="147110"/>
                    <a:pt x="72613" y="147110"/>
                  </a:cubicBezTo>
                  <a:cubicBezTo>
                    <a:pt x="70990" y="147110"/>
                    <a:pt x="64499" y="151981"/>
                    <a:pt x="61254" y="155228"/>
                  </a:cubicBezTo>
                  <a:cubicBezTo>
                    <a:pt x="59632" y="156852"/>
                    <a:pt x="57198" y="159288"/>
                    <a:pt x="56386" y="160100"/>
                  </a:cubicBezTo>
                  <a:cubicBezTo>
                    <a:pt x="55575" y="160911"/>
                    <a:pt x="54764" y="161723"/>
                    <a:pt x="53952" y="162535"/>
                  </a:cubicBezTo>
                  <a:cubicBezTo>
                    <a:pt x="53952" y="163347"/>
                    <a:pt x="53141" y="163347"/>
                    <a:pt x="52330" y="164159"/>
                  </a:cubicBezTo>
                  <a:cubicBezTo>
                    <a:pt x="51519" y="164159"/>
                    <a:pt x="50707" y="164971"/>
                    <a:pt x="50707" y="165783"/>
                  </a:cubicBezTo>
                  <a:cubicBezTo>
                    <a:pt x="50707" y="166595"/>
                    <a:pt x="50707" y="167407"/>
                    <a:pt x="49896" y="167407"/>
                  </a:cubicBezTo>
                  <a:cubicBezTo>
                    <a:pt x="50707" y="167407"/>
                    <a:pt x="51519" y="167407"/>
                    <a:pt x="52330" y="167407"/>
                  </a:cubicBezTo>
                  <a:close/>
                  <a:moveTo>
                    <a:pt x="54764" y="61862"/>
                  </a:moveTo>
                  <a:cubicBezTo>
                    <a:pt x="55575" y="61050"/>
                    <a:pt x="55575" y="61050"/>
                    <a:pt x="54764" y="61862"/>
                  </a:cubicBezTo>
                  <a:cubicBezTo>
                    <a:pt x="55575" y="62674"/>
                    <a:pt x="55575" y="62674"/>
                    <a:pt x="56386" y="61862"/>
                  </a:cubicBezTo>
                  <a:cubicBezTo>
                    <a:pt x="57198" y="61050"/>
                    <a:pt x="57198" y="60238"/>
                    <a:pt x="56386" y="60238"/>
                  </a:cubicBezTo>
                  <a:cubicBezTo>
                    <a:pt x="55575" y="59426"/>
                    <a:pt x="54764" y="59426"/>
                    <a:pt x="54764" y="61862"/>
                  </a:cubicBezTo>
                  <a:cubicBezTo>
                    <a:pt x="53141" y="63486"/>
                    <a:pt x="53141" y="63486"/>
                    <a:pt x="54764" y="61862"/>
                  </a:cubicBezTo>
                  <a:close/>
                  <a:moveTo>
                    <a:pt x="57198" y="57803"/>
                  </a:moveTo>
                  <a:cubicBezTo>
                    <a:pt x="58009" y="56991"/>
                    <a:pt x="58009" y="56991"/>
                    <a:pt x="57198" y="56991"/>
                  </a:cubicBezTo>
                  <a:cubicBezTo>
                    <a:pt x="56386" y="56991"/>
                    <a:pt x="56386" y="57803"/>
                    <a:pt x="56386" y="57803"/>
                  </a:cubicBezTo>
                  <a:cubicBezTo>
                    <a:pt x="55575" y="59426"/>
                    <a:pt x="56386" y="59426"/>
                    <a:pt x="57198" y="57803"/>
                  </a:cubicBezTo>
                  <a:close/>
                  <a:moveTo>
                    <a:pt x="60443" y="61862"/>
                  </a:moveTo>
                  <a:lnTo>
                    <a:pt x="61254" y="60238"/>
                  </a:lnTo>
                  <a:lnTo>
                    <a:pt x="60443" y="61862"/>
                  </a:lnTo>
                  <a:cubicBezTo>
                    <a:pt x="59632" y="61862"/>
                    <a:pt x="58820" y="62674"/>
                    <a:pt x="58820" y="63486"/>
                  </a:cubicBezTo>
                  <a:cubicBezTo>
                    <a:pt x="58820" y="64298"/>
                    <a:pt x="58820" y="64298"/>
                    <a:pt x="60443" y="61862"/>
                  </a:cubicBezTo>
                  <a:close/>
                  <a:moveTo>
                    <a:pt x="59632" y="56179"/>
                  </a:moveTo>
                  <a:cubicBezTo>
                    <a:pt x="59632" y="56179"/>
                    <a:pt x="60443" y="55367"/>
                    <a:pt x="61254" y="54555"/>
                  </a:cubicBezTo>
                  <a:cubicBezTo>
                    <a:pt x="62066" y="52931"/>
                    <a:pt x="62066" y="52931"/>
                    <a:pt x="61254" y="52931"/>
                  </a:cubicBezTo>
                  <a:cubicBezTo>
                    <a:pt x="60443" y="52931"/>
                    <a:pt x="61254" y="52120"/>
                    <a:pt x="62066" y="51308"/>
                  </a:cubicBezTo>
                  <a:cubicBezTo>
                    <a:pt x="62877" y="50496"/>
                    <a:pt x="63688" y="49684"/>
                    <a:pt x="62877" y="50496"/>
                  </a:cubicBezTo>
                  <a:cubicBezTo>
                    <a:pt x="62066" y="51308"/>
                    <a:pt x="62066" y="50496"/>
                    <a:pt x="62066" y="49684"/>
                  </a:cubicBezTo>
                  <a:cubicBezTo>
                    <a:pt x="62066" y="48872"/>
                    <a:pt x="59632" y="52931"/>
                    <a:pt x="59632" y="54555"/>
                  </a:cubicBezTo>
                  <a:cubicBezTo>
                    <a:pt x="59632" y="55367"/>
                    <a:pt x="59632" y="56179"/>
                    <a:pt x="59632" y="56179"/>
                  </a:cubicBezTo>
                  <a:close/>
                  <a:moveTo>
                    <a:pt x="66934" y="145486"/>
                  </a:moveTo>
                  <a:cubicBezTo>
                    <a:pt x="66934" y="145486"/>
                    <a:pt x="68556" y="144674"/>
                    <a:pt x="70179" y="143862"/>
                  </a:cubicBezTo>
                  <a:cubicBezTo>
                    <a:pt x="72613" y="142238"/>
                    <a:pt x="73424" y="141426"/>
                    <a:pt x="71801" y="142238"/>
                  </a:cubicBezTo>
                  <a:cubicBezTo>
                    <a:pt x="70179" y="143050"/>
                    <a:pt x="66934" y="145486"/>
                    <a:pt x="66934" y="145486"/>
                  </a:cubicBezTo>
                  <a:close/>
                  <a:moveTo>
                    <a:pt x="74235" y="141426"/>
                  </a:moveTo>
                  <a:cubicBezTo>
                    <a:pt x="74235" y="141426"/>
                    <a:pt x="75047" y="140614"/>
                    <a:pt x="75858" y="140614"/>
                  </a:cubicBezTo>
                  <a:cubicBezTo>
                    <a:pt x="76669" y="139803"/>
                    <a:pt x="76669" y="139803"/>
                    <a:pt x="76669" y="139803"/>
                  </a:cubicBezTo>
                  <a:cubicBezTo>
                    <a:pt x="76669" y="139803"/>
                    <a:pt x="79103" y="138179"/>
                    <a:pt x="81537" y="137367"/>
                  </a:cubicBezTo>
                  <a:cubicBezTo>
                    <a:pt x="89650" y="132496"/>
                    <a:pt x="99386" y="128436"/>
                    <a:pt x="108311" y="125189"/>
                  </a:cubicBezTo>
                  <a:cubicBezTo>
                    <a:pt x="120480" y="120317"/>
                    <a:pt x="121292" y="120317"/>
                    <a:pt x="121292" y="119506"/>
                  </a:cubicBezTo>
                  <a:cubicBezTo>
                    <a:pt x="121292" y="118694"/>
                    <a:pt x="118858" y="119506"/>
                    <a:pt x="113990" y="121941"/>
                  </a:cubicBezTo>
                  <a:cubicBezTo>
                    <a:pt x="112367" y="122753"/>
                    <a:pt x="109933" y="123565"/>
                    <a:pt x="109933" y="123565"/>
                  </a:cubicBezTo>
                  <a:cubicBezTo>
                    <a:pt x="107499" y="124377"/>
                    <a:pt x="88028" y="133308"/>
                    <a:pt x="84782" y="134931"/>
                  </a:cubicBezTo>
                  <a:cubicBezTo>
                    <a:pt x="83971" y="134931"/>
                    <a:pt x="81537" y="136555"/>
                    <a:pt x="79103" y="138179"/>
                  </a:cubicBezTo>
                  <a:cubicBezTo>
                    <a:pt x="74235" y="139803"/>
                    <a:pt x="72613" y="141426"/>
                    <a:pt x="74235" y="141426"/>
                  </a:cubicBezTo>
                  <a:close/>
                  <a:moveTo>
                    <a:pt x="85594" y="97585"/>
                  </a:moveTo>
                  <a:cubicBezTo>
                    <a:pt x="85594" y="97585"/>
                    <a:pt x="88028" y="95961"/>
                    <a:pt x="92084" y="91902"/>
                  </a:cubicBezTo>
                  <a:cubicBezTo>
                    <a:pt x="93707" y="90278"/>
                    <a:pt x="96141" y="88654"/>
                    <a:pt x="96141" y="87842"/>
                  </a:cubicBezTo>
                  <a:cubicBezTo>
                    <a:pt x="96141" y="87842"/>
                    <a:pt x="98575" y="86218"/>
                    <a:pt x="100198" y="83783"/>
                  </a:cubicBezTo>
                  <a:cubicBezTo>
                    <a:pt x="101820" y="81347"/>
                    <a:pt x="103443" y="80535"/>
                    <a:pt x="102631" y="80535"/>
                  </a:cubicBezTo>
                  <a:cubicBezTo>
                    <a:pt x="102631" y="80535"/>
                    <a:pt x="101009" y="82159"/>
                    <a:pt x="97763" y="84595"/>
                  </a:cubicBezTo>
                  <a:cubicBezTo>
                    <a:pt x="89650" y="92714"/>
                    <a:pt x="85594" y="97585"/>
                    <a:pt x="85594" y="97585"/>
                  </a:cubicBezTo>
                  <a:close/>
                  <a:moveTo>
                    <a:pt x="86405" y="138991"/>
                  </a:moveTo>
                  <a:cubicBezTo>
                    <a:pt x="86405" y="138991"/>
                    <a:pt x="87216" y="139803"/>
                    <a:pt x="86405" y="138991"/>
                  </a:cubicBezTo>
                  <a:cubicBezTo>
                    <a:pt x="87216" y="139803"/>
                    <a:pt x="87216" y="138991"/>
                    <a:pt x="87216" y="138991"/>
                  </a:cubicBezTo>
                  <a:cubicBezTo>
                    <a:pt x="87216" y="138179"/>
                    <a:pt x="87216" y="138179"/>
                    <a:pt x="86405" y="138991"/>
                  </a:cubicBezTo>
                  <a:cubicBezTo>
                    <a:pt x="86405" y="138179"/>
                    <a:pt x="86405" y="138179"/>
                    <a:pt x="86405" y="138991"/>
                  </a:cubicBezTo>
                  <a:close/>
                  <a:moveTo>
                    <a:pt x="96952" y="131684"/>
                  </a:moveTo>
                  <a:cubicBezTo>
                    <a:pt x="96952" y="131684"/>
                    <a:pt x="97763" y="131684"/>
                    <a:pt x="98575" y="130872"/>
                  </a:cubicBezTo>
                  <a:cubicBezTo>
                    <a:pt x="98575" y="130872"/>
                    <a:pt x="99386" y="130060"/>
                    <a:pt x="98575" y="130060"/>
                  </a:cubicBezTo>
                  <a:cubicBezTo>
                    <a:pt x="98575" y="130872"/>
                    <a:pt x="97763" y="130872"/>
                    <a:pt x="96952" y="131684"/>
                  </a:cubicBezTo>
                  <a:cubicBezTo>
                    <a:pt x="96952" y="131684"/>
                    <a:pt x="96952" y="131684"/>
                    <a:pt x="96952" y="131684"/>
                  </a:cubicBezTo>
                  <a:close/>
                  <a:moveTo>
                    <a:pt x="98575" y="150357"/>
                  </a:moveTo>
                  <a:cubicBezTo>
                    <a:pt x="99386" y="150357"/>
                    <a:pt x="100198" y="150357"/>
                    <a:pt x="100198" y="149545"/>
                  </a:cubicBezTo>
                  <a:cubicBezTo>
                    <a:pt x="100198" y="148733"/>
                    <a:pt x="100198" y="148733"/>
                    <a:pt x="99386" y="148733"/>
                  </a:cubicBezTo>
                  <a:cubicBezTo>
                    <a:pt x="98575" y="148733"/>
                    <a:pt x="99386" y="147921"/>
                    <a:pt x="99386" y="147921"/>
                  </a:cubicBezTo>
                  <a:cubicBezTo>
                    <a:pt x="100198" y="147110"/>
                    <a:pt x="100198" y="147110"/>
                    <a:pt x="99386" y="147921"/>
                  </a:cubicBezTo>
                  <a:cubicBezTo>
                    <a:pt x="99386" y="148733"/>
                    <a:pt x="98575" y="149545"/>
                    <a:pt x="98575" y="150357"/>
                  </a:cubicBezTo>
                  <a:cubicBezTo>
                    <a:pt x="96952" y="150357"/>
                    <a:pt x="96952" y="150357"/>
                    <a:pt x="98575" y="150357"/>
                  </a:cubicBezTo>
                  <a:close/>
                  <a:moveTo>
                    <a:pt x="103443" y="147921"/>
                  </a:moveTo>
                  <a:cubicBezTo>
                    <a:pt x="103443" y="147921"/>
                    <a:pt x="103443" y="147110"/>
                    <a:pt x="103443" y="147110"/>
                  </a:cubicBezTo>
                  <a:cubicBezTo>
                    <a:pt x="103443" y="146298"/>
                    <a:pt x="103443" y="146298"/>
                    <a:pt x="103443" y="147921"/>
                  </a:cubicBezTo>
                  <a:cubicBezTo>
                    <a:pt x="103443" y="147921"/>
                    <a:pt x="103443" y="147921"/>
                    <a:pt x="103443" y="147921"/>
                  </a:cubicBezTo>
                  <a:close/>
                  <a:moveTo>
                    <a:pt x="104254" y="143862"/>
                  </a:moveTo>
                  <a:cubicBezTo>
                    <a:pt x="104254" y="143862"/>
                    <a:pt x="105065" y="143862"/>
                    <a:pt x="105877" y="143050"/>
                  </a:cubicBezTo>
                  <a:cubicBezTo>
                    <a:pt x="106688" y="142238"/>
                    <a:pt x="107499" y="141426"/>
                    <a:pt x="107499" y="141426"/>
                  </a:cubicBezTo>
                  <a:cubicBezTo>
                    <a:pt x="108311" y="141426"/>
                    <a:pt x="109122" y="139803"/>
                    <a:pt x="108311" y="138991"/>
                  </a:cubicBezTo>
                  <a:cubicBezTo>
                    <a:pt x="108311" y="139803"/>
                    <a:pt x="104254" y="143862"/>
                    <a:pt x="104254" y="143862"/>
                  </a:cubicBezTo>
                  <a:close/>
                  <a:moveTo>
                    <a:pt x="110745" y="126001"/>
                  </a:moveTo>
                  <a:cubicBezTo>
                    <a:pt x="111556" y="126001"/>
                    <a:pt x="112367" y="125189"/>
                    <a:pt x="113178" y="125189"/>
                  </a:cubicBezTo>
                  <a:cubicBezTo>
                    <a:pt x="113990" y="124377"/>
                    <a:pt x="113990" y="124377"/>
                    <a:pt x="113178" y="124377"/>
                  </a:cubicBezTo>
                  <a:cubicBezTo>
                    <a:pt x="111556" y="125189"/>
                    <a:pt x="110745" y="125189"/>
                    <a:pt x="110745" y="126001"/>
                  </a:cubicBezTo>
                  <a:cubicBezTo>
                    <a:pt x="109122" y="126001"/>
                    <a:pt x="109122" y="126001"/>
                    <a:pt x="110745" y="126001"/>
                  </a:cubicBezTo>
                  <a:close/>
                  <a:moveTo>
                    <a:pt x="112367" y="126813"/>
                  </a:moveTo>
                  <a:cubicBezTo>
                    <a:pt x="113178" y="126813"/>
                    <a:pt x="113178" y="126001"/>
                    <a:pt x="112367" y="126813"/>
                  </a:cubicBezTo>
                  <a:cubicBezTo>
                    <a:pt x="113178" y="126001"/>
                    <a:pt x="112367" y="126001"/>
                    <a:pt x="112367" y="126813"/>
                  </a:cubicBezTo>
                  <a:cubicBezTo>
                    <a:pt x="111556" y="126813"/>
                    <a:pt x="111556" y="126813"/>
                    <a:pt x="112367" y="126813"/>
                  </a:cubicBezTo>
                  <a:close/>
                  <a:moveTo>
                    <a:pt x="113990" y="127624"/>
                  </a:moveTo>
                  <a:cubicBezTo>
                    <a:pt x="113990" y="127624"/>
                    <a:pt x="114801" y="127624"/>
                    <a:pt x="114801" y="126813"/>
                  </a:cubicBezTo>
                  <a:cubicBezTo>
                    <a:pt x="114801" y="126813"/>
                    <a:pt x="114801" y="126001"/>
                    <a:pt x="113990" y="126001"/>
                  </a:cubicBezTo>
                  <a:cubicBezTo>
                    <a:pt x="113178" y="126001"/>
                    <a:pt x="113990" y="126813"/>
                    <a:pt x="113990" y="127624"/>
                  </a:cubicBezTo>
                  <a:cubicBezTo>
                    <a:pt x="113990" y="127624"/>
                    <a:pt x="113990" y="127624"/>
                    <a:pt x="113990" y="127624"/>
                  </a:cubicBezTo>
                  <a:close/>
                  <a:moveTo>
                    <a:pt x="136707" y="113822"/>
                  </a:moveTo>
                  <a:cubicBezTo>
                    <a:pt x="137518" y="113822"/>
                    <a:pt x="140763" y="113011"/>
                    <a:pt x="147254" y="110575"/>
                  </a:cubicBezTo>
                  <a:lnTo>
                    <a:pt x="150499" y="110575"/>
                  </a:lnTo>
                  <a:cubicBezTo>
                    <a:pt x="150499" y="110575"/>
                    <a:pt x="151310" y="110575"/>
                    <a:pt x="152933" y="110575"/>
                  </a:cubicBezTo>
                  <a:cubicBezTo>
                    <a:pt x="153744" y="110575"/>
                    <a:pt x="156178" y="109763"/>
                    <a:pt x="157801" y="109763"/>
                  </a:cubicBezTo>
                  <a:cubicBezTo>
                    <a:pt x="161857" y="108951"/>
                    <a:pt x="162669" y="108139"/>
                    <a:pt x="159423" y="108951"/>
                  </a:cubicBezTo>
                  <a:cubicBezTo>
                    <a:pt x="152933" y="109763"/>
                    <a:pt x="141574" y="111387"/>
                    <a:pt x="139141" y="113011"/>
                  </a:cubicBezTo>
                  <a:cubicBezTo>
                    <a:pt x="137518" y="113011"/>
                    <a:pt x="135895" y="113822"/>
                    <a:pt x="136707" y="113822"/>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10" name="Freeform 709">
              <a:extLst>
                <a:ext uri="{FF2B5EF4-FFF2-40B4-BE49-F238E27FC236}">
                  <a16:creationId xmlns:a16="http://schemas.microsoft.com/office/drawing/2014/main" id="{A5810D5C-AD0C-DF9A-BB0B-3A45BAD3DCC5}"/>
                </a:ext>
              </a:extLst>
            </p:cNvPr>
            <p:cNvSpPr/>
            <p:nvPr/>
          </p:nvSpPr>
          <p:spPr>
            <a:xfrm>
              <a:off x="6441499" y="-878123"/>
              <a:ext cx="110702" cy="68197"/>
            </a:xfrm>
            <a:custGeom>
              <a:avLst/>
              <a:gdLst>
                <a:gd name="connsiteX0" fmla="*/ 7665 w 110702"/>
                <a:gd name="connsiteY0" fmla="*/ 28416 h 68197"/>
                <a:gd name="connsiteX1" fmla="*/ 14156 w 110702"/>
                <a:gd name="connsiteY1" fmla="*/ 20297 h 68197"/>
                <a:gd name="connsiteX2" fmla="*/ 16590 w 110702"/>
                <a:gd name="connsiteY2" fmla="*/ 17861 h 68197"/>
                <a:gd name="connsiteX3" fmla="*/ 34439 w 110702"/>
                <a:gd name="connsiteY3" fmla="*/ 2436 h 68197"/>
                <a:gd name="connsiteX4" fmla="*/ 38495 w 110702"/>
                <a:gd name="connsiteY4" fmla="*/ 0 h 68197"/>
                <a:gd name="connsiteX5" fmla="*/ 42552 w 110702"/>
                <a:gd name="connsiteY5" fmla="*/ 0 h 68197"/>
                <a:gd name="connsiteX6" fmla="*/ 49042 w 110702"/>
                <a:gd name="connsiteY6" fmla="*/ 1624 h 68197"/>
                <a:gd name="connsiteX7" fmla="*/ 52288 w 110702"/>
                <a:gd name="connsiteY7" fmla="*/ 2436 h 68197"/>
                <a:gd name="connsiteX8" fmla="*/ 52288 w 110702"/>
                <a:gd name="connsiteY8" fmla="*/ 2436 h 68197"/>
                <a:gd name="connsiteX9" fmla="*/ 52288 w 110702"/>
                <a:gd name="connsiteY9" fmla="*/ 4059 h 68197"/>
                <a:gd name="connsiteX10" fmla="*/ 55533 w 110702"/>
                <a:gd name="connsiteY10" fmla="*/ 14614 h 68197"/>
                <a:gd name="connsiteX11" fmla="*/ 55533 w 110702"/>
                <a:gd name="connsiteY11" fmla="*/ 14614 h 68197"/>
                <a:gd name="connsiteX12" fmla="*/ 53099 w 110702"/>
                <a:gd name="connsiteY12" fmla="*/ 19485 h 68197"/>
                <a:gd name="connsiteX13" fmla="*/ 51476 w 110702"/>
                <a:gd name="connsiteY13" fmla="*/ 21109 h 68197"/>
                <a:gd name="connsiteX14" fmla="*/ 44175 w 110702"/>
                <a:gd name="connsiteY14" fmla="*/ 27604 h 68197"/>
                <a:gd name="connsiteX15" fmla="*/ 42552 w 110702"/>
                <a:gd name="connsiteY15" fmla="*/ 28416 h 68197"/>
                <a:gd name="connsiteX16" fmla="*/ 29571 w 110702"/>
                <a:gd name="connsiteY16" fmla="*/ 34099 h 68197"/>
                <a:gd name="connsiteX17" fmla="*/ 27137 w 110702"/>
                <a:gd name="connsiteY17" fmla="*/ 34911 h 68197"/>
                <a:gd name="connsiteX18" fmla="*/ 14156 w 110702"/>
                <a:gd name="connsiteY18" fmla="*/ 41406 h 68197"/>
                <a:gd name="connsiteX19" fmla="*/ 13344 w 110702"/>
                <a:gd name="connsiteY19" fmla="*/ 40594 h 68197"/>
                <a:gd name="connsiteX20" fmla="*/ 7665 w 110702"/>
                <a:gd name="connsiteY20" fmla="*/ 52772 h 68197"/>
                <a:gd name="connsiteX21" fmla="*/ 10099 w 110702"/>
                <a:gd name="connsiteY21" fmla="*/ 59267 h 68197"/>
                <a:gd name="connsiteX22" fmla="*/ 19835 w 110702"/>
                <a:gd name="connsiteY22" fmla="*/ 60079 h 68197"/>
                <a:gd name="connsiteX23" fmla="*/ 26326 w 110702"/>
                <a:gd name="connsiteY23" fmla="*/ 59267 h 68197"/>
                <a:gd name="connsiteX24" fmla="*/ 38495 w 110702"/>
                <a:gd name="connsiteY24" fmla="*/ 56020 h 68197"/>
                <a:gd name="connsiteX25" fmla="*/ 75816 w 110702"/>
                <a:gd name="connsiteY25" fmla="*/ 38970 h 68197"/>
                <a:gd name="connsiteX26" fmla="*/ 77438 w 110702"/>
                <a:gd name="connsiteY26" fmla="*/ 38158 h 68197"/>
                <a:gd name="connsiteX27" fmla="*/ 81495 w 110702"/>
                <a:gd name="connsiteY27" fmla="*/ 35723 h 68197"/>
                <a:gd name="connsiteX28" fmla="*/ 83929 w 110702"/>
                <a:gd name="connsiteY28" fmla="*/ 34099 h 68197"/>
                <a:gd name="connsiteX29" fmla="*/ 88797 w 110702"/>
                <a:gd name="connsiteY29" fmla="*/ 30851 h 68197"/>
                <a:gd name="connsiteX30" fmla="*/ 110702 w 110702"/>
                <a:gd name="connsiteY30" fmla="*/ 16238 h 68197"/>
                <a:gd name="connsiteX31" fmla="*/ 105023 w 110702"/>
                <a:gd name="connsiteY31" fmla="*/ 21921 h 68197"/>
                <a:gd name="connsiteX32" fmla="*/ 101778 w 110702"/>
                <a:gd name="connsiteY32" fmla="*/ 25168 h 68197"/>
                <a:gd name="connsiteX33" fmla="*/ 100967 w 110702"/>
                <a:gd name="connsiteY33" fmla="*/ 26792 h 68197"/>
                <a:gd name="connsiteX34" fmla="*/ 99344 w 110702"/>
                <a:gd name="connsiteY34" fmla="*/ 28416 h 68197"/>
                <a:gd name="connsiteX35" fmla="*/ 91231 w 110702"/>
                <a:gd name="connsiteY35" fmla="*/ 35723 h 68197"/>
                <a:gd name="connsiteX36" fmla="*/ 86363 w 110702"/>
                <a:gd name="connsiteY36" fmla="*/ 38970 h 68197"/>
                <a:gd name="connsiteX37" fmla="*/ 81495 w 110702"/>
                <a:gd name="connsiteY37" fmla="*/ 42218 h 68197"/>
                <a:gd name="connsiteX38" fmla="*/ 79061 w 110702"/>
                <a:gd name="connsiteY38" fmla="*/ 43841 h 68197"/>
                <a:gd name="connsiteX39" fmla="*/ 76627 w 110702"/>
                <a:gd name="connsiteY39" fmla="*/ 45465 h 68197"/>
                <a:gd name="connsiteX40" fmla="*/ 70948 w 110702"/>
                <a:gd name="connsiteY40" fmla="*/ 49524 h 68197"/>
                <a:gd name="connsiteX41" fmla="*/ 72571 w 110702"/>
                <a:gd name="connsiteY41" fmla="*/ 48713 h 68197"/>
                <a:gd name="connsiteX42" fmla="*/ 75004 w 110702"/>
                <a:gd name="connsiteY42" fmla="*/ 47089 h 68197"/>
                <a:gd name="connsiteX43" fmla="*/ 76627 w 110702"/>
                <a:gd name="connsiteY43" fmla="*/ 46277 h 68197"/>
                <a:gd name="connsiteX44" fmla="*/ 78250 w 110702"/>
                <a:gd name="connsiteY44" fmla="*/ 45465 h 68197"/>
                <a:gd name="connsiteX45" fmla="*/ 77438 w 110702"/>
                <a:gd name="connsiteY45" fmla="*/ 47089 h 68197"/>
                <a:gd name="connsiteX46" fmla="*/ 76627 w 110702"/>
                <a:gd name="connsiteY46" fmla="*/ 47901 h 68197"/>
                <a:gd name="connsiteX47" fmla="*/ 70136 w 110702"/>
                <a:gd name="connsiteY47" fmla="*/ 53584 h 68197"/>
                <a:gd name="connsiteX48" fmla="*/ 62023 w 110702"/>
                <a:gd name="connsiteY48" fmla="*/ 57643 h 68197"/>
                <a:gd name="connsiteX49" fmla="*/ 58778 w 110702"/>
                <a:gd name="connsiteY49" fmla="*/ 59267 h 68197"/>
                <a:gd name="connsiteX50" fmla="*/ 58778 w 110702"/>
                <a:gd name="connsiteY50" fmla="*/ 59267 h 68197"/>
                <a:gd name="connsiteX51" fmla="*/ 58778 w 110702"/>
                <a:gd name="connsiteY51" fmla="*/ 59267 h 68197"/>
                <a:gd name="connsiteX52" fmla="*/ 40118 w 110702"/>
                <a:gd name="connsiteY52" fmla="*/ 65762 h 68197"/>
                <a:gd name="connsiteX53" fmla="*/ 34439 w 110702"/>
                <a:gd name="connsiteY53" fmla="*/ 66574 h 68197"/>
                <a:gd name="connsiteX54" fmla="*/ 35250 w 110702"/>
                <a:gd name="connsiteY54" fmla="*/ 66574 h 68197"/>
                <a:gd name="connsiteX55" fmla="*/ 35250 w 110702"/>
                <a:gd name="connsiteY55" fmla="*/ 67386 h 68197"/>
                <a:gd name="connsiteX56" fmla="*/ 28759 w 110702"/>
                <a:gd name="connsiteY56" fmla="*/ 68198 h 68197"/>
                <a:gd name="connsiteX57" fmla="*/ 14156 w 110702"/>
                <a:gd name="connsiteY57" fmla="*/ 66574 h 68197"/>
                <a:gd name="connsiteX58" fmla="*/ 3609 w 110702"/>
                <a:gd name="connsiteY58" fmla="*/ 58455 h 68197"/>
                <a:gd name="connsiteX59" fmla="*/ 363 w 110702"/>
                <a:gd name="connsiteY59" fmla="*/ 50336 h 68197"/>
                <a:gd name="connsiteX60" fmla="*/ 7665 w 110702"/>
                <a:gd name="connsiteY60" fmla="*/ 28416 h 68197"/>
                <a:gd name="connsiteX61" fmla="*/ 25514 w 110702"/>
                <a:gd name="connsiteY61" fmla="*/ 26792 h 68197"/>
                <a:gd name="connsiteX62" fmla="*/ 32005 w 110702"/>
                <a:gd name="connsiteY62" fmla="*/ 23544 h 68197"/>
                <a:gd name="connsiteX63" fmla="*/ 27948 w 110702"/>
                <a:gd name="connsiteY63" fmla="*/ 26792 h 68197"/>
                <a:gd name="connsiteX64" fmla="*/ 28759 w 110702"/>
                <a:gd name="connsiteY64" fmla="*/ 27604 h 68197"/>
                <a:gd name="connsiteX65" fmla="*/ 29571 w 110702"/>
                <a:gd name="connsiteY65" fmla="*/ 27604 h 68197"/>
                <a:gd name="connsiteX66" fmla="*/ 31193 w 110702"/>
                <a:gd name="connsiteY66" fmla="*/ 26792 h 68197"/>
                <a:gd name="connsiteX67" fmla="*/ 36061 w 110702"/>
                <a:gd name="connsiteY67" fmla="*/ 24356 h 68197"/>
                <a:gd name="connsiteX68" fmla="*/ 44175 w 110702"/>
                <a:gd name="connsiteY68" fmla="*/ 19485 h 68197"/>
                <a:gd name="connsiteX69" fmla="*/ 47420 w 110702"/>
                <a:gd name="connsiteY69" fmla="*/ 17049 h 68197"/>
                <a:gd name="connsiteX70" fmla="*/ 47420 w 110702"/>
                <a:gd name="connsiteY70" fmla="*/ 17049 h 68197"/>
                <a:gd name="connsiteX71" fmla="*/ 49042 w 110702"/>
                <a:gd name="connsiteY71" fmla="*/ 14614 h 68197"/>
                <a:gd name="connsiteX72" fmla="*/ 48231 w 110702"/>
                <a:gd name="connsiteY72" fmla="*/ 14614 h 68197"/>
                <a:gd name="connsiteX73" fmla="*/ 40118 w 110702"/>
                <a:gd name="connsiteY73" fmla="*/ 17049 h 68197"/>
                <a:gd name="connsiteX74" fmla="*/ 25514 w 110702"/>
                <a:gd name="connsiteY74" fmla="*/ 26792 h 68197"/>
                <a:gd name="connsiteX75" fmla="*/ 26326 w 110702"/>
                <a:gd name="connsiteY75" fmla="*/ 28416 h 68197"/>
                <a:gd name="connsiteX76" fmla="*/ 27137 w 110702"/>
                <a:gd name="connsiteY76" fmla="*/ 26792 h 68197"/>
                <a:gd name="connsiteX77" fmla="*/ 26326 w 110702"/>
                <a:gd name="connsiteY77" fmla="*/ 26792 h 68197"/>
                <a:gd name="connsiteX78" fmla="*/ 26326 w 110702"/>
                <a:gd name="connsiteY78" fmla="*/ 28416 h 68197"/>
                <a:gd name="connsiteX79" fmla="*/ 26326 w 110702"/>
                <a:gd name="connsiteY79" fmla="*/ 28416 h 68197"/>
                <a:gd name="connsiteX80" fmla="*/ 52288 w 110702"/>
                <a:gd name="connsiteY80" fmla="*/ 59267 h 68197"/>
                <a:gd name="connsiteX81" fmla="*/ 52288 w 110702"/>
                <a:gd name="connsiteY81" fmla="*/ 59267 h 68197"/>
                <a:gd name="connsiteX82" fmla="*/ 52288 w 110702"/>
                <a:gd name="connsiteY82" fmla="*/ 59267 h 68197"/>
                <a:gd name="connsiteX83" fmla="*/ 52288 w 110702"/>
                <a:gd name="connsiteY83" fmla="*/ 59267 h 68197"/>
                <a:gd name="connsiteX84" fmla="*/ 53910 w 110702"/>
                <a:gd name="connsiteY84" fmla="*/ 58455 h 68197"/>
                <a:gd name="connsiteX85" fmla="*/ 55533 w 110702"/>
                <a:gd name="connsiteY85" fmla="*/ 57643 h 68197"/>
                <a:gd name="connsiteX86" fmla="*/ 55533 w 110702"/>
                <a:gd name="connsiteY86" fmla="*/ 56832 h 68197"/>
                <a:gd name="connsiteX87" fmla="*/ 53910 w 110702"/>
                <a:gd name="connsiteY87" fmla="*/ 58455 h 68197"/>
                <a:gd name="connsiteX88" fmla="*/ 73382 w 110702"/>
                <a:gd name="connsiteY88" fmla="*/ 49524 h 68197"/>
                <a:gd name="connsiteX89" fmla="*/ 73382 w 110702"/>
                <a:gd name="connsiteY89" fmla="*/ 49524 h 68197"/>
                <a:gd name="connsiteX90" fmla="*/ 73382 w 110702"/>
                <a:gd name="connsiteY90" fmla="*/ 49524 h 68197"/>
                <a:gd name="connsiteX91" fmla="*/ 73382 w 110702"/>
                <a:gd name="connsiteY91" fmla="*/ 49524 h 68197"/>
                <a:gd name="connsiteX92" fmla="*/ 81495 w 110702"/>
                <a:gd name="connsiteY92" fmla="*/ 38158 h 68197"/>
                <a:gd name="connsiteX93" fmla="*/ 85551 w 110702"/>
                <a:gd name="connsiteY93" fmla="*/ 35723 h 68197"/>
                <a:gd name="connsiteX94" fmla="*/ 83118 w 110702"/>
                <a:gd name="connsiteY94" fmla="*/ 36535 h 68197"/>
                <a:gd name="connsiteX95" fmla="*/ 81495 w 110702"/>
                <a:gd name="connsiteY95" fmla="*/ 38158 h 68197"/>
                <a:gd name="connsiteX96" fmla="*/ 92042 w 110702"/>
                <a:gd name="connsiteY96" fmla="*/ 31663 h 68197"/>
                <a:gd name="connsiteX97" fmla="*/ 92853 w 110702"/>
                <a:gd name="connsiteY97" fmla="*/ 30851 h 68197"/>
                <a:gd name="connsiteX98" fmla="*/ 92042 w 110702"/>
                <a:gd name="connsiteY98" fmla="*/ 31663 h 68197"/>
                <a:gd name="connsiteX99" fmla="*/ 92042 w 110702"/>
                <a:gd name="connsiteY99" fmla="*/ 31663 h 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0702" h="68197">
                  <a:moveTo>
                    <a:pt x="7665" y="28416"/>
                  </a:moveTo>
                  <a:cubicBezTo>
                    <a:pt x="8476" y="25980"/>
                    <a:pt x="12533" y="21921"/>
                    <a:pt x="14156" y="20297"/>
                  </a:cubicBezTo>
                  <a:cubicBezTo>
                    <a:pt x="15779" y="18673"/>
                    <a:pt x="16590" y="17861"/>
                    <a:pt x="16590" y="17861"/>
                  </a:cubicBezTo>
                  <a:cubicBezTo>
                    <a:pt x="16590" y="16238"/>
                    <a:pt x="32005" y="4059"/>
                    <a:pt x="34439" y="2436"/>
                  </a:cubicBezTo>
                  <a:lnTo>
                    <a:pt x="38495" y="0"/>
                  </a:lnTo>
                  <a:lnTo>
                    <a:pt x="42552" y="0"/>
                  </a:lnTo>
                  <a:cubicBezTo>
                    <a:pt x="45797" y="0"/>
                    <a:pt x="47420" y="0"/>
                    <a:pt x="49042" y="1624"/>
                  </a:cubicBezTo>
                  <a:cubicBezTo>
                    <a:pt x="50665" y="2436"/>
                    <a:pt x="51476" y="3247"/>
                    <a:pt x="52288" y="2436"/>
                  </a:cubicBezTo>
                  <a:cubicBezTo>
                    <a:pt x="53099" y="1624"/>
                    <a:pt x="53099" y="1624"/>
                    <a:pt x="52288" y="2436"/>
                  </a:cubicBezTo>
                  <a:cubicBezTo>
                    <a:pt x="51476" y="3247"/>
                    <a:pt x="51476" y="3247"/>
                    <a:pt x="52288" y="4059"/>
                  </a:cubicBezTo>
                  <a:cubicBezTo>
                    <a:pt x="54722" y="5683"/>
                    <a:pt x="57155" y="12990"/>
                    <a:pt x="55533" y="14614"/>
                  </a:cubicBezTo>
                  <a:lnTo>
                    <a:pt x="55533" y="14614"/>
                  </a:lnTo>
                  <a:cubicBezTo>
                    <a:pt x="55533" y="15426"/>
                    <a:pt x="53910" y="19485"/>
                    <a:pt x="53099" y="19485"/>
                  </a:cubicBezTo>
                  <a:cubicBezTo>
                    <a:pt x="52288" y="19485"/>
                    <a:pt x="52288" y="20297"/>
                    <a:pt x="51476" y="21109"/>
                  </a:cubicBezTo>
                  <a:cubicBezTo>
                    <a:pt x="50665" y="21921"/>
                    <a:pt x="48231" y="24356"/>
                    <a:pt x="44175" y="27604"/>
                  </a:cubicBezTo>
                  <a:cubicBezTo>
                    <a:pt x="43363" y="28416"/>
                    <a:pt x="42552" y="28416"/>
                    <a:pt x="42552" y="28416"/>
                  </a:cubicBezTo>
                  <a:cubicBezTo>
                    <a:pt x="41740" y="28416"/>
                    <a:pt x="31193" y="32475"/>
                    <a:pt x="29571" y="34099"/>
                  </a:cubicBezTo>
                  <a:cubicBezTo>
                    <a:pt x="28759" y="34911"/>
                    <a:pt x="27137" y="34911"/>
                    <a:pt x="27137" y="34911"/>
                  </a:cubicBezTo>
                  <a:cubicBezTo>
                    <a:pt x="22269" y="35723"/>
                    <a:pt x="17401" y="37346"/>
                    <a:pt x="14156" y="41406"/>
                  </a:cubicBezTo>
                  <a:lnTo>
                    <a:pt x="13344" y="40594"/>
                  </a:lnTo>
                  <a:cubicBezTo>
                    <a:pt x="11722" y="43030"/>
                    <a:pt x="7665" y="50336"/>
                    <a:pt x="7665" y="52772"/>
                  </a:cubicBezTo>
                  <a:cubicBezTo>
                    <a:pt x="6854" y="56020"/>
                    <a:pt x="7665" y="58455"/>
                    <a:pt x="10099" y="59267"/>
                  </a:cubicBezTo>
                  <a:cubicBezTo>
                    <a:pt x="11722" y="60079"/>
                    <a:pt x="15779" y="60079"/>
                    <a:pt x="19835" y="60079"/>
                  </a:cubicBezTo>
                  <a:cubicBezTo>
                    <a:pt x="22269" y="60079"/>
                    <a:pt x="24703" y="60079"/>
                    <a:pt x="26326" y="59267"/>
                  </a:cubicBezTo>
                  <a:cubicBezTo>
                    <a:pt x="29571" y="58455"/>
                    <a:pt x="36061" y="56832"/>
                    <a:pt x="38495" y="56020"/>
                  </a:cubicBezTo>
                  <a:cubicBezTo>
                    <a:pt x="45797" y="54396"/>
                    <a:pt x="72571" y="43030"/>
                    <a:pt x="75816" y="38970"/>
                  </a:cubicBezTo>
                  <a:cubicBezTo>
                    <a:pt x="75816" y="38158"/>
                    <a:pt x="76627" y="38158"/>
                    <a:pt x="77438" y="38158"/>
                  </a:cubicBezTo>
                  <a:cubicBezTo>
                    <a:pt x="78250" y="38158"/>
                    <a:pt x="80684" y="36535"/>
                    <a:pt x="81495" y="35723"/>
                  </a:cubicBezTo>
                  <a:cubicBezTo>
                    <a:pt x="81495" y="35723"/>
                    <a:pt x="82306" y="34911"/>
                    <a:pt x="83929" y="34099"/>
                  </a:cubicBezTo>
                  <a:cubicBezTo>
                    <a:pt x="85551" y="33287"/>
                    <a:pt x="87174" y="31663"/>
                    <a:pt x="88797" y="30851"/>
                  </a:cubicBezTo>
                  <a:cubicBezTo>
                    <a:pt x="96099" y="25168"/>
                    <a:pt x="110702" y="15426"/>
                    <a:pt x="110702" y="16238"/>
                  </a:cubicBezTo>
                  <a:cubicBezTo>
                    <a:pt x="110702" y="17861"/>
                    <a:pt x="105834" y="21109"/>
                    <a:pt x="105023" y="21921"/>
                  </a:cubicBezTo>
                  <a:cubicBezTo>
                    <a:pt x="102589" y="23544"/>
                    <a:pt x="101778" y="24356"/>
                    <a:pt x="101778" y="25168"/>
                  </a:cubicBezTo>
                  <a:cubicBezTo>
                    <a:pt x="101778" y="25168"/>
                    <a:pt x="100967" y="25980"/>
                    <a:pt x="100967" y="26792"/>
                  </a:cubicBezTo>
                  <a:cubicBezTo>
                    <a:pt x="100155" y="27604"/>
                    <a:pt x="99344" y="27604"/>
                    <a:pt x="99344" y="28416"/>
                  </a:cubicBezTo>
                  <a:cubicBezTo>
                    <a:pt x="99344" y="29227"/>
                    <a:pt x="92853" y="34911"/>
                    <a:pt x="91231" y="35723"/>
                  </a:cubicBezTo>
                  <a:cubicBezTo>
                    <a:pt x="90419" y="36535"/>
                    <a:pt x="88797" y="37346"/>
                    <a:pt x="86363" y="38970"/>
                  </a:cubicBezTo>
                  <a:cubicBezTo>
                    <a:pt x="84740" y="40594"/>
                    <a:pt x="82306" y="41406"/>
                    <a:pt x="81495" y="42218"/>
                  </a:cubicBezTo>
                  <a:cubicBezTo>
                    <a:pt x="80684" y="42218"/>
                    <a:pt x="79872" y="43030"/>
                    <a:pt x="79061" y="43841"/>
                  </a:cubicBezTo>
                  <a:cubicBezTo>
                    <a:pt x="78250" y="44653"/>
                    <a:pt x="77438" y="45465"/>
                    <a:pt x="76627" y="45465"/>
                  </a:cubicBezTo>
                  <a:cubicBezTo>
                    <a:pt x="75816" y="45465"/>
                    <a:pt x="70948" y="49524"/>
                    <a:pt x="70948" y="49524"/>
                  </a:cubicBezTo>
                  <a:cubicBezTo>
                    <a:pt x="70948" y="49524"/>
                    <a:pt x="71759" y="49524"/>
                    <a:pt x="72571" y="48713"/>
                  </a:cubicBezTo>
                  <a:cubicBezTo>
                    <a:pt x="73382" y="47901"/>
                    <a:pt x="75004" y="47901"/>
                    <a:pt x="75004" y="47089"/>
                  </a:cubicBezTo>
                  <a:cubicBezTo>
                    <a:pt x="75004" y="46277"/>
                    <a:pt x="75816" y="46277"/>
                    <a:pt x="76627" y="46277"/>
                  </a:cubicBezTo>
                  <a:cubicBezTo>
                    <a:pt x="76627" y="46277"/>
                    <a:pt x="77438" y="45465"/>
                    <a:pt x="78250" y="45465"/>
                  </a:cubicBezTo>
                  <a:cubicBezTo>
                    <a:pt x="79872" y="45465"/>
                    <a:pt x="78250" y="47089"/>
                    <a:pt x="77438" y="47089"/>
                  </a:cubicBezTo>
                  <a:cubicBezTo>
                    <a:pt x="76627" y="47089"/>
                    <a:pt x="76627" y="47901"/>
                    <a:pt x="76627" y="47901"/>
                  </a:cubicBezTo>
                  <a:cubicBezTo>
                    <a:pt x="76627" y="49524"/>
                    <a:pt x="75004" y="51148"/>
                    <a:pt x="70136" y="53584"/>
                  </a:cubicBezTo>
                  <a:cubicBezTo>
                    <a:pt x="66891" y="55208"/>
                    <a:pt x="63646" y="56832"/>
                    <a:pt x="62023" y="57643"/>
                  </a:cubicBezTo>
                  <a:cubicBezTo>
                    <a:pt x="60401" y="58455"/>
                    <a:pt x="59589" y="59267"/>
                    <a:pt x="58778" y="59267"/>
                  </a:cubicBezTo>
                  <a:cubicBezTo>
                    <a:pt x="57967" y="60079"/>
                    <a:pt x="57967" y="60079"/>
                    <a:pt x="58778" y="59267"/>
                  </a:cubicBezTo>
                  <a:cubicBezTo>
                    <a:pt x="59589" y="58455"/>
                    <a:pt x="58778" y="58455"/>
                    <a:pt x="58778" y="59267"/>
                  </a:cubicBezTo>
                  <a:cubicBezTo>
                    <a:pt x="54722" y="62515"/>
                    <a:pt x="45797" y="64950"/>
                    <a:pt x="40118" y="65762"/>
                  </a:cubicBezTo>
                  <a:cubicBezTo>
                    <a:pt x="36873" y="65762"/>
                    <a:pt x="35250" y="66574"/>
                    <a:pt x="34439" y="66574"/>
                  </a:cubicBezTo>
                  <a:cubicBezTo>
                    <a:pt x="34439" y="66574"/>
                    <a:pt x="34439" y="66574"/>
                    <a:pt x="35250" y="66574"/>
                  </a:cubicBezTo>
                  <a:cubicBezTo>
                    <a:pt x="36873" y="66574"/>
                    <a:pt x="36873" y="66574"/>
                    <a:pt x="35250" y="67386"/>
                  </a:cubicBezTo>
                  <a:cubicBezTo>
                    <a:pt x="34439" y="67386"/>
                    <a:pt x="32005" y="68198"/>
                    <a:pt x="28759" y="68198"/>
                  </a:cubicBezTo>
                  <a:cubicBezTo>
                    <a:pt x="23892" y="68198"/>
                    <a:pt x="17401" y="67386"/>
                    <a:pt x="14156" y="66574"/>
                  </a:cubicBezTo>
                  <a:cubicBezTo>
                    <a:pt x="9288" y="64950"/>
                    <a:pt x="7665" y="64138"/>
                    <a:pt x="3609" y="58455"/>
                  </a:cubicBezTo>
                  <a:cubicBezTo>
                    <a:pt x="1175" y="54396"/>
                    <a:pt x="363" y="52772"/>
                    <a:pt x="363" y="50336"/>
                  </a:cubicBezTo>
                  <a:cubicBezTo>
                    <a:pt x="-1259" y="43841"/>
                    <a:pt x="2797" y="36535"/>
                    <a:pt x="7665" y="28416"/>
                  </a:cubicBezTo>
                  <a:close/>
                  <a:moveTo>
                    <a:pt x="25514" y="26792"/>
                  </a:moveTo>
                  <a:lnTo>
                    <a:pt x="32005" y="23544"/>
                  </a:lnTo>
                  <a:cubicBezTo>
                    <a:pt x="31193" y="24356"/>
                    <a:pt x="28759" y="25980"/>
                    <a:pt x="27948" y="26792"/>
                  </a:cubicBezTo>
                  <a:cubicBezTo>
                    <a:pt x="27948" y="27604"/>
                    <a:pt x="27948" y="28416"/>
                    <a:pt x="28759" y="27604"/>
                  </a:cubicBezTo>
                  <a:cubicBezTo>
                    <a:pt x="28759" y="27604"/>
                    <a:pt x="29571" y="27604"/>
                    <a:pt x="29571" y="27604"/>
                  </a:cubicBezTo>
                  <a:cubicBezTo>
                    <a:pt x="29571" y="27604"/>
                    <a:pt x="30382" y="27604"/>
                    <a:pt x="31193" y="26792"/>
                  </a:cubicBezTo>
                  <a:cubicBezTo>
                    <a:pt x="32816" y="25980"/>
                    <a:pt x="36061" y="24356"/>
                    <a:pt x="36061" y="24356"/>
                  </a:cubicBezTo>
                  <a:cubicBezTo>
                    <a:pt x="36061" y="24356"/>
                    <a:pt x="42552" y="21109"/>
                    <a:pt x="44175" y="19485"/>
                  </a:cubicBezTo>
                  <a:cubicBezTo>
                    <a:pt x="46608" y="17861"/>
                    <a:pt x="46608" y="17049"/>
                    <a:pt x="47420" y="17049"/>
                  </a:cubicBezTo>
                  <a:cubicBezTo>
                    <a:pt x="47420" y="17049"/>
                    <a:pt x="47420" y="16238"/>
                    <a:pt x="47420" y="17049"/>
                  </a:cubicBezTo>
                  <a:cubicBezTo>
                    <a:pt x="47420" y="17049"/>
                    <a:pt x="48231" y="15426"/>
                    <a:pt x="49042" y="14614"/>
                  </a:cubicBezTo>
                  <a:cubicBezTo>
                    <a:pt x="49042" y="14614"/>
                    <a:pt x="48231" y="14614"/>
                    <a:pt x="48231" y="14614"/>
                  </a:cubicBezTo>
                  <a:cubicBezTo>
                    <a:pt x="46608" y="15426"/>
                    <a:pt x="42552" y="16238"/>
                    <a:pt x="40118" y="17049"/>
                  </a:cubicBezTo>
                  <a:cubicBezTo>
                    <a:pt x="34439" y="18673"/>
                    <a:pt x="28759" y="22733"/>
                    <a:pt x="25514" y="26792"/>
                  </a:cubicBezTo>
                  <a:close/>
                  <a:moveTo>
                    <a:pt x="26326" y="28416"/>
                  </a:moveTo>
                  <a:cubicBezTo>
                    <a:pt x="27137" y="28416"/>
                    <a:pt x="27948" y="26792"/>
                    <a:pt x="27137" y="26792"/>
                  </a:cubicBezTo>
                  <a:cubicBezTo>
                    <a:pt x="27137" y="26792"/>
                    <a:pt x="26326" y="26792"/>
                    <a:pt x="26326" y="26792"/>
                  </a:cubicBezTo>
                  <a:cubicBezTo>
                    <a:pt x="27137" y="26792"/>
                    <a:pt x="26326" y="27604"/>
                    <a:pt x="26326" y="28416"/>
                  </a:cubicBezTo>
                  <a:cubicBezTo>
                    <a:pt x="25514" y="28416"/>
                    <a:pt x="26326" y="28416"/>
                    <a:pt x="26326" y="28416"/>
                  </a:cubicBezTo>
                  <a:close/>
                  <a:moveTo>
                    <a:pt x="52288" y="59267"/>
                  </a:moveTo>
                  <a:cubicBezTo>
                    <a:pt x="53099" y="59267"/>
                    <a:pt x="53910" y="59267"/>
                    <a:pt x="52288" y="59267"/>
                  </a:cubicBezTo>
                  <a:cubicBezTo>
                    <a:pt x="52288" y="58455"/>
                    <a:pt x="52288" y="58455"/>
                    <a:pt x="52288" y="59267"/>
                  </a:cubicBezTo>
                  <a:cubicBezTo>
                    <a:pt x="52288" y="59267"/>
                    <a:pt x="52288" y="59267"/>
                    <a:pt x="52288" y="59267"/>
                  </a:cubicBezTo>
                  <a:close/>
                  <a:moveTo>
                    <a:pt x="53910" y="58455"/>
                  </a:moveTo>
                  <a:cubicBezTo>
                    <a:pt x="53910" y="58455"/>
                    <a:pt x="55533" y="58455"/>
                    <a:pt x="55533" y="57643"/>
                  </a:cubicBezTo>
                  <a:cubicBezTo>
                    <a:pt x="55533" y="57643"/>
                    <a:pt x="55533" y="56832"/>
                    <a:pt x="55533" y="56832"/>
                  </a:cubicBezTo>
                  <a:cubicBezTo>
                    <a:pt x="54722" y="57643"/>
                    <a:pt x="53910" y="58455"/>
                    <a:pt x="53910" y="58455"/>
                  </a:cubicBezTo>
                  <a:close/>
                  <a:moveTo>
                    <a:pt x="73382" y="49524"/>
                  </a:moveTo>
                  <a:cubicBezTo>
                    <a:pt x="74193" y="49524"/>
                    <a:pt x="74193" y="49524"/>
                    <a:pt x="73382" y="49524"/>
                  </a:cubicBezTo>
                  <a:cubicBezTo>
                    <a:pt x="74193" y="48713"/>
                    <a:pt x="73382" y="48713"/>
                    <a:pt x="73382" y="49524"/>
                  </a:cubicBezTo>
                  <a:cubicBezTo>
                    <a:pt x="72571" y="49524"/>
                    <a:pt x="72571" y="49524"/>
                    <a:pt x="73382" y="49524"/>
                  </a:cubicBezTo>
                  <a:close/>
                  <a:moveTo>
                    <a:pt x="81495" y="38158"/>
                  </a:moveTo>
                  <a:cubicBezTo>
                    <a:pt x="81495" y="38158"/>
                    <a:pt x="85551" y="35723"/>
                    <a:pt x="85551" y="35723"/>
                  </a:cubicBezTo>
                  <a:cubicBezTo>
                    <a:pt x="85551" y="35723"/>
                    <a:pt x="84740" y="35723"/>
                    <a:pt x="83118" y="36535"/>
                  </a:cubicBezTo>
                  <a:cubicBezTo>
                    <a:pt x="82306" y="37346"/>
                    <a:pt x="81495" y="38158"/>
                    <a:pt x="81495" y="38158"/>
                  </a:cubicBezTo>
                  <a:close/>
                  <a:moveTo>
                    <a:pt x="92042" y="31663"/>
                  </a:moveTo>
                  <a:cubicBezTo>
                    <a:pt x="92853" y="30851"/>
                    <a:pt x="93665" y="30851"/>
                    <a:pt x="92853" y="30851"/>
                  </a:cubicBezTo>
                  <a:cubicBezTo>
                    <a:pt x="92853" y="30039"/>
                    <a:pt x="92853" y="30851"/>
                    <a:pt x="92042" y="31663"/>
                  </a:cubicBezTo>
                  <a:cubicBezTo>
                    <a:pt x="91231" y="31663"/>
                    <a:pt x="91231" y="31663"/>
                    <a:pt x="92042" y="31663"/>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11" name="Freeform 710">
              <a:extLst>
                <a:ext uri="{FF2B5EF4-FFF2-40B4-BE49-F238E27FC236}">
                  <a16:creationId xmlns:a16="http://schemas.microsoft.com/office/drawing/2014/main" id="{5CE20FAC-E863-D2CD-4164-61835096777D}"/>
                </a:ext>
              </a:extLst>
            </p:cNvPr>
            <p:cNvSpPr/>
            <p:nvPr/>
          </p:nvSpPr>
          <p:spPr>
            <a:xfrm>
              <a:off x="6510720" y="-951193"/>
              <a:ext cx="114500" cy="172118"/>
            </a:xfrm>
            <a:custGeom>
              <a:avLst/>
              <a:gdLst>
                <a:gd name="connsiteX0" fmla="*/ 7407 w 114500"/>
                <a:gd name="connsiteY0" fmla="*/ 121782 h 172118"/>
                <a:gd name="connsiteX1" fmla="*/ 18765 w 114500"/>
                <a:gd name="connsiteY1" fmla="*/ 100673 h 172118"/>
                <a:gd name="connsiteX2" fmla="*/ 22822 w 114500"/>
                <a:gd name="connsiteY2" fmla="*/ 93366 h 172118"/>
                <a:gd name="connsiteX3" fmla="*/ 27690 w 114500"/>
                <a:gd name="connsiteY3" fmla="*/ 86871 h 172118"/>
                <a:gd name="connsiteX4" fmla="*/ 28501 w 114500"/>
                <a:gd name="connsiteY4" fmla="*/ 85248 h 172118"/>
                <a:gd name="connsiteX5" fmla="*/ 29312 w 114500"/>
                <a:gd name="connsiteY5" fmla="*/ 83624 h 172118"/>
                <a:gd name="connsiteX6" fmla="*/ 30935 w 114500"/>
                <a:gd name="connsiteY6" fmla="*/ 81188 h 172118"/>
                <a:gd name="connsiteX7" fmla="*/ 33369 w 114500"/>
                <a:gd name="connsiteY7" fmla="*/ 77129 h 172118"/>
                <a:gd name="connsiteX8" fmla="*/ 38237 w 114500"/>
                <a:gd name="connsiteY8" fmla="*/ 69822 h 172118"/>
                <a:gd name="connsiteX9" fmla="*/ 43104 w 114500"/>
                <a:gd name="connsiteY9" fmla="*/ 63327 h 172118"/>
                <a:gd name="connsiteX10" fmla="*/ 46350 w 114500"/>
                <a:gd name="connsiteY10" fmla="*/ 57644 h 172118"/>
                <a:gd name="connsiteX11" fmla="*/ 45538 w 114500"/>
                <a:gd name="connsiteY11" fmla="*/ 57644 h 172118"/>
                <a:gd name="connsiteX12" fmla="*/ 43104 w 114500"/>
                <a:gd name="connsiteY12" fmla="*/ 58455 h 172118"/>
                <a:gd name="connsiteX13" fmla="*/ 39048 w 114500"/>
                <a:gd name="connsiteY13" fmla="*/ 59267 h 172118"/>
                <a:gd name="connsiteX14" fmla="*/ 31746 w 114500"/>
                <a:gd name="connsiteY14" fmla="*/ 60891 h 172118"/>
                <a:gd name="connsiteX15" fmla="*/ 23633 w 114500"/>
                <a:gd name="connsiteY15" fmla="*/ 61703 h 172118"/>
                <a:gd name="connsiteX16" fmla="*/ 15520 w 114500"/>
                <a:gd name="connsiteY16" fmla="*/ 54396 h 172118"/>
                <a:gd name="connsiteX17" fmla="*/ 17142 w 114500"/>
                <a:gd name="connsiteY17" fmla="*/ 53584 h 172118"/>
                <a:gd name="connsiteX18" fmla="*/ 25255 w 114500"/>
                <a:gd name="connsiteY18" fmla="*/ 51960 h 172118"/>
                <a:gd name="connsiteX19" fmla="*/ 54463 w 114500"/>
                <a:gd name="connsiteY19" fmla="*/ 45465 h 172118"/>
                <a:gd name="connsiteX20" fmla="*/ 56897 w 114500"/>
                <a:gd name="connsiteY20" fmla="*/ 43842 h 172118"/>
                <a:gd name="connsiteX21" fmla="*/ 58519 w 114500"/>
                <a:gd name="connsiteY21" fmla="*/ 41406 h 172118"/>
                <a:gd name="connsiteX22" fmla="*/ 60142 w 114500"/>
                <a:gd name="connsiteY22" fmla="*/ 39782 h 172118"/>
                <a:gd name="connsiteX23" fmla="*/ 60142 w 114500"/>
                <a:gd name="connsiteY23" fmla="*/ 38970 h 172118"/>
                <a:gd name="connsiteX24" fmla="*/ 62576 w 114500"/>
                <a:gd name="connsiteY24" fmla="*/ 38158 h 172118"/>
                <a:gd name="connsiteX25" fmla="*/ 61765 w 114500"/>
                <a:gd name="connsiteY25" fmla="*/ 38158 h 172118"/>
                <a:gd name="connsiteX26" fmla="*/ 60953 w 114500"/>
                <a:gd name="connsiteY26" fmla="*/ 38158 h 172118"/>
                <a:gd name="connsiteX27" fmla="*/ 70689 w 114500"/>
                <a:gd name="connsiteY27" fmla="*/ 25168 h 172118"/>
                <a:gd name="connsiteX28" fmla="*/ 73123 w 114500"/>
                <a:gd name="connsiteY28" fmla="*/ 21921 h 172118"/>
                <a:gd name="connsiteX29" fmla="*/ 74746 w 114500"/>
                <a:gd name="connsiteY29" fmla="*/ 20297 h 172118"/>
                <a:gd name="connsiteX30" fmla="*/ 82859 w 114500"/>
                <a:gd name="connsiteY30" fmla="*/ 10554 h 172118"/>
                <a:gd name="connsiteX31" fmla="*/ 95029 w 114500"/>
                <a:gd name="connsiteY31" fmla="*/ 0 h 172118"/>
                <a:gd name="connsiteX32" fmla="*/ 98274 w 114500"/>
                <a:gd name="connsiteY32" fmla="*/ 812 h 172118"/>
                <a:gd name="connsiteX33" fmla="*/ 103142 w 114500"/>
                <a:gd name="connsiteY33" fmla="*/ 6495 h 172118"/>
                <a:gd name="connsiteX34" fmla="*/ 103142 w 114500"/>
                <a:gd name="connsiteY34" fmla="*/ 8931 h 172118"/>
                <a:gd name="connsiteX35" fmla="*/ 102330 w 114500"/>
                <a:gd name="connsiteY35" fmla="*/ 11366 h 172118"/>
                <a:gd name="connsiteX36" fmla="*/ 100708 w 114500"/>
                <a:gd name="connsiteY36" fmla="*/ 14614 h 172118"/>
                <a:gd name="connsiteX37" fmla="*/ 94217 w 114500"/>
                <a:gd name="connsiteY37" fmla="*/ 21921 h 172118"/>
                <a:gd name="connsiteX38" fmla="*/ 87727 w 114500"/>
                <a:gd name="connsiteY38" fmla="*/ 29228 h 172118"/>
                <a:gd name="connsiteX39" fmla="*/ 81236 w 114500"/>
                <a:gd name="connsiteY39" fmla="*/ 36535 h 172118"/>
                <a:gd name="connsiteX40" fmla="*/ 79614 w 114500"/>
                <a:gd name="connsiteY40" fmla="*/ 38970 h 172118"/>
                <a:gd name="connsiteX41" fmla="*/ 77991 w 114500"/>
                <a:gd name="connsiteY41" fmla="*/ 41406 h 172118"/>
                <a:gd name="connsiteX42" fmla="*/ 77991 w 114500"/>
                <a:gd name="connsiteY42" fmla="*/ 42218 h 172118"/>
                <a:gd name="connsiteX43" fmla="*/ 84482 w 114500"/>
                <a:gd name="connsiteY43" fmla="*/ 42218 h 172118"/>
                <a:gd name="connsiteX44" fmla="*/ 109632 w 114500"/>
                <a:gd name="connsiteY44" fmla="*/ 42218 h 172118"/>
                <a:gd name="connsiteX45" fmla="*/ 114500 w 114500"/>
                <a:gd name="connsiteY45" fmla="*/ 44653 h 172118"/>
                <a:gd name="connsiteX46" fmla="*/ 108821 w 114500"/>
                <a:gd name="connsiteY46" fmla="*/ 44653 h 172118"/>
                <a:gd name="connsiteX47" fmla="*/ 88538 w 114500"/>
                <a:gd name="connsiteY47" fmla="*/ 46277 h 172118"/>
                <a:gd name="connsiteX48" fmla="*/ 82047 w 114500"/>
                <a:gd name="connsiteY48" fmla="*/ 47901 h 172118"/>
                <a:gd name="connsiteX49" fmla="*/ 80425 w 114500"/>
                <a:gd name="connsiteY49" fmla="*/ 47901 h 172118"/>
                <a:gd name="connsiteX50" fmla="*/ 77991 w 114500"/>
                <a:gd name="connsiteY50" fmla="*/ 47901 h 172118"/>
                <a:gd name="connsiteX51" fmla="*/ 76368 w 114500"/>
                <a:gd name="connsiteY51" fmla="*/ 48713 h 172118"/>
                <a:gd name="connsiteX52" fmla="*/ 70689 w 114500"/>
                <a:gd name="connsiteY52" fmla="*/ 50337 h 172118"/>
                <a:gd name="connsiteX53" fmla="*/ 69878 w 114500"/>
                <a:gd name="connsiteY53" fmla="*/ 51148 h 172118"/>
                <a:gd name="connsiteX54" fmla="*/ 68255 w 114500"/>
                <a:gd name="connsiteY54" fmla="*/ 52772 h 172118"/>
                <a:gd name="connsiteX55" fmla="*/ 66633 w 114500"/>
                <a:gd name="connsiteY55" fmla="*/ 55208 h 172118"/>
                <a:gd name="connsiteX56" fmla="*/ 62576 w 114500"/>
                <a:gd name="connsiteY56" fmla="*/ 60891 h 172118"/>
                <a:gd name="connsiteX57" fmla="*/ 56897 w 114500"/>
                <a:gd name="connsiteY57" fmla="*/ 68198 h 172118"/>
                <a:gd name="connsiteX58" fmla="*/ 56086 w 114500"/>
                <a:gd name="connsiteY58" fmla="*/ 69010 h 172118"/>
                <a:gd name="connsiteX59" fmla="*/ 52840 w 114500"/>
                <a:gd name="connsiteY59" fmla="*/ 73069 h 172118"/>
                <a:gd name="connsiteX60" fmla="*/ 49595 w 114500"/>
                <a:gd name="connsiteY60" fmla="*/ 77940 h 172118"/>
                <a:gd name="connsiteX61" fmla="*/ 44727 w 114500"/>
                <a:gd name="connsiteY61" fmla="*/ 84436 h 172118"/>
                <a:gd name="connsiteX62" fmla="*/ 40670 w 114500"/>
                <a:gd name="connsiteY62" fmla="*/ 91742 h 172118"/>
                <a:gd name="connsiteX63" fmla="*/ 37425 w 114500"/>
                <a:gd name="connsiteY63" fmla="*/ 97426 h 172118"/>
                <a:gd name="connsiteX64" fmla="*/ 26067 w 114500"/>
                <a:gd name="connsiteY64" fmla="*/ 113663 h 172118"/>
                <a:gd name="connsiteX65" fmla="*/ 26067 w 114500"/>
                <a:gd name="connsiteY65" fmla="*/ 113663 h 172118"/>
                <a:gd name="connsiteX66" fmla="*/ 25255 w 114500"/>
                <a:gd name="connsiteY66" fmla="*/ 116911 h 172118"/>
                <a:gd name="connsiteX67" fmla="*/ 21199 w 114500"/>
                <a:gd name="connsiteY67" fmla="*/ 122594 h 172118"/>
                <a:gd name="connsiteX68" fmla="*/ 21199 w 114500"/>
                <a:gd name="connsiteY68" fmla="*/ 123406 h 172118"/>
                <a:gd name="connsiteX69" fmla="*/ 21199 w 114500"/>
                <a:gd name="connsiteY69" fmla="*/ 125842 h 172118"/>
                <a:gd name="connsiteX70" fmla="*/ 17954 w 114500"/>
                <a:gd name="connsiteY70" fmla="*/ 129089 h 172118"/>
                <a:gd name="connsiteX71" fmla="*/ 17142 w 114500"/>
                <a:gd name="connsiteY71" fmla="*/ 129089 h 172118"/>
                <a:gd name="connsiteX72" fmla="*/ 16331 w 114500"/>
                <a:gd name="connsiteY72" fmla="*/ 129901 h 172118"/>
                <a:gd name="connsiteX73" fmla="*/ 16331 w 114500"/>
                <a:gd name="connsiteY73" fmla="*/ 129901 h 172118"/>
                <a:gd name="connsiteX74" fmla="*/ 15520 w 114500"/>
                <a:gd name="connsiteY74" fmla="*/ 129089 h 172118"/>
                <a:gd name="connsiteX75" fmla="*/ 13897 w 114500"/>
                <a:gd name="connsiteY75" fmla="*/ 130713 h 172118"/>
                <a:gd name="connsiteX76" fmla="*/ 13086 w 114500"/>
                <a:gd name="connsiteY76" fmla="*/ 133148 h 172118"/>
                <a:gd name="connsiteX77" fmla="*/ 13897 w 114500"/>
                <a:gd name="connsiteY77" fmla="*/ 132337 h 172118"/>
                <a:gd name="connsiteX78" fmla="*/ 14708 w 114500"/>
                <a:gd name="connsiteY78" fmla="*/ 131525 h 172118"/>
                <a:gd name="connsiteX79" fmla="*/ 15520 w 114500"/>
                <a:gd name="connsiteY79" fmla="*/ 130713 h 172118"/>
                <a:gd name="connsiteX80" fmla="*/ 16331 w 114500"/>
                <a:gd name="connsiteY80" fmla="*/ 129901 h 172118"/>
                <a:gd name="connsiteX81" fmla="*/ 17142 w 114500"/>
                <a:gd name="connsiteY81" fmla="*/ 130713 h 172118"/>
                <a:gd name="connsiteX82" fmla="*/ 17142 w 114500"/>
                <a:gd name="connsiteY82" fmla="*/ 132337 h 172118"/>
                <a:gd name="connsiteX83" fmla="*/ 16331 w 114500"/>
                <a:gd name="connsiteY83" fmla="*/ 133960 h 172118"/>
                <a:gd name="connsiteX84" fmla="*/ 16331 w 114500"/>
                <a:gd name="connsiteY84" fmla="*/ 136396 h 172118"/>
                <a:gd name="connsiteX85" fmla="*/ 15520 w 114500"/>
                <a:gd name="connsiteY85" fmla="*/ 138831 h 172118"/>
                <a:gd name="connsiteX86" fmla="*/ 12274 w 114500"/>
                <a:gd name="connsiteY86" fmla="*/ 149386 h 172118"/>
                <a:gd name="connsiteX87" fmla="*/ 10652 w 114500"/>
                <a:gd name="connsiteY87" fmla="*/ 152634 h 172118"/>
                <a:gd name="connsiteX88" fmla="*/ 9840 w 114500"/>
                <a:gd name="connsiteY88" fmla="*/ 154257 h 172118"/>
                <a:gd name="connsiteX89" fmla="*/ 10652 w 114500"/>
                <a:gd name="connsiteY89" fmla="*/ 155881 h 172118"/>
                <a:gd name="connsiteX90" fmla="*/ 10652 w 114500"/>
                <a:gd name="connsiteY90" fmla="*/ 156693 h 172118"/>
                <a:gd name="connsiteX91" fmla="*/ 11463 w 114500"/>
                <a:gd name="connsiteY91" fmla="*/ 164000 h 172118"/>
                <a:gd name="connsiteX92" fmla="*/ 17142 w 114500"/>
                <a:gd name="connsiteY92" fmla="*/ 170495 h 172118"/>
                <a:gd name="connsiteX93" fmla="*/ 17142 w 114500"/>
                <a:gd name="connsiteY93" fmla="*/ 172119 h 172118"/>
                <a:gd name="connsiteX94" fmla="*/ 6595 w 114500"/>
                <a:gd name="connsiteY94" fmla="*/ 167247 h 172118"/>
                <a:gd name="connsiteX95" fmla="*/ 7407 w 114500"/>
                <a:gd name="connsiteY95" fmla="*/ 121782 h 172118"/>
                <a:gd name="connsiteX96" fmla="*/ 6595 w 114500"/>
                <a:gd name="connsiteY96" fmla="*/ 131525 h 172118"/>
                <a:gd name="connsiteX97" fmla="*/ 7407 w 114500"/>
                <a:gd name="connsiteY97" fmla="*/ 129901 h 172118"/>
                <a:gd name="connsiteX98" fmla="*/ 6595 w 114500"/>
                <a:gd name="connsiteY98" fmla="*/ 129089 h 172118"/>
                <a:gd name="connsiteX99" fmla="*/ 6595 w 114500"/>
                <a:gd name="connsiteY99" fmla="*/ 131525 h 172118"/>
                <a:gd name="connsiteX100" fmla="*/ 9840 w 114500"/>
                <a:gd name="connsiteY100" fmla="*/ 153445 h 172118"/>
                <a:gd name="connsiteX101" fmla="*/ 10652 w 114500"/>
                <a:gd name="connsiteY101" fmla="*/ 151010 h 172118"/>
                <a:gd name="connsiteX102" fmla="*/ 11463 w 114500"/>
                <a:gd name="connsiteY102" fmla="*/ 146950 h 172118"/>
                <a:gd name="connsiteX103" fmla="*/ 11463 w 114500"/>
                <a:gd name="connsiteY103" fmla="*/ 142891 h 172118"/>
                <a:gd name="connsiteX104" fmla="*/ 9840 w 114500"/>
                <a:gd name="connsiteY104" fmla="*/ 149386 h 172118"/>
                <a:gd name="connsiteX105" fmla="*/ 9840 w 114500"/>
                <a:gd name="connsiteY105" fmla="*/ 152634 h 172118"/>
                <a:gd name="connsiteX106" fmla="*/ 9840 w 114500"/>
                <a:gd name="connsiteY106" fmla="*/ 153445 h 172118"/>
                <a:gd name="connsiteX107" fmla="*/ 10652 w 114500"/>
                <a:gd name="connsiteY107" fmla="*/ 121782 h 172118"/>
                <a:gd name="connsiteX108" fmla="*/ 12274 w 114500"/>
                <a:gd name="connsiteY108" fmla="*/ 120970 h 172118"/>
                <a:gd name="connsiteX109" fmla="*/ 11463 w 114500"/>
                <a:gd name="connsiteY109" fmla="*/ 120158 h 172118"/>
                <a:gd name="connsiteX110" fmla="*/ 11463 w 114500"/>
                <a:gd name="connsiteY110" fmla="*/ 120158 h 172118"/>
                <a:gd name="connsiteX111" fmla="*/ 10652 w 114500"/>
                <a:gd name="connsiteY111" fmla="*/ 121782 h 172118"/>
                <a:gd name="connsiteX112" fmla="*/ 10652 w 114500"/>
                <a:gd name="connsiteY112" fmla="*/ 121782 h 172118"/>
                <a:gd name="connsiteX113" fmla="*/ 13086 w 114500"/>
                <a:gd name="connsiteY113" fmla="*/ 138831 h 172118"/>
                <a:gd name="connsiteX114" fmla="*/ 13897 w 114500"/>
                <a:gd name="connsiteY114" fmla="*/ 136396 h 172118"/>
                <a:gd name="connsiteX115" fmla="*/ 13086 w 114500"/>
                <a:gd name="connsiteY115" fmla="*/ 138831 h 172118"/>
                <a:gd name="connsiteX116" fmla="*/ 13086 w 114500"/>
                <a:gd name="connsiteY116" fmla="*/ 138831 h 172118"/>
                <a:gd name="connsiteX117" fmla="*/ 13086 w 114500"/>
                <a:gd name="connsiteY117" fmla="*/ 127465 h 172118"/>
                <a:gd name="connsiteX118" fmla="*/ 13897 w 114500"/>
                <a:gd name="connsiteY118" fmla="*/ 125842 h 172118"/>
                <a:gd name="connsiteX119" fmla="*/ 13086 w 114500"/>
                <a:gd name="connsiteY119" fmla="*/ 126653 h 172118"/>
                <a:gd name="connsiteX120" fmla="*/ 13086 w 114500"/>
                <a:gd name="connsiteY120" fmla="*/ 127465 h 172118"/>
                <a:gd name="connsiteX121" fmla="*/ 13897 w 114500"/>
                <a:gd name="connsiteY121" fmla="*/ 117723 h 172118"/>
                <a:gd name="connsiteX122" fmla="*/ 13897 w 114500"/>
                <a:gd name="connsiteY122" fmla="*/ 116099 h 172118"/>
                <a:gd name="connsiteX123" fmla="*/ 13897 w 114500"/>
                <a:gd name="connsiteY123" fmla="*/ 117723 h 172118"/>
                <a:gd name="connsiteX124" fmla="*/ 13897 w 114500"/>
                <a:gd name="connsiteY124" fmla="*/ 117723 h 172118"/>
                <a:gd name="connsiteX125" fmla="*/ 13897 w 114500"/>
                <a:gd name="connsiteY125" fmla="*/ 123406 h 172118"/>
                <a:gd name="connsiteX126" fmla="*/ 15520 w 114500"/>
                <a:gd name="connsiteY126" fmla="*/ 122594 h 172118"/>
                <a:gd name="connsiteX127" fmla="*/ 16331 w 114500"/>
                <a:gd name="connsiteY127" fmla="*/ 120158 h 172118"/>
                <a:gd name="connsiteX128" fmla="*/ 14708 w 114500"/>
                <a:gd name="connsiteY128" fmla="*/ 122594 h 172118"/>
                <a:gd name="connsiteX129" fmla="*/ 13897 w 114500"/>
                <a:gd name="connsiteY129" fmla="*/ 123406 h 172118"/>
                <a:gd name="connsiteX130" fmla="*/ 13897 w 114500"/>
                <a:gd name="connsiteY130" fmla="*/ 123406 h 172118"/>
                <a:gd name="connsiteX131" fmla="*/ 14708 w 114500"/>
                <a:gd name="connsiteY131" fmla="*/ 139643 h 172118"/>
                <a:gd name="connsiteX132" fmla="*/ 14708 w 114500"/>
                <a:gd name="connsiteY132" fmla="*/ 139643 h 172118"/>
                <a:gd name="connsiteX133" fmla="*/ 14708 w 114500"/>
                <a:gd name="connsiteY133" fmla="*/ 138831 h 172118"/>
                <a:gd name="connsiteX134" fmla="*/ 14708 w 114500"/>
                <a:gd name="connsiteY134" fmla="*/ 139643 h 172118"/>
                <a:gd name="connsiteX135" fmla="*/ 14708 w 114500"/>
                <a:gd name="connsiteY135" fmla="*/ 139643 h 172118"/>
                <a:gd name="connsiteX136" fmla="*/ 17954 w 114500"/>
                <a:gd name="connsiteY136" fmla="*/ 108792 h 172118"/>
                <a:gd name="connsiteX137" fmla="*/ 17954 w 114500"/>
                <a:gd name="connsiteY137" fmla="*/ 108792 h 172118"/>
                <a:gd name="connsiteX138" fmla="*/ 17954 w 114500"/>
                <a:gd name="connsiteY138" fmla="*/ 108792 h 172118"/>
                <a:gd name="connsiteX139" fmla="*/ 17954 w 114500"/>
                <a:gd name="connsiteY139" fmla="*/ 108792 h 172118"/>
                <a:gd name="connsiteX140" fmla="*/ 17954 w 114500"/>
                <a:gd name="connsiteY140" fmla="*/ 108792 h 172118"/>
                <a:gd name="connsiteX141" fmla="*/ 17954 w 114500"/>
                <a:gd name="connsiteY141" fmla="*/ 128277 h 172118"/>
                <a:gd name="connsiteX142" fmla="*/ 20387 w 114500"/>
                <a:gd name="connsiteY142" fmla="*/ 124218 h 172118"/>
                <a:gd name="connsiteX143" fmla="*/ 21199 w 114500"/>
                <a:gd name="connsiteY143" fmla="*/ 123406 h 172118"/>
                <a:gd name="connsiteX144" fmla="*/ 22010 w 114500"/>
                <a:gd name="connsiteY144" fmla="*/ 123406 h 172118"/>
                <a:gd name="connsiteX145" fmla="*/ 21199 w 114500"/>
                <a:gd name="connsiteY145" fmla="*/ 123406 h 172118"/>
                <a:gd name="connsiteX146" fmla="*/ 20387 w 114500"/>
                <a:gd name="connsiteY146" fmla="*/ 124218 h 172118"/>
                <a:gd name="connsiteX147" fmla="*/ 20387 w 114500"/>
                <a:gd name="connsiteY147" fmla="*/ 125030 h 172118"/>
                <a:gd name="connsiteX148" fmla="*/ 19576 w 114500"/>
                <a:gd name="connsiteY148" fmla="*/ 125842 h 172118"/>
                <a:gd name="connsiteX149" fmla="*/ 17954 w 114500"/>
                <a:gd name="connsiteY149" fmla="*/ 128277 h 172118"/>
                <a:gd name="connsiteX150" fmla="*/ 17954 w 114500"/>
                <a:gd name="connsiteY150" fmla="*/ 128277 h 172118"/>
                <a:gd name="connsiteX151" fmla="*/ 18765 w 114500"/>
                <a:gd name="connsiteY151" fmla="*/ 107168 h 172118"/>
                <a:gd name="connsiteX152" fmla="*/ 19576 w 114500"/>
                <a:gd name="connsiteY152" fmla="*/ 107168 h 172118"/>
                <a:gd name="connsiteX153" fmla="*/ 20387 w 114500"/>
                <a:gd name="connsiteY153" fmla="*/ 105545 h 172118"/>
                <a:gd name="connsiteX154" fmla="*/ 19576 w 114500"/>
                <a:gd name="connsiteY154" fmla="*/ 105545 h 172118"/>
                <a:gd name="connsiteX155" fmla="*/ 18765 w 114500"/>
                <a:gd name="connsiteY155" fmla="*/ 107168 h 172118"/>
                <a:gd name="connsiteX156" fmla="*/ 18765 w 114500"/>
                <a:gd name="connsiteY156" fmla="*/ 113663 h 172118"/>
                <a:gd name="connsiteX157" fmla="*/ 18765 w 114500"/>
                <a:gd name="connsiteY157" fmla="*/ 113663 h 172118"/>
                <a:gd name="connsiteX158" fmla="*/ 18765 w 114500"/>
                <a:gd name="connsiteY158" fmla="*/ 113663 h 172118"/>
                <a:gd name="connsiteX159" fmla="*/ 18765 w 114500"/>
                <a:gd name="connsiteY159" fmla="*/ 113663 h 172118"/>
                <a:gd name="connsiteX160" fmla="*/ 20387 w 114500"/>
                <a:gd name="connsiteY160" fmla="*/ 103109 h 172118"/>
                <a:gd name="connsiteX161" fmla="*/ 22822 w 114500"/>
                <a:gd name="connsiteY161" fmla="*/ 99861 h 172118"/>
                <a:gd name="connsiteX162" fmla="*/ 22010 w 114500"/>
                <a:gd name="connsiteY162" fmla="*/ 100673 h 172118"/>
                <a:gd name="connsiteX163" fmla="*/ 21199 w 114500"/>
                <a:gd name="connsiteY163" fmla="*/ 100673 h 172118"/>
                <a:gd name="connsiteX164" fmla="*/ 19576 w 114500"/>
                <a:gd name="connsiteY164" fmla="*/ 101485 h 172118"/>
                <a:gd name="connsiteX165" fmla="*/ 20387 w 114500"/>
                <a:gd name="connsiteY165" fmla="*/ 103109 h 172118"/>
                <a:gd name="connsiteX166" fmla="*/ 21199 w 114500"/>
                <a:gd name="connsiteY166" fmla="*/ 120970 h 172118"/>
                <a:gd name="connsiteX167" fmla="*/ 22010 w 114500"/>
                <a:gd name="connsiteY167" fmla="*/ 120158 h 172118"/>
                <a:gd name="connsiteX168" fmla="*/ 21199 w 114500"/>
                <a:gd name="connsiteY168" fmla="*/ 120970 h 172118"/>
                <a:gd name="connsiteX169" fmla="*/ 21199 w 114500"/>
                <a:gd name="connsiteY169" fmla="*/ 120970 h 172118"/>
                <a:gd name="connsiteX170" fmla="*/ 21199 w 114500"/>
                <a:gd name="connsiteY170" fmla="*/ 120970 h 172118"/>
                <a:gd name="connsiteX171" fmla="*/ 21199 w 114500"/>
                <a:gd name="connsiteY171" fmla="*/ 120970 h 172118"/>
                <a:gd name="connsiteX172" fmla="*/ 21199 w 114500"/>
                <a:gd name="connsiteY172" fmla="*/ 116099 h 172118"/>
                <a:gd name="connsiteX173" fmla="*/ 22010 w 114500"/>
                <a:gd name="connsiteY173" fmla="*/ 116911 h 172118"/>
                <a:gd name="connsiteX174" fmla="*/ 22822 w 114500"/>
                <a:gd name="connsiteY174" fmla="*/ 117723 h 172118"/>
                <a:gd name="connsiteX175" fmla="*/ 23633 w 114500"/>
                <a:gd name="connsiteY175" fmla="*/ 117723 h 172118"/>
                <a:gd name="connsiteX176" fmla="*/ 24444 w 114500"/>
                <a:gd name="connsiteY176" fmla="*/ 118534 h 172118"/>
                <a:gd name="connsiteX177" fmla="*/ 23633 w 114500"/>
                <a:gd name="connsiteY177" fmla="*/ 116911 h 172118"/>
                <a:gd name="connsiteX178" fmla="*/ 21199 w 114500"/>
                <a:gd name="connsiteY178" fmla="*/ 116099 h 172118"/>
                <a:gd name="connsiteX179" fmla="*/ 21199 w 114500"/>
                <a:gd name="connsiteY179" fmla="*/ 116099 h 172118"/>
                <a:gd name="connsiteX180" fmla="*/ 21199 w 114500"/>
                <a:gd name="connsiteY180" fmla="*/ 111228 h 172118"/>
                <a:gd name="connsiteX181" fmla="*/ 21199 w 114500"/>
                <a:gd name="connsiteY181" fmla="*/ 111228 h 172118"/>
                <a:gd name="connsiteX182" fmla="*/ 22010 w 114500"/>
                <a:gd name="connsiteY182" fmla="*/ 109604 h 172118"/>
                <a:gd name="connsiteX183" fmla="*/ 21199 w 114500"/>
                <a:gd name="connsiteY183" fmla="*/ 111228 h 172118"/>
                <a:gd name="connsiteX184" fmla="*/ 21199 w 114500"/>
                <a:gd name="connsiteY184" fmla="*/ 111228 h 172118"/>
                <a:gd name="connsiteX185" fmla="*/ 22010 w 114500"/>
                <a:gd name="connsiteY185" fmla="*/ 99049 h 172118"/>
                <a:gd name="connsiteX186" fmla="*/ 22010 w 114500"/>
                <a:gd name="connsiteY186" fmla="*/ 99049 h 172118"/>
                <a:gd name="connsiteX187" fmla="*/ 22822 w 114500"/>
                <a:gd name="connsiteY187" fmla="*/ 99049 h 172118"/>
                <a:gd name="connsiteX188" fmla="*/ 22010 w 114500"/>
                <a:gd name="connsiteY188" fmla="*/ 99049 h 172118"/>
                <a:gd name="connsiteX189" fmla="*/ 22010 w 114500"/>
                <a:gd name="connsiteY189" fmla="*/ 99049 h 172118"/>
                <a:gd name="connsiteX190" fmla="*/ 22010 w 114500"/>
                <a:gd name="connsiteY190" fmla="*/ 114475 h 172118"/>
                <a:gd name="connsiteX191" fmla="*/ 22010 w 114500"/>
                <a:gd name="connsiteY191" fmla="*/ 114475 h 172118"/>
                <a:gd name="connsiteX192" fmla="*/ 24444 w 114500"/>
                <a:gd name="connsiteY192" fmla="*/ 114475 h 172118"/>
                <a:gd name="connsiteX193" fmla="*/ 25255 w 114500"/>
                <a:gd name="connsiteY193" fmla="*/ 115287 h 172118"/>
                <a:gd name="connsiteX194" fmla="*/ 26067 w 114500"/>
                <a:gd name="connsiteY194" fmla="*/ 114475 h 172118"/>
                <a:gd name="connsiteX195" fmla="*/ 26067 w 114500"/>
                <a:gd name="connsiteY195" fmla="*/ 113663 h 172118"/>
                <a:gd name="connsiteX196" fmla="*/ 24444 w 114500"/>
                <a:gd name="connsiteY196" fmla="*/ 112851 h 172118"/>
                <a:gd name="connsiteX197" fmla="*/ 24444 w 114500"/>
                <a:gd name="connsiteY197" fmla="*/ 112039 h 172118"/>
                <a:gd name="connsiteX198" fmla="*/ 22010 w 114500"/>
                <a:gd name="connsiteY198" fmla="*/ 114475 h 172118"/>
                <a:gd name="connsiteX199" fmla="*/ 22822 w 114500"/>
                <a:gd name="connsiteY199" fmla="*/ 99049 h 172118"/>
                <a:gd name="connsiteX200" fmla="*/ 24444 w 114500"/>
                <a:gd name="connsiteY200" fmla="*/ 98237 h 172118"/>
                <a:gd name="connsiteX201" fmla="*/ 25255 w 114500"/>
                <a:gd name="connsiteY201" fmla="*/ 97426 h 172118"/>
                <a:gd name="connsiteX202" fmla="*/ 25255 w 114500"/>
                <a:gd name="connsiteY202" fmla="*/ 97426 h 172118"/>
                <a:gd name="connsiteX203" fmla="*/ 24444 w 114500"/>
                <a:gd name="connsiteY203" fmla="*/ 97426 h 172118"/>
                <a:gd name="connsiteX204" fmla="*/ 22822 w 114500"/>
                <a:gd name="connsiteY204" fmla="*/ 97426 h 172118"/>
                <a:gd name="connsiteX205" fmla="*/ 22822 w 114500"/>
                <a:gd name="connsiteY205" fmla="*/ 99049 h 172118"/>
                <a:gd name="connsiteX206" fmla="*/ 22822 w 114500"/>
                <a:gd name="connsiteY206" fmla="*/ 107980 h 172118"/>
                <a:gd name="connsiteX207" fmla="*/ 22822 w 114500"/>
                <a:gd name="connsiteY207" fmla="*/ 107980 h 172118"/>
                <a:gd name="connsiteX208" fmla="*/ 23633 w 114500"/>
                <a:gd name="connsiteY208" fmla="*/ 107168 h 172118"/>
                <a:gd name="connsiteX209" fmla="*/ 22822 w 114500"/>
                <a:gd name="connsiteY209" fmla="*/ 107980 h 172118"/>
                <a:gd name="connsiteX210" fmla="*/ 22822 w 114500"/>
                <a:gd name="connsiteY210" fmla="*/ 107980 h 172118"/>
                <a:gd name="connsiteX211" fmla="*/ 23633 w 114500"/>
                <a:gd name="connsiteY211" fmla="*/ 96614 h 172118"/>
                <a:gd name="connsiteX212" fmla="*/ 24444 w 114500"/>
                <a:gd name="connsiteY212" fmla="*/ 96614 h 172118"/>
                <a:gd name="connsiteX213" fmla="*/ 25255 w 114500"/>
                <a:gd name="connsiteY213" fmla="*/ 96614 h 172118"/>
                <a:gd name="connsiteX214" fmla="*/ 26067 w 114500"/>
                <a:gd name="connsiteY214" fmla="*/ 95802 h 172118"/>
                <a:gd name="connsiteX215" fmla="*/ 26067 w 114500"/>
                <a:gd name="connsiteY215" fmla="*/ 94990 h 172118"/>
                <a:gd name="connsiteX216" fmla="*/ 25255 w 114500"/>
                <a:gd name="connsiteY216" fmla="*/ 94178 h 172118"/>
                <a:gd name="connsiteX217" fmla="*/ 26067 w 114500"/>
                <a:gd name="connsiteY217" fmla="*/ 93366 h 172118"/>
                <a:gd name="connsiteX218" fmla="*/ 27690 w 114500"/>
                <a:gd name="connsiteY218" fmla="*/ 93366 h 172118"/>
                <a:gd name="connsiteX219" fmla="*/ 28501 w 114500"/>
                <a:gd name="connsiteY219" fmla="*/ 92554 h 172118"/>
                <a:gd name="connsiteX220" fmla="*/ 28501 w 114500"/>
                <a:gd name="connsiteY220" fmla="*/ 91742 h 172118"/>
                <a:gd name="connsiteX221" fmla="*/ 28501 w 114500"/>
                <a:gd name="connsiteY221" fmla="*/ 89307 h 172118"/>
                <a:gd name="connsiteX222" fmla="*/ 28501 w 114500"/>
                <a:gd name="connsiteY222" fmla="*/ 88495 h 172118"/>
                <a:gd name="connsiteX223" fmla="*/ 30123 w 114500"/>
                <a:gd name="connsiteY223" fmla="*/ 88495 h 172118"/>
                <a:gd name="connsiteX224" fmla="*/ 30123 w 114500"/>
                <a:gd name="connsiteY224" fmla="*/ 86059 h 172118"/>
                <a:gd name="connsiteX225" fmla="*/ 30935 w 114500"/>
                <a:gd name="connsiteY225" fmla="*/ 86059 h 172118"/>
                <a:gd name="connsiteX226" fmla="*/ 31746 w 114500"/>
                <a:gd name="connsiteY226" fmla="*/ 86059 h 172118"/>
                <a:gd name="connsiteX227" fmla="*/ 30935 w 114500"/>
                <a:gd name="connsiteY227" fmla="*/ 85248 h 172118"/>
                <a:gd name="connsiteX228" fmla="*/ 30123 w 114500"/>
                <a:gd name="connsiteY228" fmla="*/ 85248 h 172118"/>
                <a:gd name="connsiteX229" fmla="*/ 31746 w 114500"/>
                <a:gd name="connsiteY229" fmla="*/ 85248 h 172118"/>
                <a:gd name="connsiteX230" fmla="*/ 33369 w 114500"/>
                <a:gd name="connsiteY230" fmla="*/ 84436 h 172118"/>
                <a:gd name="connsiteX231" fmla="*/ 34180 w 114500"/>
                <a:gd name="connsiteY231" fmla="*/ 82812 h 172118"/>
                <a:gd name="connsiteX232" fmla="*/ 34991 w 114500"/>
                <a:gd name="connsiteY232" fmla="*/ 81188 h 172118"/>
                <a:gd name="connsiteX233" fmla="*/ 35803 w 114500"/>
                <a:gd name="connsiteY233" fmla="*/ 80376 h 172118"/>
                <a:gd name="connsiteX234" fmla="*/ 36614 w 114500"/>
                <a:gd name="connsiteY234" fmla="*/ 78752 h 172118"/>
                <a:gd name="connsiteX235" fmla="*/ 37425 w 114500"/>
                <a:gd name="connsiteY235" fmla="*/ 77129 h 172118"/>
                <a:gd name="connsiteX236" fmla="*/ 37425 w 114500"/>
                <a:gd name="connsiteY236" fmla="*/ 75505 h 172118"/>
                <a:gd name="connsiteX237" fmla="*/ 34991 w 114500"/>
                <a:gd name="connsiteY237" fmla="*/ 77129 h 172118"/>
                <a:gd name="connsiteX238" fmla="*/ 33369 w 114500"/>
                <a:gd name="connsiteY238" fmla="*/ 79564 h 172118"/>
                <a:gd name="connsiteX239" fmla="*/ 32557 w 114500"/>
                <a:gd name="connsiteY239" fmla="*/ 81188 h 172118"/>
                <a:gd name="connsiteX240" fmla="*/ 32557 w 114500"/>
                <a:gd name="connsiteY240" fmla="*/ 81188 h 172118"/>
                <a:gd name="connsiteX241" fmla="*/ 33369 w 114500"/>
                <a:gd name="connsiteY241" fmla="*/ 80376 h 172118"/>
                <a:gd name="connsiteX242" fmla="*/ 32557 w 114500"/>
                <a:gd name="connsiteY242" fmla="*/ 80376 h 172118"/>
                <a:gd name="connsiteX243" fmla="*/ 32557 w 114500"/>
                <a:gd name="connsiteY243" fmla="*/ 82000 h 172118"/>
                <a:gd name="connsiteX244" fmla="*/ 32557 w 114500"/>
                <a:gd name="connsiteY244" fmla="*/ 83624 h 172118"/>
                <a:gd name="connsiteX245" fmla="*/ 31746 w 114500"/>
                <a:gd name="connsiteY245" fmla="*/ 83624 h 172118"/>
                <a:gd name="connsiteX246" fmla="*/ 31746 w 114500"/>
                <a:gd name="connsiteY246" fmla="*/ 82812 h 172118"/>
                <a:gd name="connsiteX247" fmla="*/ 29312 w 114500"/>
                <a:gd name="connsiteY247" fmla="*/ 87683 h 172118"/>
                <a:gd name="connsiteX248" fmla="*/ 29312 w 114500"/>
                <a:gd name="connsiteY248" fmla="*/ 87683 h 172118"/>
                <a:gd name="connsiteX249" fmla="*/ 27690 w 114500"/>
                <a:gd name="connsiteY249" fmla="*/ 89307 h 172118"/>
                <a:gd name="connsiteX250" fmla="*/ 26878 w 114500"/>
                <a:gd name="connsiteY250" fmla="*/ 90931 h 172118"/>
                <a:gd name="connsiteX251" fmla="*/ 23633 w 114500"/>
                <a:gd name="connsiteY251" fmla="*/ 96614 h 172118"/>
                <a:gd name="connsiteX252" fmla="*/ 24444 w 114500"/>
                <a:gd name="connsiteY252" fmla="*/ 105545 h 172118"/>
                <a:gd name="connsiteX253" fmla="*/ 26067 w 114500"/>
                <a:gd name="connsiteY253" fmla="*/ 103921 h 172118"/>
                <a:gd name="connsiteX254" fmla="*/ 25255 w 114500"/>
                <a:gd name="connsiteY254" fmla="*/ 103921 h 172118"/>
                <a:gd name="connsiteX255" fmla="*/ 24444 w 114500"/>
                <a:gd name="connsiteY255" fmla="*/ 105545 h 172118"/>
                <a:gd name="connsiteX256" fmla="*/ 25255 w 114500"/>
                <a:gd name="connsiteY256" fmla="*/ 103109 h 172118"/>
                <a:gd name="connsiteX257" fmla="*/ 25255 w 114500"/>
                <a:gd name="connsiteY257" fmla="*/ 103109 h 172118"/>
                <a:gd name="connsiteX258" fmla="*/ 26878 w 114500"/>
                <a:gd name="connsiteY258" fmla="*/ 103109 h 172118"/>
                <a:gd name="connsiteX259" fmla="*/ 25255 w 114500"/>
                <a:gd name="connsiteY259" fmla="*/ 103109 h 172118"/>
                <a:gd name="connsiteX260" fmla="*/ 25255 w 114500"/>
                <a:gd name="connsiteY260" fmla="*/ 103109 h 172118"/>
                <a:gd name="connsiteX261" fmla="*/ 25255 w 114500"/>
                <a:gd name="connsiteY261" fmla="*/ 107168 h 172118"/>
                <a:gd name="connsiteX262" fmla="*/ 25255 w 114500"/>
                <a:gd name="connsiteY262" fmla="*/ 107168 h 172118"/>
                <a:gd name="connsiteX263" fmla="*/ 26067 w 114500"/>
                <a:gd name="connsiteY263" fmla="*/ 107168 h 172118"/>
                <a:gd name="connsiteX264" fmla="*/ 25255 w 114500"/>
                <a:gd name="connsiteY264" fmla="*/ 107168 h 172118"/>
                <a:gd name="connsiteX265" fmla="*/ 25255 w 114500"/>
                <a:gd name="connsiteY265" fmla="*/ 107168 h 172118"/>
                <a:gd name="connsiteX266" fmla="*/ 26067 w 114500"/>
                <a:gd name="connsiteY266" fmla="*/ 111228 h 172118"/>
                <a:gd name="connsiteX267" fmla="*/ 26067 w 114500"/>
                <a:gd name="connsiteY267" fmla="*/ 112039 h 172118"/>
                <a:gd name="connsiteX268" fmla="*/ 26067 w 114500"/>
                <a:gd name="connsiteY268" fmla="*/ 112851 h 172118"/>
                <a:gd name="connsiteX269" fmla="*/ 26878 w 114500"/>
                <a:gd name="connsiteY269" fmla="*/ 111228 h 172118"/>
                <a:gd name="connsiteX270" fmla="*/ 26067 w 114500"/>
                <a:gd name="connsiteY270" fmla="*/ 111228 h 172118"/>
                <a:gd name="connsiteX271" fmla="*/ 26067 w 114500"/>
                <a:gd name="connsiteY271" fmla="*/ 111228 h 172118"/>
                <a:gd name="connsiteX272" fmla="*/ 27690 w 114500"/>
                <a:gd name="connsiteY272" fmla="*/ 101485 h 172118"/>
                <a:gd name="connsiteX273" fmla="*/ 27690 w 114500"/>
                <a:gd name="connsiteY273" fmla="*/ 101485 h 172118"/>
                <a:gd name="connsiteX274" fmla="*/ 27690 w 114500"/>
                <a:gd name="connsiteY274" fmla="*/ 101485 h 172118"/>
                <a:gd name="connsiteX275" fmla="*/ 27690 w 114500"/>
                <a:gd name="connsiteY275" fmla="*/ 101485 h 172118"/>
                <a:gd name="connsiteX276" fmla="*/ 27690 w 114500"/>
                <a:gd name="connsiteY276" fmla="*/ 101485 h 172118"/>
                <a:gd name="connsiteX277" fmla="*/ 27690 w 114500"/>
                <a:gd name="connsiteY277" fmla="*/ 108792 h 172118"/>
                <a:gd name="connsiteX278" fmla="*/ 27690 w 114500"/>
                <a:gd name="connsiteY278" fmla="*/ 108792 h 172118"/>
                <a:gd name="connsiteX279" fmla="*/ 27690 w 114500"/>
                <a:gd name="connsiteY279" fmla="*/ 107980 h 172118"/>
                <a:gd name="connsiteX280" fmla="*/ 27690 w 114500"/>
                <a:gd name="connsiteY280" fmla="*/ 108792 h 172118"/>
                <a:gd name="connsiteX281" fmla="*/ 27690 w 114500"/>
                <a:gd name="connsiteY281" fmla="*/ 108792 h 172118"/>
                <a:gd name="connsiteX282" fmla="*/ 27690 w 114500"/>
                <a:gd name="connsiteY282" fmla="*/ 104733 h 172118"/>
                <a:gd name="connsiteX283" fmla="*/ 28501 w 114500"/>
                <a:gd name="connsiteY283" fmla="*/ 103109 h 172118"/>
                <a:gd name="connsiteX284" fmla="*/ 28501 w 114500"/>
                <a:gd name="connsiteY284" fmla="*/ 103109 h 172118"/>
                <a:gd name="connsiteX285" fmla="*/ 27690 w 114500"/>
                <a:gd name="connsiteY285" fmla="*/ 103921 h 172118"/>
                <a:gd name="connsiteX286" fmla="*/ 27690 w 114500"/>
                <a:gd name="connsiteY286" fmla="*/ 104733 h 172118"/>
                <a:gd name="connsiteX287" fmla="*/ 27690 w 114500"/>
                <a:gd name="connsiteY287" fmla="*/ 104733 h 172118"/>
                <a:gd name="connsiteX288" fmla="*/ 30123 w 114500"/>
                <a:gd name="connsiteY288" fmla="*/ 101485 h 172118"/>
                <a:gd name="connsiteX289" fmla="*/ 31746 w 114500"/>
                <a:gd name="connsiteY289" fmla="*/ 101485 h 172118"/>
                <a:gd name="connsiteX290" fmla="*/ 31746 w 114500"/>
                <a:gd name="connsiteY290" fmla="*/ 100673 h 172118"/>
                <a:gd name="connsiteX291" fmla="*/ 30935 w 114500"/>
                <a:gd name="connsiteY291" fmla="*/ 99861 h 172118"/>
                <a:gd name="connsiteX292" fmla="*/ 31746 w 114500"/>
                <a:gd name="connsiteY292" fmla="*/ 99049 h 172118"/>
                <a:gd name="connsiteX293" fmla="*/ 32557 w 114500"/>
                <a:gd name="connsiteY293" fmla="*/ 98237 h 172118"/>
                <a:gd name="connsiteX294" fmla="*/ 30123 w 114500"/>
                <a:gd name="connsiteY294" fmla="*/ 99861 h 172118"/>
                <a:gd name="connsiteX295" fmla="*/ 30123 w 114500"/>
                <a:gd name="connsiteY295" fmla="*/ 101485 h 172118"/>
                <a:gd name="connsiteX296" fmla="*/ 33369 w 114500"/>
                <a:gd name="connsiteY296" fmla="*/ 95802 h 172118"/>
                <a:gd name="connsiteX297" fmla="*/ 34180 w 114500"/>
                <a:gd name="connsiteY297" fmla="*/ 94990 h 172118"/>
                <a:gd name="connsiteX298" fmla="*/ 33369 w 114500"/>
                <a:gd name="connsiteY298" fmla="*/ 94990 h 172118"/>
                <a:gd name="connsiteX299" fmla="*/ 32557 w 114500"/>
                <a:gd name="connsiteY299" fmla="*/ 95802 h 172118"/>
                <a:gd name="connsiteX300" fmla="*/ 33369 w 114500"/>
                <a:gd name="connsiteY300" fmla="*/ 95802 h 172118"/>
                <a:gd name="connsiteX301" fmla="*/ 33369 w 114500"/>
                <a:gd name="connsiteY301" fmla="*/ 90931 h 172118"/>
                <a:gd name="connsiteX302" fmla="*/ 34180 w 114500"/>
                <a:gd name="connsiteY302" fmla="*/ 90119 h 172118"/>
                <a:gd name="connsiteX303" fmla="*/ 34991 w 114500"/>
                <a:gd name="connsiteY303" fmla="*/ 88495 h 172118"/>
                <a:gd name="connsiteX304" fmla="*/ 34180 w 114500"/>
                <a:gd name="connsiteY304" fmla="*/ 89307 h 172118"/>
                <a:gd name="connsiteX305" fmla="*/ 33369 w 114500"/>
                <a:gd name="connsiteY305" fmla="*/ 90931 h 172118"/>
                <a:gd name="connsiteX306" fmla="*/ 35803 w 114500"/>
                <a:gd name="connsiteY306" fmla="*/ 91742 h 172118"/>
                <a:gd name="connsiteX307" fmla="*/ 37425 w 114500"/>
                <a:gd name="connsiteY307" fmla="*/ 89307 h 172118"/>
                <a:gd name="connsiteX308" fmla="*/ 36614 w 114500"/>
                <a:gd name="connsiteY308" fmla="*/ 90119 h 172118"/>
                <a:gd name="connsiteX309" fmla="*/ 35803 w 114500"/>
                <a:gd name="connsiteY309" fmla="*/ 91742 h 172118"/>
                <a:gd name="connsiteX310" fmla="*/ 36614 w 114500"/>
                <a:gd name="connsiteY310" fmla="*/ 75505 h 172118"/>
                <a:gd name="connsiteX311" fmla="*/ 37425 w 114500"/>
                <a:gd name="connsiteY311" fmla="*/ 75505 h 172118"/>
                <a:gd name="connsiteX312" fmla="*/ 38237 w 114500"/>
                <a:gd name="connsiteY312" fmla="*/ 75505 h 172118"/>
                <a:gd name="connsiteX313" fmla="*/ 38237 w 114500"/>
                <a:gd name="connsiteY313" fmla="*/ 73881 h 172118"/>
                <a:gd name="connsiteX314" fmla="*/ 36614 w 114500"/>
                <a:gd name="connsiteY314" fmla="*/ 73069 h 172118"/>
                <a:gd name="connsiteX315" fmla="*/ 36614 w 114500"/>
                <a:gd name="connsiteY315" fmla="*/ 73881 h 172118"/>
                <a:gd name="connsiteX316" fmla="*/ 36614 w 114500"/>
                <a:gd name="connsiteY316" fmla="*/ 74693 h 172118"/>
                <a:gd name="connsiteX317" fmla="*/ 36614 w 114500"/>
                <a:gd name="connsiteY317" fmla="*/ 75505 h 172118"/>
                <a:gd name="connsiteX318" fmla="*/ 36614 w 114500"/>
                <a:gd name="connsiteY318" fmla="*/ 75505 h 172118"/>
                <a:gd name="connsiteX319" fmla="*/ 37425 w 114500"/>
                <a:gd name="connsiteY319" fmla="*/ 88495 h 172118"/>
                <a:gd name="connsiteX320" fmla="*/ 40670 w 114500"/>
                <a:gd name="connsiteY320" fmla="*/ 85248 h 172118"/>
                <a:gd name="connsiteX321" fmla="*/ 40670 w 114500"/>
                <a:gd name="connsiteY321" fmla="*/ 84436 h 172118"/>
                <a:gd name="connsiteX322" fmla="*/ 39859 w 114500"/>
                <a:gd name="connsiteY322" fmla="*/ 84436 h 172118"/>
                <a:gd name="connsiteX323" fmla="*/ 39048 w 114500"/>
                <a:gd name="connsiteY323" fmla="*/ 86059 h 172118"/>
                <a:gd name="connsiteX324" fmla="*/ 37425 w 114500"/>
                <a:gd name="connsiteY324" fmla="*/ 87683 h 172118"/>
                <a:gd name="connsiteX325" fmla="*/ 37425 w 114500"/>
                <a:gd name="connsiteY325" fmla="*/ 88495 h 172118"/>
                <a:gd name="connsiteX326" fmla="*/ 40670 w 114500"/>
                <a:gd name="connsiteY326" fmla="*/ 71445 h 172118"/>
                <a:gd name="connsiteX327" fmla="*/ 40670 w 114500"/>
                <a:gd name="connsiteY327" fmla="*/ 71445 h 172118"/>
                <a:gd name="connsiteX328" fmla="*/ 39048 w 114500"/>
                <a:gd name="connsiteY328" fmla="*/ 71445 h 172118"/>
                <a:gd name="connsiteX329" fmla="*/ 40670 w 114500"/>
                <a:gd name="connsiteY329" fmla="*/ 71445 h 172118"/>
                <a:gd name="connsiteX330" fmla="*/ 39859 w 114500"/>
                <a:gd name="connsiteY330" fmla="*/ 73881 h 172118"/>
                <a:gd name="connsiteX331" fmla="*/ 39859 w 114500"/>
                <a:gd name="connsiteY331" fmla="*/ 73881 h 172118"/>
                <a:gd name="connsiteX332" fmla="*/ 40670 w 114500"/>
                <a:gd name="connsiteY332" fmla="*/ 73881 h 172118"/>
                <a:gd name="connsiteX333" fmla="*/ 39859 w 114500"/>
                <a:gd name="connsiteY333" fmla="*/ 73881 h 172118"/>
                <a:gd name="connsiteX334" fmla="*/ 39859 w 114500"/>
                <a:gd name="connsiteY334" fmla="*/ 73881 h 172118"/>
                <a:gd name="connsiteX335" fmla="*/ 40670 w 114500"/>
                <a:gd name="connsiteY335" fmla="*/ 90931 h 172118"/>
                <a:gd name="connsiteX336" fmla="*/ 40670 w 114500"/>
                <a:gd name="connsiteY336" fmla="*/ 90119 h 172118"/>
                <a:gd name="connsiteX337" fmla="*/ 40670 w 114500"/>
                <a:gd name="connsiteY337" fmla="*/ 90931 h 172118"/>
                <a:gd name="connsiteX338" fmla="*/ 40670 w 114500"/>
                <a:gd name="connsiteY338" fmla="*/ 90931 h 172118"/>
                <a:gd name="connsiteX339" fmla="*/ 40670 w 114500"/>
                <a:gd name="connsiteY339" fmla="*/ 69010 h 172118"/>
                <a:gd name="connsiteX340" fmla="*/ 42293 w 114500"/>
                <a:gd name="connsiteY340" fmla="*/ 68198 h 172118"/>
                <a:gd name="connsiteX341" fmla="*/ 42293 w 114500"/>
                <a:gd name="connsiteY341" fmla="*/ 67386 h 172118"/>
                <a:gd name="connsiteX342" fmla="*/ 40670 w 114500"/>
                <a:gd name="connsiteY342" fmla="*/ 69010 h 172118"/>
                <a:gd name="connsiteX343" fmla="*/ 40670 w 114500"/>
                <a:gd name="connsiteY343" fmla="*/ 69010 h 172118"/>
                <a:gd name="connsiteX344" fmla="*/ 42293 w 114500"/>
                <a:gd name="connsiteY344" fmla="*/ 82000 h 172118"/>
                <a:gd name="connsiteX345" fmla="*/ 42293 w 114500"/>
                <a:gd name="connsiteY345" fmla="*/ 80376 h 172118"/>
                <a:gd name="connsiteX346" fmla="*/ 41482 w 114500"/>
                <a:gd name="connsiteY346" fmla="*/ 81188 h 172118"/>
                <a:gd name="connsiteX347" fmla="*/ 42293 w 114500"/>
                <a:gd name="connsiteY347" fmla="*/ 82000 h 172118"/>
                <a:gd name="connsiteX348" fmla="*/ 42293 w 114500"/>
                <a:gd name="connsiteY348" fmla="*/ 69822 h 172118"/>
                <a:gd name="connsiteX349" fmla="*/ 42293 w 114500"/>
                <a:gd name="connsiteY349" fmla="*/ 69822 h 172118"/>
                <a:gd name="connsiteX350" fmla="*/ 42293 w 114500"/>
                <a:gd name="connsiteY350" fmla="*/ 69822 h 172118"/>
                <a:gd name="connsiteX351" fmla="*/ 42293 w 114500"/>
                <a:gd name="connsiteY351" fmla="*/ 69822 h 172118"/>
                <a:gd name="connsiteX352" fmla="*/ 42293 w 114500"/>
                <a:gd name="connsiteY352" fmla="*/ 69822 h 172118"/>
                <a:gd name="connsiteX353" fmla="*/ 42293 w 114500"/>
                <a:gd name="connsiteY353" fmla="*/ 67386 h 172118"/>
                <a:gd name="connsiteX354" fmla="*/ 43916 w 114500"/>
                <a:gd name="connsiteY354" fmla="*/ 65762 h 172118"/>
                <a:gd name="connsiteX355" fmla="*/ 43104 w 114500"/>
                <a:gd name="connsiteY355" fmla="*/ 66574 h 172118"/>
                <a:gd name="connsiteX356" fmla="*/ 42293 w 114500"/>
                <a:gd name="connsiteY356" fmla="*/ 67386 h 172118"/>
                <a:gd name="connsiteX357" fmla="*/ 44727 w 114500"/>
                <a:gd name="connsiteY357" fmla="*/ 80376 h 172118"/>
                <a:gd name="connsiteX358" fmla="*/ 44727 w 114500"/>
                <a:gd name="connsiteY358" fmla="*/ 80376 h 172118"/>
                <a:gd name="connsiteX359" fmla="*/ 44727 w 114500"/>
                <a:gd name="connsiteY359" fmla="*/ 80376 h 172118"/>
                <a:gd name="connsiteX360" fmla="*/ 44727 w 114500"/>
                <a:gd name="connsiteY360" fmla="*/ 80376 h 172118"/>
                <a:gd name="connsiteX361" fmla="*/ 44727 w 114500"/>
                <a:gd name="connsiteY361" fmla="*/ 80376 h 172118"/>
                <a:gd name="connsiteX362" fmla="*/ 43916 w 114500"/>
                <a:gd name="connsiteY362" fmla="*/ 64950 h 172118"/>
                <a:gd name="connsiteX363" fmla="*/ 45538 w 114500"/>
                <a:gd name="connsiteY363" fmla="*/ 63327 h 172118"/>
                <a:gd name="connsiteX364" fmla="*/ 46350 w 114500"/>
                <a:gd name="connsiteY364" fmla="*/ 61703 h 172118"/>
                <a:gd name="connsiteX365" fmla="*/ 46350 w 114500"/>
                <a:gd name="connsiteY365" fmla="*/ 62515 h 172118"/>
                <a:gd name="connsiteX366" fmla="*/ 46350 w 114500"/>
                <a:gd name="connsiteY366" fmla="*/ 63327 h 172118"/>
                <a:gd name="connsiteX367" fmla="*/ 49595 w 114500"/>
                <a:gd name="connsiteY367" fmla="*/ 60079 h 172118"/>
                <a:gd name="connsiteX368" fmla="*/ 48784 w 114500"/>
                <a:gd name="connsiteY368" fmla="*/ 60891 h 172118"/>
                <a:gd name="connsiteX369" fmla="*/ 47161 w 114500"/>
                <a:gd name="connsiteY369" fmla="*/ 60891 h 172118"/>
                <a:gd name="connsiteX370" fmla="*/ 45538 w 114500"/>
                <a:gd name="connsiteY370" fmla="*/ 61703 h 172118"/>
                <a:gd name="connsiteX371" fmla="*/ 44727 w 114500"/>
                <a:gd name="connsiteY371" fmla="*/ 63327 h 172118"/>
                <a:gd name="connsiteX372" fmla="*/ 43916 w 114500"/>
                <a:gd name="connsiteY372" fmla="*/ 64950 h 172118"/>
                <a:gd name="connsiteX373" fmla="*/ 43916 w 114500"/>
                <a:gd name="connsiteY373" fmla="*/ 64950 h 172118"/>
                <a:gd name="connsiteX374" fmla="*/ 44727 w 114500"/>
                <a:gd name="connsiteY374" fmla="*/ 76317 h 172118"/>
                <a:gd name="connsiteX375" fmla="*/ 44727 w 114500"/>
                <a:gd name="connsiteY375" fmla="*/ 76317 h 172118"/>
                <a:gd name="connsiteX376" fmla="*/ 45538 w 114500"/>
                <a:gd name="connsiteY376" fmla="*/ 76317 h 172118"/>
                <a:gd name="connsiteX377" fmla="*/ 44727 w 114500"/>
                <a:gd name="connsiteY377" fmla="*/ 76317 h 172118"/>
                <a:gd name="connsiteX378" fmla="*/ 44727 w 114500"/>
                <a:gd name="connsiteY378" fmla="*/ 76317 h 172118"/>
                <a:gd name="connsiteX379" fmla="*/ 47972 w 114500"/>
                <a:gd name="connsiteY379" fmla="*/ 59267 h 172118"/>
                <a:gd name="connsiteX380" fmla="*/ 47972 w 114500"/>
                <a:gd name="connsiteY380" fmla="*/ 59267 h 172118"/>
                <a:gd name="connsiteX381" fmla="*/ 48784 w 114500"/>
                <a:gd name="connsiteY381" fmla="*/ 58455 h 172118"/>
                <a:gd name="connsiteX382" fmla="*/ 47972 w 114500"/>
                <a:gd name="connsiteY382" fmla="*/ 59267 h 172118"/>
                <a:gd name="connsiteX383" fmla="*/ 48784 w 114500"/>
                <a:gd name="connsiteY383" fmla="*/ 73069 h 172118"/>
                <a:gd name="connsiteX384" fmla="*/ 49595 w 114500"/>
                <a:gd name="connsiteY384" fmla="*/ 72257 h 172118"/>
                <a:gd name="connsiteX385" fmla="*/ 48784 w 114500"/>
                <a:gd name="connsiteY385" fmla="*/ 73069 h 172118"/>
                <a:gd name="connsiteX386" fmla="*/ 48784 w 114500"/>
                <a:gd name="connsiteY386" fmla="*/ 73069 h 172118"/>
                <a:gd name="connsiteX387" fmla="*/ 56897 w 114500"/>
                <a:gd name="connsiteY387" fmla="*/ 64139 h 172118"/>
                <a:gd name="connsiteX388" fmla="*/ 56897 w 114500"/>
                <a:gd name="connsiteY388" fmla="*/ 64139 h 172118"/>
                <a:gd name="connsiteX389" fmla="*/ 56897 w 114500"/>
                <a:gd name="connsiteY389" fmla="*/ 64139 h 172118"/>
                <a:gd name="connsiteX390" fmla="*/ 56897 w 114500"/>
                <a:gd name="connsiteY390" fmla="*/ 64139 h 172118"/>
                <a:gd name="connsiteX391" fmla="*/ 56897 w 114500"/>
                <a:gd name="connsiteY391" fmla="*/ 64139 h 172118"/>
                <a:gd name="connsiteX392" fmla="*/ 58519 w 114500"/>
                <a:gd name="connsiteY392" fmla="*/ 61703 h 172118"/>
                <a:gd name="connsiteX393" fmla="*/ 58519 w 114500"/>
                <a:gd name="connsiteY393" fmla="*/ 61703 h 172118"/>
                <a:gd name="connsiteX394" fmla="*/ 58519 w 114500"/>
                <a:gd name="connsiteY394" fmla="*/ 61703 h 172118"/>
                <a:gd name="connsiteX395" fmla="*/ 58519 w 114500"/>
                <a:gd name="connsiteY395" fmla="*/ 61703 h 172118"/>
                <a:gd name="connsiteX396" fmla="*/ 60142 w 114500"/>
                <a:gd name="connsiteY396" fmla="*/ 60079 h 172118"/>
                <a:gd name="connsiteX397" fmla="*/ 60953 w 114500"/>
                <a:gd name="connsiteY397" fmla="*/ 59267 h 172118"/>
                <a:gd name="connsiteX398" fmla="*/ 60142 w 114500"/>
                <a:gd name="connsiteY398" fmla="*/ 60079 h 172118"/>
                <a:gd name="connsiteX399" fmla="*/ 60142 w 114500"/>
                <a:gd name="connsiteY399" fmla="*/ 60079 h 172118"/>
                <a:gd name="connsiteX400" fmla="*/ 60953 w 114500"/>
                <a:gd name="connsiteY400" fmla="*/ 43030 h 172118"/>
                <a:gd name="connsiteX401" fmla="*/ 60953 w 114500"/>
                <a:gd name="connsiteY401" fmla="*/ 42218 h 172118"/>
                <a:gd name="connsiteX402" fmla="*/ 60142 w 114500"/>
                <a:gd name="connsiteY402" fmla="*/ 42218 h 172118"/>
                <a:gd name="connsiteX403" fmla="*/ 60953 w 114500"/>
                <a:gd name="connsiteY403" fmla="*/ 43030 h 172118"/>
                <a:gd name="connsiteX404" fmla="*/ 60953 w 114500"/>
                <a:gd name="connsiteY404" fmla="*/ 43030 h 172118"/>
                <a:gd name="connsiteX405" fmla="*/ 65010 w 114500"/>
                <a:gd name="connsiteY405" fmla="*/ 38970 h 172118"/>
                <a:gd name="connsiteX406" fmla="*/ 65010 w 114500"/>
                <a:gd name="connsiteY406" fmla="*/ 38970 h 172118"/>
                <a:gd name="connsiteX407" fmla="*/ 64199 w 114500"/>
                <a:gd name="connsiteY407" fmla="*/ 38158 h 172118"/>
                <a:gd name="connsiteX408" fmla="*/ 65010 w 114500"/>
                <a:gd name="connsiteY408" fmla="*/ 38970 h 172118"/>
                <a:gd name="connsiteX409" fmla="*/ 66633 w 114500"/>
                <a:gd name="connsiteY409" fmla="*/ 36535 h 172118"/>
                <a:gd name="connsiteX410" fmla="*/ 66633 w 114500"/>
                <a:gd name="connsiteY410" fmla="*/ 36535 h 172118"/>
                <a:gd name="connsiteX411" fmla="*/ 67444 w 114500"/>
                <a:gd name="connsiteY411" fmla="*/ 34911 h 172118"/>
                <a:gd name="connsiteX412" fmla="*/ 67444 w 114500"/>
                <a:gd name="connsiteY412" fmla="*/ 33287 h 172118"/>
                <a:gd name="connsiteX413" fmla="*/ 66633 w 114500"/>
                <a:gd name="connsiteY413" fmla="*/ 34099 h 172118"/>
                <a:gd name="connsiteX414" fmla="*/ 66633 w 114500"/>
                <a:gd name="connsiteY414" fmla="*/ 36535 h 172118"/>
                <a:gd name="connsiteX415" fmla="*/ 66633 w 114500"/>
                <a:gd name="connsiteY415" fmla="*/ 36535 h 17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14500" h="172118">
                  <a:moveTo>
                    <a:pt x="7407" y="121782"/>
                  </a:moveTo>
                  <a:cubicBezTo>
                    <a:pt x="9029" y="116911"/>
                    <a:pt x="16331" y="103109"/>
                    <a:pt x="18765" y="100673"/>
                  </a:cubicBezTo>
                  <a:cubicBezTo>
                    <a:pt x="19576" y="99861"/>
                    <a:pt x="21199" y="96614"/>
                    <a:pt x="22822" y="93366"/>
                  </a:cubicBezTo>
                  <a:cubicBezTo>
                    <a:pt x="24444" y="90119"/>
                    <a:pt x="26878" y="87683"/>
                    <a:pt x="27690" y="86871"/>
                  </a:cubicBezTo>
                  <a:cubicBezTo>
                    <a:pt x="28501" y="86059"/>
                    <a:pt x="28501" y="86059"/>
                    <a:pt x="28501" y="85248"/>
                  </a:cubicBezTo>
                  <a:cubicBezTo>
                    <a:pt x="28501" y="85248"/>
                    <a:pt x="28501" y="84436"/>
                    <a:pt x="29312" y="83624"/>
                  </a:cubicBezTo>
                  <a:cubicBezTo>
                    <a:pt x="30123" y="82812"/>
                    <a:pt x="30935" y="82000"/>
                    <a:pt x="30935" y="81188"/>
                  </a:cubicBezTo>
                  <a:cubicBezTo>
                    <a:pt x="30935" y="80376"/>
                    <a:pt x="32557" y="77940"/>
                    <a:pt x="33369" y="77129"/>
                  </a:cubicBezTo>
                  <a:cubicBezTo>
                    <a:pt x="34180" y="76317"/>
                    <a:pt x="38237" y="69822"/>
                    <a:pt x="38237" y="69822"/>
                  </a:cubicBezTo>
                  <a:cubicBezTo>
                    <a:pt x="38237" y="69010"/>
                    <a:pt x="43104" y="63327"/>
                    <a:pt x="43104" y="63327"/>
                  </a:cubicBezTo>
                  <a:cubicBezTo>
                    <a:pt x="43104" y="63327"/>
                    <a:pt x="46350" y="58455"/>
                    <a:pt x="46350" y="57644"/>
                  </a:cubicBezTo>
                  <a:cubicBezTo>
                    <a:pt x="46350" y="57644"/>
                    <a:pt x="45538" y="57644"/>
                    <a:pt x="45538" y="57644"/>
                  </a:cubicBezTo>
                  <a:cubicBezTo>
                    <a:pt x="44727" y="57644"/>
                    <a:pt x="43916" y="58455"/>
                    <a:pt x="43104" y="58455"/>
                  </a:cubicBezTo>
                  <a:cubicBezTo>
                    <a:pt x="42293" y="58455"/>
                    <a:pt x="40670" y="59267"/>
                    <a:pt x="39048" y="59267"/>
                  </a:cubicBezTo>
                  <a:cubicBezTo>
                    <a:pt x="38237" y="59267"/>
                    <a:pt x="31746" y="60891"/>
                    <a:pt x="31746" y="60891"/>
                  </a:cubicBezTo>
                  <a:cubicBezTo>
                    <a:pt x="30935" y="61703"/>
                    <a:pt x="26067" y="61703"/>
                    <a:pt x="23633" y="61703"/>
                  </a:cubicBezTo>
                  <a:cubicBezTo>
                    <a:pt x="18765" y="60891"/>
                    <a:pt x="14708" y="57644"/>
                    <a:pt x="15520" y="54396"/>
                  </a:cubicBezTo>
                  <a:cubicBezTo>
                    <a:pt x="15520" y="53584"/>
                    <a:pt x="16331" y="52772"/>
                    <a:pt x="17142" y="53584"/>
                  </a:cubicBezTo>
                  <a:cubicBezTo>
                    <a:pt x="17954" y="53584"/>
                    <a:pt x="21199" y="52772"/>
                    <a:pt x="25255" y="51960"/>
                  </a:cubicBezTo>
                  <a:cubicBezTo>
                    <a:pt x="35803" y="49525"/>
                    <a:pt x="38237" y="48713"/>
                    <a:pt x="54463" y="45465"/>
                  </a:cubicBezTo>
                  <a:cubicBezTo>
                    <a:pt x="55274" y="45465"/>
                    <a:pt x="56897" y="44653"/>
                    <a:pt x="56897" y="43842"/>
                  </a:cubicBezTo>
                  <a:cubicBezTo>
                    <a:pt x="56897" y="43030"/>
                    <a:pt x="58519" y="42218"/>
                    <a:pt x="58519" y="41406"/>
                  </a:cubicBezTo>
                  <a:cubicBezTo>
                    <a:pt x="58519" y="40594"/>
                    <a:pt x="60142" y="39782"/>
                    <a:pt x="60142" y="39782"/>
                  </a:cubicBezTo>
                  <a:cubicBezTo>
                    <a:pt x="60142" y="39782"/>
                    <a:pt x="60142" y="38970"/>
                    <a:pt x="60142" y="38970"/>
                  </a:cubicBezTo>
                  <a:cubicBezTo>
                    <a:pt x="61765" y="38970"/>
                    <a:pt x="62576" y="38970"/>
                    <a:pt x="62576" y="38158"/>
                  </a:cubicBezTo>
                  <a:cubicBezTo>
                    <a:pt x="62576" y="38158"/>
                    <a:pt x="61765" y="38158"/>
                    <a:pt x="61765" y="38158"/>
                  </a:cubicBezTo>
                  <a:cubicBezTo>
                    <a:pt x="61765" y="38158"/>
                    <a:pt x="60953" y="38158"/>
                    <a:pt x="60953" y="38158"/>
                  </a:cubicBezTo>
                  <a:cubicBezTo>
                    <a:pt x="60953" y="38158"/>
                    <a:pt x="69066" y="26792"/>
                    <a:pt x="70689" y="25168"/>
                  </a:cubicBezTo>
                  <a:cubicBezTo>
                    <a:pt x="71500" y="24356"/>
                    <a:pt x="72312" y="22733"/>
                    <a:pt x="73123" y="21921"/>
                  </a:cubicBezTo>
                  <a:cubicBezTo>
                    <a:pt x="73934" y="21109"/>
                    <a:pt x="74746" y="20297"/>
                    <a:pt x="74746" y="20297"/>
                  </a:cubicBezTo>
                  <a:cubicBezTo>
                    <a:pt x="75557" y="18673"/>
                    <a:pt x="82047" y="12178"/>
                    <a:pt x="82859" y="10554"/>
                  </a:cubicBezTo>
                  <a:cubicBezTo>
                    <a:pt x="85293" y="8119"/>
                    <a:pt x="90972" y="0"/>
                    <a:pt x="95029" y="0"/>
                  </a:cubicBezTo>
                  <a:cubicBezTo>
                    <a:pt x="95840" y="0"/>
                    <a:pt x="96651" y="0"/>
                    <a:pt x="98274" y="812"/>
                  </a:cubicBezTo>
                  <a:cubicBezTo>
                    <a:pt x="101519" y="1624"/>
                    <a:pt x="103142" y="4059"/>
                    <a:pt x="103142" y="6495"/>
                  </a:cubicBezTo>
                  <a:cubicBezTo>
                    <a:pt x="103142" y="7307"/>
                    <a:pt x="103142" y="8931"/>
                    <a:pt x="103142" y="8931"/>
                  </a:cubicBezTo>
                  <a:cubicBezTo>
                    <a:pt x="103142" y="8931"/>
                    <a:pt x="103142" y="10554"/>
                    <a:pt x="102330" y="11366"/>
                  </a:cubicBezTo>
                  <a:cubicBezTo>
                    <a:pt x="101519" y="12178"/>
                    <a:pt x="100708" y="13802"/>
                    <a:pt x="100708" y="14614"/>
                  </a:cubicBezTo>
                  <a:cubicBezTo>
                    <a:pt x="100708" y="15426"/>
                    <a:pt x="97462" y="18673"/>
                    <a:pt x="94217" y="21921"/>
                  </a:cubicBezTo>
                  <a:cubicBezTo>
                    <a:pt x="90972" y="25168"/>
                    <a:pt x="87727" y="28416"/>
                    <a:pt x="87727" y="29228"/>
                  </a:cubicBezTo>
                  <a:cubicBezTo>
                    <a:pt x="86915" y="30851"/>
                    <a:pt x="82047" y="36535"/>
                    <a:pt x="81236" y="36535"/>
                  </a:cubicBezTo>
                  <a:cubicBezTo>
                    <a:pt x="81236" y="36535"/>
                    <a:pt x="80425" y="37347"/>
                    <a:pt x="79614" y="38970"/>
                  </a:cubicBezTo>
                  <a:cubicBezTo>
                    <a:pt x="78802" y="40594"/>
                    <a:pt x="77991" y="41406"/>
                    <a:pt x="77991" y="41406"/>
                  </a:cubicBezTo>
                  <a:cubicBezTo>
                    <a:pt x="77991" y="41406"/>
                    <a:pt x="77991" y="41406"/>
                    <a:pt x="77991" y="42218"/>
                  </a:cubicBezTo>
                  <a:cubicBezTo>
                    <a:pt x="77991" y="42218"/>
                    <a:pt x="79614" y="43030"/>
                    <a:pt x="84482" y="42218"/>
                  </a:cubicBezTo>
                  <a:cubicBezTo>
                    <a:pt x="94217" y="41406"/>
                    <a:pt x="106387" y="42218"/>
                    <a:pt x="109632" y="42218"/>
                  </a:cubicBezTo>
                  <a:cubicBezTo>
                    <a:pt x="112878" y="43030"/>
                    <a:pt x="114500" y="43842"/>
                    <a:pt x="114500" y="44653"/>
                  </a:cubicBezTo>
                  <a:cubicBezTo>
                    <a:pt x="114500" y="44653"/>
                    <a:pt x="112066" y="44653"/>
                    <a:pt x="108821" y="44653"/>
                  </a:cubicBezTo>
                  <a:cubicBezTo>
                    <a:pt x="103953" y="44653"/>
                    <a:pt x="96651" y="45465"/>
                    <a:pt x="88538" y="46277"/>
                  </a:cubicBezTo>
                  <a:cubicBezTo>
                    <a:pt x="86104" y="47089"/>
                    <a:pt x="82047" y="47901"/>
                    <a:pt x="82047" y="47901"/>
                  </a:cubicBezTo>
                  <a:cubicBezTo>
                    <a:pt x="82047" y="47901"/>
                    <a:pt x="81236" y="47901"/>
                    <a:pt x="80425" y="47901"/>
                  </a:cubicBezTo>
                  <a:cubicBezTo>
                    <a:pt x="79614" y="47901"/>
                    <a:pt x="78802" y="47901"/>
                    <a:pt x="77991" y="47901"/>
                  </a:cubicBezTo>
                  <a:cubicBezTo>
                    <a:pt x="77991" y="47901"/>
                    <a:pt x="77180" y="48713"/>
                    <a:pt x="76368" y="48713"/>
                  </a:cubicBezTo>
                  <a:cubicBezTo>
                    <a:pt x="73934" y="48713"/>
                    <a:pt x="70689" y="49525"/>
                    <a:pt x="70689" y="50337"/>
                  </a:cubicBezTo>
                  <a:cubicBezTo>
                    <a:pt x="70689" y="50337"/>
                    <a:pt x="69878" y="51148"/>
                    <a:pt x="69878" y="51148"/>
                  </a:cubicBezTo>
                  <a:cubicBezTo>
                    <a:pt x="69066" y="51148"/>
                    <a:pt x="69066" y="51960"/>
                    <a:pt x="68255" y="52772"/>
                  </a:cubicBezTo>
                  <a:cubicBezTo>
                    <a:pt x="68255" y="53584"/>
                    <a:pt x="67444" y="54396"/>
                    <a:pt x="66633" y="55208"/>
                  </a:cubicBezTo>
                  <a:cubicBezTo>
                    <a:pt x="65821" y="56020"/>
                    <a:pt x="64199" y="58455"/>
                    <a:pt x="62576" y="60891"/>
                  </a:cubicBezTo>
                  <a:cubicBezTo>
                    <a:pt x="60142" y="64139"/>
                    <a:pt x="59331" y="65762"/>
                    <a:pt x="56897" y="68198"/>
                  </a:cubicBezTo>
                  <a:cubicBezTo>
                    <a:pt x="56897" y="68198"/>
                    <a:pt x="56086" y="69010"/>
                    <a:pt x="56086" y="69010"/>
                  </a:cubicBezTo>
                  <a:cubicBezTo>
                    <a:pt x="56086" y="69010"/>
                    <a:pt x="54463" y="71445"/>
                    <a:pt x="52840" y="73069"/>
                  </a:cubicBezTo>
                  <a:cubicBezTo>
                    <a:pt x="51218" y="75505"/>
                    <a:pt x="49595" y="77129"/>
                    <a:pt x="49595" y="77940"/>
                  </a:cubicBezTo>
                  <a:cubicBezTo>
                    <a:pt x="49595" y="78752"/>
                    <a:pt x="45538" y="84436"/>
                    <a:pt x="44727" y="84436"/>
                  </a:cubicBezTo>
                  <a:cubicBezTo>
                    <a:pt x="44727" y="84436"/>
                    <a:pt x="40670" y="90931"/>
                    <a:pt x="40670" y="91742"/>
                  </a:cubicBezTo>
                  <a:cubicBezTo>
                    <a:pt x="39859" y="92554"/>
                    <a:pt x="39048" y="94178"/>
                    <a:pt x="37425" y="97426"/>
                  </a:cubicBezTo>
                  <a:cubicBezTo>
                    <a:pt x="30935" y="107980"/>
                    <a:pt x="26878" y="113663"/>
                    <a:pt x="26067" y="113663"/>
                  </a:cubicBezTo>
                  <a:cubicBezTo>
                    <a:pt x="25255" y="113663"/>
                    <a:pt x="25255" y="113663"/>
                    <a:pt x="26067" y="113663"/>
                  </a:cubicBezTo>
                  <a:cubicBezTo>
                    <a:pt x="26878" y="114475"/>
                    <a:pt x="26878" y="114475"/>
                    <a:pt x="25255" y="116911"/>
                  </a:cubicBezTo>
                  <a:cubicBezTo>
                    <a:pt x="23633" y="120970"/>
                    <a:pt x="22010" y="123406"/>
                    <a:pt x="21199" y="122594"/>
                  </a:cubicBezTo>
                  <a:cubicBezTo>
                    <a:pt x="21199" y="122594"/>
                    <a:pt x="21199" y="122594"/>
                    <a:pt x="21199" y="123406"/>
                  </a:cubicBezTo>
                  <a:cubicBezTo>
                    <a:pt x="21199" y="124218"/>
                    <a:pt x="21199" y="125030"/>
                    <a:pt x="21199" y="125842"/>
                  </a:cubicBezTo>
                  <a:cubicBezTo>
                    <a:pt x="19576" y="128277"/>
                    <a:pt x="18765" y="129901"/>
                    <a:pt x="17954" y="129089"/>
                  </a:cubicBezTo>
                  <a:cubicBezTo>
                    <a:pt x="17954" y="129089"/>
                    <a:pt x="17142" y="129089"/>
                    <a:pt x="17142" y="129089"/>
                  </a:cubicBezTo>
                  <a:cubicBezTo>
                    <a:pt x="17142" y="129089"/>
                    <a:pt x="17142" y="129901"/>
                    <a:pt x="16331" y="129901"/>
                  </a:cubicBezTo>
                  <a:cubicBezTo>
                    <a:pt x="16331" y="129901"/>
                    <a:pt x="15520" y="129901"/>
                    <a:pt x="16331" y="129901"/>
                  </a:cubicBezTo>
                  <a:cubicBezTo>
                    <a:pt x="16331" y="129901"/>
                    <a:pt x="16331" y="129089"/>
                    <a:pt x="15520" y="129089"/>
                  </a:cubicBezTo>
                  <a:cubicBezTo>
                    <a:pt x="14708" y="128277"/>
                    <a:pt x="14708" y="129089"/>
                    <a:pt x="13897" y="130713"/>
                  </a:cubicBezTo>
                  <a:cubicBezTo>
                    <a:pt x="13086" y="132337"/>
                    <a:pt x="13086" y="133148"/>
                    <a:pt x="13086" y="133148"/>
                  </a:cubicBezTo>
                  <a:cubicBezTo>
                    <a:pt x="13086" y="133148"/>
                    <a:pt x="13897" y="133148"/>
                    <a:pt x="13897" y="132337"/>
                  </a:cubicBezTo>
                  <a:cubicBezTo>
                    <a:pt x="13897" y="131525"/>
                    <a:pt x="14708" y="131525"/>
                    <a:pt x="14708" y="131525"/>
                  </a:cubicBezTo>
                  <a:cubicBezTo>
                    <a:pt x="15520" y="131525"/>
                    <a:pt x="15520" y="131525"/>
                    <a:pt x="15520" y="130713"/>
                  </a:cubicBezTo>
                  <a:cubicBezTo>
                    <a:pt x="15520" y="129901"/>
                    <a:pt x="15520" y="129901"/>
                    <a:pt x="16331" y="129901"/>
                  </a:cubicBezTo>
                  <a:cubicBezTo>
                    <a:pt x="17142" y="129901"/>
                    <a:pt x="17142" y="129901"/>
                    <a:pt x="17142" y="130713"/>
                  </a:cubicBezTo>
                  <a:cubicBezTo>
                    <a:pt x="17142" y="131525"/>
                    <a:pt x="17142" y="131525"/>
                    <a:pt x="17142" y="132337"/>
                  </a:cubicBezTo>
                  <a:cubicBezTo>
                    <a:pt x="17142" y="132337"/>
                    <a:pt x="16331" y="133148"/>
                    <a:pt x="16331" y="133960"/>
                  </a:cubicBezTo>
                  <a:cubicBezTo>
                    <a:pt x="15520" y="134772"/>
                    <a:pt x="15520" y="135584"/>
                    <a:pt x="16331" y="136396"/>
                  </a:cubicBezTo>
                  <a:cubicBezTo>
                    <a:pt x="17142" y="137208"/>
                    <a:pt x="17142" y="138020"/>
                    <a:pt x="15520" y="138831"/>
                  </a:cubicBezTo>
                  <a:cubicBezTo>
                    <a:pt x="13897" y="139643"/>
                    <a:pt x="12274" y="147762"/>
                    <a:pt x="12274" y="149386"/>
                  </a:cubicBezTo>
                  <a:cubicBezTo>
                    <a:pt x="12274" y="151010"/>
                    <a:pt x="11463" y="152634"/>
                    <a:pt x="10652" y="152634"/>
                  </a:cubicBezTo>
                  <a:cubicBezTo>
                    <a:pt x="10652" y="152634"/>
                    <a:pt x="9840" y="153445"/>
                    <a:pt x="9840" y="154257"/>
                  </a:cubicBezTo>
                  <a:cubicBezTo>
                    <a:pt x="9840" y="155069"/>
                    <a:pt x="9840" y="155881"/>
                    <a:pt x="10652" y="155881"/>
                  </a:cubicBezTo>
                  <a:cubicBezTo>
                    <a:pt x="11463" y="155881"/>
                    <a:pt x="11463" y="155881"/>
                    <a:pt x="10652" y="156693"/>
                  </a:cubicBezTo>
                  <a:cubicBezTo>
                    <a:pt x="9840" y="157505"/>
                    <a:pt x="9840" y="159940"/>
                    <a:pt x="11463" y="164000"/>
                  </a:cubicBezTo>
                  <a:cubicBezTo>
                    <a:pt x="13086" y="168871"/>
                    <a:pt x="13897" y="169683"/>
                    <a:pt x="17142" y="170495"/>
                  </a:cubicBezTo>
                  <a:cubicBezTo>
                    <a:pt x="20387" y="171307"/>
                    <a:pt x="20387" y="172119"/>
                    <a:pt x="17142" y="172119"/>
                  </a:cubicBezTo>
                  <a:cubicBezTo>
                    <a:pt x="13086" y="172119"/>
                    <a:pt x="8218" y="169683"/>
                    <a:pt x="6595" y="167247"/>
                  </a:cubicBezTo>
                  <a:cubicBezTo>
                    <a:pt x="-2329" y="158317"/>
                    <a:pt x="-2329" y="144515"/>
                    <a:pt x="7407" y="121782"/>
                  </a:cubicBezTo>
                  <a:close/>
                  <a:moveTo>
                    <a:pt x="6595" y="131525"/>
                  </a:moveTo>
                  <a:cubicBezTo>
                    <a:pt x="6595" y="131525"/>
                    <a:pt x="7407" y="130713"/>
                    <a:pt x="7407" y="129901"/>
                  </a:cubicBezTo>
                  <a:cubicBezTo>
                    <a:pt x="7407" y="129089"/>
                    <a:pt x="7407" y="129089"/>
                    <a:pt x="6595" y="129089"/>
                  </a:cubicBezTo>
                  <a:cubicBezTo>
                    <a:pt x="6595" y="130713"/>
                    <a:pt x="6595" y="131525"/>
                    <a:pt x="6595" y="131525"/>
                  </a:cubicBezTo>
                  <a:close/>
                  <a:moveTo>
                    <a:pt x="9840" y="153445"/>
                  </a:moveTo>
                  <a:cubicBezTo>
                    <a:pt x="9840" y="153445"/>
                    <a:pt x="10652" y="152634"/>
                    <a:pt x="10652" y="151010"/>
                  </a:cubicBezTo>
                  <a:cubicBezTo>
                    <a:pt x="10652" y="149386"/>
                    <a:pt x="11463" y="147762"/>
                    <a:pt x="11463" y="146950"/>
                  </a:cubicBezTo>
                  <a:cubicBezTo>
                    <a:pt x="12274" y="144515"/>
                    <a:pt x="12274" y="142891"/>
                    <a:pt x="11463" y="142891"/>
                  </a:cubicBezTo>
                  <a:cubicBezTo>
                    <a:pt x="10652" y="142891"/>
                    <a:pt x="9840" y="146950"/>
                    <a:pt x="9840" y="149386"/>
                  </a:cubicBezTo>
                  <a:cubicBezTo>
                    <a:pt x="9840" y="150198"/>
                    <a:pt x="9840" y="151822"/>
                    <a:pt x="9840" y="152634"/>
                  </a:cubicBezTo>
                  <a:cubicBezTo>
                    <a:pt x="9840" y="152634"/>
                    <a:pt x="9840" y="153445"/>
                    <a:pt x="9840" y="153445"/>
                  </a:cubicBezTo>
                  <a:close/>
                  <a:moveTo>
                    <a:pt x="10652" y="121782"/>
                  </a:moveTo>
                  <a:cubicBezTo>
                    <a:pt x="10652" y="121782"/>
                    <a:pt x="12274" y="121782"/>
                    <a:pt x="12274" y="120970"/>
                  </a:cubicBezTo>
                  <a:cubicBezTo>
                    <a:pt x="12274" y="120970"/>
                    <a:pt x="12274" y="120970"/>
                    <a:pt x="11463" y="120158"/>
                  </a:cubicBezTo>
                  <a:cubicBezTo>
                    <a:pt x="11463" y="120158"/>
                    <a:pt x="11463" y="120158"/>
                    <a:pt x="11463" y="120158"/>
                  </a:cubicBezTo>
                  <a:cubicBezTo>
                    <a:pt x="10652" y="120970"/>
                    <a:pt x="10652" y="121782"/>
                    <a:pt x="10652" y="121782"/>
                  </a:cubicBezTo>
                  <a:cubicBezTo>
                    <a:pt x="9840" y="121782"/>
                    <a:pt x="9840" y="121782"/>
                    <a:pt x="10652" y="121782"/>
                  </a:cubicBezTo>
                  <a:close/>
                  <a:moveTo>
                    <a:pt x="13086" y="138831"/>
                  </a:moveTo>
                  <a:cubicBezTo>
                    <a:pt x="13897" y="137208"/>
                    <a:pt x="13897" y="137208"/>
                    <a:pt x="13897" y="136396"/>
                  </a:cubicBezTo>
                  <a:cubicBezTo>
                    <a:pt x="13897" y="136396"/>
                    <a:pt x="13086" y="137208"/>
                    <a:pt x="13086" y="138831"/>
                  </a:cubicBezTo>
                  <a:cubicBezTo>
                    <a:pt x="11463" y="140455"/>
                    <a:pt x="12274" y="141267"/>
                    <a:pt x="13086" y="138831"/>
                  </a:cubicBezTo>
                  <a:close/>
                  <a:moveTo>
                    <a:pt x="13086" y="127465"/>
                  </a:moveTo>
                  <a:cubicBezTo>
                    <a:pt x="13897" y="127465"/>
                    <a:pt x="13897" y="125842"/>
                    <a:pt x="13897" y="125842"/>
                  </a:cubicBezTo>
                  <a:cubicBezTo>
                    <a:pt x="13897" y="125842"/>
                    <a:pt x="13897" y="125842"/>
                    <a:pt x="13086" y="126653"/>
                  </a:cubicBezTo>
                  <a:cubicBezTo>
                    <a:pt x="12274" y="127465"/>
                    <a:pt x="12274" y="127465"/>
                    <a:pt x="13086" y="127465"/>
                  </a:cubicBezTo>
                  <a:close/>
                  <a:moveTo>
                    <a:pt x="13897" y="117723"/>
                  </a:moveTo>
                  <a:cubicBezTo>
                    <a:pt x="14708" y="116911"/>
                    <a:pt x="14708" y="116099"/>
                    <a:pt x="13897" y="116099"/>
                  </a:cubicBezTo>
                  <a:cubicBezTo>
                    <a:pt x="13897" y="116099"/>
                    <a:pt x="13086" y="116911"/>
                    <a:pt x="13897" y="117723"/>
                  </a:cubicBezTo>
                  <a:cubicBezTo>
                    <a:pt x="13086" y="117723"/>
                    <a:pt x="13086" y="117723"/>
                    <a:pt x="13897" y="117723"/>
                  </a:cubicBezTo>
                  <a:close/>
                  <a:moveTo>
                    <a:pt x="13897" y="123406"/>
                  </a:moveTo>
                  <a:cubicBezTo>
                    <a:pt x="13897" y="125030"/>
                    <a:pt x="14708" y="124218"/>
                    <a:pt x="15520" y="122594"/>
                  </a:cubicBezTo>
                  <a:cubicBezTo>
                    <a:pt x="16331" y="120970"/>
                    <a:pt x="16331" y="120158"/>
                    <a:pt x="16331" y="120158"/>
                  </a:cubicBezTo>
                  <a:cubicBezTo>
                    <a:pt x="15520" y="120158"/>
                    <a:pt x="14708" y="121782"/>
                    <a:pt x="14708" y="122594"/>
                  </a:cubicBezTo>
                  <a:cubicBezTo>
                    <a:pt x="14708" y="122594"/>
                    <a:pt x="14708" y="122594"/>
                    <a:pt x="13897" y="123406"/>
                  </a:cubicBezTo>
                  <a:cubicBezTo>
                    <a:pt x="14708" y="122594"/>
                    <a:pt x="13897" y="122594"/>
                    <a:pt x="13897" y="123406"/>
                  </a:cubicBezTo>
                  <a:close/>
                  <a:moveTo>
                    <a:pt x="14708" y="139643"/>
                  </a:moveTo>
                  <a:cubicBezTo>
                    <a:pt x="15520" y="139643"/>
                    <a:pt x="15520" y="138831"/>
                    <a:pt x="14708" y="139643"/>
                  </a:cubicBezTo>
                  <a:cubicBezTo>
                    <a:pt x="15520" y="138831"/>
                    <a:pt x="15520" y="138831"/>
                    <a:pt x="14708" y="138831"/>
                  </a:cubicBezTo>
                  <a:cubicBezTo>
                    <a:pt x="14708" y="138020"/>
                    <a:pt x="14708" y="138831"/>
                    <a:pt x="14708" y="139643"/>
                  </a:cubicBezTo>
                  <a:cubicBezTo>
                    <a:pt x="13897" y="138831"/>
                    <a:pt x="14708" y="139643"/>
                    <a:pt x="14708" y="139643"/>
                  </a:cubicBezTo>
                  <a:close/>
                  <a:moveTo>
                    <a:pt x="17954" y="108792"/>
                  </a:moveTo>
                  <a:cubicBezTo>
                    <a:pt x="17954" y="108792"/>
                    <a:pt x="18765" y="107980"/>
                    <a:pt x="17954" y="108792"/>
                  </a:cubicBezTo>
                  <a:cubicBezTo>
                    <a:pt x="18765" y="107980"/>
                    <a:pt x="18765" y="107980"/>
                    <a:pt x="17954" y="108792"/>
                  </a:cubicBezTo>
                  <a:cubicBezTo>
                    <a:pt x="17954" y="107980"/>
                    <a:pt x="17142" y="108792"/>
                    <a:pt x="17954" y="108792"/>
                  </a:cubicBezTo>
                  <a:cubicBezTo>
                    <a:pt x="17142" y="109604"/>
                    <a:pt x="17954" y="109604"/>
                    <a:pt x="17954" y="108792"/>
                  </a:cubicBezTo>
                  <a:close/>
                  <a:moveTo>
                    <a:pt x="17954" y="128277"/>
                  </a:moveTo>
                  <a:cubicBezTo>
                    <a:pt x="18765" y="128277"/>
                    <a:pt x="20387" y="125842"/>
                    <a:pt x="20387" y="124218"/>
                  </a:cubicBezTo>
                  <a:cubicBezTo>
                    <a:pt x="20387" y="124218"/>
                    <a:pt x="20387" y="123406"/>
                    <a:pt x="21199" y="123406"/>
                  </a:cubicBezTo>
                  <a:cubicBezTo>
                    <a:pt x="21199" y="123406"/>
                    <a:pt x="22010" y="123406"/>
                    <a:pt x="22010" y="123406"/>
                  </a:cubicBezTo>
                  <a:cubicBezTo>
                    <a:pt x="22010" y="123406"/>
                    <a:pt x="21199" y="123406"/>
                    <a:pt x="21199" y="123406"/>
                  </a:cubicBezTo>
                  <a:cubicBezTo>
                    <a:pt x="20387" y="123406"/>
                    <a:pt x="20387" y="123406"/>
                    <a:pt x="20387" y="124218"/>
                  </a:cubicBezTo>
                  <a:cubicBezTo>
                    <a:pt x="20387" y="125030"/>
                    <a:pt x="20387" y="125030"/>
                    <a:pt x="20387" y="125030"/>
                  </a:cubicBezTo>
                  <a:cubicBezTo>
                    <a:pt x="20387" y="125030"/>
                    <a:pt x="19576" y="125842"/>
                    <a:pt x="19576" y="125842"/>
                  </a:cubicBezTo>
                  <a:cubicBezTo>
                    <a:pt x="17954" y="127465"/>
                    <a:pt x="17954" y="127465"/>
                    <a:pt x="17954" y="128277"/>
                  </a:cubicBezTo>
                  <a:cubicBezTo>
                    <a:pt x="17142" y="128277"/>
                    <a:pt x="17142" y="128277"/>
                    <a:pt x="17954" y="128277"/>
                  </a:cubicBezTo>
                  <a:close/>
                  <a:moveTo>
                    <a:pt x="18765" y="107168"/>
                  </a:moveTo>
                  <a:cubicBezTo>
                    <a:pt x="18765" y="107980"/>
                    <a:pt x="19576" y="107980"/>
                    <a:pt x="19576" y="107168"/>
                  </a:cubicBezTo>
                  <a:cubicBezTo>
                    <a:pt x="19576" y="106356"/>
                    <a:pt x="20387" y="105545"/>
                    <a:pt x="20387" y="105545"/>
                  </a:cubicBezTo>
                  <a:lnTo>
                    <a:pt x="19576" y="105545"/>
                  </a:lnTo>
                  <a:cubicBezTo>
                    <a:pt x="17954" y="105545"/>
                    <a:pt x="17954" y="105545"/>
                    <a:pt x="18765" y="107168"/>
                  </a:cubicBezTo>
                  <a:close/>
                  <a:moveTo>
                    <a:pt x="18765" y="113663"/>
                  </a:moveTo>
                  <a:cubicBezTo>
                    <a:pt x="18765" y="114475"/>
                    <a:pt x="19576" y="113663"/>
                    <a:pt x="18765" y="113663"/>
                  </a:cubicBezTo>
                  <a:cubicBezTo>
                    <a:pt x="20387" y="113663"/>
                    <a:pt x="20387" y="112851"/>
                    <a:pt x="18765" y="113663"/>
                  </a:cubicBezTo>
                  <a:cubicBezTo>
                    <a:pt x="18765" y="113663"/>
                    <a:pt x="18765" y="113663"/>
                    <a:pt x="18765" y="113663"/>
                  </a:cubicBezTo>
                  <a:close/>
                  <a:moveTo>
                    <a:pt x="20387" y="103109"/>
                  </a:moveTo>
                  <a:cubicBezTo>
                    <a:pt x="21199" y="103109"/>
                    <a:pt x="22822" y="100673"/>
                    <a:pt x="22822" y="99861"/>
                  </a:cubicBezTo>
                  <a:cubicBezTo>
                    <a:pt x="22822" y="99861"/>
                    <a:pt x="22822" y="99861"/>
                    <a:pt x="22010" y="100673"/>
                  </a:cubicBezTo>
                  <a:cubicBezTo>
                    <a:pt x="21199" y="101485"/>
                    <a:pt x="21199" y="101485"/>
                    <a:pt x="21199" y="100673"/>
                  </a:cubicBezTo>
                  <a:cubicBezTo>
                    <a:pt x="21199" y="99861"/>
                    <a:pt x="20387" y="99861"/>
                    <a:pt x="19576" y="101485"/>
                  </a:cubicBezTo>
                  <a:cubicBezTo>
                    <a:pt x="20387" y="103109"/>
                    <a:pt x="20387" y="103109"/>
                    <a:pt x="20387" y="103109"/>
                  </a:cubicBezTo>
                  <a:close/>
                  <a:moveTo>
                    <a:pt x="21199" y="120970"/>
                  </a:moveTo>
                  <a:cubicBezTo>
                    <a:pt x="22010" y="120970"/>
                    <a:pt x="22010" y="120970"/>
                    <a:pt x="22010" y="120158"/>
                  </a:cubicBezTo>
                  <a:cubicBezTo>
                    <a:pt x="22010" y="120158"/>
                    <a:pt x="22010" y="120158"/>
                    <a:pt x="21199" y="120970"/>
                  </a:cubicBezTo>
                  <a:cubicBezTo>
                    <a:pt x="21199" y="120970"/>
                    <a:pt x="21199" y="120158"/>
                    <a:pt x="21199" y="120970"/>
                  </a:cubicBezTo>
                  <a:cubicBezTo>
                    <a:pt x="21199" y="119346"/>
                    <a:pt x="21199" y="119346"/>
                    <a:pt x="21199" y="120970"/>
                  </a:cubicBezTo>
                  <a:cubicBezTo>
                    <a:pt x="20387" y="120970"/>
                    <a:pt x="20387" y="120970"/>
                    <a:pt x="21199" y="120970"/>
                  </a:cubicBezTo>
                  <a:close/>
                  <a:moveTo>
                    <a:pt x="21199" y="116099"/>
                  </a:moveTo>
                  <a:cubicBezTo>
                    <a:pt x="21199" y="116099"/>
                    <a:pt x="22010" y="116911"/>
                    <a:pt x="22010" y="116911"/>
                  </a:cubicBezTo>
                  <a:cubicBezTo>
                    <a:pt x="22010" y="117723"/>
                    <a:pt x="22010" y="117723"/>
                    <a:pt x="22822" y="117723"/>
                  </a:cubicBezTo>
                  <a:cubicBezTo>
                    <a:pt x="23633" y="117723"/>
                    <a:pt x="23633" y="116911"/>
                    <a:pt x="23633" y="117723"/>
                  </a:cubicBezTo>
                  <a:cubicBezTo>
                    <a:pt x="23633" y="117723"/>
                    <a:pt x="24444" y="118534"/>
                    <a:pt x="24444" y="118534"/>
                  </a:cubicBezTo>
                  <a:cubicBezTo>
                    <a:pt x="24444" y="118534"/>
                    <a:pt x="24444" y="117723"/>
                    <a:pt x="23633" y="116911"/>
                  </a:cubicBezTo>
                  <a:cubicBezTo>
                    <a:pt x="22010" y="116099"/>
                    <a:pt x="21199" y="115287"/>
                    <a:pt x="21199" y="116099"/>
                  </a:cubicBezTo>
                  <a:cubicBezTo>
                    <a:pt x="20387" y="116099"/>
                    <a:pt x="21199" y="116099"/>
                    <a:pt x="21199" y="116099"/>
                  </a:cubicBezTo>
                  <a:close/>
                  <a:moveTo>
                    <a:pt x="21199" y="111228"/>
                  </a:moveTo>
                  <a:cubicBezTo>
                    <a:pt x="22010" y="111228"/>
                    <a:pt x="22010" y="111228"/>
                    <a:pt x="21199" y="111228"/>
                  </a:cubicBezTo>
                  <a:cubicBezTo>
                    <a:pt x="22010" y="110416"/>
                    <a:pt x="22010" y="109604"/>
                    <a:pt x="22010" y="109604"/>
                  </a:cubicBezTo>
                  <a:cubicBezTo>
                    <a:pt x="22010" y="109604"/>
                    <a:pt x="21199" y="110416"/>
                    <a:pt x="21199" y="111228"/>
                  </a:cubicBezTo>
                  <a:cubicBezTo>
                    <a:pt x="21199" y="111228"/>
                    <a:pt x="21199" y="111228"/>
                    <a:pt x="21199" y="111228"/>
                  </a:cubicBezTo>
                  <a:close/>
                  <a:moveTo>
                    <a:pt x="22010" y="99049"/>
                  </a:moveTo>
                  <a:cubicBezTo>
                    <a:pt x="22010" y="99861"/>
                    <a:pt x="22010" y="99861"/>
                    <a:pt x="22010" y="99049"/>
                  </a:cubicBezTo>
                  <a:cubicBezTo>
                    <a:pt x="22822" y="99049"/>
                    <a:pt x="22822" y="99049"/>
                    <a:pt x="22822" y="99049"/>
                  </a:cubicBezTo>
                  <a:cubicBezTo>
                    <a:pt x="22822" y="99049"/>
                    <a:pt x="22822" y="99049"/>
                    <a:pt x="22010" y="99049"/>
                  </a:cubicBezTo>
                  <a:cubicBezTo>
                    <a:pt x="22010" y="99049"/>
                    <a:pt x="22010" y="99049"/>
                    <a:pt x="22010" y="99049"/>
                  </a:cubicBezTo>
                  <a:close/>
                  <a:moveTo>
                    <a:pt x="22010" y="114475"/>
                  </a:moveTo>
                  <a:cubicBezTo>
                    <a:pt x="22010" y="114475"/>
                    <a:pt x="22822" y="114475"/>
                    <a:pt x="22010" y="114475"/>
                  </a:cubicBezTo>
                  <a:cubicBezTo>
                    <a:pt x="23633" y="113663"/>
                    <a:pt x="24444" y="113663"/>
                    <a:pt x="24444" y="114475"/>
                  </a:cubicBezTo>
                  <a:cubicBezTo>
                    <a:pt x="24444" y="114475"/>
                    <a:pt x="24444" y="115287"/>
                    <a:pt x="25255" y="115287"/>
                  </a:cubicBezTo>
                  <a:cubicBezTo>
                    <a:pt x="25255" y="115287"/>
                    <a:pt x="26067" y="115287"/>
                    <a:pt x="26067" y="114475"/>
                  </a:cubicBezTo>
                  <a:cubicBezTo>
                    <a:pt x="26067" y="113663"/>
                    <a:pt x="26067" y="113663"/>
                    <a:pt x="26067" y="113663"/>
                  </a:cubicBezTo>
                  <a:cubicBezTo>
                    <a:pt x="25255" y="113663"/>
                    <a:pt x="24444" y="113663"/>
                    <a:pt x="24444" y="112851"/>
                  </a:cubicBezTo>
                  <a:cubicBezTo>
                    <a:pt x="24444" y="112851"/>
                    <a:pt x="24444" y="112039"/>
                    <a:pt x="24444" y="112039"/>
                  </a:cubicBezTo>
                  <a:cubicBezTo>
                    <a:pt x="22822" y="112851"/>
                    <a:pt x="21199" y="114475"/>
                    <a:pt x="22010" y="114475"/>
                  </a:cubicBezTo>
                  <a:close/>
                  <a:moveTo>
                    <a:pt x="22822" y="99049"/>
                  </a:moveTo>
                  <a:cubicBezTo>
                    <a:pt x="23633" y="99861"/>
                    <a:pt x="23633" y="99861"/>
                    <a:pt x="24444" y="98237"/>
                  </a:cubicBezTo>
                  <a:cubicBezTo>
                    <a:pt x="24444" y="97426"/>
                    <a:pt x="25255" y="97426"/>
                    <a:pt x="25255" y="97426"/>
                  </a:cubicBezTo>
                  <a:cubicBezTo>
                    <a:pt x="25255" y="97426"/>
                    <a:pt x="26067" y="97426"/>
                    <a:pt x="25255" y="97426"/>
                  </a:cubicBezTo>
                  <a:cubicBezTo>
                    <a:pt x="25255" y="96614"/>
                    <a:pt x="24444" y="96614"/>
                    <a:pt x="24444" y="97426"/>
                  </a:cubicBezTo>
                  <a:cubicBezTo>
                    <a:pt x="24444" y="97426"/>
                    <a:pt x="23633" y="98237"/>
                    <a:pt x="22822" y="97426"/>
                  </a:cubicBezTo>
                  <a:cubicBezTo>
                    <a:pt x="22010" y="97426"/>
                    <a:pt x="22010" y="98237"/>
                    <a:pt x="22822" y="99049"/>
                  </a:cubicBezTo>
                  <a:close/>
                  <a:moveTo>
                    <a:pt x="22822" y="107980"/>
                  </a:moveTo>
                  <a:cubicBezTo>
                    <a:pt x="22822" y="107980"/>
                    <a:pt x="22822" y="107980"/>
                    <a:pt x="22822" y="107980"/>
                  </a:cubicBezTo>
                  <a:cubicBezTo>
                    <a:pt x="23633" y="107980"/>
                    <a:pt x="23633" y="107980"/>
                    <a:pt x="23633" y="107168"/>
                  </a:cubicBezTo>
                  <a:cubicBezTo>
                    <a:pt x="23633" y="107168"/>
                    <a:pt x="23633" y="107168"/>
                    <a:pt x="22822" y="107980"/>
                  </a:cubicBezTo>
                  <a:cubicBezTo>
                    <a:pt x="22822" y="107168"/>
                    <a:pt x="22822" y="107980"/>
                    <a:pt x="22822" y="107980"/>
                  </a:cubicBezTo>
                  <a:close/>
                  <a:moveTo>
                    <a:pt x="23633" y="96614"/>
                  </a:moveTo>
                  <a:cubicBezTo>
                    <a:pt x="23633" y="96614"/>
                    <a:pt x="24444" y="96614"/>
                    <a:pt x="24444" y="96614"/>
                  </a:cubicBezTo>
                  <a:cubicBezTo>
                    <a:pt x="24444" y="96614"/>
                    <a:pt x="25255" y="95802"/>
                    <a:pt x="25255" y="96614"/>
                  </a:cubicBezTo>
                  <a:cubicBezTo>
                    <a:pt x="25255" y="96614"/>
                    <a:pt x="26067" y="96614"/>
                    <a:pt x="26067" y="95802"/>
                  </a:cubicBezTo>
                  <a:cubicBezTo>
                    <a:pt x="26067" y="94990"/>
                    <a:pt x="26067" y="94990"/>
                    <a:pt x="26067" y="94990"/>
                  </a:cubicBezTo>
                  <a:cubicBezTo>
                    <a:pt x="26067" y="94990"/>
                    <a:pt x="25255" y="94990"/>
                    <a:pt x="25255" y="94178"/>
                  </a:cubicBezTo>
                  <a:cubicBezTo>
                    <a:pt x="25255" y="92554"/>
                    <a:pt x="25255" y="92554"/>
                    <a:pt x="26067" y="93366"/>
                  </a:cubicBezTo>
                  <a:cubicBezTo>
                    <a:pt x="26878" y="94178"/>
                    <a:pt x="26878" y="94178"/>
                    <a:pt x="27690" y="93366"/>
                  </a:cubicBezTo>
                  <a:cubicBezTo>
                    <a:pt x="28501" y="92554"/>
                    <a:pt x="28501" y="92554"/>
                    <a:pt x="28501" y="92554"/>
                  </a:cubicBezTo>
                  <a:cubicBezTo>
                    <a:pt x="28501" y="92554"/>
                    <a:pt x="28501" y="91742"/>
                    <a:pt x="28501" y="91742"/>
                  </a:cubicBezTo>
                  <a:cubicBezTo>
                    <a:pt x="29312" y="90931"/>
                    <a:pt x="28501" y="90119"/>
                    <a:pt x="28501" y="89307"/>
                  </a:cubicBezTo>
                  <a:cubicBezTo>
                    <a:pt x="27690" y="88495"/>
                    <a:pt x="27690" y="88495"/>
                    <a:pt x="28501" y="88495"/>
                  </a:cubicBezTo>
                  <a:cubicBezTo>
                    <a:pt x="29312" y="89307"/>
                    <a:pt x="29312" y="89307"/>
                    <a:pt x="30123" y="88495"/>
                  </a:cubicBezTo>
                  <a:cubicBezTo>
                    <a:pt x="30935" y="87683"/>
                    <a:pt x="30935" y="86871"/>
                    <a:pt x="30123" y="86059"/>
                  </a:cubicBezTo>
                  <a:cubicBezTo>
                    <a:pt x="30123" y="86059"/>
                    <a:pt x="30123" y="86059"/>
                    <a:pt x="30935" y="86059"/>
                  </a:cubicBezTo>
                  <a:cubicBezTo>
                    <a:pt x="31746" y="86059"/>
                    <a:pt x="32557" y="86059"/>
                    <a:pt x="31746" y="86059"/>
                  </a:cubicBezTo>
                  <a:cubicBezTo>
                    <a:pt x="31746" y="86059"/>
                    <a:pt x="30935" y="85248"/>
                    <a:pt x="30935" y="85248"/>
                  </a:cubicBezTo>
                  <a:cubicBezTo>
                    <a:pt x="30935" y="85248"/>
                    <a:pt x="30123" y="85248"/>
                    <a:pt x="30123" y="85248"/>
                  </a:cubicBezTo>
                  <a:cubicBezTo>
                    <a:pt x="30123" y="85248"/>
                    <a:pt x="30935" y="84436"/>
                    <a:pt x="31746" y="85248"/>
                  </a:cubicBezTo>
                  <a:cubicBezTo>
                    <a:pt x="32557" y="85248"/>
                    <a:pt x="33369" y="85248"/>
                    <a:pt x="33369" y="84436"/>
                  </a:cubicBezTo>
                  <a:cubicBezTo>
                    <a:pt x="33369" y="83624"/>
                    <a:pt x="34180" y="82812"/>
                    <a:pt x="34180" y="82812"/>
                  </a:cubicBezTo>
                  <a:cubicBezTo>
                    <a:pt x="34991" y="82812"/>
                    <a:pt x="34991" y="82000"/>
                    <a:pt x="34991" y="81188"/>
                  </a:cubicBezTo>
                  <a:cubicBezTo>
                    <a:pt x="34991" y="81188"/>
                    <a:pt x="34991" y="80376"/>
                    <a:pt x="35803" y="80376"/>
                  </a:cubicBezTo>
                  <a:cubicBezTo>
                    <a:pt x="35803" y="80376"/>
                    <a:pt x="36614" y="79564"/>
                    <a:pt x="36614" y="78752"/>
                  </a:cubicBezTo>
                  <a:cubicBezTo>
                    <a:pt x="36614" y="77940"/>
                    <a:pt x="37425" y="77129"/>
                    <a:pt x="37425" y="77129"/>
                  </a:cubicBezTo>
                  <a:cubicBezTo>
                    <a:pt x="38237" y="77129"/>
                    <a:pt x="38237" y="75505"/>
                    <a:pt x="37425" y="75505"/>
                  </a:cubicBezTo>
                  <a:cubicBezTo>
                    <a:pt x="37425" y="75505"/>
                    <a:pt x="35803" y="76317"/>
                    <a:pt x="34991" y="77129"/>
                  </a:cubicBezTo>
                  <a:cubicBezTo>
                    <a:pt x="33369" y="78752"/>
                    <a:pt x="33369" y="78752"/>
                    <a:pt x="33369" y="79564"/>
                  </a:cubicBezTo>
                  <a:cubicBezTo>
                    <a:pt x="34180" y="81188"/>
                    <a:pt x="33369" y="81188"/>
                    <a:pt x="32557" y="81188"/>
                  </a:cubicBezTo>
                  <a:cubicBezTo>
                    <a:pt x="31746" y="81188"/>
                    <a:pt x="31746" y="81188"/>
                    <a:pt x="32557" y="81188"/>
                  </a:cubicBezTo>
                  <a:cubicBezTo>
                    <a:pt x="33369" y="81188"/>
                    <a:pt x="33369" y="80376"/>
                    <a:pt x="33369" y="80376"/>
                  </a:cubicBezTo>
                  <a:cubicBezTo>
                    <a:pt x="33369" y="79564"/>
                    <a:pt x="33369" y="79564"/>
                    <a:pt x="32557" y="80376"/>
                  </a:cubicBezTo>
                  <a:cubicBezTo>
                    <a:pt x="31746" y="81188"/>
                    <a:pt x="31746" y="82000"/>
                    <a:pt x="32557" y="82000"/>
                  </a:cubicBezTo>
                  <a:cubicBezTo>
                    <a:pt x="33369" y="82000"/>
                    <a:pt x="33369" y="82812"/>
                    <a:pt x="32557" y="83624"/>
                  </a:cubicBezTo>
                  <a:cubicBezTo>
                    <a:pt x="31746" y="83624"/>
                    <a:pt x="31746" y="83624"/>
                    <a:pt x="31746" y="83624"/>
                  </a:cubicBezTo>
                  <a:cubicBezTo>
                    <a:pt x="31746" y="83624"/>
                    <a:pt x="31746" y="82812"/>
                    <a:pt x="31746" y="82812"/>
                  </a:cubicBezTo>
                  <a:cubicBezTo>
                    <a:pt x="30935" y="82812"/>
                    <a:pt x="29312" y="86059"/>
                    <a:pt x="29312" y="87683"/>
                  </a:cubicBezTo>
                  <a:cubicBezTo>
                    <a:pt x="29312" y="87683"/>
                    <a:pt x="29312" y="88495"/>
                    <a:pt x="29312" y="87683"/>
                  </a:cubicBezTo>
                  <a:cubicBezTo>
                    <a:pt x="28501" y="87683"/>
                    <a:pt x="27690" y="88495"/>
                    <a:pt x="27690" y="89307"/>
                  </a:cubicBezTo>
                  <a:cubicBezTo>
                    <a:pt x="27690" y="89307"/>
                    <a:pt x="26878" y="90119"/>
                    <a:pt x="26878" y="90931"/>
                  </a:cubicBezTo>
                  <a:cubicBezTo>
                    <a:pt x="25255" y="92554"/>
                    <a:pt x="23633" y="95802"/>
                    <a:pt x="23633" y="96614"/>
                  </a:cubicBezTo>
                  <a:close/>
                  <a:moveTo>
                    <a:pt x="24444" y="105545"/>
                  </a:moveTo>
                  <a:cubicBezTo>
                    <a:pt x="24444" y="105545"/>
                    <a:pt x="26067" y="103921"/>
                    <a:pt x="26067" y="103921"/>
                  </a:cubicBezTo>
                  <a:cubicBezTo>
                    <a:pt x="26067" y="103921"/>
                    <a:pt x="25255" y="103921"/>
                    <a:pt x="25255" y="103921"/>
                  </a:cubicBezTo>
                  <a:cubicBezTo>
                    <a:pt x="24444" y="104733"/>
                    <a:pt x="23633" y="105545"/>
                    <a:pt x="24444" y="105545"/>
                  </a:cubicBezTo>
                  <a:close/>
                  <a:moveTo>
                    <a:pt x="25255" y="103109"/>
                  </a:moveTo>
                  <a:cubicBezTo>
                    <a:pt x="25255" y="103109"/>
                    <a:pt x="25255" y="103109"/>
                    <a:pt x="25255" y="103109"/>
                  </a:cubicBezTo>
                  <a:cubicBezTo>
                    <a:pt x="26878" y="103109"/>
                    <a:pt x="26878" y="103109"/>
                    <a:pt x="26878" y="103109"/>
                  </a:cubicBezTo>
                  <a:cubicBezTo>
                    <a:pt x="26878" y="102297"/>
                    <a:pt x="26878" y="102297"/>
                    <a:pt x="25255" y="103109"/>
                  </a:cubicBezTo>
                  <a:cubicBezTo>
                    <a:pt x="25255" y="102297"/>
                    <a:pt x="25255" y="102297"/>
                    <a:pt x="25255" y="103109"/>
                  </a:cubicBezTo>
                  <a:close/>
                  <a:moveTo>
                    <a:pt x="25255" y="107168"/>
                  </a:moveTo>
                  <a:cubicBezTo>
                    <a:pt x="25255" y="107980"/>
                    <a:pt x="25255" y="107980"/>
                    <a:pt x="25255" y="107168"/>
                  </a:cubicBezTo>
                  <a:cubicBezTo>
                    <a:pt x="26067" y="107980"/>
                    <a:pt x="26067" y="107168"/>
                    <a:pt x="26067" y="107168"/>
                  </a:cubicBezTo>
                  <a:cubicBezTo>
                    <a:pt x="26067" y="107168"/>
                    <a:pt x="26067" y="107168"/>
                    <a:pt x="25255" y="107168"/>
                  </a:cubicBezTo>
                  <a:cubicBezTo>
                    <a:pt x="25255" y="107168"/>
                    <a:pt x="25255" y="107168"/>
                    <a:pt x="25255" y="107168"/>
                  </a:cubicBezTo>
                  <a:close/>
                  <a:moveTo>
                    <a:pt x="26067" y="111228"/>
                  </a:moveTo>
                  <a:cubicBezTo>
                    <a:pt x="26067" y="111228"/>
                    <a:pt x="26878" y="112039"/>
                    <a:pt x="26067" y="112039"/>
                  </a:cubicBezTo>
                  <a:cubicBezTo>
                    <a:pt x="26067" y="112039"/>
                    <a:pt x="26067" y="112851"/>
                    <a:pt x="26067" y="112851"/>
                  </a:cubicBezTo>
                  <a:cubicBezTo>
                    <a:pt x="27690" y="113663"/>
                    <a:pt x="27690" y="112039"/>
                    <a:pt x="26878" y="111228"/>
                  </a:cubicBezTo>
                  <a:cubicBezTo>
                    <a:pt x="27690" y="111228"/>
                    <a:pt x="26878" y="110416"/>
                    <a:pt x="26067" y="111228"/>
                  </a:cubicBezTo>
                  <a:cubicBezTo>
                    <a:pt x="26067" y="110416"/>
                    <a:pt x="25255" y="110416"/>
                    <a:pt x="26067" y="111228"/>
                  </a:cubicBezTo>
                  <a:close/>
                  <a:moveTo>
                    <a:pt x="27690" y="101485"/>
                  </a:moveTo>
                  <a:cubicBezTo>
                    <a:pt x="27690" y="100673"/>
                    <a:pt x="27690" y="100673"/>
                    <a:pt x="27690" y="101485"/>
                  </a:cubicBezTo>
                  <a:cubicBezTo>
                    <a:pt x="27690" y="100673"/>
                    <a:pt x="27690" y="100673"/>
                    <a:pt x="27690" y="101485"/>
                  </a:cubicBezTo>
                  <a:cubicBezTo>
                    <a:pt x="26878" y="100673"/>
                    <a:pt x="26878" y="100673"/>
                    <a:pt x="27690" y="101485"/>
                  </a:cubicBezTo>
                  <a:cubicBezTo>
                    <a:pt x="26878" y="101485"/>
                    <a:pt x="26878" y="101485"/>
                    <a:pt x="27690" y="101485"/>
                  </a:cubicBezTo>
                  <a:close/>
                  <a:moveTo>
                    <a:pt x="27690" y="108792"/>
                  </a:moveTo>
                  <a:cubicBezTo>
                    <a:pt x="27690" y="108792"/>
                    <a:pt x="27690" y="107980"/>
                    <a:pt x="27690" y="108792"/>
                  </a:cubicBezTo>
                  <a:cubicBezTo>
                    <a:pt x="28501" y="107980"/>
                    <a:pt x="28501" y="107980"/>
                    <a:pt x="27690" y="107980"/>
                  </a:cubicBezTo>
                  <a:cubicBezTo>
                    <a:pt x="26878" y="107980"/>
                    <a:pt x="27690" y="107980"/>
                    <a:pt x="27690" y="108792"/>
                  </a:cubicBezTo>
                  <a:cubicBezTo>
                    <a:pt x="26878" y="107980"/>
                    <a:pt x="26878" y="108792"/>
                    <a:pt x="27690" y="108792"/>
                  </a:cubicBezTo>
                  <a:close/>
                  <a:moveTo>
                    <a:pt x="27690" y="104733"/>
                  </a:moveTo>
                  <a:cubicBezTo>
                    <a:pt x="28501" y="104733"/>
                    <a:pt x="28501" y="103921"/>
                    <a:pt x="28501" y="103109"/>
                  </a:cubicBezTo>
                  <a:cubicBezTo>
                    <a:pt x="28501" y="102297"/>
                    <a:pt x="28501" y="102297"/>
                    <a:pt x="28501" y="103109"/>
                  </a:cubicBezTo>
                  <a:cubicBezTo>
                    <a:pt x="28501" y="103921"/>
                    <a:pt x="27690" y="103921"/>
                    <a:pt x="27690" y="103921"/>
                  </a:cubicBezTo>
                  <a:cubicBezTo>
                    <a:pt x="27690" y="103921"/>
                    <a:pt x="27690" y="103921"/>
                    <a:pt x="27690" y="104733"/>
                  </a:cubicBezTo>
                  <a:cubicBezTo>
                    <a:pt x="27690" y="103921"/>
                    <a:pt x="27690" y="104733"/>
                    <a:pt x="27690" y="104733"/>
                  </a:cubicBezTo>
                  <a:close/>
                  <a:moveTo>
                    <a:pt x="30123" y="101485"/>
                  </a:moveTo>
                  <a:cubicBezTo>
                    <a:pt x="30935" y="101485"/>
                    <a:pt x="31746" y="101485"/>
                    <a:pt x="31746" y="101485"/>
                  </a:cubicBezTo>
                  <a:cubicBezTo>
                    <a:pt x="32557" y="100673"/>
                    <a:pt x="32557" y="100673"/>
                    <a:pt x="31746" y="100673"/>
                  </a:cubicBezTo>
                  <a:cubicBezTo>
                    <a:pt x="30935" y="100673"/>
                    <a:pt x="30935" y="100673"/>
                    <a:pt x="30935" y="99861"/>
                  </a:cubicBezTo>
                  <a:cubicBezTo>
                    <a:pt x="30935" y="99049"/>
                    <a:pt x="31746" y="99049"/>
                    <a:pt x="31746" y="99049"/>
                  </a:cubicBezTo>
                  <a:cubicBezTo>
                    <a:pt x="31746" y="99049"/>
                    <a:pt x="32557" y="98237"/>
                    <a:pt x="32557" y="98237"/>
                  </a:cubicBezTo>
                  <a:cubicBezTo>
                    <a:pt x="32557" y="96614"/>
                    <a:pt x="30935" y="98237"/>
                    <a:pt x="30123" y="99861"/>
                  </a:cubicBezTo>
                  <a:cubicBezTo>
                    <a:pt x="29312" y="101485"/>
                    <a:pt x="29312" y="101485"/>
                    <a:pt x="30123" y="101485"/>
                  </a:cubicBezTo>
                  <a:close/>
                  <a:moveTo>
                    <a:pt x="33369" y="95802"/>
                  </a:moveTo>
                  <a:cubicBezTo>
                    <a:pt x="34180" y="95802"/>
                    <a:pt x="34180" y="95802"/>
                    <a:pt x="34180" y="94990"/>
                  </a:cubicBezTo>
                  <a:cubicBezTo>
                    <a:pt x="34180" y="93366"/>
                    <a:pt x="34180" y="93366"/>
                    <a:pt x="33369" y="94990"/>
                  </a:cubicBezTo>
                  <a:cubicBezTo>
                    <a:pt x="32557" y="95802"/>
                    <a:pt x="32557" y="95802"/>
                    <a:pt x="32557" y="95802"/>
                  </a:cubicBezTo>
                  <a:cubicBezTo>
                    <a:pt x="32557" y="95802"/>
                    <a:pt x="32557" y="95802"/>
                    <a:pt x="33369" y="95802"/>
                  </a:cubicBezTo>
                  <a:close/>
                  <a:moveTo>
                    <a:pt x="33369" y="90931"/>
                  </a:moveTo>
                  <a:lnTo>
                    <a:pt x="34180" y="90119"/>
                  </a:lnTo>
                  <a:cubicBezTo>
                    <a:pt x="34991" y="89307"/>
                    <a:pt x="35803" y="88495"/>
                    <a:pt x="34991" y="88495"/>
                  </a:cubicBezTo>
                  <a:cubicBezTo>
                    <a:pt x="34991" y="88495"/>
                    <a:pt x="34180" y="89307"/>
                    <a:pt x="34180" y="89307"/>
                  </a:cubicBezTo>
                  <a:lnTo>
                    <a:pt x="33369" y="90931"/>
                  </a:lnTo>
                  <a:close/>
                  <a:moveTo>
                    <a:pt x="35803" y="91742"/>
                  </a:moveTo>
                  <a:cubicBezTo>
                    <a:pt x="35803" y="92554"/>
                    <a:pt x="36614" y="91742"/>
                    <a:pt x="37425" y="89307"/>
                  </a:cubicBezTo>
                  <a:cubicBezTo>
                    <a:pt x="37425" y="89307"/>
                    <a:pt x="37425" y="89307"/>
                    <a:pt x="36614" y="90119"/>
                  </a:cubicBezTo>
                  <a:cubicBezTo>
                    <a:pt x="35803" y="90119"/>
                    <a:pt x="35803" y="90931"/>
                    <a:pt x="35803" y="91742"/>
                  </a:cubicBezTo>
                  <a:close/>
                  <a:moveTo>
                    <a:pt x="36614" y="75505"/>
                  </a:moveTo>
                  <a:cubicBezTo>
                    <a:pt x="37425" y="74693"/>
                    <a:pt x="37425" y="74693"/>
                    <a:pt x="37425" y="75505"/>
                  </a:cubicBezTo>
                  <a:cubicBezTo>
                    <a:pt x="37425" y="75505"/>
                    <a:pt x="38237" y="75505"/>
                    <a:pt x="38237" y="75505"/>
                  </a:cubicBezTo>
                  <a:cubicBezTo>
                    <a:pt x="39048" y="74693"/>
                    <a:pt x="39048" y="74693"/>
                    <a:pt x="38237" y="73881"/>
                  </a:cubicBezTo>
                  <a:cubicBezTo>
                    <a:pt x="38237" y="73881"/>
                    <a:pt x="37425" y="73069"/>
                    <a:pt x="36614" y="73069"/>
                  </a:cubicBezTo>
                  <a:cubicBezTo>
                    <a:pt x="36614" y="73069"/>
                    <a:pt x="36614" y="73069"/>
                    <a:pt x="36614" y="73881"/>
                  </a:cubicBezTo>
                  <a:cubicBezTo>
                    <a:pt x="37425" y="74693"/>
                    <a:pt x="37425" y="74693"/>
                    <a:pt x="36614" y="74693"/>
                  </a:cubicBezTo>
                  <a:cubicBezTo>
                    <a:pt x="37425" y="73881"/>
                    <a:pt x="36614" y="74693"/>
                    <a:pt x="36614" y="75505"/>
                  </a:cubicBezTo>
                  <a:cubicBezTo>
                    <a:pt x="35803" y="76317"/>
                    <a:pt x="35803" y="76317"/>
                    <a:pt x="36614" y="75505"/>
                  </a:cubicBezTo>
                  <a:close/>
                  <a:moveTo>
                    <a:pt x="37425" y="88495"/>
                  </a:moveTo>
                  <a:cubicBezTo>
                    <a:pt x="38237" y="89307"/>
                    <a:pt x="40670" y="86059"/>
                    <a:pt x="40670" y="85248"/>
                  </a:cubicBezTo>
                  <a:cubicBezTo>
                    <a:pt x="40670" y="84436"/>
                    <a:pt x="40670" y="84436"/>
                    <a:pt x="40670" y="84436"/>
                  </a:cubicBezTo>
                  <a:cubicBezTo>
                    <a:pt x="40670" y="84436"/>
                    <a:pt x="40670" y="84436"/>
                    <a:pt x="39859" y="84436"/>
                  </a:cubicBezTo>
                  <a:cubicBezTo>
                    <a:pt x="39048" y="84436"/>
                    <a:pt x="39048" y="85248"/>
                    <a:pt x="39048" y="86059"/>
                  </a:cubicBezTo>
                  <a:cubicBezTo>
                    <a:pt x="39048" y="86871"/>
                    <a:pt x="38237" y="87683"/>
                    <a:pt x="37425" y="87683"/>
                  </a:cubicBezTo>
                  <a:cubicBezTo>
                    <a:pt x="37425" y="87683"/>
                    <a:pt x="36614" y="88495"/>
                    <a:pt x="37425" y="88495"/>
                  </a:cubicBezTo>
                  <a:close/>
                  <a:moveTo>
                    <a:pt x="40670" y="71445"/>
                  </a:moveTo>
                  <a:cubicBezTo>
                    <a:pt x="41482" y="71445"/>
                    <a:pt x="41482" y="71445"/>
                    <a:pt x="40670" y="71445"/>
                  </a:cubicBezTo>
                  <a:cubicBezTo>
                    <a:pt x="39859" y="70634"/>
                    <a:pt x="39048" y="70634"/>
                    <a:pt x="39048" y="71445"/>
                  </a:cubicBezTo>
                  <a:cubicBezTo>
                    <a:pt x="38237" y="72257"/>
                    <a:pt x="39048" y="72257"/>
                    <a:pt x="40670" y="71445"/>
                  </a:cubicBezTo>
                  <a:close/>
                  <a:moveTo>
                    <a:pt x="39859" y="73881"/>
                  </a:moveTo>
                  <a:cubicBezTo>
                    <a:pt x="39859" y="73881"/>
                    <a:pt x="39859" y="73881"/>
                    <a:pt x="39859" y="73881"/>
                  </a:cubicBezTo>
                  <a:cubicBezTo>
                    <a:pt x="40670" y="74693"/>
                    <a:pt x="40670" y="73881"/>
                    <a:pt x="40670" y="73881"/>
                  </a:cubicBezTo>
                  <a:cubicBezTo>
                    <a:pt x="40670" y="73069"/>
                    <a:pt x="40670" y="73069"/>
                    <a:pt x="39859" y="73881"/>
                  </a:cubicBezTo>
                  <a:cubicBezTo>
                    <a:pt x="39859" y="73069"/>
                    <a:pt x="39859" y="73069"/>
                    <a:pt x="39859" y="73881"/>
                  </a:cubicBezTo>
                  <a:close/>
                  <a:moveTo>
                    <a:pt x="40670" y="90931"/>
                  </a:moveTo>
                  <a:cubicBezTo>
                    <a:pt x="41482" y="90119"/>
                    <a:pt x="41482" y="90119"/>
                    <a:pt x="40670" y="90119"/>
                  </a:cubicBezTo>
                  <a:cubicBezTo>
                    <a:pt x="39859" y="90119"/>
                    <a:pt x="39859" y="90119"/>
                    <a:pt x="40670" y="90931"/>
                  </a:cubicBezTo>
                  <a:cubicBezTo>
                    <a:pt x="39859" y="91742"/>
                    <a:pt x="39859" y="91742"/>
                    <a:pt x="40670" y="90931"/>
                  </a:cubicBezTo>
                  <a:close/>
                  <a:moveTo>
                    <a:pt x="40670" y="69010"/>
                  </a:moveTo>
                  <a:cubicBezTo>
                    <a:pt x="41482" y="68198"/>
                    <a:pt x="42293" y="68198"/>
                    <a:pt x="42293" y="68198"/>
                  </a:cubicBezTo>
                  <a:cubicBezTo>
                    <a:pt x="43916" y="68198"/>
                    <a:pt x="43916" y="67386"/>
                    <a:pt x="42293" y="67386"/>
                  </a:cubicBezTo>
                  <a:cubicBezTo>
                    <a:pt x="42293" y="68198"/>
                    <a:pt x="41482" y="68198"/>
                    <a:pt x="40670" y="69010"/>
                  </a:cubicBezTo>
                  <a:cubicBezTo>
                    <a:pt x="39859" y="69010"/>
                    <a:pt x="39859" y="69822"/>
                    <a:pt x="40670" y="69010"/>
                  </a:cubicBezTo>
                  <a:close/>
                  <a:moveTo>
                    <a:pt x="42293" y="82000"/>
                  </a:moveTo>
                  <a:cubicBezTo>
                    <a:pt x="43104" y="82000"/>
                    <a:pt x="43104" y="81188"/>
                    <a:pt x="42293" y="80376"/>
                  </a:cubicBezTo>
                  <a:cubicBezTo>
                    <a:pt x="42293" y="80376"/>
                    <a:pt x="41482" y="80376"/>
                    <a:pt x="41482" y="81188"/>
                  </a:cubicBezTo>
                  <a:cubicBezTo>
                    <a:pt x="41482" y="82000"/>
                    <a:pt x="42293" y="82000"/>
                    <a:pt x="42293" y="82000"/>
                  </a:cubicBezTo>
                  <a:close/>
                  <a:moveTo>
                    <a:pt x="42293" y="69822"/>
                  </a:moveTo>
                  <a:cubicBezTo>
                    <a:pt x="43104" y="69822"/>
                    <a:pt x="43104" y="69822"/>
                    <a:pt x="42293" y="69822"/>
                  </a:cubicBezTo>
                  <a:cubicBezTo>
                    <a:pt x="43104" y="69010"/>
                    <a:pt x="43104" y="69010"/>
                    <a:pt x="42293" y="69822"/>
                  </a:cubicBezTo>
                  <a:cubicBezTo>
                    <a:pt x="42293" y="69010"/>
                    <a:pt x="42293" y="69010"/>
                    <a:pt x="42293" y="69822"/>
                  </a:cubicBezTo>
                  <a:cubicBezTo>
                    <a:pt x="42293" y="69822"/>
                    <a:pt x="42293" y="69822"/>
                    <a:pt x="42293" y="69822"/>
                  </a:cubicBezTo>
                  <a:close/>
                  <a:moveTo>
                    <a:pt x="42293" y="67386"/>
                  </a:moveTo>
                  <a:cubicBezTo>
                    <a:pt x="42293" y="67386"/>
                    <a:pt x="43916" y="65762"/>
                    <a:pt x="43916" y="65762"/>
                  </a:cubicBezTo>
                  <a:cubicBezTo>
                    <a:pt x="43916" y="65762"/>
                    <a:pt x="43104" y="65762"/>
                    <a:pt x="43104" y="66574"/>
                  </a:cubicBezTo>
                  <a:cubicBezTo>
                    <a:pt x="43104" y="67386"/>
                    <a:pt x="42293" y="66574"/>
                    <a:pt x="42293" y="67386"/>
                  </a:cubicBezTo>
                  <a:close/>
                  <a:moveTo>
                    <a:pt x="44727" y="80376"/>
                  </a:moveTo>
                  <a:cubicBezTo>
                    <a:pt x="44727" y="80376"/>
                    <a:pt x="44727" y="80376"/>
                    <a:pt x="44727" y="80376"/>
                  </a:cubicBezTo>
                  <a:cubicBezTo>
                    <a:pt x="44727" y="79564"/>
                    <a:pt x="44727" y="79564"/>
                    <a:pt x="44727" y="80376"/>
                  </a:cubicBezTo>
                  <a:cubicBezTo>
                    <a:pt x="43916" y="79564"/>
                    <a:pt x="43916" y="79564"/>
                    <a:pt x="44727" y="80376"/>
                  </a:cubicBezTo>
                  <a:cubicBezTo>
                    <a:pt x="43916" y="80376"/>
                    <a:pt x="43916" y="80376"/>
                    <a:pt x="44727" y="80376"/>
                  </a:cubicBezTo>
                  <a:close/>
                  <a:moveTo>
                    <a:pt x="43916" y="64950"/>
                  </a:moveTo>
                  <a:cubicBezTo>
                    <a:pt x="44727" y="65762"/>
                    <a:pt x="45538" y="64950"/>
                    <a:pt x="45538" y="63327"/>
                  </a:cubicBezTo>
                  <a:cubicBezTo>
                    <a:pt x="45538" y="62515"/>
                    <a:pt x="45538" y="62515"/>
                    <a:pt x="46350" y="61703"/>
                  </a:cubicBezTo>
                  <a:cubicBezTo>
                    <a:pt x="46350" y="61703"/>
                    <a:pt x="46350" y="61703"/>
                    <a:pt x="46350" y="62515"/>
                  </a:cubicBezTo>
                  <a:cubicBezTo>
                    <a:pt x="46350" y="63327"/>
                    <a:pt x="46350" y="63327"/>
                    <a:pt x="46350" y="63327"/>
                  </a:cubicBezTo>
                  <a:cubicBezTo>
                    <a:pt x="47161" y="63327"/>
                    <a:pt x="49595" y="60891"/>
                    <a:pt x="49595" y="60079"/>
                  </a:cubicBezTo>
                  <a:cubicBezTo>
                    <a:pt x="49595" y="60079"/>
                    <a:pt x="49595" y="60079"/>
                    <a:pt x="48784" y="60891"/>
                  </a:cubicBezTo>
                  <a:cubicBezTo>
                    <a:pt x="47972" y="62515"/>
                    <a:pt x="47161" y="62515"/>
                    <a:pt x="47161" y="60891"/>
                  </a:cubicBezTo>
                  <a:cubicBezTo>
                    <a:pt x="47161" y="60079"/>
                    <a:pt x="47161" y="60079"/>
                    <a:pt x="45538" y="61703"/>
                  </a:cubicBezTo>
                  <a:cubicBezTo>
                    <a:pt x="44727" y="62515"/>
                    <a:pt x="44727" y="63327"/>
                    <a:pt x="44727" y="63327"/>
                  </a:cubicBezTo>
                  <a:cubicBezTo>
                    <a:pt x="44727" y="64139"/>
                    <a:pt x="44727" y="64139"/>
                    <a:pt x="43916" y="64950"/>
                  </a:cubicBezTo>
                  <a:cubicBezTo>
                    <a:pt x="43916" y="64139"/>
                    <a:pt x="43916" y="64139"/>
                    <a:pt x="43916" y="64950"/>
                  </a:cubicBezTo>
                  <a:close/>
                  <a:moveTo>
                    <a:pt x="44727" y="76317"/>
                  </a:moveTo>
                  <a:cubicBezTo>
                    <a:pt x="44727" y="76317"/>
                    <a:pt x="45538" y="76317"/>
                    <a:pt x="44727" y="76317"/>
                  </a:cubicBezTo>
                  <a:cubicBezTo>
                    <a:pt x="45538" y="76317"/>
                    <a:pt x="45538" y="76317"/>
                    <a:pt x="45538" y="76317"/>
                  </a:cubicBezTo>
                  <a:cubicBezTo>
                    <a:pt x="46350" y="75505"/>
                    <a:pt x="45538" y="75505"/>
                    <a:pt x="44727" y="76317"/>
                  </a:cubicBezTo>
                  <a:cubicBezTo>
                    <a:pt x="45538" y="75505"/>
                    <a:pt x="44727" y="75505"/>
                    <a:pt x="44727" y="76317"/>
                  </a:cubicBezTo>
                  <a:close/>
                  <a:moveTo>
                    <a:pt x="47972" y="59267"/>
                  </a:moveTo>
                  <a:cubicBezTo>
                    <a:pt x="47972" y="60079"/>
                    <a:pt x="47972" y="60079"/>
                    <a:pt x="47972" y="59267"/>
                  </a:cubicBezTo>
                  <a:cubicBezTo>
                    <a:pt x="48784" y="58455"/>
                    <a:pt x="48784" y="57644"/>
                    <a:pt x="48784" y="58455"/>
                  </a:cubicBezTo>
                  <a:cubicBezTo>
                    <a:pt x="47972" y="58455"/>
                    <a:pt x="47972" y="59267"/>
                    <a:pt x="47972" y="59267"/>
                  </a:cubicBezTo>
                  <a:close/>
                  <a:moveTo>
                    <a:pt x="48784" y="73069"/>
                  </a:moveTo>
                  <a:cubicBezTo>
                    <a:pt x="49595" y="73069"/>
                    <a:pt x="50406" y="72257"/>
                    <a:pt x="49595" y="72257"/>
                  </a:cubicBezTo>
                  <a:cubicBezTo>
                    <a:pt x="49595" y="72257"/>
                    <a:pt x="48784" y="72257"/>
                    <a:pt x="48784" y="73069"/>
                  </a:cubicBezTo>
                  <a:cubicBezTo>
                    <a:pt x="47972" y="73069"/>
                    <a:pt x="47972" y="73069"/>
                    <a:pt x="48784" y="73069"/>
                  </a:cubicBezTo>
                  <a:close/>
                  <a:moveTo>
                    <a:pt x="56897" y="64139"/>
                  </a:moveTo>
                  <a:cubicBezTo>
                    <a:pt x="56897" y="64139"/>
                    <a:pt x="56897" y="63327"/>
                    <a:pt x="56897" y="64139"/>
                  </a:cubicBezTo>
                  <a:cubicBezTo>
                    <a:pt x="56897" y="63327"/>
                    <a:pt x="56897" y="63327"/>
                    <a:pt x="56897" y="64139"/>
                  </a:cubicBezTo>
                  <a:cubicBezTo>
                    <a:pt x="56897" y="63327"/>
                    <a:pt x="56086" y="63327"/>
                    <a:pt x="56897" y="64139"/>
                  </a:cubicBezTo>
                  <a:cubicBezTo>
                    <a:pt x="56086" y="63327"/>
                    <a:pt x="56086" y="64139"/>
                    <a:pt x="56897" y="64139"/>
                  </a:cubicBezTo>
                  <a:close/>
                  <a:moveTo>
                    <a:pt x="58519" y="61703"/>
                  </a:moveTo>
                  <a:cubicBezTo>
                    <a:pt x="59331" y="61703"/>
                    <a:pt x="59331" y="61703"/>
                    <a:pt x="58519" y="61703"/>
                  </a:cubicBezTo>
                  <a:cubicBezTo>
                    <a:pt x="58519" y="61703"/>
                    <a:pt x="58519" y="61703"/>
                    <a:pt x="58519" y="61703"/>
                  </a:cubicBezTo>
                  <a:cubicBezTo>
                    <a:pt x="57708" y="61703"/>
                    <a:pt x="57708" y="61703"/>
                    <a:pt x="58519" y="61703"/>
                  </a:cubicBezTo>
                  <a:close/>
                  <a:moveTo>
                    <a:pt x="60142" y="60079"/>
                  </a:moveTo>
                  <a:cubicBezTo>
                    <a:pt x="60953" y="59267"/>
                    <a:pt x="60953" y="59267"/>
                    <a:pt x="60953" y="59267"/>
                  </a:cubicBezTo>
                  <a:cubicBezTo>
                    <a:pt x="60142" y="59267"/>
                    <a:pt x="60142" y="59267"/>
                    <a:pt x="60142" y="60079"/>
                  </a:cubicBezTo>
                  <a:cubicBezTo>
                    <a:pt x="59331" y="60891"/>
                    <a:pt x="59331" y="60891"/>
                    <a:pt x="60142" y="60079"/>
                  </a:cubicBezTo>
                  <a:close/>
                  <a:moveTo>
                    <a:pt x="60953" y="43030"/>
                  </a:moveTo>
                  <a:cubicBezTo>
                    <a:pt x="61765" y="42218"/>
                    <a:pt x="61765" y="41406"/>
                    <a:pt x="60953" y="42218"/>
                  </a:cubicBezTo>
                  <a:cubicBezTo>
                    <a:pt x="60953" y="42218"/>
                    <a:pt x="60142" y="42218"/>
                    <a:pt x="60142" y="42218"/>
                  </a:cubicBezTo>
                  <a:cubicBezTo>
                    <a:pt x="60953" y="41406"/>
                    <a:pt x="60142" y="41406"/>
                    <a:pt x="60953" y="43030"/>
                  </a:cubicBezTo>
                  <a:cubicBezTo>
                    <a:pt x="60142" y="43842"/>
                    <a:pt x="60953" y="43842"/>
                    <a:pt x="60953" y="43030"/>
                  </a:cubicBezTo>
                  <a:close/>
                  <a:moveTo>
                    <a:pt x="65010" y="38970"/>
                  </a:moveTo>
                  <a:cubicBezTo>
                    <a:pt x="65821" y="38970"/>
                    <a:pt x="65821" y="38970"/>
                    <a:pt x="65010" y="38970"/>
                  </a:cubicBezTo>
                  <a:cubicBezTo>
                    <a:pt x="65010" y="38158"/>
                    <a:pt x="64199" y="38158"/>
                    <a:pt x="64199" y="38158"/>
                  </a:cubicBezTo>
                  <a:cubicBezTo>
                    <a:pt x="64199" y="38970"/>
                    <a:pt x="65010" y="38970"/>
                    <a:pt x="65010" y="38970"/>
                  </a:cubicBezTo>
                  <a:close/>
                  <a:moveTo>
                    <a:pt x="66633" y="36535"/>
                  </a:moveTo>
                  <a:cubicBezTo>
                    <a:pt x="66633" y="36535"/>
                    <a:pt x="67444" y="35723"/>
                    <a:pt x="66633" y="36535"/>
                  </a:cubicBezTo>
                  <a:cubicBezTo>
                    <a:pt x="66633" y="35723"/>
                    <a:pt x="67444" y="34911"/>
                    <a:pt x="67444" y="34911"/>
                  </a:cubicBezTo>
                  <a:cubicBezTo>
                    <a:pt x="68255" y="34911"/>
                    <a:pt x="68255" y="34099"/>
                    <a:pt x="67444" y="33287"/>
                  </a:cubicBezTo>
                  <a:cubicBezTo>
                    <a:pt x="67444" y="33287"/>
                    <a:pt x="66633" y="33287"/>
                    <a:pt x="66633" y="34099"/>
                  </a:cubicBezTo>
                  <a:cubicBezTo>
                    <a:pt x="66633" y="34911"/>
                    <a:pt x="66633" y="35723"/>
                    <a:pt x="66633" y="36535"/>
                  </a:cubicBezTo>
                  <a:cubicBezTo>
                    <a:pt x="65010" y="36535"/>
                    <a:pt x="65010" y="37347"/>
                    <a:pt x="66633" y="36535"/>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12" name="Freeform 711">
              <a:extLst>
                <a:ext uri="{FF2B5EF4-FFF2-40B4-BE49-F238E27FC236}">
                  <a16:creationId xmlns:a16="http://schemas.microsoft.com/office/drawing/2014/main" id="{34B0C779-BC74-A3A3-0D87-269C99D6C27D}"/>
                </a:ext>
              </a:extLst>
            </p:cNvPr>
            <p:cNvSpPr/>
            <p:nvPr/>
          </p:nvSpPr>
          <p:spPr>
            <a:xfrm>
              <a:off x="6571980" y="-933331"/>
              <a:ext cx="110031" cy="160752"/>
            </a:xfrm>
            <a:custGeom>
              <a:avLst/>
              <a:gdLst>
                <a:gd name="connsiteX0" fmla="*/ 6183 w 110031"/>
                <a:gd name="connsiteY0" fmla="*/ 109604 h 160752"/>
                <a:gd name="connsiteX1" fmla="*/ 16730 w 110031"/>
                <a:gd name="connsiteY1" fmla="*/ 90119 h 160752"/>
                <a:gd name="connsiteX2" fmla="*/ 20787 w 110031"/>
                <a:gd name="connsiteY2" fmla="*/ 83624 h 160752"/>
                <a:gd name="connsiteX3" fmla="*/ 24844 w 110031"/>
                <a:gd name="connsiteY3" fmla="*/ 77941 h 160752"/>
                <a:gd name="connsiteX4" fmla="*/ 25655 w 110031"/>
                <a:gd name="connsiteY4" fmla="*/ 77129 h 160752"/>
                <a:gd name="connsiteX5" fmla="*/ 26466 w 110031"/>
                <a:gd name="connsiteY5" fmla="*/ 75505 h 160752"/>
                <a:gd name="connsiteX6" fmla="*/ 28089 w 110031"/>
                <a:gd name="connsiteY6" fmla="*/ 73881 h 160752"/>
                <a:gd name="connsiteX7" fmla="*/ 30523 w 110031"/>
                <a:gd name="connsiteY7" fmla="*/ 70634 h 160752"/>
                <a:gd name="connsiteX8" fmla="*/ 34579 w 110031"/>
                <a:gd name="connsiteY8" fmla="*/ 64138 h 160752"/>
                <a:gd name="connsiteX9" fmla="*/ 39447 w 110031"/>
                <a:gd name="connsiteY9" fmla="*/ 57644 h 160752"/>
                <a:gd name="connsiteX10" fmla="*/ 41881 w 110031"/>
                <a:gd name="connsiteY10" fmla="*/ 52772 h 160752"/>
                <a:gd name="connsiteX11" fmla="*/ 41070 w 110031"/>
                <a:gd name="connsiteY11" fmla="*/ 52772 h 160752"/>
                <a:gd name="connsiteX12" fmla="*/ 39447 w 110031"/>
                <a:gd name="connsiteY12" fmla="*/ 53584 h 160752"/>
                <a:gd name="connsiteX13" fmla="*/ 36202 w 110031"/>
                <a:gd name="connsiteY13" fmla="*/ 54396 h 160752"/>
                <a:gd name="connsiteX14" fmla="*/ 29712 w 110031"/>
                <a:gd name="connsiteY14" fmla="*/ 56020 h 160752"/>
                <a:gd name="connsiteX15" fmla="*/ 22410 w 110031"/>
                <a:gd name="connsiteY15" fmla="*/ 56832 h 160752"/>
                <a:gd name="connsiteX16" fmla="*/ 15108 w 110031"/>
                <a:gd name="connsiteY16" fmla="*/ 50337 h 160752"/>
                <a:gd name="connsiteX17" fmla="*/ 16730 w 110031"/>
                <a:gd name="connsiteY17" fmla="*/ 49525 h 160752"/>
                <a:gd name="connsiteX18" fmla="*/ 24032 w 110031"/>
                <a:gd name="connsiteY18" fmla="*/ 47901 h 160752"/>
                <a:gd name="connsiteX19" fmla="*/ 50806 w 110031"/>
                <a:gd name="connsiteY19" fmla="*/ 42218 h 160752"/>
                <a:gd name="connsiteX20" fmla="*/ 53240 w 110031"/>
                <a:gd name="connsiteY20" fmla="*/ 40594 h 160752"/>
                <a:gd name="connsiteX21" fmla="*/ 54862 w 110031"/>
                <a:gd name="connsiteY21" fmla="*/ 38158 h 160752"/>
                <a:gd name="connsiteX22" fmla="*/ 56485 w 110031"/>
                <a:gd name="connsiteY22" fmla="*/ 36535 h 160752"/>
                <a:gd name="connsiteX23" fmla="*/ 56485 w 110031"/>
                <a:gd name="connsiteY23" fmla="*/ 35723 h 160752"/>
                <a:gd name="connsiteX24" fmla="*/ 58919 w 110031"/>
                <a:gd name="connsiteY24" fmla="*/ 34911 h 160752"/>
                <a:gd name="connsiteX25" fmla="*/ 58108 w 110031"/>
                <a:gd name="connsiteY25" fmla="*/ 34911 h 160752"/>
                <a:gd name="connsiteX26" fmla="*/ 57296 w 110031"/>
                <a:gd name="connsiteY26" fmla="*/ 34911 h 160752"/>
                <a:gd name="connsiteX27" fmla="*/ 66221 w 110031"/>
                <a:gd name="connsiteY27" fmla="*/ 22733 h 160752"/>
                <a:gd name="connsiteX28" fmla="*/ 68655 w 110031"/>
                <a:gd name="connsiteY28" fmla="*/ 20297 h 160752"/>
                <a:gd name="connsiteX29" fmla="*/ 70277 w 110031"/>
                <a:gd name="connsiteY29" fmla="*/ 18673 h 160752"/>
                <a:gd name="connsiteX30" fmla="*/ 78390 w 110031"/>
                <a:gd name="connsiteY30" fmla="*/ 9743 h 160752"/>
                <a:gd name="connsiteX31" fmla="*/ 89749 w 110031"/>
                <a:gd name="connsiteY31" fmla="*/ 0 h 160752"/>
                <a:gd name="connsiteX32" fmla="*/ 92994 w 110031"/>
                <a:gd name="connsiteY32" fmla="*/ 812 h 160752"/>
                <a:gd name="connsiteX33" fmla="*/ 97862 w 110031"/>
                <a:gd name="connsiteY33" fmla="*/ 5683 h 160752"/>
                <a:gd name="connsiteX34" fmla="*/ 97862 w 110031"/>
                <a:gd name="connsiteY34" fmla="*/ 8119 h 160752"/>
                <a:gd name="connsiteX35" fmla="*/ 97051 w 110031"/>
                <a:gd name="connsiteY35" fmla="*/ 10554 h 160752"/>
                <a:gd name="connsiteX36" fmla="*/ 95428 w 110031"/>
                <a:gd name="connsiteY36" fmla="*/ 13802 h 160752"/>
                <a:gd name="connsiteX37" fmla="*/ 89749 w 110031"/>
                <a:gd name="connsiteY37" fmla="*/ 20297 h 160752"/>
                <a:gd name="connsiteX38" fmla="*/ 84070 w 110031"/>
                <a:gd name="connsiteY38" fmla="*/ 26792 h 160752"/>
                <a:gd name="connsiteX39" fmla="*/ 78390 w 110031"/>
                <a:gd name="connsiteY39" fmla="*/ 33287 h 160752"/>
                <a:gd name="connsiteX40" fmla="*/ 76768 w 110031"/>
                <a:gd name="connsiteY40" fmla="*/ 35723 h 160752"/>
                <a:gd name="connsiteX41" fmla="*/ 75145 w 110031"/>
                <a:gd name="connsiteY41" fmla="*/ 38158 h 160752"/>
                <a:gd name="connsiteX42" fmla="*/ 75145 w 110031"/>
                <a:gd name="connsiteY42" fmla="*/ 38970 h 160752"/>
                <a:gd name="connsiteX43" fmla="*/ 81636 w 110031"/>
                <a:gd name="connsiteY43" fmla="*/ 38970 h 160752"/>
                <a:gd name="connsiteX44" fmla="*/ 105164 w 110031"/>
                <a:gd name="connsiteY44" fmla="*/ 38970 h 160752"/>
                <a:gd name="connsiteX45" fmla="*/ 110032 w 110031"/>
                <a:gd name="connsiteY45" fmla="*/ 41406 h 160752"/>
                <a:gd name="connsiteX46" fmla="*/ 105164 w 110031"/>
                <a:gd name="connsiteY46" fmla="*/ 41406 h 160752"/>
                <a:gd name="connsiteX47" fmla="*/ 86504 w 110031"/>
                <a:gd name="connsiteY47" fmla="*/ 43030 h 160752"/>
                <a:gd name="connsiteX48" fmla="*/ 80824 w 110031"/>
                <a:gd name="connsiteY48" fmla="*/ 44653 h 160752"/>
                <a:gd name="connsiteX49" fmla="*/ 79202 w 110031"/>
                <a:gd name="connsiteY49" fmla="*/ 44653 h 160752"/>
                <a:gd name="connsiteX50" fmla="*/ 77579 w 110031"/>
                <a:gd name="connsiteY50" fmla="*/ 44653 h 160752"/>
                <a:gd name="connsiteX51" fmla="*/ 75957 w 110031"/>
                <a:gd name="connsiteY51" fmla="*/ 45465 h 160752"/>
                <a:gd name="connsiteX52" fmla="*/ 71089 w 110031"/>
                <a:gd name="connsiteY52" fmla="*/ 47089 h 160752"/>
                <a:gd name="connsiteX53" fmla="*/ 70277 w 110031"/>
                <a:gd name="connsiteY53" fmla="*/ 47901 h 160752"/>
                <a:gd name="connsiteX54" fmla="*/ 68655 w 110031"/>
                <a:gd name="connsiteY54" fmla="*/ 48713 h 160752"/>
                <a:gd name="connsiteX55" fmla="*/ 67032 w 110031"/>
                <a:gd name="connsiteY55" fmla="*/ 51148 h 160752"/>
                <a:gd name="connsiteX56" fmla="*/ 62976 w 110031"/>
                <a:gd name="connsiteY56" fmla="*/ 56832 h 160752"/>
                <a:gd name="connsiteX57" fmla="*/ 57296 w 110031"/>
                <a:gd name="connsiteY57" fmla="*/ 64138 h 160752"/>
                <a:gd name="connsiteX58" fmla="*/ 56485 w 110031"/>
                <a:gd name="connsiteY58" fmla="*/ 64950 h 160752"/>
                <a:gd name="connsiteX59" fmla="*/ 53240 w 110031"/>
                <a:gd name="connsiteY59" fmla="*/ 69010 h 160752"/>
                <a:gd name="connsiteX60" fmla="*/ 49994 w 110031"/>
                <a:gd name="connsiteY60" fmla="*/ 73069 h 160752"/>
                <a:gd name="connsiteX61" fmla="*/ 45938 w 110031"/>
                <a:gd name="connsiteY61" fmla="*/ 79564 h 160752"/>
                <a:gd name="connsiteX62" fmla="*/ 41881 w 110031"/>
                <a:gd name="connsiteY62" fmla="*/ 86059 h 160752"/>
                <a:gd name="connsiteX63" fmla="*/ 38636 w 110031"/>
                <a:gd name="connsiteY63" fmla="*/ 90931 h 160752"/>
                <a:gd name="connsiteX64" fmla="*/ 28900 w 110031"/>
                <a:gd name="connsiteY64" fmla="*/ 105544 h 160752"/>
                <a:gd name="connsiteX65" fmla="*/ 28900 w 110031"/>
                <a:gd name="connsiteY65" fmla="*/ 105544 h 160752"/>
                <a:gd name="connsiteX66" fmla="*/ 28089 w 110031"/>
                <a:gd name="connsiteY66" fmla="*/ 108792 h 160752"/>
                <a:gd name="connsiteX67" fmla="*/ 24032 w 110031"/>
                <a:gd name="connsiteY67" fmla="*/ 114475 h 160752"/>
                <a:gd name="connsiteX68" fmla="*/ 24032 w 110031"/>
                <a:gd name="connsiteY68" fmla="*/ 115287 h 160752"/>
                <a:gd name="connsiteX69" fmla="*/ 24032 w 110031"/>
                <a:gd name="connsiteY69" fmla="*/ 117723 h 160752"/>
                <a:gd name="connsiteX70" fmla="*/ 21598 w 110031"/>
                <a:gd name="connsiteY70" fmla="*/ 120970 h 160752"/>
                <a:gd name="connsiteX71" fmla="*/ 20787 w 110031"/>
                <a:gd name="connsiteY71" fmla="*/ 120970 h 160752"/>
                <a:gd name="connsiteX72" fmla="*/ 19976 w 110031"/>
                <a:gd name="connsiteY72" fmla="*/ 121782 h 160752"/>
                <a:gd name="connsiteX73" fmla="*/ 19976 w 110031"/>
                <a:gd name="connsiteY73" fmla="*/ 121782 h 160752"/>
                <a:gd name="connsiteX74" fmla="*/ 19165 w 110031"/>
                <a:gd name="connsiteY74" fmla="*/ 120970 h 160752"/>
                <a:gd name="connsiteX75" fmla="*/ 17542 w 110031"/>
                <a:gd name="connsiteY75" fmla="*/ 122594 h 160752"/>
                <a:gd name="connsiteX76" fmla="*/ 16730 w 110031"/>
                <a:gd name="connsiteY76" fmla="*/ 125030 h 160752"/>
                <a:gd name="connsiteX77" fmla="*/ 17542 w 110031"/>
                <a:gd name="connsiteY77" fmla="*/ 124218 h 160752"/>
                <a:gd name="connsiteX78" fmla="*/ 18353 w 110031"/>
                <a:gd name="connsiteY78" fmla="*/ 123406 h 160752"/>
                <a:gd name="connsiteX79" fmla="*/ 19165 w 110031"/>
                <a:gd name="connsiteY79" fmla="*/ 122594 h 160752"/>
                <a:gd name="connsiteX80" fmla="*/ 19976 w 110031"/>
                <a:gd name="connsiteY80" fmla="*/ 121782 h 160752"/>
                <a:gd name="connsiteX81" fmla="*/ 20787 w 110031"/>
                <a:gd name="connsiteY81" fmla="*/ 122594 h 160752"/>
                <a:gd name="connsiteX82" fmla="*/ 20787 w 110031"/>
                <a:gd name="connsiteY82" fmla="*/ 123406 h 160752"/>
                <a:gd name="connsiteX83" fmla="*/ 19976 w 110031"/>
                <a:gd name="connsiteY83" fmla="*/ 125030 h 160752"/>
                <a:gd name="connsiteX84" fmla="*/ 19976 w 110031"/>
                <a:gd name="connsiteY84" fmla="*/ 127465 h 160752"/>
                <a:gd name="connsiteX85" fmla="*/ 19165 w 110031"/>
                <a:gd name="connsiteY85" fmla="*/ 129089 h 160752"/>
                <a:gd name="connsiteX86" fmla="*/ 15919 w 110031"/>
                <a:gd name="connsiteY86" fmla="*/ 138832 h 160752"/>
                <a:gd name="connsiteX87" fmla="*/ 14297 w 110031"/>
                <a:gd name="connsiteY87" fmla="*/ 142079 h 160752"/>
                <a:gd name="connsiteX88" fmla="*/ 13485 w 110031"/>
                <a:gd name="connsiteY88" fmla="*/ 143703 h 160752"/>
                <a:gd name="connsiteX89" fmla="*/ 14297 w 110031"/>
                <a:gd name="connsiteY89" fmla="*/ 145327 h 160752"/>
                <a:gd name="connsiteX90" fmla="*/ 14297 w 110031"/>
                <a:gd name="connsiteY90" fmla="*/ 146138 h 160752"/>
                <a:gd name="connsiteX91" fmla="*/ 15108 w 110031"/>
                <a:gd name="connsiteY91" fmla="*/ 152634 h 160752"/>
                <a:gd name="connsiteX92" fmla="*/ 20787 w 110031"/>
                <a:gd name="connsiteY92" fmla="*/ 159129 h 160752"/>
                <a:gd name="connsiteX93" fmla="*/ 20787 w 110031"/>
                <a:gd name="connsiteY93" fmla="*/ 160752 h 160752"/>
                <a:gd name="connsiteX94" fmla="*/ 11051 w 110031"/>
                <a:gd name="connsiteY94" fmla="*/ 155881 h 160752"/>
                <a:gd name="connsiteX95" fmla="*/ 6183 w 110031"/>
                <a:gd name="connsiteY95" fmla="*/ 109604 h 160752"/>
                <a:gd name="connsiteX96" fmla="*/ 5372 w 110031"/>
                <a:gd name="connsiteY96" fmla="*/ 118535 h 160752"/>
                <a:gd name="connsiteX97" fmla="*/ 6183 w 110031"/>
                <a:gd name="connsiteY97" fmla="*/ 116911 h 160752"/>
                <a:gd name="connsiteX98" fmla="*/ 5372 w 110031"/>
                <a:gd name="connsiteY98" fmla="*/ 116099 h 160752"/>
                <a:gd name="connsiteX99" fmla="*/ 5372 w 110031"/>
                <a:gd name="connsiteY99" fmla="*/ 118535 h 160752"/>
                <a:gd name="connsiteX100" fmla="*/ 8617 w 110031"/>
                <a:gd name="connsiteY100" fmla="*/ 138832 h 160752"/>
                <a:gd name="connsiteX101" fmla="*/ 9429 w 110031"/>
                <a:gd name="connsiteY101" fmla="*/ 136396 h 160752"/>
                <a:gd name="connsiteX102" fmla="*/ 10240 w 110031"/>
                <a:gd name="connsiteY102" fmla="*/ 132337 h 160752"/>
                <a:gd name="connsiteX103" fmla="*/ 10240 w 110031"/>
                <a:gd name="connsiteY103" fmla="*/ 128277 h 160752"/>
                <a:gd name="connsiteX104" fmla="*/ 8617 w 110031"/>
                <a:gd name="connsiteY104" fmla="*/ 133960 h 160752"/>
                <a:gd name="connsiteX105" fmla="*/ 8617 w 110031"/>
                <a:gd name="connsiteY105" fmla="*/ 137208 h 160752"/>
                <a:gd name="connsiteX106" fmla="*/ 8617 w 110031"/>
                <a:gd name="connsiteY106" fmla="*/ 138832 h 160752"/>
                <a:gd name="connsiteX107" fmla="*/ 8617 w 110031"/>
                <a:gd name="connsiteY107" fmla="*/ 109604 h 160752"/>
                <a:gd name="connsiteX108" fmla="*/ 10240 w 110031"/>
                <a:gd name="connsiteY108" fmla="*/ 108792 h 160752"/>
                <a:gd name="connsiteX109" fmla="*/ 9429 w 110031"/>
                <a:gd name="connsiteY109" fmla="*/ 107980 h 160752"/>
                <a:gd name="connsiteX110" fmla="*/ 9429 w 110031"/>
                <a:gd name="connsiteY110" fmla="*/ 107980 h 160752"/>
                <a:gd name="connsiteX111" fmla="*/ 8617 w 110031"/>
                <a:gd name="connsiteY111" fmla="*/ 109604 h 160752"/>
                <a:gd name="connsiteX112" fmla="*/ 8617 w 110031"/>
                <a:gd name="connsiteY112" fmla="*/ 109604 h 160752"/>
                <a:gd name="connsiteX113" fmla="*/ 11863 w 110031"/>
                <a:gd name="connsiteY113" fmla="*/ 125030 h 160752"/>
                <a:gd name="connsiteX114" fmla="*/ 12674 w 110031"/>
                <a:gd name="connsiteY114" fmla="*/ 123406 h 160752"/>
                <a:gd name="connsiteX115" fmla="*/ 11863 w 110031"/>
                <a:gd name="connsiteY115" fmla="*/ 125030 h 160752"/>
                <a:gd name="connsiteX116" fmla="*/ 11863 w 110031"/>
                <a:gd name="connsiteY116" fmla="*/ 125030 h 160752"/>
                <a:gd name="connsiteX117" fmla="*/ 11051 w 110031"/>
                <a:gd name="connsiteY117" fmla="*/ 115287 h 160752"/>
                <a:gd name="connsiteX118" fmla="*/ 11863 w 110031"/>
                <a:gd name="connsiteY118" fmla="*/ 113663 h 160752"/>
                <a:gd name="connsiteX119" fmla="*/ 11051 w 110031"/>
                <a:gd name="connsiteY119" fmla="*/ 114475 h 160752"/>
                <a:gd name="connsiteX120" fmla="*/ 11051 w 110031"/>
                <a:gd name="connsiteY120" fmla="*/ 115287 h 160752"/>
                <a:gd name="connsiteX121" fmla="*/ 11863 w 110031"/>
                <a:gd name="connsiteY121" fmla="*/ 105544 h 160752"/>
                <a:gd name="connsiteX122" fmla="*/ 11863 w 110031"/>
                <a:gd name="connsiteY122" fmla="*/ 103921 h 160752"/>
                <a:gd name="connsiteX123" fmla="*/ 11863 w 110031"/>
                <a:gd name="connsiteY123" fmla="*/ 105544 h 160752"/>
                <a:gd name="connsiteX124" fmla="*/ 11863 w 110031"/>
                <a:gd name="connsiteY124" fmla="*/ 105544 h 160752"/>
                <a:gd name="connsiteX125" fmla="*/ 12674 w 110031"/>
                <a:gd name="connsiteY125" fmla="*/ 111228 h 160752"/>
                <a:gd name="connsiteX126" fmla="*/ 14297 w 110031"/>
                <a:gd name="connsiteY126" fmla="*/ 110416 h 160752"/>
                <a:gd name="connsiteX127" fmla="*/ 15108 w 110031"/>
                <a:gd name="connsiteY127" fmla="*/ 107980 h 160752"/>
                <a:gd name="connsiteX128" fmla="*/ 13485 w 110031"/>
                <a:gd name="connsiteY128" fmla="*/ 110416 h 160752"/>
                <a:gd name="connsiteX129" fmla="*/ 12674 w 110031"/>
                <a:gd name="connsiteY129" fmla="*/ 111228 h 160752"/>
                <a:gd name="connsiteX130" fmla="*/ 12674 w 110031"/>
                <a:gd name="connsiteY130" fmla="*/ 111228 h 160752"/>
                <a:gd name="connsiteX131" fmla="*/ 12674 w 110031"/>
                <a:gd name="connsiteY131" fmla="*/ 125841 h 160752"/>
                <a:gd name="connsiteX132" fmla="*/ 12674 w 110031"/>
                <a:gd name="connsiteY132" fmla="*/ 125841 h 160752"/>
                <a:gd name="connsiteX133" fmla="*/ 12674 w 110031"/>
                <a:gd name="connsiteY133" fmla="*/ 125030 h 160752"/>
                <a:gd name="connsiteX134" fmla="*/ 12674 w 110031"/>
                <a:gd name="connsiteY134" fmla="*/ 125841 h 160752"/>
                <a:gd name="connsiteX135" fmla="*/ 12674 w 110031"/>
                <a:gd name="connsiteY135" fmla="*/ 125841 h 160752"/>
                <a:gd name="connsiteX136" fmla="*/ 15919 w 110031"/>
                <a:gd name="connsiteY136" fmla="*/ 97426 h 160752"/>
                <a:gd name="connsiteX137" fmla="*/ 15919 w 110031"/>
                <a:gd name="connsiteY137" fmla="*/ 97426 h 160752"/>
                <a:gd name="connsiteX138" fmla="*/ 15919 w 110031"/>
                <a:gd name="connsiteY138" fmla="*/ 97426 h 160752"/>
                <a:gd name="connsiteX139" fmla="*/ 15919 w 110031"/>
                <a:gd name="connsiteY139" fmla="*/ 97426 h 160752"/>
                <a:gd name="connsiteX140" fmla="*/ 15919 w 110031"/>
                <a:gd name="connsiteY140" fmla="*/ 97426 h 160752"/>
                <a:gd name="connsiteX141" fmla="*/ 15108 w 110031"/>
                <a:gd name="connsiteY141" fmla="*/ 116099 h 160752"/>
                <a:gd name="connsiteX142" fmla="*/ 16730 w 110031"/>
                <a:gd name="connsiteY142" fmla="*/ 112851 h 160752"/>
                <a:gd name="connsiteX143" fmla="*/ 17542 w 110031"/>
                <a:gd name="connsiteY143" fmla="*/ 112040 h 160752"/>
                <a:gd name="connsiteX144" fmla="*/ 18353 w 110031"/>
                <a:gd name="connsiteY144" fmla="*/ 112040 h 160752"/>
                <a:gd name="connsiteX145" fmla="*/ 17542 w 110031"/>
                <a:gd name="connsiteY145" fmla="*/ 112040 h 160752"/>
                <a:gd name="connsiteX146" fmla="*/ 16730 w 110031"/>
                <a:gd name="connsiteY146" fmla="*/ 112851 h 160752"/>
                <a:gd name="connsiteX147" fmla="*/ 16730 w 110031"/>
                <a:gd name="connsiteY147" fmla="*/ 113663 h 160752"/>
                <a:gd name="connsiteX148" fmla="*/ 15919 w 110031"/>
                <a:gd name="connsiteY148" fmla="*/ 114475 h 160752"/>
                <a:gd name="connsiteX149" fmla="*/ 15108 w 110031"/>
                <a:gd name="connsiteY149" fmla="*/ 116099 h 160752"/>
                <a:gd name="connsiteX150" fmla="*/ 15108 w 110031"/>
                <a:gd name="connsiteY150" fmla="*/ 116099 h 160752"/>
                <a:gd name="connsiteX151" fmla="*/ 15919 w 110031"/>
                <a:gd name="connsiteY151" fmla="*/ 95802 h 160752"/>
                <a:gd name="connsiteX152" fmla="*/ 16730 w 110031"/>
                <a:gd name="connsiteY152" fmla="*/ 95802 h 160752"/>
                <a:gd name="connsiteX153" fmla="*/ 17542 w 110031"/>
                <a:gd name="connsiteY153" fmla="*/ 94178 h 160752"/>
                <a:gd name="connsiteX154" fmla="*/ 16730 w 110031"/>
                <a:gd name="connsiteY154" fmla="*/ 94178 h 160752"/>
                <a:gd name="connsiteX155" fmla="*/ 15919 w 110031"/>
                <a:gd name="connsiteY155" fmla="*/ 95802 h 160752"/>
                <a:gd name="connsiteX156" fmla="*/ 16730 w 110031"/>
                <a:gd name="connsiteY156" fmla="*/ 102297 h 160752"/>
                <a:gd name="connsiteX157" fmla="*/ 16730 w 110031"/>
                <a:gd name="connsiteY157" fmla="*/ 102297 h 160752"/>
                <a:gd name="connsiteX158" fmla="*/ 16730 w 110031"/>
                <a:gd name="connsiteY158" fmla="*/ 102297 h 160752"/>
                <a:gd name="connsiteX159" fmla="*/ 16730 w 110031"/>
                <a:gd name="connsiteY159" fmla="*/ 102297 h 160752"/>
                <a:gd name="connsiteX160" fmla="*/ 18353 w 110031"/>
                <a:gd name="connsiteY160" fmla="*/ 92554 h 160752"/>
                <a:gd name="connsiteX161" fmla="*/ 20787 w 110031"/>
                <a:gd name="connsiteY161" fmla="*/ 90119 h 160752"/>
                <a:gd name="connsiteX162" fmla="*/ 19976 w 110031"/>
                <a:gd name="connsiteY162" fmla="*/ 90931 h 160752"/>
                <a:gd name="connsiteX163" fmla="*/ 19165 w 110031"/>
                <a:gd name="connsiteY163" fmla="*/ 90931 h 160752"/>
                <a:gd name="connsiteX164" fmla="*/ 17542 w 110031"/>
                <a:gd name="connsiteY164" fmla="*/ 91743 h 160752"/>
                <a:gd name="connsiteX165" fmla="*/ 18353 w 110031"/>
                <a:gd name="connsiteY165" fmla="*/ 92554 h 160752"/>
                <a:gd name="connsiteX166" fmla="*/ 18353 w 110031"/>
                <a:gd name="connsiteY166" fmla="*/ 108792 h 160752"/>
                <a:gd name="connsiteX167" fmla="*/ 19165 w 110031"/>
                <a:gd name="connsiteY167" fmla="*/ 107980 h 160752"/>
                <a:gd name="connsiteX168" fmla="*/ 18353 w 110031"/>
                <a:gd name="connsiteY168" fmla="*/ 108792 h 160752"/>
                <a:gd name="connsiteX169" fmla="*/ 18353 w 110031"/>
                <a:gd name="connsiteY169" fmla="*/ 108792 h 160752"/>
                <a:gd name="connsiteX170" fmla="*/ 18353 w 110031"/>
                <a:gd name="connsiteY170" fmla="*/ 108792 h 160752"/>
                <a:gd name="connsiteX171" fmla="*/ 18353 w 110031"/>
                <a:gd name="connsiteY171" fmla="*/ 108792 h 160752"/>
                <a:gd name="connsiteX172" fmla="*/ 18353 w 110031"/>
                <a:gd name="connsiteY172" fmla="*/ 103921 h 160752"/>
                <a:gd name="connsiteX173" fmla="*/ 19165 w 110031"/>
                <a:gd name="connsiteY173" fmla="*/ 104732 h 160752"/>
                <a:gd name="connsiteX174" fmla="*/ 19976 w 110031"/>
                <a:gd name="connsiteY174" fmla="*/ 105544 h 160752"/>
                <a:gd name="connsiteX175" fmla="*/ 20787 w 110031"/>
                <a:gd name="connsiteY175" fmla="*/ 105544 h 160752"/>
                <a:gd name="connsiteX176" fmla="*/ 21598 w 110031"/>
                <a:gd name="connsiteY176" fmla="*/ 106356 h 160752"/>
                <a:gd name="connsiteX177" fmla="*/ 20787 w 110031"/>
                <a:gd name="connsiteY177" fmla="*/ 104732 h 160752"/>
                <a:gd name="connsiteX178" fmla="*/ 18353 w 110031"/>
                <a:gd name="connsiteY178" fmla="*/ 103921 h 160752"/>
                <a:gd name="connsiteX179" fmla="*/ 18353 w 110031"/>
                <a:gd name="connsiteY179" fmla="*/ 103921 h 160752"/>
                <a:gd name="connsiteX180" fmla="*/ 19165 w 110031"/>
                <a:gd name="connsiteY180" fmla="*/ 99861 h 160752"/>
                <a:gd name="connsiteX181" fmla="*/ 19165 w 110031"/>
                <a:gd name="connsiteY181" fmla="*/ 99861 h 160752"/>
                <a:gd name="connsiteX182" fmla="*/ 19976 w 110031"/>
                <a:gd name="connsiteY182" fmla="*/ 98238 h 160752"/>
                <a:gd name="connsiteX183" fmla="*/ 19165 w 110031"/>
                <a:gd name="connsiteY183" fmla="*/ 99861 h 160752"/>
                <a:gd name="connsiteX184" fmla="*/ 19165 w 110031"/>
                <a:gd name="connsiteY184" fmla="*/ 99861 h 160752"/>
                <a:gd name="connsiteX185" fmla="*/ 19165 w 110031"/>
                <a:gd name="connsiteY185" fmla="*/ 89307 h 160752"/>
                <a:gd name="connsiteX186" fmla="*/ 19165 w 110031"/>
                <a:gd name="connsiteY186" fmla="*/ 89307 h 160752"/>
                <a:gd name="connsiteX187" fmla="*/ 19976 w 110031"/>
                <a:gd name="connsiteY187" fmla="*/ 89307 h 160752"/>
                <a:gd name="connsiteX188" fmla="*/ 19165 w 110031"/>
                <a:gd name="connsiteY188" fmla="*/ 89307 h 160752"/>
                <a:gd name="connsiteX189" fmla="*/ 19165 w 110031"/>
                <a:gd name="connsiteY189" fmla="*/ 89307 h 160752"/>
                <a:gd name="connsiteX190" fmla="*/ 19165 w 110031"/>
                <a:gd name="connsiteY190" fmla="*/ 103109 h 160752"/>
                <a:gd name="connsiteX191" fmla="*/ 19165 w 110031"/>
                <a:gd name="connsiteY191" fmla="*/ 103109 h 160752"/>
                <a:gd name="connsiteX192" fmla="*/ 21598 w 110031"/>
                <a:gd name="connsiteY192" fmla="*/ 103109 h 160752"/>
                <a:gd name="connsiteX193" fmla="*/ 22410 w 110031"/>
                <a:gd name="connsiteY193" fmla="*/ 103921 h 160752"/>
                <a:gd name="connsiteX194" fmla="*/ 23221 w 110031"/>
                <a:gd name="connsiteY194" fmla="*/ 103109 h 160752"/>
                <a:gd name="connsiteX195" fmla="*/ 23221 w 110031"/>
                <a:gd name="connsiteY195" fmla="*/ 102297 h 160752"/>
                <a:gd name="connsiteX196" fmla="*/ 21598 w 110031"/>
                <a:gd name="connsiteY196" fmla="*/ 101485 h 160752"/>
                <a:gd name="connsiteX197" fmla="*/ 21598 w 110031"/>
                <a:gd name="connsiteY197" fmla="*/ 100673 h 160752"/>
                <a:gd name="connsiteX198" fmla="*/ 19165 w 110031"/>
                <a:gd name="connsiteY198" fmla="*/ 103109 h 160752"/>
                <a:gd name="connsiteX199" fmla="*/ 20787 w 110031"/>
                <a:gd name="connsiteY199" fmla="*/ 88495 h 160752"/>
                <a:gd name="connsiteX200" fmla="*/ 21598 w 110031"/>
                <a:gd name="connsiteY200" fmla="*/ 87683 h 160752"/>
                <a:gd name="connsiteX201" fmla="*/ 22410 w 110031"/>
                <a:gd name="connsiteY201" fmla="*/ 86871 h 160752"/>
                <a:gd name="connsiteX202" fmla="*/ 22410 w 110031"/>
                <a:gd name="connsiteY202" fmla="*/ 86871 h 160752"/>
                <a:gd name="connsiteX203" fmla="*/ 21598 w 110031"/>
                <a:gd name="connsiteY203" fmla="*/ 86871 h 160752"/>
                <a:gd name="connsiteX204" fmla="*/ 19976 w 110031"/>
                <a:gd name="connsiteY204" fmla="*/ 86871 h 160752"/>
                <a:gd name="connsiteX205" fmla="*/ 20787 w 110031"/>
                <a:gd name="connsiteY205" fmla="*/ 88495 h 160752"/>
                <a:gd name="connsiteX206" fmla="*/ 19976 w 110031"/>
                <a:gd name="connsiteY206" fmla="*/ 96614 h 160752"/>
                <a:gd name="connsiteX207" fmla="*/ 19976 w 110031"/>
                <a:gd name="connsiteY207" fmla="*/ 96614 h 160752"/>
                <a:gd name="connsiteX208" fmla="*/ 20787 w 110031"/>
                <a:gd name="connsiteY208" fmla="*/ 95802 h 160752"/>
                <a:gd name="connsiteX209" fmla="*/ 19976 w 110031"/>
                <a:gd name="connsiteY209" fmla="*/ 96614 h 160752"/>
                <a:gd name="connsiteX210" fmla="*/ 19976 w 110031"/>
                <a:gd name="connsiteY210" fmla="*/ 96614 h 160752"/>
                <a:gd name="connsiteX211" fmla="*/ 20787 w 110031"/>
                <a:gd name="connsiteY211" fmla="*/ 86059 h 160752"/>
                <a:gd name="connsiteX212" fmla="*/ 21598 w 110031"/>
                <a:gd name="connsiteY212" fmla="*/ 86059 h 160752"/>
                <a:gd name="connsiteX213" fmla="*/ 22410 w 110031"/>
                <a:gd name="connsiteY213" fmla="*/ 86059 h 160752"/>
                <a:gd name="connsiteX214" fmla="*/ 23221 w 110031"/>
                <a:gd name="connsiteY214" fmla="*/ 85247 h 160752"/>
                <a:gd name="connsiteX215" fmla="*/ 23221 w 110031"/>
                <a:gd name="connsiteY215" fmla="*/ 84435 h 160752"/>
                <a:gd name="connsiteX216" fmla="*/ 22410 w 110031"/>
                <a:gd name="connsiteY216" fmla="*/ 83624 h 160752"/>
                <a:gd name="connsiteX217" fmla="*/ 23221 w 110031"/>
                <a:gd name="connsiteY217" fmla="*/ 82812 h 160752"/>
                <a:gd name="connsiteX218" fmla="*/ 24844 w 110031"/>
                <a:gd name="connsiteY218" fmla="*/ 82812 h 160752"/>
                <a:gd name="connsiteX219" fmla="*/ 25655 w 110031"/>
                <a:gd name="connsiteY219" fmla="*/ 82000 h 160752"/>
                <a:gd name="connsiteX220" fmla="*/ 25655 w 110031"/>
                <a:gd name="connsiteY220" fmla="*/ 81188 h 160752"/>
                <a:gd name="connsiteX221" fmla="*/ 25655 w 110031"/>
                <a:gd name="connsiteY221" fmla="*/ 79564 h 160752"/>
                <a:gd name="connsiteX222" fmla="*/ 25655 w 110031"/>
                <a:gd name="connsiteY222" fmla="*/ 78752 h 160752"/>
                <a:gd name="connsiteX223" fmla="*/ 27278 w 110031"/>
                <a:gd name="connsiteY223" fmla="*/ 78752 h 160752"/>
                <a:gd name="connsiteX224" fmla="*/ 27278 w 110031"/>
                <a:gd name="connsiteY224" fmla="*/ 76317 h 160752"/>
                <a:gd name="connsiteX225" fmla="*/ 28089 w 110031"/>
                <a:gd name="connsiteY225" fmla="*/ 76317 h 160752"/>
                <a:gd name="connsiteX226" fmla="*/ 28900 w 110031"/>
                <a:gd name="connsiteY226" fmla="*/ 76317 h 160752"/>
                <a:gd name="connsiteX227" fmla="*/ 28089 w 110031"/>
                <a:gd name="connsiteY227" fmla="*/ 75505 h 160752"/>
                <a:gd name="connsiteX228" fmla="*/ 27278 w 110031"/>
                <a:gd name="connsiteY228" fmla="*/ 75505 h 160752"/>
                <a:gd name="connsiteX229" fmla="*/ 28900 w 110031"/>
                <a:gd name="connsiteY229" fmla="*/ 75505 h 160752"/>
                <a:gd name="connsiteX230" fmla="*/ 30523 w 110031"/>
                <a:gd name="connsiteY230" fmla="*/ 74693 h 160752"/>
                <a:gd name="connsiteX231" fmla="*/ 31334 w 110031"/>
                <a:gd name="connsiteY231" fmla="*/ 73069 h 160752"/>
                <a:gd name="connsiteX232" fmla="*/ 32145 w 110031"/>
                <a:gd name="connsiteY232" fmla="*/ 71446 h 160752"/>
                <a:gd name="connsiteX233" fmla="*/ 32957 w 110031"/>
                <a:gd name="connsiteY233" fmla="*/ 70634 h 160752"/>
                <a:gd name="connsiteX234" fmla="*/ 33768 w 110031"/>
                <a:gd name="connsiteY234" fmla="*/ 69010 h 160752"/>
                <a:gd name="connsiteX235" fmla="*/ 34579 w 110031"/>
                <a:gd name="connsiteY235" fmla="*/ 68198 h 160752"/>
                <a:gd name="connsiteX236" fmla="*/ 34579 w 110031"/>
                <a:gd name="connsiteY236" fmla="*/ 66574 h 160752"/>
                <a:gd name="connsiteX237" fmla="*/ 32145 w 110031"/>
                <a:gd name="connsiteY237" fmla="*/ 68198 h 160752"/>
                <a:gd name="connsiteX238" fmla="*/ 30523 w 110031"/>
                <a:gd name="connsiteY238" fmla="*/ 70634 h 160752"/>
                <a:gd name="connsiteX239" fmla="*/ 29712 w 110031"/>
                <a:gd name="connsiteY239" fmla="*/ 72257 h 160752"/>
                <a:gd name="connsiteX240" fmla="*/ 29712 w 110031"/>
                <a:gd name="connsiteY240" fmla="*/ 72257 h 160752"/>
                <a:gd name="connsiteX241" fmla="*/ 30523 w 110031"/>
                <a:gd name="connsiteY241" fmla="*/ 71446 h 160752"/>
                <a:gd name="connsiteX242" fmla="*/ 29712 w 110031"/>
                <a:gd name="connsiteY242" fmla="*/ 71446 h 160752"/>
                <a:gd name="connsiteX243" fmla="*/ 29712 w 110031"/>
                <a:gd name="connsiteY243" fmla="*/ 73069 h 160752"/>
                <a:gd name="connsiteX244" fmla="*/ 29712 w 110031"/>
                <a:gd name="connsiteY244" fmla="*/ 73881 h 160752"/>
                <a:gd name="connsiteX245" fmla="*/ 28900 w 110031"/>
                <a:gd name="connsiteY245" fmla="*/ 73881 h 160752"/>
                <a:gd name="connsiteX246" fmla="*/ 28900 w 110031"/>
                <a:gd name="connsiteY246" fmla="*/ 73069 h 160752"/>
                <a:gd name="connsiteX247" fmla="*/ 27278 w 110031"/>
                <a:gd name="connsiteY247" fmla="*/ 77129 h 160752"/>
                <a:gd name="connsiteX248" fmla="*/ 27278 w 110031"/>
                <a:gd name="connsiteY248" fmla="*/ 77129 h 160752"/>
                <a:gd name="connsiteX249" fmla="*/ 25655 w 110031"/>
                <a:gd name="connsiteY249" fmla="*/ 78752 h 160752"/>
                <a:gd name="connsiteX250" fmla="*/ 24844 w 110031"/>
                <a:gd name="connsiteY250" fmla="*/ 80376 h 160752"/>
                <a:gd name="connsiteX251" fmla="*/ 20787 w 110031"/>
                <a:gd name="connsiteY251" fmla="*/ 86059 h 160752"/>
                <a:gd name="connsiteX252" fmla="*/ 21598 w 110031"/>
                <a:gd name="connsiteY252" fmla="*/ 94178 h 160752"/>
                <a:gd name="connsiteX253" fmla="*/ 23221 w 110031"/>
                <a:gd name="connsiteY253" fmla="*/ 92554 h 160752"/>
                <a:gd name="connsiteX254" fmla="*/ 22410 w 110031"/>
                <a:gd name="connsiteY254" fmla="*/ 92554 h 160752"/>
                <a:gd name="connsiteX255" fmla="*/ 21598 w 110031"/>
                <a:gd name="connsiteY255" fmla="*/ 94178 h 160752"/>
                <a:gd name="connsiteX256" fmla="*/ 22410 w 110031"/>
                <a:gd name="connsiteY256" fmla="*/ 91743 h 160752"/>
                <a:gd name="connsiteX257" fmla="*/ 22410 w 110031"/>
                <a:gd name="connsiteY257" fmla="*/ 91743 h 160752"/>
                <a:gd name="connsiteX258" fmla="*/ 24032 w 110031"/>
                <a:gd name="connsiteY258" fmla="*/ 91743 h 160752"/>
                <a:gd name="connsiteX259" fmla="*/ 22410 w 110031"/>
                <a:gd name="connsiteY259" fmla="*/ 91743 h 160752"/>
                <a:gd name="connsiteX260" fmla="*/ 22410 w 110031"/>
                <a:gd name="connsiteY260" fmla="*/ 91743 h 160752"/>
                <a:gd name="connsiteX261" fmla="*/ 22410 w 110031"/>
                <a:gd name="connsiteY261" fmla="*/ 96614 h 160752"/>
                <a:gd name="connsiteX262" fmla="*/ 22410 w 110031"/>
                <a:gd name="connsiteY262" fmla="*/ 96614 h 160752"/>
                <a:gd name="connsiteX263" fmla="*/ 23221 w 110031"/>
                <a:gd name="connsiteY263" fmla="*/ 96614 h 160752"/>
                <a:gd name="connsiteX264" fmla="*/ 22410 w 110031"/>
                <a:gd name="connsiteY264" fmla="*/ 96614 h 160752"/>
                <a:gd name="connsiteX265" fmla="*/ 22410 w 110031"/>
                <a:gd name="connsiteY265" fmla="*/ 96614 h 160752"/>
                <a:gd name="connsiteX266" fmla="*/ 23221 w 110031"/>
                <a:gd name="connsiteY266" fmla="*/ 99861 h 160752"/>
                <a:gd name="connsiteX267" fmla="*/ 23221 w 110031"/>
                <a:gd name="connsiteY267" fmla="*/ 100673 h 160752"/>
                <a:gd name="connsiteX268" fmla="*/ 23221 w 110031"/>
                <a:gd name="connsiteY268" fmla="*/ 101485 h 160752"/>
                <a:gd name="connsiteX269" fmla="*/ 24032 w 110031"/>
                <a:gd name="connsiteY269" fmla="*/ 99861 h 160752"/>
                <a:gd name="connsiteX270" fmla="*/ 23221 w 110031"/>
                <a:gd name="connsiteY270" fmla="*/ 99861 h 160752"/>
                <a:gd name="connsiteX271" fmla="*/ 23221 w 110031"/>
                <a:gd name="connsiteY271" fmla="*/ 99861 h 160752"/>
                <a:gd name="connsiteX272" fmla="*/ 24032 w 110031"/>
                <a:gd name="connsiteY272" fmla="*/ 90931 h 160752"/>
                <a:gd name="connsiteX273" fmla="*/ 24032 w 110031"/>
                <a:gd name="connsiteY273" fmla="*/ 90931 h 160752"/>
                <a:gd name="connsiteX274" fmla="*/ 24032 w 110031"/>
                <a:gd name="connsiteY274" fmla="*/ 90931 h 160752"/>
                <a:gd name="connsiteX275" fmla="*/ 24032 w 110031"/>
                <a:gd name="connsiteY275" fmla="*/ 90931 h 160752"/>
                <a:gd name="connsiteX276" fmla="*/ 24032 w 110031"/>
                <a:gd name="connsiteY276" fmla="*/ 90931 h 160752"/>
                <a:gd name="connsiteX277" fmla="*/ 24032 w 110031"/>
                <a:gd name="connsiteY277" fmla="*/ 97426 h 160752"/>
                <a:gd name="connsiteX278" fmla="*/ 24032 w 110031"/>
                <a:gd name="connsiteY278" fmla="*/ 97426 h 160752"/>
                <a:gd name="connsiteX279" fmla="*/ 24032 w 110031"/>
                <a:gd name="connsiteY279" fmla="*/ 96614 h 160752"/>
                <a:gd name="connsiteX280" fmla="*/ 24032 w 110031"/>
                <a:gd name="connsiteY280" fmla="*/ 97426 h 160752"/>
                <a:gd name="connsiteX281" fmla="*/ 24032 w 110031"/>
                <a:gd name="connsiteY281" fmla="*/ 97426 h 160752"/>
                <a:gd name="connsiteX282" fmla="*/ 24844 w 110031"/>
                <a:gd name="connsiteY282" fmla="*/ 94178 h 160752"/>
                <a:gd name="connsiteX283" fmla="*/ 25655 w 110031"/>
                <a:gd name="connsiteY283" fmla="*/ 92554 h 160752"/>
                <a:gd name="connsiteX284" fmla="*/ 25655 w 110031"/>
                <a:gd name="connsiteY284" fmla="*/ 92554 h 160752"/>
                <a:gd name="connsiteX285" fmla="*/ 24844 w 110031"/>
                <a:gd name="connsiteY285" fmla="*/ 93366 h 160752"/>
                <a:gd name="connsiteX286" fmla="*/ 24844 w 110031"/>
                <a:gd name="connsiteY286" fmla="*/ 94178 h 160752"/>
                <a:gd name="connsiteX287" fmla="*/ 24844 w 110031"/>
                <a:gd name="connsiteY287" fmla="*/ 94178 h 160752"/>
                <a:gd name="connsiteX288" fmla="*/ 26466 w 110031"/>
                <a:gd name="connsiteY288" fmla="*/ 90931 h 160752"/>
                <a:gd name="connsiteX289" fmla="*/ 28089 w 110031"/>
                <a:gd name="connsiteY289" fmla="*/ 90931 h 160752"/>
                <a:gd name="connsiteX290" fmla="*/ 28089 w 110031"/>
                <a:gd name="connsiteY290" fmla="*/ 90119 h 160752"/>
                <a:gd name="connsiteX291" fmla="*/ 27278 w 110031"/>
                <a:gd name="connsiteY291" fmla="*/ 89307 h 160752"/>
                <a:gd name="connsiteX292" fmla="*/ 28089 w 110031"/>
                <a:gd name="connsiteY292" fmla="*/ 88495 h 160752"/>
                <a:gd name="connsiteX293" fmla="*/ 28900 w 110031"/>
                <a:gd name="connsiteY293" fmla="*/ 87683 h 160752"/>
                <a:gd name="connsiteX294" fmla="*/ 26466 w 110031"/>
                <a:gd name="connsiteY294" fmla="*/ 89307 h 160752"/>
                <a:gd name="connsiteX295" fmla="*/ 26466 w 110031"/>
                <a:gd name="connsiteY295" fmla="*/ 90931 h 160752"/>
                <a:gd name="connsiteX296" fmla="*/ 29712 w 110031"/>
                <a:gd name="connsiteY296" fmla="*/ 85247 h 160752"/>
                <a:gd name="connsiteX297" fmla="*/ 30523 w 110031"/>
                <a:gd name="connsiteY297" fmla="*/ 84435 h 160752"/>
                <a:gd name="connsiteX298" fmla="*/ 29712 w 110031"/>
                <a:gd name="connsiteY298" fmla="*/ 84435 h 160752"/>
                <a:gd name="connsiteX299" fmla="*/ 28900 w 110031"/>
                <a:gd name="connsiteY299" fmla="*/ 85247 h 160752"/>
                <a:gd name="connsiteX300" fmla="*/ 29712 w 110031"/>
                <a:gd name="connsiteY300" fmla="*/ 85247 h 160752"/>
                <a:gd name="connsiteX301" fmla="*/ 29712 w 110031"/>
                <a:gd name="connsiteY301" fmla="*/ 81188 h 160752"/>
                <a:gd name="connsiteX302" fmla="*/ 30523 w 110031"/>
                <a:gd name="connsiteY302" fmla="*/ 80376 h 160752"/>
                <a:gd name="connsiteX303" fmla="*/ 31334 w 110031"/>
                <a:gd name="connsiteY303" fmla="*/ 78752 h 160752"/>
                <a:gd name="connsiteX304" fmla="*/ 30523 w 110031"/>
                <a:gd name="connsiteY304" fmla="*/ 79564 h 160752"/>
                <a:gd name="connsiteX305" fmla="*/ 29712 w 110031"/>
                <a:gd name="connsiteY305" fmla="*/ 81188 h 160752"/>
                <a:gd name="connsiteX306" fmla="*/ 32145 w 110031"/>
                <a:gd name="connsiteY306" fmla="*/ 82000 h 160752"/>
                <a:gd name="connsiteX307" fmla="*/ 32957 w 110031"/>
                <a:gd name="connsiteY307" fmla="*/ 80376 h 160752"/>
                <a:gd name="connsiteX308" fmla="*/ 32145 w 110031"/>
                <a:gd name="connsiteY308" fmla="*/ 81188 h 160752"/>
                <a:gd name="connsiteX309" fmla="*/ 32145 w 110031"/>
                <a:gd name="connsiteY309" fmla="*/ 82000 h 160752"/>
                <a:gd name="connsiteX310" fmla="*/ 32957 w 110031"/>
                <a:gd name="connsiteY310" fmla="*/ 67386 h 160752"/>
                <a:gd name="connsiteX311" fmla="*/ 33768 w 110031"/>
                <a:gd name="connsiteY311" fmla="*/ 67386 h 160752"/>
                <a:gd name="connsiteX312" fmla="*/ 34579 w 110031"/>
                <a:gd name="connsiteY312" fmla="*/ 67386 h 160752"/>
                <a:gd name="connsiteX313" fmla="*/ 34579 w 110031"/>
                <a:gd name="connsiteY313" fmla="*/ 65762 h 160752"/>
                <a:gd name="connsiteX314" fmla="*/ 33768 w 110031"/>
                <a:gd name="connsiteY314" fmla="*/ 64950 h 160752"/>
                <a:gd name="connsiteX315" fmla="*/ 33768 w 110031"/>
                <a:gd name="connsiteY315" fmla="*/ 64950 h 160752"/>
                <a:gd name="connsiteX316" fmla="*/ 33768 w 110031"/>
                <a:gd name="connsiteY316" fmla="*/ 65762 h 160752"/>
                <a:gd name="connsiteX317" fmla="*/ 32957 w 110031"/>
                <a:gd name="connsiteY317" fmla="*/ 67386 h 160752"/>
                <a:gd name="connsiteX318" fmla="*/ 32957 w 110031"/>
                <a:gd name="connsiteY318" fmla="*/ 67386 h 160752"/>
                <a:gd name="connsiteX319" fmla="*/ 32957 w 110031"/>
                <a:gd name="connsiteY319" fmla="*/ 78752 h 160752"/>
                <a:gd name="connsiteX320" fmla="*/ 36202 w 110031"/>
                <a:gd name="connsiteY320" fmla="*/ 75505 h 160752"/>
                <a:gd name="connsiteX321" fmla="*/ 36202 w 110031"/>
                <a:gd name="connsiteY321" fmla="*/ 74693 h 160752"/>
                <a:gd name="connsiteX322" fmla="*/ 35391 w 110031"/>
                <a:gd name="connsiteY322" fmla="*/ 74693 h 160752"/>
                <a:gd name="connsiteX323" fmla="*/ 34579 w 110031"/>
                <a:gd name="connsiteY323" fmla="*/ 76317 h 160752"/>
                <a:gd name="connsiteX324" fmla="*/ 32957 w 110031"/>
                <a:gd name="connsiteY324" fmla="*/ 77941 h 160752"/>
                <a:gd name="connsiteX325" fmla="*/ 32957 w 110031"/>
                <a:gd name="connsiteY325" fmla="*/ 78752 h 160752"/>
                <a:gd name="connsiteX326" fmla="*/ 36202 w 110031"/>
                <a:gd name="connsiteY326" fmla="*/ 63327 h 160752"/>
                <a:gd name="connsiteX327" fmla="*/ 36202 w 110031"/>
                <a:gd name="connsiteY327" fmla="*/ 63327 h 160752"/>
                <a:gd name="connsiteX328" fmla="*/ 34579 w 110031"/>
                <a:gd name="connsiteY328" fmla="*/ 63327 h 160752"/>
                <a:gd name="connsiteX329" fmla="*/ 36202 w 110031"/>
                <a:gd name="connsiteY329" fmla="*/ 63327 h 160752"/>
                <a:gd name="connsiteX330" fmla="*/ 35391 w 110031"/>
                <a:gd name="connsiteY330" fmla="*/ 64950 h 160752"/>
                <a:gd name="connsiteX331" fmla="*/ 35391 w 110031"/>
                <a:gd name="connsiteY331" fmla="*/ 64950 h 160752"/>
                <a:gd name="connsiteX332" fmla="*/ 36202 w 110031"/>
                <a:gd name="connsiteY332" fmla="*/ 64950 h 160752"/>
                <a:gd name="connsiteX333" fmla="*/ 35391 w 110031"/>
                <a:gd name="connsiteY333" fmla="*/ 64950 h 160752"/>
                <a:gd name="connsiteX334" fmla="*/ 35391 w 110031"/>
                <a:gd name="connsiteY334" fmla="*/ 64950 h 160752"/>
                <a:gd name="connsiteX335" fmla="*/ 36202 w 110031"/>
                <a:gd name="connsiteY335" fmla="*/ 81188 h 160752"/>
                <a:gd name="connsiteX336" fmla="*/ 36202 w 110031"/>
                <a:gd name="connsiteY336" fmla="*/ 80376 h 160752"/>
                <a:gd name="connsiteX337" fmla="*/ 36202 w 110031"/>
                <a:gd name="connsiteY337" fmla="*/ 81188 h 160752"/>
                <a:gd name="connsiteX338" fmla="*/ 36202 w 110031"/>
                <a:gd name="connsiteY338" fmla="*/ 81188 h 160752"/>
                <a:gd name="connsiteX339" fmla="*/ 36202 w 110031"/>
                <a:gd name="connsiteY339" fmla="*/ 60891 h 160752"/>
                <a:gd name="connsiteX340" fmla="*/ 37825 w 110031"/>
                <a:gd name="connsiteY340" fmla="*/ 60079 h 160752"/>
                <a:gd name="connsiteX341" fmla="*/ 37825 w 110031"/>
                <a:gd name="connsiteY341" fmla="*/ 59267 h 160752"/>
                <a:gd name="connsiteX342" fmla="*/ 36202 w 110031"/>
                <a:gd name="connsiteY342" fmla="*/ 60891 h 160752"/>
                <a:gd name="connsiteX343" fmla="*/ 36202 w 110031"/>
                <a:gd name="connsiteY343" fmla="*/ 60891 h 160752"/>
                <a:gd name="connsiteX344" fmla="*/ 37825 w 110031"/>
                <a:gd name="connsiteY344" fmla="*/ 73069 h 160752"/>
                <a:gd name="connsiteX345" fmla="*/ 37825 w 110031"/>
                <a:gd name="connsiteY345" fmla="*/ 71446 h 160752"/>
                <a:gd name="connsiteX346" fmla="*/ 37013 w 110031"/>
                <a:gd name="connsiteY346" fmla="*/ 72257 h 160752"/>
                <a:gd name="connsiteX347" fmla="*/ 37825 w 110031"/>
                <a:gd name="connsiteY347" fmla="*/ 73069 h 160752"/>
                <a:gd name="connsiteX348" fmla="*/ 38636 w 110031"/>
                <a:gd name="connsiteY348" fmla="*/ 61703 h 160752"/>
                <a:gd name="connsiteX349" fmla="*/ 38636 w 110031"/>
                <a:gd name="connsiteY349" fmla="*/ 61703 h 160752"/>
                <a:gd name="connsiteX350" fmla="*/ 38636 w 110031"/>
                <a:gd name="connsiteY350" fmla="*/ 61703 h 160752"/>
                <a:gd name="connsiteX351" fmla="*/ 38636 w 110031"/>
                <a:gd name="connsiteY351" fmla="*/ 61703 h 160752"/>
                <a:gd name="connsiteX352" fmla="*/ 38636 w 110031"/>
                <a:gd name="connsiteY352" fmla="*/ 61703 h 160752"/>
                <a:gd name="connsiteX353" fmla="*/ 37825 w 110031"/>
                <a:gd name="connsiteY353" fmla="*/ 59267 h 160752"/>
                <a:gd name="connsiteX354" fmla="*/ 39447 w 110031"/>
                <a:gd name="connsiteY354" fmla="*/ 57644 h 160752"/>
                <a:gd name="connsiteX355" fmla="*/ 38636 w 110031"/>
                <a:gd name="connsiteY355" fmla="*/ 58455 h 160752"/>
                <a:gd name="connsiteX356" fmla="*/ 37825 w 110031"/>
                <a:gd name="connsiteY356" fmla="*/ 59267 h 160752"/>
                <a:gd name="connsiteX357" fmla="*/ 40259 w 110031"/>
                <a:gd name="connsiteY357" fmla="*/ 71446 h 160752"/>
                <a:gd name="connsiteX358" fmla="*/ 40259 w 110031"/>
                <a:gd name="connsiteY358" fmla="*/ 71446 h 160752"/>
                <a:gd name="connsiteX359" fmla="*/ 40259 w 110031"/>
                <a:gd name="connsiteY359" fmla="*/ 71446 h 160752"/>
                <a:gd name="connsiteX360" fmla="*/ 40259 w 110031"/>
                <a:gd name="connsiteY360" fmla="*/ 71446 h 160752"/>
                <a:gd name="connsiteX361" fmla="*/ 40259 w 110031"/>
                <a:gd name="connsiteY361" fmla="*/ 71446 h 160752"/>
                <a:gd name="connsiteX362" fmla="*/ 40259 w 110031"/>
                <a:gd name="connsiteY362" fmla="*/ 56832 h 160752"/>
                <a:gd name="connsiteX363" fmla="*/ 41881 w 110031"/>
                <a:gd name="connsiteY363" fmla="*/ 56020 h 160752"/>
                <a:gd name="connsiteX364" fmla="*/ 42693 w 110031"/>
                <a:gd name="connsiteY364" fmla="*/ 55208 h 160752"/>
                <a:gd name="connsiteX365" fmla="*/ 42693 w 110031"/>
                <a:gd name="connsiteY365" fmla="*/ 56020 h 160752"/>
                <a:gd name="connsiteX366" fmla="*/ 42693 w 110031"/>
                <a:gd name="connsiteY366" fmla="*/ 56832 h 160752"/>
                <a:gd name="connsiteX367" fmla="*/ 45938 w 110031"/>
                <a:gd name="connsiteY367" fmla="*/ 53584 h 160752"/>
                <a:gd name="connsiteX368" fmla="*/ 45126 w 110031"/>
                <a:gd name="connsiteY368" fmla="*/ 54396 h 160752"/>
                <a:gd name="connsiteX369" fmla="*/ 43504 w 110031"/>
                <a:gd name="connsiteY369" fmla="*/ 54396 h 160752"/>
                <a:gd name="connsiteX370" fmla="*/ 42693 w 110031"/>
                <a:gd name="connsiteY370" fmla="*/ 55208 h 160752"/>
                <a:gd name="connsiteX371" fmla="*/ 41881 w 110031"/>
                <a:gd name="connsiteY371" fmla="*/ 56832 h 160752"/>
                <a:gd name="connsiteX372" fmla="*/ 40259 w 110031"/>
                <a:gd name="connsiteY372" fmla="*/ 56832 h 160752"/>
                <a:gd name="connsiteX373" fmla="*/ 40259 w 110031"/>
                <a:gd name="connsiteY373" fmla="*/ 56832 h 160752"/>
                <a:gd name="connsiteX374" fmla="*/ 41070 w 110031"/>
                <a:gd name="connsiteY374" fmla="*/ 67386 h 160752"/>
                <a:gd name="connsiteX375" fmla="*/ 41070 w 110031"/>
                <a:gd name="connsiteY375" fmla="*/ 67386 h 160752"/>
                <a:gd name="connsiteX376" fmla="*/ 41881 w 110031"/>
                <a:gd name="connsiteY376" fmla="*/ 67386 h 160752"/>
                <a:gd name="connsiteX377" fmla="*/ 41070 w 110031"/>
                <a:gd name="connsiteY377" fmla="*/ 67386 h 160752"/>
                <a:gd name="connsiteX378" fmla="*/ 41070 w 110031"/>
                <a:gd name="connsiteY378" fmla="*/ 67386 h 160752"/>
                <a:gd name="connsiteX379" fmla="*/ 42693 w 110031"/>
                <a:gd name="connsiteY379" fmla="*/ 52772 h 160752"/>
                <a:gd name="connsiteX380" fmla="*/ 42693 w 110031"/>
                <a:gd name="connsiteY380" fmla="*/ 52772 h 160752"/>
                <a:gd name="connsiteX381" fmla="*/ 43504 w 110031"/>
                <a:gd name="connsiteY381" fmla="*/ 51960 h 160752"/>
                <a:gd name="connsiteX382" fmla="*/ 42693 w 110031"/>
                <a:gd name="connsiteY382" fmla="*/ 52772 h 160752"/>
                <a:gd name="connsiteX383" fmla="*/ 43504 w 110031"/>
                <a:gd name="connsiteY383" fmla="*/ 64950 h 160752"/>
                <a:gd name="connsiteX384" fmla="*/ 44315 w 110031"/>
                <a:gd name="connsiteY384" fmla="*/ 64138 h 160752"/>
                <a:gd name="connsiteX385" fmla="*/ 43504 w 110031"/>
                <a:gd name="connsiteY385" fmla="*/ 64950 h 160752"/>
                <a:gd name="connsiteX386" fmla="*/ 43504 w 110031"/>
                <a:gd name="connsiteY386" fmla="*/ 64950 h 160752"/>
                <a:gd name="connsiteX387" fmla="*/ 50806 w 110031"/>
                <a:gd name="connsiteY387" fmla="*/ 56020 h 160752"/>
                <a:gd name="connsiteX388" fmla="*/ 50806 w 110031"/>
                <a:gd name="connsiteY388" fmla="*/ 56020 h 160752"/>
                <a:gd name="connsiteX389" fmla="*/ 50806 w 110031"/>
                <a:gd name="connsiteY389" fmla="*/ 56020 h 160752"/>
                <a:gd name="connsiteX390" fmla="*/ 50806 w 110031"/>
                <a:gd name="connsiteY390" fmla="*/ 56020 h 160752"/>
                <a:gd name="connsiteX391" fmla="*/ 50806 w 110031"/>
                <a:gd name="connsiteY391" fmla="*/ 56020 h 160752"/>
                <a:gd name="connsiteX392" fmla="*/ 53240 w 110031"/>
                <a:gd name="connsiteY392" fmla="*/ 54396 h 160752"/>
                <a:gd name="connsiteX393" fmla="*/ 53240 w 110031"/>
                <a:gd name="connsiteY393" fmla="*/ 54396 h 160752"/>
                <a:gd name="connsiteX394" fmla="*/ 53240 w 110031"/>
                <a:gd name="connsiteY394" fmla="*/ 54396 h 160752"/>
                <a:gd name="connsiteX395" fmla="*/ 53240 w 110031"/>
                <a:gd name="connsiteY395" fmla="*/ 54396 h 160752"/>
                <a:gd name="connsiteX396" fmla="*/ 54051 w 110031"/>
                <a:gd name="connsiteY396" fmla="*/ 52772 h 160752"/>
                <a:gd name="connsiteX397" fmla="*/ 54862 w 110031"/>
                <a:gd name="connsiteY397" fmla="*/ 51960 h 160752"/>
                <a:gd name="connsiteX398" fmla="*/ 54051 w 110031"/>
                <a:gd name="connsiteY398" fmla="*/ 52772 h 160752"/>
                <a:gd name="connsiteX399" fmla="*/ 54051 w 110031"/>
                <a:gd name="connsiteY399" fmla="*/ 52772 h 160752"/>
                <a:gd name="connsiteX400" fmla="*/ 55674 w 110031"/>
                <a:gd name="connsiteY400" fmla="*/ 37347 h 160752"/>
                <a:gd name="connsiteX401" fmla="*/ 55674 w 110031"/>
                <a:gd name="connsiteY401" fmla="*/ 36535 h 160752"/>
                <a:gd name="connsiteX402" fmla="*/ 54862 w 110031"/>
                <a:gd name="connsiteY402" fmla="*/ 36535 h 160752"/>
                <a:gd name="connsiteX403" fmla="*/ 55674 w 110031"/>
                <a:gd name="connsiteY403" fmla="*/ 37347 h 160752"/>
                <a:gd name="connsiteX404" fmla="*/ 55674 w 110031"/>
                <a:gd name="connsiteY404" fmla="*/ 37347 h 160752"/>
                <a:gd name="connsiteX405" fmla="*/ 58919 w 110031"/>
                <a:gd name="connsiteY405" fmla="*/ 33287 h 160752"/>
                <a:gd name="connsiteX406" fmla="*/ 58919 w 110031"/>
                <a:gd name="connsiteY406" fmla="*/ 33287 h 160752"/>
                <a:gd name="connsiteX407" fmla="*/ 58108 w 110031"/>
                <a:gd name="connsiteY407" fmla="*/ 32475 h 160752"/>
                <a:gd name="connsiteX408" fmla="*/ 58919 w 110031"/>
                <a:gd name="connsiteY408" fmla="*/ 33287 h 160752"/>
                <a:gd name="connsiteX409" fmla="*/ 60541 w 110031"/>
                <a:gd name="connsiteY409" fmla="*/ 30851 h 160752"/>
                <a:gd name="connsiteX410" fmla="*/ 60541 w 110031"/>
                <a:gd name="connsiteY410" fmla="*/ 30851 h 160752"/>
                <a:gd name="connsiteX411" fmla="*/ 61353 w 110031"/>
                <a:gd name="connsiteY411" fmla="*/ 30040 h 160752"/>
                <a:gd name="connsiteX412" fmla="*/ 61353 w 110031"/>
                <a:gd name="connsiteY412" fmla="*/ 28416 h 160752"/>
                <a:gd name="connsiteX413" fmla="*/ 60541 w 110031"/>
                <a:gd name="connsiteY413" fmla="*/ 29228 h 160752"/>
                <a:gd name="connsiteX414" fmla="*/ 60541 w 110031"/>
                <a:gd name="connsiteY414" fmla="*/ 30851 h 160752"/>
                <a:gd name="connsiteX415" fmla="*/ 60541 w 110031"/>
                <a:gd name="connsiteY415" fmla="*/ 30851 h 16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10031" h="160752">
                  <a:moveTo>
                    <a:pt x="6183" y="109604"/>
                  </a:moveTo>
                  <a:cubicBezTo>
                    <a:pt x="7806" y="105544"/>
                    <a:pt x="14297" y="92554"/>
                    <a:pt x="16730" y="90119"/>
                  </a:cubicBezTo>
                  <a:cubicBezTo>
                    <a:pt x="17542" y="89307"/>
                    <a:pt x="19165" y="86871"/>
                    <a:pt x="20787" y="83624"/>
                  </a:cubicBezTo>
                  <a:cubicBezTo>
                    <a:pt x="22410" y="81188"/>
                    <a:pt x="24844" y="77941"/>
                    <a:pt x="24844" y="77941"/>
                  </a:cubicBezTo>
                  <a:cubicBezTo>
                    <a:pt x="25655" y="77129"/>
                    <a:pt x="25655" y="77129"/>
                    <a:pt x="25655" y="77129"/>
                  </a:cubicBezTo>
                  <a:cubicBezTo>
                    <a:pt x="25655" y="77129"/>
                    <a:pt x="25655" y="76317"/>
                    <a:pt x="26466" y="75505"/>
                  </a:cubicBezTo>
                  <a:cubicBezTo>
                    <a:pt x="27278" y="74693"/>
                    <a:pt x="28089" y="73881"/>
                    <a:pt x="28089" y="73881"/>
                  </a:cubicBezTo>
                  <a:cubicBezTo>
                    <a:pt x="28089" y="73069"/>
                    <a:pt x="29712" y="70634"/>
                    <a:pt x="30523" y="70634"/>
                  </a:cubicBezTo>
                  <a:cubicBezTo>
                    <a:pt x="31334" y="69822"/>
                    <a:pt x="34579" y="64138"/>
                    <a:pt x="34579" y="64138"/>
                  </a:cubicBezTo>
                  <a:cubicBezTo>
                    <a:pt x="34579" y="63327"/>
                    <a:pt x="38636" y="57644"/>
                    <a:pt x="39447" y="57644"/>
                  </a:cubicBezTo>
                  <a:cubicBezTo>
                    <a:pt x="39447" y="57644"/>
                    <a:pt x="41881" y="52772"/>
                    <a:pt x="41881" y="52772"/>
                  </a:cubicBezTo>
                  <a:cubicBezTo>
                    <a:pt x="41881" y="52772"/>
                    <a:pt x="41070" y="52772"/>
                    <a:pt x="41070" y="52772"/>
                  </a:cubicBezTo>
                  <a:cubicBezTo>
                    <a:pt x="41070" y="52772"/>
                    <a:pt x="39447" y="53584"/>
                    <a:pt x="39447" y="53584"/>
                  </a:cubicBezTo>
                  <a:cubicBezTo>
                    <a:pt x="38636" y="53584"/>
                    <a:pt x="37013" y="54396"/>
                    <a:pt x="36202" y="54396"/>
                  </a:cubicBezTo>
                  <a:cubicBezTo>
                    <a:pt x="35391" y="54396"/>
                    <a:pt x="29712" y="56020"/>
                    <a:pt x="29712" y="56020"/>
                  </a:cubicBezTo>
                  <a:cubicBezTo>
                    <a:pt x="28900" y="56832"/>
                    <a:pt x="24844" y="56832"/>
                    <a:pt x="22410" y="56832"/>
                  </a:cubicBezTo>
                  <a:cubicBezTo>
                    <a:pt x="17542" y="56020"/>
                    <a:pt x="13485" y="52772"/>
                    <a:pt x="15108" y="50337"/>
                  </a:cubicBezTo>
                  <a:cubicBezTo>
                    <a:pt x="15108" y="49525"/>
                    <a:pt x="15919" y="49525"/>
                    <a:pt x="16730" y="49525"/>
                  </a:cubicBezTo>
                  <a:cubicBezTo>
                    <a:pt x="17542" y="49525"/>
                    <a:pt x="20787" y="48713"/>
                    <a:pt x="24032" y="47901"/>
                  </a:cubicBezTo>
                  <a:cubicBezTo>
                    <a:pt x="33768" y="45465"/>
                    <a:pt x="35391" y="44653"/>
                    <a:pt x="50806" y="42218"/>
                  </a:cubicBezTo>
                  <a:cubicBezTo>
                    <a:pt x="51617" y="42218"/>
                    <a:pt x="52428" y="41406"/>
                    <a:pt x="53240" y="40594"/>
                  </a:cubicBezTo>
                  <a:cubicBezTo>
                    <a:pt x="53240" y="39782"/>
                    <a:pt x="54051" y="38970"/>
                    <a:pt x="54862" y="38158"/>
                  </a:cubicBezTo>
                  <a:cubicBezTo>
                    <a:pt x="55674" y="37347"/>
                    <a:pt x="56485" y="36535"/>
                    <a:pt x="56485" y="36535"/>
                  </a:cubicBezTo>
                  <a:cubicBezTo>
                    <a:pt x="56485" y="36535"/>
                    <a:pt x="56485" y="35723"/>
                    <a:pt x="56485" y="35723"/>
                  </a:cubicBezTo>
                  <a:cubicBezTo>
                    <a:pt x="57296" y="35723"/>
                    <a:pt x="58919" y="35723"/>
                    <a:pt x="58919" y="34911"/>
                  </a:cubicBezTo>
                  <a:cubicBezTo>
                    <a:pt x="58919" y="34911"/>
                    <a:pt x="58108" y="34911"/>
                    <a:pt x="58108" y="34911"/>
                  </a:cubicBezTo>
                  <a:cubicBezTo>
                    <a:pt x="58108" y="34911"/>
                    <a:pt x="57296" y="34911"/>
                    <a:pt x="57296" y="34911"/>
                  </a:cubicBezTo>
                  <a:cubicBezTo>
                    <a:pt x="57296" y="34911"/>
                    <a:pt x="64598" y="24356"/>
                    <a:pt x="66221" y="22733"/>
                  </a:cubicBezTo>
                  <a:cubicBezTo>
                    <a:pt x="67032" y="21921"/>
                    <a:pt x="67843" y="20297"/>
                    <a:pt x="68655" y="20297"/>
                  </a:cubicBezTo>
                  <a:cubicBezTo>
                    <a:pt x="69466" y="19485"/>
                    <a:pt x="70277" y="18673"/>
                    <a:pt x="70277" y="18673"/>
                  </a:cubicBezTo>
                  <a:cubicBezTo>
                    <a:pt x="71089" y="17050"/>
                    <a:pt x="76768" y="10554"/>
                    <a:pt x="78390" y="9743"/>
                  </a:cubicBezTo>
                  <a:cubicBezTo>
                    <a:pt x="80824" y="7307"/>
                    <a:pt x="86504" y="0"/>
                    <a:pt x="89749" y="0"/>
                  </a:cubicBezTo>
                  <a:cubicBezTo>
                    <a:pt x="90560" y="0"/>
                    <a:pt x="91372" y="0"/>
                    <a:pt x="92994" y="812"/>
                  </a:cubicBezTo>
                  <a:cubicBezTo>
                    <a:pt x="96239" y="1624"/>
                    <a:pt x="97862" y="3248"/>
                    <a:pt x="97862" y="5683"/>
                  </a:cubicBezTo>
                  <a:cubicBezTo>
                    <a:pt x="97862" y="6495"/>
                    <a:pt x="97862" y="7307"/>
                    <a:pt x="97862" y="8119"/>
                  </a:cubicBezTo>
                  <a:cubicBezTo>
                    <a:pt x="97862" y="8119"/>
                    <a:pt x="97862" y="9743"/>
                    <a:pt x="97051" y="10554"/>
                  </a:cubicBezTo>
                  <a:cubicBezTo>
                    <a:pt x="96239" y="11366"/>
                    <a:pt x="95428" y="12990"/>
                    <a:pt x="95428" y="13802"/>
                  </a:cubicBezTo>
                  <a:cubicBezTo>
                    <a:pt x="95428" y="14614"/>
                    <a:pt x="92183" y="17861"/>
                    <a:pt x="89749" y="20297"/>
                  </a:cubicBezTo>
                  <a:cubicBezTo>
                    <a:pt x="86504" y="23545"/>
                    <a:pt x="84070" y="25980"/>
                    <a:pt x="84070" y="26792"/>
                  </a:cubicBezTo>
                  <a:cubicBezTo>
                    <a:pt x="83258" y="28416"/>
                    <a:pt x="79202" y="33287"/>
                    <a:pt x="78390" y="33287"/>
                  </a:cubicBezTo>
                  <a:cubicBezTo>
                    <a:pt x="78390" y="33287"/>
                    <a:pt x="77579" y="34099"/>
                    <a:pt x="76768" y="35723"/>
                  </a:cubicBezTo>
                  <a:cubicBezTo>
                    <a:pt x="75957" y="36535"/>
                    <a:pt x="75145" y="38158"/>
                    <a:pt x="75145" y="38158"/>
                  </a:cubicBezTo>
                  <a:cubicBezTo>
                    <a:pt x="75145" y="38158"/>
                    <a:pt x="75145" y="38158"/>
                    <a:pt x="75145" y="38970"/>
                  </a:cubicBezTo>
                  <a:cubicBezTo>
                    <a:pt x="75145" y="39782"/>
                    <a:pt x="76768" y="39782"/>
                    <a:pt x="81636" y="38970"/>
                  </a:cubicBezTo>
                  <a:cubicBezTo>
                    <a:pt x="90560" y="38158"/>
                    <a:pt x="101919" y="38970"/>
                    <a:pt x="105164" y="38970"/>
                  </a:cubicBezTo>
                  <a:cubicBezTo>
                    <a:pt x="107598" y="39782"/>
                    <a:pt x="110032" y="40594"/>
                    <a:pt x="110032" y="41406"/>
                  </a:cubicBezTo>
                  <a:cubicBezTo>
                    <a:pt x="110032" y="41406"/>
                    <a:pt x="107598" y="41406"/>
                    <a:pt x="105164" y="41406"/>
                  </a:cubicBezTo>
                  <a:cubicBezTo>
                    <a:pt x="100296" y="41406"/>
                    <a:pt x="93805" y="42218"/>
                    <a:pt x="86504" y="43030"/>
                  </a:cubicBezTo>
                  <a:cubicBezTo>
                    <a:pt x="84070" y="43842"/>
                    <a:pt x="80824" y="44653"/>
                    <a:pt x="80824" y="44653"/>
                  </a:cubicBezTo>
                  <a:cubicBezTo>
                    <a:pt x="80824" y="44653"/>
                    <a:pt x="80013" y="44653"/>
                    <a:pt x="79202" y="44653"/>
                  </a:cubicBezTo>
                  <a:cubicBezTo>
                    <a:pt x="78390" y="44653"/>
                    <a:pt x="77579" y="44653"/>
                    <a:pt x="77579" y="44653"/>
                  </a:cubicBezTo>
                  <a:cubicBezTo>
                    <a:pt x="77579" y="44653"/>
                    <a:pt x="76768" y="45465"/>
                    <a:pt x="75957" y="45465"/>
                  </a:cubicBezTo>
                  <a:cubicBezTo>
                    <a:pt x="73523" y="45465"/>
                    <a:pt x="71089" y="46277"/>
                    <a:pt x="71089" y="47089"/>
                  </a:cubicBezTo>
                  <a:cubicBezTo>
                    <a:pt x="71089" y="47089"/>
                    <a:pt x="70277" y="47901"/>
                    <a:pt x="70277" y="47901"/>
                  </a:cubicBezTo>
                  <a:cubicBezTo>
                    <a:pt x="70277" y="47901"/>
                    <a:pt x="69466" y="48713"/>
                    <a:pt x="68655" y="48713"/>
                  </a:cubicBezTo>
                  <a:cubicBezTo>
                    <a:pt x="67843" y="48713"/>
                    <a:pt x="67843" y="50337"/>
                    <a:pt x="67032" y="51148"/>
                  </a:cubicBezTo>
                  <a:cubicBezTo>
                    <a:pt x="66221" y="51960"/>
                    <a:pt x="64598" y="54396"/>
                    <a:pt x="62976" y="56832"/>
                  </a:cubicBezTo>
                  <a:cubicBezTo>
                    <a:pt x="60541" y="60079"/>
                    <a:pt x="60541" y="60891"/>
                    <a:pt x="57296" y="64138"/>
                  </a:cubicBezTo>
                  <a:cubicBezTo>
                    <a:pt x="57296" y="64138"/>
                    <a:pt x="56485" y="64950"/>
                    <a:pt x="56485" y="64950"/>
                  </a:cubicBezTo>
                  <a:cubicBezTo>
                    <a:pt x="56485" y="64950"/>
                    <a:pt x="54862" y="67386"/>
                    <a:pt x="53240" y="69010"/>
                  </a:cubicBezTo>
                  <a:cubicBezTo>
                    <a:pt x="51617" y="71446"/>
                    <a:pt x="49994" y="73069"/>
                    <a:pt x="49994" y="73069"/>
                  </a:cubicBezTo>
                  <a:cubicBezTo>
                    <a:pt x="49994" y="73881"/>
                    <a:pt x="45938" y="78752"/>
                    <a:pt x="45938" y="79564"/>
                  </a:cubicBezTo>
                  <a:cubicBezTo>
                    <a:pt x="45938" y="79564"/>
                    <a:pt x="42693" y="85247"/>
                    <a:pt x="41881" y="86059"/>
                  </a:cubicBezTo>
                  <a:cubicBezTo>
                    <a:pt x="41070" y="86871"/>
                    <a:pt x="40259" y="87683"/>
                    <a:pt x="38636" y="90931"/>
                  </a:cubicBezTo>
                  <a:cubicBezTo>
                    <a:pt x="32957" y="100673"/>
                    <a:pt x="28900" y="105544"/>
                    <a:pt x="28900" y="105544"/>
                  </a:cubicBezTo>
                  <a:cubicBezTo>
                    <a:pt x="28089" y="105544"/>
                    <a:pt x="28089" y="105544"/>
                    <a:pt x="28900" y="105544"/>
                  </a:cubicBezTo>
                  <a:cubicBezTo>
                    <a:pt x="29712" y="105544"/>
                    <a:pt x="29712" y="106356"/>
                    <a:pt x="28089" y="108792"/>
                  </a:cubicBezTo>
                  <a:cubicBezTo>
                    <a:pt x="26466" y="112040"/>
                    <a:pt x="24844" y="114475"/>
                    <a:pt x="24032" y="114475"/>
                  </a:cubicBezTo>
                  <a:cubicBezTo>
                    <a:pt x="24032" y="114475"/>
                    <a:pt x="24032" y="114475"/>
                    <a:pt x="24032" y="115287"/>
                  </a:cubicBezTo>
                  <a:cubicBezTo>
                    <a:pt x="24032" y="116099"/>
                    <a:pt x="24032" y="116911"/>
                    <a:pt x="24032" y="117723"/>
                  </a:cubicBezTo>
                  <a:cubicBezTo>
                    <a:pt x="23221" y="120158"/>
                    <a:pt x="21598" y="120970"/>
                    <a:pt x="21598" y="120970"/>
                  </a:cubicBezTo>
                  <a:cubicBezTo>
                    <a:pt x="21598" y="120970"/>
                    <a:pt x="20787" y="120970"/>
                    <a:pt x="20787" y="120970"/>
                  </a:cubicBezTo>
                  <a:cubicBezTo>
                    <a:pt x="20787" y="120970"/>
                    <a:pt x="20787" y="121782"/>
                    <a:pt x="19976" y="121782"/>
                  </a:cubicBezTo>
                  <a:cubicBezTo>
                    <a:pt x="19976" y="121782"/>
                    <a:pt x="19165" y="121782"/>
                    <a:pt x="19976" y="121782"/>
                  </a:cubicBezTo>
                  <a:cubicBezTo>
                    <a:pt x="20787" y="121782"/>
                    <a:pt x="19976" y="120970"/>
                    <a:pt x="19165" y="120970"/>
                  </a:cubicBezTo>
                  <a:cubicBezTo>
                    <a:pt x="18353" y="120158"/>
                    <a:pt x="18353" y="120970"/>
                    <a:pt x="17542" y="122594"/>
                  </a:cubicBezTo>
                  <a:cubicBezTo>
                    <a:pt x="16730" y="124218"/>
                    <a:pt x="16730" y="125030"/>
                    <a:pt x="16730" y="125030"/>
                  </a:cubicBezTo>
                  <a:cubicBezTo>
                    <a:pt x="16730" y="125030"/>
                    <a:pt x="17542" y="125030"/>
                    <a:pt x="17542" y="124218"/>
                  </a:cubicBezTo>
                  <a:cubicBezTo>
                    <a:pt x="17542" y="123406"/>
                    <a:pt x="18353" y="123406"/>
                    <a:pt x="18353" y="123406"/>
                  </a:cubicBezTo>
                  <a:cubicBezTo>
                    <a:pt x="19165" y="123406"/>
                    <a:pt x="19165" y="123406"/>
                    <a:pt x="19165" y="122594"/>
                  </a:cubicBezTo>
                  <a:cubicBezTo>
                    <a:pt x="19165" y="121782"/>
                    <a:pt x="19165" y="121782"/>
                    <a:pt x="19976" y="121782"/>
                  </a:cubicBezTo>
                  <a:cubicBezTo>
                    <a:pt x="20787" y="121782"/>
                    <a:pt x="20787" y="121782"/>
                    <a:pt x="20787" y="122594"/>
                  </a:cubicBezTo>
                  <a:cubicBezTo>
                    <a:pt x="20787" y="123406"/>
                    <a:pt x="20787" y="123406"/>
                    <a:pt x="20787" y="123406"/>
                  </a:cubicBezTo>
                  <a:cubicBezTo>
                    <a:pt x="20787" y="123406"/>
                    <a:pt x="19976" y="124218"/>
                    <a:pt x="19976" y="125030"/>
                  </a:cubicBezTo>
                  <a:cubicBezTo>
                    <a:pt x="19165" y="125841"/>
                    <a:pt x="19165" y="125841"/>
                    <a:pt x="19976" y="127465"/>
                  </a:cubicBezTo>
                  <a:cubicBezTo>
                    <a:pt x="20787" y="128277"/>
                    <a:pt x="20787" y="129089"/>
                    <a:pt x="19165" y="129089"/>
                  </a:cubicBezTo>
                  <a:cubicBezTo>
                    <a:pt x="17542" y="129901"/>
                    <a:pt x="15919" y="137208"/>
                    <a:pt x="15919" y="138832"/>
                  </a:cubicBezTo>
                  <a:cubicBezTo>
                    <a:pt x="15919" y="139643"/>
                    <a:pt x="15108" y="142079"/>
                    <a:pt x="14297" y="142079"/>
                  </a:cubicBezTo>
                  <a:cubicBezTo>
                    <a:pt x="14297" y="142079"/>
                    <a:pt x="13485" y="142891"/>
                    <a:pt x="13485" y="143703"/>
                  </a:cubicBezTo>
                  <a:cubicBezTo>
                    <a:pt x="13485" y="144515"/>
                    <a:pt x="13485" y="145327"/>
                    <a:pt x="14297" y="145327"/>
                  </a:cubicBezTo>
                  <a:cubicBezTo>
                    <a:pt x="15108" y="145327"/>
                    <a:pt x="15108" y="145327"/>
                    <a:pt x="14297" y="146138"/>
                  </a:cubicBezTo>
                  <a:cubicBezTo>
                    <a:pt x="13485" y="146950"/>
                    <a:pt x="13485" y="149386"/>
                    <a:pt x="15108" y="152634"/>
                  </a:cubicBezTo>
                  <a:cubicBezTo>
                    <a:pt x="16730" y="156693"/>
                    <a:pt x="17542" y="157505"/>
                    <a:pt x="20787" y="159129"/>
                  </a:cubicBezTo>
                  <a:cubicBezTo>
                    <a:pt x="24032" y="159941"/>
                    <a:pt x="24032" y="160752"/>
                    <a:pt x="20787" y="160752"/>
                  </a:cubicBezTo>
                  <a:cubicBezTo>
                    <a:pt x="17542" y="160752"/>
                    <a:pt x="12674" y="158317"/>
                    <a:pt x="11051" y="155881"/>
                  </a:cubicBezTo>
                  <a:cubicBezTo>
                    <a:pt x="-2741" y="142891"/>
                    <a:pt x="-2741" y="129901"/>
                    <a:pt x="6183" y="109604"/>
                  </a:cubicBezTo>
                  <a:close/>
                  <a:moveTo>
                    <a:pt x="5372" y="118535"/>
                  </a:moveTo>
                  <a:cubicBezTo>
                    <a:pt x="5372" y="118535"/>
                    <a:pt x="6183" y="117723"/>
                    <a:pt x="6183" y="116911"/>
                  </a:cubicBezTo>
                  <a:cubicBezTo>
                    <a:pt x="6183" y="116099"/>
                    <a:pt x="6183" y="116099"/>
                    <a:pt x="5372" y="116099"/>
                  </a:cubicBezTo>
                  <a:cubicBezTo>
                    <a:pt x="5372" y="117723"/>
                    <a:pt x="5372" y="118535"/>
                    <a:pt x="5372" y="118535"/>
                  </a:cubicBezTo>
                  <a:close/>
                  <a:moveTo>
                    <a:pt x="8617" y="138832"/>
                  </a:moveTo>
                  <a:cubicBezTo>
                    <a:pt x="8617" y="138832"/>
                    <a:pt x="9429" y="138020"/>
                    <a:pt x="9429" y="136396"/>
                  </a:cubicBezTo>
                  <a:cubicBezTo>
                    <a:pt x="9429" y="134772"/>
                    <a:pt x="10240" y="133148"/>
                    <a:pt x="10240" y="132337"/>
                  </a:cubicBezTo>
                  <a:cubicBezTo>
                    <a:pt x="11051" y="129901"/>
                    <a:pt x="11051" y="128277"/>
                    <a:pt x="10240" y="128277"/>
                  </a:cubicBezTo>
                  <a:cubicBezTo>
                    <a:pt x="9429" y="128277"/>
                    <a:pt x="8617" y="132337"/>
                    <a:pt x="8617" y="133960"/>
                  </a:cubicBezTo>
                  <a:cubicBezTo>
                    <a:pt x="8617" y="134772"/>
                    <a:pt x="8617" y="136396"/>
                    <a:pt x="8617" y="137208"/>
                  </a:cubicBezTo>
                  <a:cubicBezTo>
                    <a:pt x="7806" y="138020"/>
                    <a:pt x="7806" y="138832"/>
                    <a:pt x="8617" y="138832"/>
                  </a:cubicBezTo>
                  <a:close/>
                  <a:moveTo>
                    <a:pt x="8617" y="109604"/>
                  </a:moveTo>
                  <a:cubicBezTo>
                    <a:pt x="8617" y="109604"/>
                    <a:pt x="10240" y="109604"/>
                    <a:pt x="10240" y="108792"/>
                  </a:cubicBezTo>
                  <a:cubicBezTo>
                    <a:pt x="10240" y="108792"/>
                    <a:pt x="10240" y="108792"/>
                    <a:pt x="9429" y="107980"/>
                  </a:cubicBezTo>
                  <a:cubicBezTo>
                    <a:pt x="9429" y="107980"/>
                    <a:pt x="9429" y="107980"/>
                    <a:pt x="9429" y="107980"/>
                  </a:cubicBezTo>
                  <a:cubicBezTo>
                    <a:pt x="9429" y="108792"/>
                    <a:pt x="9429" y="109604"/>
                    <a:pt x="8617" y="109604"/>
                  </a:cubicBezTo>
                  <a:cubicBezTo>
                    <a:pt x="8617" y="109604"/>
                    <a:pt x="8617" y="109604"/>
                    <a:pt x="8617" y="109604"/>
                  </a:cubicBezTo>
                  <a:close/>
                  <a:moveTo>
                    <a:pt x="11863" y="125030"/>
                  </a:moveTo>
                  <a:cubicBezTo>
                    <a:pt x="12674" y="123406"/>
                    <a:pt x="12674" y="123406"/>
                    <a:pt x="12674" y="123406"/>
                  </a:cubicBezTo>
                  <a:cubicBezTo>
                    <a:pt x="11863" y="123406"/>
                    <a:pt x="11051" y="123406"/>
                    <a:pt x="11863" y="125030"/>
                  </a:cubicBezTo>
                  <a:cubicBezTo>
                    <a:pt x="10240" y="126653"/>
                    <a:pt x="10240" y="126653"/>
                    <a:pt x="11863" y="125030"/>
                  </a:cubicBezTo>
                  <a:close/>
                  <a:moveTo>
                    <a:pt x="11051" y="115287"/>
                  </a:moveTo>
                  <a:cubicBezTo>
                    <a:pt x="11863" y="115287"/>
                    <a:pt x="11863" y="113663"/>
                    <a:pt x="11863" y="113663"/>
                  </a:cubicBezTo>
                  <a:cubicBezTo>
                    <a:pt x="11863" y="113663"/>
                    <a:pt x="11863" y="113663"/>
                    <a:pt x="11051" y="114475"/>
                  </a:cubicBezTo>
                  <a:cubicBezTo>
                    <a:pt x="11051" y="114475"/>
                    <a:pt x="11051" y="115287"/>
                    <a:pt x="11051" y="115287"/>
                  </a:cubicBezTo>
                  <a:close/>
                  <a:moveTo>
                    <a:pt x="11863" y="105544"/>
                  </a:moveTo>
                  <a:cubicBezTo>
                    <a:pt x="12674" y="104732"/>
                    <a:pt x="12674" y="103921"/>
                    <a:pt x="11863" y="103921"/>
                  </a:cubicBezTo>
                  <a:cubicBezTo>
                    <a:pt x="11863" y="103921"/>
                    <a:pt x="11863" y="104732"/>
                    <a:pt x="11863" y="105544"/>
                  </a:cubicBezTo>
                  <a:cubicBezTo>
                    <a:pt x="11051" y="106356"/>
                    <a:pt x="11863" y="106356"/>
                    <a:pt x="11863" y="105544"/>
                  </a:cubicBezTo>
                  <a:close/>
                  <a:moveTo>
                    <a:pt x="12674" y="111228"/>
                  </a:moveTo>
                  <a:cubicBezTo>
                    <a:pt x="12674" y="112851"/>
                    <a:pt x="13485" y="112040"/>
                    <a:pt x="14297" y="110416"/>
                  </a:cubicBezTo>
                  <a:cubicBezTo>
                    <a:pt x="15108" y="108792"/>
                    <a:pt x="15108" y="107980"/>
                    <a:pt x="15108" y="107980"/>
                  </a:cubicBezTo>
                  <a:cubicBezTo>
                    <a:pt x="14297" y="107980"/>
                    <a:pt x="13485" y="109604"/>
                    <a:pt x="13485" y="110416"/>
                  </a:cubicBezTo>
                  <a:cubicBezTo>
                    <a:pt x="13485" y="110416"/>
                    <a:pt x="12674" y="110416"/>
                    <a:pt x="12674" y="111228"/>
                  </a:cubicBezTo>
                  <a:cubicBezTo>
                    <a:pt x="12674" y="110416"/>
                    <a:pt x="12674" y="110416"/>
                    <a:pt x="12674" y="111228"/>
                  </a:cubicBezTo>
                  <a:close/>
                  <a:moveTo>
                    <a:pt x="12674" y="125841"/>
                  </a:moveTo>
                  <a:cubicBezTo>
                    <a:pt x="13485" y="125841"/>
                    <a:pt x="13485" y="125030"/>
                    <a:pt x="12674" y="125841"/>
                  </a:cubicBezTo>
                  <a:cubicBezTo>
                    <a:pt x="13485" y="125030"/>
                    <a:pt x="13485" y="125030"/>
                    <a:pt x="12674" y="125030"/>
                  </a:cubicBezTo>
                  <a:cubicBezTo>
                    <a:pt x="12674" y="125030"/>
                    <a:pt x="12674" y="125030"/>
                    <a:pt x="12674" y="125841"/>
                  </a:cubicBezTo>
                  <a:cubicBezTo>
                    <a:pt x="12674" y="125030"/>
                    <a:pt x="12674" y="125841"/>
                    <a:pt x="12674" y="125841"/>
                  </a:cubicBezTo>
                  <a:close/>
                  <a:moveTo>
                    <a:pt x="15919" y="97426"/>
                  </a:moveTo>
                  <a:cubicBezTo>
                    <a:pt x="15919" y="97426"/>
                    <a:pt x="16730" y="97426"/>
                    <a:pt x="15919" y="97426"/>
                  </a:cubicBezTo>
                  <a:cubicBezTo>
                    <a:pt x="16730" y="96614"/>
                    <a:pt x="15919" y="97426"/>
                    <a:pt x="15919" y="97426"/>
                  </a:cubicBezTo>
                  <a:cubicBezTo>
                    <a:pt x="15108" y="97426"/>
                    <a:pt x="15108" y="97426"/>
                    <a:pt x="15919" y="97426"/>
                  </a:cubicBezTo>
                  <a:cubicBezTo>
                    <a:pt x="15108" y="98238"/>
                    <a:pt x="15108" y="98238"/>
                    <a:pt x="15919" y="97426"/>
                  </a:cubicBezTo>
                  <a:close/>
                  <a:moveTo>
                    <a:pt x="15108" y="116099"/>
                  </a:moveTo>
                  <a:cubicBezTo>
                    <a:pt x="15919" y="116099"/>
                    <a:pt x="16730" y="113663"/>
                    <a:pt x="16730" y="112851"/>
                  </a:cubicBezTo>
                  <a:cubicBezTo>
                    <a:pt x="16730" y="112851"/>
                    <a:pt x="16730" y="112040"/>
                    <a:pt x="17542" y="112040"/>
                  </a:cubicBezTo>
                  <a:cubicBezTo>
                    <a:pt x="17542" y="112040"/>
                    <a:pt x="18353" y="112040"/>
                    <a:pt x="18353" y="112040"/>
                  </a:cubicBezTo>
                  <a:cubicBezTo>
                    <a:pt x="18353" y="112040"/>
                    <a:pt x="17542" y="112040"/>
                    <a:pt x="17542" y="112040"/>
                  </a:cubicBezTo>
                  <a:cubicBezTo>
                    <a:pt x="16730" y="112040"/>
                    <a:pt x="16730" y="112040"/>
                    <a:pt x="16730" y="112851"/>
                  </a:cubicBezTo>
                  <a:cubicBezTo>
                    <a:pt x="16730" y="113663"/>
                    <a:pt x="16730" y="113663"/>
                    <a:pt x="16730" y="113663"/>
                  </a:cubicBezTo>
                  <a:cubicBezTo>
                    <a:pt x="16730" y="113663"/>
                    <a:pt x="15919" y="114475"/>
                    <a:pt x="15919" y="114475"/>
                  </a:cubicBezTo>
                  <a:cubicBezTo>
                    <a:pt x="15919" y="114475"/>
                    <a:pt x="15108" y="115287"/>
                    <a:pt x="15108" y="116099"/>
                  </a:cubicBezTo>
                  <a:cubicBezTo>
                    <a:pt x="15108" y="115287"/>
                    <a:pt x="15108" y="116099"/>
                    <a:pt x="15108" y="116099"/>
                  </a:cubicBezTo>
                  <a:close/>
                  <a:moveTo>
                    <a:pt x="15919" y="95802"/>
                  </a:moveTo>
                  <a:cubicBezTo>
                    <a:pt x="15919" y="96614"/>
                    <a:pt x="16730" y="96614"/>
                    <a:pt x="16730" y="95802"/>
                  </a:cubicBezTo>
                  <a:cubicBezTo>
                    <a:pt x="16730" y="94990"/>
                    <a:pt x="17542" y="94178"/>
                    <a:pt x="17542" y="94178"/>
                  </a:cubicBezTo>
                  <a:lnTo>
                    <a:pt x="16730" y="94178"/>
                  </a:lnTo>
                  <a:cubicBezTo>
                    <a:pt x="15919" y="94178"/>
                    <a:pt x="15919" y="94990"/>
                    <a:pt x="15919" y="95802"/>
                  </a:cubicBezTo>
                  <a:close/>
                  <a:moveTo>
                    <a:pt x="16730" y="102297"/>
                  </a:moveTo>
                  <a:cubicBezTo>
                    <a:pt x="16730" y="102297"/>
                    <a:pt x="16730" y="102297"/>
                    <a:pt x="16730" y="102297"/>
                  </a:cubicBezTo>
                  <a:cubicBezTo>
                    <a:pt x="18353" y="101485"/>
                    <a:pt x="17542" y="101485"/>
                    <a:pt x="16730" y="102297"/>
                  </a:cubicBezTo>
                  <a:cubicBezTo>
                    <a:pt x="16730" y="102297"/>
                    <a:pt x="16730" y="102297"/>
                    <a:pt x="16730" y="102297"/>
                  </a:cubicBezTo>
                  <a:close/>
                  <a:moveTo>
                    <a:pt x="18353" y="92554"/>
                  </a:moveTo>
                  <a:cubicBezTo>
                    <a:pt x="19165" y="92554"/>
                    <a:pt x="20787" y="90119"/>
                    <a:pt x="20787" y="90119"/>
                  </a:cubicBezTo>
                  <a:cubicBezTo>
                    <a:pt x="20787" y="90119"/>
                    <a:pt x="20787" y="90119"/>
                    <a:pt x="19976" y="90931"/>
                  </a:cubicBezTo>
                  <a:cubicBezTo>
                    <a:pt x="19165" y="91743"/>
                    <a:pt x="19165" y="91743"/>
                    <a:pt x="19165" y="90931"/>
                  </a:cubicBezTo>
                  <a:cubicBezTo>
                    <a:pt x="19165" y="90119"/>
                    <a:pt x="18353" y="90119"/>
                    <a:pt x="17542" y="91743"/>
                  </a:cubicBezTo>
                  <a:cubicBezTo>
                    <a:pt x="17542" y="92554"/>
                    <a:pt x="17542" y="92554"/>
                    <a:pt x="18353" y="92554"/>
                  </a:cubicBezTo>
                  <a:close/>
                  <a:moveTo>
                    <a:pt x="18353" y="108792"/>
                  </a:moveTo>
                  <a:cubicBezTo>
                    <a:pt x="19165" y="108792"/>
                    <a:pt x="19165" y="108792"/>
                    <a:pt x="19165" y="107980"/>
                  </a:cubicBezTo>
                  <a:cubicBezTo>
                    <a:pt x="19976" y="107980"/>
                    <a:pt x="19165" y="107980"/>
                    <a:pt x="18353" y="108792"/>
                  </a:cubicBezTo>
                  <a:cubicBezTo>
                    <a:pt x="19165" y="108792"/>
                    <a:pt x="19165" y="107980"/>
                    <a:pt x="18353" y="108792"/>
                  </a:cubicBezTo>
                  <a:cubicBezTo>
                    <a:pt x="18353" y="107168"/>
                    <a:pt x="18353" y="107980"/>
                    <a:pt x="18353" y="108792"/>
                  </a:cubicBezTo>
                  <a:cubicBezTo>
                    <a:pt x="18353" y="108792"/>
                    <a:pt x="18353" y="108792"/>
                    <a:pt x="18353" y="108792"/>
                  </a:cubicBezTo>
                  <a:close/>
                  <a:moveTo>
                    <a:pt x="18353" y="103921"/>
                  </a:moveTo>
                  <a:cubicBezTo>
                    <a:pt x="18353" y="103921"/>
                    <a:pt x="19165" y="104732"/>
                    <a:pt x="19165" y="104732"/>
                  </a:cubicBezTo>
                  <a:cubicBezTo>
                    <a:pt x="19165" y="105544"/>
                    <a:pt x="19165" y="105544"/>
                    <a:pt x="19976" y="105544"/>
                  </a:cubicBezTo>
                  <a:cubicBezTo>
                    <a:pt x="19976" y="104732"/>
                    <a:pt x="20787" y="104732"/>
                    <a:pt x="20787" y="105544"/>
                  </a:cubicBezTo>
                  <a:cubicBezTo>
                    <a:pt x="20787" y="105544"/>
                    <a:pt x="21598" y="106356"/>
                    <a:pt x="21598" y="106356"/>
                  </a:cubicBezTo>
                  <a:cubicBezTo>
                    <a:pt x="21598" y="106356"/>
                    <a:pt x="21598" y="105544"/>
                    <a:pt x="20787" y="104732"/>
                  </a:cubicBezTo>
                  <a:cubicBezTo>
                    <a:pt x="19165" y="103921"/>
                    <a:pt x="18353" y="103921"/>
                    <a:pt x="18353" y="103921"/>
                  </a:cubicBezTo>
                  <a:cubicBezTo>
                    <a:pt x="18353" y="103921"/>
                    <a:pt x="18353" y="103921"/>
                    <a:pt x="18353" y="103921"/>
                  </a:cubicBezTo>
                  <a:close/>
                  <a:moveTo>
                    <a:pt x="19165" y="99861"/>
                  </a:moveTo>
                  <a:cubicBezTo>
                    <a:pt x="19165" y="99861"/>
                    <a:pt x="19976" y="99861"/>
                    <a:pt x="19165" y="99861"/>
                  </a:cubicBezTo>
                  <a:cubicBezTo>
                    <a:pt x="19976" y="99049"/>
                    <a:pt x="19976" y="98238"/>
                    <a:pt x="19976" y="98238"/>
                  </a:cubicBezTo>
                  <a:cubicBezTo>
                    <a:pt x="19976" y="98238"/>
                    <a:pt x="19165" y="99049"/>
                    <a:pt x="19165" y="99861"/>
                  </a:cubicBezTo>
                  <a:cubicBezTo>
                    <a:pt x="18353" y="99861"/>
                    <a:pt x="18353" y="99861"/>
                    <a:pt x="19165" y="99861"/>
                  </a:cubicBezTo>
                  <a:close/>
                  <a:moveTo>
                    <a:pt x="19165" y="89307"/>
                  </a:moveTo>
                  <a:cubicBezTo>
                    <a:pt x="19165" y="89307"/>
                    <a:pt x="19165" y="89307"/>
                    <a:pt x="19165" y="89307"/>
                  </a:cubicBezTo>
                  <a:cubicBezTo>
                    <a:pt x="19976" y="89307"/>
                    <a:pt x="19976" y="89307"/>
                    <a:pt x="19976" y="89307"/>
                  </a:cubicBezTo>
                  <a:cubicBezTo>
                    <a:pt x="19976" y="89307"/>
                    <a:pt x="19976" y="88495"/>
                    <a:pt x="19165" y="89307"/>
                  </a:cubicBezTo>
                  <a:cubicBezTo>
                    <a:pt x="19165" y="88495"/>
                    <a:pt x="19165" y="88495"/>
                    <a:pt x="19165" y="89307"/>
                  </a:cubicBezTo>
                  <a:close/>
                  <a:moveTo>
                    <a:pt x="19165" y="103109"/>
                  </a:moveTo>
                  <a:cubicBezTo>
                    <a:pt x="19976" y="103109"/>
                    <a:pt x="19976" y="103109"/>
                    <a:pt x="19165" y="103109"/>
                  </a:cubicBezTo>
                  <a:cubicBezTo>
                    <a:pt x="19976" y="102297"/>
                    <a:pt x="21598" y="102297"/>
                    <a:pt x="21598" y="103109"/>
                  </a:cubicBezTo>
                  <a:cubicBezTo>
                    <a:pt x="21598" y="103109"/>
                    <a:pt x="21598" y="103921"/>
                    <a:pt x="22410" y="103921"/>
                  </a:cubicBezTo>
                  <a:cubicBezTo>
                    <a:pt x="22410" y="103921"/>
                    <a:pt x="23221" y="103921"/>
                    <a:pt x="23221" y="103109"/>
                  </a:cubicBezTo>
                  <a:cubicBezTo>
                    <a:pt x="23221" y="102297"/>
                    <a:pt x="23221" y="102297"/>
                    <a:pt x="23221" y="102297"/>
                  </a:cubicBezTo>
                  <a:cubicBezTo>
                    <a:pt x="22410" y="102297"/>
                    <a:pt x="21598" y="102297"/>
                    <a:pt x="21598" y="101485"/>
                  </a:cubicBezTo>
                  <a:cubicBezTo>
                    <a:pt x="21598" y="101485"/>
                    <a:pt x="21598" y="100673"/>
                    <a:pt x="21598" y="100673"/>
                  </a:cubicBezTo>
                  <a:cubicBezTo>
                    <a:pt x="19976" y="101485"/>
                    <a:pt x="19165" y="102297"/>
                    <a:pt x="19165" y="103109"/>
                  </a:cubicBezTo>
                  <a:close/>
                  <a:moveTo>
                    <a:pt x="20787" y="88495"/>
                  </a:moveTo>
                  <a:cubicBezTo>
                    <a:pt x="21598" y="89307"/>
                    <a:pt x="21598" y="89307"/>
                    <a:pt x="21598" y="87683"/>
                  </a:cubicBezTo>
                  <a:cubicBezTo>
                    <a:pt x="21598" y="86871"/>
                    <a:pt x="22410" y="86871"/>
                    <a:pt x="22410" y="86871"/>
                  </a:cubicBezTo>
                  <a:cubicBezTo>
                    <a:pt x="22410" y="86871"/>
                    <a:pt x="23221" y="86871"/>
                    <a:pt x="22410" y="86871"/>
                  </a:cubicBezTo>
                  <a:cubicBezTo>
                    <a:pt x="22410" y="86059"/>
                    <a:pt x="21598" y="86059"/>
                    <a:pt x="21598" y="86871"/>
                  </a:cubicBezTo>
                  <a:cubicBezTo>
                    <a:pt x="21598" y="86871"/>
                    <a:pt x="20787" y="87683"/>
                    <a:pt x="19976" y="86871"/>
                  </a:cubicBezTo>
                  <a:cubicBezTo>
                    <a:pt x="19165" y="86871"/>
                    <a:pt x="19976" y="87683"/>
                    <a:pt x="20787" y="88495"/>
                  </a:cubicBezTo>
                  <a:close/>
                  <a:moveTo>
                    <a:pt x="19976" y="96614"/>
                  </a:moveTo>
                  <a:cubicBezTo>
                    <a:pt x="19976" y="97426"/>
                    <a:pt x="20787" y="97426"/>
                    <a:pt x="19976" y="96614"/>
                  </a:cubicBezTo>
                  <a:cubicBezTo>
                    <a:pt x="20787" y="96614"/>
                    <a:pt x="20787" y="96614"/>
                    <a:pt x="20787" y="95802"/>
                  </a:cubicBezTo>
                  <a:cubicBezTo>
                    <a:pt x="20787" y="95802"/>
                    <a:pt x="20787" y="95802"/>
                    <a:pt x="19976" y="96614"/>
                  </a:cubicBezTo>
                  <a:cubicBezTo>
                    <a:pt x="20787" y="96614"/>
                    <a:pt x="19976" y="96614"/>
                    <a:pt x="19976" y="96614"/>
                  </a:cubicBezTo>
                  <a:close/>
                  <a:moveTo>
                    <a:pt x="20787" y="86059"/>
                  </a:moveTo>
                  <a:cubicBezTo>
                    <a:pt x="20787" y="86059"/>
                    <a:pt x="21598" y="86059"/>
                    <a:pt x="21598" y="86059"/>
                  </a:cubicBezTo>
                  <a:cubicBezTo>
                    <a:pt x="21598" y="86059"/>
                    <a:pt x="22410" y="85247"/>
                    <a:pt x="22410" y="86059"/>
                  </a:cubicBezTo>
                  <a:cubicBezTo>
                    <a:pt x="22410" y="86059"/>
                    <a:pt x="23221" y="86059"/>
                    <a:pt x="23221" y="85247"/>
                  </a:cubicBezTo>
                  <a:cubicBezTo>
                    <a:pt x="23221" y="84435"/>
                    <a:pt x="23221" y="84435"/>
                    <a:pt x="23221" y="84435"/>
                  </a:cubicBezTo>
                  <a:cubicBezTo>
                    <a:pt x="23221" y="84435"/>
                    <a:pt x="22410" y="84435"/>
                    <a:pt x="22410" y="83624"/>
                  </a:cubicBezTo>
                  <a:cubicBezTo>
                    <a:pt x="22410" y="82812"/>
                    <a:pt x="22410" y="82000"/>
                    <a:pt x="23221" y="82812"/>
                  </a:cubicBezTo>
                  <a:cubicBezTo>
                    <a:pt x="24032" y="83624"/>
                    <a:pt x="24032" y="83624"/>
                    <a:pt x="24844" y="82812"/>
                  </a:cubicBezTo>
                  <a:cubicBezTo>
                    <a:pt x="25655" y="82000"/>
                    <a:pt x="25655" y="82000"/>
                    <a:pt x="25655" y="82000"/>
                  </a:cubicBezTo>
                  <a:cubicBezTo>
                    <a:pt x="25655" y="82000"/>
                    <a:pt x="25655" y="81188"/>
                    <a:pt x="25655" y="81188"/>
                  </a:cubicBezTo>
                  <a:cubicBezTo>
                    <a:pt x="26466" y="80376"/>
                    <a:pt x="25655" y="79564"/>
                    <a:pt x="25655" y="79564"/>
                  </a:cubicBezTo>
                  <a:cubicBezTo>
                    <a:pt x="24844" y="78752"/>
                    <a:pt x="24844" y="78752"/>
                    <a:pt x="25655" y="78752"/>
                  </a:cubicBezTo>
                  <a:cubicBezTo>
                    <a:pt x="26466" y="79564"/>
                    <a:pt x="26466" y="79564"/>
                    <a:pt x="27278" y="78752"/>
                  </a:cubicBezTo>
                  <a:cubicBezTo>
                    <a:pt x="28089" y="77941"/>
                    <a:pt x="28089" y="77129"/>
                    <a:pt x="27278" y="76317"/>
                  </a:cubicBezTo>
                  <a:cubicBezTo>
                    <a:pt x="27278" y="76317"/>
                    <a:pt x="27278" y="76317"/>
                    <a:pt x="28089" y="76317"/>
                  </a:cubicBezTo>
                  <a:cubicBezTo>
                    <a:pt x="28900" y="76317"/>
                    <a:pt x="28900" y="76317"/>
                    <a:pt x="28900" y="76317"/>
                  </a:cubicBezTo>
                  <a:cubicBezTo>
                    <a:pt x="28900" y="76317"/>
                    <a:pt x="28089" y="75505"/>
                    <a:pt x="28089" y="75505"/>
                  </a:cubicBezTo>
                  <a:cubicBezTo>
                    <a:pt x="28089" y="75505"/>
                    <a:pt x="27278" y="75505"/>
                    <a:pt x="27278" y="75505"/>
                  </a:cubicBezTo>
                  <a:cubicBezTo>
                    <a:pt x="27278" y="75505"/>
                    <a:pt x="28089" y="74693"/>
                    <a:pt x="28900" y="75505"/>
                  </a:cubicBezTo>
                  <a:cubicBezTo>
                    <a:pt x="29712" y="75505"/>
                    <a:pt x="30523" y="75505"/>
                    <a:pt x="30523" y="74693"/>
                  </a:cubicBezTo>
                  <a:cubicBezTo>
                    <a:pt x="30523" y="73881"/>
                    <a:pt x="31334" y="73069"/>
                    <a:pt x="31334" y="73069"/>
                  </a:cubicBezTo>
                  <a:cubicBezTo>
                    <a:pt x="31334" y="73069"/>
                    <a:pt x="32145" y="72257"/>
                    <a:pt x="32145" y="71446"/>
                  </a:cubicBezTo>
                  <a:cubicBezTo>
                    <a:pt x="32145" y="71446"/>
                    <a:pt x="32145" y="70634"/>
                    <a:pt x="32957" y="70634"/>
                  </a:cubicBezTo>
                  <a:cubicBezTo>
                    <a:pt x="32957" y="70634"/>
                    <a:pt x="33768" y="69822"/>
                    <a:pt x="33768" y="69010"/>
                  </a:cubicBezTo>
                  <a:cubicBezTo>
                    <a:pt x="33768" y="68198"/>
                    <a:pt x="34579" y="68198"/>
                    <a:pt x="34579" y="68198"/>
                  </a:cubicBezTo>
                  <a:cubicBezTo>
                    <a:pt x="35391" y="68198"/>
                    <a:pt x="35391" y="67386"/>
                    <a:pt x="34579" y="66574"/>
                  </a:cubicBezTo>
                  <a:cubicBezTo>
                    <a:pt x="34579" y="66574"/>
                    <a:pt x="33768" y="67386"/>
                    <a:pt x="32145" y="68198"/>
                  </a:cubicBezTo>
                  <a:cubicBezTo>
                    <a:pt x="30523" y="69822"/>
                    <a:pt x="30523" y="69822"/>
                    <a:pt x="30523" y="70634"/>
                  </a:cubicBezTo>
                  <a:cubicBezTo>
                    <a:pt x="31334" y="72257"/>
                    <a:pt x="30523" y="72257"/>
                    <a:pt x="29712" y="72257"/>
                  </a:cubicBezTo>
                  <a:cubicBezTo>
                    <a:pt x="28900" y="72257"/>
                    <a:pt x="28900" y="72257"/>
                    <a:pt x="29712" y="72257"/>
                  </a:cubicBezTo>
                  <a:cubicBezTo>
                    <a:pt x="30523" y="72257"/>
                    <a:pt x="30523" y="71446"/>
                    <a:pt x="30523" y="71446"/>
                  </a:cubicBezTo>
                  <a:cubicBezTo>
                    <a:pt x="30523" y="70634"/>
                    <a:pt x="30523" y="70634"/>
                    <a:pt x="29712" y="71446"/>
                  </a:cubicBezTo>
                  <a:cubicBezTo>
                    <a:pt x="28900" y="72257"/>
                    <a:pt x="28900" y="73069"/>
                    <a:pt x="29712" y="73069"/>
                  </a:cubicBezTo>
                  <a:cubicBezTo>
                    <a:pt x="30523" y="73069"/>
                    <a:pt x="30523" y="73881"/>
                    <a:pt x="29712" y="73881"/>
                  </a:cubicBezTo>
                  <a:cubicBezTo>
                    <a:pt x="28900" y="73881"/>
                    <a:pt x="28900" y="73881"/>
                    <a:pt x="28900" y="73881"/>
                  </a:cubicBezTo>
                  <a:cubicBezTo>
                    <a:pt x="28900" y="73881"/>
                    <a:pt x="28900" y="73069"/>
                    <a:pt x="28900" y="73069"/>
                  </a:cubicBezTo>
                  <a:cubicBezTo>
                    <a:pt x="28089" y="73069"/>
                    <a:pt x="27278" y="76317"/>
                    <a:pt x="27278" y="77129"/>
                  </a:cubicBezTo>
                  <a:cubicBezTo>
                    <a:pt x="27278" y="77129"/>
                    <a:pt x="27278" y="77129"/>
                    <a:pt x="27278" y="77129"/>
                  </a:cubicBezTo>
                  <a:cubicBezTo>
                    <a:pt x="26466" y="77129"/>
                    <a:pt x="25655" y="77941"/>
                    <a:pt x="25655" y="78752"/>
                  </a:cubicBezTo>
                  <a:cubicBezTo>
                    <a:pt x="25655" y="78752"/>
                    <a:pt x="24844" y="79564"/>
                    <a:pt x="24844" y="80376"/>
                  </a:cubicBezTo>
                  <a:cubicBezTo>
                    <a:pt x="22410" y="82812"/>
                    <a:pt x="20787" y="86059"/>
                    <a:pt x="20787" y="86059"/>
                  </a:cubicBezTo>
                  <a:close/>
                  <a:moveTo>
                    <a:pt x="21598" y="94178"/>
                  </a:moveTo>
                  <a:cubicBezTo>
                    <a:pt x="21598" y="94178"/>
                    <a:pt x="23221" y="93366"/>
                    <a:pt x="23221" y="92554"/>
                  </a:cubicBezTo>
                  <a:cubicBezTo>
                    <a:pt x="23221" y="92554"/>
                    <a:pt x="22410" y="92554"/>
                    <a:pt x="22410" y="92554"/>
                  </a:cubicBezTo>
                  <a:cubicBezTo>
                    <a:pt x="21598" y="93366"/>
                    <a:pt x="21598" y="94178"/>
                    <a:pt x="21598" y="94178"/>
                  </a:cubicBezTo>
                  <a:close/>
                  <a:moveTo>
                    <a:pt x="22410" y="91743"/>
                  </a:moveTo>
                  <a:cubicBezTo>
                    <a:pt x="22410" y="92554"/>
                    <a:pt x="22410" y="92554"/>
                    <a:pt x="22410" y="91743"/>
                  </a:cubicBezTo>
                  <a:cubicBezTo>
                    <a:pt x="23221" y="91743"/>
                    <a:pt x="24032" y="91743"/>
                    <a:pt x="24032" y="91743"/>
                  </a:cubicBezTo>
                  <a:cubicBezTo>
                    <a:pt x="24032" y="91743"/>
                    <a:pt x="23221" y="91743"/>
                    <a:pt x="22410" y="91743"/>
                  </a:cubicBezTo>
                  <a:cubicBezTo>
                    <a:pt x="22410" y="91743"/>
                    <a:pt x="22410" y="91743"/>
                    <a:pt x="22410" y="91743"/>
                  </a:cubicBezTo>
                  <a:close/>
                  <a:moveTo>
                    <a:pt x="22410" y="96614"/>
                  </a:moveTo>
                  <a:cubicBezTo>
                    <a:pt x="22410" y="96614"/>
                    <a:pt x="22410" y="96614"/>
                    <a:pt x="22410" y="96614"/>
                  </a:cubicBezTo>
                  <a:cubicBezTo>
                    <a:pt x="23221" y="97426"/>
                    <a:pt x="23221" y="96614"/>
                    <a:pt x="23221" y="96614"/>
                  </a:cubicBezTo>
                  <a:cubicBezTo>
                    <a:pt x="23221" y="95802"/>
                    <a:pt x="23221" y="95802"/>
                    <a:pt x="22410" y="96614"/>
                  </a:cubicBezTo>
                  <a:cubicBezTo>
                    <a:pt x="22410" y="95802"/>
                    <a:pt x="22410" y="95802"/>
                    <a:pt x="22410" y="96614"/>
                  </a:cubicBezTo>
                  <a:close/>
                  <a:moveTo>
                    <a:pt x="23221" y="99861"/>
                  </a:moveTo>
                  <a:cubicBezTo>
                    <a:pt x="23221" y="99861"/>
                    <a:pt x="24032" y="100673"/>
                    <a:pt x="23221" y="100673"/>
                  </a:cubicBezTo>
                  <a:cubicBezTo>
                    <a:pt x="22410" y="100673"/>
                    <a:pt x="23221" y="101485"/>
                    <a:pt x="23221" y="101485"/>
                  </a:cubicBezTo>
                  <a:cubicBezTo>
                    <a:pt x="24844" y="102297"/>
                    <a:pt x="24844" y="100673"/>
                    <a:pt x="24032" y="99861"/>
                  </a:cubicBezTo>
                  <a:cubicBezTo>
                    <a:pt x="24032" y="99861"/>
                    <a:pt x="24032" y="99049"/>
                    <a:pt x="23221" y="99861"/>
                  </a:cubicBezTo>
                  <a:cubicBezTo>
                    <a:pt x="23221" y="99049"/>
                    <a:pt x="22410" y="99049"/>
                    <a:pt x="23221" y="99861"/>
                  </a:cubicBezTo>
                  <a:close/>
                  <a:moveTo>
                    <a:pt x="24032" y="90931"/>
                  </a:moveTo>
                  <a:cubicBezTo>
                    <a:pt x="24844" y="90119"/>
                    <a:pt x="24844" y="90119"/>
                    <a:pt x="24032" y="90931"/>
                  </a:cubicBezTo>
                  <a:cubicBezTo>
                    <a:pt x="24844" y="90119"/>
                    <a:pt x="24844" y="90119"/>
                    <a:pt x="24032" y="90931"/>
                  </a:cubicBezTo>
                  <a:cubicBezTo>
                    <a:pt x="24032" y="90119"/>
                    <a:pt x="24032" y="90119"/>
                    <a:pt x="24032" y="90931"/>
                  </a:cubicBezTo>
                  <a:cubicBezTo>
                    <a:pt x="24032" y="90931"/>
                    <a:pt x="24032" y="90931"/>
                    <a:pt x="24032" y="90931"/>
                  </a:cubicBezTo>
                  <a:close/>
                  <a:moveTo>
                    <a:pt x="24032" y="97426"/>
                  </a:moveTo>
                  <a:cubicBezTo>
                    <a:pt x="24844" y="97426"/>
                    <a:pt x="24844" y="97426"/>
                    <a:pt x="24032" y="97426"/>
                  </a:cubicBezTo>
                  <a:cubicBezTo>
                    <a:pt x="24844" y="96614"/>
                    <a:pt x="24844" y="96614"/>
                    <a:pt x="24032" y="96614"/>
                  </a:cubicBezTo>
                  <a:cubicBezTo>
                    <a:pt x="23221" y="96614"/>
                    <a:pt x="24032" y="96614"/>
                    <a:pt x="24032" y="97426"/>
                  </a:cubicBezTo>
                  <a:cubicBezTo>
                    <a:pt x="24032" y="97426"/>
                    <a:pt x="24032" y="97426"/>
                    <a:pt x="24032" y="97426"/>
                  </a:cubicBezTo>
                  <a:close/>
                  <a:moveTo>
                    <a:pt x="24844" y="94178"/>
                  </a:moveTo>
                  <a:cubicBezTo>
                    <a:pt x="25655" y="94178"/>
                    <a:pt x="25655" y="93366"/>
                    <a:pt x="25655" y="92554"/>
                  </a:cubicBezTo>
                  <a:cubicBezTo>
                    <a:pt x="25655" y="91743"/>
                    <a:pt x="25655" y="91743"/>
                    <a:pt x="25655" y="92554"/>
                  </a:cubicBezTo>
                  <a:cubicBezTo>
                    <a:pt x="25655" y="93366"/>
                    <a:pt x="24844" y="93366"/>
                    <a:pt x="24844" y="93366"/>
                  </a:cubicBezTo>
                  <a:cubicBezTo>
                    <a:pt x="24844" y="92554"/>
                    <a:pt x="24032" y="92554"/>
                    <a:pt x="24844" y="94178"/>
                  </a:cubicBezTo>
                  <a:cubicBezTo>
                    <a:pt x="24032" y="93366"/>
                    <a:pt x="24844" y="93366"/>
                    <a:pt x="24844" y="94178"/>
                  </a:cubicBezTo>
                  <a:close/>
                  <a:moveTo>
                    <a:pt x="26466" y="90931"/>
                  </a:moveTo>
                  <a:cubicBezTo>
                    <a:pt x="27278" y="90931"/>
                    <a:pt x="28089" y="90931"/>
                    <a:pt x="28089" y="90931"/>
                  </a:cubicBezTo>
                  <a:cubicBezTo>
                    <a:pt x="28900" y="90119"/>
                    <a:pt x="28900" y="90119"/>
                    <a:pt x="28089" y="90119"/>
                  </a:cubicBezTo>
                  <a:cubicBezTo>
                    <a:pt x="27278" y="90119"/>
                    <a:pt x="27278" y="90119"/>
                    <a:pt x="27278" y="89307"/>
                  </a:cubicBezTo>
                  <a:cubicBezTo>
                    <a:pt x="27278" y="88495"/>
                    <a:pt x="28089" y="88495"/>
                    <a:pt x="28089" y="88495"/>
                  </a:cubicBezTo>
                  <a:cubicBezTo>
                    <a:pt x="28089" y="88495"/>
                    <a:pt x="28900" y="87683"/>
                    <a:pt x="28900" y="87683"/>
                  </a:cubicBezTo>
                  <a:cubicBezTo>
                    <a:pt x="28900" y="86871"/>
                    <a:pt x="27278" y="87683"/>
                    <a:pt x="26466" y="89307"/>
                  </a:cubicBezTo>
                  <a:cubicBezTo>
                    <a:pt x="25655" y="90931"/>
                    <a:pt x="25655" y="90931"/>
                    <a:pt x="26466" y="90931"/>
                  </a:cubicBezTo>
                  <a:close/>
                  <a:moveTo>
                    <a:pt x="29712" y="85247"/>
                  </a:moveTo>
                  <a:cubicBezTo>
                    <a:pt x="30523" y="85247"/>
                    <a:pt x="30523" y="85247"/>
                    <a:pt x="30523" y="84435"/>
                  </a:cubicBezTo>
                  <a:cubicBezTo>
                    <a:pt x="30523" y="83624"/>
                    <a:pt x="30523" y="83624"/>
                    <a:pt x="29712" y="84435"/>
                  </a:cubicBezTo>
                  <a:cubicBezTo>
                    <a:pt x="28900" y="85247"/>
                    <a:pt x="28900" y="85247"/>
                    <a:pt x="28900" y="85247"/>
                  </a:cubicBezTo>
                  <a:cubicBezTo>
                    <a:pt x="28900" y="85247"/>
                    <a:pt x="29712" y="85247"/>
                    <a:pt x="29712" y="85247"/>
                  </a:cubicBezTo>
                  <a:close/>
                  <a:moveTo>
                    <a:pt x="29712" y="81188"/>
                  </a:moveTo>
                  <a:lnTo>
                    <a:pt x="30523" y="80376"/>
                  </a:lnTo>
                  <a:cubicBezTo>
                    <a:pt x="31334" y="79564"/>
                    <a:pt x="32145" y="78752"/>
                    <a:pt x="31334" y="78752"/>
                  </a:cubicBezTo>
                  <a:cubicBezTo>
                    <a:pt x="31334" y="78752"/>
                    <a:pt x="30523" y="79564"/>
                    <a:pt x="30523" y="79564"/>
                  </a:cubicBezTo>
                  <a:lnTo>
                    <a:pt x="29712" y="81188"/>
                  </a:lnTo>
                  <a:close/>
                  <a:moveTo>
                    <a:pt x="32145" y="82000"/>
                  </a:moveTo>
                  <a:cubicBezTo>
                    <a:pt x="32145" y="82812"/>
                    <a:pt x="32957" y="82000"/>
                    <a:pt x="32957" y="80376"/>
                  </a:cubicBezTo>
                  <a:cubicBezTo>
                    <a:pt x="32957" y="80376"/>
                    <a:pt x="32957" y="80376"/>
                    <a:pt x="32145" y="81188"/>
                  </a:cubicBezTo>
                  <a:cubicBezTo>
                    <a:pt x="32145" y="80376"/>
                    <a:pt x="32145" y="81188"/>
                    <a:pt x="32145" y="82000"/>
                  </a:cubicBezTo>
                  <a:close/>
                  <a:moveTo>
                    <a:pt x="32957" y="67386"/>
                  </a:moveTo>
                  <a:cubicBezTo>
                    <a:pt x="33768" y="66574"/>
                    <a:pt x="33768" y="66574"/>
                    <a:pt x="33768" y="67386"/>
                  </a:cubicBezTo>
                  <a:cubicBezTo>
                    <a:pt x="33768" y="68198"/>
                    <a:pt x="34579" y="67386"/>
                    <a:pt x="34579" y="67386"/>
                  </a:cubicBezTo>
                  <a:cubicBezTo>
                    <a:pt x="35391" y="66574"/>
                    <a:pt x="35391" y="66574"/>
                    <a:pt x="34579" y="65762"/>
                  </a:cubicBezTo>
                  <a:cubicBezTo>
                    <a:pt x="34579" y="65762"/>
                    <a:pt x="33768" y="64950"/>
                    <a:pt x="33768" y="64950"/>
                  </a:cubicBezTo>
                  <a:cubicBezTo>
                    <a:pt x="33768" y="64950"/>
                    <a:pt x="33768" y="64950"/>
                    <a:pt x="33768" y="64950"/>
                  </a:cubicBezTo>
                  <a:cubicBezTo>
                    <a:pt x="34579" y="65762"/>
                    <a:pt x="34579" y="65762"/>
                    <a:pt x="33768" y="65762"/>
                  </a:cubicBezTo>
                  <a:cubicBezTo>
                    <a:pt x="33768" y="65762"/>
                    <a:pt x="32957" y="66574"/>
                    <a:pt x="32957" y="67386"/>
                  </a:cubicBezTo>
                  <a:cubicBezTo>
                    <a:pt x="32145" y="67386"/>
                    <a:pt x="32145" y="67386"/>
                    <a:pt x="32957" y="67386"/>
                  </a:cubicBezTo>
                  <a:close/>
                  <a:moveTo>
                    <a:pt x="32957" y="78752"/>
                  </a:moveTo>
                  <a:cubicBezTo>
                    <a:pt x="33768" y="79564"/>
                    <a:pt x="36202" y="76317"/>
                    <a:pt x="36202" y="75505"/>
                  </a:cubicBezTo>
                  <a:cubicBezTo>
                    <a:pt x="36202" y="74693"/>
                    <a:pt x="36202" y="74693"/>
                    <a:pt x="36202" y="74693"/>
                  </a:cubicBezTo>
                  <a:cubicBezTo>
                    <a:pt x="36202" y="74693"/>
                    <a:pt x="36202" y="74693"/>
                    <a:pt x="35391" y="74693"/>
                  </a:cubicBezTo>
                  <a:cubicBezTo>
                    <a:pt x="34579" y="74693"/>
                    <a:pt x="34579" y="75505"/>
                    <a:pt x="34579" y="76317"/>
                  </a:cubicBezTo>
                  <a:cubicBezTo>
                    <a:pt x="34579" y="77129"/>
                    <a:pt x="33768" y="77941"/>
                    <a:pt x="32957" y="77941"/>
                  </a:cubicBezTo>
                  <a:cubicBezTo>
                    <a:pt x="33768" y="77941"/>
                    <a:pt x="32957" y="78752"/>
                    <a:pt x="32957" y="78752"/>
                  </a:cubicBezTo>
                  <a:close/>
                  <a:moveTo>
                    <a:pt x="36202" y="63327"/>
                  </a:moveTo>
                  <a:cubicBezTo>
                    <a:pt x="37013" y="63327"/>
                    <a:pt x="37013" y="63327"/>
                    <a:pt x="36202" y="63327"/>
                  </a:cubicBezTo>
                  <a:cubicBezTo>
                    <a:pt x="35391" y="62515"/>
                    <a:pt x="35391" y="62515"/>
                    <a:pt x="34579" y="63327"/>
                  </a:cubicBezTo>
                  <a:cubicBezTo>
                    <a:pt x="34579" y="64138"/>
                    <a:pt x="34579" y="64138"/>
                    <a:pt x="36202" y="63327"/>
                  </a:cubicBezTo>
                  <a:close/>
                  <a:moveTo>
                    <a:pt x="35391" y="64950"/>
                  </a:moveTo>
                  <a:cubicBezTo>
                    <a:pt x="35391" y="65762"/>
                    <a:pt x="35391" y="65762"/>
                    <a:pt x="35391" y="64950"/>
                  </a:cubicBezTo>
                  <a:cubicBezTo>
                    <a:pt x="36202" y="65762"/>
                    <a:pt x="36202" y="64950"/>
                    <a:pt x="36202" y="64950"/>
                  </a:cubicBezTo>
                  <a:cubicBezTo>
                    <a:pt x="36202" y="64950"/>
                    <a:pt x="36202" y="64138"/>
                    <a:pt x="35391" y="64950"/>
                  </a:cubicBezTo>
                  <a:cubicBezTo>
                    <a:pt x="35391" y="64950"/>
                    <a:pt x="35391" y="64950"/>
                    <a:pt x="35391" y="64950"/>
                  </a:cubicBezTo>
                  <a:close/>
                  <a:moveTo>
                    <a:pt x="36202" y="81188"/>
                  </a:moveTo>
                  <a:cubicBezTo>
                    <a:pt x="37013" y="80376"/>
                    <a:pt x="37013" y="80376"/>
                    <a:pt x="36202" y="80376"/>
                  </a:cubicBezTo>
                  <a:cubicBezTo>
                    <a:pt x="36202" y="80376"/>
                    <a:pt x="36202" y="80376"/>
                    <a:pt x="36202" y="81188"/>
                  </a:cubicBezTo>
                  <a:cubicBezTo>
                    <a:pt x="36202" y="82000"/>
                    <a:pt x="36202" y="82000"/>
                    <a:pt x="36202" y="81188"/>
                  </a:cubicBezTo>
                  <a:close/>
                  <a:moveTo>
                    <a:pt x="36202" y="60891"/>
                  </a:moveTo>
                  <a:cubicBezTo>
                    <a:pt x="37013" y="60079"/>
                    <a:pt x="37013" y="60079"/>
                    <a:pt x="37825" y="60079"/>
                  </a:cubicBezTo>
                  <a:cubicBezTo>
                    <a:pt x="39447" y="60079"/>
                    <a:pt x="39447" y="59267"/>
                    <a:pt x="37825" y="59267"/>
                  </a:cubicBezTo>
                  <a:cubicBezTo>
                    <a:pt x="37825" y="60079"/>
                    <a:pt x="37013" y="60079"/>
                    <a:pt x="36202" y="60891"/>
                  </a:cubicBezTo>
                  <a:cubicBezTo>
                    <a:pt x="36202" y="61703"/>
                    <a:pt x="36202" y="61703"/>
                    <a:pt x="36202" y="60891"/>
                  </a:cubicBezTo>
                  <a:close/>
                  <a:moveTo>
                    <a:pt x="37825" y="73069"/>
                  </a:moveTo>
                  <a:cubicBezTo>
                    <a:pt x="38636" y="73069"/>
                    <a:pt x="38636" y="72257"/>
                    <a:pt x="37825" y="71446"/>
                  </a:cubicBezTo>
                  <a:cubicBezTo>
                    <a:pt x="37825" y="71446"/>
                    <a:pt x="37013" y="71446"/>
                    <a:pt x="37013" y="72257"/>
                  </a:cubicBezTo>
                  <a:cubicBezTo>
                    <a:pt x="37825" y="73069"/>
                    <a:pt x="37825" y="73069"/>
                    <a:pt x="37825" y="73069"/>
                  </a:cubicBezTo>
                  <a:close/>
                  <a:moveTo>
                    <a:pt x="38636" y="61703"/>
                  </a:moveTo>
                  <a:cubicBezTo>
                    <a:pt x="38636" y="61703"/>
                    <a:pt x="38636" y="61703"/>
                    <a:pt x="38636" y="61703"/>
                  </a:cubicBezTo>
                  <a:cubicBezTo>
                    <a:pt x="38636" y="60891"/>
                    <a:pt x="38636" y="60891"/>
                    <a:pt x="38636" y="61703"/>
                  </a:cubicBezTo>
                  <a:cubicBezTo>
                    <a:pt x="37825" y="60891"/>
                    <a:pt x="37825" y="61703"/>
                    <a:pt x="38636" y="61703"/>
                  </a:cubicBezTo>
                  <a:cubicBezTo>
                    <a:pt x="37825" y="61703"/>
                    <a:pt x="37825" y="61703"/>
                    <a:pt x="38636" y="61703"/>
                  </a:cubicBezTo>
                  <a:close/>
                  <a:moveTo>
                    <a:pt x="37825" y="59267"/>
                  </a:moveTo>
                  <a:cubicBezTo>
                    <a:pt x="37825" y="59267"/>
                    <a:pt x="39447" y="58455"/>
                    <a:pt x="39447" y="57644"/>
                  </a:cubicBezTo>
                  <a:cubicBezTo>
                    <a:pt x="39447" y="57644"/>
                    <a:pt x="38636" y="57644"/>
                    <a:pt x="38636" y="58455"/>
                  </a:cubicBezTo>
                  <a:cubicBezTo>
                    <a:pt x="37825" y="58455"/>
                    <a:pt x="37825" y="59267"/>
                    <a:pt x="37825" y="59267"/>
                  </a:cubicBezTo>
                  <a:close/>
                  <a:moveTo>
                    <a:pt x="40259" y="71446"/>
                  </a:moveTo>
                  <a:cubicBezTo>
                    <a:pt x="40259" y="71446"/>
                    <a:pt x="41070" y="71446"/>
                    <a:pt x="40259" y="71446"/>
                  </a:cubicBezTo>
                  <a:cubicBezTo>
                    <a:pt x="41070" y="71446"/>
                    <a:pt x="40259" y="70634"/>
                    <a:pt x="40259" y="71446"/>
                  </a:cubicBezTo>
                  <a:cubicBezTo>
                    <a:pt x="39447" y="70634"/>
                    <a:pt x="39447" y="70634"/>
                    <a:pt x="40259" y="71446"/>
                  </a:cubicBezTo>
                  <a:cubicBezTo>
                    <a:pt x="39447" y="71446"/>
                    <a:pt x="39447" y="71446"/>
                    <a:pt x="40259" y="71446"/>
                  </a:cubicBezTo>
                  <a:close/>
                  <a:moveTo>
                    <a:pt x="40259" y="56832"/>
                  </a:moveTo>
                  <a:cubicBezTo>
                    <a:pt x="41070" y="57644"/>
                    <a:pt x="41881" y="56832"/>
                    <a:pt x="41881" y="56020"/>
                  </a:cubicBezTo>
                  <a:cubicBezTo>
                    <a:pt x="41881" y="55208"/>
                    <a:pt x="41881" y="55208"/>
                    <a:pt x="42693" y="55208"/>
                  </a:cubicBezTo>
                  <a:cubicBezTo>
                    <a:pt x="43504" y="55208"/>
                    <a:pt x="42693" y="55208"/>
                    <a:pt x="42693" y="56020"/>
                  </a:cubicBezTo>
                  <a:cubicBezTo>
                    <a:pt x="42693" y="56832"/>
                    <a:pt x="42693" y="56832"/>
                    <a:pt x="42693" y="56832"/>
                  </a:cubicBezTo>
                  <a:cubicBezTo>
                    <a:pt x="43504" y="56832"/>
                    <a:pt x="45938" y="54396"/>
                    <a:pt x="45938" y="53584"/>
                  </a:cubicBezTo>
                  <a:cubicBezTo>
                    <a:pt x="45938" y="53584"/>
                    <a:pt x="45938" y="53584"/>
                    <a:pt x="45126" y="54396"/>
                  </a:cubicBezTo>
                  <a:cubicBezTo>
                    <a:pt x="44315" y="56020"/>
                    <a:pt x="43504" y="56020"/>
                    <a:pt x="43504" y="54396"/>
                  </a:cubicBezTo>
                  <a:cubicBezTo>
                    <a:pt x="43504" y="53584"/>
                    <a:pt x="43504" y="53584"/>
                    <a:pt x="42693" y="55208"/>
                  </a:cubicBezTo>
                  <a:cubicBezTo>
                    <a:pt x="41881" y="56020"/>
                    <a:pt x="41881" y="56832"/>
                    <a:pt x="41881" y="56832"/>
                  </a:cubicBezTo>
                  <a:cubicBezTo>
                    <a:pt x="40259" y="56020"/>
                    <a:pt x="40259" y="56832"/>
                    <a:pt x="40259" y="56832"/>
                  </a:cubicBezTo>
                  <a:cubicBezTo>
                    <a:pt x="39447" y="56832"/>
                    <a:pt x="39447" y="56832"/>
                    <a:pt x="40259" y="56832"/>
                  </a:cubicBezTo>
                  <a:close/>
                  <a:moveTo>
                    <a:pt x="41070" y="67386"/>
                  </a:moveTo>
                  <a:cubicBezTo>
                    <a:pt x="41070" y="68198"/>
                    <a:pt x="41070" y="68198"/>
                    <a:pt x="41070" y="67386"/>
                  </a:cubicBezTo>
                  <a:cubicBezTo>
                    <a:pt x="41881" y="67386"/>
                    <a:pt x="41881" y="67386"/>
                    <a:pt x="41881" y="67386"/>
                  </a:cubicBezTo>
                  <a:cubicBezTo>
                    <a:pt x="41881" y="67386"/>
                    <a:pt x="41070" y="67386"/>
                    <a:pt x="41070" y="67386"/>
                  </a:cubicBezTo>
                  <a:cubicBezTo>
                    <a:pt x="41070" y="67386"/>
                    <a:pt x="41070" y="67386"/>
                    <a:pt x="41070" y="67386"/>
                  </a:cubicBezTo>
                  <a:close/>
                  <a:moveTo>
                    <a:pt x="42693" y="52772"/>
                  </a:moveTo>
                  <a:cubicBezTo>
                    <a:pt x="42693" y="52772"/>
                    <a:pt x="43504" y="52772"/>
                    <a:pt x="42693" y="52772"/>
                  </a:cubicBezTo>
                  <a:cubicBezTo>
                    <a:pt x="43504" y="51960"/>
                    <a:pt x="43504" y="51148"/>
                    <a:pt x="43504" y="51960"/>
                  </a:cubicBezTo>
                  <a:cubicBezTo>
                    <a:pt x="43504" y="51960"/>
                    <a:pt x="42693" y="51960"/>
                    <a:pt x="42693" y="52772"/>
                  </a:cubicBezTo>
                  <a:close/>
                  <a:moveTo>
                    <a:pt x="43504" y="64950"/>
                  </a:moveTo>
                  <a:cubicBezTo>
                    <a:pt x="44315" y="64950"/>
                    <a:pt x="44315" y="64138"/>
                    <a:pt x="44315" y="64138"/>
                  </a:cubicBezTo>
                  <a:cubicBezTo>
                    <a:pt x="44315" y="64138"/>
                    <a:pt x="44315" y="64138"/>
                    <a:pt x="43504" y="64950"/>
                  </a:cubicBezTo>
                  <a:cubicBezTo>
                    <a:pt x="43504" y="64950"/>
                    <a:pt x="43504" y="64950"/>
                    <a:pt x="43504" y="64950"/>
                  </a:cubicBezTo>
                  <a:close/>
                  <a:moveTo>
                    <a:pt x="50806" y="56020"/>
                  </a:moveTo>
                  <a:cubicBezTo>
                    <a:pt x="51617" y="56020"/>
                    <a:pt x="51617" y="56020"/>
                    <a:pt x="50806" y="56020"/>
                  </a:cubicBezTo>
                  <a:cubicBezTo>
                    <a:pt x="51617" y="56020"/>
                    <a:pt x="51617" y="55208"/>
                    <a:pt x="50806" y="56020"/>
                  </a:cubicBezTo>
                  <a:cubicBezTo>
                    <a:pt x="50806" y="55208"/>
                    <a:pt x="50806" y="56020"/>
                    <a:pt x="50806" y="56020"/>
                  </a:cubicBezTo>
                  <a:cubicBezTo>
                    <a:pt x="50806" y="56020"/>
                    <a:pt x="50806" y="56020"/>
                    <a:pt x="50806" y="56020"/>
                  </a:cubicBezTo>
                  <a:close/>
                  <a:moveTo>
                    <a:pt x="53240" y="54396"/>
                  </a:moveTo>
                  <a:cubicBezTo>
                    <a:pt x="53240" y="54396"/>
                    <a:pt x="54051" y="54396"/>
                    <a:pt x="53240" y="54396"/>
                  </a:cubicBezTo>
                  <a:cubicBezTo>
                    <a:pt x="53240" y="54396"/>
                    <a:pt x="53240" y="54396"/>
                    <a:pt x="53240" y="54396"/>
                  </a:cubicBezTo>
                  <a:cubicBezTo>
                    <a:pt x="52428" y="54396"/>
                    <a:pt x="52428" y="54396"/>
                    <a:pt x="53240" y="54396"/>
                  </a:cubicBezTo>
                  <a:close/>
                  <a:moveTo>
                    <a:pt x="54051" y="52772"/>
                  </a:moveTo>
                  <a:cubicBezTo>
                    <a:pt x="54862" y="51960"/>
                    <a:pt x="54862" y="51960"/>
                    <a:pt x="54862" y="51960"/>
                  </a:cubicBezTo>
                  <a:cubicBezTo>
                    <a:pt x="54862" y="51960"/>
                    <a:pt x="54862" y="51960"/>
                    <a:pt x="54051" y="52772"/>
                  </a:cubicBezTo>
                  <a:cubicBezTo>
                    <a:pt x="53240" y="53584"/>
                    <a:pt x="53240" y="53584"/>
                    <a:pt x="54051" y="52772"/>
                  </a:cubicBezTo>
                  <a:close/>
                  <a:moveTo>
                    <a:pt x="55674" y="37347"/>
                  </a:moveTo>
                  <a:cubicBezTo>
                    <a:pt x="56485" y="36535"/>
                    <a:pt x="56485" y="36535"/>
                    <a:pt x="55674" y="36535"/>
                  </a:cubicBezTo>
                  <a:cubicBezTo>
                    <a:pt x="55674" y="36535"/>
                    <a:pt x="54862" y="36535"/>
                    <a:pt x="54862" y="36535"/>
                  </a:cubicBezTo>
                  <a:cubicBezTo>
                    <a:pt x="54862" y="36535"/>
                    <a:pt x="54862" y="35723"/>
                    <a:pt x="55674" y="37347"/>
                  </a:cubicBezTo>
                  <a:cubicBezTo>
                    <a:pt x="54862" y="38158"/>
                    <a:pt x="54862" y="38158"/>
                    <a:pt x="55674" y="37347"/>
                  </a:cubicBezTo>
                  <a:close/>
                  <a:moveTo>
                    <a:pt x="58919" y="33287"/>
                  </a:moveTo>
                  <a:cubicBezTo>
                    <a:pt x="59730" y="33287"/>
                    <a:pt x="59730" y="33287"/>
                    <a:pt x="58919" y="33287"/>
                  </a:cubicBezTo>
                  <a:cubicBezTo>
                    <a:pt x="58919" y="32475"/>
                    <a:pt x="58108" y="32475"/>
                    <a:pt x="58108" y="32475"/>
                  </a:cubicBezTo>
                  <a:cubicBezTo>
                    <a:pt x="58108" y="33287"/>
                    <a:pt x="58919" y="33287"/>
                    <a:pt x="58919" y="33287"/>
                  </a:cubicBezTo>
                  <a:close/>
                  <a:moveTo>
                    <a:pt x="60541" y="30851"/>
                  </a:moveTo>
                  <a:cubicBezTo>
                    <a:pt x="60541" y="30851"/>
                    <a:pt x="61353" y="30851"/>
                    <a:pt x="60541" y="30851"/>
                  </a:cubicBezTo>
                  <a:cubicBezTo>
                    <a:pt x="60541" y="30040"/>
                    <a:pt x="61353" y="30040"/>
                    <a:pt x="61353" y="30040"/>
                  </a:cubicBezTo>
                  <a:cubicBezTo>
                    <a:pt x="62164" y="30040"/>
                    <a:pt x="62164" y="29228"/>
                    <a:pt x="61353" y="28416"/>
                  </a:cubicBezTo>
                  <a:cubicBezTo>
                    <a:pt x="61353" y="28416"/>
                    <a:pt x="60541" y="28416"/>
                    <a:pt x="60541" y="29228"/>
                  </a:cubicBezTo>
                  <a:cubicBezTo>
                    <a:pt x="60541" y="30040"/>
                    <a:pt x="60541" y="30040"/>
                    <a:pt x="60541" y="30851"/>
                  </a:cubicBezTo>
                  <a:cubicBezTo>
                    <a:pt x="58919" y="31663"/>
                    <a:pt x="58919" y="31663"/>
                    <a:pt x="60541" y="30851"/>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13" name="Freeform 712">
              <a:extLst>
                <a:ext uri="{FF2B5EF4-FFF2-40B4-BE49-F238E27FC236}">
                  <a16:creationId xmlns:a16="http://schemas.microsoft.com/office/drawing/2014/main" id="{AD86E943-814F-5C66-730B-C2E67E1E7FE7}"/>
                </a:ext>
              </a:extLst>
            </p:cNvPr>
            <p:cNvSpPr/>
            <p:nvPr/>
          </p:nvSpPr>
          <p:spPr>
            <a:xfrm>
              <a:off x="6617828" y="-982856"/>
              <a:ext cx="569632" cy="267920"/>
            </a:xfrm>
            <a:custGeom>
              <a:avLst/>
              <a:gdLst>
                <a:gd name="connsiteX0" fmla="*/ 8203 w 569632"/>
                <a:gd name="connsiteY0" fmla="*/ 133148 h 267920"/>
                <a:gd name="connsiteX1" fmla="*/ 14693 w 569632"/>
                <a:gd name="connsiteY1" fmla="*/ 125030 h 267920"/>
                <a:gd name="connsiteX2" fmla="*/ 17127 w 569632"/>
                <a:gd name="connsiteY2" fmla="*/ 122594 h 267920"/>
                <a:gd name="connsiteX3" fmla="*/ 34976 w 569632"/>
                <a:gd name="connsiteY3" fmla="*/ 107168 h 267920"/>
                <a:gd name="connsiteX4" fmla="*/ 39032 w 569632"/>
                <a:gd name="connsiteY4" fmla="*/ 104733 h 267920"/>
                <a:gd name="connsiteX5" fmla="*/ 43089 w 569632"/>
                <a:gd name="connsiteY5" fmla="*/ 104733 h 267920"/>
                <a:gd name="connsiteX6" fmla="*/ 49580 w 569632"/>
                <a:gd name="connsiteY6" fmla="*/ 106356 h 267920"/>
                <a:gd name="connsiteX7" fmla="*/ 52825 w 569632"/>
                <a:gd name="connsiteY7" fmla="*/ 107168 h 267920"/>
                <a:gd name="connsiteX8" fmla="*/ 52825 w 569632"/>
                <a:gd name="connsiteY8" fmla="*/ 107168 h 267920"/>
                <a:gd name="connsiteX9" fmla="*/ 52825 w 569632"/>
                <a:gd name="connsiteY9" fmla="*/ 108792 h 267920"/>
                <a:gd name="connsiteX10" fmla="*/ 56070 w 569632"/>
                <a:gd name="connsiteY10" fmla="*/ 119346 h 267920"/>
                <a:gd name="connsiteX11" fmla="*/ 56070 w 569632"/>
                <a:gd name="connsiteY11" fmla="*/ 119346 h 267920"/>
                <a:gd name="connsiteX12" fmla="*/ 53636 w 569632"/>
                <a:gd name="connsiteY12" fmla="*/ 124218 h 267920"/>
                <a:gd name="connsiteX13" fmla="*/ 52014 w 569632"/>
                <a:gd name="connsiteY13" fmla="*/ 125841 h 267920"/>
                <a:gd name="connsiteX14" fmla="*/ 44712 w 569632"/>
                <a:gd name="connsiteY14" fmla="*/ 132337 h 267920"/>
                <a:gd name="connsiteX15" fmla="*/ 43089 w 569632"/>
                <a:gd name="connsiteY15" fmla="*/ 133148 h 267920"/>
                <a:gd name="connsiteX16" fmla="*/ 30108 w 569632"/>
                <a:gd name="connsiteY16" fmla="*/ 138831 h 267920"/>
                <a:gd name="connsiteX17" fmla="*/ 27674 w 569632"/>
                <a:gd name="connsiteY17" fmla="*/ 139643 h 267920"/>
                <a:gd name="connsiteX18" fmla="*/ 14693 w 569632"/>
                <a:gd name="connsiteY18" fmla="*/ 146138 h 267920"/>
                <a:gd name="connsiteX19" fmla="*/ 13882 w 569632"/>
                <a:gd name="connsiteY19" fmla="*/ 145327 h 267920"/>
                <a:gd name="connsiteX20" fmla="*/ 8203 w 569632"/>
                <a:gd name="connsiteY20" fmla="*/ 157505 h 267920"/>
                <a:gd name="connsiteX21" fmla="*/ 10636 w 569632"/>
                <a:gd name="connsiteY21" fmla="*/ 164000 h 267920"/>
                <a:gd name="connsiteX22" fmla="*/ 20372 w 569632"/>
                <a:gd name="connsiteY22" fmla="*/ 164812 h 267920"/>
                <a:gd name="connsiteX23" fmla="*/ 26863 w 569632"/>
                <a:gd name="connsiteY23" fmla="*/ 164000 h 267920"/>
                <a:gd name="connsiteX24" fmla="*/ 38221 w 569632"/>
                <a:gd name="connsiteY24" fmla="*/ 160752 h 267920"/>
                <a:gd name="connsiteX25" fmla="*/ 75542 w 569632"/>
                <a:gd name="connsiteY25" fmla="*/ 143703 h 267920"/>
                <a:gd name="connsiteX26" fmla="*/ 77164 w 569632"/>
                <a:gd name="connsiteY26" fmla="*/ 142891 h 267920"/>
                <a:gd name="connsiteX27" fmla="*/ 81221 w 569632"/>
                <a:gd name="connsiteY27" fmla="*/ 140455 h 267920"/>
                <a:gd name="connsiteX28" fmla="*/ 83655 w 569632"/>
                <a:gd name="connsiteY28" fmla="*/ 138831 h 267920"/>
                <a:gd name="connsiteX29" fmla="*/ 88523 w 569632"/>
                <a:gd name="connsiteY29" fmla="*/ 135584 h 267920"/>
                <a:gd name="connsiteX30" fmla="*/ 110428 w 569632"/>
                <a:gd name="connsiteY30" fmla="*/ 120970 h 267920"/>
                <a:gd name="connsiteX31" fmla="*/ 104749 w 569632"/>
                <a:gd name="connsiteY31" fmla="*/ 126653 h 267920"/>
                <a:gd name="connsiteX32" fmla="*/ 101504 w 569632"/>
                <a:gd name="connsiteY32" fmla="*/ 129901 h 267920"/>
                <a:gd name="connsiteX33" fmla="*/ 100693 w 569632"/>
                <a:gd name="connsiteY33" fmla="*/ 131525 h 267920"/>
                <a:gd name="connsiteX34" fmla="*/ 99070 w 569632"/>
                <a:gd name="connsiteY34" fmla="*/ 133148 h 267920"/>
                <a:gd name="connsiteX35" fmla="*/ 90957 w 569632"/>
                <a:gd name="connsiteY35" fmla="*/ 140455 h 267920"/>
                <a:gd name="connsiteX36" fmla="*/ 86089 w 569632"/>
                <a:gd name="connsiteY36" fmla="*/ 143703 h 267920"/>
                <a:gd name="connsiteX37" fmla="*/ 81221 w 569632"/>
                <a:gd name="connsiteY37" fmla="*/ 146950 h 267920"/>
                <a:gd name="connsiteX38" fmla="*/ 78787 w 569632"/>
                <a:gd name="connsiteY38" fmla="*/ 148574 h 267920"/>
                <a:gd name="connsiteX39" fmla="*/ 76353 w 569632"/>
                <a:gd name="connsiteY39" fmla="*/ 150198 h 267920"/>
                <a:gd name="connsiteX40" fmla="*/ 70674 w 569632"/>
                <a:gd name="connsiteY40" fmla="*/ 154257 h 267920"/>
                <a:gd name="connsiteX41" fmla="*/ 72296 w 569632"/>
                <a:gd name="connsiteY41" fmla="*/ 153445 h 267920"/>
                <a:gd name="connsiteX42" fmla="*/ 74731 w 569632"/>
                <a:gd name="connsiteY42" fmla="*/ 151822 h 267920"/>
                <a:gd name="connsiteX43" fmla="*/ 76353 w 569632"/>
                <a:gd name="connsiteY43" fmla="*/ 151010 h 267920"/>
                <a:gd name="connsiteX44" fmla="*/ 77976 w 569632"/>
                <a:gd name="connsiteY44" fmla="*/ 150198 h 267920"/>
                <a:gd name="connsiteX45" fmla="*/ 77164 w 569632"/>
                <a:gd name="connsiteY45" fmla="*/ 151822 h 267920"/>
                <a:gd name="connsiteX46" fmla="*/ 76353 w 569632"/>
                <a:gd name="connsiteY46" fmla="*/ 152634 h 267920"/>
                <a:gd name="connsiteX47" fmla="*/ 69863 w 569632"/>
                <a:gd name="connsiteY47" fmla="*/ 158317 h 267920"/>
                <a:gd name="connsiteX48" fmla="*/ 61749 w 569632"/>
                <a:gd name="connsiteY48" fmla="*/ 162376 h 267920"/>
                <a:gd name="connsiteX49" fmla="*/ 58504 w 569632"/>
                <a:gd name="connsiteY49" fmla="*/ 164000 h 267920"/>
                <a:gd name="connsiteX50" fmla="*/ 58504 w 569632"/>
                <a:gd name="connsiteY50" fmla="*/ 164000 h 267920"/>
                <a:gd name="connsiteX51" fmla="*/ 58504 w 569632"/>
                <a:gd name="connsiteY51" fmla="*/ 164000 h 267920"/>
                <a:gd name="connsiteX52" fmla="*/ 39844 w 569632"/>
                <a:gd name="connsiteY52" fmla="*/ 170495 h 267920"/>
                <a:gd name="connsiteX53" fmla="*/ 34165 w 569632"/>
                <a:gd name="connsiteY53" fmla="*/ 171307 h 267920"/>
                <a:gd name="connsiteX54" fmla="*/ 34976 w 569632"/>
                <a:gd name="connsiteY54" fmla="*/ 171307 h 267920"/>
                <a:gd name="connsiteX55" fmla="*/ 34976 w 569632"/>
                <a:gd name="connsiteY55" fmla="*/ 172119 h 267920"/>
                <a:gd name="connsiteX56" fmla="*/ 28485 w 569632"/>
                <a:gd name="connsiteY56" fmla="*/ 172931 h 267920"/>
                <a:gd name="connsiteX57" fmla="*/ 13882 w 569632"/>
                <a:gd name="connsiteY57" fmla="*/ 171307 h 267920"/>
                <a:gd name="connsiteX58" fmla="*/ 3335 w 569632"/>
                <a:gd name="connsiteY58" fmla="*/ 163188 h 267920"/>
                <a:gd name="connsiteX59" fmla="*/ 89 w 569632"/>
                <a:gd name="connsiteY59" fmla="*/ 155069 h 267920"/>
                <a:gd name="connsiteX60" fmla="*/ 8203 w 569632"/>
                <a:gd name="connsiteY60" fmla="*/ 133148 h 267920"/>
                <a:gd name="connsiteX61" fmla="*/ 26052 w 569632"/>
                <a:gd name="connsiteY61" fmla="*/ 131525 h 267920"/>
                <a:gd name="connsiteX62" fmla="*/ 32542 w 569632"/>
                <a:gd name="connsiteY62" fmla="*/ 128277 h 267920"/>
                <a:gd name="connsiteX63" fmla="*/ 28485 w 569632"/>
                <a:gd name="connsiteY63" fmla="*/ 131525 h 267920"/>
                <a:gd name="connsiteX64" fmla="*/ 29297 w 569632"/>
                <a:gd name="connsiteY64" fmla="*/ 132337 h 267920"/>
                <a:gd name="connsiteX65" fmla="*/ 30108 w 569632"/>
                <a:gd name="connsiteY65" fmla="*/ 132337 h 267920"/>
                <a:gd name="connsiteX66" fmla="*/ 31731 w 569632"/>
                <a:gd name="connsiteY66" fmla="*/ 131525 h 267920"/>
                <a:gd name="connsiteX67" fmla="*/ 36599 w 569632"/>
                <a:gd name="connsiteY67" fmla="*/ 129089 h 267920"/>
                <a:gd name="connsiteX68" fmla="*/ 44712 w 569632"/>
                <a:gd name="connsiteY68" fmla="*/ 124218 h 267920"/>
                <a:gd name="connsiteX69" fmla="*/ 47957 w 569632"/>
                <a:gd name="connsiteY69" fmla="*/ 121782 h 267920"/>
                <a:gd name="connsiteX70" fmla="*/ 47957 w 569632"/>
                <a:gd name="connsiteY70" fmla="*/ 121782 h 267920"/>
                <a:gd name="connsiteX71" fmla="*/ 49580 w 569632"/>
                <a:gd name="connsiteY71" fmla="*/ 119346 h 267920"/>
                <a:gd name="connsiteX72" fmla="*/ 48768 w 569632"/>
                <a:gd name="connsiteY72" fmla="*/ 119346 h 267920"/>
                <a:gd name="connsiteX73" fmla="*/ 40655 w 569632"/>
                <a:gd name="connsiteY73" fmla="*/ 121782 h 267920"/>
                <a:gd name="connsiteX74" fmla="*/ 26052 w 569632"/>
                <a:gd name="connsiteY74" fmla="*/ 131525 h 267920"/>
                <a:gd name="connsiteX75" fmla="*/ 27674 w 569632"/>
                <a:gd name="connsiteY75" fmla="*/ 133148 h 267920"/>
                <a:gd name="connsiteX76" fmla="*/ 28485 w 569632"/>
                <a:gd name="connsiteY76" fmla="*/ 131525 h 267920"/>
                <a:gd name="connsiteX77" fmla="*/ 27674 w 569632"/>
                <a:gd name="connsiteY77" fmla="*/ 131525 h 267920"/>
                <a:gd name="connsiteX78" fmla="*/ 27674 w 569632"/>
                <a:gd name="connsiteY78" fmla="*/ 133148 h 267920"/>
                <a:gd name="connsiteX79" fmla="*/ 27674 w 569632"/>
                <a:gd name="connsiteY79" fmla="*/ 133148 h 267920"/>
                <a:gd name="connsiteX80" fmla="*/ 53636 w 569632"/>
                <a:gd name="connsiteY80" fmla="*/ 164000 h 267920"/>
                <a:gd name="connsiteX81" fmla="*/ 53636 w 569632"/>
                <a:gd name="connsiteY81" fmla="*/ 164000 h 267920"/>
                <a:gd name="connsiteX82" fmla="*/ 53636 w 569632"/>
                <a:gd name="connsiteY82" fmla="*/ 164000 h 267920"/>
                <a:gd name="connsiteX83" fmla="*/ 53636 w 569632"/>
                <a:gd name="connsiteY83" fmla="*/ 164000 h 267920"/>
                <a:gd name="connsiteX84" fmla="*/ 55259 w 569632"/>
                <a:gd name="connsiteY84" fmla="*/ 163188 h 267920"/>
                <a:gd name="connsiteX85" fmla="*/ 56882 w 569632"/>
                <a:gd name="connsiteY85" fmla="*/ 162376 h 267920"/>
                <a:gd name="connsiteX86" fmla="*/ 56882 w 569632"/>
                <a:gd name="connsiteY86" fmla="*/ 161564 h 267920"/>
                <a:gd name="connsiteX87" fmla="*/ 55259 w 569632"/>
                <a:gd name="connsiteY87" fmla="*/ 163188 h 267920"/>
                <a:gd name="connsiteX88" fmla="*/ 73919 w 569632"/>
                <a:gd name="connsiteY88" fmla="*/ 154257 h 267920"/>
                <a:gd name="connsiteX89" fmla="*/ 73919 w 569632"/>
                <a:gd name="connsiteY89" fmla="*/ 154257 h 267920"/>
                <a:gd name="connsiteX90" fmla="*/ 73919 w 569632"/>
                <a:gd name="connsiteY90" fmla="*/ 154257 h 267920"/>
                <a:gd name="connsiteX91" fmla="*/ 73919 w 569632"/>
                <a:gd name="connsiteY91" fmla="*/ 154257 h 267920"/>
                <a:gd name="connsiteX92" fmla="*/ 80410 w 569632"/>
                <a:gd name="connsiteY92" fmla="*/ 155069 h 267920"/>
                <a:gd name="connsiteX93" fmla="*/ 86089 w 569632"/>
                <a:gd name="connsiteY93" fmla="*/ 143703 h 267920"/>
                <a:gd name="connsiteX94" fmla="*/ 86900 w 569632"/>
                <a:gd name="connsiteY94" fmla="*/ 142891 h 267920"/>
                <a:gd name="connsiteX95" fmla="*/ 89334 w 569632"/>
                <a:gd name="connsiteY95" fmla="*/ 138020 h 267920"/>
                <a:gd name="connsiteX96" fmla="*/ 90146 w 569632"/>
                <a:gd name="connsiteY96" fmla="*/ 137208 h 267920"/>
                <a:gd name="connsiteX97" fmla="*/ 91768 w 569632"/>
                <a:gd name="connsiteY97" fmla="*/ 134772 h 267920"/>
                <a:gd name="connsiteX98" fmla="*/ 96636 w 569632"/>
                <a:gd name="connsiteY98" fmla="*/ 125841 h 267920"/>
                <a:gd name="connsiteX99" fmla="*/ 101504 w 569632"/>
                <a:gd name="connsiteY99" fmla="*/ 116911 h 267920"/>
                <a:gd name="connsiteX100" fmla="*/ 103127 w 569632"/>
                <a:gd name="connsiteY100" fmla="*/ 114475 h 267920"/>
                <a:gd name="connsiteX101" fmla="*/ 103938 w 569632"/>
                <a:gd name="connsiteY101" fmla="*/ 112851 h 267920"/>
                <a:gd name="connsiteX102" fmla="*/ 105560 w 569632"/>
                <a:gd name="connsiteY102" fmla="*/ 111228 h 267920"/>
                <a:gd name="connsiteX103" fmla="*/ 106372 w 569632"/>
                <a:gd name="connsiteY103" fmla="*/ 110416 h 267920"/>
                <a:gd name="connsiteX104" fmla="*/ 107994 w 569632"/>
                <a:gd name="connsiteY104" fmla="*/ 107168 h 267920"/>
                <a:gd name="connsiteX105" fmla="*/ 109617 w 569632"/>
                <a:gd name="connsiteY105" fmla="*/ 105544 h 267920"/>
                <a:gd name="connsiteX106" fmla="*/ 110428 w 569632"/>
                <a:gd name="connsiteY106" fmla="*/ 105544 h 267920"/>
                <a:gd name="connsiteX107" fmla="*/ 113674 w 569632"/>
                <a:gd name="connsiteY107" fmla="*/ 104733 h 267920"/>
                <a:gd name="connsiteX108" fmla="*/ 117730 w 569632"/>
                <a:gd name="connsiteY108" fmla="*/ 105544 h 267920"/>
                <a:gd name="connsiteX109" fmla="*/ 120164 w 569632"/>
                <a:gd name="connsiteY109" fmla="*/ 111228 h 267920"/>
                <a:gd name="connsiteX110" fmla="*/ 116919 w 569632"/>
                <a:gd name="connsiteY110" fmla="*/ 118534 h 267920"/>
                <a:gd name="connsiteX111" fmla="*/ 115296 w 569632"/>
                <a:gd name="connsiteY111" fmla="*/ 120158 h 267920"/>
                <a:gd name="connsiteX112" fmla="*/ 114485 w 569632"/>
                <a:gd name="connsiteY112" fmla="*/ 121782 h 267920"/>
                <a:gd name="connsiteX113" fmla="*/ 107994 w 569632"/>
                <a:gd name="connsiteY113" fmla="*/ 133148 h 267920"/>
                <a:gd name="connsiteX114" fmla="*/ 107994 w 569632"/>
                <a:gd name="connsiteY114" fmla="*/ 133960 h 267920"/>
                <a:gd name="connsiteX115" fmla="*/ 107183 w 569632"/>
                <a:gd name="connsiteY115" fmla="*/ 135584 h 267920"/>
                <a:gd name="connsiteX116" fmla="*/ 108806 w 569632"/>
                <a:gd name="connsiteY116" fmla="*/ 135584 h 267920"/>
                <a:gd name="connsiteX117" fmla="*/ 112862 w 569632"/>
                <a:gd name="connsiteY117" fmla="*/ 132337 h 267920"/>
                <a:gd name="connsiteX118" fmla="*/ 125032 w 569632"/>
                <a:gd name="connsiteY118" fmla="*/ 124218 h 267920"/>
                <a:gd name="connsiteX119" fmla="*/ 128277 w 569632"/>
                <a:gd name="connsiteY119" fmla="*/ 124218 h 267920"/>
                <a:gd name="connsiteX120" fmla="*/ 131523 w 569632"/>
                <a:gd name="connsiteY120" fmla="*/ 124218 h 267920"/>
                <a:gd name="connsiteX121" fmla="*/ 133145 w 569632"/>
                <a:gd name="connsiteY121" fmla="*/ 125030 h 267920"/>
                <a:gd name="connsiteX122" fmla="*/ 134768 w 569632"/>
                <a:gd name="connsiteY122" fmla="*/ 125841 h 267920"/>
                <a:gd name="connsiteX123" fmla="*/ 136390 w 569632"/>
                <a:gd name="connsiteY123" fmla="*/ 126653 h 267920"/>
                <a:gd name="connsiteX124" fmla="*/ 137202 w 569632"/>
                <a:gd name="connsiteY124" fmla="*/ 127465 h 267920"/>
                <a:gd name="connsiteX125" fmla="*/ 139636 w 569632"/>
                <a:gd name="connsiteY125" fmla="*/ 129901 h 267920"/>
                <a:gd name="connsiteX126" fmla="*/ 147749 w 569632"/>
                <a:gd name="connsiteY126" fmla="*/ 138831 h 267920"/>
                <a:gd name="connsiteX127" fmla="*/ 163975 w 569632"/>
                <a:gd name="connsiteY127" fmla="*/ 133960 h 267920"/>
                <a:gd name="connsiteX128" fmla="*/ 169654 w 569632"/>
                <a:gd name="connsiteY128" fmla="*/ 131525 h 267920"/>
                <a:gd name="connsiteX129" fmla="*/ 176145 w 569632"/>
                <a:gd name="connsiteY129" fmla="*/ 128277 h 267920"/>
                <a:gd name="connsiteX130" fmla="*/ 185069 w 569632"/>
                <a:gd name="connsiteY130" fmla="*/ 125030 h 267920"/>
                <a:gd name="connsiteX131" fmla="*/ 185069 w 569632"/>
                <a:gd name="connsiteY131" fmla="*/ 126653 h 267920"/>
                <a:gd name="connsiteX132" fmla="*/ 185069 w 569632"/>
                <a:gd name="connsiteY132" fmla="*/ 127465 h 267920"/>
                <a:gd name="connsiteX133" fmla="*/ 181013 w 569632"/>
                <a:gd name="connsiteY133" fmla="*/ 130713 h 267920"/>
                <a:gd name="connsiteX134" fmla="*/ 150183 w 569632"/>
                <a:gd name="connsiteY134" fmla="*/ 144515 h 267920"/>
                <a:gd name="connsiteX135" fmla="*/ 133956 w 569632"/>
                <a:gd name="connsiteY135" fmla="*/ 137208 h 267920"/>
                <a:gd name="connsiteX136" fmla="*/ 130711 w 569632"/>
                <a:gd name="connsiteY136" fmla="*/ 133960 h 267920"/>
                <a:gd name="connsiteX137" fmla="*/ 129089 w 569632"/>
                <a:gd name="connsiteY137" fmla="*/ 134772 h 267920"/>
                <a:gd name="connsiteX138" fmla="*/ 126655 w 569632"/>
                <a:gd name="connsiteY138" fmla="*/ 136396 h 267920"/>
                <a:gd name="connsiteX139" fmla="*/ 120164 w 569632"/>
                <a:gd name="connsiteY139" fmla="*/ 142079 h 267920"/>
                <a:gd name="connsiteX140" fmla="*/ 96636 w 569632"/>
                <a:gd name="connsiteY140" fmla="*/ 167247 h 267920"/>
                <a:gd name="connsiteX141" fmla="*/ 90146 w 569632"/>
                <a:gd name="connsiteY141" fmla="*/ 173742 h 267920"/>
                <a:gd name="connsiteX142" fmla="*/ 83655 w 569632"/>
                <a:gd name="connsiteY142" fmla="*/ 176990 h 267920"/>
                <a:gd name="connsiteX143" fmla="*/ 80410 w 569632"/>
                <a:gd name="connsiteY143" fmla="*/ 172931 h 267920"/>
                <a:gd name="connsiteX144" fmla="*/ 77976 w 569632"/>
                <a:gd name="connsiteY144" fmla="*/ 170495 h 267920"/>
                <a:gd name="connsiteX145" fmla="*/ 80410 w 569632"/>
                <a:gd name="connsiteY145" fmla="*/ 155069 h 267920"/>
                <a:gd name="connsiteX146" fmla="*/ 82032 w 569632"/>
                <a:gd name="connsiteY146" fmla="*/ 142891 h 267920"/>
                <a:gd name="connsiteX147" fmla="*/ 86089 w 569632"/>
                <a:gd name="connsiteY147" fmla="*/ 140455 h 267920"/>
                <a:gd name="connsiteX148" fmla="*/ 83655 w 569632"/>
                <a:gd name="connsiteY148" fmla="*/ 141267 h 267920"/>
                <a:gd name="connsiteX149" fmla="*/ 82032 w 569632"/>
                <a:gd name="connsiteY149" fmla="*/ 142891 h 267920"/>
                <a:gd name="connsiteX150" fmla="*/ 92579 w 569632"/>
                <a:gd name="connsiteY150" fmla="*/ 136396 h 267920"/>
                <a:gd name="connsiteX151" fmla="*/ 93391 w 569632"/>
                <a:gd name="connsiteY151" fmla="*/ 135584 h 267920"/>
                <a:gd name="connsiteX152" fmla="*/ 92579 w 569632"/>
                <a:gd name="connsiteY152" fmla="*/ 136396 h 267920"/>
                <a:gd name="connsiteX153" fmla="*/ 92579 w 569632"/>
                <a:gd name="connsiteY153" fmla="*/ 136396 h 267920"/>
                <a:gd name="connsiteX154" fmla="*/ 225635 w 569632"/>
                <a:gd name="connsiteY154" fmla="*/ 149386 h 267920"/>
                <a:gd name="connsiteX155" fmla="*/ 226446 w 569632"/>
                <a:gd name="connsiteY155" fmla="*/ 145327 h 267920"/>
                <a:gd name="connsiteX156" fmla="*/ 228069 w 569632"/>
                <a:gd name="connsiteY156" fmla="*/ 142079 h 267920"/>
                <a:gd name="connsiteX157" fmla="*/ 229692 w 569632"/>
                <a:gd name="connsiteY157" fmla="*/ 139643 h 267920"/>
                <a:gd name="connsiteX158" fmla="*/ 230503 w 569632"/>
                <a:gd name="connsiteY158" fmla="*/ 137208 h 267920"/>
                <a:gd name="connsiteX159" fmla="*/ 231314 w 569632"/>
                <a:gd name="connsiteY159" fmla="*/ 136396 h 267920"/>
                <a:gd name="connsiteX160" fmla="*/ 232126 w 569632"/>
                <a:gd name="connsiteY160" fmla="*/ 132337 h 267920"/>
                <a:gd name="connsiteX161" fmla="*/ 231314 w 569632"/>
                <a:gd name="connsiteY161" fmla="*/ 133148 h 267920"/>
                <a:gd name="connsiteX162" fmla="*/ 230503 w 569632"/>
                <a:gd name="connsiteY162" fmla="*/ 133960 h 267920"/>
                <a:gd name="connsiteX163" fmla="*/ 230503 w 569632"/>
                <a:gd name="connsiteY163" fmla="*/ 132337 h 267920"/>
                <a:gd name="connsiteX164" fmla="*/ 232126 w 569632"/>
                <a:gd name="connsiteY164" fmla="*/ 131525 h 267920"/>
                <a:gd name="connsiteX165" fmla="*/ 233748 w 569632"/>
                <a:gd name="connsiteY165" fmla="*/ 130713 h 267920"/>
                <a:gd name="connsiteX166" fmla="*/ 235371 w 569632"/>
                <a:gd name="connsiteY166" fmla="*/ 127465 h 267920"/>
                <a:gd name="connsiteX167" fmla="*/ 236182 w 569632"/>
                <a:gd name="connsiteY167" fmla="*/ 124218 h 267920"/>
                <a:gd name="connsiteX168" fmla="*/ 236994 w 569632"/>
                <a:gd name="connsiteY168" fmla="*/ 123406 h 267920"/>
                <a:gd name="connsiteX169" fmla="*/ 237805 w 569632"/>
                <a:gd name="connsiteY169" fmla="*/ 122594 h 267920"/>
                <a:gd name="connsiteX170" fmla="*/ 238616 w 569632"/>
                <a:gd name="connsiteY170" fmla="*/ 120970 h 267920"/>
                <a:gd name="connsiteX171" fmla="*/ 239427 w 569632"/>
                <a:gd name="connsiteY171" fmla="*/ 116911 h 267920"/>
                <a:gd name="connsiteX172" fmla="*/ 238616 w 569632"/>
                <a:gd name="connsiteY172" fmla="*/ 116099 h 267920"/>
                <a:gd name="connsiteX173" fmla="*/ 240239 w 569632"/>
                <a:gd name="connsiteY173" fmla="*/ 115287 h 267920"/>
                <a:gd name="connsiteX174" fmla="*/ 241861 w 569632"/>
                <a:gd name="connsiteY174" fmla="*/ 113663 h 267920"/>
                <a:gd name="connsiteX175" fmla="*/ 242673 w 569632"/>
                <a:gd name="connsiteY175" fmla="*/ 111228 h 267920"/>
                <a:gd name="connsiteX176" fmla="*/ 243484 w 569632"/>
                <a:gd name="connsiteY176" fmla="*/ 108792 h 267920"/>
                <a:gd name="connsiteX177" fmla="*/ 244295 w 569632"/>
                <a:gd name="connsiteY177" fmla="*/ 106356 h 267920"/>
                <a:gd name="connsiteX178" fmla="*/ 245107 w 569632"/>
                <a:gd name="connsiteY178" fmla="*/ 104733 h 267920"/>
                <a:gd name="connsiteX179" fmla="*/ 245918 w 569632"/>
                <a:gd name="connsiteY179" fmla="*/ 102297 h 267920"/>
                <a:gd name="connsiteX180" fmla="*/ 247541 w 569632"/>
                <a:gd name="connsiteY180" fmla="*/ 99861 h 267920"/>
                <a:gd name="connsiteX181" fmla="*/ 248352 w 569632"/>
                <a:gd name="connsiteY181" fmla="*/ 99049 h 267920"/>
                <a:gd name="connsiteX182" fmla="*/ 247541 w 569632"/>
                <a:gd name="connsiteY182" fmla="*/ 98237 h 267920"/>
                <a:gd name="connsiteX183" fmla="*/ 246729 w 569632"/>
                <a:gd name="connsiteY183" fmla="*/ 97426 h 267920"/>
                <a:gd name="connsiteX184" fmla="*/ 249974 w 569632"/>
                <a:gd name="connsiteY184" fmla="*/ 94990 h 267920"/>
                <a:gd name="connsiteX185" fmla="*/ 249974 w 569632"/>
                <a:gd name="connsiteY185" fmla="*/ 94178 h 267920"/>
                <a:gd name="connsiteX186" fmla="*/ 249974 w 569632"/>
                <a:gd name="connsiteY186" fmla="*/ 93366 h 267920"/>
                <a:gd name="connsiteX187" fmla="*/ 253220 w 569632"/>
                <a:gd name="connsiteY187" fmla="*/ 89307 h 267920"/>
                <a:gd name="connsiteX188" fmla="*/ 254031 w 569632"/>
                <a:gd name="connsiteY188" fmla="*/ 88495 h 267920"/>
                <a:gd name="connsiteX189" fmla="*/ 254842 w 569632"/>
                <a:gd name="connsiteY189" fmla="*/ 86059 h 267920"/>
                <a:gd name="connsiteX190" fmla="*/ 256465 w 569632"/>
                <a:gd name="connsiteY190" fmla="*/ 81188 h 267920"/>
                <a:gd name="connsiteX191" fmla="*/ 257276 w 569632"/>
                <a:gd name="connsiteY191" fmla="*/ 79564 h 267920"/>
                <a:gd name="connsiteX192" fmla="*/ 257276 w 569632"/>
                <a:gd name="connsiteY192" fmla="*/ 77940 h 267920"/>
                <a:gd name="connsiteX193" fmla="*/ 258899 w 569632"/>
                <a:gd name="connsiteY193" fmla="*/ 77129 h 267920"/>
                <a:gd name="connsiteX194" fmla="*/ 259710 w 569632"/>
                <a:gd name="connsiteY194" fmla="*/ 76317 h 267920"/>
                <a:gd name="connsiteX195" fmla="*/ 260522 w 569632"/>
                <a:gd name="connsiteY195" fmla="*/ 74693 h 267920"/>
                <a:gd name="connsiteX196" fmla="*/ 261333 w 569632"/>
                <a:gd name="connsiteY196" fmla="*/ 73881 h 267920"/>
                <a:gd name="connsiteX197" fmla="*/ 261333 w 569632"/>
                <a:gd name="connsiteY197" fmla="*/ 72257 h 267920"/>
                <a:gd name="connsiteX198" fmla="*/ 262144 w 569632"/>
                <a:gd name="connsiteY198" fmla="*/ 71445 h 267920"/>
                <a:gd name="connsiteX199" fmla="*/ 262956 w 569632"/>
                <a:gd name="connsiteY199" fmla="*/ 70634 h 267920"/>
                <a:gd name="connsiteX200" fmla="*/ 262956 w 569632"/>
                <a:gd name="connsiteY200" fmla="*/ 70634 h 267920"/>
                <a:gd name="connsiteX201" fmla="*/ 262956 w 569632"/>
                <a:gd name="connsiteY201" fmla="*/ 69822 h 267920"/>
                <a:gd name="connsiteX202" fmla="*/ 263767 w 569632"/>
                <a:gd name="connsiteY202" fmla="*/ 68198 h 267920"/>
                <a:gd name="connsiteX203" fmla="*/ 264578 w 569632"/>
                <a:gd name="connsiteY203" fmla="*/ 67386 h 267920"/>
                <a:gd name="connsiteX204" fmla="*/ 265390 w 569632"/>
                <a:gd name="connsiteY204" fmla="*/ 65762 h 267920"/>
                <a:gd name="connsiteX205" fmla="*/ 266201 w 569632"/>
                <a:gd name="connsiteY205" fmla="*/ 64950 h 267920"/>
                <a:gd name="connsiteX206" fmla="*/ 266201 w 569632"/>
                <a:gd name="connsiteY206" fmla="*/ 64138 h 267920"/>
                <a:gd name="connsiteX207" fmla="*/ 266201 w 569632"/>
                <a:gd name="connsiteY207" fmla="*/ 63327 h 267920"/>
                <a:gd name="connsiteX208" fmla="*/ 267012 w 569632"/>
                <a:gd name="connsiteY208" fmla="*/ 62515 h 267920"/>
                <a:gd name="connsiteX209" fmla="*/ 267824 w 569632"/>
                <a:gd name="connsiteY209" fmla="*/ 60891 h 267920"/>
                <a:gd name="connsiteX210" fmla="*/ 268635 w 569632"/>
                <a:gd name="connsiteY210" fmla="*/ 60079 h 267920"/>
                <a:gd name="connsiteX211" fmla="*/ 270257 w 569632"/>
                <a:gd name="connsiteY211" fmla="*/ 57643 h 267920"/>
                <a:gd name="connsiteX212" fmla="*/ 271880 w 569632"/>
                <a:gd name="connsiteY212" fmla="*/ 55208 h 267920"/>
                <a:gd name="connsiteX213" fmla="*/ 279182 w 569632"/>
                <a:gd name="connsiteY213" fmla="*/ 43030 h 267920"/>
                <a:gd name="connsiteX214" fmla="*/ 283238 w 569632"/>
                <a:gd name="connsiteY214" fmla="*/ 37346 h 267920"/>
                <a:gd name="connsiteX215" fmla="*/ 291352 w 569632"/>
                <a:gd name="connsiteY215" fmla="*/ 33287 h 267920"/>
                <a:gd name="connsiteX216" fmla="*/ 302710 w 569632"/>
                <a:gd name="connsiteY216" fmla="*/ 38158 h 267920"/>
                <a:gd name="connsiteX217" fmla="*/ 300276 w 569632"/>
                <a:gd name="connsiteY217" fmla="*/ 44653 h 267920"/>
                <a:gd name="connsiteX218" fmla="*/ 293786 w 569632"/>
                <a:gd name="connsiteY218" fmla="*/ 51960 h 267920"/>
                <a:gd name="connsiteX219" fmla="*/ 289729 w 569632"/>
                <a:gd name="connsiteY219" fmla="*/ 56832 h 267920"/>
                <a:gd name="connsiteX220" fmla="*/ 284861 w 569632"/>
                <a:gd name="connsiteY220" fmla="*/ 64138 h 267920"/>
                <a:gd name="connsiteX221" fmla="*/ 261333 w 569632"/>
                <a:gd name="connsiteY221" fmla="*/ 104733 h 267920"/>
                <a:gd name="connsiteX222" fmla="*/ 256465 w 569632"/>
                <a:gd name="connsiteY222" fmla="*/ 108792 h 267920"/>
                <a:gd name="connsiteX223" fmla="*/ 256465 w 569632"/>
                <a:gd name="connsiteY223" fmla="*/ 108792 h 267920"/>
                <a:gd name="connsiteX224" fmla="*/ 258088 w 569632"/>
                <a:gd name="connsiteY224" fmla="*/ 110416 h 267920"/>
                <a:gd name="connsiteX225" fmla="*/ 256465 w 569632"/>
                <a:gd name="connsiteY225" fmla="*/ 113663 h 267920"/>
                <a:gd name="connsiteX226" fmla="*/ 254842 w 569632"/>
                <a:gd name="connsiteY226" fmla="*/ 116911 h 267920"/>
                <a:gd name="connsiteX227" fmla="*/ 253220 w 569632"/>
                <a:gd name="connsiteY227" fmla="*/ 120970 h 267920"/>
                <a:gd name="connsiteX228" fmla="*/ 248352 w 569632"/>
                <a:gd name="connsiteY228" fmla="*/ 132337 h 267920"/>
                <a:gd name="connsiteX229" fmla="*/ 245918 w 569632"/>
                <a:gd name="connsiteY229" fmla="*/ 138020 h 267920"/>
                <a:gd name="connsiteX230" fmla="*/ 243484 w 569632"/>
                <a:gd name="connsiteY230" fmla="*/ 144515 h 267920"/>
                <a:gd name="connsiteX231" fmla="*/ 241050 w 569632"/>
                <a:gd name="connsiteY231" fmla="*/ 151010 h 267920"/>
                <a:gd name="connsiteX232" fmla="*/ 239427 w 569632"/>
                <a:gd name="connsiteY232" fmla="*/ 155069 h 267920"/>
                <a:gd name="connsiteX233" fmla="*/ 239427 w 569632"/>
                <a:gd name="connsiteY233" fmla="*/ 164812 h 267920"/>
                <a:gd name="connsiteX234" fmla="*/ 241861 w 569632"/>
                <a:gd name="connsiteY234" fmla="*/ 165624 h 267920"/>
                <a:gd name="connsiteX235" fmla="*/ 242673 w 569632"/>
                <a:gd name="connsiteY235" fmla="*/ 165624 h 267920"/>
                <a:gd name="connsiteX236" fmla="*/ 255654 w 569632"/>
                <a:gd name="connsiteY236" fmla="*/ 149386 h 267920"/>
                <a:gd name="connsiteX237" fmla="*/ 266201 w 569632"/>
                <a:gd name="connsiteY237" fmla="*/ 135584 h 267920"/>
                <a:gd name="connsiteX238" fmla="*/ 268635 w 569632"/>
                <a:gd name="connsiteY238" fmla="*/ 132337 h 267920"/>
                <a:gd name="connsiteX239" fmla="*/ 274314 w 569632"/>
                <a:gd name="connsiteY239" fmla="*/ 124218 h 267920"/>
                <a:gd name="connsiteX240" fmla="*/ 285673 w 569632"/>
                <a:gd name="connsiteY240" fmla="*/ 107980 h 267920"/>
                <a:gd name="connsiteX241" fmla="*/ 308389 w 569632"/>
                <a:gd name="connsiteY241" fmla="*/ 77940 h 267920"/>
                <a:gd name="connsiteX242" fmla="*/ 331917 w 569632"/>
                <a:gd name="connsiteY242" fmla="*/ 47089 h 267920"/>
                <a:gd name="connsiteX243" fmla="*/ 333540 w 569632"/>
                <a:gd name="connsiteY243" fmla="*/ 47901 h 267920"/>
                <a:gd name="connsiteX244" fmla="*/ 334351 w 569632"/>
                <a:gd name="connsiteY244" fmla="*/ 49525 h 267920"/>
                <a:gd name="connsiteX245" fmla="*/ 339219 w 569632"/>
                <a:gd name="connsiteY245" fmla="*/ 48713 h 267920"/>
                <a:gd name="connsiteX246" fmla="*/ 341653 w 569632"/>
                <a:gd name="connsiteY246" fmla="*/ 49525 h 267920"/>
                <a:gd name="connsiteX247" fmla="*/ 348144 w 569632"/>
                <a:gd name="connsiteY247" fmla="*/ 53584 h 267920"/>
                <a:gd name="connsiteX248" fmla="*/ 348144 w 569632"/>
                <a:gd name="connsiteY248" fmla="*/ 63327 h 267920"/>
                <a:gd name="connsiteX249" fmla="*/ 344087 w 569632"/>
                <a:gd name="connsiteY249" fmla="*/ 69822 h 267920"/>
                <a:gd name="connsiteX250" fmla="*/ 341653 w 569632"/>
                <a:gd name="connsiteY250" fmla="*/ 73069 h 267920"/>
                <a:gd name="connsiteX251" fmla="*/ 335163 w 569632"/>
                <a:gd name="connsiteY251" fmla="*/ 82000 h 267920"/>
                <a:gd name="connsiteX252" fmla="*/ 324616 w 569632"/>
                <a:gd name="connsiteY252" fmla="*/ 95802 h 267920"/>
                <a:gd name="connsiteX253" fmla="*/ 319748 w 569632"/>
                <a:gd name="connsiteY253" fmla="*/ 102297 h 267920"/>
                <a:gd name="connsiteX254" fmla="*/ 318125 w 569632"/>
                <a:gd name="connsiteY254" fmla="*/ 104733 h 267920"/>
                <a:gd name="connsiteX255" fmla="*/ 317314 w 569632"/>
                <a:gd name="connsiteY255" fmla="*/ 107168 h 267920"/>
                <a:gd name="connsiteX256" fmla="*/ 315691 w 569632"/>
                <a:gd name="connsiteY256" fmla="*/ 109604 h 267920"/>
                <a:gd name="connsiteX257" fmla="*/ 314880 w 569632"/>
                <a:gd name="connsiteY257" fmla="*/ 110416 h 267920"/>
                <a:gd name="connsiteX258" fmla="*/ 314069 w 569632"/>
                <a:gd name="connsiteY258" fmla="*/ 111228 h 267920"/>
                <a:gd name="connsiteX259" fmla="*/ 310823 w 569632"/>
                <a:gd name="connsiteY259" fmla="*/ 117723 h 267920"/>
                <a:gd name="connsiteX260" fmla="*/ 310823 w 569632"/>
                <a:gd name="connsiteY260" fmla="*/ 118534 h 267920"/>
                <a:gd name="connsiteX261" fmla="*/ 310823 w 569632"/>
                <a:gd name="connsiteY261" fmla="*/ 117723 h 267920"/>
                <a:gd name="connsiteX262" fmla="*/ 310012 w 569632"/>
                <a:gd name="connsiteY262" fmla="*/ 118534 h 267920"/>
                <a:gd name="connsiteX263" fmla="*/ 309201 w 569632"/>
                <a:gd name="connsiteY263" fmla="*/ 120158 h 267920"/>
                <a:gd name="connsiteX264" fmla="*/ 305144 w 569632"/>
                <a:gd name="connsiteY264" fmla="*/ 128277 h 267920"/>
                <a:gd name="connsiteX265" fmla="*/ 299465 w 569632"/>
                <a:gd name="connsiteY265" fmla="*/ 139643 h 267920"/>
                <a:gd name="connsiteX266" fmla="*/ 296220 w 569632"/>
                <a:gd name="connsiteY266" fmla="*/ 153445 h 267920"/>
                <a:gd name="connsiteX267" fmla="*/ 296220 w 569632"/>
                <a:gd name="connsiteY267" fmla="*/ 155881 h 267920"/>
                <a:gd name="connsiteX268" fmla="*/ 296220 w 569632"/>
                <a:gd name="connsiteY268" fmla="*/ 158317 h 267920"/>
                <a:gd name="connsiteX269" fmla="*/ 300276 w 569632"/>
                <a:gd name="connsiteY269" fmla="*/ 159128 h 267920"/>
                <a:gd name="connsiteX270" fmla="*/ 322182 w 569632"/>
                <a:gd name="connsiteY270" fmla="*/ 140455 h 267920"/>
                <a:gd name="connsiteX271" fmla="*/ 340031 w 569632"/>
                <a:gd name="connsiteY271" fmla="*/ 120158 h 267920"/>
                <a:gd name="connsiteX272" fmla="*/ 346521 w 569632"/>
                <a:gd name="connsiteY272" fmla="*/ 112039 h 267920"/>
                <a:gd name="connsiteX273" fmla="*/ 350578 w 569632"/>
                <a:gd name="connsiteY273" fmla="*/ 107168 h 267920"/>
                <a:gd name="connsiteX274" fmla="*/ 350578 w 569632"/>
                <a:gd name="connsiteY274" fmla="*/ 107168 h 267920"/>
                <a:gd name="connsiteX275" fmla="*/ 352200 w 569632"/>
                <a:gd name="connsiteY275" fmla="*/ 106356 h 267920"/>
                <a:gd name="connsiteX276" fmla="*/ 353012 w 569632"/>
                <a:gd name="connsiteY276" fmla="*/ 106356 h 267920"/>
                <a:gd name="connsiteX277" fmla="*/ 353823 w 569632"/>
                <a:gd name="connsiteY277" fmla="*/ 104733 h 267920"/>
                <a:gd name="connsiteX278" fmla="*/ 353823 w 569632"/>
                <a:gd name="connsiteY278" fmla="*/ 103921 h 267920"/>
                <a:gd name="connsiteX279" fmla="*/ 355445 w 569632"/>
                <a:gd name="connsiteY279" fmla="*/ 102297 h 267920"/>
                <a:gd name="connsiteX280" fmla="*/ 357880 w 569632"/>
                <a:gd name="connsiteY280" fmla="*/ 99861 h 267920"/>
                <a:gd name="connsiteX281" fmla="*/ 358691 w 569632"/>
                <a:gd name="connsiteY281" fmla="*/ 98237 h 267920"/>
                <a:gd name="connsiteX282" fmla="*/ 359502 w 569632"/>
                <a:gd name="connsiteY282" fmla="*/ 97426 h 267920"/>
                <a:gd name="connsiteX283" fmla="*/ 359502 w 569632"/>
                <a:gd name="connsiteY283" fmla="*/ 97426 h 267920"/>
                <a:gd name="connsiteX284" fmla="*/ 361936 w 569632"/>
                <a:gd name="connsiteY284" fmla="*/ 94178 h 267920"/>
                <a:gd name="connsiteX285" fmla="*/ 363559 w 569632"/>
                <a:gd name="connsiteY285" fmla="*/ 92554 h 267920"/>
                <a:gd name="connsiteX286" fmla="*/ 364370 w 569632"/>
                <a:gd name="connsiteY286" fmla="*/ 91742 h 267920"/>
                <a:gd name="connsiteX287" fmla="*/ 364370 w 569632"/>
                <a:gd name="connsiteY287" fmla="*/ 91742 h 267920"/>
                <a:gd name="connsiteX288" fmla="*/ 365181 w 569632"/>
                <a:gd name="connsiteY288" fmla="*/ 90931 h 267920"/>
                <a:gd name="connsiteX289" fmla="*/ 365993 w 569632"/>
                <a:gd name="connsiteY289" fmla="*/ 90119 h 267920"/>
                <a:gd name="connsiteX290" fmla="*/ 366804 w 569632"/>
                <a:gd name="connsiteY290" fmla="*/ 90119 h 267920"/>
                <a:gd name="connsiteX291" fmla="*/ 367615 w 569632"/>
                <a:gd name="connsiteY291" fmla="*/ 89307 h 267920"/>
                <a:gd name="connsiteX292" fmla="*/ 368427 w 569632"/>
                <a:gd name="connsiteY292" fmla="*/ 87683 h 267920"/>
                <a:gd name="connsiteX293" fmla="*/ 369238 w 569632"/>
                <a:gd name="connsiteY293" fmla="*/ 86871 h 267920"/>
                <a:gd name="connsiteX294" fmla="*/ 370049 w 569632"/>
                <a:gd name="connsiteY294" fmla="*/ 85247 h 267920"/>
                <a:gd name="connsiteX295" fmla="*/ 371672 w 569632"/>
                <a:gd name="connsiteY295" fmla="*/ 83624 h 267920"/>
                <a:gd name="connsiteX296" fmla="*/ 376540 w 569632"/>
                <a:gd name="connsiteY296" fmla="*/ 74693 h 267920"/>
                <a:gd name="connsiteX297" fmla="*/ 396823 w 569632"/>
                <a:gd name="connsiteY297" fmla="*/ 30851 h 267920"/>
                <a:gd name="connsiteX298" fmla="*/ 397634 w 569632"/>
                <a:gd name="connsiteY298" fmla="*/ 22733 h 267920"/>
                <a:gd name="connsiteX299" fmla="*/ 396011 w 569632"/>
                <a:gd name="connsiteY299" fmla="*/ 13802 h 267920"/>
                <a:gd name="connsiteX300" fmla="*/ 383030 w 569632"/>
                <a:gd name="connsiteY300" fmla="*/ 3247 h 267920"/>
                <a:gd name="connsiteX301" fmla="*/ 379785 w 569632"/>
                <a:gd name="connsiteY301" fmla="*/ 2436 h 267920"/>
                <a:gd name="connsiteX302" fmla="*/ 374917 w 569632"/>
                <a:gd name="connsiteY302" fmla="*/ 2436 h 267920"/>
                <a:gd name="connsiteX303" fmla="*/ 370049 w 569632"/>
                <a:gd name="connsiteY303" fmla="*/ 2436 h 267920"/>
                <a:gd name="connsiteX304" fmla="*/ 368427 w 569632"/>
                <a:gd name="connsiteY304" fmla="*/ 2436 h 267920"/>
                <a:gd name="connsiteX305" fmla="*/ 367615 w 569632"/>
                <a:gd name="connsiteY305" fmla="*/ 2436 h 267920"/>
                <a:gd name="connsiteX306" fmla="*/ 378974 w 569632"/>
                <a:gd name="connsiteY306" fmla="*/ 0 h 267920"/>
                <a:gd name="connsiteX307" fmla="*/ 391144 w 569632"/>
                <a:gd name="connsiteY307" fmla="*/ 3247 h 267920"/>
                <a:gd name="connsiteX308" fmla="*/ 404124 w 569632"/>
                <a:gd name="connsiteY308" fmla="*/ 22733 h 267920"/>
                <a:gd name="connsiteX309" fmla="*/ 403313 w 569632"/>
                <a:gd name="connsiteY309" fmla="*/ 32475 h 267920"/>
                <a:gd name="connsiteX310" fmla="*/ 402502 w 569632"/>
                <a:gd name="connsiteY310" fmla="*/ 37346 h 267920"/>
                <a:gd name="connsiteX311" fmla="*/ 403313 w 569632"/>
                <a:gd name="connsiteY311" fmla="*/ 36535 h 267920"/>
                <a:gd name="connsiteX312" fmla="*/ 404124 w 569632"/>
                <a:gd name="connsiteY312" fmla="*/ 36535 h 267920"/>
                <a:gd name="connsiteX313" fmla="*/ 403313 w 569632"/>
                <a:gd name="connsiteY313" fmla="*/ 38158 h 267920"/>
                <a:gd name="connsiteX314" fmla="*/ 402502 w 569632"/>
                <a:gd name="connsiteY314" fmla="*/ 40594 h 267920"/>
                <a:gd name="connsiteX315" fmla="*/ 403313 w 569632"/>
                <a:gd name="connsiteY315" fmla="*/ 42218 h 267920"/>
                <a:gd name="connsiteX316" fmla="*/ 404936 w 569632"/>
                <a:gd name="connsiteY316" fmla="*/ 41406 h 267920"/>
                <a:gd name="connsiteX317" fmla="*/ 404936 w 569632"/>
                <a:gd name="connsiteY317" fmla="*/ 40594 h 267920"/>
                <a:gd name="connsiteX318" fmla="*/ 404936 w 569632"/>
                <a:gd name="connsiteY318" fmla="*/ 39782 h 267920"/>
                <a:gd name="connsiteX319" fmla="*/ 404936 w 569632"/>
                <a:gd name="connsiteY319" fmla="*/ 39782 h 267920"/>
                <a:gd name="connsiteX320" fmla="*/ 406558 w 569632"/>
                <a:gd name="connsiteY320" fmla="*/ 30851 h 267920"/>
                <a:gd name="connsiteX321" fmla="*/ 407370 w 569632"/>
                <a:gd name="connsiteY321" fmla="*/ 21109 h 267920"/>
                <a:gd name="connsiteX322" fmla="*/ 407370 w 569632"/>
                <a:gd name="connsiteY322" fmla="*/ 18673 h 267920"/>
                <a:gd name="connsiteX323" fmla="*/ 408992 w 569632"/>
                <a:gd name="connsiteY323" fmla="*/ 21109 h 267920"/>
                <a:gd name="connsiteX324" fmla="*/ 409804 w 569632"/>
                <a:gd name="connsiteY324" fmla="*/ 27604 h 267920"/>
                <a:gd name="connsiteX325" fmla="*/ 409804 w 569632"/>
                <a:gd name="connsiteY325" fmla="*/ 31663 h 267920"/>
                <a:gd name="connsiteX326" fmla="*/ 408992 w 569632"/>
                <a:gd name="connsiteY326" fmla="*/ 33287 h 267920"/>
                <a:gd name="connsiteX327" fmla="*/ 408181 w 569632"/>
                <a:gd name="connsiteY327" fmla="*/ 35723 h 267920"/>
                <a:gd name="connsiteX328" fmla="*/ 408181 w 569632"/>
                <a:gd name="connsiteY328" fmla="*/ 34911 h 267920"/>
                <a:gd name="connsiteX329" fmla="*/ 408181 w 569632"/>
                <a:gd name="connsiteY329" fmla="*/ 33287 h 267920"/>
                <a:gd name="connsiteX330" fmla="*/ 408992 w 569632"/>
                <a:gd name="connsiteY330" fmla="*/ 34099 h 267920"/>
                <a:gd name="connsiteX331" fmla="*/ 408181 w 569632"/>
                <a:gd name="connsiteY331" fmla="*/ 35723 h 267920"/>
                <a:gd name="connsiteX332" fmla="*/ 407370 w 569632"/>
                <a:gd name="connsiteY332" fmla="*/ 38970 h 267920"/>
                <a:gd name="connsiteX333" fmla="*/ 405747 w 569632"/>
                <a:gd name="connsiteY333" fmla="*/ 47089 h 267920"/>
                <a:gd name="connsiteX334" fmla="*/ 404936 w 569632"/>
                <a:gd name="connsiteY334" fmla="*/ 48713 h 267920"/>
                <a:gd name="connsiteX335" fmla="*/ 404124 w 569632"/>
                <a:gd name="connsiteY335" fmla="*/ 51960 h 267920"/>
                <a:gd name="connsiteX336" fmla="*/ 403313 w 569632"/>
                <a:gd name="connsiteY336" fmla="*/ 54396 h 267920"/>
                <a:gd name="connsiteX337" fmla="*/ 402502 w 569632"/>
                <a:gd name="connsiteY337" fmla="*/ 56020 h 267920"/>
                <a:gd name="connsiteX338" fmla="*/ 401691 w 569632"/>
                <a:gd name="connsiteY338" fmla="*/ 56020 h 267920"/>
                <a:gd name="connsiteX339" fmla="*/ 400879 w 569632"/>
                <a:gd name="connsiteY339" fmla="*/ 56020 h 267920"/>
                <a:gd name="connsiteX340" fmla="*/ 400879 w 569632"/>
                <a:gd name="connsiteY340" fmla="*/ 57643 h 267920"/>
                <a:gd name="connsiteX341" fmla="*/ 399257 w 569632"/>
                <a:gd name="connsiteY341" fmla="*/ 63327 h 267920"/>
                <a:gd name="connsiteX342" fmla="*/ 398445 w 569632"/>
                <a:gd name="connsiteY342" fmla="*/ 64950 h 267920"/>
                <a:gd name="connsiteX343" fmla="*/ 397634 w 569632"/>
                <a:gd name="connsiteY343" fmla="*/ 66574 h 267920"/>
                <a:gd name="connsiteX344" fmla="*/ 396823 w 569632"/>
                <a:gd name="connsiteY344" fmla="*/ 67386 h 267920"/>
                <a:gd name="connsiteX345" fmla="*/ 391955 w 569632"/>
                <a:gd name="connsiteY345" fmla="*/ 75505 h 267920"/>
                <a:gd name="connsiteX346" fmla="*/ 391144 w 569632"/>
                <a:gd name="connsiteY346" fmla="*/ 77940 h 267920"/>
                <a:gd name="connsiteX347" fmla="*/ 389521 w 569632"/>
                <a:gd name="connsiteY347" fmla="*/ 80376 h 267920"/>
                <a:gd name="connsiteX348" fmla="*/ 387087 w 569632"/>
                <a:gd name="connsiteY348" fmla="*/ 82812 h 267920"/>
                <a:gd name="connsiteX349" fmla="*/ 386276 w 569632"/>
                <a:gd name="connsiteY349" fmla="*/ 85247 h 267920"/>
                <a:gd name="connsiteX350" fmla="*/ 386276 w 569632"/>
                <a:gd name="connsiteY350" fmla="*/ 86059 h 267920"/>
                <a:gd name="connsiteX351" fmla="*/ 385464 w 569632"/>
                <a:gd name="connsiteY351" fmla="*/ 86059 h 267920"/>
                <a:gd name="connsiteX352" fmla="*/ 384653 w 569632"/>
                <a:gd name="connsiteY352" fmla="*/ 86059 h 267920"/>
                <a:gd name="connsiteX353" fmla="*/ 383030 w 569632"/>
                <a:gd name="connsiteY353" fmla="*/ 86871 h 267920"/>
                <a:gd name="connsiteX354" fmla="*/ 382219 w 569632"/>
                <a:gd name="connsiteY354" fmla="*/ 87683 h 267920"/>
                <a:gd name="connsiteX355" fmla="*/ 379785 w 569632"/>
                <a:gd name="connsiteY355" fmla="*/ 92554 h 267920"/>
                <a:gd name="connsiteX356" fmla="*/ 378974 w 569632"/>
                <a:gd name="connsiteY356" fmla="*/ 93366 h 267920"/>
                <a:gd name="connsiteX357" fmla="*/ 377351 w 569632"/>
                <a:gd name="connsiteY357" fmla="*/ 94990 h 267920"/>
                <a:gd name="connsiteX358" fmla="*/ 375728 w 569632"/>
                <a:gd name="connsiteY358" fmla="*/ 95802 h 267920"/>
                <a:gd name="connsiteX359" fmla="*/ 376540 w 569632"/>
                <a:gd name="connsiteY359" fmla="*/ 95802 h 267920"/>
                <a:gd name="connsiteX360" fmla="*/ 377351 w 569632"/>
                <a:gd name="connsiteY360" fmla="*/ 96614 h 267920"/>
                <a:gd name="connsiteX361" fmla="*/ 376540 w 569632"/>
                <a:gd name="connsiteY361" fmla="*/ 97426 h 267920"/>
                <a:gd name="connsiteX362" fmla="*/ 374917 w 569632"/>
                <a:gd name="connsiteY362" fmla="*/ 99049 h 267920"/>
                <a:gd name="connsiteX363" fmla="*/ 374106 w 569632"/>
                <a:gd name="connsiteY363" fmla="*/ 100673 h 267920"/>
                <a:gd name="connsiteX364" fmla="*/ 374917 w 569632"/>
                <a:gd name="connsiteY364" fmla="*/ 99861 h 267920"/>
                <a:gd name="connsiteX365" fmla="*/ 375728 w 569632"/>
                <a:gd name="connsiteY365" fmla="*/ 99049 h 267920"/>
                <a:gd name="connsiteX366" fmla="*/ 374917 w 569632"/>
                <a:gd name="connsiteY366" fmla="*/ 100673 h 267920"/>
                <a:gd name="connsiteX367" fmla="*/ 373294 w 569632"/>
                <a:gd name="connsiteY367" fmla="*/ 103109 h 267920"/>
                <a:gd name="connsiteX368" fmla="*/ 372483 w 569632"/>
                <a:gd name="connsiteY368" fmla="*/ 104733 h 267920"/>
                <a:gd name="connsiteX369" fmla="*/ 370049 w 569632"/>
                <a:gd name="connsiteY369" fmla="*/ 107168 h 267920"/>
                <a:gd name="connsiteX370" fmla="*/ 366804 w 569632"/>
                <a:gd name="connsiteY370" fmla="*/ 111228 h 267920"/>
                <a:gd name="connsiteX371" fmla="*/ 365181 w 569632"/>
                <a:gd name="connsiteY371" fmla="*/ 113663 h 267920"/>
                <a:gd name="connsiteX372" fmla="*/ 361125 w 569632"/>
                <a:gd name="connsiteY372" fmla="*/ 119346 h 267920"/>
                <a:gd name="connsiteX373" fmla="*/ 357880 w 569632"/>
                <a:gd name="connsiteY373" fmla="*/ 124218 h 267920"/>
                <a:gd name="connsiteX374" fmla="*/ 354634 w 569632"/>
                <a:gd name="connsiteY374" fmla="*/ 128277 h 267920"/>
                <a:gd name="connsiteX375" fmla="*/ 350578 w 569632"/>
                <a:gd name="connsiteY375" fmla="*/ 133960 h 267920"/>
                <a:gd name="connsiteX376" fmla="*/ 347332 w 569632"/>
                <a:gd name="connsiteY376" fmla="*/ 138020 h 267920"/>
                <a:gd name="connsiteX377" fmla="*/ 332729 w 569632"/>
                <a:gd name="connsiteY377" fmla="*/ 155881 h 267920"/>
                <a:gd name="connsiteX378" fmla="*/ 316502 w 569632"/>
                <a:gd name="connsiteY378" fmla="*/ 170495 h 267920"/>
                <a:gd name="connsiteX379" fmla="*/ 310012 w 569632"/>
                <a:gd name="connsiteY379" fmla="*/ 172119 h 267920"/>
                <a:gd name="connsiteX380" fmla="*/ 302710 w 569632"/>
                <a:gd name="connsiteY380" fmla="*/ 169683 h 267920"/>
                <a:gd name="connsiteX381" fmla="*/ 301087 w 569632"/>
                <a:gd name="connsiteY381" fmla="*/ 168871 h 267920"/>
                <a:gd name="connsiteX382" fmla="*/ 293786 w 569632"/>
                <a:gd name="connsiteY382" fmla="*/ 162376 h 267920"/>
                <a:gd name="connsiteX383" fmla="*/ 290540 w 569632"/>
                <a:gd name="connsiteY383" fmla="*/ 159940 h 267920"/>
                <a:gd name="connsiteX384" fmla="*/ 288106 w 569632"/>
                <a:gd name="connsiteY384" fmla="*/ 156693 h 267920"/>
                <a:gd name="connsiteX385" fmla="*/ 284861 w 569632"/>
                <a:gd name="connsiteY385" fmla="*/ 139643 h 267920"/>
                <a:gd name="connsiteX386" fmla="*/ 285673 w 569632"/>
                <a:gd name="connsiteY386" fmla="*/ 134772 h 267920"/>
                <a:gd name="connsiteX387" fmla="*/ 286484 w 569632"/>
                <a:gd name="connsiteY387" fmla="*/ 133960 h 267920"/>
                <a:gd name="connsiteX388" fmla="*/ 287295 w 569632"/>
                <a:gd name="connsiteY388" fmla="*/ 131525 h 267920"/>
                <a:gd name="connsiteX389" fmla="*/ 287295 w 569632"/>
                <a:gd name="connsiteY389" fmla="*/ 133148 h 267920"/>
                <a:gd name="connsiteX390" fmla="*/ 287295 w 569632"/>
                <a:gd name="connsiteY390" fmla="*/ 133960 h 267920"/>
                <a:gd name="connsiteX391" fmla="*/ 287295 w 569632"/>
                <a:gd name="connsiteY391" fmla="*/ 130713 h 267920"/>
                <a:gd name="connsiteX392" fmla="*/ 286484 w 569632"/>
                <a:gd name="connsiteY392" fmla="*/ 129901 h 267920"/>
                <a:gd name="connsiteX393" fmla="*/ 288106 w 569632"/>
                <a:gd name="connsiteY393" fmla="*/ 129901 h 267920"/>
                <a:gd name="connsiteX394" fmla="*/ 289729 w 569632"/>
                <a:gd name="connsiteY394" fmla="*/ 129901 h 267920"/>
                <a:gd name="connsiteX395" fmla="*/ 293786 w 569632"/>
                <a:gd name="connsiteY395" fmla="*/ 120158 h 267920"/>
                <a:gd name="connsiteX396" fmla="*/ 294597 w 569632"/>
                <a:gd name="connsiteY396" fmla="*/ 117723 h 267920"/>
                <a:gd name="connsiteX397" fmla="*/ 297842 w 569632"/>
                <a:gd name="connsiteY397" fmla="*/ 110416 h 267920"/>
                <a:gd name="connsiteX398" fmla="*/ 297842 w 569632"/>
                <a:gd name="connsiteY398" fmla="*/ 109604 h 267920"/>
                <a:gd name="connsiteX399" fmla="*/ 297842 w 569632"/>
                <a:gd name="connsiteY399" fmla="*/ 108792 h 267920"/>
                <a:gd name="connsiteX400" fmla="*/ 298653 w 569632"/>
                <a:gd name="connsiteY400" fmla="*/ 107168 h 267920"/>
                <a:gd name="connsiteX401" fmla="*/ 297031 w 569632"/>
                <a:gd name="connsiteY401" fmla="*/ 109604 h 267920"/>
                <a:gd name="connsiteX402" fmla="*/ 295408 w 569632"/>
                <a:gd name="connsiteY402" fmla="*/ 112039 h 267920"/>
                <a:gd name="connsiteX403" fmla="*/ 296220 w 569632"/>
                <a:gd name="connsiteY403" fmla="*/ 109604 h 267920"/>
                <a:gd name="connsiteX404" fmla="*/ 297031 w 569632"/>
                <a:gd name="connsiteY404" fmla="*/ 107168 h 267920"/>
                <a:gd name="connsiteX405" fmla="*/ 294597 w 569632"/>
                <a:gd name="connsiteY405" fmla="*/ 110416 h 267920"/>
                <a:gd name="connsiteX406" fmla="*/ 292163 w 569632"/>
                <a:gd name="connsiteY406" fmla="*/ 113663 h 267920"/>
                <a:gd name="connsiteX407" fmla="*/ 291352 w 569632"/>
                <a:gd name="connsiteY407" fmla="*/ 114475 h 267920"/>
                <a:gd name="connsiteX408" fmla="*/ 288918 w 569632"/>
                <a:gd name="connsiteY408" fmla="*/ 119346 h 267920"/>
                <a:gd name="connsiteX409" fmla="*/ 285673 w 569632"/>
                <a:gd name="connsiteY409" fmla="*/ 124218 h 267920"/>
                <a:gd name="connsiteX410" fmla="*/ 282427 w 569632"/>
                <a:gd name="connsiteY410" fmla="*/ 129089 h 267920"/>
                <a:gd name="connsiteX411" fmla="*/ 282427 w 569632"/>
                <a:gd name="connsiteY411" fmla="*/ 129089 h 267920"/>
                <a:gd name="connsiteX412" fmla="*/ 280805 w 569632"/>
                <a:gd name="connsiteY412" fmla="*/ 131525 h 267920"/>
                <a:gd name="connsiteX413" fmla="*/ 279182 w 569632"/>
                <a:gd name="connsiteY413" fmla="*/ 133960 h 267920"/>
                <a:gd name="connsiteX414" fmla="*/ 275125 w 569632"/>
                <a:gd name="connsiteY414" fmla="*/ 138020 h 267920"/>
                <a:gd name="connsiteX415" fmla="*/ 274314 w 569632"/>
                <a:gd name="connsiteY415" fmla="*/ 138831 h 267920"/>
                <a:gd name="connsiteX416" fmla="*/ 273503 w 569632"/>
                <a:gd name="connsiteY416" fmla="*/ 141267 h 267920"/>
                <a:gd name="connsiteX417" fmla="*/ 271880 w 569632"/>
                <a:gd name="connsiteY417" fmla="*/ 143703 h 267920"/>
                <a:gd name="connsiteX418" fmla="*/ 267824 w 569632"/>
                <a:gd name="connsiteY418" fmla="*/ 149386 h 267920"/>
                <a:gd name="connsiteX419" fmla="*/ 265390 w 569632"/>
                <a:gd name="connsiteY419" fmla="*/ 154257 h 267920"/>
                <a:gd name="connsiteX420" fmla="*/ 265390 w 569632"/>
                <a:gd name="connsiteY420" fmla="*/ 154257 h 267920"/>
                <a:gd name="connsiteX421" fmla="*/ 264578 w 569632"/>
                <a:gd name="connsiteY421" fmla="*/ 154257 h 267920"/>
                <a:gd name="connsiteX422" fmla="*/ 262144 w 569632"/>
                <a:gd name="connsiteY422" fmla="*/ 156693 h 267920"/>
                <a:gd name="connsiteX423" fmla="*/ 262956 w 569632"/>
                <a:gd name="connsiteY423" fmla="*/ 156693 h 267920"/>
                <a:gd name="connsiteX424" fmla="*/ 262956 w 569632"/>
                <a:gd name="connsiteY424" fmla="*/ 157505 h 267920"/>
                <a:gd name="connsiteX425" fmla="*/ 262144 w 569632"/>
                <a:gd name="connsiteY425" fmla="*/ 158317 h 267920"/>
                <a:gd name="connsiteX426" fmla="*/ 259710 w 569632"/>
                <a:gd name="connsiteY426" fmla="*/ 160752 h 267920"/>
                <a:gd name="connsiteX427" fmla="*/ 254842 w 569632"/>
                <a:gd name="connsiteY427" fmla="*/ 168059 h 267920"/>
                <a:gd name="connsiteX428" fmla="*/ 244295 w 569632"/>
                <a:gd name="connsiteY428" fmla="*/ 173742 h 267920"/>
                <a:gd name="connsiteX429" fmla="*/ 239427 w 569632"/>
                <a:gd name="connsiteY429" fmla="*/ 173742 h 267920"/>
                <a:gd name="connsiteX430" fmla="*/ 239427 w 569632"/>
                <a:gd name="connsiteY430" fmla="*/ 173742 h 267920"/>
                <a:gd name="connsiteX431" fmla="*/ 238616 w 569632"/>
                <a:gd name="connsiteY431" fmla="*/ 173742 h 267920"/>
                <a:gd name="connsiteX432" fmla="*/ 236994 w 569632"/>
                <a:gd name="connsiteY432" fmla="*/ 172931 h 267920"/>
                <a:gd name="connsiteX433" fmla="*/ 236994 w 569632"/>
                <a:gd name="connsiteY433" fmla="*/ 172119 h 267920"/>
                <a:gd name="connsiteX434" fmla="*/ 226446 w 569632"/>
                <a:gd name="connsiteY434" fmla="*/ 156693 h 267920"/>
                <a:gd name="connsiteX435" fmla="*/ 226446 w 569632"/>
                <a:gd name="connsiteY435" fmla="*/ 150198 h 267920"/>
                <a:gd name="connsiteX436" fmla="*/ 225635 w 569632"/>
                <a:gd name="connsiteY436" fmla="*/ 149386 h 267920"/>
                <a:gd name="connsiteX437" fmla="*/ 228069 w 569632"/>
                <a:gd name="connsiteY437" fmla="*/ 146138 h 267920"/>
                <a:gd name="connsiteX438" fmla="*/ 228880 w 569632"/>
                <a:gd name="connsiteY438" fmla="*/ 144515 h 267920"/>
                <a:gd name="connsiteX439" fmla="*/ 229692 w 569632"/>
                <a:gd name="connsiteY439" fmla="*/ 144515 h 267920"/>
                <a:gd name="connsiteX440" fmla="*/ 228880 w 569632"/>
                <a:gd name="connsiteY440" fmla="*/ 144515 h 267920"/>
                <a:gd name="connsiteX441" fmla="*/ 228069 w 569632"/>
                <a:gd name="connsiteY441" fmla="*/ 146138 h 267920"/>
                <a:gd name="connsiteX442" fmla="*/ 228069 w 569632"/>
                <a:gd name="connsiteY442" fmla="*/ 146138 h 267920"/>
                <a:gd name="connsiteX443" fmla="*/ 229692 w 569632"/>
                <a:gd name="connsiteY443" fmla="*/ 150198 h 267920"/>
                <a:gd name="connsiteX444" fmla="*/ 228880 w 569632"/>
                <a:gd name="connsiteY444" fmla="*/ 151010 h 267920"/>
                <a:gd name="connsiteX445" fmla="*/ 229692 w 569632"/>
                <a:gd name="connsiteY445" fmla="*/ 151822 h 267920"/>
                <a:gd name="connsiteX446" fmla="*/ 229692 w 569632"/>
                <a:gd name="connsiteY446" fmla="*/ 150198 h 267920"/>
                <a:gd name="connsiteX447" fmla="*/ 229692 w 569632"/>
                <a:gd name="connsiteY447" fmla="*/ 150198 h 267920"/>
                <a:gd name="connsiteX448" fmla="*/ 228880 w 569632"/>
                <a:gd name="connsiteY448" fmla="*/ 149386 h 267920"/>
                <a:gd name="connsiteX449" fmla="*/ 230503 w 569632"/>
                <a:gd name="connsiteY449" fmla="*/ 147762 h 267920"/>
                <a:gd name="connsiteX450" fmla="*/ 231314 w 569632"/>
                <a:gd name="connsiteY450" fmla="*/ 145327 h 267920"/>
                <a:gd name="connsiteX451" fmla="*/ 232126 w 569632"/>
                <a:gd name="connsiteY451" fmla="*/ 143703 h 267920"/>
                <a:gd name="connsiteX452" fmla="*/ 232126 w 569632"/>
                <a:gd name="connsiteY452" fmla="*/ 142079 h 267920"/>
                <a:gd name="connsiteX453" fmla="*/ 233748 w 569632"/>
                <a:gd name="connsiteY453" fmla="*/ 138831 h 267920"/>
                <a:gd name="connsiteX454" fmla="*/ 236994 w 569632"/>
                <a:gd name="connsiteY454" fmla="*/ 136396 h 267920"/>
                <a:gd name="connsiteX455" fmla="*/ 236182 w 569632"/>
                <a:gd name="connsiteY455" fmla="*/ 135584 h 267920"/>
                <a:gd name="connsiteX456" fmla="*/ 235371 w 569632"/>
                <a:gd name="connsiteY456" fmla="*/ 133960 h 267920"/>
                <a:gd name="connsiteX457" fmla="*/ 236182 w 569632"/>
                <a:gd name="connsiteY457" fmla="*/ 133148 h 267920"/>
                <a:gd name="connsiteX458" fmla="*/ 236182 w 569632"/>
                <a:gd name="connsiteY458" fmla="*/ 133148 h 267920"/>
                <a:gd name="connsiteX459" fmla="*/ 237805 w 569632"/>
                <a:gd name="connsiteY459" fmla="*/ 133148 h 267920"/>
                <a:gd name="connsiteX460" fmla="*/ 238616 w 569632"/>
                <a:gd name="connsiteY460" fmla="*/ 130713 h 267920"/>
                <a:gd name="connsiteX461" fmla="*/ 239427 w 569632"/>
                <a:gd name="connsiteY461" fmla="*/ 129089 h 267920"/>
                <a:gd name="connsiteX462" fmla="*/ 240239 w 569632"/>
                <a:gd name="connsiteY462" fmla="*/ 127465 h 267920"/>
                <a:gd name="connsiteX463" fmla="*/ 239427 w 569632"/>
                <a:gd name="connsiteY463" fmla="*/ 129089 h 267920"/>
                <a:gd name="connsiteX464" fmla="*/ 238616 w 569632"/>
                <a:gd name="connsiteY464" fmla="*/ 129901 h 267920"/>
                <a:gd name="connsiteX465" fmla="*/ 236994 w 569632"/>
                <a:gd name="connsiteY465" fmla="*/ 129901 h 267920"/>
                <a:gd name="connsiteX466" fmla="*/ 237805 w 569632"/>
                <a:gd name="connsiteY466" fmla="*/ 128277 h 267920"/>
                <a:gd name="connsiteX467" fmla="*/ 238616 w 569632"/>
                <a:gd name="connsiteY467" fmla="*/ 126653 h 267920"/>
                <a:gd name="connsiteX468" fmla="*/ 238616 w 569632"/>
                <a:gd name="connsiteY468" fmla="*/ 125841 h 267920"/>
                <a:gd name="connsiteX469" fmla="*/ 239427 w 569632"/>
                <a:gd name="connsiteY469" fmla="*/ 125030 h 267920"/>
                <a:gd name="connsiteX470" fmla="*/ 241050 w 569632"/>
                <a:gd name="connsiteY470" fmla="*/ 121782 h 267920"/>
                <a:gd name="connsiteX471" fmla="*/ 240239 w 569632"/>
                <a:gd name="connsiteY471" fmla="*/ 123406 h 267920"/>
                <a:gd name="connsiteX472" fmla="*/ 241050 w 569632"/>
                <a:gd name="connsiteY472" fmla="*/ 124218 h 267920"/>
                <a:gd name="connsiteX473" fmla="*/ 242673 w 569632"/>
                <a:gd name="connsiteY473" fmla="*/ 122594 h 267920"/>
                <a:gd name="connsiteX474" fmla="*/ 242673 w 569632"/>
                <a:gd name="connsiteY474" fmla="*/ 121782 h 267920"/>
                <a:gd name="connsiteX475" fmla="*/ 243484 w 569632"/>
                <a:gd name="connsiteY475" fmla="*/ 117723 h 267920"/>
                <a:gd name="connsiteX476" fmla="*/ 243484 w 569632"/>
                <a:gd name="connsiteY476" fmla="*/ 116099 h 267920"/>
                <a:gd name="connsiteX477" fmla="*/ 244295 w 569632"/>
                <a:gd name="connsiteY477" fmla="*/ 113663 h 267920"/>
                <a:gd name="connsiteX478" fmla="*/ 245107 w 569632"/>
                <a:gd name="connsiteY478" fmla="*/ 112039 h 267920"/>
                <a:gd name="connsiteX479" fmla="*/ 245107 w 569632"/>
                <a:gd name="connsiteY479" fmla="*/ 110416 h 267920"/>
                <a:gd name="connsiteX480" fmla="*/ 245107 w 569632"/>
                <a:gd name="connsiteY480" fmla="*/ 108792 h 267920"/>
                <a:gd name="connsiteX481" fmla="*/ 246729 w 569632"/>
                <a:gd name="connsiteY481" fmla="*/ 107980 h 267920"/>
                <a:gd name="connsiteX482" fmla="*/ 245918 w 569632"/>
                <a:gd name="connsiteY482" fmla="*/ 107168 h 267920"/>
                <a:gd name="connsiteX483" fmla="*/ 245918 w 569632"/>
                <a:gd name="connsiteY483" fmla="*/ 106356 h 267920"/>
                <a:gd name="connsiteX484" fmla="*/ 246729 w 569632"/>
                <a:gd name="connsiteY484" fmla="*/ 105544 h 267920"/>
                <a:gd name="connsiteX485" fmla="*/ 247541 w 569632"/>
                <a:gd name="connsiteY485" fmla="*/ 104733 h 267920"/>
                <a:gd name="connsiteX486" fmla="*/ 248352 w 569632"/>
                <a:gd name="connsiteY486" fmla="*/ 103921 h 267920"/>
                <a:gd name="connsiteX487" fmla="*/ 249974 w 569632"/>
                <a:gd name="connsiteY487" fmla="*/ 102297 h 267920"/>
                <a:gd name="connsiteX488" fmla="*/ 249974 w 569632"/>
                <a:gd name="connsiteY488" fmla="*/ 101485 h 267920"/>
                <a:gd name="connsiteX489" fmla="*/ 249974 w 569632"/>
                <a:gd name="connsiteY489" fmla="*/ 99861 h 267920"/>
                <a:gd name="connsiteX490" fmla="*/ 249974 w 569632"/>
                <a:gd name="connsiteY490" fmla="*/ 99049 h 267920"/>
                <a:gd name="connsiteX491" fmla="*/ 250786 w 569632"/>
                <a:gd name="connsiteY491" fmla="*/ 97426 h 267920"/>
                <a:gd name="connsiteX492" fmla="*/ 252409 w 569632"/>
                <a:gd name="connsiteY492" fmla="*/ 95802 h 267920"/>
                <a:gd name="connsiteX493" fmla="*/ 254031 w 569632"/>
                <a:gd name="connsiteY493" fmla="*/ 94990 h 267920"/>
                <a:gd name="connsiteX494" fmla="*/ 254842 w 569632"/>
                <a:gd name="connsiteY494" fmla="*/ 95802 h 267920"/>
                <a:gd name="connsiteX495" fmla="*/ 254842 w 569632"/>
                <a:gd name="connsiteY495" fmla="*/ 95802 h 267920"/>
                <a:gd name="connsiteX496" fmla="*/ 254842 w 569632"/>
                <a:gd name="connsiteY496" fmla="*/ 94178 h 267920"/>
                <a:gd name="connsiteX497" fmla="*/ 254031 w 569632"/>
                <a:gd name="connsiteY497" fmla="*/ 92554 h 267920"/>
                <a:gd name="connsiteX498" fmla="*/ 254842 w 569632"/>
                <a:gd name="connsiteY498" fmla="*/ 90931 h 267920"/>
                <a:gd name="connsiteX499" fmla="*/ 254842 w 569632"/>
                <a:gd name="connsiteY499" fmla="*/ 90119 h 267920"/>
                <a:gd name="connsiteX500" fmla="*/ 255654 w 569632"/>
                <a:gd name="connsiteY500" fmla="*/ 89307 h 267920"/>
                <a:gd name="connsiteX501" fmla="*/ 257276 w 569632"/>
                <a:gd name="connsiteY501" fmla="*/ 87683 h 267920"/>
                <a:gd name="connsiteX502" fmla="*/ 257276 w 569632"/>
                <a:gd name="connsiteY502" fmla="*/ 86871 h 267920"/>
                <a:gd name="connsiteX503" fmla="*/ 257276 w 569632"/>
                <a:gd name="connsiteY503" fmla="*/ 86059 h 267920"/>
                <a:gd name="connsiteX504" fmla="*/ 257276 w 569632"/>
                <a:gd name="connsiteY504" fmla="*/ 84435 h 267920"/>
                <a:gd name="connsiteX505" fmla="*/ 257276 w 569632"/>
                <a:gd name="connsiteY505" fmla="*/ 83624 h 267920"/>
                <a:gd name="connsiteX506" fmla="*/ 258899 w 569632"/>
                <a:gd name="connsiteY506" fmla="*/ 82000 h 267920"/>
                <a:gd name="connsiteX507" fmla="*/ 258899 w 569632"/>
                <a:gd name="connsiteY507" fmla="*/ 80376 h 267920"/>
                <a:gd name="connsiteX508" fmla="*/ 258088 w 569632"/>
                <a:gd name="connsiteY508" fmla="*/ 79564 h 267920"/>
                <a:gd name="connsiteX509" fmla="*/ 258088 w 569632"/>
                <a:gd name="connsiteY509" fmla="*/ 78752 h 267920"/>
                <a:gd name="connsiteX510" fmla="*/ 256465 w 569632"/>
                <a:gd name="connsiteY510" fmla="*/ 82000 h 267920"/>
                <a:gd name="connsiteX511" fmla="*/ 254031 w 569632"/>
                <a:gd name="connsiteY511" fmla="*/ 86059 h 267920"/>
                <a:gd name="connsiteX512" fmla="*/ 253220 w 569632"/>
                <a:gd name="connsiteY512" fmla="*/ 86871 h 267920"/>
                <a:gd name="connsiteX513" fmla="*/ 249974 w 569632"/>
                <a:gd name="connsiteY513" fmla="*/ 90931 h 267920"/>
                <a:gd name="connsiteX514" fmla="*/ 249974 w 569632"/>
                <a:gd name="connsiteY514" fmla="*/ 91742 h 267920"/>
                <a:gd name="connsiteX515" fmla="*/ 249974 w 569632"/>
                <a:gd name="connsiteY515" fmla="*/ 92554 h 267920"/>
                <a:gd name="connsiteX516" fmla="*/ 249974 w 569632"/>
                <a:gd name="connsiteY516" fmla="*/ 92554 h 267920"/>
                <a:gd name="connsiteX517" fmla="*/ 249974 w 569632"/>
                <a:gd name="connsiteY517" fmla="*/ 93366 h 267920"/>
                <a:gd name="connsiteX518" fmla="*/ 248352 w 569632"/>
                <a:gd name="connsiteY518" fmla="*/ 96614 h 267920"/>
                <a:gd name="connsiteX519" fmla="*/ 247541 w 569632"/>
                <a:gd name="connsiteY519" fmla="*/ 99049 h 267920"/>
                <a:gd name="connsiteX520" fmla="*/ 246729 w 569632"/>
                <a:gd name="connsiteY520" fmla="*/ 101485 h 267920"/>
                <a:gd name="connsiteX521" fmla="*/ 245918 w 569632"/>
                <a:gd name="connsiteY521" fmla="*/ 102297 h 267920"/>
                <a:gd name="connsiteX522" fmla="*/ 245107 w 569632"/>
                <a:gd name="connsiteY522" fmla="*/ 103109 h 267920"/>
                <a:gd name="connsiteX523" fmla="*/ 243484 w 569632"/>
                <a:gd name="connsiteY523" fmla="*/ 105544 h 267920"/>
                <a:gd name="connsiteX524" fmla="*/ 242673 w 569632"/>
                <a:gd name="connsiteY524" fmla="*/ 107168 h 267920"/>
                <a:gd name="connsiteX525" fmla="*/ 241861 w 569632"/>
                <a:gd name="connsiteY525" fmla="*/ 108792 h 267920"/>
                <a:gd name="connsiteX526" fmla="*/ 241050 w 569632"/>
                <a:gd name="connsiteY526" fmla="*/ 109604 h 267920"/>
                <a:gd name="connsiteX527" fmla="*/ 240239 w 569632"/>
                <a:gd name="connsiteY527" fmla="*/ 110416 h 267920"/>
                <a:gd name="connsiteX528" fmla="*/ 239427 w 569632"/>
                <a:gd name="connsiteY528" fmla="*/ 111228 h 267920"/>
                <a:gd name="connsiteX529" fmla="*/ 237805 w 569632"/>
                <a:gd name="connsiteY529" fmla="*/ 115287 h 267920"/>
                <a:gd name="connsiteX530" fmla="*/ 236994 w 569632"/>
                <a:gd name="connsiteY530" fmla="*/ 116099 h 267920"/>
                <a:gd name="connsiteX531" fmla="*/ 236182 w 569632"/>
                <a:gd name="connsiteY531" fmla="*/ 116911 h 267920"/>
                <a:gd name="connsiteX532" fmla="*/ 235371 w 569632"/>
                <a:gd name="connsiteY532" fmla="*/ 117723 h 267920"/>
                <a:gd name="connsiteX533" fmla="*/ 235371 w 569632"/>
                <a:gd name="connsiteY533" fmla="*/ 118534 h 267920"/>
                <a:gd name="connsiteX534" fmla="*/ 235371 w 569632"/>
                <a:gd name="connsiteY534" fmla="*/ 120158 h 267920"/>
                <a:gd name="connsiteX535" fmla="*/ 235371 w 569632"/>
                <a:gd name="connsiteY535" fmla="*/ 121782 h 267920"/>
                <a:gd name="connsiteX536" fmla="*/ 235371 w 569632"/>
                <a:gd name="connsiteY536" fmla="*/ 122594 h 267920"/>
                <a:gd name="connsiteX537" fmla="*/ 235371 w 569632"/>
                <a:gd name="connsiteY537" fmla="*/ 123406 h 267920"/>
                <a:gd name="connsiteX538" fmla="*/ 234560 w 569632"/>
                <a:gd name="connsiteY538" fmla="*/ 125030 h 267920"/>
                <a:gd name="connsiteX539" fmla="*/ 232937 w 569632"/>
                <a:gd name="connsiteY539" fmla="*/ 127465 h 267920"/>
                <a:gd name="connsiteX540" fmla="*/ 232126 w 569632"/>
                <a:gd name="connsiteY540" fmla="*/ 129089 h 267920"/>
                <a:gd name="connsiteX541" fmla="*/ 231314 w 569632"/>
                <a:gd name="connsiteY541" fmla="*/ 131525 h 267920"/>
                <a:gd name="connsiteX542" fmla="*/ 230503 w 569632"/>
                <a:gd name="connsiteY542" fmla="*/ 133960 h 267920"/>
                <a:gd name="connsiteX543" fmla="*/ 229692 w 569632"/>
                <a:gd name="connsiteY543" fmla="*/ 135584 h 267920"/>
                <a:gd name="connsiteX544" fmla="*/ 228880 w 569632"/>
                <a:gd name="connsiteY544" fmla="*/ 137208 h 267920"/>
                <a:gd name="connsiteX545" fmla="*/ 228069 w 569632"/>
                <a:gd name="connsiteY545" fmla="*/ 138831 h 267920"/>
                <a:gd name="connsiteX546" fmla="*/ 226446 w 569632"/>
                <a:gd name="connsiteY546" fmla="*/ 145327 h 267920"/>
                <a:gd name="connsiteX547" fmla="*/ 225635 w 569632"/>
                <a:gd name="connsiteY547" fmla="*/ 146138 h 267920"/>
                <a:gd name="connsiteX548" fmla="*/ 228880 w 569632"/>
                <a:gd name="connsiteY548" fmla="*/ 149386 h 267920"/>
                <a:gd name="connsiteX549" fmla="*/ 228880 w 569632"/>
                <a:gd name="connsiteY549" fmla="*/ 153445 h 267920"/>
                <a:gd name="connsiteX550" fmla="*/ 229692 w 569632"/>
                <a:gd name="connsiteY550" fmla="*/ 151822 h 267920"/>
                <a:gd name="connsiteX551" fmla="*/ 228880 w 569632"/>
                <a:gd name="connsiteY551" fmla="*/ 153445 h 267920"/>
                <a:gd name="connsiteX552" fmla="*/ 228880 w 569632"/>
                <a:gd name="connsiteY552" fmla="*/ 153445 h 267920"/>
                <a:gd name="connsiteX553" fmla="*/ 232126 w 569632"/>
                <a:gd name="connsiteY553" fmla="*/ 129089 h 267920"/>
                <a:gd name="connsiteX554" fmla="*/ 232126 w 569632"/>
                <a:gd name="connsiteY554" fmla="*/ 129089 h 267920"/>
                <a:gd name="connsiteX555" fmla="*/ 232937 w 569632"/>
                <a:gd name="connsiteY555" fmla="*/ 128277 h 267920"/>
                <a:gd name="connsiteX556" fmla="*/ 232126 w 569632"/>
                <a:gd name="connsiteY556" fmla="*/ 129089 h 267920"/>
                <a:gd name="connsiteX557" fmla="*/ 233748 w 569632"/>
                <a:gd name="connsiteY557" fmla="*/ 127465 h 267920"/>
                <a:gd name="connsiteX558" fmla="*/ 233748 w 569632"/>
                <a:gd name="connsiteY558" fmla="*/ 127465 h 267920"/>
                <a:gd name="connsiteX559" fmla="*/ 233748 w 569632"/>
                <a:gd name="connsiteY559" fmla="*/ 126653 h 267920"/>
                <a:gd name="connsiteX560" fmla="*/ 233748 w 569632"/>
                <a:gd name="connsiteY560" fmla="*/ 127465 h 267920"/>
                <a:gd name="connsiteX561" fmla="*/ 234560 w 569632"/>
                <a:gd name="connsiteY561" fmla="*/ 124218 h 267920"/>
                <a:gd name="connsiteX562" fmla="*/ 234560 w 569632"/>
                <a:gd name="connsiteY562" fmla="*/ 124218 h 267920"/>
                <a:gd name="connsiteX563" fmla="*/ 234560 w 569632"/>
                <a:gd name="connsiteY563" fmla="*/ 124218 h 267920"/>
                <a:gd name="connsiteX564" fmla="*/ 234560 w 569632"/>
                <a:gd name="connsiteY564" fmla="*/ 124218 h 267920"/>
                <a:gd name="connsiteX565" fmla="*/ 236182 w 569632"/>
                <a:gd name="connsiteY565" fmla="*/ 140455 h 267920"/>
                <a:gd name="connsiteX566" fmla="*/ 236182 w 569632"/>
                <a:gd name="connsiteY566" fmla="*/ 140455 h 267920"/>
                <a:gd name="connsiteX567" fmla="*/ 234560 w 569632"/>
                <a:gd name="connsiteY567" fmla="*/ 140455 h 267920"/>
                <a:gd name="connsiteX568" fmla="*/ 236182 w 569632"/>
                <a:gd name="connsiteY568" fmla="*/ 140455 h 267920"/>
                <a:gd name="connsiteX569" fmla="*/ 236182 w 569632"/>
                <a:gd name="connsiteY569" fmla="*/ 140455 h 267920"/>
                <a:gd name="connsiteX570" fmla="*/ 236182 w 569632"/>
                <a:gd name="connsiteY570" fmla="*/ 150198 h 267920"/>
                <a:gd name="connsiteX571" fmla="*/ 235371 w 569632"/>
                <a:gd name="connsiteY571" fmla="*/ 151822 h 267920"/>
                <a:gd name="connsiteX572" fmla="*/ 235371 w 569632"/>
                <a:gd name="connsiteY572" fmla="*/ 153445 h 267920"/>
                <a:gd name="connsiteX573" fmla="*/ 236182 w 569632"/>
                <a:gd name="connsiteY573" fmla="*/ 151822 h 267920"/>
                <a:gd name="connsiteX574" fmla="*/ 236182 w 569632"/>
                <a:gd name="connsiteY574" fmla="*/ 150198 h 267920"/>
                <a:gd name="connsiteX575" fmla="*/ 237805 w 569632"/>
                <a:gd name="connsiteY575" fmla="*/ 146138 h 267920"/>
                <a:gd name="connsiteX576" fmla="*/ 236994 w 569632"/>
                <a:gd name="connsiteY576" fmla="*/ 146950 h 267920"/>
                <a:gd name="connsiteX577" fmla="*/ 237805 w 569632"/>
                <a:gd name="connsiteY577" fmla="*/ 147762 h 267920"/>
                <a:gd name="connsiteX578" fmla="*/ 237805 w 569632"/>
                <a:gd name="connsiteY578" fmla="*/ 146138 h 267920"/>
                <a:gd name="connsiteX579" fmla="*/ 237805 w 569632"/>
                <a:gd name="connsiteY579" fmla="*/ 146138 h 267920"/>
                <a:gd name="connsiteX580" fmla="*/ 237805 w 569632"/>
                <a:gd name="connsiteY580" fmla="*/ 130713 h 267920"/>
                <a:gd name="connsiteX581" fmla="*/ 238616 w 569632"/>
                <a:gd name="connsiteY581" fmla="*/ 130713 h 267920"/>
                <a:gd name="connsiteX582" fmla="*/ 237805 w 569632"/>
                <a:gd name="connsiteY582" fmla="*/ 131525 h 267920"/>
                <a:gd name="connsiteX583" fmla="*/ 237805 w 569632"/>
                <a:gd name="connsiteY583" fmla="*/ 130713 h 267920"/>
                <a:gd name="connsiteX584" fmla="*/ 240239 w 569632"/>
                <a:gd name="connsiteY584" fmla="*/ 164812 h 267920"/>
                <a:gd name="connsiteX585" fmla="*/ 238616 w 569632"/>
                <a:gd name="connsiteY585" fmla="*/ 167247 h 267920"/>
                <a:gd name="connsiteX586" fmla="*/ 240239 w 569632"/>
                <a:gd name="connsiteY586" fmla="*/ 164812 h 267920"/>
                <a:gd name="connsiteX587" fmla="*/ 241861 w 569632"/>
                <a:gd name="connsiteY587" fmla="*/ 134772 h 267920"/>
                <a:gd name="connsiteX588" fmla="*/ 241050 w 569632"/>
                <a:gd name="connsiteY588" fmla="*/ 139643 h 267920"/>
                <a:gd name="connsiteX589" fmla="*/ 241050 w 569632"/>
                <a:gd name="connsiteY589" fmla="*/ 139643 h 267920"/>
                <a:gd name="connsiteX590" fmla="*/ 239427 w 569632"/>
                <a:gd name="connsiteY590" fmla="*/ 141267 h 267920"/>
                <a:gd name="connsiteX591" fmla="*/ 239427 w 569632"/>
                <a:gd name="connsiteY591" fmla="*/ 144515 h 267920"/>
                <a:gd name="connsiteX592" fmla="*/ 241050 w 569632"/>
                <a:gd name="connsiteY592" fmla="*/ 141267 h 267920"/>
                <a:gd name="connsiteX593" fmla="*/ 241050 w 569632"/>
                <a:gd name="connsiteY593" fmla="*/ 140455 h 267920"/>
                <a:gd name="connsiteX594" fmla="*/ 241861 w 569632"/>
                <a:gd name="connsiteY594" fmla="*/ 138020 h 267920"/>
                <a:gd name="connsiteX595" fmla="*/ 242673 w 569632"/>
                <a:gd name="connsiteY595" fmla="*/ 136396 h 267920"/>
                <a:gd name="connsiteX596" fmla="*/ 242673 w 569632"/>
                <a:gd name="connsiteY596" fmla="*/ 135584 h 267920"/>
                <a:gd name="connsiteX597" fmla="*/ 241861 w 569632"/>
                <a:gd name="connsiteY597" fmla="*/ 134772 h 267920"/>
                <a:gd name="connsiteX598" fmla="*/ 240239 w 569632"/>
                <a:gd name="connsiteY598" fmla="*/ 110416 h 267920"/>
                <a:gd name="connsiteX599" fmla="*/ 239427 w 569632"/>
                <a:gd name="connsiteY599" fmla="*/ 111228 h 267920"/>
                <a:gd name="connsiteX600" fmla="*/ 240239 w 569632"/>
                <a:gd name="connsiteY600" fmla="*/ 110416 h 267920"/>
                <a:gd name="connsiteX601" fmla="*/ 240239 w 569632"/>
                <a:gd name="connsiteY601" fmla="*/ 110416 h 267920"/>
                <a:gd name="connsiteX602" fmla="*/ 243484 w 569632"/>
                <a:gd name="connsiteY602" fmla="*/ 120970 h 267920"/>
                <a:gd name="connsiteX603" fmla="*/ 243484 w 569632"/>
                <a:gd name="connsiteY603" fmla="*/ 120970 h 267920"/>
                <a:gd name="connsiteX604" fmla="*/ 243484 w 569632"/>
                <a:gd name="connsiteY604" fmla="*/ 120158 h 267920"/>
                <a:gd name="connsiteX605" fmla="*/ 244295 w 569632"/>
                <a:gd name="connsiteY605" fmla="*/ 120158 h 267920"/>
                <a:gd name="connsiteX606" fmla="*/ 243484 w 569632"/>
                <a:gd name="connsiteY606" fmla="*/ 120970 h 267920"/>
                <a:gd name="connsiteX607" fmla="*/ 244295 w 569632"/>
                <a:gd name="connsiteY607" fmla="*/ 118534 h 267920"/>
                <a:gd name="connsiteX608" fmla="*/ 243484 w 569632"/>
                <a:gd name="connsiteY608" fmla="*/ 116099 h 267920"/>
                <a:gd name="connsiteX609" fmla="*/ 243484 w 569632"/>
                <a:gd name="connsiteY609" fmla="*/ 116099 h 267920"/>
                <a:gd name="connsiteX610" fmla="*/ 243484 w 569632"/>
                <a:gd name="connsiteY610" fmla="*/ 116911 h 267920"/>
                <a:gd name="connsiteX611" fmla="*/ 244295 w 569632"/>
                <a:gd name="connsiteY611" fmla="*/ 118534 h 267920"/>
                <a:gd name="connsiteX612" fmla="*/ 244295 w 569632"/>
                <a:gd name="connsiteY612" fmla="*/ 118534 h 267920"/>
                <a:gd name="connsiteX613" fmla="*/ 244295 w 569632"/>
                <a:gd name="connsiteY613" fmla="*/ 129901 h 267920"/>
                <a:gd name="connsiteX614" fmla="*/ 244295 w 569632"/>
                <a:gd name="connsiteY614" fmla="*/ 129089 h 267920"/>
                <a:gd name="connsiteX615" fmla="*/ 244295 w 569632"/>
                <a:gd name="connsiteY615" fmla="*/ 127465 h 267920"/>
                <a:gd name="connsiteX616" fmla="*/ 243484 w 569632"/>
                <a:gd name="connsiteY616" fmla="*/ 128277 h 267920"/>
                <a:gd name="connsiteX617" fmla="*/ 244295 w 569632"/>
                <a:gd name="connsiteY617" fmla="*/ 130713 h 267920"/>
                <a:gd name="connsiteX618" fmla="*/ 244295 w 569632"/>
                <a:gd name="connsiteY618" fmla="*/ 129901 h 267920"/>
                <a:gd name="connsiteX619" fmla="*/ 244295 w 569632"/>
                <a:gd name="connsiteY619" fmla="*/ 129901 h 267920"/>
                <a:gd name="connsiteX620" fmla="*/ 245918 w 569632"/>
                <a:gd name="connsiteY620" fmla="*/ 127465 h 267920"/>
                <a:gd name="connsiteX621" fmla="*/ 245918 w 569632"/>
                <a:gd name="connsiteY621" fmla="*/ 129901 h 267920"/>
                <a:gd name="connsiteX622" fmla="*/ 246729 w 569632"/>
                <a:gd name="connsiteY622" fmla="*/ 129089 h 267920"/>
                <a:gd name="connsiteX623" fmla="*/ 245918 w 569632"/>
                <a:gd name="connsiteY623" fmla="*/ 127465 h 267920"/>
                <a:gd name="connsiteX624" fmla="*/ 246729 w 569632"/>
                <a:gd name="connsiteY624" fmla="*/ 126653 h 267920"/>
                <a:gd name="connsiteX625" fmla="*/ 245918 w 569632"/>
                <a:gd name="connsiteY625" fmla="*/ 127465 h 267920"/>
                <a:gd name="connsiteX626" fmla="*/ 248352 w 569632"/>
                <a:gd name="connsiteY626" fmla="*/ 120158 h 267920"/>
                <a:gd name="connsiteX627" fmla="*/ 246729 w 569632"/>
                <a:gd name="connsiteY627" fmla="*/ 122594 h 267920"/>
                <a:gd name="connsiteX628" fmla="*/ 246729 w 569632"/>
                <a:gd name="connsiteY628" fmla="*/ 125030 h 267920"/>
                <a:gd name="connsiteX629" fmla="*/ 246729 w 569632"/>
                <a:gd name="connsiteY629" fmla="*/ 124218 h 267920"/>
                <a:gd name="connsiteX630" fmla="*/ 246729 w 569632"/>
                <a:gd name="connsiteY630" fmla="*/ 123406 h 267920"/>
                <a:gd name="connsiteX631" fmla="*/ 247541 w 569632"/>
                <a:gd name="connsiteY631" fmla="*/ 124218 h 267920"/>
                <a:gd name="connsiteX632" fmla="*/ 248352 w 569632"/>
                <a:gd name="connsiteY632" fmla="*/ 123406 h 267920"/>
                <a:gd name="connsiteX633" fmla="*/ 248352 w 569632"/>
                <a:gd name="connsiteY633" fmla="*/ 120158 h 267920"/>
                <a:gd name="connsiteX634" fmla="*/ 249163 w 569632"/>
                <a:gd name="connsiteY634" fmla="*/ 110416 h 267920"/>
                <a:gd name="connsiteX635" fmla="*/ 248352 w 569632"/>
                <a:gd name="connsiteY635" fmla="*/ 112039 h 267920"/>
                <a:gd name="connsiteX636" fmla="*/ 247541 w 569632"/>
                <a:gd name="connsiteY636" fmla="*/ 112851 h 267920"/>
                <a:gd name="connsiteX637" fmla="*/ 246729 w 569632"/>
                <a:gd name="connsiteY637" fmla="*/ 113663 h 267920"/>
                <a:gd name="connsiteX638" fmla="*/ 245918 w 569632"/>
                <a:gd name="connsiteY638" fmla="*/ 115287 h 267920"/>
                <a:gd name="connsiteX639" fmla="*/ 245107 w 569632"/>
                <a:gd name="connsiteY639" fmla="*/ 117723 h 267920"/>
                <a:gd name="connsiteX640" fmla="*/ 245107 w 569632"/>
                <a:gd name="connsiteY640" fmla="*/ 116911 h 267920"/>
                <a:gd name="connsiteX641" fmla="*/ 245107 w 569632"/>
                <a:gd name="connsiteY641" fmla="*/ 116099 h 267920"/>
                <a:gd name="connsiteX642" fmla="*/ 246729 w 569632"/>
                <a:gd name="connsiteY642" fmla="*/ 113663 h 267920"/>
                <a:gd name="connsiteX643" fmla="*/ 249163 w 569632"/>
                <a:gd name="connsiteY643" fmla="*/ 110416 h 267920"/>
                <a:gd name="connsiteX644" fmla="*/ 249974 w 569632"/>
                <a:gd name="connsiteY644" fmla="*/ 110416 h 267920"/>
                <a:gd name="connsiteX645" fmla="*/ 249163 w 569632"/>
                <a:gd name="connsiteY645" fmla="*/ 110416 h 267920"/>
                <a:gd name="connsiteX646" fmla="*/ 247541 w 569632"/>
                <a:gd name="connsiteY646" fmla="*/ 98237 h 267920"/>
                <a:gd name="connsiteX647" fmla="*/ 247541 w 569632"/>
                <a:gd name="connsiteY647" fmla="*/ 98237 h 267920"/>
                <a:gd name="connsiteX648" fmla="*/ 246729 w 569632"/>
                <a:gd name="connsiteY648" fmla="*/ 97426 h 267920"/>
                <a:gd name="connsiteX649" fmla="*/ 247541 w 569632"/>
                <a:gd name="connsiteY649" fmla="*/ 98237 h 267920"/>
                <a:gd name="connsiteX650" fmla="*/ 248352 w 569632"/>
                <a:gd name="connsiteY650" fmla="*/ 119346 h 267920"/>
                <a:gd name="connsiteX651" fmla="*/ 248352 w 569632"/>
                <a:gd name="connsiteY651" fmla="*/ 119346 h 267920"/>
                <a:gd name="connsiteX652" fmla="*/ 249974 w 569632"/>
                <a:gd name="connsiteY652" fmla="*/ 119346 h 267920"/>
                <a:gd name="connsiteX653" fmla="*/ 248352 w 569632"/>
                <a:gd name="connsiteY653" fmla="*/ 119346 h 267920"/>
                <a:gd name="connsiteX654" fmla="*/ 250786 w 569632"/>
                <a:gd name="connsiteY654" fmla="*/ 114475 h 267920"/>
                <a:gd name="connsiteX655" fmla="*/ 250786 w 569632"/>
                <a:gd name="connsiteY655" fmla="*/ 114475 h 267920"/>
                <a:gd name="connsiteX656" fmla="*/ 251597 w 569632"/>
                <a:gd name="connsiteY656" fmla="*/ 113663 h 267920"/>
                <a:gd name="connsiteX657" fmla="*/ 250786 w 569632"/>
                <a:gd name="connsiteY657" fmla="*/ 114475 h 267920"/>
                <a:gd name="connsiteX658" fmla="*/ 253220 w 569632"/>
                <a:gd name="connsiteY658" fmla="*/ 102297 h 267920"/>
                <a:gd name="connsiteX659" fmla="*/ 252409 w 569632"/>
                <a:gd name="connsiteY659" fmla="*/ 103921 h 267920"/>
                <a:gd name="connsiteX660" fmla="*/ 252409 w 569632"/>
                <a:gd name="connsiteY660" fmla="*/ 103921 h 267920"/>
                <a:gd name="connsiteX661" fmla="*/ 253220 w 569632"/>
                <a:gd name="connsiteY661" fmla="*/ 102297 h 267920"/>
                <a:gd name="connsiteX662" fmla="*/ 255654 w 569632"/>
                <a:gd name="connsiteY662" fmla="*/ 103921 h 267920"/>
                <a:gd name="connsiteX663" fmla="*/ 255654 w 569632"/>
                <a:gd name="connsiteY663" fmla="*/ 103921 h 267920"/>
                <a:gd name="connsiteX664" fmla="*/ 256465 w 569632"/>
                <a:gd name="connsiteY664" fmla="*/ 103921 h 267920"/>
                <a:gd name="connsiteX665" fmla="*/ 255654 w 569632"/>
                <a:gd name="connsiteY665" fmla="*/ 103921 h 267920"/>
                <a:gd name="connsiteX666" fmla="*/ 255654 w 569632"/>
                <a:gd name="connsiteY666" fmla="*/ 97426 h 267920"/>
                <a:gd name="connsiteX667" fmla="*/ 254842 w 569632"/>
                <a:gd name="connsiteY667" fmla="*/ 98237 h 267920"/>
                <a:gd name="connsiteX668" fmla="*/ 255654 w 569632"/>
                <a:gd name="connsiteY668" fmla="*/ 98237 h 267920"/>
                <a:gd name="connsiteX669" fmla="*/ 255654 w 569632"/>
                <a:gd name="connsiteY669" fmla="*/ 97426 h 267920"/>
                <a:gd name="connsiteX670" fmla="*/ 262956 w 569632"/>
                <a:gd name="connsiteY670" fmla="*/ 79564 h 267920"/>
                <a:gd name="connsiteX671" fmla="*/ 262956 w 569632"/>
                <a:gd name="connsiteY671" fmla="*/ 78752 h 267920"/>
                <a:gd name="connsiteX672" fmla="*/ 262144 w 569632"/>
                <a:gd name="connsiteY672" fmla="*/ 78752 h 267920"/>
                <a:gd name="connsiteX673" fmla="*/ 262956 w 569632"/>
                <a:gd name="connsiteY673" fmla="*/ 77940 h 267920"/>
                <a:gd name="connsiteX674" fmla="*/ 263767 w 569632"/>
                <a:gd name="connsiteY674" fmla="*/ 77129 h 267920"/>
                <a:gd name="connsiteX675" fmla="*/ 264578 w 569632"/>
                <a:gd name="connsiteY675" fmla="*/ 76317 h 267920"/>
                <a:gd name="connsiteX676" fmla="*/ 265390 w 569632"/>
                <a:gd name="connsiteY676" fmla="*/ 74693 h 267920"/>
                <a:gd name="connsiteX677" fmla="*/ 263767 w 569632"/>
                <a:gd name="connsiteY677" fmla="*/ 74693 h 267920"/>
                <a:gd name="connsiteX678" fmla="*/ 262956 w 569632"/>
                <a:gd name="connsiteY678" fmla="*/ 75505 h 267920"/>
                <a:gd name="connsiteX679" fmla="*/ 262144 w 569632"/>
                <a:gd name="connsiteY679" fmla="*/ 76317 h 267920"/>
                <a:gd name="connsiteX680" fmla="*/ 262144 w 569632"/>
                <a:gd name="connsiteY680" fmla="*/ 78752 h 267920"/>
                <a:gd name="connsiteX681" fmla="*/ 262956 w 569632"/>
                <a:gd name="connsiteY681" fmla="*/ 79564 h 267920"/>
                <a:gd name="connsiteX682" fmla="*/ 267012 w 569632"/>
                <a:gd name="connsiteY682" fmla="*/ 73069 h 267920"/>
                <a:gd name="connsiteX683" fmla="*/ 267012 w 569632"/>
                <a:gd name="connsiteY683" fmla="*/ 73069 h 267920"/>
                <a:gd name="connsiteX684" fmla="*/ 267012 w 569632"/>
                <a:gd name="connsiteY684" fmla="*/ 72257 h 267920"/>
                <a:gd name="connsiteX685" fmla="*/ 267012 w 569632"/>
                <a:gd name="connsiteY685" fmla="*/ 73069 h 267920"/>
                <a:gd name="connsiteX686" fmla="*/ 267012 w 569632"/>
                <a:gd name="connsiteY686" fmla="*/ 73069 h 267920"/>
                <a:gd name="connsiteX687" fmla="*/ 267824 w 569632"/>
                <a:gd name="connsiteY687" fmla="*/ 71445 h 267920"/>
                <a:gd name="connsiteX688" fmla="*/ 267824 w 569632"/>
                <a:gd name="connsiteY688" fmla="*/ 71445 h 267920"/>
                <a:gd name="connsiteX689" fmla="*/ 267824 w 569632"/>
                <a:gd name="connsiteY689" fmla="*/ 71445 h 267920"/>
                <a:gd name="connsiteX690" fmla="*/ 267824 w 569632"/>
                <a:gd name="connsiteY690" fmla="*/ 71445 h 267920"/>
                <a:gd name="connsiteX691" fmla="*/ 288918 w 569632"/>
                <a:gd name="connsiteY691" fmla="*/ 149386 h 267920"/>
                <a:gd name="connsiteX692" fmla="*/ 288918 w 569632"/>
                <a:gd name="connsiteY692" fmla="*/ 146950 h 267920"/>
                <a:gd name="connsiteX693" fmla="*/ 288918 w 569632"/>
                <a:gd name="connsiteY693" fmla="*/ 147762 h 267920"/>
                <a:gd name="connsiteX694" fmla="*/ 288918 w 569632"/>
                <a:gd name="connsiteY694" fmla="*/ 149386 h 267920"/>
                <a:gd name="connsiteX695" fmla="*/ 288918 w 569632"/>
                <a:gd name="connsiteY695" fmla="*/ 149386 h 267920"/>
                <a:gd name="connsiteX696" fmla="*/ 289729 w 569632"/>
                <a:gd name="connsiteY696" fmla="*/ 143703 h 267920"/>
                <a:gd name="connsiteX697" fmla="*/ 289729 w 569632"/>
                <a:gd name="connsiteY697" fmla="*/ 143703 h 267920"/>
                <a:gd name="connsiteX698" fmla="*/ 291352 w 569632"/>
                <a:gd name="connsiteY698" fmla="*/ 141267 h 267920"/>
                <a:gd name="connsiteX699" fmla="*/ 293786 w 569632"/>
                <a:gd name="connsiteY699" fmla="*/ 136396 h 267920"/>
                <a:gd name="connsiteX700" fmla="*/ 294597 w 569632"/>
                <a:gd name="connsiteY700" fmla="*/ 134772 h 267920"/>
                <a:gd name="connsiteX701" fmla="*/ 295408 w 569632"/>
                <a:gd name="connsiteY701" fmla="*/ 132337 h 267920"/>
                <a:gd name="connsiteX702" fmla="*/ 296220 w 569632"/>
                <a:gd name="connsiteY702" fmla="*/ 130713 h 267920"/>
                <a:gd name="connsiteX703" fmla="*/ 297031 w 569632"/>
                <a:gd name="connsiteY703" fmla="*/ 129089 h 267920"/>
                <a:gd name="connsiteX704" fmla="*/ 297031 w 569632"/>
                <a:gd name="connsiteY704" fmla="*/ 127465 h 267920"/>
                <a:gd name="connsiteX705" fmla="*/ 296220 w 569632"/>
                <a:gd name="connsiteY705" fmla="*/ 128277 h 267920"/>
                <a:gd name="connsiteX706" fmla="*/ 296220 w 569632"/>
                <a:gd name="connsiteY706" fmla="*/ 129089 h 267920"/>
                <a:gd name="connsiteX707" fmla="*/ 295408 w 569632"/>
                <a:gd name="connsiteY707" fmla="*/ 130713 h 267920"/>
                <a:gd name="connsiteX708" fmla="*/ 294597 w 569632"/>
                <a:gd name="connsiteY708" fmla="*/ 132337 h 267920"/>
                <a:gd name="connsiteX709" fmla="*/ 290540 w 569632"/>
                <a:gd name="connsiteY709" fmla="*/ 140455 h 267920"/>
                <a:gd name="connsiteX710" fmla="*/ 288918 w 569632"/>
                <a:gd name="connsiteY710" fmla="*/ 142079 h 267920"/>
                <a:gd name="connsiteX711" fmla="*/ 287295 w 569632"/>
                <a:gd name="connsiteY711" fmla="*/ 144515 h 267920"/>
                <a:gd name="connsiteX712" fmla="*/ 289729 w 569632"/>
                <a:gd name="connsiteY712" fmla="*/ 143703 h 267920"/>
                <a:gd name="connsiteX713" fmla="*/ 290540 w 569632"/>
                <a:gd name="connsiteY713" fmla="*/ 129089 h 267920"/>
                <a:gd name="connsiteX714" fmla="*/ 291352 w 569632"/>
                <a:gd name="connsiteY714" fmla="*/ 128277 h 267920"/>
                <a:gd name="connsiteX715" fmla="*/ 292163 w 569632"/>
                <a:gd name="connsiteY715" fmla="*/ 128277 h 267920"/>
                <a:gd name="connsiteX716" fmla="*/ 292974 w 569632"/>
                <a:gd name="connsiteY716" fmla="*/ 127465 h 267920"/>
                <a:gd name="connsiteX717" fmla="*/ 292163 w 569632"/>
                <a:gd name="connsiteY717" fmla="*/ 125841 h 267920"/>
                <a:gd name="connsiteX718" fmla="*/ 291352 w 569632"/>
                <a:gd name="connsiteY718" fmla="*/ 125841 h 267920"/>
                <a:gd name="connsiteX719" fmla="*/ 291352 w 569632"/>
                <a:gd name="connsiteY719" fmla="*/ 126653 h 267920"/>
                <a:gd name="connsiteX720" fmla="*/ 291352 w 569632"/>
                <a:gd name="connsiteY720" fmla="*/ 127465 h 267920"/>
                <a:gd name="connsiteX721" fmla="*/ 290540 w 569632"/>
                <a:gd name="connsiteY721" fmla="*/ 129089 h 267920"/>
                <a:gd name="connsiteX722" fmla="*/ 290540 w 569632"/>
                <a:gd name="connsiteY722" fmla="*/ 129089 h 267920"/>
                <a:gd name="connsiteX723" fmla="*/ 290540 w 569632"/>
                <a:gd name="connsiteY723" fmla="*/ 129089 h 267920"/>
                <a:gd name="connsiteX724" fmla="*/ 289729 w 569632"/>
                <a:gd name="connsiteY724" fmla="*/ 125030 h 267920"/>
                <a:gd name="connsiteX725" fmla="*/ 291352 w 569632"/>
                <a:gd name="connsiteY725" fmla="*/ 123406 h 267920"/>
                <a:gd name="connsiteX726" fmla="*/ 292974 w 569632"/>
                <a:gd name="connsiteY726" fmla="*/ 123406 h 267920"/>
                <a:gd name="connsiteX727" fmla="*/ 293786 w 569632"/>
                <a:gd name="connsiteY727" fmla="*/ 124218 h 267920"/>
                <a:gd name="connsiteX728" fmla="*/ 292974 w 569632"/>
                <a:gd name="connsiteY728" fmla="*/ 123406 h 267920"/>
                <a:gd name="connsiteX729" fmla="*/ 291352 w 569632"/>
                <a:gd name="connsiteY729" fmla="*/ 122594 h 267920"/>
                <a:gd name="connsiteX730" fmla="*/ 291352 w 569632"/>
                <a:gd name="connsiteY730" fmla="*/ 121782 h 267920"/>
                <a:gd name="connsiteX731" fmla="*/ 291352 w 569632"/>
                <a:gd name="connsiteY731" fmla="*/ 120158 h 267920"/>
                <a:gd name="connsiteX732" fmla="*/ 289729 w 569632"/>
                <a:gd name="connsiteY732" fmla="*/ 122594 h 267920"/>
                <a:gd name="connsiteX733" fmla="*/ 289729 w 569632"/>
                <a:gd name="connsiteY733" fmla="*/ 125030 h 267920"/>
                <a:gd name="connsiteX734" fmla="*/ 295408 w 569632"/>
                <a:gd name="connsiteY734" fmla="*/ 119346 h 267920"/>
                <a:gd name="connsiteX735" fmla="*/ 294597 w 569632"/>
                <a:gd name="connsiteY735" fmla="*/ 117723 h 267920"/>
                <a:gd name="connsiteX736" fmla="*/ 292974 w 569632"/>
                <a:gd name="connsiteY736" fmla="*/ 118534 h 267920"/>
                <a:gd name="connsiteX737" fmla="*/ 293786 w 569632"/>
                <a:gd name="connsiteY737" fmla="*/ 118534 h 267920"/>
                <a:gd name="connsiteX738" fmla="*/ 295408 w 569632"/>
                <a:gd name="connsiteY738" fmla="*/ 119346 h 267920"/>
                <a:gd name="connsiteX739" fmla="*/ 295408 w 569632"/>
                <a:gd name="connsiteY739" fmla="*/ 119346 h 267920"/>
                <a:gd name="connsiteX740" fmla="*/ 297031 w 569632"/>
                <a:gd name="connsiteY740" fmla="*/ 116911 h 267920"/>
                <a:gd name="connsiteX741" fmla="*/ 297031 w 569632"/>
                <a:gd name="connsiteY741" fmla="*/ 116911 h 267920"/>
                <a:gd name="connsiteX742" fmla="*/ 297031 w 569632"/>
                <a:gd name="connsiteY742" fmla="*/ 116911 h 267920"/>
                <a:gd name="connsiteX743" fmla="*/ 297031 w 569632"/>
                <a:gd name="connsiteY743" fmla="*/ 116911 h 267920"/>
                <a:gd name="connsiteX744" fmla="*/ 295408 w 569632"/>
                <a:gd name="connsiteY744" fmla="*/ 104733 h 267920"/>
                <a:gd name="connsiteX745" fmla="*/ 299465 w 569632"/>
                <a:gd name="connsiteY745" fmla="*/ 98237 h 267920"/>
                <a:gd name="connsiteX746" fmla="*/ 300276 w 569632"/>
                <a:gd name="connsiteY746" fmla="*/ 96614 h 267920"/>
                <a:gd name="connsiteX747" fmla="*/ 301087 w 569632"/>
                <a:gd name="connsiteY747" fmla="*/ 94990 h 267920"/>
                <a:gd name="connsiteX748" fmla="*/ 299465 w 569632"/>
                <a:gd name="connsiteY748" fmla="*/ 95802 h 267920"/>
                <a:gd name="connsiteX749" fmla="*/ 297842 w 569632"/>
                <a:gd name="connsiteY749" fmla="*/ 99049 h 267920"/>
                <a:gd name="connsiteX750" fmla="*/ 296220 w 569632"/>
                <a:gd name="connsiteY750" fmla="*/ 102297 h 267920"/>
                <a:gd name="connsiteX751" fmla="*/ 295408 w 569632"/>
                <a:gd name="connsiteY751" fmla="*/ 104733 h 267920"/>
                <a:gd name="connsiteX752" fmla="*/ 300276 w 569632"/>
                <a:gd name="connsiteY752" fmla="*/ 110416 h 267920"/>
                <a:gd name="connsiteX753" fmla="*/ 300276 w 569632"/>
                <a:gd name="connsiteY753" fmla="*/ 110416 h 267920"/>
                <a:gd name="connsiteX754" fmla="*/ 300276 w 569632"/>
                <a:gd name="connsiteY754" fmla="*/ 107980 h 267920"/>
                <a:gd name="connsiteX755" fmla="*/ 299465 w 569632"/>
                <a:gd name="connsiteY755" fmla="*/ 106356 h 267920"/>
                <a:gd name="connsiteX756" fmla="*/ 298653 w 569632"/>
                <a:gd name="connsiteY756" fmla="*/ 107980 h 267920"/>
                <a:gd name="connsiteX757" fmla="*/ 298653 w 569632"/>
                <a:gd name="connsiteY757" fmla="*/ 109604 h 267920"/>
                <a:gd name="connsiteX758" fmla="*/ 299465 w 569632"/>
                <a:gd name="connsiteY758" fmla="*/ 110416 h 267920"/>
                <a:gd name="connsiteX759" fmla="*/ 300276 w 569632"/>
                <a:gd name="connsiteY759" fmla="*/ 110416 h 267920"/>
                <a:gd name="connsiteX760" fmla="*/ 301899 w 569632"/>
                <a:gd name="connsiteY760" fmla="*/ 106356 h 267920"/>
                <a:gd name="connsiteX761" fmla="*/ 300276 w 569632"/>
                <a:gd name="connsiteY761" fmla="*/ 107168 h 267920"/>
                <a:gd name="connsiteX762" fmla="*/ 301899 w 569632"/>
                <a:gd name="connsiteY762" fmla="*/ 106356 h 267920"/>
                <a:gd name="connsiteX763" fmla="*/ 301899 w 569632"/>
                <a:gd name="connsiteY763" fmla="*/ 106356 h 267920"/>
                <a:gd name="connsiteX764" fmla="*/ 304333 w 569632"/>
                <a:gd name="connsiteY764" fmla="*/ 109604 h 267920"/>
                <a:gd name="connsiteX765" fmla="*/ 305955 w 569632"/>
                <a:gd name="connsiteY765" fmla="*/ 106356 h 267920"/>
                <a:gd name="connsiteX766" fmla="*/ 304333 w 569632"/>
                <a:gd name="connsiteY766" fmla="*/ 107980 h 267920"/>
                <a:gd name="connsiteX767" fmla="*/ 302710 w 569632"/>
                <a:gd name="connsiteY767" fmla="*/ 112039 h 267920"/>
                <a:gd name="connsiteX768" fmla="*/ 304333 w 569632"/>
                <a:gd name="connsiteY768" fmla="*/ 109604 h 267920"/>
                <a:gd name="connsiteX769" fmla="*/ 304333 w 569632"/>
                <a:gd name="connsiteY769" fmla="*/ 100673 h 267920"/>
                <a:gd name="connsiteX770" fmla="*/ 303521 w 569632"/>
                <a:gd name="connsiteY770" fmla="*/ 101485 h 267920"/>
                <a:gd name="connsiteX771" fmla="*/ 305144 w 569632"/>
                <a:gd name="connsiteY771" fmla="*/ 102297 h 267920"/>
                <a:gd name="connsiteX772" fmla="*/ 304333 w 569632"/>
                <a:gd name="connsiteY772" fmla="*/ 100673 h 267920"/>
                <a:gd name="connsiteX773" fmla="*/ 305144 w 569632"/>
                <a:gd name="connsiteY773" fmla="*/ 117723 h 267920"/>
                <a:gd name="connsiteX774" fmla="*/ 305955 w 569632"/>
                <a:gd name="connsiteY774" fmla="*/ 116911 h 267920"/>
                <a:gd name="connsiteX775" fmla="*/ 305955 w 569632"/>
                <a:gd name="connsiteY775" fmla="*/ 116099 h 267920"/>
                <a:gd name="connsiteX776" fmla="*/ 305144 w 569632"/>
                <a:gd name="connsiteY776" fmla="*/ 116911 h 267920"/>
                <a:gd name="connsiteX777" fmla="*/ 305144 w 569632"/>
                <a:gd name="connsiteY777" fmla="*/ 117723 h 267920"/>
                <a:gd name="connsiteX778" fmla="*/ 310012 w 569632"/>
                <a:gd name="connsiteY778" fmla="*/ 94178 h 267920"/>
                <a:gd name="connsiteX779" fmla="*/ 310012 w 569632"/>
                <a:gd name="connsiteY779" fmla="*/ 93366 h 267920"/>
                <a:gd name="connsiteX780" fmla="*/ 309201 w 569632"/>
                <a:gd name="connsiteY780" fmla="*/ 93366 h 267920"/>
                <a:gd name="connsiteX781" fmla="*/ 310012 w 569632"/>
                <a:gd name="connsiteY781" fmla="*/ 94178 h 267920"/>
                <a:gd name="connsiteX782" fmla="*/ 349766 w 569632"/>
                <a:gd name="connsiteY782" fmla="*/ 154257 h 267920"/>
                <a:gd name="connsiteX783" fmla="*/ 350578 w 569632"/>
                <a:gd name="connsiteY783" fmla="*/ 151010 h 267920"/>
                <a:gd name="connsiteX784" fmla="*/ 352200 w 569632"/>
                <a:gd name="connsiteY784" fmla="*/ 146950 h 267920"/>
                <a:gd name="connsiteX785" fmla="*/ 365181 w 569632"/>
                <a:gd name="connsiteY785" fmla="*/ 128277 h 267920"/>
                <a:gd name="connsiteX786" fmla="*/ 368427 w 569632"/>
                <a:gd name="connsiteY786" fmla="*/ 124218 h 267920"/>
                <a:gd name="connsiteX787" fmla="*/ 378974 w 569632"/>
                <a:gd name="connsiteY787" fmla="*/ 113663 h 267920"/>
                <a:gd name="connsiteX788" fmla="*/ 383841 w 569632"/>
                <a:gd name="connsiteY788" fmla="*/ 112851 h 267920"/>
                <a:gd name="connsiteX789" fmla="*/ 392766 w 569632"/>
                <a:gd name="connsiteY789" fmla="*/ 114475 h 267920"/>
                <a:gd name="connsiteX790" fmla="*/ 396011 w 569632"/>
                <a:gd name="connsiteY790" fmla="*/ 115287 h 267920"/>
                <a:gd name="connsiteX791" fmla="*/ 399257 w 569632"/>
                <a:gd name="connsiteY791" fmla="*/ 116911 h 267920"/>
                <a:gd name="connsiteX792" fmla="*/ 404124 w 569632"/>
                <a:gd name="connsiteY792" fmla="*/ 118534 h 267920"/>
                <a:gd name="connsiteX793" fmla="*/ 410615 w 569632"/>
                <a:gd name="connsiteY793" fmla="*/ 120970 h 267920"/>
                <a:gd name="connsiteX794" fmla="*/ 412238 w 569632"/>
                <a:gd name="connsiteY794" fmla="*/ 124218 h 267920"/>
                <a:gd name="connsiteX795" fmla="*/ 407370 w 569632"/>
                <a:gd name="connsiteY795" fmla="*/ 134772 h 267920"/>
                <a:gd name="connsiteX796" fmla="*/ 403313 w 569632"/>
                <a:gd name="connsiteY796" fmla="*/ 142891 h 267920"/>
                <a:gd name="connsiteX797" fmla="*/ 402502 w 569632"/>
                <a:gd name="connsiteY797" fmla="*/ 156693 h 267920"/>
                <a:gd name="connsiteX798" fmla="*/ 410615 w 569632"/>
                <a:gd name="connsiteY798" fmla="*/ 159128 h 267920"/>
                <a:gd name="connsiteX799" fmla="*/ 447124 w 569632"/>
                <a:gd name="connsiteY799" fmla="*/ 143703 h 267920"/>
                <a:gd name="connsiteX800" fmla="*/ 456049 w 569632"/>
                <a:gd name="connsiteY800" fmla="*/ 138020 h 267920"/>
                <a:gd name="connsiteX801" fmla="*/ 460105 w 569632"/>
                <a:gd name="connsiteY801" fmla="*/ 135584 h 267920"/>
                <a:gd name="connsiteX802" fmla="*/ 469030 w 569632"/>
                <a:gd name="connsiteY802" fmla="*/ 129901 h 267920"/>
                <a:gd name="connsiteX803" fmla="*/ 460916 w 569632"/>
                <a:gd name="connsiteY803" fmla="*/ 141267 h 267920"/>
                <a:gd name="connsiteX804" fmla="*/ 458483 w 569632"/>
                <a:gd name="connsiteY804" fmla="*/ 143703 h 267920"/>
                <a:gd name="connsiteX805" fmla="*/ 459294 w 569632"/>
                <a:gd name="connsiteY805" fmla="*/ 143703 h 267920"/>
                <a:gd name="connsiteX806" fmla="*/ 453615 w 569632"/>
                <a:gd name="connsiteY806" fmla="*/ 148574 h 267920"/>
                <a:gd name="connsiteX807" fmla="*/ 447936 w 569632"/>
                <a:gd name="connsiteY807" fmla="*/ 152634 h 267920"/>
                <a:gd name="connsiteX808" fmla="*/ 451181 w 569632"/>
                <a:gd name="connsiteY808" fmla="*/ 151010 h 267920"/>
                <a:gd name="connsiteX809" fmla="*/ 456049 w 569632"/>
                <a:gd name="connsiteY809" fmla="*/ 147762 h 267920"/>
                <a:gd name="connsiteX810" fmla="*/ 445501 w 569632"/>
                <a:gd name="connsiteY810" fmla="*/ 156693 h 267920"/>
                <a:gd name="connsiteX811" fmla="*/ 443879 w 569632"/>
                <a:gd name="connsiteY811" fmla="*/ 157505 h 267920"/>
                <a:gd name="connsiteX812" fmla="*/ 441445 w 569632"/>
                <a:gd name="connsiteY812" fmla="*/ 159128 h 267920"/>
                <a:gd name="connsiteX813" fmla="*/ 438200 w 569632"/>
                <a:gd name="connsiteY813" fmla="*/ 160752 h 267920"/>
                <a:gd name="connsiteX814" fmla="*/ 434954 w 569632"/>
                <a:gd name="connsiteY814" fmla="*/ 162376 h 267920"/>
                <a:gd name="connsiteX815" fmla="*/ 433332 w 569632"/>
                <a:gd name="connsiteY815" fmla="*/ 163188 h 267920"/>
                <a:gd name="connsiteX816" fmla="*/ 430898 w 569632"/>
                <a:gd name="connsiteY816" fmla="*/ 164812 h 267920"/>
                <a:gd name="connsiteX817" fmla="*/ 416294 w 569632"/>
                <a:gd name="connsiteY817" fmla="*/ 167247 h 267920"/>
                <a:gd name="connsiteX818" fmla="*/ 406558 w 569632"/>
                <a:gd name="connsiteY818" fmla="*/ 165624 h 267920"/>
                <a:gd name="connsiteX819" fmla="*/ 393577 w 569632"/>
                <a:gd name="connsiteY819" fmla="*/ 152634 h 267920"/>
                <a:gd name="connsiteX820" fmla="*/ 392766 w 569632"/>
                <a:gd name="connsiteY820" fmla="*/ 152634 h 267920"/>
                <a:gd name="connsiteX821" fmla="*/ 392766 w 569632"/>
                <a:gd name="connsiteY821" fmla="*/ 152634 h 267920"/>
                <a:gd name="connsiteX822" fmla="*/ 392766 w 569632"/>
                <a:gd name="connsiteY822" fmla="*/ 151010 h 267920"/>
                <a:gd name="connsiteX823" fmla="*/ 391144 w 569632"/>
                <a:gd name="connsiteY823" fmla="*/ 142891 h 267920"/>
                <a:gd name="connsiteX824" fmla="*/ 389521 w 569632"/>
                <a:gd name="connsiteY824" fmla="*/ 138831 h 267920"/>
                <a:gd name="connsiteX825" fmla="*/ 387087 w 569632"/>
                <a:gd name="connsiteY825" fmla="*/ 142891 h 267920"/>
                <a:gd name="connsiteX826" fmla="*/ 386276 w 569632"/>
                <a:gd name="connsiteY826" fmla="*/ 143703 h 267920"/>
                <a:gd name="connsiteX827" fmla="*/ 385464 w 569632"/>
                <a:gd name="connsiteY827" fmla="*/ 144515 h 267920"/>
                <a:gd name="connsiteX828" fmla="*/ 384653 w 569632"/>
                <a:gd name="connsiteY828" fmla="*/ 146138 h 267920"/>
                <a:gd name="connsiteX829" fmla="*/ 383841 w 569632"/>
                <a:gd name="connsiteY829" fmla="*/ 147762 h 267920"/>
                <a:gd name="connsiteX830" fmla="*/ 383841 w 569632"/>
                <a:gd name="connsiteY830" fmla="*/ 147762 h 267920"/>
                <a:gd name="connsiteX831" fmla="*/ 381408 w 569632"/>
                <a:gd name="connsiteY831" fmla="*/ 150198 h 267920"/>
                <a:gd name="connsiteX832" fmla="*/ 370049 w 569632"/>
                <a:gd name="connsiteY832" fmla="*/ 161564 h 267920"/>
                <a:gd name="connsiteX833" fmla="*/ 368427 w 569632"/>
                <a:gd name="connsiteY833" fmla="*/ 162376 h 267920"/>
                <a:gd name="connsiteX834" fmla="*/ 366804 w 569632"/>
                <a:gd name="connsiteY834" fmla="*/ 163188 h 267920"/>
                <a:gd name="connsiteX835" fmla="*/ 366804 w 569632"/>
                <a:gd name="connsiteY835" fmla="*/ 163188 h 267920"/>
                <a:gd name="connsiteX836" fmla="*/ 362747 w 569632"/>
                <a:gd name="connsiteY836" fmla="*/ 165624 h 267920"/>
                <a:gd name="connsiteX837" fmla="*/ 360313 w 569632"/>
                <a:gd name="connsiteY837" fmla="*/ 166435 h 267920"/>
                <a:gd name="connsiteX838" fmla="*/ 358691 w 569632"/>
                <a:gd name="connsiteY838" fmla="*/ 166435 h 267920"/>
                <a:gd name="connsiteX839" fmla="*/ 353012 w 569632"/>
                <a:gd name="connsiteY839" fmla="*/ 161564 h 267920"/>
                <a:gd name="connsiteX840" fmla="*/ 351389 w 569632"/>
                <a:gd name="connsiteY840" fmla="*/ 159940 h 267920"/>
                <a:gd name="connsiteX841" fmla="*/ 349766 w 569632"/>
                <a:gd name="connsiteY841" fmla="*/ 157505 h 267920"/>
                <a:gd name="connsiteX842" fmla="*/ 349766 w 569632"/>
                <a:gd name="connsiteY842" fmla="*/ 154257 h 267920"/>
                <a:gd name="connsiteX843" fmla="*/ 357880 w 569632"/>
                <a:gd name="connsiteY843" fmla="*/ 99049 h 267920"/>
                <a:gd name="connsiteX844" fmla="*/ 357068 w 569632"/>
                <a:gd name="connsiteY844" fmla="*/ 100673 h 267920"/>
                <a:gd name="connsiteX845" fmla="*/ 357880 w 569632"/>
                <a:gd name="connsiteY845" fmla="*/ 100673 h 267920"/>
                <a:gd name="connsiteX846" fmla="*/ 358691 w 569632"/>
                <a:gd name="connsiteY846" fmla="*/ 99049 h 267920"/>
                <a:gd name="connsiteX847" fmla="*/ 357880 w 569632"/>
                <a:gd name="connsiteY847" fmla="*/ 99049 h 267920"/>
                <a:gd name="connsiteX848" fmla="*/ 362747 w 569632"/>
                <a:gd name="connsiteY848" fmla="*/ 156693 h 267920"/>
                <a:gd name="connsiteX849" fmla="*/ 369238 w 569632"/>
                <a:gd name="connsiteY849" fmla="*/ 152634 h 267920"/>
                <a:gd name="connsiteX850" fmla="*/ 383841 w 569632"/>
                <a:gd name="connsiteY850" fmla="*/ 138831 h 267920"/>
                <a:gd name="connsiteX851" fmla="*/ 395200 w 569632"/>
                <a:gd name="connsiteY851" fmla="*/ 124218 h 267920"/>
                <a:gd name="connsiteX852" fmla="*/ 391955 w 569632"/>
                <a:gd name="connsiteY852" fmla="*/ 124218 h 267920"/>
                <a:gd name="connsiteX853" fmla="*/ 389521 w 569632"/>
                <a:gd name="connsiteY853" fmla="*/ 125030 h 267920"/>
                <a:gd name="connsiteX854" fmla="*/ 388709 w 569632"/>
                <a:gd name="connsiteY854" fmla="*/ 125030 h 267920"/>
                <a:gd name="connsiteX855" fmla="*/ 367615 w 569632"/>
                <a:gd name="connsiteY855" fmla="*/ 146138 h 267920"/>
                <a:gd name="connsiteX856" fmla="*/ 365993 w 569632"/>
                <a:gd name="connsiteY856" fmla="*/ 148574 h 267920"/>
                <a:gd name="connsiteX857" fmla="*/ 362747 w 569632"/>
                <a:gd name="connsiteY857" fmla="*/ 156693 h 267920"/>
                <a:gd name="connsiteX858" fmla="*/ 370861 w 569632"/>
                <a:gd name="connsiteY858" fmla="*/ 89307 h 267920"/>
                <a:gd name="connsiteX859" fmla="*/ 370861 w 569632"/>
                <a:gd name="connsiteY859" fmla="*/ 89307 h 267920"/>
                <a:gd name="connsiteX860" fmla="*/ 370861 w 569632"/>
                <a:gd name="connsiteY860" fmla="*/ 88495 h 267920"/>
                <a:gd name="connsiteX861" fmla="*/ 370861 w 569632"/>
                <a:gd name="connsiteY861" fmla="*/ 89307 h 267920"/>
                <a:gd name="connsiteX862" fmla="*/ 370861 w 569632"/>
                <a:gd name="connsiteY862" fmla="*/ 89307 h 267920"/>
                <a:gd name="connsiteX863" fmla="*/ 371672 w 569632"/>
                <a:gd name="connsiteY863" fmla="*/ 86059 h 267920"/>
                <a:gd name="connsiteX864" fmla="*/ 371672 w 569632"/>
                <a:gd name="connsiteY864" fmla="*/ 86059 h 267920"/>
                <a:gd name="connsiteX865" fmla="*/ 372483 w 569632"/>
                <a:gd name="connsiteY865" fmla="*/ 85247 h 267920"/>
                <a:gd name="connsiteX866" fmla="*/ 371672 w 569632"/>
                <a:gd name="connsiteY866" fmla="*/ 86059 h 267920"/>
                <a:gd name="connsiteX867" fmla="*/ 372483 w 569632"/>
                <a:gd name="connsiteY867" fmla="*/ 80376 h 267920"/>
                <a:gd name="connsiteX868" fmla="*/ 375728 w 569632"/>
                <a:gd name="connsiteY868" fmla="*/ 75505 h 267920"/>
                <a:gd name="connsiteX869" fmla="*/ 374917 w 569632"/>
                <a:gd name="connsiteY869" fmla="*/ 75505 h 267920"/>
                <a:gd name="connsiteX870" fmla="*/ 374106 w 569632"/>
                <a:gd name="connsiteY870" fmla="*/ 76317 h 267920"/>
                <a:gd name="connsiteX871" fmla="*/ 373294 w 569632"/>
                <a:gd name="connsiteY871" fmla="*/ 77129 h 267920"/>
                <a:gd name="connsiteX872" fmla="*/ 372483 w 569632"/>
                <a:gd name="connsiteY872" fmla="*/ 80376 h 267920"/>
                <a:gd name="connsiteX873" fmla="*/ 374917 w 569632"/>
                <a:gd name="connsiteY873" fmla="*/ 81188 h 267920"/>
                <a:gd name="connsiteX874" fmla="*/ 374106 w 569632"/>
                <a:gd name="connsiteY874" fmla="*/ 82000 h 267920"/>
                <a:gd name="connsiteX875" fmla="*/ 373294 w 569632"/>
                <a:gd name="connsiteY875" fmla="*/ 83624 h 267920"/>
                <a:gd name="connsiteX876" fmla="*/ 373294 w 569632"/>
                <a:gd name="connsiteY876" fmla="*/ 84435 h 267920"/>
                <a:gd name="connsiteX877" fmla="*/ 374917 w 569632"/>
                <a:gd name="connsiteY877" fmla="*/ 81188 h 267920"/>
                <a:gd name="connsiteX878" fmla="*/ 374917 w 569632"/>
                <a:gd name="connsiteY878" fmla="*/ 87683 h 267920"/>
                <a:gd name="connsiteX879" fmla="*/ 374917 w 569632"/>
                <a:gd name="connsiteY879" fmla="*/ 88495 h 267920"/>
                <a:gd name="connsiteX880" fmla="*/ 374106 w 569632"/>
                <a:gd name="connsiteY880" fmla="*/ 89307 h 267920"/>
                <a:gd name="connsiteX881" fmla="*/ 374917 w 569632"/>
                <a:gd name="connsiteY881" fmla="*/ 88495 h 267920"/>
                <a:gd name="connsiteX882" fmla="*/ 374917 w 569632"/>
                <a:gd name="connsiteY882" fmla="*/ 87683 h 267920"/>
                <a:gd name="connsiteX883" fmla="*/ 374917 w 569632"/>
                <a:gd name="connsiteY883" fmla="*/ 87683 h 267920"/>
                <a:gd name="connsiteX884" fmla="*/ 396823 w 569632"/>
                <a:gd name="connsiteY884" fmla="*/ 25168 h 267920"/>
                <a:gd name="connsiteX885" fmla="*/ 396011 w 569632"/>
                <a:gd name="connsiteY885" fmla="*/ 26792 h 267920"/>
                <a:gd name="connsiteX886" fmla="*/ 382219 w 569632"/>
                <a:gd name="connsiteY886" fmla="*/ 60891 h 267920"/>
                <a:gd name="connsiteX887" fmla="*/ 381408 w 569632"/>
                <a:gd name="connsiteY887" fmla="*/ 62515 h 267920"/>
                <a:gd name="connsiteX888" fmla="*/ 381408 w 569632"/>
                <a:gd name="connsiteY888" fmla="*/ 63327 h 267920"/>
                <a:gd name="connsiteX889" fmla="*/ 381408 w 569632"/>
                <a:gd name="connsiteY889" fmla="*/ 64138 h 267920"/>
                <a:gd name="connsiteX890" fmla="*/ 380596 w 569632"/>
                <a:gd name="connsiteY890" fmla="*/ 64950 h 267920"/>
                <a:gd name="connsiteX891" fmla="*/ 379785 w 569632"/>
                <a:gd name="connsiteY891" fmla="*/ 65762 h 267920"/>
                <a:gd name="connsiteX892" fmla="*/ 378162 w 569632"/>
                <a:gd name="connsiteY892" fmla="*/ 69822 h 267920"/>
                <a:gd name="connsiteX893" fmla="*/ 376540 w 569632"/>
                <a:gd name="connsiteY893" fmla="*/ 72257 h 267920"/>
                <a:gd name="connsiteX894" fmla="*/ 375728 w 569632"/>
                <a:gd name="connsiteY894" fmla="*/ 73069 h 267920"/>
                <a:gd name="connsiteX895" fmla="*/ 374917 w 569632"/>
                <a:gd name="connsiteY895" fmla="*/ 73881 h 267920"/>
                <a:gd name="connsiteX896" fmla="*/ 378974 w 569632"/>
                <a:gd name="connsiteY896" fmla="*/ 69010 h 267920"/>
                <a:gd name="connsiteX897" fmla="*/ 381408 w 569632"/>
                <a:gd name="connsiteY897" fmla="*/ 64950 h 267920"/>
                <a:gd name="connsiteX898" fmla="*/ 383030 w 569632"/>
                <a:gd name="connsiteY898" fmla="*/ 62515 h 267920"/>
                <a:gd name="connsiteX899" fmla="*/ 383841 w 569632"/>
                <a:gd name="connsiteY899" fmla="*/ 60891 h 267920"/>
                <a:gd name="connsiteX900" fmla="*/ 384653 w 569632"/>
                <a:gd name="connsiteY900" fmla="*/ 59267 h 267920"/>
                <a:gd name="connsiteX901" fmla="*/ 385464 w 569632"/>
                <a:gd name="connsiteY901" fmla="*/ 57643 h 267920"/>
                <a:gd name="connsiteX902" fmla="*/ 387898 w 569632"/>
                <a:gd name="connsiteY902" fmla="*/ 52772 h 267920"/>
                <a:gd name="connsiteX903" fmla="*/ 390332 w 569632"/>
                <a:gd name="connsiteY903" fmla="*/ 47901 h 267920"/>
                <a:gd name="connsiteX904" fmla="*/ 396823 w 569632"/>
                <a:gd name="connsiteY904" fmla="*/ 28416 h 267920"/>
                <a:gd name="connsiteX905" fmla="*/ 396823 w 569632"/>
                <a:gd name="connsiteY905" fmla="*/ 25168 h 267920"/>
                <a:gd name="connsiteX906" fmla="*/ 396823 w 569632"/>
                <a:gd name="connsiteY906" fmla="*/ 25168 h 267920"/>
                <a:gd name="connsiteX907" fmla="*/ 396823 w 569632"/>
                <a:gd name="connsiteY907" fmla="*/ 25168 h 267920"/>
                <a:gd name="connsiteX908" fmla="*/ 378162 w 569632"/>
                <a:gd name="connsiteY908" fmla="*/ 83624 h 267920"/>
                <a:gd name="connsiteX909" fmla="*/ 378162 w 569632"/>
                <a:gd name="connsiteY909" fmla="*/ 83624 h 267920"/>
                <a:gd name="connsiteX910" fmla="*/ 379785 w 569632"/>
                <a:gd name="connsiteY910" fmla="*/ 82812 h 267920"/>
                <a:gd name="connsiteX911" fmla="*/ 378162 w 569632"/>
                <a:gd name="connsiteY911" fmla="*/ 83624 h 267920"/>
                <a:gd name="connsiteX912" fmla="*/ 391144 w 569632"/>
                <a:gd name="connsiteY912" fmla="*/ 55208 h 267920"/>
                <a:gd name="connsiteX913" fmla="*/ 387087 w 569632"/>
                <a:gd name="connsiteY913" fmla="*/ 61703 h 267920"/>
                <a:gd name="connsiteX914" fmla="*/ 384653 w 569632"/>
                <a:gd name="connsiteY914" fmla="*/ 65762 h 267920"/>
                <a:gd name="connsiteX915" fmla="*/ 382219 w 569632"/>
                <a:gd name="connsiteY915" fmla="*/ 69010 h 267920"/>
                <a:gd name="connsiteX916" fmla="*/ 378974 w 569632"/>
                <a:gd name="connsiteY916" fmla="*/ 75505 h 267920"/>
                <a:gd name="connsiteX917" fmla="*/ 377351 w 569632"/>
                <a:gd name="connsiteY917" fmla="*/ 77129 h 267920"/>
                <a:gd name="connsiteX918" fmla="*/ 377351 w 569632"/>
                <a:gd name="connsiteY918" fmla="*/ 77940 h 267920"/>
                <a:gd name="connsiteX919" fmla="*/ 377351 w 569632"/>
                <a:gd name="connsiteY919" fmla="*/ 79564 h 267920"/>
                <a:gd name="connsiteX920" fmla="*/ 378162 w 569632"/>
                <a:gd name="connsiteY920" fmla="*/ 79564 h 267920"/>
                <a:gd name="connsiteX921" fmla="*/ 380596 w 569632"/>
                <a:gd name="connsiteY921" fmla="*/ 79564 h 267920"/>
                <a:gd name="connsiteX922" fmla="*/ 379785 w 569632"/>
                <a:gd name="connsiteY922" fmla="*/ 80376 h 267920"/>
                <a:gd name="connsiteX923" fmla="*/ 378974 w 569632"/>
                <a:gd name="connsiteY923" fmla="*/ 82000 h 267920"/>
                <a:gd name="connsiteX924" fmla="*/ 378974 w 569632"/>
                <a:gd name="connsiteY924" fmla="*/ 83624 h 267920"/>
                <a:gd name="connsiteX925" fmla="*/ 379785 w 569632"/>
                <a:gd name="connsiteY925" fmla="*/ 82000 h 267920"/>
                <a:gd name="connsiteX926" fmla="*/ 381408 w 569632"/>
                <a:gd name="connsiteY926" fmla="*/ 79564 h 267920"/>
                <a:gd name="connsiteX927" fmla="*/ 382219 w 569632"/>
                <a:gd name="connsiteY927" fmla="*/ 77940 h 267920"/>
                <a:gd name="connsiteX928" fmla="*/ 383030 w 569632"/>
                <a:gd name="connsiteY928" fmla="*/ 76317 h 267920"/>
                <a:gd name="connsiteX929" fmla="*/ 381408 w 569632"/>
                <a:gd name="connsiteY929" fmla="*/ 77940 h 267920"/>
                <a:gd name="connsiteX930" fmla="*/ 379785 w 569632"/>
                <a:gd name="connsiteY930" fmla="*/ 79564 h 267920"/>
                <a:gd name="connsiteX931" fmla="*/ 380596 w 569632"/>
                <a:gd name="connsiteY931" fmla="*/ 76317 h 267920"/>
                <a:gd name="connsiteX932" fmla="*/ 384653 w 569632"/>
                <a:gd name="connsiteY932" fmla="*/ 72257 h 267920"/>
                <a:gd name="connsiteX933" fmla="*/ 387087 w 569632"/>
                <a:gd name="connsiteY933" fmla="*/ 70634 h 267920"/>
                <a:gd name="connsiteX934" fmla="*/ 387898 w 569632"/>
                <a:gd name="connsiteY934" fmla="*/ 69010 h 267920"/>
                <a:gd name="connsiteX935" fmla="*/ 386276 w 569632"/>
                <a:gd name="connsiteY935" fmla="*/ 69010 h 267920"/>
                <a:gd name="connsiteX936" fmla="*/ 386276 w 569632"/>
                <a:gd name="connsiteY936" fmla="*/ 69822 h 267920"/>
                <a:gd name="connsiteX937" fmla="*/ 386276 w 569632"/>
                <a:gd name="connsiteY937" fmla="*/ 70634 h 267920"/>
                <a:gd name="connsiteX938" fmla="*/ 385464 w 569632"/>
                <a:gd name="connsiteY938" fmla="*/ 69822 h 267920"/>
                <a:gd name="connsiteX939" fmla="*/ 390332 w 569632"/>
                <a:gd name="connsiteY939" fmla="*/ 59267 h 267920"/>
                <a:gd name="connsiteX940" fmla="*/ 391144 w 569632"/>
                <a:gd name="connsiteY940" fmla="*/ 55208 h 267920"/>
                <a:gd name="connsiteX941" fmla="*/ 385464 w 569632"/>
                <a:gd name="connsiteY941" fmla="*/ 77940 h 267920"/>
                <a:gd name="connsiteX942" fmla="*/ 385464 w 569632"/>
                <a:gd name="connsiteY942" fmla="*/ 77940 h 267920"/>
                <a:gd name="connsiteX943" fmla="*/ 385464 w 569632"/>
                <a:gd name="connsiteY943" fmla="*/ 78752 h 267920"/>
                <a:gd name="connsiteX944" fmla="*/ 385464 w 569632"/>
                <a:gd name="connsiteY944" fmla="*/ 77940 h 267920"/>
                <a:gd name="connsiteX945" fmla="*/ 385464 w 569632"/>
                <a:gd name="connsiteY945" fmla="*/ 77940 h 267920"/>
                <a:gd name="connsiteX946" fmla="*/ 389521 w 569632"/>
                <a:gd name="connsiteY946" fmla="*/ 64138 h 267920"/>
                <a:gd name="connsiteX947" fmla="*/ 388709 w 569632"/>
                <a:gd name="connsiteY947" fmla="*/ 65762 h 267920"/>
                <a:gd name="connsiteX948" fmla="*/ 390332 w 569632"/>
                <a:gd name="connsiteY948" fmla="*/ 63327 h 267920"/>
                <a:gd name="connsiteX949" fmla="*/ 389521 w 569632"/>
                <a:gd name="connsiteY949" fmla="*/ 64138 h 267920"/>
                <a:gd name="connsiteX950" fmla="*/ 391955 w 569632"/>
                <a:gd name="connsiteY950" fmla="*/ 56832 h 267920"/>
                <a:gd name="connsiteX951" fmla="*/ 391955 w 569632"/>
                <a:gd name="connsiteY951" fmla="*/ 56832 h 267920"/>
                <a:gd name="connsiteX952" fmla="*/ 391955 w 569632"/>
                <a:gd name="connsiteY952" fmla="*/ 58455 h 267920"/>
                <a:gd name="connsiteX953" fmla="*/ 391955 w 569632"/>
                <a:gd name="connsiteY953" fmla="*/ 56832 h 267920"/>
                <a:gd name="connsiteX954" fmla="*/ 391955 w 569632"/>
                <a:gd name="connsiteY954" fmla="*/ 56832 h 267920"/>
                <a:gd name="connsiteX955" fmla="*/ 391955 w 569632"/>
                <a:gd name="connsiteY955" fmla="*/ 51960 h 267920"/>
                <a:gd name="connsiteX956" fmla="*/ 392766 w 569632"/>
                <a:gd name="connsiteY956" fmla="*/ 51960 h 267920"/>
                <a:gd name="connsiteX957" fmla="*/ 392766 w 569632"/>
                <a:gd name="connsiteY957" fmla="*/ 49525 h 267920"/>
                <a:gd name="connsiteX958" fmla="*/ 391955 w 569632"/>
                <a:gd name="connsiteY958" fmla="*/ 51960 h 267920"/>
                <a:gd name="connsiteX959" fmla="*/ 396011 w 569632"/>
                <a:gd name="connsiteY959" fmla="*/ 44653 h 267920"/>
                <a:gd name="connsiteX960" fmla="*/ 396011 w 569632"/>
                <a:gd name="connsiteY960" fmla="*/ 44653 h 267920"/>
                <a:gd name="connsiteX961" fmla="*/ 394389 w 569632"/>
                <a:gd name="connsiteY961" fmla="*/ 45465 h 267920"/>
                <a:gd name="connsiteX962" fmla="*/ 393577 w 569632"/>
                <a:gd name="connsiteY962" fmla="*/ 46277 h 267920"/>
                <a:gd name="connsiteX963" fmla="*/ 393577 w 569632"/>
                <a:gd name="connsiteY963" fmla="*/ 47089 h 267920"/>
                <a:gd name="connsiteX964" fmla="*/ 393577 w 569632"/>
                <a:gd name="connsiteY964" fmla="*/ 47089 h 267920"/>
                <a:gd name="connsiteX965" fmla="*/ 394389 w 569632"/>
                <a:gd name="connsiteY965" fmla="*/ 47901 h 267920"/>
                <a:gd name="connsiteX966" fmla="*/ 396011 w 569632"/>
                <a:gd name="connsiteY966" fmla="*/ 44653 h 267920"/>
                <a:gd name="connsiteX967" fmla="*/ 396011 w 569632"/>
                <a:gd name="connsiteY967" fmla="*/ 46277 h 267920"/>
                <a:gd name="connsiteX968" fmla="*/ 396011 w 569632"/>
                <a:gd name="connsiteY968" fmla="*/ 47901 h 267920"/>
                <a:gd name="connsiteX969" fmla="*/ 396823 w 569632"/>
                <a:gd name="connsiteY969" fmla="*/ 47089 h 267920"/>
                <a:gd name="connsiteX970" fmla="*/ 396011 w 569632"/>
                <a:gd name="connsiteY970" fmla="*/ 46277 h 267920"/>
                <a:gd name="connsiteX971" fmla="*/ 397634 w 569632"/>
                <a:gd name="connsiteY971" fmla="*/ 43841 h 267920"/>
                <a:gd name="connsiteX972" fmla="*/ 396823 w 569632"/>
                <a:gd name="connsiteY972" fmla="*/ 44653 h 267920"/>
                <a:gd name="connsiteX973" fmla="*/ 397634 w 569632"/>
                <a:gd name="connsiteY973" fmla="*/ 44653 h 267920"/>
                <a:gd name="connsiteX974" fmla="*/ 397634 w 569632"/>
                <a:gd name="connsiteY974" fmla="*/ 43841 h 267920"/>
                <a:gd name="connsiteX975" fmla="*/ 397634 w 569632"/>
                <a:gd name="connsiteY975" fmla="*/ 43841 h 267920"/>
                <a:gd name="connsiteX976" fmla="*/ 400068 w 569632"/>
                <a:gd name="connsiteY976" fmla="*/ 42218 h 267920"/>
                <a:gd name="connsiteX977" fmla="*/ 399257 w 569632"/>
                <a:gd name="connsiteY977" fmla="*/ 43030 h 267920"/>
                <a:gd name="connsiteX978" fmla="*/ 399257 w 569632"/>
                <a:gd name="connsiteY978" fmla="*/ 43841 h 267920"/>
                <a:gd name="connsiteX979" fmla="*/ 400068 w 569632"/>
                <a:gd name="connsiteY979" fmla="*/ 42218 h 267920"/>
                <a:gd name="connsiteX980" fmla="*/ 428464 w 569632"/>
                <a:gd name="connsiteY980" fmla="*/ 164000 h 267920"/>
                <a:gd name="connsiteX981" fmla="*/ 429275 w 569632"/>
                <a:gd name="connsiteY981" fmla="*/ 164000 h 267920"/>
                <a:gd name="connsiteX982" fmla="*/ 428464 w 569632"/>
                <a:gd name="connsiteY982" fmla="*/ 164000 h 267920"/>
                <a:gd name="connsiteX983" fmla="*/ 428464 w 569632"/>
                <a:gd name="connsiteY983" fmla="*/ 164000 h 267920"/>
                <a:gd name="connsiteX984" fmla="*/ 435766 w 569632"/>
                <a:gd name="connsiteY984" fmla="*/ 159128 h 267920"/>
                <a:gd name="connsiteX985" fmla="*/ 437388 w 569632"/>
                <a:gd name="connsiteY985" fmla="*/ 158317 h 267920"/>
                <a:gd name="connsiteX986" fmla="*/ 435766 w 569632"/>
                <a:gd name="connsiteY986" fmla="*/ 159128 h 267920"/>
                <a:gd name="connsiteX987" fmla="*/ 435766 w 569632"/>
                <a:gd name="connsiteY987" fmla="*/ 159128 h 267920"/>
                <a:gd name="connsiteX988" fmla="*/ 443068 w 569632"/>
                <a:gd name="connsiteY988" fmla="*/ 155069 h 267920"/>
                <a:gd name="connsiteX989" fmla="*/ 444690 w 569632"/>
                <a:gd name="connsiteY989" fmla="*/ 154257 h 267920"/>
                <a:gd name="connsiteX990" fmla="*/ 446313 w 569632"/>
                <a:gd name="connsiteY990" fmla="*/ 153445 h 267920"/>
                <a:gd name="connsiteX991" fmla="*/ 447124 w 569632"/>
                <a:gd name="connsiteY991" fmla="*/ 152634 h 267920"/>
                <a:gd name="connsiteX992" fmla="*/ 447124 w 569632"/>
                <a:gd name="connsiteY992" fmla="*/ 152634 h 267920"/>
                <a:gd name="connsiteX993" fmla="*/ 446313 w 569632"/>
                <a:gd name="connsiteY993" fmla="*/ 153445 h 267920"/>
                <a:gd name="connsiteX994" fmla="*/ 444690 w 569632"/>
                <a:gd name="connsiteY994" fmla="*/ 154257 h 267920"/>
                <a:gd name="connsiteX995" fmla="*/ 443068 w 569632"/>
                <a:gd name="connsiteY995" fmla="*/ 155069 h 267920"/>
                <a:gd name="connsiteX996" fmla="*/ 457671 w 569632"/>
                <a:gd name="connsiteY996" fmla="*/ 141267 h 267920"/>
                <a:gd name="connsiteX997" fmla="*/ 468218 w 569632"/>
                <a:gd name="connsiteY997" fmla="*/ 123406 h 267920"/>
                <a:gd name="connsiteX998" fmla="*/ 473086 w 569632"/>
                <a:gd name="connsiteY998" fmla="*/ 117723 h 267920"/>
                <a:gd name="connsiteX999" fmla="*/ 478765 w 569632"/>
                <a:gd name="connsiteY999" fmla="*/ 111228 h 267920"/>
                <a:gd name="connsiteX1000" fmla="*/ 485256 w 569632"/>
                <a:gd name="connsiteY1000" fmla="*/ 121782 h 267920"/>
                <a:gd name="connsiteX1001" fmla="*/ 468218 w 569632"/>
                <a:gd name="connsiteY1001" fmla="*/ 142079 h 267920"/>
                <a:gd name="connsiteX1002" fmla="*/ 464162 w 569632"/>
                <a:gd name="connsiteY1002" fmla="*/ 153445 h 267920"/>
                <a:gd name="connsiteX1003" fmla="*/ 469030 w 569632"/>
                <a:gd name="connsiteY1003" fmla="*/ 154257 h 267920"/>
                <a:gd name="connsiteX1004" fmla="*/ 490935 w 569632"/>
                <a:gd name="connsiteY1004" fmla="*/ 147762 h 267920"/>
                <a:gd name="connsiteX1005" fmla="*/ 508784 w 569632"/>
                <a:gd name="connsiteY1005" fmla="*/ 136396 h 267920"/>
                <a:gd name="connsiteX1006" fmla="*/ 512841 w 569632"/>
                <a:gd name="connsiteY1006" fmla="*/ 133960 h 267920"/>
                <a:gd name="connsiteX1007" fmla="*/ 525011 w 569632"/>
                <a:gd name="connsiteY1007" fmla="*/ 125030 h 267920"/>
                <a:gd name="connsiteX1008" fmla="*/ 544482 w 569632"/>
                <a:gd name="connsiteY1008" fmla="*/ 112039 h 267920"/>
                <a:gd name="connsiteX1009" fmla="*/ 552595 w 569632"/>
                <a:gd name="connsiteY1009" fmla="*/ 105544 h 267920"/>
                <a:gd name="connsiteX1010" fmla="*/ 559897 w 569632"/>
                <a:gd name="connsiteY1010" fmla="*/ 100673 h 267920"/>
                <a:gd name="connsiteX1011" fmla="*/ 561520 w 569632"/>
                <a:gd name="connsiteY1011" fmla="*/ 99861 h 267920"/>
                <a:gd name="connsiteX1012" fmla="*/ 564765 w 569632"/>
                <a:gd name="connsiteY1012" fmla="*/ 101485 h 267920"/>
                <a:gd name="connsiteX1013" fmla="*/ 569633 w 569632"/>
                <a:gd name="connsiteY1013" fmla="*/ 107980 h 267920"/>
                <a:gd name="connsiteX1014" fmla="*/ 565576 w 569632"/>
                <a:gd name="connsiteY1014" fmla="*/ 113663 h 267920"/>
                <a:gd name="connsiteX1015" fmla="*/ 553407 w 569632"/>
                <a:gd name="connsiteY1015" fmla="*/ 126653 h 267920"/>
                <a:gd name="connsiteX1016" fmla="*/ 550161 w 569632"/>
                <a:gd name="connsiteY1016" fmla="*/ 130713 h 267920"/>
                <a:gd name="connsiteX1017" fmla="*/ 549350 w 569632"/>
                <a:gd name="connsiteY1017" fmla="*/ 131525 h 267920"/>
                <a:gd name="connsiteX1018" fmla="*/ 543671 w 569632"/>
                <a:gd name="connsiteY1018" fmla="*/ 138831 h 267920"/>
                <a:gd name="connsiteX1019" fmla="*/ 537991 w 569632"/>
                <a:gd name="connsiteY1019" fmla="*/ 146950 h 267920"/>
                <a:gd name="connsiteX1020" fmla="*/ 536369 w 569632"/>
                <a:gd name="connsiteY1020" fmla="*/ 148574 h 267920"/>
                <a:gd name="connsiteX1021" fmla="*/ 528256 w 569632"/>
                <a:gd name="connsiteY1021" fmla="*/ 159128 h 267920"/>
                <a:gd name="connsiteX1022" fmla="*/ 525822 w 569632"/>
                <a:gd name="connsiteY1022" fmla="*/ 162376 h 267920"/>
                <a:gd name="connsiteX1023" fmla="*/ 525011 w 569632"/>
                <a:gd name="connsiteY1023" fmla="*/ 163188 h 267920"/>
                <a:gd name="connsiteX1024" fmla="*/ 524199 w 569632"/>
                <a:gd name="connsiteY1024" fmla="*/ 164812 h 267920"/>
                <a:gd name="connsiteX1025" fmla="*/ 522576 w 569632"/>
                <a:gd name="connsiteY1025" fmla="*/ 166435 h 267920"/>
                <a:gd name="connsiteX1026" fmla="*/ 520954 w 569632"/>
                <a:gd name="connsiteY1026" fmla="*/ 168871 h 267920"/>
                <a:gd name="connsiteX1027" fmla="*/ 520954 w 569632"/>
                <a:gd name="connsiteY1027" fmla="*/ 170495 h 267920"/>
                <a:gd name="connsiteX1028" fmla="*/ 520954 w 569632"/>
                <a:gd name="connsiteY1028" fmla="*/ 170495 h 267920"/>
                <a:gd name="connsiteX1029" fmla="*/ 520143 w 569632"/>
                <a:gd name="connsiteY1029" fmla="*/ 171307 h 267920"/>
                <a:gd name="connsiteX1030" fmla="*/ 516897 w 569632"/>
                <a:gd name="connsiteY1030" fmla="*/ 175366 h 267920"/>
                <a:gd name="connsiteX1031" fmla="*/ 513652 w 569632"/>
                <a:gd name="connsiteY1031" fmla="*/ 180237 h 267920"/>
                <a:gd name="connsiteX1032" fmla="*/ 511218 w 569632"/>
                <a:gd name="connsiteY1032" fmla="*/ 184297 h 267920"/>
                <a:gd name="connsiteX1033" fmla="*/ 508784 w 569632"/>
                <a:gd name="connsiteY1033" fmla="*/ 186732 h 267920"/>
                <a:gd name="connsiteX1034" fmla="*/ 507973 w 569632"/>
                <a:gd name="connsiteY1034" fmla="*/ 186732 h 267920"/>
                <a:gd name="connsiteX1035" fmla="*/ 507973 w 569632"/>
                <a:gd name="connsiteY1035" fmla="*/ 187544 h 267920"/>
                <a:gd name="connsiteX1036" fmla="*/ 507162 w 569632"/>
                <a:gd name="connsiteY1036" fmla="*/ 189168 h 267920"/>
                <a:gd name="connsiteX1037" fmla="*/ 504728 w 569632"/>
                <a:gd name="connsiteY1037" fmla="*/ 192416 h 267920"/>
                <a:gd name="connsiteX1038" fmla="*/ 503105 w 569632"/>
                <a:gd name="connsiteY1038" fmla="*/ 194851 h 267920"/>
                <a:gd name="connsiteX1039" fmla="*/ 501482 w 569632"/>
                <a:gd name="connsiteY1039" fmla="*/ 194851 h 267920"/>
                <a:gd name="connsiteX1040" fmla="*/ 501482 w 569632"/>
                <a:gd name="connsiteY1040" fmla="*/ 194039 h 267920"/>
                <a:gd name="connsiteX1041" fmla="*/ 500671 w 569632"/>
                <a:gd name="connsiteY1041" fmla="*/ 194851 h 267920"/>
                <a:gd name="connsiteX1042" fmla="*/ 499860 w 569632"/>
                <a:gd name="connsiteY1042" fmla="*/ 196475 h 267920"/>
                <a:gd name="connsiteX1043" fmla="*/ 499860 w 569632"/>
                <a:gd name="connsiteY1043" fmla="*/ 196475 h 267920"/>
                <a:gd name="connsiteX1044" fmla="*/ 503105 w 569632"/>
                <a:gd name="connsiteY1044" fmla="*/ 195663 h 267920"/>
                <a:gd name="connsiteX1045" fmla="*/ 498237 w 569632"/>
                <a:gd name="connsiteY1045" fmla="*/ 202970 h 267920"/>
                <a:gd name="connsiteX1046" fmla="*/ 498237 w 569632"/>
                <a:gd name="connsiteY1046" fmla="*/ 202970 h 267920"/>
                <a:gd name="connsiteX1047" fmla="*/ 496615 w 569632"/>
                <a:gd name="connsiteY1047" fmla="*/ 205406 h 267920"/>
                <a:gd name="connsiteX1048" fmla="*/ 495803 w 569632"/>
                <a:gd name="connsiteY1048" fmla="*/ 205406 h 267920"/>
                <a:gd name="connsiteX1049" fmla="*/ 496615 w 569632"/>
                <a:gd name="connsiteY1049" fmla="*/ 205406 h 267920"/>
                <a:gd name="connsiteX1050" fmla="*/ 497426 w 569632"/>
                <a:gd name="connsiteY1050" fmla="*/ 206218 h 267920"/>
                <a:gd name="connsiteX1051" fmla="*/ 497426 w 569632"/>
                <a:gd name="connsiteY1051" fmla="*/ 207029 h 267920"/>
                <a:gd name="connsiteX1052" fmla="*/ 496615 w 569632"/>
                <a:gd name="connsiteY1052" fmla="*/ 207029 h 267920"/>
                <a:gd name="connsiteX1053" fmla="*/ 495803 w 569632"/>
                <a:gd name="connsiteY1053" fmla="*/ 207029 h 267920"/>
                <a:gd name="connsiteX1054" fmla="*/ 494992 w 569632"/>
                <a:gd name="connsiteY1054" fmla="*/ 207029 h 267920"/>
                <a:gd name="connsiteX1055" fmla="*/ 494180 w 569632"/>
                <a:gd name="connsiteY1055" fmla="*/ 207029 h 267920"/>
                <a:gd name="connsiteX1056" fmla="*/ 494180 w 569632"/>
                <a:gd name="connsiteY1056" fmla="*/ 207841 h 267920"/>
                <a:gd name="connsiteX1057" fmla="*/ 494992 w 569632"/>
                <a:gd name="connsiteY1057" fmla="*/ 208653 h 267920"/>
                <a:gd name="connsiteX1058" fmla="*/ 494180 w 569632"/>
                <a:gd name="connsiteY1058" fmla="*/ 209465 h 267920"/>
                <a:gd name="connsiteX1059" fmla="*/ 493369 w 569632"/>
                <a:gd name="connsiteY1059" fmla="*/ 209465 h 267920"/>
                <a:gd name="connsiteX1060" fmla="*/ 492558 w 569632"/>
                <a:gd name="connsiteY1060" fmla="*/ 211901 h 267920"/>
                <a:gd name="connsiteX1061" fmla="*/ 490935 w 569632"/>
                <a:gd name="connsiteY1061" fmla="*/ 212713 h 267920"/>
                <a:gd name="connsiteX1062" fmla="*/ 489312 w 569632"/>
                <a:gd name="connsiteY1062" fmla="*/ 215148 h 267920"/>
                <a:gd name="connsiteX1063" fmla="*/ 488501 w 569632"/>
                <a:gd name="connsiteY1063" fmla="*/ 216772 h 267920"/>
                <a:gd name="connsiteX1064" fmla="*/ 488501 w 569632"/>
                <a:gd name="connsiteY1064" fmla="*/ 216772 h 267920"/>
                <a:gd name="connsiteX1065" fmla="*/ 488501 w 569632"/>
                <a:gd name="connsiteY1065" fmla="*/ 216772 h 267920"/>
                <a:gd name="connsiteX1066" fmla="*/ 487690 w 569632"/>
                <a:gd name="connsiteY1066" fmla="*/ 217584 h 267920"/>
                <a:gd name="connsiteX1067" fmla="*/ 486879 w 569632"/>
                <a:gd name="connsiteY1067" fmla="*/ 218396 h 267920"/>
                <a:gd name="connsiteX1068" fmla="*/ 487690 w 569632"/>
                <a:gd name="connsiteY1068" fmla="*/ 218396 h 267920"/>
                <a:gd name="connsiteX1069" fmla="*/ 488501 w 569632"/>
                <a:gd name="connsiteY1069" fmla="*/ 218396 h 267920"/>
                <a:gd name="connsiteX1070" fmla="*/ 487690 w 569632"/>
                <a:gd name="connsiteY1070" fmla="*/ 219208 h 267920"/>
                <a:gd name="connsiteX1071" fmla="*/ 486879 w 569632"/>
                <a:gd name="connsiteY1071" fmla="*/ 220019 h 267920"/>
                <a:gd name="connsiteX1072" fmla="*/ 486067 w 569632"/>
                <a:gd name="connsiteY1072" fmla="*/ 221643 h 267920"/>
                <a:gd name="connsiteX1073" fmla="*/ 485256 w 569632"/>
                <a:gd name="connsiteY1073" fmla="*/ 223267 h 267920"/>
                <a:gd name="connsiteX1074" fmla="*/ 484445 w 569632"/>
                <a:gd name="connsiteY1074" fmla="*/ 224079 h 267920"/>
                <a:gd name="connsiteX1075" fmla="*/ 483633 w 569632"/>
                <a:gd name="connsiteY1075" fmla="*/ 224891 h 267920"/>
                <a:gd name="connsiteX1076" fmla="*/ 483633 w 569632"/>
                <a:gd name="connsiteY1076" fmla="*/ 224891 h 267920"/>
                <a:gd name="connsiteX1077" fmla="*/ 482011 w 569632"/>
                <a:gd name="connsiteY1077" fmla="*/ 225703 h 267920"/>
                <a:gd name="connsiteX1078" fmla="*/ 482011 w 569632"/>
                <a:gd name="connsiteY1078" fmla="*/ 227326 h 267920"/>
                <a:gd name="connsiteX1079" fmla="*/ 482822 w 569632"/>
                <a:gd name="connsiteY1079" fmla="*/ 226515 h 267920"/>
                <a:gd name="connsiteX1080" fmla="*/ 484445 w 569632"/>
                <a:gd name="connsiteY1080" fmla="*/ 225703 h 267920"/>
                <a:gd name="connsiteX1081" fmla="*/ 484445 w 569632"/>
                <a:gd name="connsiteY1081" fmla="*/ 225703 h 267920"/>
                <a:gd name="connsiteX1082" fmla="*/ 483633 w 569632"/>
                <a:gd name="connsiteY1082" fmla="*/ 227326 h 267920"/>
                <a:gd name="connsiteX1083" fmla="*/ 482822 w 569632"/>
                <a:gd name="connsiteY1083" fmla="*/ 228950 h 267920"/>
                <a:gd name="connsiteX1084" fmla="*/ 482822 w 569632"/>
                <a:gd name="connsiteY1084" fmla="*/ 229762 h 267920"/>
                <a:gd name="connsiteX1085" fmla="*/ 482011 w 569632"/>
                <a:gd name="connsiteY1085" fmla="*/ 231386 h 267920"/>
                <a:gd name="connsiteX1086" fmla="*/ 480388 w 569632"/>
                <a:gd name="connsiteY1086" fmla="*/ 233010 h 267920"/>
                <a:gd name="connsiteX1087" fmla="*/ 479577 w 569632"/>
                <a:gd name="connsiteY1087" fmla="*/ 233822 h 267920"/>
                <a:gd name="connsiteX1088" fmla="*/ 479577 w 569632"/>
                <a:gd name="connsiteY1088" fmla="*/ 233010 h 267920"/>
                <a:gd name="connsiteX1089" fmla="*/ 481199 w 569632"/>
                <a:gd name="connsiteY1089" fmla="*/ 228950 h 267920"/>
                <a:gd name="connsiteX1090" fmla="*/ 482011 w 569632"/>
                <a:gd name="connsiteY1090" fmla="*/ 227326 h 267920"/>
                <a:gd name="connsiteX1091" fmla="*/ 478765 w 569632"/>
                <a:gd name="connsiteY1091" fmla="*/ 234633 h 267920"/>
                <a:gd name="connsiteX1092" fmla="*/ 479577 w 569632"/>
                <a:gd name="connsiteY1092" fmla="*/ 235445 h 267920"/>
                <a:gd name="connsiteX1093" fmla="*/ 479577 w 569632"/>
                <a:gd name="connsiteY1093" fmla="*/ 236257 h 267920"/>
                <a:gd name="connsiteX1094" fmla="*/ 478765 w 569632"/>
                <a:gd name="connsiteY1094" fmla="*/ 236257 h 267920"/>
                <a:gd name="connsiteX1095" fmla="*/ 477954 w 569632"/>
                <a:gd name="connsiteY1095" fmla="*/ 236257 h 267920"/>
                <a:gd name="connsiteX1096" fmla="*/ 477954 w 569632"/>
                <a:gd name="connsiteY1096" fmla="*/ 237881 h 267920"/>
                <a:gd name="connsiteX1097" fmla="*/ 477143 w 569632"/>
                <a:gd name="connsiteY1097" fmla="*/ 238693 h 267920"/>
                <a:gd name="connsiteX1098" fmla="*/ 476332 w 569632"/>
                <a:gd name="connsiteY1098" fmla="*/ 240316 h 267920"/>
                <a:gd name="connsiteX1099" fmla="*/ 476332 w 569632"/>
                <a:gd name="connsiteY1099" fmla="*/ 240316 h 267920"/>
                <a:gd name="connsiteX1100" fmla="*/ 476332 w 569632"/>
                <a:gd name="connsiteY1100" fmla="*/ 241940 h 267920"/>
                <a:gd name="connsiteX1101" fmla="*/ 476332 w 569632"/>
                <a:gd name="connsiteY1101" fmla="*/ 241940 h 267920"/>
                <a:gd name="connsiteX1102" fmla="*/ 475520 w 569632"/>
                <a:gd name="connsiteY1102" fmla="*/ 241128 h 267920"/>
                <a:gd name="connsiteX1103" fmla="*/ 474709 w 569632"/>
                <a:gd name="connsiteY1103" fmla="*/ 242752 h 267920"/>
                <a:gd name="connsiteX1104" fmla="*/ 473086 w 569632"/>
                <a:gd name="connsiteY1104" fmla="*/ 246812 h 267920"/>
                <a:gd name="connsiteX1105" fmla="*/ 472275 w 569632"/>
                <a:gd name="connsiteY1105" fmla="*/ 247623 h 267920"/>
                <a:gd name="connsiteX1106" fmla="*/ 470652 w 569632"/>
                <a:gd name="connsiteY1106" fmla="*/ 249247 h 267920"/>
                <a:gd name="connsiteX1107" fmla="*/ 469841 w 569632"/>
                <a:gd name="connsiteY1107" fmla="*/ 250059 h 267920"/>
                <a:gd name="connsiteX1108" fmla="*/ 470652 w 569632"/>
                <a:gd name="connsiteY1108" fmla="*/ 250059 h 267920"/>
                <a:gd name="connsiteX1109" fmla="*/ 471464 w 569632"/>
                <a:gd name="connsiteY1109" fmla="*/ 250059 h 267920"/>
                <a:gd name="connsiteX1110" fmla="*/ 470652 w 569632"/>
                <a:gd name="connsiteY1110" fmla="*/ 253307 h 267920"/>
                <a:gd name="connsiteX1111" fmla="*/ 469841 w 569632"/>
                <a:gd name="connsiteY1111" fmla="*/ 254930 h 267920"/>
                <a:gd name="connsiteX1112" fmla="*/ 469030 w 569632"/>
                <a:gd name="connsiteY1112" fmla="*/ 256554 h 267920"/>
                <a:gd name="connsiteX1113" fmla="*/ 469030 w 569632"/>
                <a:gd name="connsiteY1113" fmla="*/ 255742 h 267920"/>
                <a:gd name="connsiteX1114" fmla="*/ 469841 w 569632"/>
                <a:gd name="connsiteY1114" fmla="*/ 254119 h 267920"/>
                <a:gd name="connsiteX1115" fmla="*/ 469030 w 569632"/>
                <a:gd name="connsiteY1115" fmla="*/ 254119 h 267920"/>
                <a:gd name="connsiteX1116" fmla="*/ 468218 w 569632"/>
                <a:gd name="connsiteY1116" fmla="*/ 254119 h 267920"/>
                <a:gd name="connsiteX1117" fmla="*/ 467407 w 569632"/>
                <a:gd name="connsiteY1117" fmla="*/ 254119 h 267920"/>
                <a:gd name="connsiteX1118" fmla="*/ 467407 w 569632"/>
                <a:gd name="connsiteY1118" fmla="*/ 254930 h 267920"/>
                <a:gd name="connsiteX1119" fmla="*/ 467407 w 569632"/>
                <a:gd name="connsiteY1119" fmla="*/ 255742 h 267920"/>
                <a:gd name="connsiteX1120" fmla="*/ 466596 w 569632"/>
                <a:gd name="connsiteY1120" fmla="*/ 257366 h 267920"/>
                <a:gd name="connsiteX1121" fmla="*/ 465784 w 569632"/>
                <a:gd name="connsiteY1121" fmla="*/ 259802 h 267920"/>
                <a:gd name="connsiteX1122" fmla="*/ 465784 w 569632"/>
                <a:gd name="connsiteY1122" fmla="*/ 259802 h 267920"/>
                <a:gd name="connsiteX1123" fmla="*/ 466596 w 569632"/>
                <a:gd name="connsiteY1123" fmla="*/ 257366 h 267920"/>
                <a:gd name="connsiteX1124" fmla="*/ 468218 w 569632"/>
                <a:gd name="connsiteY1124" fmla="*/ 255742 h 267920"/>
                <a:gd name="connsiteX1125" fmla="*/ 469030 w 569632"/>
                <a:gd name="connsiteY1125" fmla="*/ 255742 h 267920"/>
                <a:gd name="connsiteX1126" fmla="*/ 467407 w 569632"/>
                <a:gd name="connsiteY1126" fmla="*/ 259802 h 267920"/>
                <a:gd name="connsiteX1127" fmla="*/ 466596 w 569632"/>
                <a:gd name="connsiteY1127" fmla="*/ 261425 h 267920"/>
                <a:gd name="connsiteX1128" fmla="*/ 466596 w 569632"/>
                <a:gd name="connsiteY1128" fmla="*/ 262237 h 267920"/>
                <a:gd name="connsiteX1129" fmla="*/ 465784 w 569632"/>
                <a:gd name="connsiteY1129" fmla="*/ 263049 h 267920"/>
                <a:gd name="connsiteX1130" fmla="*/ 465784 w 569632"/>
                <a:gd name="connsiteY1130" fmla="*/ 263861 h 267920"/>
                <a:gd name="connsiteX1131" fmla="*/ 465784 w 569632"/>
                <a:gd name="connsiteY1131" fmla="*/ 264673 h 267920"/>
                <a:gd name="connsiteX1132" fmla="*/ 465784 w 569632"/>
                <a:gd name="connsiteY1132" fmla="*/ 266297 h 267920"/>
                <a:gd name="connsiteX1133" fmla="*/ 465784 w 569632"/>
                <a:gd name="connsiteY1133" fmla="*/ 267920 h 267920"/>
                <a:gd name="connsiteX1134" fmla="*/ 462539 w 569632"/>
                <a:gd name="connsiteY1134" fmla="*/ 266297 h 267920"/>
                <a:gd name="connsiteX1135" fmla="*/ 457671 w 569632"/>
                <a:gd name="connsiteY1135" fmla="*/ 259802 h 267920"/>
                <a:gd name="connsiteX1136" fmla="*/ 460105 w 569632"/>
                <a:gd name="connsiteY1136" fmla="*/ 246000 h 267920"/>
                <a:gd name="connsiteX1137" fmla="*/ 461728 w 569632"/>
                <a:gd name="connsiteY1137" fmla="*/ 241128 h 267920"/>
                <a:gd name="connsiteX1138" fmla="*/ 468218 w 569632"/>
                <a:gd name="connsiteY1138" fmla="*/ 227326 h 267920"/>
                <a:gd name="connsiteX1139" fmla="*/ 469030 w 569632"/>
                <a:gd name="connsiteY1139" fmla="*/ 225703 h 267920"/>
                <a:gd name="connsiteX1140" fmla="*/ 469841 w 569632"/>
                <a:gd name="connsiteY1140" fmla="*/ 224079 h 267920"/>
                <a:gd name="connsiteX1141" fmla="*/ 470652 w 569632"/>
                <a:gd name="connsiteY1141" fmla="*/ 222455 h 267920"/>
                <a:gd name="connsiteX1142" fmla="*/ 483633 w 569632"/>
                <a:gd name="connsiteY1142" fmla="*/ 198099 h 267920"/>
                <a:gd name="connsiteX1143" fmla="*/ 490124 w 569632"/>
                <a:gd name="connsiteY1143" fmla="*/ 186732 h 267920"/>
                <a:gd name="connsiteX1144" fmla="*/ 492558 w 569632"/>
                <a:gd name="connsiteY1144" fmla="*/ 182673 h 267920"/>
                <a:gd name="connsiteX1145" fmla="*/ 494180 w 569632"/>
                <a:gd name="connsiteY1145" fmla="*/ 181049 h 267920"/>
                <a:gd name="connsiteX1146" fmla="*/ 499048 w 569632"/>
                <a:gd name="connsiteY1146" fmla="*/ 173742 h 267920"/>
                <a:gd name="connsiteX1147" fmla="*/ 500671 w 569632"/>
                <a:gd name="connsiteY1147" fmla="*/ 171307 h 267920"/>
                <a:gd name="connsiteX1148" fmla="*/ 503105 w 569632"/>
                <a:gd name="connsiteY1148" fmla="*/ 167247 h 267920"/>
                <a:gd name="connsiteX1149" fmla="*/ 505539 w 569632"/>
                <a:gd name="connsiteY1149" fmla="*/ 164000 h 267920"/>
                <a:gd name="connsiteX1150" fmla="*/ 507162 w 569632"/>
                <a:gd name="connsiteY1150" fmla="*/ 162376 h 267920"/>
                <a:gd name="connsiteX1151" fmla="*/ 505539 w 569632"/>
                <a:gd name="connsiteY1151" fmla="*/ 164812 h 267920"/>
                <a:gd name="connsiteX1152" fmla="*/ 503916 w 569632"/>
                <a:gd name="connsiteY1152" fmla="*/ 167247 h 267920"/>
                <a:gd name="connsiteX1153" fmla="*/ 507973 w 569632"/>
                <a:gd name="connsiteY1153" fmla="*/ 162376 h 267920"/>
                <a:gd name="connsiteX1154" fmla="*/ 507973 w 569632"/>
                <a:gd name="connsiteY1154" fmla="*/ 160752 h 267920"/>
                <a:gd name="connsiteX1155" fmla="*/ 507162 w 569632"/>
                <a:gd name="connsiteY1155" fmla="*/ 160752 h 267920"/>
                <a:gd name="connsiteX1156" fmla="*/ 507162 w 569632"/>
                <a:gd name="connsiteY1156" fmla="*/ 159940 h 267920"/>
                <a:gd name="connsiteX1157" fmla="*/ 508784 w 569632"/>
                <a:gd name="connsiteY1157" fmla="*/ 158317 h 267920"/>
                <a:gd name="connsiteX1158" fmla="*/ 514463 w 569632"/>
                <a:gd name="connsiteY1158" fmla="*/ 151010 h 267920"/>
                <a:gd name="connsiteX1159" fmla="*/ 512841 w 569632"/>
                <a:gd name="connsiteY1159" fmla="*/ 153445 h 267920"/>
                <a:gd name="connsiteX1160" fmla="*/ 511218 w 569632"/>
                <a:gd name="connsiteY1160" fmla="*/ 155881 h 267920"/>
                <a:gd name="connsiteX1161" fmla="*/ 512841 w 569632"/>
                <a:gd name="connsiteY1161" fmla="*/ 153445 h 267920"/>
                <a:gd name="connsiteX1162" fmla="*/ 514463 w 569632"/>
                <a:gd name="connsiteY1162" fmla="*/ 151010 h 267920"/>
                <a:gd name="connsiteX1163" fmla="*/ 516086 w 569632"/>
                <a:gd name="connsiteY1163" fmla="*/ 148574 h 267920"/>
                <a:gd name="connsiteX1164" fmla="*/ 515275 w 569632"/>
                <a:gd name="connsiteY1164" fmla="*/ 149386 h 267920"/>
                <a:gd name="connsiteX1165" fmla="*/ 513652 w 569632"/>
                <a:gd name="connsiteY1165" fmla="*/ 151010 h 267920"/>
                <a:gd name="connsiteX1166" fmla="*/ 514463 w 569632"/>
                <a:gd name="connsiteY1166" fmla="*/ 149386 h 267920"/>
                <a:gd name="connsiteX1167" fmla="*/ 516086 w 569632"/>
                <a:gd name="connsiteY1167" fmla="*/ 146950 h 267920"/>
                <a:gd name="connsiteX1168" fmla="*/ 516897 w 569632"/>
                <a:gd name="connsiteY1168" fmla="*/ 146138 h 267920"/>
                <a:gd name="connsiteX1169" fmla="*/ 520954 w 569632"/>
                <a:gd name="connsiteY1169" fmla="*/ 142079 h 267920"/>
                <a:gd name="connsiteX1170" fmla="*/ 519331 w 569632"/>
                <a:gd name="connsiteY1170" fmla="*/ 143703 h 267920"/>
                <a:gd name="connsiteX1171" fmla="*/ 517708 w 569632"/>
                <a:gd name="connsiteY1171" fmla="*/ 145327 h 267920"/>
                <a:gd name="connsiteX1172" fmla="*/ 523388 w 569632"/>
                <a:gd name="connsiteY1172" fmla="*/ 137208 h 267920"/>
                <a:gd name="connsiteX1173" fmla="*/ 524199 w 569632"/>
                <a:gd name="connsiteY1173" fmla="*/ 135584 h 267920"/>
                <a:gd name="connsiteX1174" fmla="*/ 525822 w 569632"/>
                <a:gd name="connsiteY1174" fmla="*/ 133960 h 267920"/>
                <a:gd name="connsiteX1175" fmla="*/ 528256 w 569632"/>
                <a:gd name="connsiteY1175" fmla="*/ 130713 h 267920"/>
                <a:gd name="connsiteX1176" fmla="*/ 527444 w 569632"/>
                <a:gd name="connsiteY1176" fmla="*/ 129901 h 267920"/>
                <a:gd name="connsiteX1177" fmla="*/ 525011 w 569632"/>
                <a:gd name="connsiteY1177" fmla="*/ 131525 h 267920"/>
                <a:gd name="connsiteX1178" fmla="*/ 522576 w 569632"/>
                <a:gd name="connsiteY1178" fmla="*/ 133148 h 267920"/>
                <a:gd name="connsiteX1179" fmla="*/ 521765 w 569632"/>
                <a:gd name="connsiteY1179" fmla="*/ 133960 h 267920"/>
                <a:gd name="connsiteX1180" fmla="*/ 520954 w 569632"/>
                <a:gd name="connsiteY1180" fmla="*/ 134772 h 267920"/>
                <a:gd name="connsiteX1181" fmla="*/ 519331 w 569632"/>
                <a:gd name="connsiteY1181" fmla="*/ 134772 h 267920"/>
                <a:gd name="connsiteX1182" fmla="*/ 519331 w 569632"/>
                <a:gd name="connsiteY1182" fmla="*/ 134772 h 267920"/>
                <a:gd name="connsiteX1183" fmla="*/ 519331 w 569632"/>
                <a:gd name="connsiteY1183" fmla="*/ 135584 h 267920"/>
                <a:gd name="connsiteX1184" fmla="*/ 517708 w 569632"/>
                <a:gd name="connsiteY1184" fmla="*/ 137208 h 267920"/>
                <a:gd name="connsiteX1185" fmla="*/ 514463 w 569632"/>
                <a:gd name="connsiteY1185" fmla="*/ 139643 h 267920"/>
                <a:gd name="connsiteX1186" fmla="*/ 512029 w 569632"/>
                <a:gd name="connsiteY1186" fmla="*/ 142079 h 267920"/>
                <a:gd name="connsiteX1187" fmla="*/ 510407 w 569632"/>
                <a:gd name="connsiteY1187" fmla="*/ 143703 h 267920"/>
                <a:gd name="connsiteX1188" fmla="*/ 507162 w 569632"/>
                <a:gd name="connsiteY1188" fmla="*/ 145327 h 267920"/>
                <a:gd name="connsiteX1189" fmla="*/ 504728 w 569632"/>
                <a:gd name="connsiteY1189" fmla="*/ 146950 h 267920"/>
                <a:gd name="connsiteX1190" fmla="*/ 502294 w 569632"/>
                <a:gd name="connsiteY1190" fmla="*/ 148574 h 267920"/>
                <a:gd name="connsiteX1191" fmla="*/ 500671 w 569632"/>
                <a:gd name="connsiteY1191" fmla="*/ 149386 h 267920"/>
                <a:gd name="connsiteX1192" fmla="*/ 498237 w 569632"/>
                <a:gd name="connsiteY1192" fmla="*/ 151010 h 267920"/>
                <a:gd name="connsiteX1193" fmla="*/ 488501 w 569632"/>
                <a:gd name="connsiteY1193" fmla="*/ 156693 h 267920"/>
                <a:gd name="connsiteX1194" fmla="*/ 486879 w 569632"/>
                <a:gd name="connsiteY1194" fmla="*/ 157505 h 267920"/>
                <a:gd name="connsiteX1195" fmla="*/ 477143 w 569632"/>
                <a:gd name="connsiteY1195" fmla="*/ 160752 h 267920"/>
                <a:gd name="connsiteX1196" fmla="*/ 469030 w 569632"/>
                <a:gd name="connsiteY1196" fmla="*/ 161564 h 267920"/>
                <a:gd name="connsiteX1197" fmla="*/ 461728 w 569632"/>
                <a:gd name="connsiteY1197" fmla="*/ 159128 h 267920"/>
                <a:gd name="connsiteX1198" fmla="*/ 454426 w 569632"/>
                <a:gd name="connsiteY1198" fmla="*/ 145327 h 267920"/>
                <a:gd name="connsiteX1199" fmla="*/ 457671 w 569632"/>
                <a:gd name="connsiteY1199" fmla="*/ 141267 h 267920"/>
                <a:gd name="connsiteX1200" fmla="*/ 461728 w 569632"/>
                <a:gd name="connsiteY1200" fmla="*/ 250059 h 267920"/>
                <a:gd name="connsiteX1201" fmla="*/ 461728 w 569632"/>
                <a:gd name="connsiteY1201" fmla="*/ 250059 h 267920"/>
                <a:gd name="connsiteX1202" fmla="*/ 461728 w 569632"/>
                <a:gd name="connsiteY1202" fmla="*/ 250059 h 267920"/>
                <a:gd name="connsiteX1203" fmla="*/ 461728 w 569632"/>
                <a:gd name="connsiteY1203" fmla="*/ 250059 h 267920"/>
                <a:gd name="connsiteX1204" fmla="*/ 462539 w 569632"/>
                <a:gd name="connsiteY1204" fmla="*/ 251683 h 267920"/>
                <a:gd name="connsiteX1205" fmla="*/ 462539 w 569632"/>
                <a:gd name="connsiteY1205" fmla="*/ 251683 h 267920"/>
                <a:gd name="connsiteX1206" fmla="*/ 462539 w 569632"/>
                <a:gd name="connsiteY1206" fmla="*/ 251683 h 267920"/>
                <a:gd name="connsiteX1207" fmla="*/ 462539 w 569632"/>
                <a:gd name="connsiteY1207" fmla="*/ 251683 h 267920"/>
                <a:gd name="connsiteX1208" fmla="*/ 462539 w 569632"/>
                <a:gd name="connsiteY1208" fmla="*/ 251683 h 267920"/>
                <a:gd name="connsiteX1209" fmla="*/ 463351 w 569632"/>
                <a:gd name="connsiteY1209" fmla="*/ 246000 h 267920"/>
                <a:gd name="connsiteX1210" fmla="*/ 463351 w 569632"/>
                <a:gd name="connsiteY1210" fmla="*/ 244376 h 267920"/>
                <a:gd name="connsiteX1211" fmla="*/ 462539 w 569632"/>
                <a:gd name="connsiteY1211" fmla="*/ 245188 h 267920"/>
                <a:gd name="connsiteX1212" fmla="*/ 463351 w 569632"/>
                <a:gd name="connsiteY1212" fmla="*/ 246000 h 267920"/>
                <a:gd name="connsiteX1213" fmla="*/ 463351 w 569632"/>
                <a:gd name="connsiteY1213" fmla="*/ 250059 h 267920"/>
                <a:gd name="connsiteX1214" fmla="*/ 463351 w 569632"/>
                <a:gd name="connsiteY1214" fmla="*/ 250059 h 267920"/>
                <a:gd name="connsiteX1215" fmla="*/ 463351 w 569632"/>
                <a:gd name="connsiteY1215" fmla="*/ 250059 h 267920"/>
                <a:gd name="connsiteX1216" fmla="*/ 463351 w 569632"/>
                <a:gd name="connsiteY1216" fmla="*/ 250059 h 267920"/>
                <a:gd name="connsiteX1217" fmla="*/ 464162 w 569632"/>
                <a:gd name="connsiteY1217" fmla="*/ 249247 h 267920"/>
                <a:gd name="connsiteX1218" fmla="*/ 464162 w 569632"/>
                <a:gd name="connsiteY1218" fmla="*/ 249247 h 267920"/>
                <a:gd name="connsiteX1219" fmla="*/ 464162 w 569632"/>
                <a:gd name="connsiteY1219" fmla="*/ 249247 h 267920"/>
                <a:gd name="connsiteX1220" fmla="*/ 464162 w 569632"/>
                <a:gd name="connsiteY1220" fmla="*/ 248435 h 267920"/>
                <a:gd name="connsiteX1221" fmla="*/ 464162 w 569632"/>
                <a:gd name="connsiteY1221" fmla="*/ 249247 h 267920"/>
                <a:gd name="connsiteX1222" fmla="*/ 464162 w 569632"/>
                <a:gd name="connsiteY1222" fmla="*/ 242752 h 267920"/>
                <a:gd name="connsiteX1223" fmla="*/ 465784 w 569632"/>
                <a:gd name="connsiteY1223" fmla="*/ 241940 h 267920"/>
                <a:gd name="connsiteX1224" fmla="*/ 464973 w 569632"/>
                <a:gd name="connsiteY1224" fmla="*/ 241128 h 267920"/>
                <a:gd name="connsiteX1225" fmla="*/ 464973 w 569632"/>
                <a:gd name="connsiteY1225" fmla="*/ 241940 h 267920"/>
                <a:gd name="connsiteX1226" fmla="*/ 464162 w 569632"/>
                <a:gd name="connsiteY1226" fmla="*/ 242752 h 267920"/>
                <a:gd name="connsiteX1227" fmla="*/ 464162 w 569632"/>
                <a:gd name="connsiteY1227" fmla="*/ 242752 h 267920"/>
                <a:gd name="connsiteX1228" fmla="*/ 466596 w 569632"/>
                <a:gd name="connsiteY1228" fmla="*/ 246000 h 267920"/>
                <a:gd name="connsiteX1229" fmla="*/ 466596 w 569632"/>
                <a:gd name="connsiteY1229" fmla="*/ 246000 h 267920"/>
                <a:gd name="connsiteX1230" fmla="*/ 467407 w 569632"/>
                <a:gd name="connsiteY1230" fmla="*/ 242752 h 267920"/>
                <a:gd name="connsiteX1231" fmla="*/ 467407 w 569632"/>
                <a:gd name="connsiteY1231" fmla="*/ 241940 h 267920"/>
                <a:gd name="connsiteX1232" fmla="*/ 467407 w 569632"/>
                <a:gd name="connsiteY1232" fmla="*/ 241128 h 267920"/>
                <a:gd name="connsiteX1233" fmla="*/ 467407 w 569632"/>
                <a:gd name="connsiteY1233" fmla="*/ 240316 h 267920"/>
                <a:gd name="connsiteX1234" fmla="*/ 466596 w 569632"/>
                <a:gd name="connsiteY1234" fmla="*/ 241128 h 267920"/>
                <a:gd name="connsiteX1235" fmla="*/ 465784 w 569632"/>
                <a:gd name="connsiteY1235" fmla="*/ 242752 h 267920"/>
                <a:gd name="connsiteX1236" fmla="*/ 465784 w 569632"/>
                <a:gd name="connsiteY1236" fmla="*/ 243564 h 267920"/>
                <a:gd name="connsiteX1237" fmla="*/ 466596 w 569632"/>
                <a:gd name="connsiteY1237" fmla="*/ 246000 h 267920"/>
                <a:gd name="connsiteX1238" fmla="*/ 467407 w 569632"/>
                <a:gd name="connsiteY1238" fmla="*/ 252495 h 267920"/>
                <a:gd name="connsiteX1239" fmla="*/ 467407 w 569632"/>
                <a:gd name="connsiteY1239" fmla="*/ 252495 h 267920"/>
                <a:gd name="connsiteX1240" fmla="*/ 467407 w 569632"/>
                <a:gd name="connsiteY1240" fmla="*/ 252495 h 267920"/>
                <a:gd name="connsiteX1241" fmla="*/ 467407 w 569632"/>
                <a:gd name="connsiteY1241" fmla="*/ 252495 h 267920"/>
                <a:gd name="connsiteX1242" fmla="*/ 467407 w 569632"/>
                <a:gd name="connsiteY1242" fmla="*/ 236257 h 267920"/>
                <a:gd name="connsiteX1243" fmla="*/ 467407 w 569632"/>
                <a:gd name="connsiteY1243" fmla="*/ 236257 h 267920"/>
                <a:gd name="connsiteX1244" fmla="*/ 467407 w 569632"/>
                <a:gd name="connsiteY1244" fmla="*/ 236257 h 267920"/>
                <a:gd name="connsiteX1245" fmla="*/ 469030 w 569632"/>
                <a:gd name="connsiteY1245" fmla="*/ 234633 h 267920"/>
                <a:gd name="connsiteX1246" fmla="*/ 469030 w 569632"/>
                <a:gd name="connsiteY1246" fmla="*/ 233010 h 267920"/>
                <a:gd name="connsiteX1247" fmla="*/ 468218 w 569632"/>
                <a:gd name="connsiteY1247" fmla="*/ 233822 h 267920"/>
                <a:gd name="connsiteX1248" fmla="*/ 467407 w 569632"/>
                <a:gd name="connsiteY1248" fmla="*/ 234633 h 267920"/>
                <a:gd name="connsiteX1249" fmla="*/ 467407 w 569632"/>
                <a:gd name="connsiteY1249" fmla="*/ 236257 h 267920"/>
                <a:gd name="connsiteX1250" fmla="*/ 468218 w 569632"/>
                <a:gd name="connsiteY1250" fmla="*/ 250059 h 267920"/>
                <a:gd name="connsiteX1251" fmla="*/ 468218 w 569632"/>
                <a:gd name="connsiteY1251" fmla="*/ 250059 h 267920"/>
                <a:gd name="connsiteX1252" fmla="*/ 468218 w 569632"/>
                <a:gd name="connsiteY1252" fmla="*/ 250059 h 267920"/>
                <a:gd name="connsiteX1253" fmla="*/ 468218 w 569632"/>
                <a:gd name="connsiteY1253" fmla="*/ 250059 h 267920"/>
                <a:gd name="connsiteX1254" fmla="*/ 468218 w 569632"/>
                <a:gd name="connsiteY1254" fmla="*/ 250059 h 267920"/>
                <a:gd name="connsiteX1255" fmla="*/ 468218 w 569632"/>
                <a:gd name="connsiteY1255" fmla="*/ 237881 h 267920"/>
                <a:gd name="connsiteX1256" fmla="*/ 468218 w 569632"/>
                <a:gd name="connsiteY1256" fmla="*/ 237881 h 267920"/>
                <a:gd name="connsiteX1257" fmla="*/ 468218 w 569632"/>
                <a:gd name="connsiteY1257" fmla="*/ 237881 h 267920"/>
                <a:gd name="connsiteX1258" fmla="*/ 468218 w 569632"/>
                <a:gd name="connsiteY1258" fmla="*/ 237881 h 267920"/>
                <a:gd name="connsiteX1259" fmla="*/ 468218 w 569632"/>
                <a:gd name="connsiteY1259" fmla="*/ 237881 h 267920"/>
                <a:gd name="connsiteX1260" fmla="*/ 469841 w 569632"/>
                <a:gd name="connsiteY1260" fmla="*/ 236257 h 267920"/>
                <a:gd name="connsiteX1261" fmla="*/ 470652 w 569632"/>
                <a:gd name="connsiteY1261" fmla="*/ 234633 h 267920"/>
                <a:gd name="connsiteX1262" fmla="*/ 469841 w 569632"/>
                <a:gd name="connsiteY1262" fmla="*/ 234633 h 267920"/>
                <a:gd name="connsiteX1263" fmla="*/ 469841 w 569632"/>
                <a:gd name="connsiteY1263" fmla="*/ 235445 h 267920"/>
                <a:gd name="connsiteX1264" fmla="*/ 469030 w 569632"/>
                <a:gd name="connsiteY1264" fmla="*/ 235445 h 267920"/>
                <a:gd name="connsiteX1265" fmla="*/ 469030 w 569632"/>
                <a:gd name="connsiteY1265" fmla="*/ 236257 h 267920"/>
                <a:gd name="connsiteX1266" fmla="*/ 469841 w 569632"/>
                <a:gd name="connsiteY1266" fmla="*/ 236257 h 267920"/>
                <a:gd name="connsiteX1267" fmla="*/ 469841 w 569632"/>
                <a:gd name="connsiteY1267" fmla="*/ 247623 h 267920"/>
                <a:gd name="connsiteX1268" fmla="*/ 469841 w 569632"/>
                <a:gd name="connsiteY1268" fmla="*/ 247623 h 267920"/>
                <a:gd name="connsiteX1269" fmla="*/ 469841 w 569632"/>
                <a:gd name="connsiteY1269" fmla="*/ 247623 h 267920"/>
                <a:gd name="connsiteX1270" fmla="*/ 469841 w 569632"/>
                <a:gd name="connsiteY1270" fmla="*/ 247623 h 267920"/>
                <a:gd name="connsiteX1271" fmla="*/ 469841 w 569632"/>
                <a:gd name="connsiteY1271" fmla="*/ 247623 h 267920"/>
                <a:gd name="connsiteX1272" fmla="*/ 469841 w 569632"/>
                <a:gd name="connsiteY1272" fmla="*/ 241940 h 267920"/>
                <a:gd name="connsiteX1273" fmla="*/ 469841 w 569632"/>
                <a:gd name="connsiteY1273" fmla="*/ 241940 h 267920"/>
                <a:gd name="connsiteX1274" fmla="*/ 469841 w 569632"/>
                <a:gd name="connsiteY1274" fmla="*/ 241940 h 267920"/>
                <a:gd name="connsiteX1275" fmla="*/ 469841 w 569632"/>
                <a:gd name="connsiteY1275" fmla="*/ 241940 h 267920"/>
                <a:gd name="connsiteX1276" fmla="*/ 469841 w 569632"/>
                <a:gd name="connsiteY1276" fmla="*/ 241940 h 267920"/>
                <a:gd name="connsiteX1277" fmla="*/ 470652 w 569632"/>
                <a:gd name="connsiteY1277" fmla="*/ 233822 h 267920"/>
                <a:gd name="connsiteX1278" fmla="*/ 470652 w 569632"/>
                <a:gd name="connsiteY1278" fmla="*/ 233822 h 267920"/>
                <a:gd name="connsiteX1279" fmla="*/ 470652 w 569632"/>
                <a:gd name="connsiteY1279" fmla="*/ 233822 h 267920"/>
                <a:gd name="connsiteX1280" fmla="*/ 470652 w 569632"/>
                <a:gd name="connsiteY1280" fmla="*/ 233822 h 267920"/>
                <a:gd name="connsiteX1281" fmla="*/ 470652 w 569632"/>
                <a:gd name="connsiteY1281" fmla="*/ 233822 h 267920"/>
                <a:gd name="connsiteX1282" fmla="*/ 470652 w 569632"/>
                <a:gd name="connsiteY1282" fmla="*/ 232198 h 267920"/>
                <a:gd name="connsiteX1283" fmla="*/ 470652 w 569632"/>
                <a:gd name="connsiteY1283" fmla="*/ 232198 h 267920"/>
                <a:gd name="connsiteX1284" fmla="*/ 471464 w 569632"/>
                <a:gd name="connsiteY1284" fmla="*/ 231386 h 267920"/>
                <a:gd name="connsiteX1285" fmla="*/ 473086 w 569632"/>
                <a:gd name="connsiteY1285" fmla="*/ 229762 h 267920"/>
                <a:gd name="connsiteX1286" fmla="*/ 473898 w 569632"/>
                <a:gd name="connsiteY1286" fmla="*/ 228950 h 267920"/>
                <a:gd name="connsiteX1287" fmla="*/ 473898 w 569632"/>
                <a:gd name="connsiteY1287" fmla="*/ 228950 h 267920"/>
                <a:gd name="connsiteX1288" fmla="*/ 473898 w 569632"/>
                <a:gd name="connsiteY1288" fmla="*/ 228950 h 267920"/>
                <a:gd name="connsiteX1289" fmla="*/ 474709 w 569632"/>
                <a:gd name="connsiteY1289" fmla="*/ 228138 h 267920"/>
                <a:gd name="connsiteX1290" fmla="*/ 474709 w 569632"/>
                <a:gd name="connsiteY1290" fmla="*/ 226515 h 267920"/>
                <a:gd name="connsiteX1291" fmla="*/ 474709 w 569632"/>
                <a:gd name="connsiteY1291" fmla="*/ 225703 h 267920"/>
                <a:gd name="connsiteX1292" fmla="*/ 474709 w 569632"/>
                <a:gd name="connsiteY1292" fmla="*/ 226515 h 267920"/>
                <a:gd name="connsiteX1293" fmla="*/ 474709 w 569632"/>
                <a:gd name="connsiteY1293" fmla="*/ 227326 h 267920"/>
                <a:gd name="connsiteX1294" fmla="*/ 473898 w 569632"/>
                <a:gd name="connsiteY1294" fmla="*/ 228138 h 267920"/>
                <a:gd name="connsiteX1295" fmla="*/ 473898 w 569632"/>
                <a:gd name="connsiteY1295" fmla="*/ 228950 h 267920"/>
                <a:gd name="connsiteX1296" fmla="*/ 470652 w 569632"/>
                <a:gd name="connsiteY1296" fmla="*/ 232198 h 267920"/>
                <a:gd name="connsiteX1297" fmla="*/ 470652 w 569632"/>
                <a:gd name="connsiteY1297" fmla="*/ 245188 h 267920"/>
                <a:gd name="connsiteX1298" fmla="*/ 470652 w 569632"/>
                <a:gd name="connsiteY1298" fmla="*/ 245188 h 267920"/>
                <a:gd name="connsiteX1299" fmla="*/ 472275 w 569632"/>
                <a:gd name="connsiteY1299" fmla="*/ 243564 h 267920"/>
                <a:gd name="connsiteX1300" fmla="*/ 473086 w 569632"/>
                <a:gd name="connsiteY1300" fmla="*/ 242752 h 267920"/>
                <a:gd name="connsiteX1301" fmla="*/ 473898 w 569632"/>
                <a:gd name="connsiteY1301" fmla="*/ 242752 h 267920"/>
                <a:gd name="connsiteX1302" fmla="*/ 472275 w 569632"/>
                <a:gd name="connsiteY1302" fmla="*/ 241128 h 267920"/>
                <a:gd name="connsiteX1303" fmla="*/ 472275 w 569632"/>
                <a:gd name="connsiteY1303" fmla="*/ 241940 h 267920"/>
                <a:gd name="connsiteX1304" fmla="*/ 471464 w 569632"/>
                <a:gd name="connsiteY1304" fmla="*/ 243564 h 267920"/>
                <a:gd name="connsiteX1305" fmla="*/ 470652 w 569632"/>
                <a:gd name="connsiteY1305" fmla="*/ 245188 h 267920"/>
                <a:gd name="connsiteX1306" fmla="*/ 471464 w 569632"/>
                <a:gd name="connsiteY1306" fmla="*/ 239505 h 267920"/>
                <a:gd name="connsiteX1307" fmla="*/ 473898 w 569632"/>
                <a:gd name="connsiteY1307" fmla="*/ 239505 h 267920"/>
                <a:gd name="connsiteX1308" fmla="*/ 474709 w 569632"/>
                <a:gd name="connsiteY1308" fmla="*/ 237881 h 267920"/>
                <a:gd name="connsiteX1309" fmla="*/ 473898 w 569632"/>
                <a:gd name="connsiteY1309" fmla="*/ 237881 h 267920"/>
                <a:gd name="connsiteX1310" fmla="*/ 471464 w 569632"/>
                <a:gd name="connsiteY1310" fmla="*/ 239505 h 267920"/>
                <a:gd name="connsiteX1311" fmla="*/ 471464 w 569632"/>
                <a:gd name="connsiteY1311" fmla="*/ 239505 h 267920"/>
                <a:gd name="connsiteX1312" fmla="*/ 472275 w 569632"/>
                <a:gd name="connsiteY1312" fmla="*/ 246000 h 267920"/>
                <a:gd name="connsiteX1313" fmla="*/ 472275 w 569632"/>
                <a:gd name="connsiteY1313" fmla="*/ 246000 h 267920"/>
                <a:gd name="connsiteX1314" fmla="*/ 472275 w 569632"/>
                <a:gd name="connsiteY1314" fmla="*/ 245188 h 267920"/>
                <a:gd name="connsiteX1315" fmla="*/ 472275 w 569632"/>
                <a:gd name="connsiteY1315" fmla="*/ 246000 h 267920"/>
                <a:gd name="connsiteX1316" fmla="*/ 472275 w 569632"/>
                <a:gd name="connsiteY1316" fmla="*/ 246000 h 267920"/>
                <a:gd name="connsiteX1317" fmla="*/ 473898 w 569632"/>
                <a:gd name="connsiteY1317" fmla="*/ 233010 h 267920"/>
                <a:gd name="connsiteX1318" fmla="*/ 473898 w 569632"/>
                <a:gd name="connsiteY1318" fmla="*/ 233010 h 267920"/>
                <a:gd name="connsiteX1319" fmla="*/ 474709 w 569632"/>
                <a:gd name="connsiteY1319" fmla="*/ 233010 h 267920"/>
                <a:gd name="connsiteX1320" fmla="*/ 473898 w 569632"/>
                <a:gd name="connsiteY1320" fmla="*/ 233010 h 267920"/>
                <a:gd name="connsiteX1321" fmla="*/ 473898 w 569632"/>
                <a:gd name="connsiteY1321" fmla="*/ 233010 h 267920"/>
                <a:gd name="connsiteX1322" fmla="*/ 474709 w 569632"/>
                <a:gd name="connsiteY1322" fmla="*/ 219208 h 267920"/>
                <a:gd name="connsiteX1323" fmla="*/ 475520 w 569632"/>
                <a:gd name="connsiteY1323" fmla="*/ 218396 h 267920"/>
                <a:gd name="connsiteX1324" fmla="*/ 476332 w 569632"/>
                <a:gd name="connsiteY1324" fmla="*/ 217584 h 267920"/>
                <a:gd name="connsiteX1325" fmla="*/ 476332 w 569632"/>
                <a:gd name="connsiteY1325" fmla="*/ 215960 h 267920"/>
                <a:gd name="connsiteX1326" fmla="*/ 475520 w 569632"/>
                <a:gd name="connsiteY1326" fmla="*/ 217584 h 267920"/>
                <a:gd name="connsiteX1327" fmla="*/ 474709 w 569632"/>
                <a:gd name="connsiteY1327" fmla="*/ 219208 h 267920"/>
                <a:gd name="connsiteX1328" fmla="*/ 474709 w 569632"/>
                <a:gd name="connsiteY1328" fmla="*/ 219208 h 267920"/>
                <a:gd name="connsiteX1329" fmla="*/ 474709 w 569632"/>
                <a:gd name="connsiteY1329" fmla="*/ 224891 h 267920"/>
                <a:gd name="connsiteX1330" fmla="*/ 475520 w 569632"/>
                <a:gd name="connsiteY1330" fmla="*/ 224079 h 267920"/>
                <a:gd name="connsiteX1331" fmla="*/ 474709 w 569632"/>
                <a:gd name="connsiteY1331" fmla="*/ 224079 h 267920"/>
                <a:gd name="connsiteX1332" fmla="*/ 474709 w 569632"/>
                <a:gd name="connsiteY1332" fmla="*/ 224891 h 267920"/>
                <a:gd name="connsiteX1333" fmla="*/ 475520 w 569632"/>
                <a:gd name="connsiteY1333" fmla="*/ 232198 h 267920"/>
                <a:gd name="connsiteX1334" fmla="*/ 475520 w 569632"/>
                <a:gd name="connsiteY1334" fmla="*/ 232198 h 267920"/>
                <a:gd name="connsiteX1335" fmla="*/ 475520 w 569632"/>
                <a:gd name="connsiteY1335" fmla="*/ 232198 h 267920"/>
                <a:gd name="connsiteX1336" fmla="*/ 475520 w 569632"/>
                <a:gd name="connsiteY1336" fmla="*/ 232198 h 267920"/>
                <a:gd name="connsiteX1337" fmla="*/ 477143 w 569632"/>
                <a:gd name="connsiteY1337" fmla="*/ 233010 h 267920"/>
                <a:gd name="connsiteX1338" fmla="*/ 477954 w 569632"/>
                <a:gd name="connsiteY1338" fmla="*/ 231386 h 267920"/>
                <a:gd name="connsiteX1339" fmla="*/ 476332 w 569632"/>
                <a:gd name="connsiteY1339" fmla="*/ 234633 h 267920"/>
                <a:gd name="connsiteX1340" fmla="*/ 477143 w 569632"/>
                <a:gd name="connsiteY1340" fmla="*/ 233010 h 267920"/>
                <a:gd name="connsiteX1341" fmla="*/ 476332 w 569632"/>
                <a:gd name="connsiteY1341" fmla="*/ 221643 h 267920"/>
                <a:gd name="connsiteX1342" fmla="*/ 477143 w 569632"/>
                <a:gd name="connsiteY1342" fmla="*/ 221643 h 267920"/>
                <a:gd name="connsiteX1343" fmla="*/ 476332 w 569632"/>
                <a:gd name="connsiteY1343" fmla="*/ 221643 h 267920"/>
                <a:gd name="connsiteX1344" fmla="*/ 476332 w 569632"/>
                <a:gd name="connsiteY1344" fmla="*/ 221643 h 267920"/>
                <a:gd name="connsiteX1345" fmla="*/ 477954 w 569632"/>
                <a:gd name="connsiteY1345" fmla="*/ 221643 h 267920"/>
                <a:gd name="connsiteX1346" fmla="*/ 479577 w 569632"/>
                <a:gd name="connsiteY1346" fmla="*/ 220831 h 267920"/>
                <a:gd name="connsiteX1347" fmla="*/ 480388 w 569632"/>
                <a:gd name="connsiteY1347" fmla="*/ 217584 h 267920"/>
                <a:gd name="connsiteX1348" fmla="*/ 479577 w 569632"/>
                <a:gd name="connsiteY1348" fmla="*/ 218396 h 267920"/>
                <a:gd name="connsiteX1349" fmla="*/ 478765 w 569632"/>
                <a:gd name="connsiteY1349" fmla="*/ 220019 h 267920"/>
                <a:gd name="connsiteX1350" fmla="*/ 478765 w 569632"/>
                <a:gd name="connsiteY1350" fmla="*/ 220019 h 267920"/>
                <a:gd name="connsiteX1351" fmla="*/ 477954 w 569632"/>
                <a:gd name="connsiteY1351" fmla="*/ 221643 h 267920"/>
                <a:gd name="connsiteX1352" fmla="*/ 477954 w 569632"/>
                <a:gd name="connsiteY1352" fmla="*/ 221643 h 267920"/>
                <a:gd name="connsiteX1353" fmla="*/ 477954 w 569632"/>
                <a:gd name="connsiteY1353" fmla="*/ 228138 h 267920"/>
                <a:gd name="connsiteX1354" fmla="*/ 478765 w 569632"/>
                <a:gd name="connsiteY1354" fmla="*/ 226515 h 267920"/>
                <a:gd name="connsiteX1355" fmla="*/ 478765 w 569632"/>
                <a:gd name="connsiteY1355" fmla="*/ 225703 h 267920"/>
                <a:gd name="connsiteX1356" fmla="*/ 477954 w 569632"/>
                <a:gd name="connsiteY1356" fmla="*/ 228138 h 267920"/>
                <a:gd name="connsiteX1357" fmla="*/ 477954 w 569632"/>
                <a:gd name="connsiteY1357" fmla="*/ 228138 h 267920"/>
                <a:gd name="connsiteX1358" fmla="*/ 478765 w 569632"/>
                <a:gd name="connsiteY1358" fmla="*/ 211901 h 267920"/>
                <a:gd name="connsiteX1359" fmla="*/ 478765 w 569632"/>
                <a:gd name="connsiteY1359" fmla="*/ 211901 h 267920"/>
                <a:gd name="connsiteX1360" fmla="*/ 478765 w 569632"/>
                <a:gd name="connsiteY1360" fmla="*/ 211901 h 267920"/>
                <a:gd name="connsiteX1361" fmla="*/ 478765 w 569632"/>
                <a:gd name="connsiteY1361" fmla="*/ 211901 h 267920"/>
                <a:gd name="connsiteX1362" fmla="*/ 478765 w 569632"/>
                <a:gd name="connsiteY1362" fmla="*/ 211901 h 267920"/>
                <a:gd name="connsiteX1363" fmla="*/ 479577 w 569632"/>
                <a:gd name="connsiteY1363" fmla="*/ 225703 h 267920"/>
                <a:gd name="connsiteX1364" fmla="*/ 480388 w 569632"/>
                <a:gd name="connsiteY1364" fmla="*/ 224079 h 267920"/>
                <a:gd name="connsiteX1365" fmla="*/ 479577 w 569632"/>
                <a:gd name="connsiteY1365" fmla="*/ 224079 h 267920"/>
                <a:gd name="connsiteX1366" fmla="*/ 479577 w 569632"/>
                <a:gd name="connsiteY1366" fmla="*/ 225703 h 267920"/>
                <a:gd name="connsiteX1367" fmla="*/ 479577 w 569632"/>
                <a:gd name="connsiteY1367" fmla="*/ 214336 h 267920"/>
                <a:gd name="connsiteX1368" fmla="*/ 479577 w 569632"/>
                <a:gd name="connsiteY1368" fmla="*/ 214336 h 267920"/>
                <a:gd name="connsiteX1369" fmla="*/ 479577 w 569632"/>
                <a:gd name="connsiteY1369" fmla="*/ 212713 h 267920"/>
                <a:gd name="connsiteX1370" fmla="*/ 479577 w 569632"/>
                <a:gd name="connsiteY1370" fmla="*/ 214336 h 267920"/>
                <a:gd name="connsiteX1371" fmla="*/ 480388 w 569632"/>
                <a:gd name="connsiteY1371" fmla="*/ 226515 h 267920"/>
                <a:gd name="connsiteX1372" fmla="*/ 480388 w 569632"/>
                <a:gd name="connsiteY1372" fmla="*/ 226515 h 267920"/>
                <a:gd name="connsiteX1373" fmla="*/ 480388 w 569632"/>
                <a:gd name="connsiteY1373" fmla="*/ 226515 h 267920"/>
                <a:gd name="connsiteX1374" fmla="*/ 480388 w 569632"/>
                <a:gd name="connsiteY1374" fmla="*/ 226515 h 267920"/>
                <a:gd name="connsiteX1375" fmla="*/ 480388 w 569632"/>
                <a:gd name="connsiteY1375" fmla="*/ 226515 h 267920"/>
                <a:gd name="connsiteX1376" fmla="*/ 481199 w 569632"/>
                <a:gd name="connsiteY1376" fmla="*/ 213525 h 267920"/>
                <a:gd name="connsiteX1377" fmla="*/ 481199 w 569632"/>
                <a:gd name="connsiteY1377" fmla="*/ 213525 h 267920"/>
                <a:gd name="connsiteX1378" fmla="*/ 481199 w 569632"/>
                <a:gd name="connsiteY1378" fmla="*/ 211901 h 267920"/>
                <a:gd name="connsiteX1379" fmla="*/ 481199 w 569632"/>
                <a:gd name="connsiteY1379" fmla="*/ 211089 h 267920"/>
                <a:gd name="connsiteX1380" fmla="*/ 480388 w 569632"/>
                <a:gd name="connsiteY1380" fmla="*/ 211089 h 267920"/>
                <a:gd name="connsiteX1381" fmla="*/ 481199 w 569632"/>
                <a:gd name="connsiteY1381" fmla="*/ 213525 h 267920"/>
                <a:gd name="connsiteX1382" fmla="*/ 482011 w 569632"/>
                <a:gd name="connsiteY1382" fmla="*/ 221643 h 267920"/>
                <a:gd name="connsiteX1383" fmla="*/ 483633 w 569632"/>
                <a:gd name="connsiteY1383" fmla="*/ 220019 h 267920"/>
                <a:gd name="connsiteX1384" fmla="*/ 483633 w 569632"/>
                <a:gd name="connsiteY1384" fmla="*/ 219208 h 267920"/>
                <a:gd name="connsiteX1385" fmla="*/ 482822 w 569632"/>
                <a:gd name="connsiteY1385" fmla="*/ 220019 h 267920"/>
                <a:gd name="connsiteX1386" fmla="*/ 482011 w 569632"/>
                <a:gd name="connsiteY1386" fmla="*/ 221643 h 267920"/>
                <a:gd name="connsiteX1387" fmla="*/ 482011 w 569632"/>
                <a:gd name="connsiteY1387" fmla="*/ 220831 h 267920"/>
                <a:gd name="connsiteX1388" fmla="*/ 482011 w 569632"/>
                <a:gd name="connsiteY1388" fmla="*/ 220019 h 267920"/>
                <a:gd name="connsiteX1389" fmla="*/ 482011 w 569632"/>
                <a:gd name="connsiteY1389" fmla="*/ 221643 h 267920"/>
                <a:gd name="connsiteX1390" fmla="*/ 482011 w 569632"/>
                <a:gd name="connsiteY1390" fmla="*/ 221643 h 267920"/>
                <a:gd name="connsiteX1391" fmla="*/ 482011 w 569632"/>
                <a:gd name="connsiteY1391" fmla="*/ 206218 h 267920"/>
                <a:gd name="connsiteX1392" fmla="*/ 482822 w 569632"/>
                <a:gd name="connsiteY1392" fmla="*/ 205406 h 267920"/>
                <a:gd name="connsiteX1393" fmla="*/ 482011 w 569632"/>
                <a:gd name="connsiteY1393" fmla="*/ 206218 h 267920"/>
                <a:gd name="connsiteX1394" fmla="*/ 482011 w 569632"/>
                <a:gd name="connsiteY1394" fmla="*/ 206218 h 267920"/>
                <a:gd name="connsiteX1395" fmla="*/ 482011 w 569632"/>
                <a:gd name="connsiteY1395" fmla="*/ 213525 h 267920"/>
                <a:gd name="connsiteX1396" fmla="*/ 482011 w 569632"/>
                <a:gd name="connsiteY1396" fmla="*/ 213525 h 267920"/>
                <a:gd name="connsiteX1397" fmla="*/ 482011 w 569632"/>
                <a:gd name="connsiteY1397" fmla="*/ 214336 h 267920"/>
                <a:gd name="connsiteX1398" fmla="*/ 482822 w 569632"/>
                <a:gd name="connsiteY1398" fmla="*/ 213525 h 267920"/>
                <a:gd name="connsiteX1399" fmla="*/ 482011 w 569632"/>
                <a:gd name="connsiteY1399" fmla="*/ 213525 h 267920"/>
                <a:gd name="connsiteX1400" fmla="*/ 482011 w 569632"/>
                <a:gd name="connsiteY1400" fmla="*/ 213525 h 267920"/>
                <a:gd name="connsiteX1401" fmla="*/ 482011 w 569632"/>
                <a:gd name="connsiteY1401" fmla="*/ 211901 h 267920"/>
                <a:gd name="connsiteX1402" fmla="*/ 483633 w 569632"/>
                <a:gd name="connsiteY1402" fmla="*/ 211901 h 267920"/>
                <a:gd name="connsiteX1403" fmla="*/ 484445 w 569632"/>
                <a:gd name="connsiteY1403" fmla="*/ 211089 h 267920"/>
                <a:gd name="connsiteX1404" fmla="*/ 482822 w 569632"/>
                <a:gd name="connsiteY1404" fmla="*/ 211089 h 267920"/>
                <a:gd name="connsiteX1405" fmla="*/ 482011 w 569632"/>
                <a:gd name="connsiteY1405" fmla="*/ 211901 h 267920"/>
                <a:gd name="connsiteX1406" fmla="*/ 482822 w 569632"/>
                <a:gd name="connsiteY1406" fmla="*/ 209465 h 267920"/>
                <a:gd name="connsiteX1407" fmla="*/ 482822 w 569632"/>
                <a:gd name="connsiteY1407" fmla="*/ 209465 h 267920"/>
                <a:gd name="connsiteX1408" fmla="*/ 485256 w 569632"/>
                <a:gd name="connsiteY1408" fmla="*/ 209465 h 267920"/>
                <a:gd name="connsiteX1409" fmla="*/ 486879 w 569632"/>
                <a:gd name="connsiteY1409" fmla="*/ 208653 h 267920"/>
                <a:gd name="connsiteX1410" fmla="*/ 487690 w 569632"/>
                <a:gd name="connsiteY1410" fmla="*/ 207841 h 267920"/>
                <a:gd name="connsiteX1411" fmla="*/ 488501 w 569632"/>
                <a:gd name="connsiteY1411" fmla="*/ 207841 h 267920"/>
                <a:gd name="connsiteX1412" fmla="*/ 488501 w 569632"/>
                <a:gd name="connsiteY1412" fmla="*/ 207029 h 267920"/>
                <a:gd name="connsiteX1413" fmla="*/ 488501 w 569632"/>
                <a:gd name="connsiteY1413" fmla="*/ 205406 h 267920"/>
                <a:gd name="connsiteX1414" fmla="*/ 489312 w 569632"/>
                <a:gd name="connsiteY1414" fmla="*/ 203782 h 267920"/>
                <a:gd name="connsiteX1415" fmla="*/ 489312 w 569632"/>
                <a:gd name="connsiteY1415" fmla="*/ 203782 h 267920"/>
                <a:gd name="connsiteX1416" fmla="*/ 490124 w 569632"/>
                <a:gd name="connsiteY1416" fmla="*/ 202158 h 267920"/>
                <a:gd name="connsiteX1417" fmla="*/ 490935 w 569632"/>
                <a:gd name="connsiteY1417" fmla="*/ 201346 h 267920"/>
                <a:gd name="connsiteX1418" fmla="*/ 490124 w 569632"/>
                <a:gd name="connsiteY1418" fmla="*/ 201346 h 267920"/>
                <a:gd name="connsiteX1419" fmla="*/ 490124 w 569632"/>
                <a:gd name="connsiteY1419" fmla="*/ 200534 h 267920"/>
                <a:gd name="connsiteX1420" fmla="*/ 490935 w 569632"/>
                <a:gd name="connsiteY1420" fmla="*/ 199722 h 267920"/>
                <a:gd name="connsiteX1421" fmla="*/ 490935 w 569632"/>
                <a:gd name="connsiteY1421" fmla="*/ 199722 h 267920"/>
                <a:gd name="connsiteX1422" fmla="*/ 490935 w 569632"/>
                <a:gd name="connsiteY1422" fmla="*/ 198911 h 267920"/>
                <a:gd name="connsiteX1423" fmla="*/ 491747 w 569632"/>
                <a:gd name="connsiteY1423" fmla="*/ 198099 h 267920"/>
                <a:gd name="connsiteX1424" fmla="*/ 491747 w 569632"/>
                <a:gd name="connsiteY1424" fmla="*/ 196475 h 267920"/>
                <a:gd name="connsiteX1425" fmla="*/ 490935 w 569632"/>
                <a:gd name="connsiteY1425" fmla="*/ 194851 h 267920"/>
                <a:gd name="connsiteX1426" fmla="*/ 490124 w 569632"/>
                <a:gd name="connsiteY1426" fmla="*/ 194039 h 267920"/>
                <a:gd name="connsiteX1427" fmla="*/ 490124 w 569632"/>
                <a:gd name="connsiteY1427" fmla="*/ 194039 h 267920"/>
                <a:gd name="connsiteX1428" fmla="*/ 490124 w 569632"/>
                <a:gd name="connsiteY1428" fmla="*/ 194851 h 267920"/>
                <a:gd name="connsiteX1429" fmla="*/ 489312 w 569632"/>
                <a:gd name="connsiteY1429" fmla="*/ 197287 h 267920"/>
                <a:gd name="connsiteX1430" fmla="*/ 488501 w 569632"/>
                <a:gd name="connsiteY1430" fmla="*/ 198911 h 267920"/>
                <a:gd name="connsiteX1431" fmla="*/ 488501 w 569632"/>
                <a:gd name="connsiteY1431" fmla="*/ 198911 h 267920"/>
                <a:gd name="connsiteX1432" fmla="*/ 487690 w 569632"/>
                <a:gd name="connsiteY1432" fmla="*/ 199722 h 267920"/>
                <a:gd name="connsiteX1433" fmla="*/ 486879 w 569632"/>
                <a:gd name="connsiteY1433" fmla="*/ 201346 h 267920"/>
                <a:gd name="connsiteX1434" fmla="*/ 486879 w 569632"/>
                <a:gd name="connsiteY1434" fmla="*/ 201346 h 267920"/>
                <a:gd name="connsiteX1435" fmla="*/ 486067 w 569632"/>
                <a:gd name="connsiteY1435" fmla="*/ 202158 h 267920"/>
                <a:gd name="connsiteX1436" fmla="*/ 485256 w 569632"/>
                <a:gd name="connsiteY1436" fmla="*/ 202970 h 267920"/>
                <a:gd name="connsiteX1437" fmla="*/ 484445 w 569632"/>
                <a:gd name="connsiteY1437" fmla="*/ 204594 h 267920"/>
                <a:gd name="connsiteX1438" fmla="*/ 484445 w 569632"/>
                <a:gd name="connsiteY1438" fmla="*/ 203782 h 267920"/>
                <a:gd name="connsiteX1439" fmla="*/ 482822 w 569632"/>
                <a:gd name="connsiteY1439" fmla="*/ 203782 h 267920"/>
                <a:gd name="connsiteX1440" fmla="*/ 482822 w 569632"/>
                <a:gd name="connsiteY1440" fmla="*/ 204594 h 267920"/>
                <a:gd name="connsiteX1441" fmla="*/ 484445 w 569632"/>
                <a:gd name="connsiteY1441" fmla="*/ 205406 h 267920"/>
                <a:gd name="connsiteX1442" fmla="*/ 483633 w 569632"/>
                <a:gd name="connsiteY1442" fmla="*/ 205406 h 267920"/>
                <a:gd name="connsiteX1443" fmla="*/ 483633 w 569632"/>
                <a:gd name="connsiteY1443" fmla="*/ 206218 h 267920"/>
                <a:gd name="connsiteX1444" fmla="*/ 482822 w 569632"/>
                <a:gd name="connsiteY1444" fmla="*/ 207029 h 267920"/>
                <a:gd name="connsiteX1445" fmla="*/ 482822 w 569632"/>
                <a:gd name="connsiteY1445" fmla="*/ 205406 h 267920"/>
                <a:gd name="connsiteX1446" fmla="*/ 482011 w 569632"/>
                <a:gd name="connsiteY1446" fmla="*/ 205406 h 267920"/>
                <a:gd name="connsiteX1447" fmla="*/ 481199 w 569632"/>
                <a:gd name="connsiteY1447" fmla="*/ 207029 h 267920"/>
                <a:gd name="connsiteX1448" fmla="*/ 482822 w 569632"/>
                <a:gd name="connsiteY1448" fmla="*/ 209465 h 267920"/>
                <a:gd name="connsiteX1449" fmla="*/ 482822 w 569632"/>
                <a:gd name="connsiteY1449" fmla="*/ 209465 h 267920"/>
                <a:gd name="connsiteX1450" fmla="*/ 483633 w 569632"/>
                <a:gd name="connsiteY1450" fmla="*/ 219208 h 267920"/>
                <a:gd name="connsiteX1451" fmla="*/ 483633 w 569632"/>
                <a:gd name="connsiteY1451" fmla="*/ 219208 h 267920"/>
                <a:gd name="connsiteX1452" fmla="*/ 483633 w 569632"/>
                <a:gd name="connsiteY1452" fmla="*/ 219208 h 267920"/>
                <a:gd name="connsiteX1453" fmla="*/ 483633 w 569632"/>
                <a:gd name="connsiteY1453" fmla="*/ 219208 h 267920"/>
                <a:gd name="connsiteX1454" fmla="*/ 483633 w 569632"/>
                <a:gd name="connsiteY1454" fmla="*/ 223267 h 267920"/>
                <a:gd name="connsiteX1455" fmla="*/ 485256 w 569632"/>
                <a:gd name="connsiteY1455" fmla="*/ 221643 h 267920"/>
                <a:gd name="connsiteX1456" fmla="*/ 485256 w 569632"/>
                <a:gd name="connsiteY1456" fmla="*/ 220831 h 267920"/>
                <a:gd name="connsiteX1457" fmla="*/ 483633 w 569632"/>
                <a:gd name="connsiteY1457" fmla="*/ 223267 h 267920"/>
                <a:gd name="connsiteX1458" fmla="*/ 485256 w 569632"/>
                <a:gd name="connsiteY1458" fmla="*/ 215148 h 267920"/>
                <a:gd name="connsiteX1459" fmla="*/ 486067 w 569632"/>
                <a:gd name="connsiteY1459" fmla="*/ 214336 h 267920"/>
                <a:gd name="connsiteX1460" fmla="*/ 485256 w 569632"/>
                <a:gd name="connsiteY1460" fmla="*/ 214336 h 267920"/>
                <a:gd name="connsiteX1461" fmla="*/ 485256 w 569632"/>
                <a:gd name="connsiteY1461" fmla="*/ 215148 h 267920"/>
                <a:gd name="connsiteX1462" fmla="*/ 486067 w 569632"/>
                <a:gd name="connsiteY1462" fmla="*/ 219208 h 267920"/>
                <a:gd name="connsiteX1463" fmla="*/ 490124 w 569632"/>
                <a:gd name="connsiteY1463" fmla="*/ 213525 h 267920"/>
                <a:gd name="connsiteX1464" fmla="*/ 494180 w 569632"/>
                <a:gd name="connsiteY1464" fmla="*/ 207029 h 267920"/>
                <a:gd name="connsiteX1465" fmla="*/ 495803 w 569632"/>
                <a:gd name="connsiteY1465" fmla="*/ 204594 h 267920"/>
                <a:gd name="connsiteX1466" fmla="*/ 496615 w 569632"/>
                <a:gd name="connsiteY1466" fmla="*/ 202970 h 267920"/>
                <a:gd name="connsiteX1467" fmla="*/ 496615 w 569632"/>
                <a:gd name="connsiteY1467" fmla="*/ 202970 h 267920"/>
                <a:gd name="connsiteX1468" fmla="*/ 490935 w 569632"/>
                <a:gd name="connsiteY1468" fmla="*/ 211901 h 267920"/>
                <a:gd name="connsiteX1469" fmla="*/ 489312 w 569632"/>
                <a:gd name="connsiteY1469" fmla="*/ 213525 h 267920"/>
                <a:gd name="connsiteX1470" fmla="*/ 488501 w 569632"/>
                <a:gd name="connsiteY1470" fmla="*/ 214336 h 267920"/>
                <a:gd name="connsiteX1471" fmla="*/ 487690 w 569632"/>
                <a:gd name="connsiteY1471" fmla="*/ 215960 h 267920"/>
                <a:gd name="connsiteX1472" fmla="*/ 487690 w 569632"/>
                <a:gd name="connsiteY1472" fmla="*/ 216772 h 267920"/>
                <a:gd name="connsiteX1473" fmla="*/ 486879 w 569632"/>
                <a:gd name="connsiteY1473" fmla="*/ 218396 h 267920"/>
                <a:gd name="connsiteX1474" fmla="*/ 486067 w 569632"/>
                <a:gd name="connsiteY1474" fmla="*/ 219208 h 267920"/>
                <a:gd name="connsiteX1475" fmla="*/ 486879 w 569632"/>
                <a:gd name="connsiteY1475" fmla="*/ 212713 h 267920"/>
                <a:gd name="connsiteX1476" fmla="*/ 487690 w 569632"/>
                <a:gd name="connsiteY1476" fmla="*/ 212713 h 267920"/>
                <a:gd name="connsiteX1477" fmla="*/ 488501 w 569632"/>
                <a:gd name="connsiteY1477" fmla="*/ 211901 h 267920"/>
                <a:gd name="connsiteX1478" fmla="*/ 486879 w 569632"/>
                <a:gd name="connsiteY1478" fmla="*/ 212713 h 267920"/>
                <a:gd name="connsiteX1479" fmla="*/ 487690 w 569632"/>
                <a:gd name="connsiteY1479" fmla="*/ 201346 h 267920"/>
                <a:gd name="connsiteX1480" fmla="*/ 488501 w 569632"/>
                <a:gd name="connsiteY1480" fmla="*/ 200534 h 267920"/>
                <a:gd name="connsiteX1481" fmla="*/ 488501 w 569632"/>
                <a:gd name="connsiteY1481" fmla="*/ 199722 h 267920"/>
                <a:gd name="connsiteX1482" fmla="*/ 487690 w 569632"/>
                <a:gd name="connsiteY1482" fmla="*/ 201346 h 267920"/>
                <a:gd name="connsiteX1483" fmla="*/ 488501 w 569632"/>
                <a:gd name="connsiteY1483" fmla="*/ 208653 h 267920"/>
                <a:gd name="connsiteX1484" fmla="*/ 488501 w 569632"/>
                <a:gd name="connsiteY1484" fmla="*/ 208653 h 267920"/>
                <a:gd name="connsiteX1485" fmla="*/ 489312 w 569632"/>
                <a:gd name="connsiteY1485" fmla="*/ 207841 h 267920"/>
                <a:gd name="connsiteX1486" fmla="*/ 488501 w 569632"/>
                <a:gd name="connsiteY1486" fmla="*/ 207029 h 267920"/>
                <a:gd name="connsiteX1487" fmla="*/ 488501 w 569632"/>
                <a:gd name="connsiteY1487" fmla="*/ 208653 h 267920"/>
                <a:gd name="connsiteX1488" fmla="*/ 489312 w 569632"/>
                <a:gd name="connsiteY1488" fmla="*/ 198099 h 267920"/>
                <a:gd name="connsiteX1489" fmla="*/ 489312 w 569632"/>
                <a:gd name="connsiteY1489" fmla="*/ 198099 h 267920"/>
                <a:gd name="connsiteX1490" fmla="*/ 489312 w 569632"/>
                <a:gd name="connsiteY1490" fmla="*/ 198099 h 267920"/>
                <a:gd name="connsiteX1491" fmla="*/ 489312 w 569632"/>
                <a:gd name="connsiteY1491" fmla="*/ 198099 h 267920"/>
                <a:gd name="connsiteX1492" fmla="*/ 491747 w 569632"/>
                <a:gd name="connsiteY1492" fmla="*/ 204594 h 267920"/>
                <a:gd name="connsiteX1493" fmla="*/ 491747 w 569632"/>
                <a:gd name="connsiteY1493" fmla="*/ 204594 h 267920"/>
                <a:gd name="connsiteX1494" fmla="*/ 491747 w 569632"/>
                <a:gd name="connsiteY1494" fmla="*/ 204594 h 267920"/>
                <a:gd name="connsiteX1495" fmla="*/ 491747 w 569632"/>
                <a:gd name="connsiteY1495" fmla="*/ 204594 h 267920"/>
                <a:gd name="connsiteX1496" fmla="*/ 492558 w 569632"/>
                <a:gd name="connsiteY1496" fmla="*/ 195663 h 267920"/>
                <a:gd name="connsiteX1497" fmla="*/ 492558 w 569632"/>
                <a:gd name="connsiteY1497" fmla="*/ 195663 h 267920"/>
                <a:gd name="connsiteX1498" fmla="*/ 494180 w 569632"/>
                <a:gd name="connsiteY1498" fmla="*/ 195663 h 267920"/>
                <a:gd name="connsiteX1499" fmla="*/ 494992 w 569632"/>
                <a:gd name="connsiteY1499" fmla="*/ 194039 h 267920"/>
                <a:gd name="connsiteX1500" fmla="*/ 495803 w 569632"/>
                <a:gd name="connsiteY1500" fmla="*/ 192416 h 267920"/>
                <a:gd name="connsiteX1501" fmla="*/ 496615 w 569632"/>
                <a:gd name="connsiteY1501" fmla="*/ 190792 h 267920"/>
                <a:gd name="connsiteX1502" fmla="*/ 497426 w 569632"/>
                <a:gd name="connsiteY1502" fmla="*/ 189168 h 267920"/>
                <a:gd name="connsiteX1503" fmla="*/ 498237 w 569632"/>
                <a:gd name="connsiteY1503" fmla="*/ 188356 h 267920"/>
                <a:gd name="connsiteX1504" fmla="*/ 496615 w 569632"/>
                <a:gd name="connsiteY1504" fmla="*/ 187544 h 267920"/>
                <a:gd name="connsiteX1505" fmla="*/ 496615 w 569632"/>
                <a:gd name="connsiteY1505" fmla="*/ 188356 h 267920"/>
                <a:gd name="connsiteX1506" fmla="*/ 496615 w 569632"/>
                <a:gd name="connsiteY1506" fmla="*/ 189168 h 267920"/>
                <a:gd name="connsiteX1507" fmla="*/ 496615 w 569632"/>
                <a:gd name="connsiteY1507" fmla="*/ 189980 h 267920"/>
                <a:gd name="connsiteX1508" fmla="*/ 495803 w 569632"/>
                <a:gd name="connsiteY1508" fmla="*/ 190792 h 267920"/>
                <a:gd name="connsiteX1509" fmla="*/ 494992 w 569632"/>
                <a:gd name="connsiteY1509" fmla="*/ 191604 h 267920"/>
                <a:gd name="connsiteX1510" fmla="*/ 494180 w 569632"/>
                <a:gd name="connsiteY1510" fmla="*/ 191604 h 267920"/>
                <a:gd name="connsiteX1511" fmla="*/ 494992 w 569632"/>
                <a:gd name="connsiteY1511" fmla="*/ 192416 h 267920"/>
                <a:gd name="connsiteX1512" fmla="*/ 494180 w 569632"/>
                <a:gd name="connsiteY1512" fmla="*/ 193228 h 267920"/>
                <a:gd name="connsiteX1513" fmla="*/ 493369 w 569632"/>
                <a:gd name="connsiteY1513" fmla="*/ 194039 h 267920"/>
                <a:gd name="connsiteX1514" fmla="*/ 493369 w 569632"/>
                <a:gd name="connsiteY1514" fmla="*/ 194851 h 267920"/>
                <a:gd name="connsiteX1515" fmla="*/ 492558 w 569632"/>
                <a:gd name="connsiteY1515" fmla="*/ 194851 h 267920"/>
                <a:gd name="connsiteX1516" fmla="*/ 492558 w 569632"/>
                <a:gd name="connsiteY1516" fmla="*/ 195663 h 267920"/>
                <a:gd name="connsiteX1517" fmla="*/ 492558 w 569632"/>
                <a:gd name="connsiteY1517" fmla="*/ 195663 h 267920"/>
                <a:gd name="connsiteX1518" fmla="*/ 492558 w 569632"/>
                <a:gd name="connsiteY1518" fmla="*/ 187544 h 267920"/>
                <a:gd name="connsiteX1519" fmla="*/ 492558 w 569632"/>
                <a:gd name="connsiteY1519" fmla="*/ 187544 h 267920"/>
                <a:gd name="connsiteX1520" fmla="*/ 493369 w 569632"/>
                <a:gd name="connsiteY1520" fmla="*/ 186732 h 267920"/>
                <a:gd name="connsiteX1521" fmla="*/ 492558 w 569632"/>
                <a:gd name="connsiteY1521" fmla="*/ 187544 h 267920"/>
                <a:gd name="connsiteX1522" fmla="*/ 492558 w 569632"/>
                <a:gd name="connsiteY1522" fmla="*/ 187544 h 267920"/>
                <a:gd name="connsiteX1523" fmla="*/ 494180 w 569632"/>
                <a:gd name="connsiteY1523" fmla="*/ 190792 h 267920"/>
                <a:gd name="connsiteX1524" fmla="*/ 494992 w 569632"/>
                <a:gd name="connsiteY1524" fmla="*/ 189168 h 267920"/>
                <a:gd name="connsiteX1525" fmla="*/ 494992 w 569632"/>
                <a:gd name="connsiteY1525" fmla="*/ 189980 h 267920"/>
                <a:gd name="connsiteX1526" fmla="*/ 494992 w 569632"/>
                <a:gd name="connsiteY1526" fmla="*/ 189980 h 267920"/>
                <a:gd name="connsiteX1527" fmla="*/ 494992 w 569632"/>
                <a:gd name="connsiteY1527" fmla="*/ 187544 h 267920"/>
                <a:gd name="connsiteX1528" fmla="*/ 494180 w 569632"/>
                <a:gd name="connsiteY1528" fmla="*/ 190792 h 267920"/>
                <a:gd name="connsiteX1529" fmla="*/ 494180 w 569632"/>
                <a:gd name="connsiteY1529" fmla="*/ 190792 h 267920"/>
                <a:gd name="connsiteX1530" fmla="*/ 494992 w 569632"/>
                <a:gd name="connsiteY1530" fmla="*/ 184297 h 267920"/>
                <a:gd name="connsiteX1531" fmla="*/ 495803 w 569632"/>
                <a:gd name="connsiteY1531" fmla="*/ 183485 h 267920"/>
                <a:gd name="connsiteX1532" fmla="*/ 494992 w 569632"/>
                <a:gd name="connsiteY1532" fmla="*/ 184297 h 267920"/>
                <a:gd name="connsiteX1533" fmla="*/ 494992 w 569632"/>
                <a:gd name="connsiteY1533" fmla="*/ 184297 h 267920"/>
                <a:gd name="connsiteX1534" fmla="*/ 494992 w 569632"/>
                <a:gd name="connsiteY1534" fmla="*/ 184297 h 267920"/>
                <a:gd name="connsiteX1535" fmla="*/ 495803 w 569632"/>
                <a:gd name="connsiteY1535" fmla="*/ 187544 h 267920"/>
                <a:gd name="connsiteX1536" fmla="*/ 495803 w 569632"/>
                <a:gd name="connsiteY1536" fmla="*/ 187544 h 267920"/>
                <a:gd name="connsiteX1537" fmla="*/ 495803 w 569632"/>
                <a:gd name="connsiteY1537" fmla="*/ 186732 h 267920"/>
                <a:gd name="connsiteX1538" fmla="*/ 495803 w 569632"/>
                <a:gd name="connsiteY1538" fmla="*/ 187544 h 267920"/>
                <a:gd name="connsiteX1539" fmla="*/ 495803 w 569632"/>
                <a:gd name="connsiteY1539" fmla="*/ 187544 h 267920"/>
                <a:gd name="connsiteX1540" fmla="*/ 496615 w 569632"/>
                <a:gd name="connsiteY1540" fmla="*/ 202158 h 267920"/>
                <a:gd name="connsiteX1541" fmla="*/ 496615 w 569632"/>
                <a:gd name="connsiteY1541" fmla="*/ 202158 h 267920"/>
                <a:gd name="connsiteX1542" fmla="*/ 497426 w 569632"/>
                <a:gd name="connsiteY1542" fmla="*/ 201346 h 267920"/>
                <a:gd name="connsiteX1543" fmla="*/ 497426 w 569632"/>
                <a:gd name="connsiteY1543" fmla="*/ 201346 h 267920"/>
                <a:gd name="connsiteX1544" fmla="*/ 496615 w 569632"/>
                <a:gd name="connsiteY1544" fmla="*/ 201346 h 267920"/>
                <a:gd name="connsiteX1545" fmla="*/ 496615 w 569632"/>
                <a:gd name="connsiteY1545" fmla="*/ 202158 h 267920"/>
                <a:gd name="connsiteX1546" fmla="*/ 496615 w 569632"/>
                <a:gd name="connsiteY1546" fmla="*/ 181049 h 267920"/>
                <a:gd name="connsiteX1547" fmla="*/ 496615 w 569632"/>
                <a:gd name="connsiteY1547" fmla="*/ 181049 h 267920"/>
                <a:gd name="connsiteX1548" fmla="*/ 498237 w 569632"/>
                <a:gd name="connsiteY1548" fmla="*/ 179425 h 267920"/>
                <a:gd name="connsiteX1549" fmla="*/ 498237 w 569632"/>
                <a:gd name="connsiteY1549" fmla="*/ 179425 h 267920"/>
                <a:gd name="connsiteX1550" fmla="*/ 496615 w 569632"/>
                <a:gd name="connsiteY1550" fmla="*/ 181049 h 267920"/>
                <a:gd name="connsiteX1551" fmla="*/ 498237 w 569632"/>
                <a:gd name="connsiteY1551" fmla="*/ 185109 h 267920"/>
                <a:gd name="connsiteX1552" fmla="*/ 499860 w 569632"/>
                <a:gd name="connsiteY1552" fmla="*/ 183485 h 267920"/>
                <a:gd name="connsiteX1553" fmla="*/ 501482 w 569632"/>
                <a:gd name="connsiteY1553" fmla="*/ 181861 h 267920"/>
                <a:gd name="connsiteX1554" fmla="*/ 503916 w 569632"/>
                <a:gd name="connsiteY1554" fmla="*/ 179425 h 267920"/>
                <a:gd name="connsiteX1555" fmla="*/ 503105 w 569632"/>
                <a:gd name="connsiteY1555" fmla="*/ 179425 h 267920"/>
                <a:gd name="connsiteX1556" fmla="*/ 502294 w 569632"/>
                <a:gd name="connsiteY1556" fmla="*/ 179425 h 267920"/>
                <a:gd name="connsiteX1557" fmla="*/ 500671 w 569632"/>
                <a:gd name="connsiteY1557" fmla="*/ 181861 h 267920"/>
                <a:gd name="connsiteX1558" fmla="*/ 498237 w 569632"/>
                <a:gd name="connsiteY1558" fmla="*/ 185109 h 267920"/>
                <a:gd name="connsiteX1559" fmla="*/ 497426 w 569632"/>
                <a:gd name="connsiteY1559" fmla="*/ 185109 h 267920"/>
                <a:gd name="connsiteX1560" fmla="*/ 498237 w 569632"/>
                <a:gd name="connsiteY1560" fmla="*/ 185109 h 267920"/>
                <a:gd name="connsiteX1561" fmla="*/ 498237 w 569632"/>
                <a:gd name="connsiteY1561" fmla="*/ 187544 h 267920"/>
                <a:gd name="connsiteX1562" fmla="*/ 498237 w 569632"/>
                <a:gd name="connsiteY1562" fmla="*/ 187544 h 267920"/>
                <a:gd name="connsiteX1563" fmla="*/ 499860 w 569632"/>
                <a:gd name="connsiteY1563" fmla="*/ 186732 h 267920"/>
                <a:gd name="connsiteX1564" fmla="*/ 501482 w 569632"/>
                <a:gd name="connsiteY1564" fmla="*/ 185921 h 267920"/>
                <a:gd name="connsiteX1565" fmla="*/ 503105 w 569632"/>
                <a:gd name="connsiteY1565" fmla="*/ 185109 h 267920"/>
                <a:gd name="connsiteX1566" fmla="*/ 502294 w 569632"/>
                <a:gd name="connsiteY1566" fmla="*/ 185109 h 267920"/>
                <a:gd name="connsiteX1567" fmla="*/ 500671 w 569632"/>
                <a:gd name="connsiteY1567" fmla="*/ 185109 h 267920"/>
                <a:gd name="connsiteX1568" fmla="*/ 500671 w 569632"/>
                <a:gd name="connsiteY1568" fmla="*/ 184297 h 267920"/>
                <a:gd name="connsiteX1569" fmla="*/ 499860 w 569632"/>
                <a:gd name="connsiteY1569" fmla="*/ 184297 h 267920"/>
                <a:gd name="connsiteX1570" fmla="*/ 499860 w 569632"/>
                <a:gd name="connsiteY1570" fmla="*/ 185921 h 267920"/>
                <a:gd name="connsiteX1571" fmla="*/ 499860 w 569632"/>
                <a:gd name="connsiteY1571" fmla="*/ 186732 h 267920"/>
                <a:gd name="connsiteX1572" fmla="*/ 499860 w 569632"/>
                <a:gd name="connsiteY1572" fmla="*/ 187544 h 267920"/>
                <a:gd name="connsiteX1573" fmla="*/ 498237 w 569632"/>
                <a:gd name="connsiteY1573" fmla="*/ 187544 h 267920"/>
                <a:gd name="connsiteX1574" fmla="*/ 498237 w 569632"/>
                <a:gd name="connsiteY1574" fmla="*/ 187544 h 267920"/>
                <a:gd name="connsiteX1575" fmla="*/ 498237 w 569632"/>
                <a:gd name="connsiteY1575" fmla="*/ 187544 h 267920"/>
                <a:gd name="connsiteX1576" fmla="*/ 498237 w 569632"/>
                <a:gd name="connsiteY1576" fmla="*/ 198099 h 267920"/>
                <a:gd name="connsiteX1577" fmla="*/ 498237 w 569632"/>
                <a:gd name="connsiteY1577" fmla="*/ 198099 h 267920"/>
                <a:gd name="connsiteX1578" fmla="*/ 498237 w 569632"/>
                <a:gd name="connsiteY1578" fmla="*/ 198099 h 267920"/>
                <a:gd name="connsiteX1579" fmla="*/ 498237 w 569632"/>
                <a:gd name="connsiteY1579" fmla="*/ 198099 h 267920"/>
                <a:gd name="connsiteX1580" fmla="*/ 499048 w 569632"/>
                <a:gd name="connsiteY1580" fmla="*/ 198911 h 267920"/>
                <a:gd name="connsiteX1581" fmla="*/ 499048 w 569632"/>
                <a:gd name="connsiteY1581" fmla="*/ 198911 h 267920"/>
                <a:gd name="connsiteX1582" fmla="*/ 499048 w 569632"/>
                <a:gd name="connsiteY1582" fmla="*/ 198911 h 267920"/>
                <a:gd name="connsiteX1583" fmla="*/ 499048 w 569632"/>
                <a:gd name="connsiteY1583" fmla="*/ 198911 h 267920"/>
                <a:gd name="connsiteX1584" fmla="*/ 499860 w 569632"/>
                <a:gd name="connsiteY1584" fmla="*/ 189168 h 267920"/>
                <a:gd name="connsiteX1585" fmla="*/ 499860 w 569632"/>
                <a:gd name="connsiteY1585" fmla="*/ 189168 h 267920"/>
                <a:gd name="connsiteX1586" fmla="*/ 499860 w 569632"/>
                <a:gd name="connsiteY1586" fmla="*/ 189168 h 267920"/>
                <a:gd name="connsiteX1587" fmla="*/ 499860 w 569632"/>
                <a:gd name="connsiteY1587" fmla="*/ 189168 h 267920"/>
                <a:gd name="connsiteX1588" fmla="*/ 499860 w 569632"/>
                <a:gd name="connsiteY1588" fmla="*/ 189168 h 267920"/>
                <a:gd name="connsiteX1589" fmla="*/ 499860 w 569632"/>
                <a:gd name="connsiteY1589" fmla="*/ 175366 h 267920"/>
                <a:gd name="connsiteX1590" fmla="*/ 499860 w 569632"/>
                <a:gd name="connsiteY1590" fmla="*/ 175366 h 267920"/>
                <a:gd name="connsiteX1591" fmla="*/ 501482 w 569632"/>
                <a:gd name="connsiteY1591" fmla="*/ 173742 h 267920"/>
                <a:gd name="connsiteX1592" fmla="*/ 500671 w 569632"/>
                <a:gd name="connsiteY1592" fmla="*/ 173742 h 267920"/>
                <a:gd name="connsiteX1593" fmla="*/ 499860 w 569632"/>
                <a:gd name="connsiteY1593" fmla="*/ 175366 h 267920"/>
                <a:gd name="connsiteX1594" fmla="*/ 502294 w 569632"/>
                <a:gd name="connsiteY1594" fmla="*/ 177802 h 267920"/>
                <a:gd name="connsiteX1595" fmla="*/ 503916 w 569632"/>
                <a:gd name="connsiteY1595" fmla="*/ 176178 h 267920"/>
                <a:gd name="connsiteX1596" fmla="*/ 503105 w 569632"/>
                <a:gd name="connsiteY1596" fmla="*/ 176178 h 267920"/>
                <a:gd name="connsiteX1597" fmla="*/ 502294 w 569632"/>
                <a:gd name="connsiteY1597" fmla="*/ 177802 h 267920"/>
                <a:gd name="connsiteX1598" fmla="*/ 503916 w 569632"/>
                <a:gd name="connsiteY1598" fmla="*/ 189168 h 267920"/>
                <a:gd name="connsiteX1599" fmla="*/ 503916 w 569632"/>
                <a:gd name="connsiteY1599" fmla="*/ 189168 h 267920"/>
                <a:gd name="connsiteX1600" fmla="*/ 503916 w 569632"/>
                <a:gd name="connsiteY1600" fmla="*/ 189168 h 267920"/>
                <a:gd name="connsiteX1601" fmla="*/ 503916 w 569632"/>
                <a:gd name="connsiteY1601" fmla="*/ 189168 h 267920"/>
                <a:gd name="connsiteX1602" fmla="*/ 503916 w 569632"/>
                <a:gd name="connsiteY1602" fmla="*/ 178614 h 267920"/>
                <a:gd name="connsiteX1603" fmla="*/ 503916 w 569632"/>
                <a:gd name="connsiteY1603" fmla="*/ 178614 h 267920"/>
                <a:gd name="connsiteX1604" fmla="*/ 503916 w 569632"/>
                <a:gd name="connsiteY1604" fmla="*/ 177802 h 267920"/>
                <a:gd name="connsiteX1605" fmla="*/ 503916 w 569632"/>
                <a:gd name="connsiteY1605" fmla="*/ 178614 h 267920"/>
                <a:gd name="connsiteX1606" fmla="*/ 503916 w 569632"/>
                <a:gd name="connsiteY1606" fmla="*/ 178614 h 267920"/>
                <a:gd name="connsiteX1607" fmla="*/ 504728 w 569632"/>
                <a:gd name="connsiteY1607" fmla="*/ 176990 h 267920"/>
                <a:gd name="connsiteX1608" fmla="*/ 504728 w 569632"/>
                <a:gd name="connsiteY1608" fmla="*/ 176990 h 267920"/>
                <a:gd name="connsiteX1609" fmla="*/ 504728 w 569632"/>
                <a:gd name="connsiteY1609" fmla="*/ 175366 h 267920"/>
                <a:gd name="connsiteX1610" fmla="*/ 504728 w 569632"/>
                <a:gd name="connsiteY1610" fmla="*/ 176990 h 267920"/>
                <a:gd name="connsiteX1611" fmla="*/ 504728 w 569632"/>
                <a:gd name="connsiteY1611" fmla="*/ 176990 h 267920"/>
                <a:gd name="connsiteX1612" fmla="*/ 506350 w 569632"/>
                <a:gd name="connsiteY1612" fmla="*/ 172931 h 267920"/>
                <a:gd name="connsiteX1613" fmla="*/ 506350 w 569632"/>
                <a:gd name="connsiteY1613" fmla="*/ 172931 h 267920"/>
                <a:gd name="connsiteX1614" fmla="*/ 506350 w 569632"/>
                <a:gd name="connsiteY1614" fmla="*/ 172931 h 267920"/>
                <a:gd name="connsiteX1615" fmla="*/ 506350 w 569632"/>
                <a:gd name="connsiteY1615" fmla="*/ 174554 h 267920"/>
                <a:gd name="connsiteX1616" fmla="*/ 507973 w 569632"/>
                <a:gd name="connsiteY1616" fmla="*/ 172931 h 267920"/>
                <a:gd name="connsiteX1617" fmla="*/ 508784 w 569632"/>
                <a:gd name="connsiteY1617" fmla="*/ 172119 h 267920"/>
                <a:gd name="connsiteX1618" fmla="*/ 509595 w 569632"/>
                <a:gd name="connsiteY1618" fmla="*/ 172119 h 267920"/>
                <a:gd name="connsiteX1619" fmla="*/ 508784 w 569632"/>
                <a:gd name="connsiteY1619" fmla="*/ 171307 h 267920"/>
                <a:gd name="connsiteX1620" fmla="*/ 507973 w 569632"/>
                <a:gd name="connsiteY1620" fmla="*/ 171307 h 267920"/>
                <a:gd name="connsiteX1621" fmla="*/ 507973 w 569632"/>
                <a:gd name="connsiteY1621" fmla="*/ 171307 h 267920"/>
                <a:gd name="connsiteX1622" fmla="*/ 506350 w 569632"/>
                <a:gd name="connsiteY1622" fmla="*/ 172931 h 267920"/>
                <a:gd name="connsiteX1623" fmla="*/ 506350 w 569632"/>
                <a:gd name="connsiteY1623" fmla="*/ 172931 h 267920"/>
                <a:gd name="connsiteX1624" fmla="*/ 506350 w 569632"/>
                <a:gd name="connsiteY1624" fmla="*/ 172931 h 267920"/>
                <a:gd name="connsiteX1625" fmla="*/ 507162 w 569632"/>
                <a:gd name="connsiteY1625" fmla="*/ 141267 h 267920"/>
                <a:gd name="connsiteX1626" fmla="*/ 507973 w 569632"/>
                <a:gd name="connsiteY1626" fmla="*/ 141267 h 267920"/>
                <a:gd name="connsiteX1627" fmla="*/ 507162 w 569632"/>
                <a:gd name="connsiteY1627" fmla="*/ 141267 h 267920"/>
                <a:gd name="connsiteX1628" fmla="*/ 507162 w 569632"/>
                <a:gd name="connsiteY1628" fmla="*/ 141267 h 267920"/>
                <a:gd name="connsiteX1629" fmla="*/ 508784 w 569632"/>
                <a:gd name="connsiteY1629" fmla="*/ 176178 h 267920"/>
                <a:gd name="connsiteX1630" fmla="*/ 509595 w 569632"/>
                <a:gd name="connsiteY1630" fmla="*/ 175366 h 267920"/>
                <a:gd name="connsiteX1631" fmla="*/ 508784 w 569632"/>
                <a:gd name="connsiteY1631" fmla="*/ 176178 h 267920"/>
                <a:gd name="connsiteX1632" fmla="*/ 508784 w 569632"/>
                <a:gd name="connsiteY1632" fmla="*/ 176178 h 267920"/>
                <a:gd name="connsiteX1633" fmla="*/ 508784 w 569632"/>
                <a:gd name="connsiteY1633" fmla="*/ 176178 h 267920"/>
                <a:gd name="connsiteX1634" fmla="*/ 510407 w 569632"/>
                <a:gd name="connsiteY1634" fmla="*/ 139643 h 267920"/>
                <a:gd name="connsiteX1635" fmla="*/ 513652 w 569632"/>
                <a:gd name="connsiteY1635" fmla="*/ 138020 h 267920"/>
                <a:gd name="connsiteX1636" fmla="*/ 523388 w 569632"/>
                <a:gd name="connsiteY1636" fmla="*/ 130713 h 267920"/>
                <a:gd name="connsiteX1637" fmla="*/ 529067 w 569632"/>
                <a:gd name="connsiteY1637" fmla="*/ 126653 h 267920"/>
                <a:gd name="connsiteX1638" fmla="*/ 533935 w 569632"/>
                <a:gd name="connsiteY1638" fmla="*/ 122594 h 267920"/>
                <a:gd name="connsiteX1639" fmla="*/ 530690 w 569632"/>
                <a:gd name="connsiteY1639" fmla="*/ 125030 h 267920"/>
                <a:gd name="connsiteX1640" fmla="*/ 525822 w 569632"/>
                <a:gd name="connsiteY1640" fmla="*/ 128277 h 267920"/>
                <a:gd name="connsiteX1641" fmla="*/ 520954 w 569632"/>
                <a:gd name="connsiteY1641" fmla="*/ 131525 h 267920"/>
                <a:gd name="connsiteX1642" fmla="*/ 514463 w 569632"/>
                <a:gd name="connsiteY1642" fmla="*/ 136396 h 267920"/>
                <a:gd name="connsiteX1643" fmla="*/ 510407 w 569632"/>
                <a:gd name="connsiteY1643" fmla="*/ 139643 h 267920"/>
                <a:gd name="connsiteX1644" fmla="*/ 508784 w 569632"/>
                <a:gd name="connsiteY1644" fmla="*/ 140455 h 267920"/>
                <a:gd name="connsiteX1645" fmla="*/ 510407 w 569632"/>
                <a:gd name="connsiteY1645" fmla="*/ 139643 h 267920"/>
                <a:gd name="connsiteX1646" fmla="*/ 508784 w 569632"/>
                <a:gd name="connsiteY1646" fmla="*/ 168059 h 267920"/>
                <a:gd name="connsiteX1647" fmla="*/ 509595 w 569632"/>
                <a:gd name="connsiteY1647" fmla="*/ 167247 h 267920"/>
                <a:gd name="connsiteX1648" fmla="*/ 508784 w 569632"/>
                <a:gd name="connsiteY1648" fmla="*/ 168059 h 267920"/>
                <a:gd name="connsiteX1649" fmla="*/ 508784 w 569632"/>
                <a:gd name="connsiteY1649" fmla="*/ 168059 h 267920"/>
                <a:gd name="connsiteX1650" fmla="*/ 509595 w 569632"/>
                <a:gd name="connsiteY1650" fmla="*/ 169683 h 267920"/>
                <a:gd name="connsiteX1651" fmla="*/ 509595 w 569632"/>
                <a:gd name="connsiteY1651" fmla="*/ 169683 h 267920"/>
                <a:gd name="connsiteX1652" fmla="*/ 509595 w 569632"/>
                <a:gd name="connsiteY1652" fmla="*/ 169683 h 267920"/>
                <a:gd name="connsiteX1653" fmla="*/ 509595 w 569632"/>
                <a:gd name="connsiteY1653" fmla="*/ 169683 h 267920"/>
                <a:gd name="connsiteX1654" fmla="*/ 509595 w 569632"/>
                <a:gd name="connsiteY1654" fmla="*/ 162376 h 267920"/>
                <a:gd name="connsiteX1655" fmla="*/ 509595 w 569632"/>
                <a:gd name="connsiteY1655" fmla="*/ 162376 h 267920"/>
                <a:gd name="connsiteX1656" fmla="*/ 509595 w 569632"/>
                <a:gd name="connsiteY1656" fmla="*/ 161564 h 267920"/>
                <a:gd name="connsiteX1657" fmla="*/ 509595 w 569632"/>
                <a:gd name="connsiteY1657" fmla="*/ 162376 h 267920"/>
                <a:gd name="connsiteX1658" fmla="*/ 510407 w 569632"/>
                <a:gd name="connsiteY1658" fmla="*/ 159940 h 267920"/>
                <a:gd name="connsiteX1659" fmla="*/ 510407 w 569632"/>
                <a:gd name="connsiteY1659" fmla="*/ 159940 h 267920"/>
                <a:gd name="connsiteX1660" fmla="*/ 510407 w 569632"/>
                <a:gd name="connsiteY1660" fmla="*/ 159940 h 267920"/>
                <a:gd name="connsiteX1661" fmla="*/ 510407 w 569632"/>
                <a:gd name="connsiteY1661" fmla="*/ 159940 h 267920"/>
                <a:gd name="connsiteX1662" fmla="*/ 512029 w 569632"/>
                <a:gd name="connsiteY1662" fmla="*/ 165624 h 267920"/>
                <a:gd name="connsiteX1663" fmla="*/ 512029 w 569632"/>
                <a:gd name="connsiteY1663" fmla="*/ 165624 h 267920"/>
                <a:gd name="connsiteX1664" fmla="*/ 512029 w 569632"/>
                <a:gd name="connsiteY1664" fmla="*/ 165624 h 267920"/>
                <a:gd name="connsiteX1665" fmla="*/ 512029 w 569632"/>
                <a:gd name="connsiteY1665" fmla="*/ 165624 h 267920"/>
                <a:gd name="connsiteX1666" fmla="*/ 512029 w 569632"/>
                <a:gd name="connsiteY1666" fmla="*/ 165624 h 267920"/>
                <a:gd name="connsiteX1667" fmla="*/ 514463 w 569632"/>
                <a:gd name="connsiteY1667" fmla="*/ 163188 h 267920"/>
                <a:gd name="connsiteX1668" fmla="*/ 515275 w 569632"/>
                <a:gd name="connsiteY1668" fmla="*/ 161564 h 267920"/>
                <a:gd name="connsiteX1669" fmla="*/ 516897 w 569632"/>
                <a:gd name="connsiteY1669" fmla="*/ 159940 h 267920"/>
                <a:gd name="connsiteX1670" fmla="*/ 517708 w 569632"/>
                <a:gd name="connsiteY1670" fmla="*/ 157505 h 267920"/>
                <a:gd name="connsiteX1671" fmla="*/ 512841 w 569632"/>
                <a:gd name="connsiteY1671" fmla="*/ 164000 h 267920"/>
                <a:gd name="connsiteX1672" fmla="*/ 514463 w 569632"/>
                <a:gd name="connsiteY1672" fmla="*/ 163188 h 267920"/>
                <a:gd name="connsiteX1673" fmla="*/ 520954 w 569632"/>
                <a:gd name="connsiteY1673" fmla="*/ 153445 h 267920"/>
                <a:gd name="connsiteX1674" fmla="*/ 520954 w 569632"/>
                <a:gd name="connsiteY1674" fmla="*/ 153445 h 267920"/>
                <a:gd name="connsiteX1675" fmla="*/ 520954 w 569632"/>
                <a:gd name="connsiteY1675" fmla="*/ 151822 h 267920"/>
                <a:gd name="connsiteX1676" fmla="*/ 520954 w 569632"/>
                <a:gd name="connsiteY1676" fmla="*/ 153445 h 267920"/>
                <a:gd name="connsiteX1677" fmla="*/ 522576 w 569632"/>
                <a:gd name="connsiteY1677" fmla="*/ 155881 h 267920"/>
                <a:gd name="connsiteX1678" fmla="*/ 523388 w 569632"/>
                <a:gd name="connsiteY1678" fmla="*/ 155069 h 267920"/>
                <a:gd name="connsiteX1679" fmla="*/ 522576 w 569632"/>
                <a:gd name="connsiteY1679" fmla="*/ 155881 h 267920"/>
                <a:gd name="connsiteX1680" fmla="*/ 522576 w 569632"/>
                <a:gd name="connsiteY1680" fmla="*/ 155881 h 267920"/>
                <a:gd name="connsiteX1681" fmla="*/ 523388 w 569632"/>
                <a:gd name="connsiteY1681" fmla="*/ 142891 h 267920"/>
                <a:gd name="connsiteX1682" fmla="*/ 525011 w 569632"/>
                <a:gd name="connsiteY1682" fmla="*/ 142079 h 267920"/>
                <a:gd name="connsiteX1683" fmla="*/ 525822 w 569632"/>
                <a:gd name="connsiteY1683" fmla="*/ 140455 h 267920"/>
                <a:gd name="connsiteX1684" fmla="*/ 524199 w 569632"/>
                <a:gd name="connsiteY1684" fmla="*/ 141267 h 267920"/>
                <a:gd name="connsiteX1685" fmla="*/ 523388 w 569632"/>
                <a:gd name="connsiteY1685" fmla="*/ 142891 h 267920"/>
                <a:gd name="connsiteX1686" fmla="*/ 525011 w 569632"/>
                <a:gd name="connsiteY1686" fmla="*/ 151822 h 267920"/>
                <a:gd name="connsiteX1687" fmla="*/ 526633 w 569632"/>
                <a:gd name="connsiteY1687" fmla="*/ 151010 h 267920"/>
                <a:gd name="connsiteX1688" fmla="*/ 526633 w 569632"/>
                <a:gd name="connsiteY1688" fmla="*/ 149386 h 267920"/>
                <a:gd name="connsiteX1689" fmla="*/ 525822 w 569632"/>
                <a:gd name="connsiteY1689" fmla="*/ 150198 h 267920"/>
                <a:gd name="connsiteX1690" fmla="*/ 525011 w 569632"/>
                <a:gd name="connsiteY1690" fmla="*/ 151822 h 267920"/>
                <a:gd name="connsiteX1691" fmla="*/ 525011 w 569632"/>
                <a:gd name="connsiteY1691" fmla="*/ 151822 h 267920"/>
                <a:gd name="connsiteX1692" fmla="*/ 529067 w 569632"/>
                <a:gd name="connsiteY1692" fmla="*/ 146950 h 267920"/>
                <a:gd name="connsiteX1693" fmla="*/ 529067 w 569632"/>
                <a:gd name="connsiteY1693" fmla="*/ 146950 h 267920"/>
                <a:gd name="connsiteX1694" fmla="*/ 527444 w 569632"/>
                <a:gd name="connsiteY1694" fmla="*/ 148574 h 267920"/>
                <a:gd name="connsiteX1695" fmla="*/ 529067 w 569632"/>
                <a:gd name="connsiteY1695" fmla="*/ 146950 h 267920"/>
                <a:gd name="connsiteX1696" fmla="*/ 537991 w 569632"/>
                <a:gd name="connsiteY1696" fmla="*/ 119346 h 267920"/>
                <a:gd name="connsiteX1697" fmla="*/ 538803 w 569632"/>
                <a:gd name="connsiteY1697" fmla="*/ 118534 h 267920"/>
                <a:gd name="connsiteX1698" fmla="*/ 539614 w 569632"/>
                <a:gd name="connsiteY1698" fmla="*/ 117723 h 267920"/>
                <a:gd name="connsiteX1699" fmla="*/ 538803 w 569632"/>
                <a:gd name="connsiteY1699" fmla="*/ 118534 h 267920"/>
                <a:gd name="connsiteX1700" fmla="*/ 537991 w 569632"/>
                <a:gd name="connsiteY1700" fmla="*/ 119346 h 267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Lst>
              <a:rect l="l" t="t" r="r" b="b"/>
              <a:pathLst>
                <a:path w="569632" h="267920">
                  <a:moveTo>
                    <a:pt x="8203" y="133148"/>
                  </a:moveTo>
                  <a:cubicBezTo>
                    <a:pt x="9014" y="130713"/>
                    <a:pt x="13071" y="126653"/>
                    <a:pt x="14693" y="125030"/>
                  </a:cubicBezTo>
                  <a:cubicBezTo>
                    <a:pt x="16316" y="123406"/>
                    <a:pt x="17127" y="122594"/>
                    <a:pt x="17127" y="122594"/>
                  </a:cubicBezTo>
                  <a:cubicBezTo>
                    <a:pt x="17127" y="120970"/>
                    <a:pt x="32542" y="108792"/>
                    <a:pt x="34976" y="107168"/>
                  </a:cubicBezTo>
                  <a:lnTo>
                    <a:pt x="39032" y="104733"/>
                  </a:lnTo>
                  <a:lnTo>
                    <a:pt x="43089" y="104733"/>
                  </a:lnTo>
                  <a:cubicBezTo>
                    <a:pt x="46335" y="104733"/>
                    <a:pt x="47957" y="104733"/>
                    <a:pt x="49580" y="106356"/>
                  </a:cubicBezTo>
                  <a:cubicBezTo>
                    <a:pt x="51202" y="107168"/>
                    <a:pt x="52014" y="107980"/>
                    <a:pt x="52825" y="107168"/>
                  </a:cubicBezTo>
                  <a:cubicBezTo>
                    <a:pt x="53636" y="106356"/>
                    <a:pt x="53636" y="106356"/>
                    <a:pt x="52825" y="107168"/>
                  </a:cubicBezTo>
                  <a:cubicBezTo>
                    <a:pt x="52014" y="107980"/>
                    <a:pt x="52014" y="107980"/>
                    <a:pt x="52825" y="108792"/>
                  </a:cubicBezTo>
                  <a:cubicBezTo>
                    <a:pt x="55259" y="110416"/>
                    <a:pt x="57693" y="117723"/>
                    <a:pt x="56070" y="119346"/>
                  </a:cubicBezTo>
                  <a:lnTo>
                    <a:pt x="56070" y="119346"/>
                  </a:lnTo>
                  <a:cubicBezTo>
                    <a:pt x="56070" y="120158"/>
                    <a:pt x="54448" y="124218"/>
                    <a:pt x="53636" y="124218"/>
                  </a:cubicBezTo>
                  <a:cubicBezTo>
                    <a:pt x="52825" y="124218"/>
                    <a:pt x="52825" y="125030"/>
                    <a:pt x="52014" y="125841"/>
                  </a:cubicBezTo>
                  <a:cubicBezTo>
                    <a:pt x="51202" y="126653"/>
                    <a:pt x="48768" y="129089"/>
                    <a:pt x="44712" y="132337"/>
                  </a:cubicBezTo>
                  <a:cubicBezTo>
                    <a:pt x="43900" y="133148"/>
                    <a:pt x="43089" y="133148"/>
                    <a:pt x="43089" y="133148"/>
                  </a:cubicBezTo>
                  <a:cubicBezTo>
                    <a:pt x="42278" y="133148"/>
                    <a:pt x="31731" y="137208"/>
                    <a:pt x="30108" y="138831"/>
                  </a:cubicBezTo>
                  <a:cubicBezTo>
                    <a:pt x="29297" y="139643"/>
                    <a:pt x="27674" y="139643"/>
                    <a:pt x="27674" y="139643"/>
                  </a:cubicBezTo>
                  <a:cubicBezTo>
                    <a:pt x="22806" y="140455"/>
                    <a:pt x="17938" y="142079"/>
                    <a:pt x="14693" y="146138"/>
                  </a:cubicBezTo>
                  <a:lnTo>
                    <a:pt x="13882" y="145327"/>
                  </a:lnTo>
                  <a:cubicBezTo>
                    <a:pt x="12259" y="147762"/>
                    <a:pt x="8203" y="155069"/>
                    <a:pt x="8203" y="157505"/>
                  </a:cubicBezTo>
                  <a:cubicBezTo>
                    <a:pt x="7391" y="160752"/>
                    <a:pt x="8203" y="163188"/>
                    <a:pt x="10636" y="164000"/>
                  </a:cubicBezTo>
                  <a:cubicBezTo>
                    <a:pt x="12259" y="164812"/>
                    <a:pt x="16316" y="164812"/>
                    <a:pt x="20372" y="164812"/>
                  </a:cubicBezTo>
                  <a:cubicBezTo>
                    <a:pt x="22806" y="164812"/>
                    <a:pt x="25240" y="164812"/>
                    <a:pt x="26863" y="164000"/>
                  </a:cubicBezTo>
                  <a:cubicBezTo>
                    <a:pt x="30108" y="163188"/>
                    <a:pt x="36599" y="161564"/>
                    <a:pt x="38221" y="160752"/>
                  </a:cubicBezTo>
                  <a:cubicBezTo>
                    <a:pt x="45523" y="159128"/>
                    <a:pt x="72296" y="147762"/>
                    <a:pt x="75542" y="143703"/>
                  </a:cubicBezTo>
                  <a:cubicBezTo>
                    <a:pt x="75542" y="142891"/>
                    <a:pt x="76353" y="142891"/>
                    <a:pt x="77164" y="142891"/>
                  </a:cubicBezTo>
                  <a:cubicBezTo>
                    <a:pt x="77976" y="142891"/>
                    <a:pt x="80410" y="141267"/>
                    <a:pt x="81221" y="140455"/>
                  </a:cubicBezTo>
                  <a:cubicBezTo>
                    <a:pt x="81221" y="140455"/>
                    <a:pt x="82032" y="139643"/>
                    <a:pt x="83655" y="138831"/>
                  </a:cubicBezTo>
                  <a:cubicBezTo>
                    <a:pt x="85278" y="138020"/>
                    <a:pt x="86900" y="136396"/>
                    <a:pt x="88523" y="135584"/>
                  </a:cubicBezTo>
                  <a:cubicBezTo>
                    <a:pt x="95825" y="129901"/>
                    <a:pt x="110428" y="120158"/>
                    <a:pt x="110428" y="120970"/>
                  </a:cubicBezTo>
                  <a:cubicBezTo>
                    <a:pt x="110428" y="122594"/>
                    <a:pt x="105560" y="125841"/>
                    <a:pt x="104749" y="126653"/>
                  </a:cubicBezTo>
                  <a:cubicBezTo>
                    <a:pt x="102315" y="128277"/>
                    <a:pt x="101504" y="129089"/>
                    <a:pt x="101504" y="129901"/>
                  </a:cubicBezTo>
                  <a:cubicBezTo>
                    <a:pt x="101504" y="129901"/>
                    <a:pt x="100693" y="130713"/>
                    <a:pt x="100693" y="131525"/>
                  </a:cubicBezTo>
                  <a:cubicBezTo>
                    <a:pt x="99881" y="132337"/>
                    <a:pt x="99070" y="132337"/>
                    <a:pt x="99070" y="133148"/>
                  </a:cubicBezTo>
                  <a:cubicBezTo>
                    <a:pt x="99070" y="133960"/>
                    <a:pt x="92579" y="139643"/>
                    <a:pt x="90957" y="140455"/>
                  </a:cubicBezTo>
                  <a:cubicBezTo>
                    <a:pt x="90146" y="141267"/>
                    <a:pt x="88523" y="142079"/>
                    <a:pt x="86089" y="143703"/>
                  </a:cubicBezTo>
                  <a:cubicBezTo>
                    <a:pt x="84466" y="145327"/>
                    <a:pt x="82032" y="146138"/>
                    <a:pt x="81221" y="146950"/>
                  </a:cubicBezTo>
                  <a:cubicBezTo>
                    <a:pt x="80410" y="146950"/>
                    <a:pt x="79598" y="147762"/>
                    <a:pt x="78787" y="148574"/>
                  </a:cubicBezTo>
                  <a:cubicBezTo>
                    <a:pt x="77976" y="149386"/>
                    <a:pt x="77164" y="150198"/>
                    <a:pt x="76353" y="150198"/>
                  </a:cubicBezTo>
                  <a:cubicBezTo>
                    <a:pt x="75542" y="150198"/>
                    <a:pt x="70674" y="154257"/>
                    <a:pt x="70674" y="154257"/>
                  </a:cubicBezTo>
                  <a:cubicBezTo>
                    <a:pt x="70674" y="154257"/>
                    <a:pt x="71485" y="154257"/>
                    <a:pt x="72296" y="153445"/>
                  </a:cubicBezTo>
                  <a:cubicBezTo>
                    <a:pt x="73108" y="152634"/>
                    <a:pt x="74731" y="152634"/>
                    <a:pt x="74731" y="151822"/>
                  </a:cubicBezTo>
                  <a:cubicBezTo>
                    <a:pt x="74731" y="151010"/>
                    <a:pt x="75542" y="151010"/>
                    <a:pt x="76353" y="151010"/>
                  </a:cubicBezTo>
                  <a:cubicBezTo>
                    <a:pt x="76353" y="151010"/>
                    <a:pt x="77164" y="150198"/>
                    <a:pt x="77976" y="150198"/>
                  </a:cubicBezTo>
                  <a:cubicBezTo>
                    <a:pt x="79598" y="150198"/>
                    <a:pt x="77976" y="151822"/>
                    <a:pt x="77164" y="151822"/>
                  </a:cubicBezTo>
                  <a:cubicBezTo>
                    <a:pt x="76353" y="151822"/>
                    <a:pt x="76353" y="152634"/>
                    <a:pt x="76353" y="152634"/>
                  </a:cubicBezTo>
                  <a:cubicBezTo>
                    <a:pt x="76353" y="154257"/>
                    <a:pt x="74731" y="155881"/>
                    <a:pt x="69863" y="158317"/>
                  </a:cubicBezTo>
                  <a:cubicBezTo>
                    <a:pt x="66617" y="159940"/>
                    <a:pt x="63372" y="161564"/>
                    <a:pt x="61749" y="162376"/>
                  </a:cubicBezTo>
                  <a:cubicBezTo>
                    <a:pt x="60127" y="163188"/>
                    <a:pt x="59315" y="164000"/>
                    <a:pt x="58504" y="164000"/>
                  </a:cubicBezTo>
                  <a:cubicBezTo>
                    <a:pt x="57693" y="164812"/>
                    <a:pt x="57693" y="164812"/>
                    <a:pt x="58504" y="164000"/>
                  </a:cubicBezTo>
                  <a:cubicBezTo>
                    <a:pt x="59315" y="163188"/>
                    <a:pt x="58504" y="163188"/>
                    <a:pt x="58504" y="164000"/>
                  </a:cubicBezTo>
                  <a:cubicBezTo>
                    <a:pt x="54448" y="167247"/>
                    <a:pt x="45523" y="169683"/>
                    <a:pt x="39844" y="170495"/>
                  </a:cubicBezTo>
                  <a:cubicBezTo>
                    <a:pt x="36599" y="170495"/>
                    <a:pt x="34976" y="171307"/>
                    <a:pt x="34165" y="171307"/>
                  </a:cubicBezTo>
                  <a:cubicBezTo>
                    <a:pt x="34165" y="171307"/>
                    <a:pt x="34165" y="171307"/>
                    <a:pt x="34976" y="171307"/>
                  </a:cubicBezTo>
                  <a:cubicBezTo>
                    <a:pt x="36599" y="171307"/>
                    <a:pt x="36599" y="171307"/>
                    <a:pt x="34976" y="172119"/>
                  </a:cubicBezTo>
                  <a:cubicBezTo>
                    <a:pt x="34165" y="172119"/>
                    <a:pt x="31731" y="172931"/>
                    <a:pt x="28485" y="172931"/>
                  </a:cubicBezTo>
                  <a:cubicBezTo>
                    <a:pt x="23618" y="172931"/>
                    <a:pt x="17127" y="172119"/>
                    <a:pt x="13882" y="171307"/>
                  </a:cubicBezTo>
                  <a:cubicBezTo>
                    <a:pt x="9014" y="169683"/>
                    <a:pt x="7391" y="168871"/>
                    <a:pt x="3335" y="163188"/>
                  </a:cubicBezTo>
                  <a:cubicBezTo>
                    <a:pt x="901" y="159128"/>
                    <a:pt x="89" y="157505"/>
                    <a:pt x="89" y="155069"/>
                  </a:cubicBezTo>
                  <a:cubicBezTo>
                    <a:pt x="-722" y="148574"/>
                    <a:pt x="4146" y="141267"/>
                    <a:pt x="8203" y="133148"/>
                  </a:cubicBezTo>
                  <a:close/>
                  <a:moveTo>
                    <a:pt x="26052" y="131525"/>
                  </a:moveTo>
                  <a:lnTo>
                    <a:pt x="32542" y="128277"/>
                  </a:lnTo>
                  <a:cubicBezTo>
                    <a:pt x="31731" y="129089"/>
                    <a:pt x="29297" y="130713"/>
                    <a:pt x="28485" y="131525"/>
                  </a:cubicBezTo>
                  <a:cubicBezTo>
                    <a:pt x="28485" y="132337"/>
                    <a:pt x="28485" y="133148"/>
                    <a:pt x="29297" y="132337"/>
                  </a:cubicBezTo>
                  <a:cubicBezTo>
                    <a:pt x="29297" y="132337"/>
                    <a:pt x="30108" y="132337"/>
                    <a:pt x="30108" y="132337"/>
                  </a:cubicBezTo>
                  <a:cubicBezTo>
                    <a:pt x="30108" y="132337"/>
                    <a:pt x="30919" y="132337"/>
                    <a:pt x="31731" y="131525"/>
                  </a:cubicBezTo>
                  <a:cubicBezTo>
                    <a:pt x="33353" y="130713"/>
                    <a:pt x="36599" y="129089"/>
                    <a:pt x="36599" y="129089"/>
                  </a:cubicBezTo>
                  <a:cubicBezTo>
                    <a:pt x="36599" y="129089"/>
                    <a:pt x="43089" y="125841"/>
                    <a:pt x="44712" y="124218"/>
                  </a:cubicBezTo>
                  <a:cubicBezTo>
                    <a:pt x="47146" y="122594"/>
                    <a:pt x="47146" y="121782"/>
                    <a:pt x="47957" y="121782"/>
                  </a:cubicBezTo>
                  <a:cubicBezTo>
                    <a:pt x="47957" y="121782"/>
                    <a:pt x="47957" y="120970"/>
                    <a:pt x="47957" y="121782"/>
                  </a:cubicBezTo>
                  <a:cubicBezTo>
                    <a:pt x="47957" y="121782"/>
                    <a:pt x="48768" y="120158"/>
                    <a:pt x="49580" y="119346"/>
                  </a:cubicBezTo>
                  <a:cubicBezTo>
                    <a:pt x="49580" y="119346"/>
                    <a:pt x="48768" y="119346"/>
                    <a:pt x="48768" y="119346"/>
                  </a:cubicBezTo>
                  <a:cubicBezTo>
                    <a:pt x="47146" y="120158"/>
                    <a:pt x="43089" y="120970"/>
                    <a:pt x="40655" y="121782"/>
                  </a:cubicBezTo>
                  <a:cubicBezTo>
                    <a:pt x="35787" y="123406"/>
                    <a:pt x="30108" y="127465"/>
                    <a:pt x="26052" y="131525"/>
                  </a:cubicBezTo>
                  <a:close/>
                  <a:moveTo>
                    <a:pt x="27674" y="133148"/>
                  </a:moveTo>
                  <a:cubicBezTo>
                    <a:pt x="28485" y="133148"/>
                    <a:pt x="29297" y="131525"/>
                    <a:pt x="28485" y="131525"/>
                  </a:cubicBezTo>
                  <a:cubicBezTo>
                    <a:pt x="28485" y="131525"/>
                    <a:pt x="27674" y="131525"/>
                    <a:pt x="27674" y="131525"/>
                  </a:cubicBezTo>
                  <a:cubicBezTo>
                    <a:pt x="27674" y="131525"/>
                    <a:pt x="27674" y="132337"/>
                    <a:pt x="27674" y="133148"/>
                  </a:cubicBezTo>
                  <a:cubicBezTo>
                    <a:pt x="26863" y="133148"/>
                    <a:pt x="26863" y="133148"/>
                    <a:pt x="27674" y="133148"/>
                  </a:cubicBezTo>
                  <a:close/>
                  <a:moveTo>
                    <a:pt x="53636" y="164000"/>
                  </a:moveTo>
                  <a:cubicBezTo>
                    <a:pt x="54448" y="164000"/>
                    <a:pt x="54448" y="164000"/>
                    <a:pt x="53636" y="164000"/>
                  </a:cubicBezTo>
                  <a:cubicBezTo>
                    <a:pt x="53636" y="163188"/>
                    <a:pt x="52825" y="163188"/>
                    <a:pt x="53636" y="164000"/>
                  </a:cubicBezTo>
                  <a:cubicBezTo>
                    <a:pt x="52825" y="164000"/>
                    <a:pt x="52825" y="164000"/>
                    <a:pt x="53636" y="164000"/>
                  </a:cubicBezTo>
                  <a:close/>
                  <a:moveTo>
                    <a:pt x="55259" y="163188"/>
                  </a:moveTo>
                  <a:cubicBezTo>
                    <a:pt x="55259" y="163188"/>
                    <a:pt x="56882" y="163188"/>
                    <a:pt x="56882" y="162376"/>
                  </a:cubicBezTo>
                  <a:cubicBezTo>
                    <a:pt x="56882" y="162376"/>
                    <a:pt x="56882" y="161564"/>
                    <a:pt x="56882" y="161564"/>
                  </a:cubicBezTo>
                  <a:cubicBezTo>
                    <a:pt x="55259" y="162376"/>
                    <a:pt x="54448" y="163188"/>
                    <a:pt x="55259" y="163188"/>
                  </a:cubicBezTo>
                  <a:close/>
                  <a:moveTo>
                    <a:pt x="73919" y="154257"/>
                  </a:moveTo>
                  <a:cubicBezTo>
                    <a:pt x="74731" y="154257"/>
                    <a:pt x="75542" y="154257"/>
                    <a:pt x="73919" y="154257"/>
                  </a:cubicBezTo>
                  <a:cubicBezTo>
                    <a:pt x="74731" y="153445"/>
                    <a:pt x="74731" y="153445"/>
                    <a:pt x="73919" y="154257"/>
                  </a:cubicBezTo>
                  <a:cubicBezTo>
                    <a:pt x="73108" y="154257"/>
                    <a:pt x="73108" y="154257"/>
                    <a:pt x="73919" y="154257"/>
                  </a:cubicBezTo>
                  <a:close/>
                  <a:moveTo>
                    <a:pt x="80410" y="155069"/>
                  </a:moveTo>
                  <a:cubicBezTo>
                    <a:pt x="82032" y="152634"/>
                    <a:pt x="86089" y="143703"/>
                    <a:pt x="86089" y="143703"/>
                  </a:cubicBezTo>
                  <a:cubicBezTo>
                    <a:pt x="86089" y="143703"/>
                    <a:pt x="86089" y="142891"/>
                    <a:pt x="86900" y="142891"/>
                  </a:cubicBezTo>
                  <a:cubicBezTo>
                    <a:pt x="87711" y="142891"/>
                    <a:pt x="89334" y="138831"/>
                    <a:pt x="89334" y="138020"/>
                  </a:cubicBezTo>
                  <a:cubicBezTo>
                    <a:pt x="89334" y="138020"/>
                    <a:pt x="89334" y="137208"/>
                    <a:pt x="90146" y="137208"/>
                  </a:cubicBezTo>
                  <a:cubicBezTo>
                    <a:pt x="90146" y="137208"/>
                    <a:pt x="90957" y="135584"/>
                    <a:pt x="91768" y="134772"/>
                  </a:cubicBezTo>
                  <a:cubicBezTo>
                    <a:pt x="92579" y="133148"/>
                    <a:pt x="94202" y="129089"/>
                    <a:pt x="96636" y="125841"/>
                  </a:cubicBezTo>
                  <a:cubicBezTo>
                    <a:pt x="98259" y="122594"/>
                    <a:pt x="100693" y="118534"/>
                    <a:pt x="101504" y="116911"/>
                  </a:cubicBezTo>
                  <a:cubicBezTo>
                    <a:pt x="102315" y="115287"/>
                    <a:pt x="103127" y="114475"/>
                    <a:pt x="103127" y="114475"/>
                  </a:cubicBezTo>
                  <a:cubicBezTo>
                    <a:pt x="103127" y="114475"/>
                    <a:pt x="103127" y="114475"/>
                    <a:pt x="103938" y="112851"/>
                  </a:cubicBezTo>
                  <a:cubicBezTo>
                    <a:pt x="103938" y="112039"/>
                    <a:pt x="104749" y="111228"/>
                    <a:pt x="105560" y="111228"/>
                  </a:cubicBezTo>
                  <a:cubicBezTo>
                    <a:pt x="105560" y="111228"/>
                    <a:pt x="106372" y="110416"/>
                    <a:pt x="106372" y="110416"/>
                  </a:cubicBezTo>
                  <a:cubicBezTo>
                    <a:pt x="106372" y="109604"/>
                    <a:pt x="107183" y="107980"/>
                    <a:pt x="107994" y="107168"/>
                  </a:cubicBezTo>
                  <a:cubicBezTo>
                    <a:pt x="108806" y="105544"/>
                    <a:pt x="109617" y="105544"/>
                    <a:pt x="109617" y="105544"/>
                  </a:cubicBezTo>
                  <a:cubicBezTo>
                    <a:pt x="109617" y="105544"/>
                    <a:pt x="109617" y="105544"/>
                    <a:pt x="110428" y="105544"/>
                  </a:cubicBezTo>
                  <a:cubicBezTo>
                    <a:pt x="111240" y="104733"/>
                    <a:pt x="112051" y="104733"/>
                    <a:pt x="113674" y="104733"/>
                  </a:cubicBezTo>
                  <a:cubicBezTo>
                    <a:pt x="115296" y="104733"/>
                    <a:pt x="116919" y="105544"/>
                    <a:pt x="117730" y="105544"/>
                  </a:cubicBezTo>
                  <a:cubicBezTo>
                    <a:pt x="120164" y="107168"/>
                    <a:pt x="120975" y="109604"/>
                    <a:pt x="120164" y="111228"/>
                  </a:cubicBezTo>
                  <a:cubicBezTo>
                    <a:pt x="119353" y="112851"/>
                    <a:pt x="118542" y="116911"/>
                    <a:pt x="116919" y="118534"/>
                  </a:cubicBezTo>
                  <a:cubicBezTo>
                    <a:pt x="116107" y="119346"/>
                    <a:pt x="115296" y="120158"/>
                    <a:pt x="115296" y="120158"/>
                  </a:cubicBezTo>
                  <a:cubicBezTo>
                    <a:pt x="115296" y="120158"/>
                    <a:pt x="115296" y="120970"/>
                    <a:pt x="114485" y="121782"/>
                  </a:cubicBezTo>
                  <a:cubicBezTo>
                    <a:pt x="112862" y="123406"/>
                    <a:pt x="107994" y="132337"/>
                    <a:pt x="107994" y="133148"/>
                  </a:cubicBezTo>
                  <a:cubicBezTo>
                    <a:pt x="107994" y="133148"/>
                    <a:pt x="107994" y="133960"/>
                    <a:pt x="107994" y="133960"/>
                  </a:cubicBezTo>
                  <a:cubicBezTo>
                    <a:pt x="107994" y="133960"/>
                    <a:pt x="107183" y="134772"/>
                    <a:pt x="107183" y="135584"/>
                  </a:cubicBezTo>
                  <a:cubicBezTo>
                    <a:pt x="106372" y="137208"/>
                    <a:pt x="106372" y="137208"/>
                    <a:pt x="108806" y="135584"/>
                  </a:cubicBezTo>
                  <a:cubicBezTo>
                    <a:pt x="109617" y="134772"/>
                    <a:pt x="111240" y="133148"/>
                    <a:pt x="112862" y="132337"/>
                  </a:cubicBezTo>
                  <a:cubicBezTo>
                    <a:pt x="116919" y="129089"/>
                    <a:pt x="120164" y="125841"/>
                    <a:pt x="125032" y="124218"/>
                  </a:cubicBezTo>
                  <a:cubicBezTo>
                    <a:pt x="126655" y="123406"/>
                    <a:pt x="127466" y="123406"/>
                    <a:pt x="128277" y="124218"/>
                  </a:cubicBezTo>
                  <a:cubicBezTo>
                    <a:pt x="129089" y="124218"/>
                    <a:pt x="130711" y="124218"/>
                    <a:pt x="131523" y="124218"/>
                  </a:cubicBezTo>
                  <a:cubicBezTo>
                    <a:pt x="132334" y="124218"/>
                    <a:pt x="133145" y="124218"/>
                    <a:pt x="133145" y="125030"/>
                  </a:cubicBezTo>
                  <a:cubicBezTo>
                    <a:pt x="133145" y="125841"/>
                    <a:pt x="133956" y="125841"/>
                    <a:pt x="134768" y="125841"/>
                  </a:cubicBezTo>
                  <a:cubicBezTo>
                    <a:pt x="135579" y="125841"/>
                    <a:pt x="136390" y="125841"/>
                    <a:pt x="136390" y="126653"/>
                  </a:cubicBezTo>
                  <a:cubicBezTo>
                    <a:pt x="136390" y="127465"/>
                    <a:pt x="136390" y="127465"/>
                    <a:pt x="137202" y="127465"/>
                  </a:cubicBezTo>
                  <a:cubicBezTo>
                    <a:pt x="138013" y="127465"/>
                    <a:pt x="139636" y="128277"/>
                    <a:pt x="139636" y="129901"/>
                  </a:cubicBezTo>
                  <a:cubicBezTo>
                    <a:pt x="139636" y="134772"/>
                    <a:pt x="142070" y="138831"/>
                    <a:pt x="147749" y="138831"/>
                  </a:cubicBezTo>
                  <a:cubicBezTo>
                    <a:pt x="151806" y="138831"/>
                    <a:pt x="162353" y="136396"/>
                    <a:pt x="163975" y="133960"/>
                  </a:cubicBezTo>
                  <a:cubicBezTo>
                    <a:pt x="163975" y="133960"/>
                    <a:pt x="166409" y="132337"/>
                    <a:pt x="169654" y="131525"/>
                  </a:cubicBezTo>
                  <a:cubicBezTo>
                    <a:pt x="172088" y="130713"/>
                    <a:pt x="175334" y="129089"/>
                    <a:pt x="176145" y="128277"/>
                  </a:cubicBezTo>
                  <a:cubicBezTo>
                    <a:pt x="177767" y="127465"/>
                    <a:pt x="184258" y="125030"/>
                    <a:pt x="185069" y="125030"/>
                  </a:cubicBezTo>
                  <a:cubicBezTo>
                    <a:pt x="185881" y="125030"/>
                    <a:pt x="185881" y="125030"/>
                    <a:pt x="185069" y="126653"/>
                  </a:cubicBezTo>
                  <a:cubicBezTo>
                    <a:pt x="185069" y="127465"/>
                    <a:pt x="185069" y="127465"/>
                    <a:pt x="185069" y="127465"/>
                  </a:cubicBezTo>
                  <a:cubicBezTo>
                    <a:pt x="185069" y="127465"/>
                    <a:pt x="184258" y="128277"/>
                    <a:pt x="181013" y="130713"/>
                  </a:cubicBezTo>
                  <a:cubicBezTo>
                    <a:pt x="172088" y="137208"/>
                    <a:pt x="160730" y="144515"/>
                    <a:pt x="150183" y="144515"/>
                  </a:cubicBezTo>
                  <a:cubicBezTo>
                    <a:pt x="144503" y="144515"/>
                    <a:pt x="138824" y="142891"/>
                    <a:pt x="133956" y="137208"/>
                  </a:cubicBezTo>
                  <a:lnTo>
                    <a:pt x="130711" y="133960"/>
                  </a:lnTo>
                  <a:lnTo>
                    <a:pt x="129089" y="134772"/>
                  </a:lnTo>
                  <a:cubicBezTo>
                    <a:pt x="128277" y="135584"/>
                    <a:pt x="126655" y="136396"/>
                    <a:pt x="126655" y="136396"/>
                  </a:cubicBezTo>
                  <a:cubicBezTo>
                    <a:pt x="126655" y="136396"/>
                    <a:pt x="123409" y="138831"/>
                    <a:pt x="120164" y="142079"/>
                  </a:cubicBezTo>
                  <a:cubicBezTo>
                    <a:pt x="111240" y="149386"/>
                    <a:pt x="103938" y="158317"/>
                    <a:pt x="96636" y="167247"/>
                  </a:cubicBezTo>
                  <a:cubicBezTo>
                    <a:pt x="94202" y="170495"/>
                    <a:pt x="93391" y="170495"/>
                    <a:pt x="90146" y="173742"/>
                  </a:cubicBezTo>
                  <a:cubicBezTo>
                    <a:pt x="86089" y="176990"/>
                    <a:pt x="85278" y="177802"/>
                    <a:pt x="83655" y="176990"/>
                  </a:cubicBezTo>
                  <a:cubicBezTo>
                    <a:pt x="82032" y="176178"/>
                    <a:pt x="81221" y="175366"/>
                    <a:pt x="80410" y="172931"/>
                  </a:cubicBezTo>
                  <a:cubicBezTo>
                    <a:pt x="79598" y="171307"/>
                    <a:pt x="78787" y="170495"/>
                    <a:pt x="77976" y="170495"/>
                  </a:cubicBezTo>
                  <a:cubicBezTo>
                    <a:pt x="74731" y="168871"/>
                    <a:pt x="75542" y="163188"/>
                    <a:pt x="80410" y="155069"/>
                  </a:cubicBezTo>
                  <a:close/>
                  <a:moveTo>
                    <a:pt x="82032" y="142891"/>
                  </a:moveTo>
                  <a:cubicBezTo>
                    <a:pt x="82032" y="142891"/>
                    <a:pt x="86089" y="140455"/>
                    <a:pt x="86089" y="140455"/>
                  </a:cubicBezTo>
                  <a:cubicBezTo>
                    <a:pt x="86089" y="140455"/>
                    <a:pt x="85278" y="140455"/>
                    <a:pt x="83655" y="141267"/>
                  </a:cubicBezTo>
                  <a:cubicBezTo>
                    <a:pt x="82844" y="142079"/>
                    <a:pt x="82032" y="142891"/>
                    <a:pt x="82032" y="142891"/>
                  </a:cubicBezTo>
                  <a:close/>
                  <a:moveTo>
                    <a:pt x="92579" y="136396"/>
                  </a:moveTo>
                  <a:cubicBezTo>
                    <a:pt x="93391" y="135584"/>
                    <a:pt x="94202" y="135584"/>
                    <a:pt x="93391" y="135584"/>
                  </a:cubicBezTo>
                  <a:cubicBezTo>
                    <a:pt x="93391" y="134772"/>
                    <a:pt x="93391" y="135584"/>
                    <a:pt x="92579" y="136396"/>
                  </a:cubicBezTo>
                  <a:cubicBezTo>
                    <a:pt x="91768" y="136396"/>
                    <a:pt x="91768" y="136396"/>
                    <a:pt x="92579" y="136396"/>
                  </a:cubicBezTo>
                  <a:close/>
                  <a:moveTo>
                    <a:pt x="225635" y="149386"/>
                  </a:moveTo>
                  <a:cubicBezTo>
                    <a:pt x="225635" y="149386"/>
                    <a:pt x="225635" y="147762"/>
                    <a:pt x="226446" y="145327"/>
                  </a:cubicBezTo>
                  <a:cubicBezTo>
                    <a:pt x="227258" y="142891"/>
                    <a:pt x="227258" y="142079"/>
                    <a:pt x="228069" y="142079"/>
                  </a:cubicBezTo>
                  <a:cubicBezTo>
                    <a:pt x="228880" y="142079"/>
                    <a:pt x="229692" y="141267"/>
                    <a:pt x="229692" y="139643"/>
                  </a:cubicBezTo>
                  <a:cubicBezTo>
                    <a:pt x="230503" y="138020"/>
                    <a:pt x="230503" y="137208"/>
                    <a:pt x="230503" y="137208"/>
                  </a:cubicBezTo>
                  <a:cubicBezTo>
                    <a:pt x="230503" y="137208"/>
                    <a:pt x="230503" y="137208"/>
                    <a:pt x="231314" y="136396"/>
                  </a:cubicBezTo>
                  <a:cubicBezTo>
                    <a:pt x="232126" y="134772"/>
                    <a:pt x="232937" y="132337"/>
                    <a:pt x="232126" y="132337"/>
                  </a:cubicBezTo>
                  <a:cubicBezTo>
                    <a:pt x="232126" y="132337"/>
                    <a:pt x="231314" y="133148"/>
                    <a:pt x="231314" y="133148"/>
                  </a:cubicBezTo>
                  <a:cubicBezTo>
                    <a:pt x="231314" y="133148"/>
                    <a:pt x="231314" y="133960"/>
                    <a:pt x="230503" y="133960"/>
                  </a:cubicBezTo>
                  <a:cubicBezTo>
                    <a:pt x="230503" y="133960"/>
                    <a:pt x="230503" y="133148"/>
                    <a:pt x="230503" y="132337"/>
                  </a:cubicBezTo>
                  <a:cubicBezTo>
                    <a:pt x="231314" y="131525"/>
                    <a:pt x="231314" y="130713"/>
                    <a:pt x="232126" y="131525"/>
                  </a:cubicBezTo>
                  <a:cubicBezTo>
                    <a:pt x="232937" y="132337"/>
                    <a:pt x="233748" y="131525"/>
                    <a:pt x="233748" y="130713"/>
                  </a:cubicBezTo>
                  <a:cubicBezTo>
                    <a:pt x="233748" y="129901"/>
                    <a:pt x="234560" y="129089"/>
                    <a:pt x="235371" y="127465"/>
                  </a:cubicBezTo>
                  <a:cubicBezTo>
                    <a:pt x="236182" y="125841"/>
                    <a:pt x="236994" y="125030"/>
                    <a:pt x="236182" y="124218"/>
                  </a:cubicBezTo>
                  <a:cubicBezTo>
                    <a:pt x="236182" y="123406"/>
                    <a:pt x="236182" y="123406"/>
                    <a:pt x="236994" y="123406"/>
                  </a:cubicBezTo>
                  <a:cubicBezTo>
                    <a:pt x="236994" y="123406"/>
                    <a:pt x="237805" y="123406"/>
                    <a:pt x="237805" y="122594"/>
                  </a:cubicBezTo>
                  <a:cubicBezTo>
                    <a:pt x="237805" y="122594"/>
                    <a:pt x="237805" y="121782"/>
                    <a:pt x="238616" y="120970"/>
                  </a:cubicBezTo>
                  <a:cubicBezTo>
                    <a:pt x="239427" y="119346"/>
                    <a:pt x="240239" y="116099"/>
                    <a:pt x="239427" y="116911"/>
                  </a:cubicBezTo>
                  <a:cubicBezTo>
                    <a:pt x="238616" y="117723"/>
                    <a:pt x="237805" y="116911"/>
                    <a:pt x="238616" y="116099"/>
                  </a:cubicBezTo>
                  <a:cubicBezTo>
                    <a:pt x="238616" y="115287"/>
                    <a:pt x="239427" y="115287"/>
                    <a:pt x="240239" y="115287"/>
                  </a:cubicBezTo>
                  <a:cubicBezTo>
                    <a:pt x="241050" y="115287"/>
                    <a:pt x="241050" y="115287"/>
                    <a:pt x="241861" y="113663"/>
                  </a:cubicBezTo>
                  <a:cubicBezTo>
                    <a:pt x="242673" y="112851"/>
                    <a:pt x="242673" y="111228"/>
                    <a:pt x="242673" y="111228"/>
                  </a:cubicBezTo>
                  <a:cubicBezTo>
                    <a:pt x="242673" y="111228"/>
                    <a:pt x="243484" y="109604"/>
                    <a:pt x="243484" y="108792"/>
                  </a:cubicBezTo>
                  <a:cubicBezTo>
                    <a:pt x="244295" y="107980"/>
                    <a:pt x="245107" y="107168"/>
                    <a:pt x="244295" y="106356"/>
                  </a:cubicBezTo>
                  <a:cubicBezTo>
                    <a:pt x="244295" y="106356"/>
                    <a:pt x="244295" y="105544"/>
                    <a:pt x="245107" y="104733"/>
                  </a:cubicBezTo>
                  <a:cubicBezTo>
                    <a:pt x="245918" y="103921"/>
                    <a:pt x="245918" y="103109"/>
                    <a:pt x="245918" y="102297"/>
                  </a:cubicBezTo>
                  <a:cubicBezTo>
                    <a:pt x="245918" y="100673"/>
                    <a:pt x="246729" y="99049"/>
                    <a:pt x="247541" y="99861"/>
                  </a:cubicBezTo>
                  <a:cubicBezTo>
                    <a:pt x="247541" y="99861"/>
                    <a:pt x="248352" y="99861"/>
                    <a:pt x="248352" y="99049"/>
                  </a:cubicBezTo>
                  <a:cubicBezTo>
                    <a:pt x="248352" y="98237"/>
                    <a:pt x="248352" y="98237"/>
                    <a:pt x="247541" y="98237"/>
                  </a:cubicBezTo>
                  <a:cubicBezTo>
                    <a:pt x="246729" y="98237"/>
                    <a:pt x="246729" y="97426"/>
                    <a:pt x="246729" y="97426"/>
                  </a:cubicBezTo>
                  <a:cubicBezTo>
                    <a:pt x="246729" y="96614"/>
                    <a:pt x="249163" y="94990"/>
                    <a:pt x="249974" y="94990"/>
                  </a:cubicBezTo>
                  <a:cubicBezTo>
                    <a:pt x="249974" y="94990"/>
                    <a:pt x="249974" y="94990"/>
                    <a:pt x="249974" y="94178"/>
                  </a:cubicBezTo>
                  <a:cubicBezTo>
                    <a:pt x="249163" y="93366"/>
                    <a:pt x="249163" y="93366"/>
                    <a:pt x="249974" y="93366"/>
                  </a:cubicBezTo>
                  <a:cubicBezTo>
                    <a:pt x="250786" y="93366"/>
                    <a:pt x="252409" y="90931"/>
                    <a:pt x="253220" y="89307"/>
                  </a:cubicBezTo>
                  <a:cubicBezTo>
                    <a:pt x="253220" y="88495"/>
                    <a:pt x="254031" y="88495"/>
                    <a:pt x="254031" y="88495"/>
                  </a:cubicBezTo>
                  <a:cubicBezTo>
                    <a:pt x="254842" y="88495"/>
                    <a:pt x="255654" y="86871"/>
                    <a:pt x="254842" y="86059"/>
                  </a:cubicBezTo>
                  <a:cubicBezTo>
                    <a:pt x="254031" y="85247"/>
                    <a:pt x="255654" y="81188"/>
                    <a:pt x="256465" y="81188"/>
                  </a:cubicBezTo>
                  <a:cubicBezTo>
                    <a:pt x="257276" y="81188"/>
                    <a:pt x="258088" y="79564"/>
                    <a:pt x="257276" y="79564"/>
                  </a:cubicBezTo>
                  <a:cubicBezTo>
                    <a:pt x="256465" y="79564"/>
                    <a:pt x="256465" y="78752"/>
                    <a:pt x="257276" y="77940"/>
                  </a:cubicBezTo>
                  <a:cubicBezTo>
                    <a:pt x="258088" y="77129"/>
                    <a:pt x="258088" y="76317"/>
                    <a:pt x="258899" y="77129"/>
                  </a:cubicBezTo>
                  <a:cubicBezTo>
                    <a:pt x="259710" y="77129"/>
                    <a:pt x="259710" y="77129"/>
                    <a:pt x="259710" y="76317"/>
                  </a:cubicBezTo>
                  <a:cubicBezTo>
                    <a:pt x="259710" y="75505"/>
                    <a:pt x="260522" y="75505"/>
                    <a:pt x="260522" y="74693"/>
                  </a:cubicBezTo>
                  <a:cubicBezTo>
                    <a:pt x="261333" y="73881"/>
                    <a:pt x="261333" y="73881"/>
                    <a:pt x="261333" y="73881"/>
                  </a:cubicBezTo>
                  <a:cubicBezTo>
                    <a:pt x="260522" y="74693"/>
                    <a:pt x="260522" y="73069"/>
                    <a:pt x="261333" y="72257"/>
                  </a:cubicBezTo>
                  <a:cubicBezTo>
                    <a:pt x="262144" y="71445"/>
                    <a:pt x="262144" y="71445"/>
                    <a:pt x="262144" y="71445"/>
                  </a:cubicBezTo>
                  <a:cubicBezTo>
                    <a:pt x="262144" y="71445"/>
                    <a:pt x="262144" y="70634"/>
                    <a:pt x="262956" y="70634"/>
                  </a:cubicBezTo>
                  <a:cubicBezTo>
                    <a:pt x="263767" y="69822"/>
                    <a:pt x="263767" y="69822"/>
                    <a:pt x="262956" y="70634"/>
                  </a:cubicBezTo>
                  <a:cubicBezTo>
                    <a:pt x="262144" y="71445"/>
                    <a:pt x="262956" y="70634"/>
                    <a:pt x="262956" y="69822"/>
                  </a:cubicBezTo>
                  <a:cubicBezTo>
                    <a:pt x="263767" y="69010"/>
                    <a:pt x="263767" y="68198"/>
                    <a:pt x="263767" y="68198"/>
                  </a:cubicBezTo>
                  <a:cubicBezTo>
                    <a:pt x="263767" y="68198"/>
                    <a:pt x="263767" y="67386"/>
                    <a:pt x="264578" y="67386"/>
                  </a:cubicBezTo>
                  <a:cubicBezTo>
                    <a:pt x="265390" y="67386"/>
                    <a:pt x="265390" y="66574"/>
                    <a:pt x="265390" y="65762"/>
                  </a:cubicBezTo>
                  <a:cubicBezTo>
                    <a:pt x="265390" y="64950"/>
                    <a:pt x="265390" y="64950"/>
                    <a:pt x="266201" y="64950"/>
                  </a:cubicBezTo>
                  <a:cubicBezTo>
                    <a:pt x="266201" y="64950"/>
                    <a:pt x="267012" y="64950"/>
                    <a:pt x="266201" y="64138"/>
                  </a:cubicBezTo>
                  <a:cubicBezTo>
                    <a:pt x="266201" y="64138"/>
                    <a:pt x="266201" y="63327"/>
                    <a:pt x="266201" y="63327"/>
                  </a:cubicBezTo>
                  <a:cubicBezTo>
                    <a:pt x="266201" y="63327"/>
                    <a:pt x="267012" y="62515"/>
                    <a:pt x="267012" y="62515"/>
                  </a:cubicBezTo>
                  <a:cubicBezTo>
                    <a:pt x="267012" y="61703"/>
                    <a:pt x="267012" y="60891"/>
                    <a:pt x="267824" y="60891"/>
                  </a:cubicBezTo>
                  <a:cubicBezTo>
                    <a:pt x="267824" y="60891"/>
                    <a:pt x="268635" y="60079"/>
                    <a:pt x="268635" y="60079"/>
                  </a:cubicBezTo>
                  <a:cubicBezTo>
                    <a:pt x="268635" y="60079"/>
                    <a:pt x="269446" y="58455"/>
                    <a:pt x="270257" y="57643"/>
                  </a:cubicBezTo>
                  <a:cubicBezTo>
                    <a:pt x="271069" y="56832"/>
                    <a:pt x="271880" y="56020"/>
                    <a:pt x="271880" y="55208"/>
                  </a:cubicBezTo>
                  <a:cubicBezTo>
                    <a:pt x="271880" y="54396"/>
                    <a:pt x="274314" y="51148"/>
                    <a:pt x="279182" y="43030"/>
                  </a:cubicBezTo>
                  <a:cubicBezTo>
                    <a:pt x="280805" y="39782"/>
                    <a:pt x="283238" y="37346"/>
                    <a:pt x="283238" y="37346"/>
                  </a:cubicBezTo>
                  <a:cubicBezTo>
                    <a:pt x="284050" y="35723"/>
                    <a:pt x="288918" y="33287"/>
                    <a:pt x="291352" y="33287"/>
                  </a:cubicBezTo>
                  <a:cubicBezTo>
                    <a:pt x="296220" y="33287"/>
                    <a:pt x="301899" y="35723"/>
                    <a:pt x="302710" y="38158"/>
                  </a:cubicBezTo>
                  <a:cubicBezTo>
                    <a:pt x="303521" y="40594"/>
                    <a:pt x="301899" y="43841"/>
                    <a:pt x="300276" y="44653"/>
                  </a:cubicBezTo>
                  <a:cubicBezTo>
                    <a:pt x="298653" y="46277"/>
                    <a:pt x="294597" y="50337"/>
                    <a:pt x="293786" y="51960"/>
                  </a:cubicBezTo>
                  <a:cubicBezTo>
                    <a:pt x="293786" y="52772"/>
                    <a:pt x="292163" y="55208"/>
                    <a:pt x="289729" y="56832"/>
                  </a:cubicBezTo>
                  <a:cubicBezTo>
                    <a:pt x="288106" y="59267"/>
                    <a:pt x="285673" y="62515"/>
                    <a:pt x="284861" y="64138"/>
                  </a:cubicBezTo>
                  <a:cubicBezTo>
                    <a:pt x="276748" y="77129"/>
                    <a:pt x="267824" y="90119"/>
                    <a:pt x="261333" y="104733"/>
                  </a:cubicBezTo>
                  <a:cubicBezTo>
                    <a:pt x="259710" y="107980"/>
                    <a:pt x="258899" y="108792"/>
                    <a:pt x="256465" y="108792"/>
                  </a:cubicBezTo>
                  <a:cubicBezTo>
                    <a:pt x="254842" y="108792"/>
                    <a:pt x="254842" y="108792"/>
                    <a:pt x="256465" y="108792"/>
                  </a:cubicBezTo>
                  <a:cubicBezTo>
                    <a:pt x="258088" y="109604"/>
                    <a:pt x="258088" y="109604"/>
                    <a:pt x="258088" y="110416"/>
                  </a:cubicBezTo>
                  <a:cubicBezTo>
                    <a:pt x="257276" y="111228"/>
                    <a:pt x="257276" y="112851"/>
                    <a:pt x="256465" y="113663"/>
                  </a:cubicBezTo>
                  <a:cubicBezTo>
                    <a:pt x="255654" y="114475"/>
                    <a:pt x="255654" y="116099"/>
                    <a:pt x="254842" y="116911"/>
                  </a:cubicBezTo>
                  <a:cubicBezTo>
                    <a:pt x="254031" y="117723"/>
                    <a:pt x="253220" y="119346"/>
                    <a:pt x="253220" y="120970"/>
                  </a:cubicBezTo>
                  <a:cubicBezTo>
                    <a:pt x="252409" y="124218"/>
                    <a:pt x="249974" y="129089"/>
                    <a:pt x="248352" y="132337"/>
                  </a:cubicBezTo>
                  <a:cubicBezTo>
                    <a:pt x="247541" y="133960"/>
                    <a:pt x="246729" y="136396"/>
                    <a:pt x="245918" y="138020"/>
                  </a:cubicBezTo>
                  <a:cubicBezTo>
                    <a:pt x="245107" y="139643"/>
                    <a:pt x="244295" y="142891"/>
                    <a:pt x="243484" y="144515"/>
                  </a:cubicBezTo>
                  <a:cubicBezTo>
                    <a:pt x="242673" y="146138"/>
                    <a:pt x="241861" y="149386"/>
                    <a:pt x="241050" y="151010"/>
                  </a:cubicBezTo>
                  <a:cubicBezTo>
                    <a:pt x="240239" y="152634"/>
                    <a:pt x="240239" y="154257"/>
                    <a:pt x="239427" y="155069"/>
                  </a:cubicBezTo>
                  <a:cubicBezTo>
                    <a:pt x="238616" y="155881"/>
                    <a:pt x="238616" y="163188"/>
                    <a:pt x="239427" y="164812"/>
                  </a:cubicBezTo>
                  <a:cubicBezTo>
                    <a:pt x="240239" y="165624"/>
                    <a:pt x="240239" y="166435"/>
                    <a:pt x="241861" y="165624"/>
                  </a:cubicBezTo>
                  <a:cubicBezTo>
                    <a:pt x="241861" y="165624"/>
                    <a:pt x="242673" y="165624"/>
                    <a:pt x="242673" y="165624"/>
                  </a:cubicBezTo>
                  <a:cubicBezTo>
                    <a:pt x="245107" y="164000"/>
                    <a:pt x="248352" y="159128"/>
                    <a:pt x="255654" y="149386"/>
                  </a:cubicBezTo>
                  <a:cubicBezTo>
                    <a:pt x="260522" y="142891"/>
                    <a:pt x="265390" y="136396"/>
                    <a:pt x="266201" y="135584"/>
                  </a:cubicBezTo>
                  <a:cubicBezTo>
                    <a:pt x="267012" y="134772"/>
                    <a:pt x="268635" y="133148"/>
                    <a:pt x="268635" y="132337"/>
                  </a:cubicBezTo>
                  <a:cubicBezTo>
                    <a:pt x="269446" y="131525"/>
                    <a:pt x="271880" y="127465"/>
                    <a:pt x="274314" y="124218"/>
                  </a:cubicBezTo>
                  <a:cubicBezTo>
                    <a:pt x="276748" y="120970"/>
                    <a:pt x="282427" y="113663"/>
                    <a:pt x="285673" y="107980"/>
                  </a:cubicBezTo>
                  <a:cubicBezTo>
                    <a:pt x="293786" y="96614"/>
                    <a:pt x="301087" y="86871"/>
                    <a:pt x="308389" y="77940"/>
                  </a:cubicBezTo>
                  <a:cubicBezTo>
                    <a:pt x="320559" y="62515"/>
                    <a:pt x="331106" y="48713"/>
                    <a:pt x="331917" y="47089"/>
                  </a:cubicBezTo>
                  <a:cubicBezTo>
                    <a:pt x="332729" y="45465"/>
                    <a:pt x="333540" y="45465"/>
                    <a:pt x="333540" y="47901"/>
                  </a:cubicBezTo>
                  <a:cubicBezTo>
                    <a:pt x="333540" y="49525"/>
                    <a:pt x="333540" y="49525"/>
                    <a:pt x="334351" y="49525"/>
                  </a:cubicBezTo>
                  <a:cubicBezTo>
                    <a:pt x="336785" y="48713"/>
                    <a:pt x="338408" y="47901"/>
                    <a:pt x="339219" y="48713"/>
                  </a:cubicBezTo>
                  <a:cubicBezTo>
                    <a:pt x="340031" y="48713"/>
                    <a:pt x="340842" y="49525"/>
                    <a:pt x="341653" y="49525"/>
                  </a:cubicBezTo>
                  <a:cubicBezTo>
                    <a:pt x="344087" y="49525"/>
                    <a:pt x="346521" y="51148"/>
                    <a:pt x="348144" y="53584"/>
                  </a:cubicBezTo>
                  <a:cubicBezTo>
                    <a:pt x="349766" y="55208"/>
                    <a:pt x="349766" y="60079"/>
                    <a:pt x="348144" y="63327"/>
                  </a:cubicBezTo>
                  <a:cubicBezTo>
                    <a:pt x="347332" y="64950"/>
                    <a:pt x="344898" y="69010"/>
                    <a:pt x="344087" y="69822"/>
                  </a:cubicBezTo>
                  <a:cubicBezTo>
                    <a:pt x="343276" y="70634"/>
                    <a:pt x="342465" y="71445"/>
                    <a:pt x="341653" y="73069"/>
                  </a:cubicBezTo>
                  <a:cubicBezTo>
                    <a:pt x="340031" y="76317"/>
                    <a:pt x="336785" y="80376"/>
                    <a:pt x="335163" y="82000"/>
                  </a:cubicBezTo>
                  <a:cubicBezTo>
                    <a:pt x="330295" y="86871"/>
                    <a:pt x="324616" y="94178"/>
                    <a:pt x="324616" y="95802"/>
                  </a:cubicBezTo>
                  <a:cubicBezTo>
                    <a:pt x="324616" y="95802"/>
                    <a:pt x="320559" y="101485"/>
                    <a:pt x="319748" y="102297"/>
                  </a:cubicBezTo>
                  <a:cubicBezTo>
                    <a:pt x="318936" y="103921"/>
                    <a:pt x="318125" y="104733"/>
                    <a:pt x="318125" y="104733"/>
                  </a:cubicBezTo>
                  <a:cubicBezTo>
                    <a:pt x="318125" y="104733"/>
                    <a:pt x="317314" y="106356"/>
                    <a:pt x="317314" y="107168"/>
                  </a:cubicBezTo>
                  <a:cubicBezTo>
                    <a:pt x="316502" y="108792"/>
                    <a:pt x="316502" y="109604"/>
                    <a:pt x="315691" y="109604"/>
                  </a:cubicBezTo>
                  <a:cubicBezTo>
                    <a:pt x="315691" y="109604"/>
                    <a:pt x="314880" y="110416"/>
                    <a:pt x="314880" y="110416"/>
                  </a:cubicBezTo>
                  <a:cubicBezTo>
                    <a:pt x="314880" y="111228"/>
                    <a:pt x="314880" y="111228"/>
                    <a:pt x="314069" y="111228"/>
                  </a:cubicBezTo>
                  <a:cubicBezTo>
                    <a:pt x="313257" y="111228"/>
                    <a:pt x="310823" y="116911"/>
                    <a:pt x="310823" y="117723"/>
                  </a:cubicBezTo>
                  <a:cubicBezTo>
                    <a:pt x="310823" y="117723"/>
                    <a:pt x="310823" y="118534"/>
                    <a:pt x="310823" y="118534"/>
                  </a:cubicBezTo>
                  <a:cubicBezTo>
                    <a:pt x="310823" y="118534"/>
                    <a:pt x="310823" y="118534"/>
                    <a:pt x="310823" y="117723"/>
                  </a:cubicBezTo>
                  <a:cubicBezTo>
                    <a:pt x="310823" y="116911"/>
                    <a:pt x="310823" y="117723"/>
                    <a:pt x="310012" y="118534"/>
                  </a:cubicBezTo>
                  <a:cubicBezTo>
                    <a:pt x="309201" y="119346"/>
                    <a:pt x="309201" y="120158"/>
                    <a:pt x="309201" y="120158"/>
                  </a:cubicBezTo>
                  <a:cubicBezTo>
                    <a:pt x="309201" y="120158"/>
                    <a:pt x="307578" y="124218"/>
                    <a:pt x="305144" y="128277"/>
                  </a:cubicBezTo>
                  <a:cubicBezTo>
                    <a:pt x="303521" y="132337"/>
                    <a:pt x="301087" y="135584"/>
                    <a:pt x="299465" y="139643"/>
                  </a:cubicBezTo>
                  <a:cubicBezTo>
                    <a:pt x="297031" y="144515"/>
                    <a:pt x="296220" y="151822"/>
                    <a:pt x="296220" y="153445"/>
                  </a:cubicBezTo>
                  <a:cubicBezTo>
                    <a:pt x="296220" y="154257"/>
                    <a:pt x="297031" y="155069"/>
                    <a:pt x="296220" y="155881"/>
                  </a:cubicBezTo>
                  <a:cubicBezTo>
                    <a:pt x="296220" y="156693"/>
                    <a:pt x="296220" y="157505"/>
                    <a:pt x="296220" y="158317"/>
                  </a:cubicBezTo>
                  <a:cubicBezTo>
                    <a:pt x="297031" y="159940"/>
                    <a:pt x="297031" y="159940"/>
                    <a:pt x="300276" y="159128"/>
                  </a:cubicBezTo>
                  <a:cubicBezTo>
                    <a:pt x="305144" y="158317"/>
                    <a:pt x="305144" y="158317"/>
                    <a:pt x="322182" y="140455"/>
                  </a:cubicBezTo>
                  <a:cubicBezTo>
                    <a:pt x="327861" y="133960"/>
                    <a:pt x="336785" y="124218"/>
                    <a:pt x="340031" y="120158"/>
                  </a:cubicBezTo>
                  <a:cubicBezTo>
                    <a:pt x="340842" y="118534"/>
                    <a:pt x="344087" y="115287"/>
                    <a:pt x="346521" y="112039"/>
                  </a:cubicBezTo>
                  <a:cubicBezTo>
                    <a:pt x="348955" y="108792"/>
                    <a:pt x="350578" y="106356"/>
                    <a:pt x="350578" y="107168"/>
                  </a:cubicBezTo>
                  <a:cubicBezTo>
                    <a:pt x="349766" y="107168"/>
                    <a:pt x="349766" y="107168"/>
                    <a:pt x="350578" y="107168"/>
                  </a:cubicBezTo>
                  <a:cubicBezTo>
                    <a:pt x="350578" y="106356"/>
                    <a:pt x="351389" y="106356"/>
                    <a:pt x="352200" y="106356"/>
                  </a:cubicBezTo>
                  <a:cubicBezTo>
                    <a:pt x="353012" y="106356"/>
                    <a:pt x="353012" y="106356"/>
                    <a:pt x="353012" y="106356"/>
                  </a:cubicBezTo>
                  <a:cubicBezTo>
                    <a:pt x="353012" y="106356"/>
                    <a:pt x="353012" y="105544"/>
                    <a:pt x="353823" y="104733"/>
                  </a:cubicBezTo>
                  <a:cubicBezTo>
                    <a:pt x="354634" y="103921"/>
                    <a:pt x="354634" y="103921"/>
                    <a:pt x="353823" y="103921"/>
                  </a:cubicBezTo>
                  <a:cubicBezTo>
                    <a:pt x="353012" y="103921"/>
                    <a:pt x="353823" y="103109"/>
                    <a:pt x="355445" y="102297"/>
                  </a:cubicBezTo>
                  <a:cubicBezTo>
                    <a:pt x="357068" y="101485"/>
                    <a:pt x="357880" y="99861"/>
                    <a:pt x="357880" y="99861"/>
                  </a:cubicBezTo>
                  <a:cubicBezTo>
                    <a:pt x="357880" y="99049"/>
                    <a:pt x="357880" y="99049"/>
                    <a:pt x="358691" y="98237"/>
                  </a:cubicBezTo>
                  <a:cubicBezTo>
                    <a:pt x="359502" y="97426"/>
                    <a:pt x="359502" y="97426"/>
                    <a:pt x="359502" y="97426"/>
                  </a:cubicBezTo>
                  <a:cubicBezTo>
                    <a:pt x="359502" y="97426"/>
                    <a:pt x="359502" y="96614"/>
                    <a:pt x="359502" y="97426"/>
                  </a:cubicBezTo>
                  <a:cubicBezTo>
                    <a:pt x="360313" y="97426"/>
                    <a:pt x="361936" y="95802"/>
                    <a:pt x="361936" y="94178"/>
                  </a:cubicBezTo>
                  <a:cubicBezTo>
                    <a:pt x="361936" y="94178"/>
                    <a:pt x="362747" y="93366"/>
                    <a:pt x="363559" y="92554"/>
                  </a:cubicBezTo>
                  <a:cubicBezTo>
                    <a:pt x="364370" y="91742"/>
                    <a:pt x="364370" y="90931"/>
                    <a:pt x="364370" y="91742"/>
                  </a:cubicBezTo>
                  <a:cubicBezTo>
                    <a:pt x="364370" y="92554"/>
                    <a:pt x="363559" y="91742"/>
                    <a:pt x="364370" y="91742"/>
                  </a:cubicBezTo>
                  <a:cubicBezTo>
                    <a:pt x="364370" y="91742"/>
                    <a:pt x="365181" y="90931"/>
                    <a:pt x="365181" y="90931"/>
                  </a:cubicBezTo>
                  <a:cubicBezTo>
                    <a:pt x="365993" y="90931"/>
                    <a:pt x="365993" y="90931"/>
                    <a:pt x="365993" y="90119"/>
                  </a:cubicBezTo>
                  <a:cubicBezTo>
                    <a:pt x="365993" y="89307"/>
                    <a:pt x="365993" y="89307"/>
                    <a:pt x="366804" y="90119"/>
                  </a:cubicBezTo>
                  <a:cubicBezTo>
                    <a:pt x="366804" y="90119"/>
                    <a:pt x="367615" y="90119"/>
                    <a:pt x="367615" y="89307"/>
                  </a:cubicBezTo>
                  <a:cubicBezTo>
                    <a:pt x="367615" y="88495"/>
                    <a:pt x="368427" y="87683"/>
                    <a:pt x="368427" y="87683"/>
                  </a:cubicBezTo>
                  <a:cubicBezTo>
                    <a:pt x="369238" y="87683"/>
                    <a:pt x="369238" y="86871"/>
                    <a:pt x="369238" y="86871"/>
                  </a:cubicBezTo>
                  <a:cubicBezTo>
                    <a:pt x="369238" y="86871"/>
                    <a:pt x="369238" y="86059"/>
                    <a:pt x="370049" y="85247"/>
                  </a:cubicBezTo>
                  <a:cubicBezTo>
                    <a:pt x="370861" y="84435"/>
                    <a:pt x="371672" y="84435"/>
                    <a:pt x="371672" y="83624"/>
                  </a:cubicBezTo>
                  <a:cubicBezTo>
                    <a:pt x="371672" y="82812"/>
                    <a:pt x="374106" y="78752"/>
                    <a:pt x="376540" y="74693"/>
                  </a:cubicBezTo>
                  <a:cubicBezTo>
                    <a:pt x="386276" y="58455"/>
                    <a:pt x="392766" y="45465"/>
                    <a:pt x="396823" y="30851"/>
                  </a:cubicBezTo>
                  <a:cubicBezTo>
                    <a:pt x="396823" y="29228"/>
                    <a:pt x="397634" y="25980"/>
                    <a:pt x="397634" y="22733"/>
                  </a:cubicBezTo>
                  <a:cubicBezTo>
                    <a:pt x="397634" y="17861"/>
                    <a:pt x="397634" y="17049"/>
                    <a:pt x="396011" y="13802"/>
                  </a:cubicBezTo>
                  <a:cubicBezTo>
                    <a:pt x="393577" y="7307"/>
                    <a:pt x="387898" y="3247"/>
                    <a:pt x="383030" y="3247"/>
                  </a:cubicBezTo>
                  <a:cubicBezTo>
                    <a:pt x="381408" y="3247"/>
                    <a:pt x="379785" y="2436"/>
                    <a:pt x="379785" y="2436"/>
                  </a:cubicBezTo>
                  <a:cubicBezTo>
                    <a:pt x="378974" y="2436"/>
                    <a:pt x="377351" y="2436"/>
                    <a:pt x="374917" y="2436"/>
                  </a:cubicBezTo>
                  <a:cubicBezTo>
                    <a:pt x="372483" y="2436"/>
                    <a:pt x="370861" y="2436"/>
                    <a:pt x="370049" y="2436"/>
                  </a:cubicBezTo>
                  <a:cubicBezTo>
                    <a:pt x="370049" y="2436"/>
                    <a:pt x="369238" y="2436"/>
                    <a:pt x="368427" y="2436"/>
                  </a:cubicBezTo>
                  <a:cubicBezTo>
                    <a:pt x="367615" y="2436"/>
                    <a:pt x="367615" y="2436"/>
                    <a:pt x="367615" y="2436"/>
                  </a:cubicBezTo>
                  <a:cubicBezTo>
                    <a:pt x="367615" y="1624"/>
                    <a:pt x="374106" y="0"/>
                    <a:pt x="378974" y="0"/>
                  </a:cubicBezTo>
                  <a:cubicBezTo>
                    <a:pt x="383841" y="0"/>
                    <a:pt x="387087" y="812"/>
                    <a:pt x="391144" y="3247"/>
                  </a:cubicBezTo>
                  <a:cubicBezTo>
                    <a:pt x="400068" y="8119"/>
                    <a:pt x="403313" y="11366"/>
                    <a:pt x="404124" y="22733"/>
                  </a:cubicBezTo>
                  <a:cubicBezTo>
                    <a:pt x="404936" y="28416"/>
                    <a:pt x="404124" y="29228"/>
                    <a:pt x="403313" y="32475"/>
                  </a:cubicBezTo>
                  <a:cubicBezTo>
                    <a:pt x="402502" y="35723"/>
                    <a:pt x="401691" y="37346"/>
                    <a:pt x="402502" y="37346"/>
                  </a:cubicBezTo>
                  <a:cubicBezTo>
                    <a:pt x="402502" y="37346"/>
                    <a:pt x="402502" y="37346"/>
                    <a:pt x="403313" y="36535"/>
                  </a:cubicBezTo>
                  <a:cubicBezTo>
                    <a:pt x="404124" y="35723"/>
                    <a:pt x="404124" y="35723"/>
                    <a:pt x="404124" y="36535"/>
                  </a:cubicBezTo>
                  <a:cubicBezTo>
                    <a:pt x="404124" y="37346"/>
                    <a:pt x="404124" y="37346"/>
                    <a:pt x="403313" y="38158"/>
                  </a:cubicBezTo>
                  <a:cubicBezTo>
                    <a:pt x="402502" y="38158"/>
                    <a:pt x="402502" y="38970"/>
                    <a:pt x="402502" y="40594"/>
                  </a:cubicBezTo>
                  <a:cubicBezTo>
                    <a:pt x="402502" y="42218"/>
                    <a:pt x="402502" y="43030"/>
                    <a:pt x="403313" y="42218"/>
                  </a:cubicBezTo>
                  <a:cubicBezTo>
                    <a:pt x="404124" y="41406"/>
                    <a:pt x="404124" y="41406"/>
                    <a:pt x="404936" y="41406"/>
                  </a:cubicBezTo>
                  <a:cubicBezTo>
                    <a:pt x="404936" y="41406"/>
                    <a:pt x="404936" y="41406"/>
                    <a:pt x="404936" y="40594"/>
                  </a:cubicBezTo>
                  <a:cubicBezTo>
                    <a:pt x="404936" y="39782"/>
                    <a:pt x="404936" y="39782"/>
                    <a:pt x="404936" y="39782"/>
                  </a:cubicBezTo>
                  <a:cubicBezTo>
                    <a:pt x="404936" y="39782"/>
                    <a:pt x="405747" y="39782"/>
                    <a:pt x="404936" y="39782"/>
                  </a:cubicBezTo>
                  <a:cubicBezTo>
                    <a:pt x="404936" y="38970"/>
                    <a:pt x="404936" y="38158"/>
                    <a:pt x="406558" y="30851"/>
                  </a:cubicBezTo>
                  <a:cubicBezTo>
                    <a:pt x="407370" y="25980"/>
                    <a:pt x="408181" y="20297"/>
                    <a:pt x="407370" y="21109"/>
                  </a:cubicBezTo>
                  <a:cubicBezTo>
                    <a:pt x="407370" y="21109"/>
                    <a:pt x="407370" y="19485"/>
                    <a:pt x="407370" y="18673"/>
                  </a:cubicBezTo>
                  <a:cubicBezTo>
                    <a:pt x="407370" y="18673"/>
                    <a:pt x="408181" y="19485"/>
                    <a:pt x="408992" y="21109"/>
                  </a:cubicBezTo>
                  <a:cubicBezTo>
                    <a:pt x="409804" y="23544"/>
                    <a:pt x="409804" y="24356"/>
                    <a:pt x="409804" y="27604"/>
                  </a:cubicBezTo>
                  <a:cubicBezTo>
                    <a:pt x="409804" y="30040"/>
                    <a:pt x="409804" y="31663"/>
                    <a:pt x="409804" y="31663"/>
                  </a:cubicBezTo>
                  <a:cubicBezTo>
                    <a:pt x="409804" y="31663"/>
                    <a:pt x="409804" y="32475"/>
                    <a:pt x="408992" y="33287"/>
                  </a:cubicBezTo>
                  <a:cubicBezTo>
                    <a:pt x="408181" y="34911"/>
                    <a:pt x="407370" y="35723"/>
                    <a:pt x="408181" y="35723"/>
                  </a:cubicBezTo>
                  <a:cubicBezTo>
                    <a:pt x="408181" y="35723"/>
                    <a:pt x="408992" y="35723"/>
                    <a:pt x="408181" y="34911"/>
                  </a:cubicBezTo>
                  <a:cubicBezTo>
                    <a:pt x="408181" y="34911"/>
                    <a:pt x="408181" y="34099"/>
                    <a:pt x="408181" y="33287"/>
                  </a:cubicBezTo>
                  <a:cubicBezTo>
                    <a:pt x="408181" y="32475"/>
                    <a:pt x="408992" y="32475"/>
                    <a:pt x="408992" y="34099"/>
                  </a:cubicBezTo>
                  <a:cubicBezTo>
                    <a:pt x="408992" y="34911"/>
                    <a:pt x="408992" y="35723"/>
                    <a:pt x="408181" y="35723"/>
                  </a:cubicBezTo>
                  <a:cubicBezTo>
                    <a:pt x="407370" y="35723"/>
                    <a:pt x="407370" y="37346"/>
                    <a:pt x="407370" y="38970"/>
                  </a:cubicBezTo>
                  <a:cubicBezTo>
                    <a:pt x="407370" y="42218"/>
                    <a:pt x="406558" y="47089"/>
                    <a:pt x="405747" y="47089"/>
                  </a:cubicBezTo>
                  <a:cubicBezTo>
                    <a:pt x="405747" y="47089"/>
                    <a:pt x="405747" y="47901"/>
                    <a:pt x="404936" y="48713"/>
                  </a:cubicBezTo>
                  <a:cubicBezTo>
                    <a:pt x="404936" y="49525"/>
                    <a:pt x="404124" y="51148"/>
                    <a:pt x="404124" y="51960"/>
                  </a:cubicBezTo>
                  <a:cubicBezTo>
                    <a:pt x="403313" y="52772"/>
                    <a:pt x="403313" y="53584"/>
                    <a:pt x="403313" y="54396"/>
                  </a:cubicBezTo>
                  <a:cubicBezTo>
                    <a:pt x="403313" y="54396"/>
                    <a:pt x="403313" y="55208"/>
                    <a:pt x="402502" y="56020"/>
                  </a:cubicBezTo>
                  <a:cubicBezTo>
                    <a:pt x="401691" y="56832"/>
                    <a:pt x="401691" y="56832"/>
                    <a:pt x="401691" y="56020"/>
                  </a:cubicBezTo>
                  <a:cubicBezTo>
                    <a:pt x="401691" y="55208"/>
                    <a:pt x="401691" y="55208"/>
                    <a:pt x="400879" y="56020"/>
                  </a:cubicBezTo>
                  <a:cubicBezTo>
                    <a:pt x="400879" y="56832"/>
                    <a:pt x="400068" y="57643"/>
                    <a:pt x="400879" y="57643"/>
                  </a:cubicBezTo>
                  <a:cubicBezTo>
                    <a:pt x="401691" y="58455"/>
                    <a:pt x="399257" y="63327"/>
                    <a:pt x="399257" y="63327"/>
                  </a:cubicBezTo>
                  <a:cubicBezTo>
                    <a:pt x="399257" y="63327"/>
                    <a:pt x="398445" y="64138"/>
                    <a:pt x="398445" y="64950"/>
                  </a:cubicBezTo>
                  <a:cubicBezTo>
                    <a:pt x="398445" y="65762"/>
                    <a:pt x="398445" y="66574"/>
                    <a:pt x="397634" y="66574"/>
                  </a:cubicBezTo>
                  <a:cubicBezTo>
                    <a:pt x="397634" y="66574"/>
                    <a:pt x="396823" y="67386"/>
                    <a:pt x="396823" y="67386"/>
                  </a:cubicBezTo>
                  <a:cubicBezTo>
                    <a:pt x="396011" y="69822"/>
                    <a:pt x="393577" y="75505"/>
                    <a:pt x="391955" y="75505"/>
                  </a:cubicBezTo>
                  <a:cubicBezTo>
                    <a:pt x="391144" y="75505"/>
                    <a:pt x="391144" y="77129"/>
                    <a:pt x="391144" y="77940"/>
                  </a:cubicBezTo>
                  <a:cubicBezTo>
                    <a:pt x="391144" y="79564"/>
                    <a:pt x="390332" y="80376"/>
                    <a:pt x="389521" y="80376"/>
                  </a:cubicBezTo>
                  <a:cubicBezTo>
                    <a:pt x="388709" y="81188"/>
                    <a:pt x="387898" y="82000"/>
                    <a:pt x="387087" y="82812"/>
                  </a:cubicBezTo>
                  <a:cubicBezTo>
                    <a:pt x="385464" y="84435"/>
                    <a:pt x="385464" y="86059"/>
                    <a:pt x="386276" y="85247"/>
                  </a:cubicBezTo>
                  <a:cubicBezTo>
                    <a:pt x="387087" y="85247"/>
                    <a:pt x="387087" y="85247"/>
                    <a:pt x="386276" y="86059"/>
                  </a:cubicBezTo>
                  <a:cubicBezTo>
                    <a:pt x="385464" y="87683"/>
                    <a:pt x="384653" y="87683"/>
                    <a:pt x="385464" y="86059"/>
                  </a:cubicBezTo>
                  <a:cubicBezTo>
                    <a:pt x="385464" y="85247"/>
                    <a:pt x="385464" y="85247"/>
                    <a:pt x="384653" y="86059"/>
                  </a:cubicBezTo>
                  <a:cubicBezTo>
                    <a:pt x="383841" y="86871"/>
                    <a:pt x="383841" y="86871"/>
                    <a:pt x="383030" y="86871"/>
                  </a:cubicBezTo>
                  <a:cubicBezTo>
                    <a:pt x="382219" y="86871"/>
                    <a:pt x="382219" y="86871"/>
                    <a:pt x="382219" y="87683"/>
                  </a:cubicBezTo>
                  <a:cubicBezTo>
                    <a:pt x="382219" y="88495"/>
                    <a:pt x="380596" y="92554"/>
                    <a:pt x="379785" y="92554"/>
                  </a:cubicBezTo>
                  <a:cubicBezTo>
                    <a:pt x="379785" y="92554"/>
                    <a:pt x="379785" y="92554"/>
                    <a:pt x="378974" y="93366"/>
                  </a:cubicBezTo>
                  <a:cubicBezTo>
                    <a:pt x="378974" y="94178"/>
                    <a:pt x="378162" y="94990"/>
                    <a:pt x="377351" y="94990"/>
                  </a:cubicBezTo>
                  <a:cubicBezTo>
                    <a:pt x="376540" y="94990"/>
                    <a:pt x="375728" y="95802"/>
                    <a:pt x="375728" y="95802"/>
                  </a:cubicBezTo>
                  <a:cubicBezTo>
                    <a:pt x="375728" y="95802"/>
                    <a:pt x="376540" y="95802"/>
                    <a:pt x="376540" y="95802"/>
                  </a:cubicBezTo>
                  <a:cubicBezTo>
                    <a:pt x="376540" y="95802"/>
                    <a:pt x="377351" y="95802"/>
                    <a:pt x="377351" y="96614"/>
                  </a:cubicBezTo>
                  <a:cubicBezTo>
                    <a:pt x="377351" y="97426"/>
                    <a:pt x="376540" y="97426"/>
                    <a:pt x="376540" y="97426"/>
                  </a:cubicBezTo>
                  <a:cubicBezTo>
                    <a:pt x="376540" y="97426"/>
                    <a:pt x="374917" y="98237"/>
                    <a:pt x="374917" y="99049"/>
                  </a:cubicBezTo>
                  <a:cubicBezTo>
                    <a:pt x="374917" y="99861"/>
                    <a:pt x="374106" y="100673"/>
                    <a:pt x="374106" y="100673"/>
                  </a:cubicBezTo>
                  <a:cubicBezTo>
                    <a:pt x="374106" y="100673"/>
                    <a:pt x="374917" y="100673"/>
                    <a:pt x="374917" y="99861"/>
                  </a:cubicBezTo>
                  <a:cubicBezTo>
                    <a:pt x="374917" y="99049"/>
                    <a:pt x="375728" y="99049"/>
                    <a:pt x="375728" y="99049"/>
                  </a:cubicBezTo>
                  <a:cubicBezTo>
                    <a:pt x="376540" y="99049"/>
                    <a:pt x="375728" y="99861"/>
                    <a:pt x="374917" y="100673"/>
                  </a:cubicBezTo>
                  <a:cubicBezTo>
                    <a:pt x="374106" y="102297"/>
                    <a:pt x="373294" y="103109"/>
                    <a:pt x="373294" y="103109"/>
                  </a:cubicBezTo>
                  <a:cubicBezTo>
                    <a:pt x="373294" y="103109"/>
                    <a:pt x="373294" y="103921"/>
                    <a:pt x="372483" y="104733"/>
                  </a:cubicBezTo>
                  <a:cubicBezTo>
                    <a:pt x="371672" y="105544"/>
                    <a:pt x="370861" y="106356"/>
                    <a:pt x="370049" y="107168"/>
                  </a:cubicBezTo>
                  <a:cubicBezTo>
                    <a:pt x="369238" y="107980"/>
                    <a:pt x="368427" y="109604"/>
                    <a:pt x="366804" y="111228"/>
                  </a:cubicBezTo>
                  <a:cubicBezTo>
                    <a:pt x="365181" y="112851"/>
                    <a:pt x="365181" y="113663"/>
                    <a:pt x="365181" y="113663"/>
                  </a:cubicBezTo>
                  <a:cubicBezTo>
                    <a:pt x="365181" y="114475"/>
                    <a:pt x="363559" y="116099"/>
                    <a:pt x="361125" y="119346"/>
                  </a:cubicBezTo>
                  <a:cubicBezTo>
                    <a:pt x="359502" y="120970"/>
                    <a:pt x="358691" y="122594"/>
                    <a:pt x="357880" y="124218"/>
                  </a:cubicBezTo>
                  <a:cubicBezTo>
                    <a:pt x="357068" y="125841"/>
                    <a:pt x="355445" y="127465"/>
                    <a:pt x="354634" y="128277"/>
                  </a:cubicBezTo>
                  <a:cubicBezTo>
                    <a:pt x="352200" y="131525"/>
                    <a:pt x="350578" y="133148"/>
                    <a:pt x="350578" y="133960"/>
                  </a:cubicBezTo>
                  <a:cubicBezTo>
                    <a:pt x="350578" y="133960"/>
                    <a:pt x="348955" y="135584"/>
                    <a:pt x="347332" y="138020"/>
                  </a:cubicBezTo>
                  <a:cubicBezTo>
                    <a:pt x="338408" y="148574"/>
                    <a:pt x="334351" y="153445"/>
                    <a:pt x="332729" y="155881"/>
                  </a:cubicBezTo>
                  <a:cubicBezTo>
                    <a:pt x="330295" y="159940"/>
                    <a:pt x="322993" y="166435"/>
                    <a:pt x="316502" y="170495"/>
                  </a:cubicBezTo>
                  <a:cubicBezTo>
                    <a:pt x="314069" y="172119"/>
                    <a:pt x="312446" y="172119"/>
                    <a:pt x="310012" y="172119"/>
                  </a:cubicBezTo>
                  <a:cubicBezTo>
                    <a:pt x="306767" y="172119"/>
                    <a:pt x="304333" y="171307"/>
                    <a:pt x="302710" y="169683"/>
                  </a:cubicBezTo>
                  <a:cubicBezTo>
                    <a:pt x="301899" y="168871"/>
                    <a:pt x="301899" y="168871"/>
                    <a:pt x="301087" y="168871"/>
                  </a:cubicBezTo>
                  <a:cubicBezTo>
                    <a:pt x="300276" y="168871"/>
                    <a:pt x="298653" y="168059"/>
                    <a:pt x="293786" y="162376"/>
                  </a:cubicBezTo>
                  <a:cubicBezTo>
                    <a:pt x="292163" y="160752"/>
                    <a:pt x="291352" y="159940"/>
                    <a:pt x="290540" y="159940"/>
                  </a:cubicBezTo>
                  <a:cubicBezTo>
                    <a:pt x="290540" y="159940"/>
                    <a:pt x="288918" y="158317"/>
                    <a:pt x="288106" y="156693"/>
                  </a:cubicBezTo>
                  <a:cubicBezTo>
                    <a:pt x="285673" y="152634"/>
                    <a:pt x="284050" y="146138"/>
                    <a:pt x="284861" y="139643"/>
                  </a:cubicBezTo>
                  <a:cubicBezTo>
                    <a:pt x="284861" y="137208"/>
                    <a:pt x="285673" y="134772"/>
                    <a:pt x="285673" y="134772"/>
                  </a:cubicBezTo>
                  <a:cubicBezTo>
                    <a:pt x="285673" y="134772"/>
                    <a:pt x="286484" y="133960"/>
                    <a:pt x="286484" y="133960"/>
                  </a:cubicBezTo>
                  <a:cubicBezTo>
                    <a:pt x="286484" y="132337"/>
                    <a:pt x="286484" y="131525"/>
                    <a:pt x="287295" y="131525"/>
                  </a:cubicBezTo>
                  <a:cubicBezTo>
                    <a:pt x="287295" y="131525"/>
                    <a:pt x="288106" y="132337"/>
                    <a:pt x="287295" y="133148"/>
                  </a:cubicBezTo>
                  <a:cubicBezTo>
                    <a:pt x="287295" y="133960"/>
                    <a:pt x="287295" y="134772"/>
                    <a:pt x="287295" y="133960"/>
                  </a:cubicBezTo>
                  <a:cubicBezTo>
                    <a:pt x="288106" y="133148"/>
                    <a:pt x="288918" y="130713"/>
                    <a:pt x="287295" y="130713"/>
                  </a:cubicBezTo>
                  <a:cubicBezTo>
                    <a:pt x="286484" y="130713"/>
                    <a:pt x="286484" y="130713"/>
                    <a:pt x="286484" y="129901"/>
                  </a:cubicBezTo>
                  <a:cubicBezTo>
                    <a:pt x="286484" y="129089"/>
                    <a:pt x="287295" y="129901"/>
                    <a:pt x="288106" y="129901"/>
                  </a:cubicBezTo>
                  <a:cubicBezTo>
                    <a:pt x="288918" y="129901"/>
                    <a:pt x="289729" y="129901"/>
                    <a:pt x="289729" y="129901"/>
                  </a:cubicBezTo>
                  <a:cubicBezTo>
                    <a:pt x="289729" y="129089"/>
                    <a:pt x="292163" y="121782"/>
                    <a:pt x="293786" y="120158"/>
                  </a:cubicBezTo>
                  <a:cubicBezTo>
                    <a:pt x="293786" y="119346"/>
                    <a:pt x="294597" y="118534"/>
                    <a:pt x="294597" y="117723"/>
                  </a:cubicBezTo>
                  <a:cubicBezTo>
                    <a:pt x="294597" y="116099"/>
                    <a:pt x="297031" y="112039"/>
                    <a:pt x="297842" y="110416"/>
                  </a:cubicBezTo>
                  <a:cubicBezTo>
                    <a:pt x="298653" y="109604"/>
                    <a:pt x="298653" y="109604"/>
                    <a:pt x="297842" y="109604"/>
                  </a:cubicBezTo>
                  <a:cubicBezTo>
                    <a:pt x="297842" y="109604"/>
                    <a:pt x="297842" y="109604"/>
                    <a:pt x="297842" y="108792"/>
                  </a:cubicBezTo>
                  <a:cubicBezTo>
                    <a:pt x="297842" y="107980"/>
                    <a:pt x="298653" y="107980"/>
                    <a:pt x="298653" y="107168"/>
                  </a:cubicBezTo>
                  <a:cubicBezTo>
                    <a:pt x="298653" y="107168"/>
                    <a:pt x="297842" y="107980"/>
                    <a:pt x="297031" y="109604"/>
                  </a:cubicBezTo>
                  <a:cubicBezTo>
                    <a:pt x="296220" y="111228"/>
                    <a:pt x="295408" y="112039"/>
                    <a:pt x="295408" y="112039"/>
                  </a:cubicBezTo>
                  <a:cubicBezTo>
                    <a:pt x="295408" y="112039"/>
                    <a:pt x="295408" y="111228"/>
                    <a:pt x="296220" y="109604"/>
                  </a:cubicBezTo>
                  <a:cubicBezTo>
                    <a:pt x="297031" y="107980"/>
                    <a:pt x="297031" y="107168"/>
                    <a:pt x="297031" y="107168"/>
                  </a:cubicBezTo>
                  <a:cubicBezTo>
                    <a:pt x="297031" y="107168"/>
                    <a:pt x="296220" y="107980"/>
                    <a:pt x="294597" y="110416"/>
                  </a:cubicBezTo>
                  <a:cubicBezTo>
                    <a:pt x="293786" y="112039"/>
                    <a:pt x="292163" y="113663"/>
                    <a:pt x="292163" y="113663"/>
                  </a:cubicBezTo>
                  <a:cubicBezTo>
                    <a:pt x="292163" y="113663"/>
                    <a:pt x="291352" y="113663"/>
                    <a:pt x="291352" y="114475"/>
                  </a:cubicBezTo>
                  <a:cubicBezTo>
                    <a:pt x="291352" y="114475"/>
                    <a:pt x="289729" y="116911"/>
                    <a:pt x="288918" y="119346"/>
                  </a:cubicBezTo>
                  <a:cubicBezTo>
                    <a:pt x="287295" y="120970"/>
                    <a:pt x="285673" y="123406"/>
                    <a:pt x="285673" y="124218"/>
                  </a:cubicBezTo>
                  <a:cubicBezTo>
                    <a:pt x="284050" y="128277"/>
                    <a:pt x="283238" y="129901"/>
                    <a:pt x="282427" y="129089"/>
                  </a:cubicBezTo>
                  <a:cubicBezTo>
                    <a:pt x="282427" y="129089"/>
                    <a:pt x="282427" y="129089"/>
                    <a:pt x="282427" y="129089"/>
                  </a:cubicBezTo>
                  <a:cubicBezTo>
                    <a:pt x="282427" y="129089"/>
                    <a:pt x="281616" y="130713"/>
                    <a:pt x="280805" y="131525"/>
                  </a:cubicBezTo>
                  <a:cubicBezTo>
                    <a:pt x="279993" y="132337"/>
                    <a:pt x="279182" y="133960"/>
                    <a:pt x="279182" y="133960"/>
                  </a:cubicBezTo>
                  <a:cubicBezTo>
                    <a:pt x="279182" y="134772"/>
                    <a:pt x="275937" y="138020"/>
                    <a:pt x="275125" y="138020"/>
                  </a:cubicBezTo>
                  <a:cubicBezTo>
                    <a:pt x="275125" y="138020"/>
                    <a:pt x="274314" y="138831"/>
                    <a:pt x="274314" y="138831"/>
                  </a:cubicBezTo>
                  <a:cubicBezTo>
                    <a:pt x="274314" y="139643"/>
                    <a:pt x="273503" y="140455"/>
                    <a:pt x="273503" y="141267"/>
                  </a:cubicBezTo>
                  <a:cubicBezTo>
                    <a:pt x="273503" y="142079"/>
                    <a:pt x="272691" y="142891"/>
                    <a:pt x="271880" y="143703"/>
                  </a:cubicBezTo>
                  <a:cubicBezTo>
                    <a:pt x="271880" y="144515"/>
                    <a:pt x="270257" y="146950"/>
                    <a:pt x="267824" y="149386"/>
                  </a:cubicBezTo>
                  <a:cubicBezTo>
                    <a:pt x="264578" y="154257"/>
                    <a:pt x="263767" y="155069"/>
                    <a:pt x="265390" y="154257"/>
                  </a:cubicBezTo>
                  <a:cubicBezTo>
                    <a:pt x="266201" y="154257"/>
                    <a:pt x="266201" y="154257"/>
                    <a:pt x="265390" y="154257"/>
                  </a:cubicBezTo>
                  <a:cubicBezTo>
                    <a:pt x="265390" y="154257"/>
                    <a:pt x="264578" y="155069"/>
                    <a:pt x="264578" y="154257"/>
                  </a:cubicBezTo>
                  <a:cubicBezTo>
                    <a:pt x="263767" y="153445"/>
                    <a:pt x="262144" y="155881"/>
                    <a:pt x="262144" y="156693"/>
                  </a:cubicBezTo>
                  <a:cubicBezTo>
                    <a:pt x="262144" y="156693"/>
                    <a:pt x="262144" y="157505"/>
                    <a:pt x="262956" y="156693"/>
                  </a:cubicBezTo>
                  <a:cubicBezTo>
                    <a:pt x="263767" y="156693"/>
                    <a:pt x="263767" y="156693"/>
                    <a:pt x="262956" y="157505"/>
                  </a:cubicBezTo>
                  <a:cubicBezTo>
                    <a:pt x="262144" y="158317"/>
                    <a:pt x="262144" y="158317"/>
                    <a:pt x="262144" y="158317"/>
                  </a:cubicBezTo>
                  <a:cubicBezTo>
                    <a:pt x="261333" y="157505"/>
                    <a:pt x="259710" y="159940"/>
                    <a:pt x="259710" y="160752"/>
                  </a:cubicBezTo>
                  <a:cubicBezTo>
                    <a:pt x="260522" y="161564"/>
                    <a:pt x="258088" y="164000"/>
                    <a:pt x="254842" y="168059"/>
                  </a:cubicBezTo>
                  <a:cubicBezTo>
                    <a:pt x="250786" y="172931"/>
                    <a:pt x="248352" y="173742"/>
                    <a:pt x="244295" y="173742"/>
                  </a:cubicBezTo>
                  <a:cubicBezTo>
                    <a:pt x="241861" y="173742"/>
                    <a:pt x="241050" y="173742"/>
                    <a:pt x="239427" y="173742"/>
                  </a:cubicBezTo>
                  <a:lnTo>
                    <a:pt x="239427" y="173742"/>
                  </a:lnTo>
                  <a:cubicBezTo>
                    <a:pt x="239427" y="173742"/>
                    <a:pt x="239427" y="173742"/>
                    <a:pt x="238616" y="173742"/>
                  </a:cubicBezTo>
                  <a:cubicBezTo>
                    <a:pt x="237805" y="173742"/>
                    <a:pt x="236994" y="173742"/>
                    <a:pt x="236994" y="172931"/>
                  </a:cubicBezTo>
                  <a:lnTo>
                    <a:pt x="236994" y="172119"/>
                  </a:lnTo>
                  <a:cubicBezTo>
                    <a:pt x="231314" y="167247"/>
                    <a:pt x="227258" y="164000"/>
                    <a:pt x="226446" y="156693"/>
                  </a:cubicBezTo>
                  <a:cubicBezTo>
                    <a:pt x="226446" y="154257"/>
                    <a:pt x="226446" y="151822"/>
                    <a:pt x="226446" y="150198"/>
                  </a:cubicBezTo>
                  <a:cubicBezTo>
                    <a:pt x="225635" y="150198"/>
                    <a:pt x="225635" y="149386"/>
                    <a:pt x="225635" y="149386"/>
                  </a:cubicBezTo>
                  <a:close/>
                  <a:moveTo>
                    <a:pt x="228069" y="146138"/>
                  </a:moveTo>
                  <a:cubicBezTo>
                    <a:pt x="228069" y="145327"/>
                    <a:pt x="228880" y="144515"/>
                    <a:pt x="228880" y="144515"/>
                  </a:cubicBezTo>
                  <a:cubicBezTo>
                    <a:pt x="228880" y="144515"/>
                    <a:pt x="229692" y="144515"/>
                    <a:pt x="229692" y="144515"/>
                  </a:cubicBezTo>
                  <a:cubicBezTo>
                    <a:pt x="229692" y="144515"/>
                    <a:pt x="228880" y="144515"/>
                    <a:pt x="228880" y="144515"/>
                  </a:cubicBezTo>
                  <a:cubicBezTo>
                    <a:pt x="227258" y="143703"/>
                    <a:pt x="227258" y="144515"/>
                    <a:pt x="228069" y="146138"/>
                  </a:cubicBezTo>
                  <a:cubicBezTo>
                    <a:pt x="226446" y="147762"/>
                    <a:pt x="227258" y="147762"/>
                    <a:pt x="228069" y="146138"/>
                  </a:cubicBezTo>
                  <a:close/>
                  <a:moveTo>
                    <a:pt x="229692" y="150198"/>
                  </a:moveTo>
                  <a:cubicBezTo>
                    <a:pt x="229692" y="150198"/>
                    <a:pt x="228880" y="150198"/>
                    <a:pt x="228880" y="151010"/>
                  </a:cubicBezTo>
                  <a:cubicBezTo>
                    <a:pt x="228880" y="151822"/>
                    <a:pt x="228069" y="151822"/>
                    <a:pt x="229692" y="151822"/>
                  </a:cubicBezTo>
                  <a:cubicBezTo>
                    <a:pt x="229692" y="151010"/>
                    <a:pt x="230503" y="151010"/>
                    <a:pt x="229692" y="150198"/>
                  </a:cubicBezTo>
                  <a:cubicBezTo>
                    <a:pt x="230503" y="150198"/>
                    <a:pt x="229692" y="150198"/>
                    <a:pt x="229692" y="150198"/>
                  </a:cubicBezTo>
                  <a:close/>
                  <a:moveTo>
                    <a:pt x="228880" y="149386"/>
                  </a:moveTo>
                  <a:cubicBezTo>
                    <a:pt x="229692" y="150198"/>
                    <a:pt x="230503" y="149386"/>
                    <a:pt x="230503" y="147762"/>
                  </a:cubicBezTo>
                  <a:cubicBezTo>
                    <a:pt x="230503" y="146950"/>
                    <a:pt x="231314" y="146138"/>
                    <a:pt x="231314" y="145327"/>
                  </a:cubicBezTo>
                  <a:cubicBezTo>
                    <a:pt x="232126" y="144515"/>
                    <a:pt x="232126" y="143703"/>
                    <a:pt x="232126" y="143703"/>
                  </a:cubicBezTo>
                  <a:cubicBezTo>
                    <a:pt x="232126" y="143703"/>
                    <a:pt x="232126" y="142891"/>
                    <a:pt x="232126" y="142079"/>
                  </a:cubicBezTo>
                  <a:cubicBezTo>
                    <a:pt x="232937" y="141267"/>
                    <a:pt x="232937" y="140455"/>
                    <a:pt x="233748" y="138831"/>
                  </a:cubicBezTo>
                  <a:cubicBezTo>
                    <a:pt x="234560" y="136396"/>
                    <a:pt x="235371" y="136396"/>
                    <a:pt x="236994" y="136396"/>
                  </a:cubicBezTo>
                  <a:cubicBezTo>
                    <a:pt x="237805" y="136396"/>
                    <a:pt x="236994" y="136396"/>
                    <a:pt x="236182" y="135584"/>
                  </a:cubicBezTo>
                  <a:cubicBezTo>
                    <a:pt x="234560" y="134772"/>
                    <a:pt x="234560" y="133960"/>
                    <a:pt x="235371" y="133960"/>
                  </a:cubicBezTo>
                  <a:cubicBezTo>
                    <a:pt x="236182" y="133960"/>
                    <a:pt x="236182" y="133960"/>
                    <a:pt x="236182" y="133148"/>
                  </a:cubicBezTo>
                  <a:cubicBezTo>
                    <a:pt x="236182" y="132337"/>
                    <a:pt x="236182" y="132337"/>
                    <a:pt x="236182" y="133148"/>
                  </a:cubicBezTo>
                  <a:cubicBezTo>
                    <a:pt x="236182" y="133148"/>
                    <a:pt x="236994" y="133960"/>
                    <a:pt x="237805" y="133148"/>
                  </a:cubicBezTo>
                  <a:cubicBezTo>
                    <a:pt x="238616" y="132337"/>
                    <a:pt x="238616" y="132337"/>
                    <a:pt x="238616" y="130713"/>
                  </a:cubicBezTo>
                  <a:cubicBezTo>
                    <a:pt x="238616" y="130713"/>
                    <a:pt x="239427" y="129089"/>
                    <a:pt x="239427" y="129089"/>
                  </a:cubicBezTo>
                  <a:cubicBezTo>
                    <a:pt x="240239" y="128277"/>
                    <a:pt x="240239" y="127465"/>
                    <a:pt x="240239" y="127465"/>
                  </a:cubicBezTo>
                  <a:cubicBezTo>
                    <a:pt x="239427" y="127465"/>
                    <a:pt x="238616" y="129089"/>
                    <a:pt x="239427" y="129089"/>
                  </a:cubicBezTo>
                  <a:cubicBezTo>
                    <a:pt x="239427" y="129089"/>
                    <a:pt x="239427" y="129901"/>
                    <a:pt x="238616" y="129901"/>
                  </a:cubicBezTo>
                  <a:lnTo>
                    <a:pt x="236994" y="129901"/>
                  </a:lnTo>
                  <a:lnTo>
                    <a:pt x="237805" y="128277"/>
                  </a:lnTo>
                  <a:cubicBezTo>
                    <a:pt x="238616" y="127465"/>
                    <a:pt x="238616" y="126653"/>
                    <a:pt x="238616" y="126653"/>
                  </a:cubicBezTo>
                  <a:cubicBezTo>
                    <a:pt x="238616" y="126653"/>
                    <a:pt x="238616" y="125841"/>
                    <a:pt x="238616" y="125841"/>
                  </a:cubicBezTo>
                  <a:cubicBezTo>
                    <a:pt x="238616" y="125841"/>
                    <a:pt x="239427" y="125841"/>
                    <a:pt x="239427" y="125030"/>
                  </a:cubicBezTo>
                  <a:cubicBezTo>
                    <a:pt x="239427" y="124218"/>
                    <a:pt x="240239" y="120970"/>
                    <a:pt x="241050" y="121782"/>
                  </a:cubicBezTo>
                  <a:cubicBezTo>
                    <a:pt x="241050" y="121782"/>
                    <a:pt x="241050" y="122594"/>
                    <a:pt x="240239" y="123406"/>
                  </a:cubicBezTo>
                  <a:cubicBezTo>
                    <a:pt x="239427" y="124218"/>
                    <a:pt x="239427" y="125030"/>
                    <a:pt x="241050" y="124218"/>
                  </a:cubicBezTo>
                  <a:cubicBezTo>
                    <a:pt x="241861" y="123406"/>
                    <a:pt x="242673" y="123406"/>
                    <a:pt x="242673" y="122594"/>
                  </a:cubicBezTo>
                  <a:cubicBezTo>
                    <a:pt x="242673" y="122594"/>
                    <a:pt x="242673" y="121782"/>
                    <a:pt x="242673" y="121782"/>
                  </a:cubicBezTo>
                  <a:cubicBezTo>
                    <a:pt x="243484" y="121782"/>
                    <a:pt x="244295" y="118534"/>
                    <a:pt x="243484" y="117723"/>
                  </a:cubicBezTo>
                  <a:cubicBezTo>
                    <a:pt x="242673" y="116911"/>
                    <a:pt x="242673" y="116099"/>
                    <a:pt x="243484" y="116099"/>
                  </a:cubicBezTo>
                  <a:cubicBezTo>
                    <a:pt x="244295" y="116099"/>
                    <a:pt x="244295" y="114475"/>
                    <a:pt x="244295" y="113663"/>
                  </a:cubicBezTo>
                  <a:cubicBezTo>
                    <a:pt x="244295" y="112851"/>
                    <a:pt x="245107" y="112039"/>
                    <a:pt x="245107" y="112039"/>
                  </a:cubicBezTo>
                  <a:cubicBezTo>
                    <a:pt x="245107" y="112039"/>
                    <a:pt x="245107" y="111228"/>
                    <a:pt x="245107" y="110416"/>
                  </a:cubicBezTo>
                  <a:cubicBezTo>
                    <a:pt x="245107" y="109604"/>
                    <a:pt x="245107" y="108792"/>
                    <a:pt x="245107" y="108792"/>
                  </a:cubicBezTo>
                  <a:cubicBezTo>
                    <a:pt x="245918" y="108792"/>
                    <a:pt x="245918" y="108792"/>
                    <a:pt x="246729" y="107980"/>
                  </a:cubicBezTo>
                  <a:cubicBezTo>
                    <a:pt x="246729" y="107980"/>
                    <a:pt x="246729" y="107980"/>
                    <a:pt x="245918" y="107168"/>
                  </a:cubicBezTo>
                  <a:cubicBezTo>
                    <a:pt x="245107" y="106356"/>
                    <a:pt x="245107" y="106356"/>
                    <a:pt x="245918" y="106356"/>
                  </a:cubicBezTo>
                  <a:cubicBezTo>
                    <a:pt x="246729" y="106356"/>
                    <a:pt x="246729" y="105544"/>
                    <a:pt x="246729" y="105544"/>
                  </a:cubicBezTo>
                  <a:cubicBezTo>
                    <a:pt x="246729" y="105544"/>
                    <a:pt x="246729" y="104733"/>
                    <a:pt x="247541" y="104733"/>
                  </a:cubicBezTo>
                  <a:cubicBezTo>
                    <a:pt x="248352" y="104733"/>
                    <a:pt x="248352" y="103921"/>
                    <a:pt x="248352" y="103921"/>
                  </a:cubicBezTo>
                  <a:cubicBezTo>
                    <a:pt x="247541" y="103109"/>
                    <a:pt x="249163" y="101485"/>
                    <a:pt x="249974" y="102297"/>
                  </a:cubicBezTo>
                  <a:cubicBezTo>
                    <a:pt x="250786" y="102297"/>
                    <a:pt x="250786" y="102297"/>
                    <a:pt x="249974" y="101485"/>
                  </a:cubicBezTo>
                  <a:cubicBezTo>
                    <a:pt x="249974" y="100673"/>
                    <a:pt x="249974" y="99861"/>
                    <a:pt x="249974" y="99861"/>
                  </a:cubicBezTo>
                  <a:cubicBezTo>
                    <a:pt x="250786" y="99049"/>
                    <a:pt x="250786" y="99049"/>
                    <a:pt x="249974" y="99049"/>
                  </a:cubicBezTo>
                  <a:cubicBezTo>
                    <a:pt x="249974" y="99049"/>
                    <a:pt x="249974" y="98237"/>
                    <a:pt x="250786" y="97426"/>
                  </a:cubicBezTo>
                  <a:cubicBezTo>
                    <a:pt x="251597" y="96614"/>
                    <a:pt x="252409" y="95802"/>
                    <a:pt x="252409" y="95802"/>
                  </a:cubicBezTo>
                  <a:cubicBezTo>
                    <a:pt x="252409" y="95802"/>
                    <a:pt x="253220" y="94990"/>
                    <a:pt x="254031" y="94990"/>
                  </a:cubicBezTo>
                  <a:cubicBezTo>
                    <a:pt x="254842" y="94990"/>
                    <a:pt x="254842" y="94990"/>
                    <a:pt x="254842" y="95802"/>
                  </a:cubicBezTo>
                  <a:cubicBezTo>
                    <a:pt x="254842" y="95802"/>
                    <a:pt x="254842" y="96614"/>
                    <a:pt x="254842" y="95802"/>
                  </a:cubicBezTo>
                  <a:cubicBezTo>
                    <a:pt x="255654" y="94990"/>
                    <a:pt x="255654" y="94178"/>
                    <a:pt x="254842" y="94178"/>
                  </a:cubicBezTo>
                  <a:cubicBezTo>
                    <a:pt x="254842" y="94178"/>
                    <a:pt x="254031" y="93366"/>
                    <a:pt x="254031" y="92554"/>
                  </a:cubicBezTo>
                  <a:cubicBezTo>
                    <a:pt x="254031" y="91742"/>
                    <a:pt x="254031" y="90931"/>
                    <a:pt x="254842" y="90931"/>
                  </a:cubicBezTo>
                  <a:cubicBezTo>
                    <a:pt x="254842" y="90931"/>
                    <a:pt x="254842" y="90931"/>
                    <a:pt x="254842" y="90119"/>
                  </a:cubicBezTo>
                  <a:cubicBezTo>
                    <a:pt x="254842" y="89307"/>
                    <a:pt x="254842" y="89307"/>
                    <a:pt x="255654" y="89307"/>
                  </a:cubicBezTo>
                  <a:cubicBezTo>
                    <a:pt x="256465" y="89307"/>
                    <a:pt x="257276" y="88495"/>
                    <a:pt x="257276" y="87683"/>
                  </a:cubicBezTo>
                  <a:cubicBezTo>
                    <a:pt x="258088" y="86871"/>
                    <a:pt x="258088" y="86871"/>
                    <a:pt x="257276" y="86871"/>
                  </a:cubicBezTo>
                  <a:cubicBezTo>
                    <a:pt x="256465" y="86871"/>
                    <a:pt x="257276" y="86871"/>
                    <a:pt x="257276" y="86059"/>
                  </a:cubicBezTo>
                  <a:cubicBezTo>
                    <a:pt x="258088" y="85247"/>
                    <a:pt x="258088" y="84435"/>
                    <a:pt x="257276" y="84435"/>
                  </a:cubicBezTo>
                  <a:cubicBezTo>
                    <a:pt x="256465" y="84435"/>
                    <a:pt x="256465" y="84435"/>
                    <a:pt x="257276" y="83624"/>
                  </a:cubicBezTo>
                  <a:cubicBezTo>
                    <a:pt x="258088" y="83624"/>
                    <a:pt x="258899" y="82000"/>
                    <a:pt x="258899" y="82000"/>
                  </a:cubicBezTo>
                  <a:cubicBezTo>
                    <a:pt x="259710" y="81188"/>
                    <a:pt x="259710" y="81188"/>
                    <a:pt x="258899" y="80376"/>
                  </a:cubicBezTo>
                  <a:cubicBezTo>
                    <a:pt x="258088" y="80376"/>
                    <a:pt x="258088" y="80376"/>
                    <a:pt x="258088" y="79564"/>
                  </a:cubicBezTo>
                  <a:cubicBezTo>
                    <a:pt x="258088" y="79564"/>
                    <a:pt x="258088" y="78752"/>
                    <a:pt x="258088" y="78752"/>
                  </a:cubicBezTo>
                  <a:cubicBezTo>
                    <a:pt x="258088" y="78752"/>
                    <a:pt x="257276" y="80376"/>
                    <a:pt x="256465" y="82000"/>
                  </a:cubicBezTo>
                  <a:cubicBezTo>
                    <a:pt x="255654" y="83624"/>
                    <a:pt x="254842" y="85247"/>
                    <a:pt x="254031" y="86059"/>
                  </a:cubicBezTo>
                  <a:cubicBezTo>
                    <a:pt x="253220" y="86059"/>
                    <a:pt x="253220" y="86871"/>
                    <a:pt x="253220" y="86871"/>
                  </a:cubicBezTo>
                  <a:cubicBezTo>
                    <a:pt x="253220" y="87683"/>
                    <a:pt x="250786" y="91742"/>
                    <a:pt x="249974" y="90931"/>
                  </a:cubicBezTo>
                  <a:cubicBezTo>
                    <a:pt x="249974" y="90931"/>
                    <a:pt x="249974" y="90931"/>
                    <a:pt x="249974" y="91742"/>
                  </a:cubicBezTo>
                  <a:cubicBezTo>
                    <a:pt x="250786" y="92554"/>
                    <a:pt x="250786" y="92554"/>
                    <a:pt x="249974" y="92554"/>
                  </a:cubicBezTo>
                  <a:cubicBezTo>
                    <a:pt x="249974" y="92554"/>
                    <a:pt x="249163" y="92554"/>
                    <a:pt x="249974" y="92554"/>
                  </a:cubicBezTo>
                  <a:cubicBezTo>
                    <a:pt x="249974" y="92554"/>
                    <a:pt x="249974" y="93366"/>
                    <a:pt x="249974" y="93366"/>
                  </a:cubicBezTo>
                  <a:cubicBezTo>
                    <a:pt x="248352" y="94990"/>
                    <a:pt x="248352" y="95802"/>
                    <a:pt x="248352" y="96614"/>
                  </a:cubicBezTo>
                  <a:cubicBezTo>
                    <a:pt x="248352" y="96614"/>
                    <a:pt x="247541" y="98237"/>
                    <a:pt x="247541" y="99049"/>
                  </a:cubicBezTo>
                  <a:cubicBezTo>
                    <a:pt x="246729" y="99861"/>
                    <a:pt x="246729" y="100673"/>
                    <a:pt x="246729" y="101485"/>
                  </a:cubicBezTo>
                  <a:cubicBezTo>
                    <a:pt x="246729" y="102297"/>
                    <a:pt x="246729" y="102297"/>
                    <a:pt x="245918" y="102297"/>
                  </a:cubicBezTo>
                  <a:cubicBezTo>
                    <a:pt x="245918" y="102297"/>
                    <a:pt x="245107" y="103109"/>
                    <a:pt x="245107" y="103109"/>
                  </a:cubicBezTo>
                  <a:cubicBezTo>
                    <a:pt x="245107" y="103921"/>
                    <a:pt x="244295" y="104733"/>
                    <a:pt x="243484" y="105544"/>
                  </a:cubicBezTo>
                  <a:cubicBezTo>
                    <a:pt x="242673" y="106356"/>
                    <a:pt x="242673" y="107168"/>
                    <a:pt x="242673" y="107168"/>
                  </a:cubicBezTo>
                  <a:cubicBezTo>
                    <a:pt x="243484" y="107168"/>
                    <a:pt x="242673" y="108792"/>
                    <a:pt x="241861" y="108792"/>
                  </a:cubicBezTo>
                  <a:cubicBezTo>
                    <a:pt x="241050" y="108792"/>
                    <a:pt x="241050" y="109604"/>
                    <a:pt x="241050" y="109604"/>
                  </a:cubicBezTo>
                  <a:cubicBezTo>
                    <a:pt x="241050" y="110416"/>
                    <a:pt x="241050" y="110416"/>
                    <a:pt x="240239" y="110416"/>
                  </a:cubicBezTo>
                  <a:cubicBezTo>
                    <a:pt x="239427" y="110416"/>
                    <a:pt x="239427" y="110416"/>
                    <a:pt x="239427" y="111228"/>
                  </a:cubicBezTo>
                  <a:cubicBezTo>
                    <a:pt x="240239" y="112039"/>
                    <a:pt x="238616" y="114475"/>
                    <a:pt x="237805" y="115287"/>
                  </a:cubicBezTo>
                  <a:cubicBezTo>
                    <a:pt x="236994" y="115287"/>
                    <a:pt x="236994" y="116099"/>
                    <a:pt x="236994" y="116099"/>
                  </a:cubicBezTo>
                  <a:cubicBezTo>
                    <a:pt x="236994" y="116911"/>
                    <a:pt x="236994" y="116911"/>
                    <a:pt x="236182" y="116911"/>
                  </a:cubicBezTo>
                  <a:cubicBezTo>
                    <a:pt x="235371" y="116911"/>
                    <a:pt x="235371" y="116911"/>
                    <a:pt x="235371" y="117723"/>
                  </a:cubicBezTo>
                  <a:cubicBezTo>
                    <a:pt x="235371" y="117723"/>
                    <a:pt x="235371" y="118534"/>
                    <a:pt x="235371" y="118534"/>
                  </a:cubicBezTo>
                  <a:cubicBezTo>
                    <a:pt x="234560" y="118534"/>
                    <a:pt x="234560" y="119346"/>
                    <a:pt x="235371" y="120158"/>
                  </a:cubicBezTo>
                  <a:cubicBezTo>
                    <a:pt x="235371" y="120970"/>
                    <a:pt x="235371" y="121782"/>
                    <a:pt x="235371" y="121782"/>
                  </a:cubicBezTo>
                  <a:cubicBezTo>
                    <a:pt x="235371" y="121782"/>
                    <a:pt x="235371" y="122594"/>
                    <a:pt x="235371" y="122594"/>
                  </a:cubicBezTo>
                  <a:cubicBezTo>
                    <a:pt x="235371" y="122594"/>
                    <a:pt x="235371" y="123406"/>
                    <a:pt x="235371" y="123406"/>
                  </a:cubicBezTo>
                  <a:cubicBezTo>
                    <a:pt x="235371" y="123406"/>
                    <a:pt x="234560" y="124218"/>
                    <a:pt x="234560" y="125030"/>
                  </a:cubicBezTo>
                  <a:cubicBezTo>
                    <a:pt x="234560" y="125841"/>
                    <a:pt x="233748" y="127465"/>
                    <a:pt x="232937" y="127465"/>
                  </a:cubicBezTo>
                  <a:cubicBezTo>
                    <a:pt x="232126" y="128277"/>
                    <a:pt x="232126" y="129089"/>
                    <a:pt x="232126" y="129089"/>
                  </a:cubicBezTo>
                  <a:cubicBezTo>
                    <a:pt x="232126" y="129901"/>
                    <a:pt x="232126" y="130713"/>
                    <a:pt x="231314" y="131525"/>
                  </a:cubicBezTo>
                  <a:cubicBezTo>
                    <a:pt x="230503" y="132337"/>
                    <a:pt x="230503" y="133148"/>
                    <a:pt x="230503" y="133960"/>
                  </a:cubicBezTo>
                  <a:cubicBezTo>
                    <a:pt x="230503" y="134772"/>
                    <a:pt x="229692" y="134772"/>
                    <a:pt x="229692" y="135584"/>
                  </a:cubicBezTo>
                  <a:cubicBezTo>
                    <a:pt x="228880" y="136396"/>
                    <a:pt x="228880" y="137208"/>
                    <a:pt x="228880" y="137208"/>
                  </a:cubicBezTo>
                  <a:cubicBezTo>
                    <a:pt x="228880" y="138020"/>
                    <a:pt x="228880" y="138831"/>
                    <a:pt x="228069" y="138831"/>
                  </a:cubicBezTo>
                  <a:cubicBezTo>
                    <a:pt x="227258" y="138831"/>
                    <a:pt x="226446" y="143703"/>
                    <a:pt x="226446" y="145327"/>
                  </a:cubicBezTo>
                  <a:cubicBezTo>
                    <a:pt x="226446" y="145327"/>
                    <a:pt x="226446" y="146138"/>
                    <a:pt x="225635" y="146138"/>
                  </a:cubicBezTo>
                  <a:cubicBezTo>
                    <a:pt x="228069" y="147762"/>
                    <a:pt x="228069" y="148574"/>
                    <a:pt x="228880" y="149386"/>
                  </a:cubicBezTo>
                  <a:close/>
                  <a:moveTo>
                    <a:pt x="228880" y="153445"/>
                  </a:moveTo>
                  <a:cubicBezTo>
                    <a:pt x="229692" y="153445"/>
                    <a:pt x="229692" y="151822"/>
                    <a:pt x="229692" y="151822"/>
                  </a:cubicBezTo>
                  <a:cubicBezTo>
                    <a:pt x="229692" y="151822"/>
                    <a:pt x="228880" y="151822"/>
                    <a:pt x="228880" y="153445"/>
                  </a:cubicBezTo>
                  <a:cubicBezTo>
                    <a:pt x="228069" y="153445"/>
                    <a:pt x="228069" y="153445"/>
                    <a:pt x="228880" y="153445"/>
                  </a:cubicBezTo>
                  <a:close/>
                  <a:moveTo>
                    <a:pt x="232126" y="129089"/>
                  </a:moveTo>
                  <a:cubicBezTo>
                    <a:pt x="231314" y="129901"/>
                    <a:pt x="231314" y="129901"/>
                    <a:pt x="232126" y="129089"/>
                  </a:cubicBezTo>
                  <a:cubicBezTo>
                    <a:pt x="232126" y="127465"/>
                    <a:pt x="232126" y="127465"/>
                    <a:pt x="232937" y="128277"/>
                  </a:cubicBezTo>
                  <a:cubicBezTo>
                    <a:pt x="232937" y="128277"/>
                    <a:pt x="232937" y="129089"/>
                    <a:pt x="232126" y="129089"/>
                  </a:cubicBezTo>
                  <a:close/>
                  <a:moveTo>
                    <a:pt x="233748" y="127465"/>
                  </a:moveTo>
                  <a:cubicBezTo>
                    <a:pt x="232937" y="128277"/>
                    <a:pt x="232937" y="128277"/>
                    <a:pt x="233748" y="127465"/>
                  </a:cubicBezTo>
                  <a:cubicBezTo>
                    <a:pt x="232937" y="126653"/>
                    <a:pt x="233748" y="126653"/>
                    <a:pt x="233748" y="126653"/>
                  </a:cubicBezTo>
                  <a:cubicBezTo>
                    <a:pt x="233748" y="125841"/>
                    <a:pt x="233748" y="125841"/>
                    <a:pt x="233748" y="127465"/>
                  </a:cubicBezTo>
                  <a:close/>
                  <a:moveTo>
                    <a:pt x="234560" y="124218"/>
                  </a:moveTo>
                  <a:cubicBezTo>
                    <a:pt x="233748" y="124218"/>
                    <a:pt x="233748" y="124218"/>
                    <a:pt x="234560" y="124218"/>
                  </a:cubicBezTo>
                  <a:cubicBezTo>
                    <a:pt x="233748" y="123406"/>
                    <a:pt x="233748" y="123406"/>
                    <a:pt x="234560" y="124218"/>
                  </a:cubicBezTo>
                  <a:cubicBezTo>
                    <a:pt x="234560" y="122594"/>
                    <a:pt x="235371" y="122594"/>
                    <a:pt x="234560" y="124218"/>
                  </a:cubicBezTo>
                  <a:close/>
                  <a:moveTo>
                    <a:pt x="236182" y="140455"/>
                  </a:moveTo>
                  <a:cubicBezTo>
                    <a:pt x="235371" y="140455"/>
                    <a:pt x="235371" y="139643"/>
                    <a:pt x="236182" y="140455"/>
                  </a:cubicBezTo>
                  <a:cubicBezTo>
                    <a:pt x="235371" y="139643"/>
                    <a:pt x="234560" y="140455"/>
                    <a:pt x="234560" y="140455"/>
                  </a:cubicBezTo>
                  <a:cubicBezTo>
                    <a:pt x="234560" y="140455"/>
                    <a:pt x="234560" y="141267"/>
                    <a:pt x="236182" y="140455"/>
                  </a:cubicBezTo>
                  <a:cubicBezTo>
                    <a:pt x="235371" y="140455"/>
                    <a:pt x="236182" y="140455"/>
                    <a:pt x="236182" y="140455"/>
                  </a:cubicBezTo>
                  <a:close/>
                  <a:moveTo>
                    <a:pt x="236182" y="150198"/>
                  </a:moveTo>
                  <a:cubicBezTo>
                    <a:pt x="236182" y="150198"/>
                    <a:pt x="235371" y="151822"/>
                    <a:pt x="235371" y="151822"/>
                  </a:cubicBezTo>
                  <a:lnTo>
                    <a:pt x="235371" y="153445"/>
                  </a:lnTo>
                  <a:lnTo>
                    <a:pt x="236182" y="151822"/>
                  </a:lnTo>
                  <a:cubicBezTo>
                    <a:pt x="236994" y="151010"/>
                    <a:pt x="236182" y="149386"/>
                    <a:pt x="236182" y="150198"/>
                  </a:cubicBezTo>
                  <a:close/>
                  <a:moveTo>
                    <a:pt x="237805" y="146138"/>
                  </a:moveTo>
                  <a:cubicBezTo>
                    <a:pt x="237805" y="146138"/>
                    <a:pt x="236994" y="146950"/>
                    <a:pt x="236994" y="146950"/>
                  </a:cubicBezTo>
                  <a:cubicBezTo>
                    <a:pt x="236994" y="146950"/>
                    <a:pt x="236994" y="147762"/>
                    <a:pt x="237805" y="147762"/>
                  </a:cubicBezTo>
                  <a:cubicBezTo>
                    <a:pt x="237805" y="147762"/>
                    <a:pt x="237805" y="146950"/>
                    <a:pt x="237805" y="146138"/>
                  </a:cubicBezTo>
                  <a:cubicBezTo>
                    <a:pt x="237805" y="146138"/>
                    <a:pt x="237805" y="146138"/>
                    <a:pt x="237805" y="146138"/>
                  </a:cubicBezTo>
                  <a:close/>
                  <a:moveTo>
                    <a:pt x="237805" y="130713"/>
                  </a:moveTo>
                  <a:cubicBezTo>
                    <a:pt x="238616" y="129901"/>
                    <a:pt x="238616" y="129901"/>
                    <a:pt x="238616" y="130713"/>
                  </a:cubicBezTo>
                  <a:cubicBezTo>
                    <a:pt x="238616" y="130713"/>
                    <a:pt x="238616" y="131525"/>
                    <a:pt x="237805" y="131525"/>
                  </a:cubicBezTo>
                  <a:cubicBezTo>
                    <a:pt x="236994" y="132337"/>
                    <a:pt x="236994" y="131525"/>
                    <a:pt x="237805" y="130713"/>
                  </a:cubicBezTo>
                  <a:close/>
                  <a:moveTo>
                    <a:pt x="240239" y="164812"/>
                  </a:moveTo>
                  <a:cubicBezTo>
                    <a:pt x="240239" y="165624"/>
                    <a:pt x="239427" y="166435"/>
                    <a:pt x="238616" y="167247"/>
                  </a:cubicBezTo>
                  <a:lnTo>
                    <a:pt x="240239" y="164812"/>
                  </a:lnTo>
                  <a:close/>
                  <a:moveTo>
                    <a:pt x="241861" y="134772"/>
                  </a:moveTo>
                  <a:cubicBezTo>
                    <a:pt x="241050" y="134772"/>
                    <a:pt x="240239" y="138831"/>
                    <a:pt x="241050" y="139643"/>
                  </a:cubicBezTo>
                  <a:cubicBezTo>
                    <a:pt x="241050" y="139643"/>
                    <a:pt x="241050" y="140455"/>
                    <a:pt x="241050" y="139643"/>
                  </a:cubicBezTo>
                  <a:cubicBezTo>
                    <a:pt x="241050" y="139643"/>
                    <a:pt x="240239" y="140455"/>
                    <a:pt x="239427" y="141267"/>
                  </a:cubicBezTo>
                  <a:cubicBezTo>
                    <a:pt x="238616" y="144515"/>
                    <a:pt x="238616" y="145327"/>
                    <a:pt x="239427" y="144515"/>
                  </a:cubicBezTo>
                  <a:cubicBezTo>
                    <a:pt x="240239" y="143703"/>
                    <a:pt x="241861" y="141267"/>
                    <a:pt x="241050" y="141267"/>
                  </a:cubicBezTo>
                  <a:cubicBezTo>
                    <a:pt x="241050" y="141267"/>
                    <a:pt x="241050" y="141267"/>
                    <a:pt x="241050" y="140455"/>
                  </a:cubicBezTo>
                  <a:cubicBezTo>
                    <a:pt x="241050" y="139643"/>
                    <a:pt x="241861" y="138831"/>
                    <a:pt x="241861" y="138020"/>
                  </a:cubicBezTo>
                  <a:cubicBezTo>
                    <a:pt x="241861" y="137208"/>
                    <a:pt x="241861" y="136396"/>
                    <a:pt x="242673" y="136396"/>
                  </a:cubicBezTo>
                  <a:cubicBezTo>
                    <a:pt x="242673" y="136396"/>
                    <a:pt x="242673" y="136396"/>
                    <a:pt x="242673" y="135584"/>
                  </a:cubicBezTo>
                  <a:cubicBezTo>
                    <a:pt x="241861" y="134772"/>
                    <a:pt x="241861" y="134772"/>
                    <a:pt x="241861" y="134772"/>
                  </a:cubicBezTo>
                  <a:close/>
                  <a:moveTo>
                    <a:pt x="240239" y="110416"/>
                  </a:moveTo>
                  <a:cubicBezTo>
                    <a:pt x="240239" y="110416"/>
                    <a:pt x="240239" y="111228"/>
                    <a:pt x="239427" y="111228"/>
                  </a:cubicBezTo>
                  <a:cubicBezTo>
                    <a:pt x="239427" y="111228"/>
                    <a:pt x="239427" y="111228"/>
                    <a:pt x="240239" y="110416"/>
                  </a:cubicBezTo>
                  <a:cubicBezTo>
                    <a:pt x="240239" y="109604"/>
                    <a:pt x="240239" y="109604"/>
                    <a:pt x="240239" y="110416"/>
                  </a:cubicBezTo>
                  <a:close/>
                  <a:moveTo>
                    <a:pt x="243484" y="120970"/>
                  </a:moveTo>
                  <a:cubicBezTo>
                    <a:pt x="242673" y="120970"/>
                    <a:pt x="242673" y="120970"/>
                    <a:pt x="243484" y="120970"/>
                  </a:cubicBezTo>
                  <a:cubicBezTo>
                    <a:pt x="242673" y="120158"/>
                    <a:pt x="242673" y="120158"/>
                    <a:pt x="243484" y="120158"/>
                  </a:cubicBezTo>
                  <a:cubicBezTo>
                    <a:pt x="243484" y="120158"/>
                    <a:pt x="244295" y="120158"/>
                    <a:pt x="244295" y="120158"/>
                  </a:cubicBezTo>
                  <a:cubicBezTo>
                    <a:pt x="243484" y="120158"/>
                    <a:pt x="243484" y="120970"/>
                    <a:pt x="243484" y="120970"/>
                  </a:cubicBezTo>
                  <a:close/>
                  <a:moveTo>
                    <a:pt x="244295" y="118534"/>
                  </a:moveTo>
                  <a:cubicBezTo>
                    <a:pt x="243484" y="118534"/>
                    <a:pt x="242673" y="116099"/>
                    <a:pt x="243484" y="116099"/>
                  </a:cubicBezTo>
                  <a:cubicBezTo>
                    <a:pt x="244295" y="116099"/>
                    <a:pt x="243484" y="116099"/>
                    <a:pt x="243484" y="116099"/>
                  </a:cubicBezTo>
                  <a:cubicBezTo>
                    <a:pt x="243484" y="116099"/>
                    <a:pt x="243484" y="116911"/>
                    <a:pt x="243484" y="116911"/>
                  </a:cubicBezTo>
                  <a:cubicBezTo>
                    <a:pt x="244295" y="116911"/>
                    <a:pt x="244295" y="117723"/>
                    <a:pt x="244295" y="118534"/>
                  </a:cubicBezTo>
                  <a:cubicBezTo>
                    <a:pt x="244295" y="118534"/>
                    <a:pt x="244295" y="118534"/>
                    <a:pt x="244295" y="118534"/>
                  </a:cubicBezTo>
                  <a:close/>
                  <a:moveTo>
                    <a:pt x="244295" y="129901"/>
                  </a:moveTo>
                  <a:cubicBezTo>
                    <a:pt x="244295" y="129901"/>
                    <a:pt x="243484" y="129901"/>
                    <a:pt x="244295" y="129089"/>
                  </a:cubicBezTo>
                  <a:cubicBezTo>
                    <a:pt x="244295" y="128277"/>
                    <a:pt x="244295" y="127465"/>
                    <a:pt x="244295" y="127465"/>
                  </a:cubicBezTo>
                  <a:cubicBezTo>
                    <a:pt x="244295" y="126653"/>
                    <a:pt x="243484" y="127465"/>
                    <a:pt x="243484" y="128277"/>
                  </a:cubicBezTo>
                  <a:cubicBezTo>
                    <a:pt x="242673" y="130713"/>
                    <a:pt x="242673" y="130713"/>
                    <a:pt x="244295" y="130713"/>
                  </a:cubicBezTo>
                  <a:cubicBezTo>
                    <a:pt x="245107" y="131525"/>
                    <a:pt x="245107" y="131525"/>
                    <a:pt x="244295" y="129901"/>
                  </a:cubicBezTo>
                  <a:cubicBezTo>
                    <a:pt x="245107" y="129901"/>
                    <a:pt x="245107" y="129901"/>
                    <a:pt x="244295" y="129901"/>
                  </a:cubicBezTo>
                  <a:close/>
                  <a:moveTo>
                    <a:pt x="245918" y="127465"/>
                  </a:moveTo>
                  <a:cubicBezTo>
                    <a:pt x="245107" y="129089"/>
                    <a:pt x="245107" y="129901"/>
                    <a:pt x="245918" y="129901"/>
                  </a:cubicBezTo>
                  <a:cubicBezTo>
                    <a:pt x="245918" y="129901"/>
                    <a:pt x="246729" y="129089"/>
                    <a:pt x="246729" y="129089"/>
                  </a:cubicBezTo>
                  <a:cubicBezTo>
                    <a:pt x="245918" y="128277"/>
                    <a:pt x="246729" y="127465"/>
                    <a:pt x="245918" y="127465"/>
                  </a:cubicBezTo>
                  <a:cubicBezTo>
                    <a:pt x="246729" y="126653"/>
                    <a:pt x="246729" y="126653"/>
                    <a:pt x="246729" y="126653"/>
                  </a:cubicBezTo>
                  <a:cubicBezTo>
                    <a:pt x="246729" y="126653"/>
                    <a:pt x="246729" y="126653"/>
                    <a:pt x="245918" y="127465"/>
                  </a:cubicBezTo>
                  <a:close/>
                  <a:moveTo>
                    <a:pt x="248352" y="120158"/>
                  </a:moveTo>
                  <a:cubicBezTo>
                    <a:pt x="247541" y="120158"/>
                    <a:pt x="246729" y="120970"/>
                    <a:pt x="246729" y="122594"/>
                  </a:cubicBezTo>
                  <a:cubicBezTo>
                    <a:pt x="245918" y="125030"/>
                    <a:pt x="245107" y="125841"/>
                    <a:pt x="246729" y="125030"/>
                  </a:cubicBezTo>
                  <a:cubicBezTo>
                    <a:pt x="246729" y="125030"/>
                    <a:pt x="247541" y="124218"/>
                    <a:pt x="246729" y="124218"/>
                  </a:cubicBezTo>
                  <a:cubicBezTo>
                    <a:pt x="246729" y="123406"/>
                    <a:pt x="246729" y="123406"/>
                    <a:pt x="246729" y="123406"/>
                  </a:cubicBezTo>
                  <a:cubicBezTo>
                    <a:pt x="246729" y="123406"/>
                    <a:pt x="247541" y="124218"/>
                    <a:pt x="247541" y="124218"/>
                  </a:cubicBezTo>
                  <a:cubicBezTo>
                    <a:pt x="247541" y="125030"/>
                    <a:pt x="247541" y="125030"/>
                    <a:pt x="248352" y="123406"/>
                  </a:cubicBezTo>
                  <a:cubicBezTo>
                    <a:pt x="249163" y="120970"/>
                    <a:pt x="249163" y="120158"/>
                    <a:pt x="248352" y="120158"/>
                  </a:cubicBezTo>
                  <a:close/>
                  <a:moveTo>
                    <a:pt x="249163" y="110416"/>
                  </a:moveTo>
                  <a:cubicBezTo>
                    <a:pt x="249163" y="110416"/>
                    <a:pt x="248352" y="111228"/>
                    <a:pt x="248352" y="112039"/>
                  </a:cubicBezTo>
                  <a:cubicBezTo>
                    <a:pt x="248352" y="112851"/>
                    <a:pt x="248352" y="112851"/>
                    <a:pt x="247541" y="112851"/>
                  </a:cubicBezTo>
                  <a:cubicBezTo>
                    <a:pt x="247541" y="112851"/>
                    <a:pt x="246729" y="112851"/>
                    <a:pt x="246729" y="113663"/>
                  </a:cubicBezTo>
                  <a:cubicBezTo>
                    <a:pt x="246729" y="114475"/>
                    <a:pt x="246729" y="114475"/>
                    <a:pt x="245918" y="115287"/>
                  </a:cubicBezTo>
                  <a:cubicBezTo>
                    <a:pt x="245107" y="116099"/>
                    <a:pt x="244295" y="118534"/>
                    <a:pt x="245107" y="117723"/>
                  </a:cubicBezTo>
                  <a:cubicBezTo>
                    <a:pt x="245107" y="117723"/>
                    <a:pt x="245107" y="117723"/>
                    <a:pt x="245107" y="116911"/>
                  </a:cubicBezTo>
                  <a:cubicBezTo>
                    <a:pt x="245107" y="116911"/>
                    <a:pt x="245107" y="116099"/>
                    <a:pt x="245107" y="116099"/>
                  </a:cubicBezTo>
                  <a:cubicBezTo>
                    <a:pt x="245107" y="116099"/>
                    <a:pt x="245918" y="115287"/>
                    <a:pt x="246729" y="113663"/>
                  </a:cubicBezTo>
                  <a:cubicBezTo>
                    <a:pt x="248352" y="112039"/>
                    <a:pt x="249163" y="111228"/>
                    <a:pt x="249163" y="110416"/>
                  </a:cubicBezTo>
                  <a:cubicBezTo>
                    <a:pt x="249974" y="110416"/>
                    <a:pt x="249974" y="110416"/>
                    <a:pt x="249974" y="110416"/>
                  </a:cubicBezTo>
                  <a:cubicBezTo>
                    <a:pt x="249974" y="109604"/>
                    <a:pt x="249163" y="109604"/>
                    <a:pt x="249163" y="110416"/>
                  </a:cubicBezTo>
                  <a:close/>
                  <a:moveTo>
                    <a:pt x="247541" y="98237"/>
                  </a:moveTo>
                  <a:cubicBezTo>
                    <a:pt x="248352" y="98237"/>
                    <a:pt x="248352" y="98237"/>
                    <a:pt x="247541" y="98237"/>
                  </a:cubicBezTo>
                  <a:cubicBezTo>
                    <a:pt x="246729" y="97426"/>
                    <a:pt x="246729" y="97426"/>
                    <a:pt x="246729" y="97426"/>
                  </a:cubicBezTo>
                  <a:cubicBezTo>
                    <a:pt x="246729" y="98237"/>
                    <a:pt x="247541" y="98237"/>
                    <a:pt x="247541" y="98237"/>
                  </a:cubicBezTo>
                  <a:close/>
                  <a:moveTo>
                    <a:pt x="248352" y="119346"/>
                  </a:moveTo>
                  <a:cubicBezTo>
                    <a:pt x="247541" y="119346"/>
                    <a:pt x="248352" y="119346"/>
                    <a:pt x="248352" y="119346"/>
                  </a:cubicBezTo>
                  <a:cubicBezTo>
                    <a:pt x="249974" y="119346"/>
                    <a:pt x="249974" y="119346"/>
                    <a:pt x="249974" y="119346"/>
                  </a:cubicBezTo>
                  <a:cubicBezTo>
                    <a:pt x="249163" y="118534"/>
                    <a:pt x="248352" y="118534"/>
                    <a:pt x="248352" y="119346"/>
                  </a:cubicBezTo>
                  <a:close/>
                  <a:moveTo>
                    <a:pt x="250786" y="114475"/>
                  </a:moveTo>
                  <a:cubicBezTo>
                    <a:pt x="249974" y="114475"/>
                    <a:pt x="249974" y="115287"/>
                    <a:pt x="250786" y="114475"/>
                  </a:cubicBezTo>
                  <a:cubicBezTo>
                    <a:pt x="251597" y="115287"/>
                    <a:pt x="252409" y="114475"/>
                    <a:pt x="251597" y="113663"/>
                  </a:cubicBezTo>
                  <a:cubicBezTo>
                    <a:pt x="251597" y="113663"/>
                    <a:pt x="250786" y="113663"/>
                    <a:pt x="250786" y="114475"/>
                  </a:cubicBezTo>
                  <a:close/>
                  <a:moveTo>
                    <a:pt x="253220" y="102297"/>
                  </a:moveTo>
                  <a:cubicBezTo>
                    <a:pt x="253220" y="102297"/>
                    <a:pt x="252409" y="103109"/>
                    <a:pt x="252409" y="103921"/>
                  </a:cubicBezTo>
                  <a:cubicBezTo>
                    <a:pt x="251597" y="104733"/>
                    <a:pt x="251597" y="105544"/>
                    <a:pt x="252409" y="103921"/>
                  </a:cubicBezTo>
                  <a:cubicBezTo>
                    <a:pt x="253220" y="103109"/>
                    <a:pt x="253220" y="102297"/>
                    <a:pt x="253220" y="102297"/>
                  </a:cubicBezTo>
                  <a:close/>
                  <a:moveTo>
                    <a:pt x="255654" y="103921"/>
                  </a:moveTo>
                  <a:cubicBezTo>
                    <a:pt x="254842" y="104733"/>
                    <a:pt x="254842" y="104733"/>
                    <a:pt x="255654" y="103921"/>
                  </a:cubicBezTo>
                  <a:cubicBezTo>
                    <a:pt x="256465" y="103921"/>
                    <a:pt x="256465" y="103921"/>
                    <a:pt x="256465" y="103921"/>
                  </a:cubicBezTo>
                  <a:cubicBezTo>
                    <a:pt x="256465" y="103921"/>
                    <a:pt x="255654" y="103921"/>
                    <a:pt x="255654" y="103921"/>
                  </a:cubicBezTo>
                  <a:close/>
                  <a:moveTo>
                    <a:pt x="255654" y="97426"/>
                  </a:moveTo>
                  <a:cubicBezTo>
                    <a:pt x="255654" y="97426"/>
                    <a:pt x="254842" y="98237"/>
                    <a:pt x="254842" y="98237"/>
                  </a:cubicBezTo>
                  <a:cubicBezTo>
                    <a:pt x="254842" y="99049"/>
                    <a:pt x="254842" y="99049"/>
                    <a:pt x="255654" y="98237"/>
                  </a:cubicBezTo>
                  <a:cubicBezTo>
                    <a:pt x="256465" y="97426"/>
                    <a:pt x="256465" y="96614"/>
                    <a:pt x="255654" y="97426"/>
                  </a:cubicBezTo>
                  <a:close/>
                  <a:moveTo>
                    <a:pt x="262956" y="79564"/>
                  </a:moveTo>
                  <a:cubicBezTo>
                    <a:pt x="264578" y="78752"/>
                    <a:pt x="263767" y="77940"/>
                    <a:pt x="262956" y="78752"/>
                  </a:cubicBezTo>
                  <a:cubicBezTo>
                    <a:pt x="262956" y="78752"/>
                    <a:pt x="262144" y="78752"/>
                    <a:pt x="262144" y="78752"/>
                  </a:cubicBezTo>
                  <a:cubicBezTo>
                    <a:pt x="262144" y="78752"/>
                    <a:pt x="262144" y="77940"/>
                    <a:pt x="262956" y="77940"/>
                  </a:cubicBezTo>
                  <a:cubicBezTo>
                    <a:pt x="263767" y="77940"/>
                    <a:pt x="263767" y="77940"/>
                    <a:pt x="263767" y="77129"/>
                  </a:cubicBezTo>
                  <a:cubicBezTo>
                    <a:pt x="263767" y="77129"/>
                    <a:pt x="263767" y="76317"/>
                    <a:pt x="264578" y="76317"/>
                  </a:cubicBezTo>
                  <a:cubicBezTo>
                    <a:pt x="266201" y="76317"/>
                    <a:pt x="266201" y="75505"/>
                    <a:pt x="265390" y="74693"/>
                  </a:cubicBezTo>
                  <a:cubicBezTo>
                    <a:pt x="264578" y="73881"/>
                    <a:pt x="264578" y="73881"/>
                    <a:pt x="263767" y="74693"/>
                  </a:cubicBezTo>
                  <a:cubicBezTo>
                    <a:pt x="263767" y="75505"/>
                    <a:pt x="262956" y="75505"/>
                    <a:pt x="262956" y="75505"/>
                  </a:cubicBezTo>
                  <a:cubicBezTo>
                    <a:pt x="262956" y="75505"/>
                    <a:pt x="262144" y="75505"/>
                    <a:pt x="262144" y="76317"/>
                  </a:cubicBezTo>
                  <a:cubicBezTo>
                    <a:pt x="262144" y="77129"/>
                    <a:pt x="262144" y="77940"/>
                    <a:pt x="262144" y="78752"/>
                  </a:cubicBezTo>
                  <a:cubicBezTo>
                    <a:pt x="262144" y="80376"/>
                    <a:pt x="262144" y="80376"/>
                    <a:pt x="262956" y="79564"/>
                  </a:cubicBezTo>
                  <a:close/>
                  <a:moveTo>
                    <a:pt x="267012" y="73069"/>
                  </a:moveTo>
                  <a:cubicBezTo>
                    <a:pt x="267824" y="73069"/>
                    <a:pt x="267824" y="72257"/>
                    <a:pt x="267012" y="73069"/>
                  </a:cubicBezTo>
                  <a:cubicBezTo>
                    <a:pt x="267824" y="72257"/>
                    <a:pt x="267012" y="72257"/>
                    <a:pt x="267012" y="72257"/>
                  </a:cubicBezTo>
                  <a:cubicBezTo>
                    <a:pt x="267012" y="72257"/>
                    <a:pt x="267012" y="72257"/>
                    <a:pt x="267012" y="73069"/>
                  </a:cubicBezTo>
                  <a:cubicBezTo>
                    <a:pt x="267012" y="72257"/>
                    <a:pt x="267012" y="73069"/>
                    <a:pt x="267012" y="73069"/>
                  </a:cubicBezTo>
                  <a:close/>
                  <a:moveTo>
                    <a:pt x="267824" y="71445"/>
                  </a:moveTo>
                  <a:cubicBezTo>
                    <a:pt x="268635" y="71445"/>
                    <a:pt x="268635" y="71445"/>
                    <a:pt x="267824" y="71445"/>
                  </a:cubicBezTo>
                  <a:cubicBezTo>
                    <a:pt x="268635" y="70634"/>
                    <a:pt x="267824" y="70634"/>
                    <a:pt x="267824" y="71445"/>
                  </a:cubicBezTo>
                  <a:cubicBezTo>
                    <a:pt x="267012" y="71445"/>
                    <a:pt x="267012" y="71445"/>
                    <a:pt x="267824" y="71445"/>
                  </a:cubicBezTo>
                  <a:close/>
                  <a:moveTo>
                    <a:pt x="288918" y="149386"/>
                  </a:moveTo>
                  <a:cubicBezTo>
                    <a:pt x="289729" y="148574"/>
                    <a:pt x="289729" y="146138"/>
                    <a:pt x="288918" y="146950"/>
                  </a:cubicBezTo>
                  <a:cubicBezTo>
                    <a:pt x="288106" y="146950"/>
                    <a:pt x="288106" y="146950"/>
                    <a:pt x="288918" y="147762"/>
                  </a:cubicBezTo>
                  <a:cubicBezTo>
                    <a:pt x="288918" y="147762"/>
                    <a:pt x="288918" y="148574"/>
                    <a:pt x="288918" y="149386"/>
                  </a:cubicBezTo>
                  <a:cubicBezTo>
                    <a:pt x="288918" y="149386"/>
                    <a:pt x="288918" y="150198"/>
                    <a:pt x="288918" y="149386"/>
                  </a:cubicBezTo>
                  <a:close/>
                  <a:moveTo>
                    <a:pt x="289729" y="143703"/>
                  </a:moveTo>
                  <a:cubicBezTo>
                    <a:pt x="290540" y="142079"/>
                    <a:pt x="290540" y="142079"/>
                    <a:pt x="289729" y="143703"/>
                  </a:cubicBezTo>
                  <a:cubicBezTo>
                    <a:pt x="290540" y="144515"/>
                    <a:pt x="291352" y="142891"/>
                    <a:pt x="291352" y="141267"/>
                  </a:cubicBezTo>
                  <a:cubicBezTo>
                    <a:pt x="292163" y="139643"/>
                    <a:pt x="292974" y="137208"/>
                    <a:pt x="293786" y="136396"/>
                  </a:cubicBezTo>
                  <a:cubicBezTo>
                    <a:pt x="294597" y="135584"/>
                    <a:pt x="294597" y="134772"/>
                    <a:pt x="294597" y="134772"/>
                  </a:cubicBezTo>
                  <a:cubicBezTo>
                    <a:pt x="294597" y="133960"/>
                    <a:pt x="295408" y="133148"/>
                    <a:pt x="295408" y="132337"/>
                  </a:cubicBezTo>
                  <a:cubicBezTo>
                    <a:pt x="296220" y="131525"/>
                    <a:pt x="296220" y="130713"/>
                    <a:pt x="296220" y="130713"/>
                  </a:cubicBezTo>
                  <a:cubicBezTo>
                    <a:pt x="296220" y="130713"/>
                    <a:pt x="297031" y="129901"/>
                    <a:pt x="297031" y="129089"/>
                  </a:cubicBezTo>
                  <a:cubicBezTo>
                    <a:pt x="298653" y="127465"/>
                    <a:pt x="298653" y="127465"/>
                    <a:pt x="297031" y="127465"/>
                  </a:cubicBezTo>
                  <a:cubicBezTo>
                    <a:pt x="296220" y="127465"/>
                    <a:pt x="295408" y="127465"/>
                    <a:pt x="296220" y="128277"/>
                  </a:cubicBezTo>
                  <a:cubicBezTo>
                    <a:pt x="296220" y="128277"/>
                    <a:pt x="296220" y="129089"/>
                    <a:pt x="296220" y="129089"/>
                  </a:cubicBezTo>
                  <a:cubicBezTo>
                    <a:pt x="296220" y="129089"/>
                    <a:pt x="295408" y="129901"/>
                    <a:pt x="295408" y="130713"/>
                  </a:cubicBezTo>
                  <a:cubicBezTo>
                    <a:pt x="295408" y="131525"/>
                    <a:pt x="294597" y="132337"/>
                    <a:pt x="294597" y="132337"/>
                  </a:cubicBezTo>
                  <a:cubicBezTo>
                    <a:pt x="292974" y="132337"/>
                    <a:pt x="290540" y="138831"/>
                    <a:pt x="290540" y="140455"/>
                  </a:cubicBezTo>
                  <a:cubicBezTo>
                    <a:pt x="290540" y="141267"/>
                    <a:pt x="289729" y="142079"/>
                    <a:pt x="288918" y="142079"/>
                  </a:cubicBezTo>
                  <a:cubicBezTo>
                    <a:pt x="288106" y="142891"/>
                    <a:pt x="287295" y="143703"/>
                    <a:pt x="287295" y="144515"/>
                  </a:cubicBezTo>
                  <a:cubicBezTo>
                    <a:pt x="288918" y="145327"/>
                    <a:pt x="288918" y="145327"/>
                    <a:pt x="289729" y="143703"/>
                  </a:cubicBezTo>
                  <a:close/>
                  <a:moveTo>
                    <a:pt x="290540" y="129089"/>
                  </a:moveTo>
                  <a:cubicBezTo>
                    <a:pt x="291352" y="129089"/>
                    <a:pt x="291352" y="129089"/>
                    <a:pt x="291352" y="128277"/>
                  </a:cubicBezTo>
                  <a:cubicBezTo>
                    <a:pt x="291352" y="128277"/>
                    <a:pt x="291352" y="127465"/>
                    <a:pt x="292163" y="128277"/>
                  </a:cubicBezTo>
                  <a:cubicBezTo>
                    <a:pt x="292163" y="128277"/>
                    <a:pt x="292974" y="128277"/>
                    <a:pt x="292974" y="127465"/>
                  </a:cubicBezTo>
                  <a:cubicBezTo>
                    <a:pt x="292974" y="126653"/>
                    <a:pt x="292974" y="125841"/>
                    <a:pt x="292163" y="125841"/>
                  </a:cubicBezTo>
                  <a:cubicBezTo>
                    <a:pt x="291352" y="125841"/>
                    <a:pt x="291352" y="125841"/>
                    <a:pt x="291352" y="125841"/>
                  </a:cubicBezTo>
                  <a:cubicBezTo>
                    <a:pt x="291352" y="125841"/>
                    <a:pt x="291352" y="126653"/>
                    <a:pt x="291352" y="126653"/>
                  </a:cubicBezTo>
                  <a:cubicBezTo>
                    <a:pt x="291352" y="126653"/>
                    <a:pt x="290540" y="127465"/>
                    <a:pt x="291352" y="127465"/>
                  </a:cubicBezTo>
                  <a:cubicBezTo>
                    <a:pt x="290540" y="129089"/>
                    <a:pt x="290540" y="129089"/>
                    <a:pt x="290540" y="129089"/>
                  </a:cubicBezTo>
                  <a:cubicBezTo>
                    <a:pt x="289729" y="128277"/>
                    <a:pt x="289729" y="128277"/>
                    <a:pt x="290540" y="129089"/>
                  </a:cubicBezTo>
                  <a:cubicBezTo>
                    <a:pt x="288918" y="129089"/>
                    <a:pt x="289729" y="129089"/>
                    <a:pt x="290540" y="129089"/>
                  </a:cubicBezTo>
                  <a:close/>
                  <a:moveTo>
                    <a:pt x="289729" y="125030"/>
                  </a:moveTo>
                  <a:lnTo>
                    <a:pt x="291352" y="123406"/>
                  </a:lnTo>
                  <a:cubicBezTo>
                    <a:pt x="292974" y="122594"/>
                    <a:pt x="292974" y="122594"/>
                    <a:pt x="292974" y="123406"/>
                  </a:cubicBezTo>
                  <a:cubicBezTo>
                    <a:pt x="292974" y="124218"/>
                    <a:pt x="293786" y="124218"/>
                    <a:pt x="293786" y="124218"/>
                  </a:cubicBezTo>
                  <a:cubicBezTo>
                    <a:pt x="293786" y="124218"/>
                    <a:pt x="293786" y="123406"/>
                    <a:pt x="292974" y="123406"/>
                  </a:cubicBezTo>
                  <a:cubicBezTo>
                    <a:pt x="292163" y="123406"/>
                    <a:pt x="291352" y="122594"/>
                    <a:pt x="291352" y="122594"/>
                  </a:cubicBezTo>
                  <a:cubicBezTo>
                    <a:pt x="291352" y="122594"/>
                    <a:pt x="291352" y="122594"/>
                    <a:pt x="291352" y="121782"/>
                  </a:cubicBezTo>
                  <a:cubicBezTo>
                    <a:pt x="292974" y="120970"/>
                    <a:pt x="292974" y="120158"/>
                    <a:pt x="291352" y="120158"/>
                  </a:cubicBezTo>
                  <a:cubicBezTo>
                    <a:pt x="290540" y="120158"/>
                    <a:pt x="289729" y="120970"/>
                    <a:pt x="289729" y="122594"/>
                  </a:cubicBezTo>
                  <a:lnTo>
                    <a:pt x="289729" y="125030"/>
                  </a:lnTo>
                  <a:close/>
                  <a:moveTo>
                    <a:pt x="295408" y="119346"/>
                  </a:moveTo>
                  <a:cubicBezTo>
                    <a:pt x="296220" y="117723"/>
                    <a:pt x="297031" y="117723"/>
                    <a:pt x="294597" y="117723"/>
                  </a:cubicBezTo>
                  <a:cubicBezTo>
                    <a:pt x="293786" y="117723"/>
                    <a:pt x="292974" y="117723"/>
                    <a:pt x="292974" y="118534"/>
                  </a:cubicBezTo>
                  <a:cubicBezTo>
                    <a:pt x="292974" y="118534"/>
                    <a:pt x="293786" y="118534"/>
                    <a:pt x="293786" y="118534"/>
                  </a:cubicBezTo>
                  <a:cubicBezTo>
                    <a:pt x="294597" y="118534"/>
                    <a:pt x="295408" y="118534"/>
                    <a:pt x="295408" y="119346"/>
                  </a:cubicBezTo>
                  <a:cubicBezTo>
                    <a:pt x="294597" y="120970"/>
                    <a:pt x="294597" y="120970"/>
                    <a:pt x="295408" y="119346"/>
                  </a:cubicBezTo>
                  <a:close/>
                  <a:moveTo>
                    <a:pt x="297031" y="116911"/>
                  </a:moveTo>
                  <a:cubicBezTo>
                    <a:pt x="297031" y="116911"/>
                    <a:pt x="297842" y="116911"/>
                    <a:pt x="297031" y="116911"/>
                  </a:cubicBezTo>
                  <a:cubicBezTo>
                    <a:pt x="297031" y="116099"/>
                    <a:pt x="297031" y="116099"/>
                    <a:pt x="297031" y="116911"/>
                  </a:cubicBezTo>
                  <a:cubicBezTo>
                    <a:pt x="295408" y="116911"/>
                    <a:pt x="295408" y="116911"/>
                    <a:pt x="297031" y="116911"/>
                  </a:cubicBezTo>
                  <a:close/>
                  <a:moveTo>
                    <a:pt x="295408" y="104733"/>
                  </a:moveTo>
                  <a:cubicBezTo>
                    <a:pt x="295408" y="105544"/>
                    <a:pt x="299465" y="99049"/>
                    <a:pt x="299465" y="98237"/>
                  </a:cubicBezTo>
                  <a:cubicBezTo>
                    <a:pt x="299465" y="98237"/>
                    <a:pt x="299465" y="97426"/>
                    <a:pt x="300276" y="96614"/>
                  </a:cubicBezTo>
                  <a:cubicBezTo>
                    <a:pt x="301087" y="95802"/>
                    <a:pt x="301087" y="95802"/>
                    <a:pt x="301087" y="94990"/>
                  </a:cubicBezTo>
                  <a:cubicBezTo>
                    <a:pt x="301087" y="94178"/>
                    <a:pt x="300276" y="94990"/>
                    <a:pt x="299465" y="95802"/>
                  </a:cubicBezTo>
                  <a:cubicBezTo>
                    <a:pt x="298653" y="96614"/>
                    <a:pt x="297842" y="98237"/>
                    <a:pt x="297842" y="99049"/>
                  </a:cubicBezTo>
                  <a:cubicBezTo>
                    <a:pt x="297031" y="99861"/>
                    <a:pt x="296220" y="101485"/>
                    <a:pt x="296220" y="102297"/>
                  </a:cubicBezTo>
                  <a:cubicBezTo>
                    <a:pt x="296220" y="103921"/>
                    <a:pt x="295408" y="104733"/>
                    <a:pt x="295408" y="104733"/>
                  </a:cubicBezTo>
                  <a:close/>
                  <a:moveTo>
                    <a:pt x="300276" y="110416"/>
                  </a:moveTo>
                  <a:cubicBezTo>
                    <a:pt x="301087" y="110416"/>
                    <a:pt x="301087" y="110416"/>
                    <a:pt x="300276" y="110416"/>
                  </a:cubicBezTo>
                  <a:cubicBezTo>
                    <a:pt x="301087" y="109604"/>
                    <a:pt x="300276" y="108792"/>
                    <a:pt x="300276" y="107980"/>
                  </a:cubicBezTo>
                  <a:lnTo>
                    <a:pt x="299465" y="106356"/>
                  </a:lnTo>
                  <a:lnTo>
                    <a:pt x="298653" y="107980"/>
                  </a:lnTo>
                  <a:cubicBezTo>
                    <a:pt x="297842" y="109604"/>
                    <a:pt x="297842" y="109604"/>
                    <a:pt x="298653" y="109604"/>
                  </a:cubicBezTo>
                  <a:cubicBezTo>
                    <a:pt x="299465" y="109604"/>
                    <a:pt x="299465" y="109604"/>
                    <a:pt x="299465" y="110416"/>
                  </a:cubicBezTo>
                  <a:cubicBezTo>
                    <a:pt x="298653" y="111228"/>
                    <a:pt x="299465" y="111228"/>
                    <a:pt x="300276" y="110416"/>
                  </a:cubicBezTo>
                  <a:close/>
                  <a:moveTo>
                    <a:pt x="301899" y="106356"/>
                  </a:moveTo>
                  <a:cubicBezTo>
                    <a:pt x="301087" y="106356"/>
                    <a:pt x="300276" y="107168"/>
                    <a:pt x="300276" y="107168"/>
                  </a:cubicBezTo>
                  <a:cubicBezTo>
                    <a:pt x="300276" y="107168"/>
                    <a:pt x="301087" y="107168"/>
                    <a:pt x="301899" y="106356"/>
                  </a:cubicBezTo>
                  <a:cubicBezTo>
                    <a:pt x="303521" y="106356"/>
                    <a:pt x="302710" y="105544"/>
                    <a:pt x="301899" y="106356"/>
                  </a:cubicBezTo>
                  <a:close/>
                  <a:moveTo>
                    <a:pt x="304333" y="109604"/>
                  </a:moveTo>
                  <a:cubicBezTo>
                    <a:pt x="305144" y="107980"/>
                    <a:pt x="305955" y="106356"/>
                    <a:pt x="305955" y="106356"/>
                  </a:cubicBezTo>
                  <a:cubicBezTo>
                    <a:pt x="305955" y="105544"/>
                    <a:pt x="305144" y="106356"/>
                    <a:pt x="304333" y="107980"/>
                  </a:cubicBezTo>
                  <a:cubicBezTo>
                    <a:pt x="303521" y="109604"/>
                    <a:pt x="302710" y="111228"/>
                    <a:pt x="302710" y="112039"/>
                  </a:cubicBezTo>
                  <a:cubicBezTo>
                    <a:pt x="302710" y="112039"/>
                    <a:pt x="302710" y="111228"/>
                    <a:pt x="304333" y="109604"/>
                  </a:cubicBezTo>
                  <a:close/>
                  <a:moveTo>
                    <a:pt x="304333" y="100673"/>
                  </a:moveTo>
                  <a:cubicBezTo>
                    <a:pt x="303521" y="100673"/>
                    <a:pt x="303521" y="101485"/>
                    <a:pt x="303521" y="101485"/>
                  </a:cubicBezTo>
                  <a:cubicBezTo>
                    <a:pt x="303521" y="103109"/>
                    <a:pt x="304333" y="103109"/>
                    <a:pt x="305144" y="102297"/>
                  </a:cubicBezTo>
                  <a:cubicBezTo>
                    <a:pt x="305144" y="101485"/>
                    <a:pt x="305144" y="100673"/>
                    <a:pt x="304333" y="100673"/>
                  </a:cubicBezTo>
                  <a:close/>
                  <a:moveTo>
                    <a:pt x="305144" y="117723"/>
                  </a:moveTo>
                  <a:cubicBezTo>
                    <a:pt x="305144" y="117723"/>
                    <a:pt x="305955" y="117723"/>
                    <a:pt x="305955" y="116911"/>
                  </a:cubicBezTo>
                  <a:cubicBezTo>
                    <a:pt x="305955" y="116099"/>
                    <a:pt x="305955" y="116099"/>
                    <a:pt x="305955" y="116099"/>
                  </a:cubicBezTo>
                  <a:cubicBezTo>
                    <a:pt x="305955" y="116099"/>
                    <a:pt x="305955" y="116911"/>
                    <a:pt x="305144" y="116911"/>
                  </a:cubicBezTo>
                  <a:cubicBezTo>
                    <a:pt x="304333" y="116911"/>
                    <a:pt x="304333" y="117723"/>
                    <a:pt x="305144" y="117723"/>
                  </a:cubicBezTo>
                  <a:close/>
                  <a:moveTo>
                    <a:pt x="310012" y="94178"/>
                  </a:moveTo>
                  <a:cubicBezTo>
                    <a:pt x="310823" y="94178"/>
                    <a:pt x="310823" y="93366"/>
                    <a:pt x="310012" y="93366"/>
                  </a:cubicBezTo>
                  <a:cubicBezTo>
                    <a:pt x="309201" y="93366"/>
                    <a:pt x="309201" y="93366"/>
                    <a:pt x="309201" y="93366"/>
                  </a:cubicBezTo>
                  <a:cubicBezTo>
                    <a:pt x="309201" y="94178"/>
                    <a:pt x="309201" y="94178"/>
                    <a:pt x="310012" y="94178"/>
                  </a:cubicBezTo>
                  <a:close/>
                  <a:moveTo>
                    <a:pt x="349766" y="154257"/>
                  </a:moveTo>
                  <a:cubicBezTo>
                    <a:pt x="349766" y="152634"/>
                    <a:pt x="350578" y="151010"/>
                    <a:pt x="350578" y="151010"/>
                  </a:cubicBezTo>
                  <a:cubicBezTo>
                    <a:pt x="350578" y="150198"/>
                    <a:pt x="351389" y="148574"/>
                    <a:pt x="352200" y="146950"/>
                  </a:cubicBezTo>
                  <a:cubicBezTo>
                    <a:pt x="354634" y="141267"/>
                    <a:pt x="360313" y="132337"/>
                    <a:pt x="365181" y="128277"/>
                  </a:cubicBezTo>
                  <a:cubicBezTo>
                    <a:pt x="365993" y="127465"/>
                    <a:pt x="367615" y="125841"/>
                    <a:pt x="368427" y="124218"/>
                  </a:cubicBezTo>
                  <a:cubicBezTo>
                    <a:pt x="371672" y="120158"/>
                    <a:pt x="376540" y="116099"/>
                    <a:pt x="378974" y="113663"/>
                  </a:cubicBezTo>
                  <a:cubicBezTo>
                    <a:pt x="379785" y="112851"/>
                    <a:pt x="382219" y="112851"/>
                    <a:pt x="383841" y="112851"/>
                  </a:cubicBezTo>
                  <a:cubicBezTo>
                    <a:pt x="387087" y="112851"/>
                    <a:pt x="391144" y="113663"/>
                    <a:pt x="392766" y="114475"/>
                  </a:cubicBezTo>
                  <a:cubicBezTo>
                    <a:pt x="394389" y="115287"/>
                    <a:pt x="395200" y="115287"/>
                    <a:pt x="396011" y="115287"/>
                  </a:cubicBezTo>
                  <a:cubicBezTo>
                    <a:pt x="396823" y="115287"/>
                    <a:pt x="397634" y="116099"/>
                    <a:pt x="399257" y="116911"/>
                  </a:cubicBezTo>
                  <a:cubicBezTo>
                    <a:pt x="400879" y="118534"/>
                    <a:pt x="401691" y="118534"/>
                    <a:pt x="404124" y="118534"/>
                  </a:cubicBezTo>
                  <a:cubicBezTo>
                    <a:pt x="406558" y="118534"/>
                    <a:pt x="407370" y="118534"/>
                    <a:pt x="410615" y="120970"/>
                  </a:cubicBezTo>
                  <a:cubicBezTo>
                    <a:pt x="412238" y="121782"/>
                    <a:pt x="412238" y="122594"/>
                    <a:pt x="412238" y="124218"/>
                  </a:cubicBezTo>
                  <a:cubicBezTo>
                    <a:pt x="413049" y="128277"/>
                    <a:pt x="412238" y="129901"/>
                    <a:pt x="407370" y="134772"/>
                  </a:cubicBezTo>
                  <a:cubicBezTo>
                    <a:pt x="405747" y="136396"/>
                    <a:pt x="404124" y="139643"/>
                    <a:pt x="403313" y="142891"/>
                  </a:cubicBezTo>
                  <a:cubicBezTo>
                    <a:pt x="402502" y="145327"/>
                    <a:pt x="401691" y="155069"/>
                    <a:pt x="402502" y="156693"/>
                  </a:cubicBezTo>
                  <a:cubicBezTo>
                    <a:pt x="403313" y="158317"/>
                    <a:pt x="406558" y="159128"/>
                    <a:pt x="410615" y="159128"/>
                  </a:cubicBezTo>
                  <a:cubicBezTo>
                    <a:pt x="423596" y="159128"/>
                    <a:pt x="436577" y="151010"/>
                    <a:pt x="447124" y="143703"/>
                  </a:cubicBezTo>
                  <a:cubicBezTo>
                    <a:pt x="451181" y="141267"/>
                    <a:pt x="455237" y="138831"/>
                    <a:pt x="456049" y="138020"/>
                  </a:cubicBezTo>
                  <a:cubicBezTo>
                    <a:pt x="456860" y="137208"/>
                    <a:pt x="458483" y="136396"/>
                    <a:pt x="460105" y="135584"/>
                  </a:cubicBezTo>
                  <a:cubicBezTo>
                    <a:pt x="461728" y="133960"/>
                    <a:pt x="467407" y="129901"/>
                    <a:pt x="469030" y="129901"/>
                  </a:cubicBezTo>
                  <a:cubicBezTo>
                    <a:pt x="471464" y="129901"/>
                    <a:pt x="464973" y="138831"/>
                    <a:pt x="460916" y="141267"/>
                  </a:cubicBezTo>
                  <a:cubicBezTo>
                    <a:pt x="457671" y="143703"/>
                    <a:pt x="456860" y="144515"/>
                    <a:pt x="458483" y="143703"/>
                  </a:cubicBezTo>
                  <a:cubicBezTo>
                    <a:pt x="459294" y="143703"/>
                    <a:pt x="459294" y="143703"/>
                    <a:pt x="459294" y="143703"/>
                  </a:cubicBezTo>
                  <a:cubicBezTo>
                    <a:pt x="459294" y="144515"/>
                    <a:pt x="456049" y="146950"/>
                    <a:pt x="453615" y="148574"/>
                  </a:cubicBezTo>
                  <a:cubicBezTo>
                    <a:pt x="451181" y="150198"/>
                    <a:pt x="446313" y="153445"/>
                    <a:pt x="447936" y="152634"/>
                  </a:cubicBezTo>
                  <a:cubicBezTo>
                    <a:pt x="448747" y="152634"/>
                    <a:pt x="450369" y="151822"/>
                    <a:pt x="451181" y="151010"/>
                  </a:cubicBezTo>
                  <a:cubicBezTo>
                    <a:pt x="452803" y="149386"/>
                    <a:pt x="456049" y="147762"/>
                    <a:pt x="456049" y="147762"/>
                  </a:cubicBezTo>
                  <a:cubicBezTo>
                    <a:pt x="456049" y="148574"/>
                    <a:pt x="446313" y="156693"/>
                    <a:pt x="445501" y="156693"/>
                  </a:cubicBezTo>
                  <a:cubicBezTo>
                    <a:pt x="445501" y="156693"/>
                    <a:pt x="444690" y="156693"/>
                    <a:pt x="443879" y="157505"/>
                  </a:cubicBezTo>
                  <a:cubicBezTo>
                    <a:pt x="443068" y="157505"/>
                    <a:pt x="442256" y="159128"/>
                    <a:pt x="441445" y="159128"/>
                  </a:cubicBezTo>
                  <a:cubicBezTo>
                    <a:pt x="440634" y="159940"/>
                    <a:pt x="439011" y="160752"/>
                    <a:pt x="438200" y="160752"/>
                  </a:cubicBezTo>
                  <a:cubicBezTo>
                    <a:pt x="437388" y="160752"/>
                    <a:pt x="435766" y="161564"/>
                    <a:pt x="434954" y="162376"/>
                  </a:cubicBezTo>
                  <a:cubicBezTo>
                    <a:pt x="434143" y="162376"/>
                    <a:pt x="433332" y="163188"/>
                    <a:pt x="433332" y="163188"/>
                  </a:cubicBezTo>
                  <a:cubicBezTo>
                    <a:pt x="433332" y="163188"/>
                    <a:pt x="432520" y="164000"/>
                    <a:pt x="430898" y="164812"/>
                  </a:cubicBezTo>
                  <a:cubicBezTo>
                    <a:pt x="426841" y="166435"/>
                    <a:pt x="422785" y="167247"/>
                    <a:pt x="416294" y="167247"/>
                  </a:cubicBezTo>
                  <a:cubicBezTo>
                    <a:pt x="408992" y="167247"/>
                    <a:pt x="408992" y="167247"/>
                    <a:pt x="406558" y="165624"/>
                  </a:cubicBezTo>
                  <a:cubicBezTo>
                    <a:pt x="403313" y="164000"/>
                    <a:pt x="393577" y="155881"/>
                    <a:pt x="393577" y="152634"/>
                  </a:cubicBezTo>
                  <a:cubicBezTo>
                    <a:pt x="393577" y="152634"/>
                    <a:pt x="392766" y="152634"/>
                    <a:pt x="392766" y="152634"/>
                  </a:cubicBezTo>
                  <a:cubicBezTo>
                    <a:pt x="392766" y="152634"/>
                    <a:pt x="391955" y="152634"/>
                    <a:pt x="392766" y="152634"/>
                  </a:cubicBezTo>
                  <a:cubicBezTo>
                    <a:pt x="392766" y="152634"/>
                    <a:pt x="392766" y="151822"/>
                    <a:pt x="392766" y="151010"/>
                  </a:cubicBezTo>
                  <a:cubicBezTo>
                    <a:pt x="391955" y="149386"/>
                    <a:pt x="391955" y="147762"/>
                    <a:pt x="391144" y="142891"/>
                  </a:cubicBezTo>
                  <a:cubicBezTo>
                    <a:pt x="391144" y="138831"/>
                    <a:pt x="391144" y="138831"/>
                    <a:pt x="389521" y="138831"/>
                  </a:cubicBezTo>
                  <a:cubicBezTo>
                    <a:pt x="388709" y="138831"/>
                    <a:pt x="387087" y="142079"/>
                    <a:pt x="387087" y="142891"/>
                  </a:cubicBezTo>
                  <a:cubicBezTo>
                    <a:pt x="387087" y="142891"/>
                    <a:pt x="387087" y="143703"/>
                    <a:pt x="386276" y="143703"/>
                  </a:cubicBezTo>
                  <a:cubicBezTo>
                    <a:pt x="385464" y="143703"/>
                    <a:pt x="385464" y="144515"/>
                    <a:pt x="385464" y="144515"/>
                  </a:cubicBezTo>
                  <a:cubicBezTo>
                    <a:pt x="385464" y="145327"/>
                    <a:pt x="384653" y="146138"/>
                    <a:pt x="384653" y="146138"/>
                  </a:cubicBezTo>
                  <a:cubicBezTo>
                    <a:pt x="384653" y="146138"/>
                    <a:pt x="383841" y="147762"/>
                    <a:pt x="383841" y="147762"/>
                  </a:cubicBezTo>
                  <a:cubicBezTo>
                    <a:pt x="383841" y="147762"/>
                    <a:pt x="383841" y="147762"/>
                    <a:pt x="383841" y="147762"/>
                  </a:cubicBezTo>
                  <a:cubicBezTo>
                    <a:pt x="383841" y="147762"/>
                    <a:pt x="382219" y="148574"/>
                    <a:pt x="381408" y="150198"/>
                  </a:cubicBezTo>
                  <a:cubicBezTo>
                    <a:pt x="376540" y="155881"/>
                    <a:pt x="370861" y="161564"/>
                    <a:pt x="370049" y="161564"/>
                  </a:cubicBezTo>
                  <a:cubicBezTo>
                    <a:pt x="370049" y="161564"/>
                    <a:pt x="369238" y="162376"/>
                    <a:pt x="368427" y="162376"/>
                  </a:cubicBezTo>
                  <a:cubicBezTo>
                    <a:pt x="367615" y="163188"/>
                    <a:pt x="367615" y="163188"/>
                    <a:pt x="366804" y="163188"/>
                  </a:cubicBezTo>
                  <a:cubicBezTo>
                    <a:pt x="366804" y="163188"/>
                    <a:pt x="365993" y="163188"/>
                    <a:pt x="366804" y="163188"/>
                  </a:cubicBezTo>
                  <a:cubicBezTo>
                    <a:pt x="366804" y="164000"/>
                    <a:pt x="365181" y="164812"/>
                    <a:pt x="362747" y="165624"/>
                  </a:cubicBezTo>
                  <a:cubicBezTo>
                    <a:pt x="361936" y="165624"/>
                    <a:pt x="360313" y="166435"/>
                    <a:pt x="360313" y="166435"/>
                  </a:cubicBezTo>
                  <a:cubicBezTo>
                    <a:pt x="360313" y="166435"/>
                    <a:pt x="359502" y="166435"/>
                    <a:pt x="358691" y="166435"/>
                  </a:cubicBezTo>
                  <a:cubicBezTo>
                    <a:pt x="357068" y="166435"/>
                    <a:pt x="354634" y="164000"/>
                    <a:pt x="353012" y="161564"/>
                  </a:cubicBezTo>
                  <a:cubicBezTo>
                    <a:pt x="352200" y="160752"/>
                    <a:pt x="351389" y="159940"/>
                    <a:pt x="351389" y="159940"/>
                  </a:cubicBezTo>
                  <a:cubicBezTo>
                    <a:pt x="351389" y="159940"/>
                    <a:pt x="350578" y="159128"/>
                    <a:pt x="349766" y="157505"/>
                  </a:cubicBezTo>
                  <a:cubicBezTo>
                    <a:pt x="349766" y="156693"/>
                    <a:pt x="349766" y="155881"/>
                    <a:pt x="349766" y="154257"/>
                  </a:cubicBezTo>
                  <a:close/>
                  <a:moveTo>
                    <a:pt x="357880" y="99049"/>
                  </a:moveTo>
                  <a:cubicBezTo>
                    <a:pt x="357068" y="99861"/>
                    <a:pt x="357068" y="100673"/>
                    <a:pt x="357068" y="100673"/>
                  </a:cubicBezTo>
                  <a:cubicBezTo>
                    <a:pt x="357068" y="100673"/>
                    <a:pt x="357880" y="100673"/>
                    <a:pt x="357880" y="100673"/>
                  </a:cubicBezTo>
                  <a:cubicBezTo>
                    <a:pt x="357880" y="100673"/>
                    <a:pt x="358691" y="99049"/>
                    <a:pt x="358691" y="99049"/>
                  </a:cubicBezTo>
                  <a:cubicBezTo>
                    <a:pt x="358691" y="98237"/>
                    <a:pt x="358691" y="98237"/>
                    <a:pt x="357880" y="99049"/>
                  </a:cubicBezTo>
                  <a:close/>
                  <a:moveTo>
                    <a:pt x="362747" y="156693"/>
                  </a:moveTo>
                  <a:cubicBezTo>
                    <a:pt x="362747" y="156693"/>
                    <a:pt x="365993" y="155069"/>
                    <a:pt x="369238" y="152634"/>
                  </a:cubicBezTo>
                  <a:cubicBezTo>
                    <a:pt x="370861" y="151822"/>
                    <a:pt x="377351" y="145327"/>
                    <a:pt x="383841" y="138831"/>
                  </a:cubicBezTo>
                  <a:cubicBezTo>
                    <a:pt x="396823" y="125841"/>
                    <a:pt x="396823" y="125841"/>
                    <a:pt x="395200" y="124218"/>
                  </a:cubicBezTo>
                  <a:cubicBezTo>
                    <a:pt x="394389" y="123406"/>
                    <a:pt x="393577" y="123406"/>
                    <a:pt x="391955" y="124218"/>
                  </a:cubicBezTo>
                  <a:cubicBezTo>
                    <a:pt x="390332" y="124218"/>
                    <a:pt x="389521" y="125030"/>
                    <a:pt x="389521" y="125030"/>
                  </a:cubicBezTo>
                  <a:cubicBezTo>
                    <a:pt x="389521" y="125030"/>
                    <a:pt x="389521" y="125030"/>
                    <a:pt x="388709" y="125030"/>
                  </a:cubicBezTo>
                  <a:cubicBezTo>
                    <a:pt x="385464" y="125030"/>
                    <a:pt x="367615" y="144515"/>
                    <a:pt x="367615" y="146138"/>
                  </a:cubicBezTo>
                  <a:cubicBezTo>
                    <a:pt x="367615" y="146138"/>
                    <a:pt x="366804" y="147762"/>
                    <a:pt x="365993" y="148574"/>
                  </a:cubicBezTo>
                  <a:cubicBezTo>
                    <a:pt x="365181" y="150198"/>
                    <a:pt x="361936" y="155881"/>
                    <a:pt x="362747" y="156693"/>
                  </a:cubicBezTo>
                  <a:close/>
                  <a:moveTo>
                    <a:pt x="370861" y="89307"/>
                  </a:moveTo>
                  <a:cubicBezTo>
                    <a:pt x="370861" y="89307"/>
                    <a:pt x="370861" y="88495"/>
                    <a:pt x="370861" y="89307"/>
                  </a:cubicBezTo>
                  <a:cubicBezTo>
                    <a:pt x="371672" y="88495"/>
                    <a:pt x="370861" y="88495"/>
                    <a:pt x="370861" y="88495"/>
                  </a:cubicBezTo>
                  <a:cubicBezTo>
                    <a:pt x="370049" y="87683"/>
                    <a:pt x="370049" y="88495"/>
                    <a:pt x="370861" y="89307"/>
                  </a:cubicBezTo>
                  <a:cubicBezTo>
                    <a:pt x="370049" y="89307"/>
                    <a:pt x="370049" y="89307"/>
                    <a:pt x="370861" y="89307"/>
                  </a:cubicBezTo>
                  <a:close/>
                  <a:moveTo>
                    <a:pt x="371672" y="86059"/>
                  </a:moveTo>
                  <a:cubicBezTo>
                    <a:pt x="370861" y="87683"/>
                    <a:pt x="370861" y="88495"/>
                    <a:pt x="371672" y="86059"/>
                  </a:cubicBezTo>
                  <a:cubicBezTo>
                    <a:pt x="372483" y="86059"/>
                    <a:pt x="373294" y="85247"/>
                    <a:pt x="372483" y="85247"/>
                  </a:cubicBezTo>
                  <a:cubicBezTo>
                    <a:pt x="372483" y="85247"/>
                    <a:pt x="372483" y="85247"/>
                    <a:pt x="371672" y="86059"/>
                  </a:cubicBezTo>
                  <a:close/>
                  <a:moveTo>
                    <a:pt x="372483" y="80376"/>
                  </a:moveTo>
                  <a:cubicBezTo>
                    <a:pt x="372483" y="80376"/>
                    <a:pt x="375728" y="76317"/>
                    <a:pt x="375728" y="75505"/>
                  </a:cubicBezTo>
                  <a:cubicBezTo>
                    <a:pt x="375728" y="75505"/>
                    <a:pt x="375728" y="75505"/>
                    <a:pt x="374917" y="75505"/>
                  </a:cubicBezTo>
                  <a:cubicBezTo>
                    <a:pt x="374917" y="75505"/>
                    <a:pt x="374106" y="76317"/>
                    <a:pt x="374106" y="76317"/>
                  </a:cubicBezTo>
                  <a:cubicBezTo>
                    <a:pt x="374106" y="77129"/>
                    <a:pt x="374106" y="77129"/>
                    <a:pt x="373294" y="77129"/>
                  </a:cubicBezTo>
                  <a:cubicBezTo>
                    <a:pt x="373294" y="77129"/>
                    <a:pt x="371672" y="80376"/>
                    <a:pt x="372483" y="80376"/>
                  </a:cubicBezTo>
                  <a:close/>
                  <a:moveTo>
                    <a:pt x="374917" y="81188"/>
                  </a:moveTo>
                  <a:cubicBezTo>
                    <a:pt x="374917" y="80376"/>
                    <a:pt x="374106" y="81188"/>
                    <a:pt x="374106" y="82000"/>
                  </a:cubicBezTo>
                  <a:cubicBezTo>
                    <a:pt x="374106" y="82812"/>
                    <a:pt x="373294" y="83624"/>
                    <a:pt x="373294" y="83624"/>
                  </a:cubicBezTo>
                  <a:cubicBezTo>
                    <a:pt x="373294" y="83624"/>
                    <a:pt x="372483" y="84435"/>
                    <a:pt x="373294" y="84435"/>
                  </a:cubicBezTo>
                  <a:cubicBezTo>
                    <a:pt x="373294" y="85247"/>
                    <a:pt x="375728" y="82000"/>
                    <a:pt x="374917" y="81188"/>
                  </a:cubicBezTo>
                  <a:close/>
                  <a:moveTo>
                    <a:pt x="374917" y="87683"/>
                  </a:moveTo>
                  <a:cubicBezTo>
                    <a:pt x="374917" y="87683"/>
                    <a:pt x="374917" y="88495"/>
                    <a:pt x="374917" y="88495"/>
                  </a:cubicBezTo>
                  <a:cubicBezTo>
                    <a:pt x="374917" y="88495"/>
                    <a:pt x="374106" y="89307"/>
                    <a:pt x="374106" y="89307"/>
                  </a:cubicBezTo>
                  <a:cubicBezTo>
                    <a:pt x="374106" y="90119"/>
                    <a:pt x="374106" y="89307"/>
                    <a:pt x="374917" y="88495"/>
                  </a:cubicBezTo>
                  <a:cubicBezTo>
                    <a:pt x="375728" y="87683"/>
                    <a:pt x="375728" y="86871"/>
                    <a:pt x="374917" y="87683"/>
                  </a:cubicBezTo>
                  <a:cubicBezTo>
                    <a:pt x="374917" y="86871"/>
                    <a:pt x="374106" y="87683"/>
                    <a:pt x="374917" y="87683"/>
                  </a:cubicBezTo>
                  <a:close/>
                  <a:moveTo>
                    <a:pt x="396823" y="25168"/>
                  </a:moveTo>
                  <a:cubicBezTo>
                    <a:pt x="396823" y="25168"/>
                    <a:pt x="396823" y="25980"/>
                    <a:pt x="396011" y="26792"/>
                  </a:cubicBezTo>
                  <a:cubicBezTo>
                    <a:pt x="394389" y="34911"/>
                    <a:pt x="387087" y="54396"/>
                    <a:pt x="382219" y="60891"/>
                  </a:cubicBezTo>
                  <a:cubicBezTo>
                    <a:pt x="381408" y="61703"/>
                    <a:pt x="381408" y="62515"/>
                    <a:pt x="381408" y="62515"/>
                  </a:cubicBezTo>
                  <a:cubicBezTo>
                    <a:pt x="381408" y="62515"/>
                    <a:pt x="381408" y="63327"/>
                    <a:pt x="381408" y="63327"/>
                  </a:cubicBezTo>
                  <a:cubicBezTo>
                    <a:pt x="381408" y="63327"/>
                    <a:pt x="380596" y="63327"/>
                    <a:pt x="381408" y="64138"/>
                  </a:cubicBezTo>
                  <a:cubicBezTo>
                    <a:pt x="381408" y="64138"/>
                    <a:pt x="381408" y="64950"/>
                    <a:pt x="380596" y="64950"/>
                  </a:cubicBezTo>
                  <a:cubicBezTo>
                    <a:pt x="379785" y="64950"/>
                    <a:pt x="379785" y="65762"/>
                    <a:pt x="379785" y="65762"/>
                  </a:cubicBezTo>
                  <a:cubicBezTo>
                    <a:pt x="379785" y="67386"/>
                    <a:pt x="378974" y="68198"/>
                    <a:pt x="378162" y="69822"/>
                  </a:cubicBezTo>
                  <a:cubicBezTo>
                    <a:pt x="377351" y="70634"/>
                    <a:pt x="376540" y="72257"/>
                    <a:pt x="376540" y="72257"/>
                  </a:cubicBezTo>
                  <a:cubicBezTo>
                    <a:pt x="376540" y="72257"/>
                    <a:pt x="376540" y="73069"/>
                    <a:pt x="375728" y="73069"/>
                  </a:cubicBezTo>
                  <a:cubicBezTo>
                    <a:pt x="374917" y="73069"/>
                    <a:pt x="374917" y="73881"/>
                    <a:pt x="374917" y="73881"/>
                  </a:cubicBezTo>
                  <a:cubicBezTo>
                    <a:pt x="374917" y="74693"/>
                    <a:pt x="378162" y="71445"/>
                    <a:pt x="378974" y="69010"/>
                  </a:cubicBezTo>
                  <a:cubicBezTo>
                    <a:pt x="379785" y="67386"/>
                    <a:pt x="380596" y="65762"/>
                    <a:pt x="381408" y="64950"/>
                  </a:cubicBezTo>
                  <a:cubicBezTo>
                    <a:pt x="382219" y="64138"/>
                    <a:pt x="383030" y="62515"/>
                    <a:pt x="383030" y="62515"/>
                  </a:cubicBezTo>
                  <a:cubicBezTo>
                    <a:pt x="383030" y="62515"/>
                    <a:pt x="383030" y="61703"/>
                    <a:pt x="383841" y="60891"/>
                  </a:cubicBezTo>
                  <a:cubicBezTo>
                    <a:pt x="384653" y="60891"/>
                    <a:pt x="384653" y="60079"/>
                    <a:pt x="384653" y="59267"/>
                  </a:cubicBezTo>
                  <a:cubicBezTo>
                    <a:pt x="384653" y="58455"/>
                    <a:pt x="384653" y="58455"/>
                    <a:pt x="385464" y="57643"/>
                  </a:cubicBezTo>
                  <a:cubicBezTo>
                    <a:pt x="386276" y="56832"/>
                    <a:pt x="387087" y="55208"/>
                    <a:pt x="387898" y="52772"/>
                  </a:cubicBezTo>
                  <a:cubicBezTo>
                    <a:pt x="388709" y="50337"/>
                    <a:pt x="389521" y="47901"/>
                    <a:pt x="390332" y="47901"/>
                  </a:cubicBezTo>
                  <a:cubicBezTo>
                    <a:pt x="393577" y="41406"/>
                    <a:pt x="396823" y="32475"/>
                    <a:pt x="396823" y="28416"/>
                  </a:cubicBezTo>
                  <a:cubicBezTo>
                    <a:pt x="396823" y="27604"/>
                    <a:pt x="397634" y="25980"/>
                    <a:pt x="396823" y="25168"/>
                  </a:cubicBezTo>
                  <a:cubicBezTo>
                    <a:pt x="397634" y="25980"/>
                    <a:pt x="397634" y="25168"/>
                    <a:pt x="396823" y="25168"/>
                  </a:cubicBezTo>
                  <a:cubicBezTo>
                    <a:pt x="396823" y="25168"/>
                    <a:pt x="396823" y="25168"/>
                    <a:pt x="396823" y="25168"/>
                  </a:cubicBezTo>
                  <a:close/>
                  <a:moveTo>
                    <a:pt x="378162" y="83624"/>
                  </a:moveTo>
                  <a:cubicBezTo>
                    <a:pt x="376540" y="84435"/>
                    <a:pt x="377351" y="85247"/>
                    <a:pt x="378162" y="83624"/>
                  </a:cubicBezTo>
                  <a:cubicBezTo>
                    <a:pt x="378974" y="83624"/>
                    <a:pt x="379785" y="82812"/>
                    <a:pt x="379785" y="82812"/>
                  </a:cubicBezTo>
                  <a:cubicBezTo>
                    <a:pt x="378974" y="82812"/>
                    <a:pt x="378162" y="82812"/>
                    <a:pt x="378162" y="83624"/>
                  </a:cubicBezTo>
                  <a:close/>
                  <a:moveTo>
                    <a:pt x="391144" y="55208"/>
                  </a:moveTo>
                  <a:cubicBezTo>
                    <a:pt x="390332" y="55208"/>
                    <a:pt x="387087" y="60891"/>
                    <a:pt x="387087" y="61703"/>
                  </a:cubicBezTo>
                  <a:cubicBezTo>
                    <a:pt x="386276" y="64138"/>
                    <a:pt x="384653" y="65762"/>
                    <a:pt x="384653" y="65762"/>
                  </a:cubicBezTo>
                  <a:cubicBezTo>
                    <a:pt x="383841" y="65762"/>
                    <a:pt x="381408" y="68198"/>
                    <a:pt x="382219" y="69010"/>
                  </a:cubicBezTo>
                  <a:cubicBezTo>
                    <a:pt x="383030" y="69822"/>
                    <a:pt x="380596" y="73881"/>
                    <a:pt x="378974" y="75505"/>
                  </a:cubicBezTo>
                  <a:cubicBezTo>
                    <a:pt x="378162" y="76317"/>
                    <a:pt x="377351" y="77129"/>
                    <a:pt x="377351" y="77129"/>
                  </a:cubicBezTo>
                  <a:cubicBezTo>
                    <a:pt x="377351" y="77129"/>
                    <a:pt x="377351" y="77129"/>
                    <a:pt x="377351" y="77940"/>
                  </a:cubicBezTo>
                  <a:cubicBezTo>
                    <a:pt x="377351" y="78752"/>
                    <a:pt x="377351" y="79564"/>
                    <a:pt x="377351" y="79564"/>
                  </a:cubicBezTo>
                  <a:cubicBezTo>
                    <a:pt x="377351" y="79564"/>
                    <a:pt x="378162" y="79564"/>
                    <a:pt x="378162" y="79564"/>
                  </a:cubicBezTo>
                  <a:cubicBezTo>
                    <a:pt x="378974" y="78752"/>
                    <a:pt x="380596" y="78752"/>
                    <a:pt x="380596" y="79564"/>
                  </a:cubicBezTo>
                  <a:cubicBezTo>
                    <a:pt x="380596" y="79564"/>
                    <a:pt x="379785" y="80376"/>
                    <a:pt x="379785" y="80376"/>
                  </a:cubicBezTo>
                  <a:cubicBezTo>
                    <a:pt x="379785" y="80376"/>
                    <a:pt x="378974" y="81188"/>
                    <a:pt x="378974" y="82000"/>
                  </a:cubicBezTo>
                  <a:lnTo>
                    <a:pt x="378974" y="83624"/>
                  </a:lnTo>
                  <a:lnTo>
                    <a:pt x="379785" y="82000"/>
                  </a:lnTo>
                  <a:cubicBezTo>
                    <a:pt x="380596" y="81188"/>
                    <a:pt x="381408" y="80376"/>
                    <a:pt x="381408" y="79564"/>
                  </a:cubicBezTo>
                  <a:cubicBezTo>
                    <a:pt x="381408" y="78752"/>
                    <a:pt x="382219" y="77940"/>
                    <a:pt x="382219" y="77940"/>
                  </a:cubicBezTo>
                  <a:cubicBezTo>
                    <a:pt x="382219" y="77940"/>
                    <a:pt x="383030" y="77129"/>
                    <a:pt x="383030" y="76317"/>
                  </a:cubicBezTo>
                  <a:cubicBezTo>
                    <a:pt x="383030" y="76317"/>
                    <a:pt x="382219" y="76317"/>
                    <a:pt x="381408" y="77940"/>
                  </a:cubicBezTo>
                  <a:cubicBezTo>
                    <a:pt x="380596" y="79564"/>
                    <a:pt x="379785" y="79564"/>
                    <a:pt x="379785" y="79564"/>
                  </a:cubicBezTo>
                  <a:cubicBezTo>
                    <a:pt x="378974" y="79564"/>
                    <a:pt x="379785" y="77940"/>
                    <a:pt x="380596" y="76317"/>
                  </a:cubicBezTo>
                  <a:cubicBezTo>
                    <a:pt x="382219" y="73069"/>
                    <a:pt x="383841" y="71445"/>
                    <a:pt x="384653" y="72257"/>
                  </a:cubicBezTo>
                  <a:cubicBezTo>
                    <a:pt x="384653" y="72257"/>
                    <a:pt x="385464" y="72257"/>
                    <a:pt x="387087" y="70634"/>
                  </a:cubicBezTo>
                  <a:cubicBezTo>
                    <a:pt x="387898" y="69822"/>
                    <a:pt x="388709" y="69010"/>
                    <a:pt x="387898" y="69010"/>
                  </a:cubicBezTo>
                  <a:cubicBezTo>
                    <a:pt x="387087" y="69010"/>
                    <a:pt x="386276" y="69822"/>
                    <a:pt x="386276" y="69010"/>
                  </a:cubicBezTo>
                  <a:cubicBezTo>
                    <a:pt x="385464" y="69010"/>
                    <a:pt x="385464" y="69010"/>
                    <a:pt x="386276" y="69822"/>
                  </a:cubicBezTo>
                  <a:cubicBezTo>
                    <a:pt x="387087" y="70634"/>
                    <a:pt x="387087" y="70634"/>
                    <a:pt x="386276" y="70634"/>
                  </a:cubicBezTo>
                  <a:cubicBezTo>
                    <a:pt x="386276" y="70634"/>
                    <a:pt x="385464" y="70634"/>
                    <a:pt x="385464" y="69822"/>
                  </a:cubicBezTo>
                  <a:cubicBezTo>
                    <a:pt x="385464" y="69010"/>
                    <a:pt x="387087" y="64138"/>
                    <a:pt x="390332" y="59267"/>
                  </a:cubicBezTo>
                  <a:cubicBezTo>
                    <a:pt x="391144" y="56020"/>
                    <a:pt x="391955" y="55208"/>
                    <a:pt x="391144" y="55208"/>
                  </a:cubicBezTo>
                  <a:close/>
                  <a:moveTo>
                    <a:pt x="385464" y="77940"/>
                  </a:moveTo>
                  <a:cubicBezTo>
                    <a:pt x="385464" y="77940"/>
                    <a:pt x="384653" y="78752"/>
                    <a:pt x="385464" y="77940"/>
                  </a:cubicBezTo>
                  <a:cubicBezTo>
                    <a:pt x="384653" y="78752"/>
                    <a:pt x="385464" y="78752"/>
                    <a:pt x="385464" y="78752"/>
                  </a:cubicBezTo>
                  <a:cubicBezTo>
                    <a:pt x="386276" y="78752"/>
                    <a:pt x="386276" y="78752"/>
                    <a:pt x="385464" y="77940"/>
                  </a:cubicBezTo>
                  <a:cubicBezTo>
                    <a:pt x="386276" y="77940"/>
                    <a:pt x="386276" y="77940"/>
                    <a:pt x="385464" y="77940"/>
                  </a:cubicBezTo>
                  <a:close/>
                  <a:moveTo>
                    <a:pt x="389521" y="64138"/>
                  </a:moveTo>
                  <a:cubicBezTo>
                    <a:pt x="388709" y="64950"/>
                    <a:pt x="388709" y="65762"/>
                    <a:pt x="388709" y="65762"/>
                  </a:cubicBezTo>
                  <a:cubicBezTo>
                    <a:pt x="389521" y="66574"/>
                    <a:pt x="390332" y="64950"/>
                    <a:pt x="390332" y="63327"/>
                  </a:cubicBezTo>
                  <a:cubicBezTo>
                    <a:pt x="390332" y="62515"/>
                    <a:pt x="389521" y="62515"/>
                    <a:pt x="389521" y="64138"/>
                  </a:cubicBezTo>
                  <a:close/>
                  <a:moveTo>
                    <a:pt x="391955" y="56832"/>
                  </a:moveTo>
                  <a:cubicBezTo>
                    <a:pt x="391955" y="56832"/>
                    <a:pt x="391955" y="57643"/>
                    <a:pt x="391955" y="56832"/>
                  </a:cubicBezTo>
                  <a:cubicBezTo>
                    <a:pt x="391144" y="57643"/>
                    <a:pt x="391955" y="58455"/>
                    <a:pt x="391955" y="58455"/>
                  </a:cubicBezTo>
                  <a:cubicBezTo>
                    <a:pt x="392766" y="58455"/>
                    <a:pt x="392766" y="58455"/>
                    <a:pt x="391955" y="56832"/>
                  </a:cubicBezTo>
                  <a:cubicBezTo>
                    <a:pt x="392766" y="57643"/>
                    <a:pt x="392766" y="56832"/>
                    <a:pt x="391955" y="56832"/>
                  </a:cubicBezTo>
                  <a:close/>
                  <a:moveTo>
                    <a:pt x="391955" y="51960"/>
                  </a:moveTo>
                  <a:cubicBezTo>
                    <a:pt x="391955" y="54396"/>
                    <a:pt x="391955" y="53584"/>
                    <a:pt x="392766" y="51960"/>
                  </a:cubicBezTo>
                  <a:cubicBezTo>
                    <a:pt x="393577" y="50337"/>
                    <a:pt x="393577" y="49525"/>
                    <a:pt x="392766" y="49525"/>
                  </a:cubicBezTo>
                  <a:cubicBezTo>
                    <a:pt x="392766" y="49525"/>
                    <a:pt x="391955" y="50337"/>
                    <a:pt x="391955" y="51960"/>
                  </a:cubicBezTo>
                  <a:close/>
                  <a:moveTo>
                    <a:pt x="396011" y="44653"/>
                  </a:moveTo>
                  <a:cubicBezTo>
                    <a:pt x="396011" y="43841"/>
                    <a:pt x="396011" y="44653"/>
                    <a:pt x="396011" y="44653"/>
                  </a:cubicBezTo>
                  <a:cubicBezTo>
                    <a:pt x="395200" y="45465"/>
                    <a:pt x="395200" y="45465"/>
                    <a:pt x="394389" y="45465"/>
                  </a:cubicBezTo>
                  <a:cubicBezTo>
                    <a:pt x="393577" y="45465"/>
                    <a:pt x="393577" y="45465"/>
                    <a:pt x="393577" y="46277"/>
                  </a:cubicBezTo>
                  <a:cubicBezTo>
                    <a:pt x="393577" y="47089"/>
                    <a:pt x="393577" y="47901"/>
                    <a:pt x="393577" y="47089"/>
                  </a:cubicBezTo>
                  <a:cubicBezTo>
                    <a:pt x="393577" y="46277"/>
                    <a:pt x="392766" y="47089"/>
                    <a:pt x="393577" y="47089"/>
                  </a:cubicBezTo>
                  <a:cubicBezTo>
                    <a:pt x="393577" y="47089"/>
                    <a:pt x="394389" y="47901"/>
                    <a:pt x="394389" y="47901"/>
                  </a:cubicBezTo>
                  <a:cubicBezTo>
                    <a:pt x="395200" y="47901"/>
                    <a:pt x="396011" y="45465"/>
                    <a:pt x="396011" y="44653"/>
                  </a:cubicBezTo>
                  <a:close/>
                  <a:moveTo>
                    <a:pt x="396011" y="46277"/>
                  </a:moveTo>
                  <a:cubicBezTo>
                    <a:pt x="395200" y="46277"/>
                    <a:pt x="395200" y="47089"/>
                    <a:pt x="396011" y="47901"/>
                  </a:cubicBezTo>
                  <a:cubicBezTo>
                    <a:pt x="396823" y="48713"/>
                    <a:pt x="396823" y="48713"/>
                    <a:pt x="396823" y="47089"/>
                  </a:cubicBezTo>
                  <a:cubicBezTo>
                    <a:pt x="396823" y="47089"/>
                    <a:pt x="396011" y="46277"/>
                    <a:pt x="396011" y="46277"/>
                  </a:cubicBezTo>
                  <a:close/>
                  <a:moveTo>
                    <a:pt x="397634" y="43841"/>
                  </a:moveTo>
                  <a:cubicBezTo>
                    <a:pt x="396823" y="43841"/>
                    <a:pt x="396823" y="44653"/>
                    <a:pt x="396823" y="44653"/>
                  </a:cubicBezTo>
                  <a:cubicBezTo>
                    <a:pt x="396823" y="44653"/>
                    <a:pt x="397634" y="44653"/>
                    <a:pt x="397634" y="44653"/>
                  </a:cubicBezTo>
                  <a:cubicBezTo>
                    <a:pt x="397634" y="44653"/>
                    <a:pt x="398445" y="44653"/>
                    <a:pt x="397634" y="43841"/>
                  </a:cubicBezTo>
                  <a:cubicBezTo>
                    <a:pt x="398445" y="43841"/>
                    <a:pt x="397634" y="43841"/>
                    <a:pt x="397634" y="43841"/>
                  </a:cubicBezTo>
                  <a:close/>
                  <a:moveTo>
                    <a:pt x="400068" y="42218"/>
                  </a:moveTo>
                  <a:cubicBezTo>
                    <a:pt x="400068" y="42218"/>
                    <a:pt x="399257" y="43030"/>
                    <a:pt x="399257" y="43030"/>
                  </a:cubicBezTo>
                  <a:cubicBezTo>
                    <a:pt x="399257" y="43030"/>
                    <a:pt x="399257" y="43841"/>
                    <a:pt x="399257" y="43841"/>
                  </a:cubicBezTo>
                  <a:cubicBezTo>
                    <a:pt x="400068" y="43841"/>
                    <a:pt x="400068" y="42218"/>
                    <a:pt x="400068" y="42218"/>
                  </a:cubicBezTo>
                  <a:close/>
                  <a:moveTo>
                    <a:pt x="428464" y="164000"/>
                  </a:moveTo>
                  <a:cubicBezTo>
                    <a:pt x="428464" y="164000"/>
                    <a:pt x="429275" y="164000"/>
                    <a:pt x="429275" y="164000"/>
                  </a:cubicBezTo>
                  <a:cubicBezTo>
                    <a:pt x="430898" y="163188"/>
                    <a:pt x="430087" y="163188"/>
                    <a:pt x="428464" y="164000"/>
                  </a:cubicBezTo>
                  <a:cubicBezTo>
                    <a:pt x="428464" y="164000"/>
                    <a:pt x="428464" y="164000"/>
                    <a:pt x="428464" y="164000"/>
                  </a:cubicBezTo>
                  <a:close/>
                  <a:moveTo>
                    <a:pt x="435766" y="159128"/>
                  </a:moveTo>
                  <a:cubicBezTo>
                    <a:pt x="436577" y="159128"/>
                    <a:pt x="437388" y="158317"/>
                    <a:pt x="437388" y="158317"/>
                  </a:cubicBezTo>
                  <a:cubicBezTo>
                    <a:pt x="437388" y="158317"/>
                    <a:pt x="436577" y="158317"/>
                    <a:pt x="435766" y="159128"/>
                  </a:cubicBezTo>
                  <a:cubicBezTo>
                    <a:pt x="435766" y="159128"/>
                    <a:pt x="434954" y="159128"/>
                    <a:pt x="435766" y="159128"/>
                  </a:cubicBezTo>
                  <a:close/>
                  <a:moveTo>
                    <a:pt x="443068" y="155069"/>
                  </a:moveTo>
                  <a:lnTo>
                    <a:pt x="444690" y="154257"/>
                  </a:lnTo>
                  <a:cubicBezTo>
                    <a:pt x="445501" y="153445"/>
                    <a:pt x="446313" y="153445"/>
                    <a:pt x="446313" y="153445"/>
                  </a:cubicBezTo>
                  <a:cubicBezTo>
                    <a:pt x="446313" y="153445"/>
                    <a:pt x="447124" y="152634"/>
                    <a:pt x="447124" y="152634"/>
                  </a:cubicBezTo>
                  <a:cubicBezTo>
                    <a:pt x="447124" y="151822"/>
                    <a:pt x="447124" y="151822"/>
                    <a:pt x="447124" y="152634"/>
                  </a:cubicBezTo>
                  <a:cubicBezTo>
                    <a:pt x="447124" y="153445"/>
                    <a:pt x="446313" y="153445"/>
                    <a:pt x="446313" y="153445"/>
                  </a:cubicBezTo>
                  <a:cubicBezTo>
                    <a:pt x="446313" y="153445"/>
                    <a:pt x="445501" y="154257"/>
                    <a:pt x="444690" y="154257"/>
                  </a:cubicBezTo>
                  <a:lnTo>
                    <a:pt x="443068" y="155069"/>
                  </a:lnTo>
                  <a:close/>
                  <a:moveTo>
                    <a:pt x="457671" y="141267"/>
                  </a:moveTo>
                  <a:cubicBezTo>
                    <a:pt x="459294" y="136396"/>
                    <a:pt x="464973" y="126653"/>
                    <a:pt x="468218" y="123406"/>
                  </a:cubicBezTo>
                  <a:cubicBezTo>
                    <a:pt x="469030" y="122594"/>
                    <a:pt x="470652" y="120158"/>
                    <a:pt x="473086" y="117723"/>
                  </a:cubicBezTo>
                  <a:cubicBezTo>
                    <a:pt x="476332" y="113663"/>
                    <a:pt x="477954" y="111228"/>
                    <a:pt x="478765" y="111228"/>
                  </a:cubicBezTo>
                  <a:cubicBezTo>
                    <a:pt x="482011" y="111228"/>
                    <a:pt x="489312" y="118534"/>
                    <a:pt x="485256" y="121782"/>
                  </a:cubicBezTo>
                  <a:cubicBezTo>
                    <a:pt x="482822" y="123406"/>
                    <a:pt x="470652" y="138020"/>
                    <a:pt x="468218" y="142079"/>
                  </a:cubicBezTo>
                  <a:cubicBezTo>
                    <a:pt x="464973" y="146950"/>
                    <a:pt x="463351" y="151822"/>
                    <a:pt x="464162" y="153445"/>
                  </a:cubicBezTo>
                  <a:cubicBezTo>
                    <a:pt x="464162" y="154257"/>
                    <a:pt x="466596" y="154257"/>
                    <a:pt x="469030" y="154257"/>
                  </a:cubicBezTo>
                  <a:cubicBezTo>
                    <a:pt x="475520" y="154257"/>
                    <a:pt x="485256" y="150198"/>
                    <a:pt x="490935" y="147762"/>
                  </a:cubicBezTo>
                  <a:cubicBezTo>
                    <a:pt x="496615" y="144515"/>
                    <a:pt x="506350" y="138831"/>
                    <a:pt x="508784" y="136396"/>
                  </a:cubicBezTo>
                  <a:cubicBezTo>
                    <a:pt x="510407" y="135584"/>
                    <a:pt x="511218" y="133960"/>
                    <a:pt x="512841" y="133960"/>
                  </a:cubicBezTo>
                  <a:cubicBezTo>
                    <a:pt x="514463" y="133148"/>
                    <a:pt x="516086" y="131525"/>
                    <a:pt x="525011" y="125030"/>
                  </a:cubicBezTo>
                  <a:cubicBezTo>
                    <a:pt x="529067" y="121782"/>
                    <a:pt x="536369" y="116911"/>
                    <a:pt x="544482" y="112039"/>
                  </a:cubicBezTo>
                  <a:cubicBezTo>
                    <a:pt x="548539" y="109604"/>
                    <a:pt x="551784" y="107168"/>
                    <a:pt x="552595" y="105544"/>
                  </a:cubicBezTo>
                  <a:cubicBezTo>
                    <a:pt x="555840" y="102297"/>
                    <a:pt x="558274" y="99861"/>
                    <a:pt x="559897" y="100673"/>
                  </a:cubicBezTo>
                  <a:cubicBezTo>
                    <a:pt x="560708" y="100673"/>
                    <a:pt x="561520" y="100673"/>
                    <a:pt x="561520" y="99861"/>
                  </a:cubicBezTo>
                  <a:cubicBezTo>
                    <a:pt x="562331" y="99049"/>
                    <a:pt x="562331" y="99861"/>
                    <a:pt x="564765" y="101485"/>
                  </a:cubicBezTo>
                  <a:cubicBezTo>
                    <a:pt x="568822" y="104733"/>
                    <a:pt x="569633" y="106356"/>
                    <a:pt x="569633" y="107980"/>
                  </a:cubicBezTo>
                  <a:cubicBezTo>
                    <a:pt x="569633" y="109604"/>
                    <a:pt x="568822" y="111228"/>
                    <a:pt x="565576" y="113663"/>
                  </a:cubicBezTo>
                  <a:cubicBezTo>
                    <a:pt x="562331" y="116099"/>
                    <a:pt x="558274" y="120970"/>
                    <a:pt x="553407" y="126653"/>
                  </a:cubicBezTo>
                  <a:cubicBezTo>
                    <a:pt x="551784" y="128277"/>
                    <a:pt x="550161" y="129901"/>
                    <a:pt x="550161" y="130713"/>
                  </a:cubicBezTo>
                  <a:cubicBezTo>
                    <a:pt x="550161" y="130713"/>
                    <a:pt x="549350" y="131525"/>
                    <a:pt x="549350" y="131525"/>
                  </a:cubicBezTo>
                  <a:cubicBezTo>
                    <a:pt x="549350" y="131525"/>
                    <a:pt x="546916" y="134772"/>
                    <a:pt x="543671" y="138831"/>
                  </a:cubicBezTo>
                  <a:cubicBezTo>
                    <a:pt x="540425" y="142891"/>
                    <a:pt x="537991" y="146950"/>
                    <a:pt x="537991" y="146950"/>
                  </a:cubicBezTo>
                  <a:cubicBezTo>
                    <a:pt x="537991" y="146950"/>
                    <a:pt x="537180" y="147762"/>
                    <a:pt x="536369" y="148574"/>
                  </a:cubicBezTo>
                  <a:cubicBezTo>
                    <a:pt x="533935" y="150198"/>
                    <a:pt x="529878" y="155881"/>
                    <a:pt x="528256" y="159128"/>
                  </a:cubicBezTo>
                  <a:cubicBezTo>
                    <a:pt x="527444" y="160752"/>
                    <a:pt x="525822" y="162376"/>
                    <a:pt x="525822" y="162376"/>
                  </a:cubicBezTo>
                  <a:cubicBezTo>
                    <a:pt x="525011" y="162376"/>
                    <a:pt x="525011" y="163188"/>
                    <a:pt x="525011" y="163188"/>
                  </a:cubicBezTo>
                  <a:cubicBezTo>
                    <a:pt x="525011" y="163188"/>
                    <a:pt x="525011" y="164000"/>
                    <a:pt x="524199" y="164812"/>
                  </a:cubicBezTo>
                  <a:cubicBezTo>
                    <a:pt x="523388" y="164812"/>
                    <a:pt x="522576" y="166435"/>
                    <a:pt x="522576" y="166435"/>
                  </a:cubicBezTo>
                  <a:cubicBezTo>
                    <a:pt x="522576" y="167247"/>
                    <a:pt x="521765" y="168059"/>
                    <a:pt x="520954" y="168871"/>
                  </a:cubicBezTo>
                  <a:cubicBezTo>
                    <a:pt x="520143" y="169683"/>
                    <a:pt x="519331" y="171307"/>
                    <a:pt x="520954" y="170495"/>
                  </a:cubicBezTo>
                  <a:cubicBezTo>
                    <a:pt x="521765" y="170495"/>
                    <a:pt x="521765" y="170495"/>
                    <a:pt x="520954" y="170495"/>
                  </a:cubicBezTo>
                  <a:cubicBezTo>
                    <a:pt x="520954" y="171307"/>
                    <a:pt x="520143" y="171307"/>
                    <a:pt x="520143" y="171307"/>
                  </a:cubicBezTo>
                  <a:cubicBezTo>
                    <a:pt x="519331" y="171307"/>
                    <a:pt x="518520" y="172119"/>
                    <a:pt x="516897" y="175366"/>
                  </a:cubicBezTo>
                  <a:cubicBezTo>
                    <a:pt x="516086" y="176990"/>
                    <a:pt x="514463" y="179425"/>
                    <a:pt x="513652" y="180237"/>
                  </a:cubicBezTo>
                  <a:cubicBezTo>
                    <a:pt x="512841" y="181861"/>
                    <a:pt x="511218" y="183485"/>
                    <a:pt x="511218" y="184297"/>
                  </a:cubicBezTo>
                  <a:cubicBezTo>
                    <a:pt x="509595" y="185921"/>
                    <a:pt x="509595" y="186732"/>
                    <a:pt x="508784" y="186732"/>
                  </a:cubicBezTo>
                  <a:cubicBezTo>
                    <a:pt x="508784" y="186732"/>
                    <a:pt x="507973" y="186732"/>
                    <a:pt x="507973" y="186732"/>
                  </a:cubicBezTo>
                  <a:cubicBezTo>
                    <a:pt x="507973" y="186732"/>
                    <a:pt x="507973" y="187544"/>
                    <a:pt x="507973" y="187544"/>
                  </a:cubicBezTo>
                  <a:cubicBezTo>
                    <a:pt x="507973" y="187544"/>
                    <a:pt x="507973" y="188356"/>
                    <a:pt x="507162" y="189168"/>
                  </a:cubicBezTo>
                  <a:cubicBezTo>
                    <a:pt x="506350" y="189980"/>
                    <a:pt x="505539" y="191604"/>
                    <a:pt x="504728" y="192416"/>
                  </a:cubicBezTo>
                  <a:cubicBezTo>
                    <a:pt x="503916" y="193228"/>
                    <a:pt x="503105" y="194039"/>
                    <a:pt x="503105" y="194851"/>
                  </a:cubicBezTo>
                  <a:cubicBezTo>
                    <a:pt x="502294" y="195663"/>
                    <a:pt x="500671" y="195663"/>
                    <a:pt x="501482" y="194851"/>
                  </a:cubicBezTo>
                  <a:cubicBezTo>
                    <a:pt x="501482" y="194851"/>
                    <a:pt x="501482" y="194039"/>
                    <a:pt x="501482" y="194039"/>
                  </a:cubicBezTo>
                  <a:cubicBezTo>
                    <a:pt x="501482" y="194039"/>
                    <a:pt x="500671" y="194039"/>
                    <a:pt x="500671" y="194851"/>
                  </a:cubicBezTo>
                  <a:cubicBezTo>
                    <a:pt x="500671" y="195663"/>
                    <a:pt x="499860" y="195663"/>
                    <a:pt x="499860" y="196475"/>
                  </a:cubicBezTo>
                  <a:cubicBezTo>
                    <a:pt x="499048" y="197287"/>
                    <a:pt x="499048" y="197287"/>
                    <a:pt x="499860" y="196475"/>
                  </a:cubicBezTo>
                  <a:cubicBezTo>
                    <a:pt x="500671" y="195663"/>
                    <a:pt x="503105" y="194851"/>
                    <a:pt x="503105" y="195663"/>
                  </a:cubicBezTo>
                  <a:cubicBezTo>
                    <a:pt x="503105" y="196475"/>
                    <a:pt x="498237" y="202970"/>
                    <a:pt x="498237" y="202970"/>
                  </a:cubicBezTo>
                  <a:cubicBezTo>
                    <a:pt x="498237" y="202970"/>
                    <a:pt x="498237" y="202970"/>
                    <a:pt x="498237" y="202970"/>
                  </a:cubicBezTo>
                  <a:cubicBezTo>
                    <a:pt x="499048" y="202970"/>
                    <a:pt x="496615" y="205406"/>
                    <a:pt x="496615" y="205406"/>
                  </a:cubicBezTo>
                  <a:cubicBezTo>
                    <a:pt x="496615" y="205406"/>
                    <a:pt x="495803" y="205406"/>
                    <a:pt x="495803" y="205406"/>
                  </a:cubicBezTo>
                  <a:cubicBezTo>
                    <a:pt x="495803" y="205406"/>
                    <a:pt x="495803" y="205406"/>
                    <a:pt x="496615" y="205406"/>
                  </a:cubicBezTo>
                  <a:cubicBezTo>
                    <a:pt x="497426" y="205406"/>
                    <a:pt x="497426" y="205406"/>
                    <a:pt x="497426" y="206218"/>
                  </a:cubicBezTo>
                  <a:cubicBezTo>
                    <a:pt x="497426" y="207029"/>
                    <a:pt x="497426" y="207029"/>
                    <a:pt x="497426" y="207029"/>
                  </a:cubicBezTo>
                  <a:cubicBezTo>
                    <a:pt x="497426" y="207029"/>
                    <a:pt x="497426" y="207029"/>
                    <a:pt x="496615" y="207029"/>
                  </a:cubicBezTo>
                  <a:cubicBezTo>
                    <a:pt x="496615" y="207029"/>
                    <a:pt x="495803" y="207029"/>
                    <a:pt x="495803" y="207029"/>
                  </a:cubicBezTo>
                  <a:cubicBezTo>
                    <a:pt x="495803" y="207029"/>
                    <a:pt x="495803" y="207029"/>
                    <a:pt x="494992" y="207029"/>
                  </a:cubicBezTo>
                  <a:cubicBezTo>
                    <a:pt x="494992" y="207029"/>
                    <a:pt x="494180" y="207029"/>
                    <a:pt x="494180" y="207029"/>
                  </a:cubicBezTo>
                  <a:cubicBezTo>
                    <a:pt x="494180" y="207029"/>
                    <a:pt x="494180" y="207841"/>
                    <a:pt x="494180" y="207841"/>
                  </a:cubicBezTo>
                  <a:cubicBezTo>
                    <a:pt x="494180" y="207841"/>
                    <a:pt x="494992" y="207841"/>
                    <a:pt x="494992" y="208653"/>
                  </a:cubicBezTo>
                  <a:cubicBezTo>
                    <a:pt x="494992" y="209465"/>
                    <a:pt x="494992" y="209465"/>
                    <a:pt x="494180" y="209465"/>
                  </a:cubicBezTo>
                  <a:cubicBezTo>
                    <a:pt x="494180" y="209465"/>
                    <a:pt x="493369" y="209465"/>
                    <a:pt x="493369" y="209465"/>
                  </a:cubicBezTo>
                  <a:cubicBezTo>
                    <a:pt x="493369" y="209465"/>
                    <a:pt x="493369" y="210277"/>
                    <a:pt x="492558" y="211901"/>
                  </a:cubicBezTo>
                  <a:cubicBezTo>
                    <a:pt x="491747" y="213525"/>
                    <a:pt x="491747" y="213525"/>
                    <a:pt x="490935" y="212713"/>
                  </a:cubicBezTo>
                  <a:cubicBezTo>
                    <a:pt x="490124" y="211901"/>
                    <a:pt x="489312" y="213525"/>
                    <a:pt x="489312" y="215148"/>
                  </a:cubicBezTo>
                  <a:cubicBezTo>
                    <a:pt x="489312" y="215960"/>
                    <a:pt x="489312" y="216772"/>
                    <a:pt x="488501" y="216772"/>
                  </a:cubicBezTo>
                  <a:cubicBezTo>
                    <a:pt x="487690" y="216772"/>
                    <a:pt x="487690" y="217584"/>
                    <a:pt x="488501" y="216772"/>
                  </a:cubicBezTo>
                  <a:cubicBezTo>
                    <a:pt x="488501" y="216772"/>
                    <a:pt x="488501" y="216772"/>
                    <a:pt x="488501" y="216772"/>
                  </a:cubicBezTo>
                  <a:cubicBezTo>
                    <a:pt x="488501" y="216772"/>
                    <a:pt x="487690" y="217584"/>
                    <a:pt x="487690" y="217584"/>
                  </a:cubicBezTo>
                  <a:cubicBezTo>
                    <a:pt x="487690" y="217584"/>
                    <a:pt x="486879" y="217584"/>
                    <a:pt x="486879" y="218396"/>
                  </a:cubicBezTo>
                  <a:cubicBezTo>
                    <a:pt x="486879" y="219208"/>
                    <a:pt x="486879" y="218396"/>
                    <a:pt x="487690" y="218396"/>
                  </a:cubicBezTo>
                  <a:cubicBezTo>
                    <a:pt x="488501" y="218396"/>
                    <a:pt x="488501" y="218396"/>
                    <a:pt x="488501" y="218396"/>
                  </a:cubicBezTo>
                  <a:cubicBezTo>
                    <a:pt x="488501" y="218396"/>
                    <a:pt x="488501" y="219208"/>
                    <a:pt x="487690" y="219208"/>
                  </a:cubicBezTo>
                  <a:cubicBezTo>
                    <a:pt x="487690" y="219208"/>
                    <a:pt x="486879" y="219208"/>
                    <a:pt x="486879" y="220019"/>
                  </a:cubicBezTo>
                  <a:cubicBezTo>
                    <a:pt x="486879" y="220019"/>
                    <a:pt x="486067" y="220831"/>
                    <a:pt x="486067" y="221643"/>
                  </a:cubicBezTo>
                  <a:cubicBezTo>
                    <a:pt x="485256" y="222455"/>
                    <a:pt x="485256" y="222455"/>
                    <a:pt x="485256" y="223267"/>
                  </a:cubicBezTo>
                  <a:cubicBezTo>
                    <a:pt x="485256" y="224079"/>
                    <a:pt x="485256" y="224079"/>
                    <a:pt x="484445" y="224079"/>
                  </a:cubicBezTo>
                  <a:cubicBezTo>
                    <a:pt x="484445" y="224079"/>
                    <a:pt x="483633" y="224079"/>
                    <a:pt x="483633" y="224891"/>
                  </a:cubicBezTo>
                  <a:cubicBezTo>
                    <a:pt x="483633" y="224891"/>
                    <a:pt x="483633" y="224891"/>
                    <a:pt x="483633" y="224891"/>
                  </a:cubicBezTo>
                  <a:cubicBezTo>
                    <a:pt x="483633" y="224079"/>
                    <a:pt x="482822" y="224079"/>
                    <a:pt x="482011" y="225703"/>
                  </a:cubicBezTo>
                  <a:cubicBezTo>
                    <a:pt x="481199" y="227326"/>
                    <a:pt x="481199" y="227326"/>
                    <a:pt x="482011" y="227326"/>
                  </a:cubicBezTo>
                  <a:cubicBezTo>
                    <a:pt x="482011" y="227326"/>
                    <a:pt x="482822" y="226515"/>
                    <a:pt x="482822" y="226515"/>
                  </a:cubicBezTo>
                  <a:cubicBezTo>
                    <a:pt x="483633" y="225703"/>
                    <a:pt x="484445" y="224891"/>
                    <a:pt x="484445" y="225703"/>
                  </a:cubicBezTo>
                  <a:cubicBezTo>
                    <a:pt x="484445" y="225703"/>
                    <a:pt x="484445" y="225703"/>
                    <a:pt x="484445" y="225703"/>
                  </a:cubicBezTo>
                  <a:cubicBezTo>
                    <a:pt x="484445" y="225703"/>
                    <a:pt x="483633" y="226515"/>
                    <a:pt x="483633" y="227326"/>
                  </a:cubicBezTo>
                  <a:cubicBezTo>
                    <a:pt x="483633" y="228138"/>
                    <a:pt x="482822" y="228950"/>
                    <a:pt x="482822" y="228950"/>
                  </a:cubicBezTo>
                  <a:cubicBezTo>
                    <a:pt x="482822" y="228950"/>
                    <a:pt x="482822" y="228950"/>
                    <a:pt x="482822" y="229762"/>
                  </a:cubicBezTo>
                  <a:cubicBezTo>
                    <a:pt x="482822" y="229762"/>
                    <a:pt x="482822" y="230574"/>
                    <a:pt x="482011" y="231386"/>
                  </a:cubicBezTo>
                  <a:cubicBezTo>
                    <a:pt x="481199" y="232198"/>
                    <a:pt x="481199" y="233010"/>
                    <a:pt x="480388" y="233010"/>
                  </a:cubicBezTo>
                  <a:cubicBezTo>
                    <a:pt x="480388" y="233822"/>
                    <a:pt x="479577" y="233822"/>
                    <a:pt x="479577" y="233822"/>
                  </a:cubicBezTo>
                  <a:cubicBezTo>
                    <a:pt x="479577" y="233822"/>
                    <a:pt x="479577" y="233822"/>
                    <a:pt x="479577" y="233010"/>
                  </a:cubicBezTo>
                  <a:cubicBezTo>
                    <a:pt x="480388" y="232198"/>
                    <a:pt x="480388" y="230574"/>
                    <a:pt x="481199" y="228950"/>
                  </a:cubicBezTo>
                  <a:cubicBezTo>
                    <a:pt x="482011" y="227326"/>
                    <a:pt x="482822" y="226515"/>
                    <a:pt x="482011" y="227326"/>
                  </a:cubicBezTo>
                  <a:cubicBezTo>
                    <a:pt x="481199" y="228138"/>
                    <a:pt x="478765" y="233822"/>
                    <a:pt x="478765" y="234633"/>
                  </a:cubicBezTo>
                  <a:cubicBezTo>
                    <a:pt x="478765" y="234633"/>
                    <a:pt x="478765" y="235445"/>
                    <a:pt x="479577" y="235445"/>
                  </a:cubicBezTo>
                  <a:cubicBezTo>
                    <a:pt x="480388" y="235445"/>
                    <a:pt x="480388" y="235445"/>
                    <a:pt x="479577" y="236257"/>
                  </a:cubicBezTo>
                  <a:cubicBezTo>
                    <a:pt x="478765" y="237069"/>
                    <a:pt x="478765" y="237069"/>
                    <a:pt x="478765" y="236257"/>
                  </a:cubicBezTo>
                  <a:cubicBezTo>
                    <a:pt x="478765" y="235445"/>
                    <a:pt x="478765" y="235445"/>
                    <a:pt x="477954" y="236257"/>
                  </a:cubicBezTo>
                  <a:cubicBezTo>
                    <a:pt x="477143" y="237069"/>
                    <a:pt x="477143" y="237069"/>
                    <a:pt x="477954" y="237881"/>
                  </a:cubicBezTo>
                  <a:cubicBezTo>
                    <a:pt x="477954" y="237881"/>
                    <a:pt x="477954" y="238693"/>
                    <a:pt x="477143" y="238693"/>
                  </a:cubicBezTo>
                  <a:cubicBezTo>
                    <a:pt x="476332" y="238693"/>
                    <a:pt x="476332" y="239505"/>
                    <a:pt x="476332" y="240316"/>
                  </a:cubicBezTo>
                  <a:cubicBezTo>
                    <a:pt x="476332" y="241128"/>
                    <a:pt x="476332" y="241128"/>
                    <a:pt x="476332" y="240316"/>
                  </a:cubicBezTo>
                  <a:cubicBezTo>
                    <a:pt x="477143" y="239505"/>
                    <a:pt x="477143" y="241128"/>
                    <a:pt x="476332" y="241940"/>
                  </a:cubicBezTo>
                  <a:cubicBezTo>
                    <a:pt x="476332" y="242752"/>
                    <a:pt x="476332" y="242752"/>
                    <a:pt x="476332" y="241940"/>
                  </a:cubicBezTo>
                  <a:cubicBezTo>
                    <a:pt x="476332" y="241128"/>
                    <a:pt x="476332" y="241128"/>
                    <a:pt x="475520" y="241128"/>
                  </a:cubicBezTo>
                  <a:cubicBezTo>
                    <a:pt x="474709" y="241128"/>
                    <a:pt x="474709" y="241940"/>
                    <a:pt x="474709" y="242752"/>
                  </a:cubicBezTo>
                  <a:cubicBezTo>
                    <a:pt x="475520" y="244376"/>
                    <a:pt x="473898" y="246000"/>
                    <a:pt x="473086" y="246812"/>
                  </a:cubicBezTo>
                  <a:cubicBezTo>
                    <a:pt x="472275" y="246812"/>
                    <a:pt x="472275" y="247623"/>
                    <a:pt x="472275" y="247623"/>
                  </a:cubicBezTo>
                  <a:cubicBezTo>
                    <a:pt x="472275" y="248435"/>
                    <a:pt x="471464" y="249247"/>
                    <a:pt x="470652" y="249247"/>
                  </a:cubicBezTo>
                  <a:cubicBezTo>
                    <a:pt x="469841" y="248435"/>
                    <a:pt x="469841" y="249247"/>
                    <a:pt x="469841" y="250059"/>
                  </a:cubicBezTo>
                  <a:cubicBezTo>
                    <a:pt x="469841" y="250871"/>
                    <a:pt x="470652" y="250871"/>
                    <a:pt x="470652" y="250059"/>
                  </a:cubicBezTo>
                  <a:cubicBezTo>
                    <a:pt x="471464" y="250059"/>
                    <a:pt x="471464" y="250059"/>
                    <a:pt x="471464" y="250059"/>
                  </a:cubicBezTo>
                  <a:cubicBezTo>
                    <a:pt x="471464" y="251683"/>
                    <a:pt x="471464" y="252495"/>
                    <a:pt x="470652" y="253307"/>
                  </a:cubicBezTo>
                  <a:cubicBezTo>
                    <a:pt x="470652" y="253307"/>
                    <a:pt x="469841" y="254119"/>
                    <a:pt x="469841" y="254930"/>
                  </a:cubicBezTo>
                  <a:cubicBezTo>
                    <a:pt x="469841" y="255742"/>
                    <a:pt x="469841" y="255742"/>
                    <a:pt x="469030" y="256554"/>
                  </a:cubicBezTo>
                  <a:cubicBezTo>
                    <a:pt x="468218" y="256554"/>
                    <a:pt x="468218" y="256554"/>
                    <a:pt x="469030" y="255742"/>
                  </a:cubicBezTo>
                  <a:cubicBezTo>
                    <a:pt x="469030" y="254930"/>
                    <a:pt x="469841" y="254119"/>
                    <a:pt x="469841" y="254119"/>
                  </a:cubicBezTo>
                  <a:cubicBezTo>
                    <a:pt x="469841" y="253307"/>
                    <a:pt x="469841" y="253307"/>
                    <a:pt x="469030" y="254119"/>
                  </a:cubicBezTo>
                  <a:cubicBezTo>
                    <a:pt x="468218" y="254930"/>
                    <a:pt x="468218" y="254930"/>
                    <a:pt x="468218" y="254119"/>
                  </a:cubicBezTo>
                  <a:cubicBezTo>
                    <a:pt x="468218" y="253307"/>
                    <a:pt x="468218" y="253307"/>
                    <a:pt x="467407" y="254119"/>
                  </a:cubicBezTo>
                  <a:cubicBezTo>
                    <a:pt x="466596" y="254930"/>
                    <a:pt x="466596" y="254930"/>
                    <a:pt x="467407" y="254930"/>
                  </a:cubicBezTo>
                  <a:cubicBezTo>
                    <a:pt x="468218" y="255742"/>
                    <a:pt x="468218" y="255742"/>
                    <a:pt x="467407" y="255742"/>
                  </a:cubicBezTo>
                  <a:cubicBezTo>
                    <a:pt x="467407" y="255742"/>
                    <a:pt x="466596" y="256554"/>
                    <a:pt x="466596" y="257366"/>
                  </a:cubicBezTo>
                  <a:cubicBezTo>
                    <a:pt x="466596" y="258178"/>
                    <a:pt x="465784" y="259802"/>
                    <a:pt x="465784" y="259802"/>
                  </a:cubicBezTo>
                  <a:cubicBezTo>
                    <a:pt x="465784" y="260613"/>
                    <a:pt x="465784" y="260613"/>
                    <a:pt x="465784" y="259802"/>
                  </a:cubicBezTo>
                  <a:cubicBezTo>
                    <a:pt x="466596" y="259802"/>
                    <a:pt x="466596" y="258178"/>
                    <a:pt x="466596" y="257366"/>
                  </a:cubicBezTo>
                  <a:cubicBezTo>
                    <a:pt x="466596" y="255742"/>
                    <a:pt x="467407" y="255742"/>
                    <a:pt x="468218" y="255742"/>
                  </a:cubicBezTo>
                  <a:cubicBezTo>
                    <a:pt x="468218" y="255742"/>
                    <a:pt x="469030" y="255742"/>
                    <a:pt x="469030" y="255742"/>
                  </a:cubicBezTo>
                  <a:cubicBezTo>
                    <a:pt x="469841" y="255742"/>
                    <a:pt x="469030" y="258178"/>
                    <a:pt x="467407" y="259802"/>
                  </a:cubicBezTo>
                  <a:cubicBezTo>
                    <a:pt x="466596" y="260613"/>
                    <a:pt x="465784" y="261425"/>
                    <a:pt x="466596" y="261425"/>
                  </a:cubicBezTo>
                  <a:cubicBezTo>
                    <a:pt x="467407" y="261425"/>
                    <a:pt x="467407" y="261425"/>
                    <a:pt x="466596" y="262237"/>
                  </a:cubicBezTo>
                  <a:cubicBezTo>
                    <a:pt x="466596" y="263049"/>
                    <a:pt x="465784" y="263049"/>
                    <a:pt x="465784" y="263049"/>
                  </a:cubicBezTo>
                  <a:cubicBezTo>
                    <a:pt x="465784" y="263049"/>
                    <a:pt x="465784" y="263049"/>
                    <a:pt x="465784" y="263861"/>
                  </a:cubicBezTo>
                  <a:cubicBezTo>
                    <a:pt x="466596" y="263861"/>
                    <a:pt x="466596" y="264673"/>
                    <a:pt x="465784" y="264673"/>
                  </a:cubicBezTo>
                  <a:cubicBezTo>
                    <a:pt x="465784" y="264673"/>
                    <a:pt x="465784" y="265485"/>
                    <a:pt x="465784" y="266297"/>
                  </a:cubicBezTo>
                  <a:cubicBezTo>
                    <a:pt x="465784" y="267109"/>
                    <a:pt x="465784" y="267920"/>
                    <a:pt x="465784" y="267920"/>
                  </a:cubicBezTo>
                  <a:cubicBezTo>
                    <a:pt x="465784" y="267920"/>
                    <a:pt x="464162" y="267109"/>
                    <a:pt x="462539" y="266297"/>
                  </a:cubicBezTo>
                  <a:cubicBezTo>
                    <a:pt x="459294" y="264673"/>
                    <a:pt x="458483" y="263861"/>
                    <a:pt x="457671" y="259802"/>
                  </a:cubicBezTo>
                  <a:cubicBezTo>
                    <a:pt x="456860" y="256554"/>
                    <a:pt x="457671" y="250871"/>
                    <a:pt x="460105" y="246000"/>
                  </a:cubicBezTo>
                  <a:cubicBezTo>
                    <a:pt x="460916" y="244376"/>
                    <a:pt x="461728" y="241940"/>
                    <a:pt x="461728" y="241128"/>
                  </a:cubicBezTo>
                  <a:cubicBezTo>
                    <a:pt x="462539" y="237881"/>
                    <a:pt x="467407" y="228138"/>
                    <a:pt x="468218" y="227326"/>
                  </a:cubicBezTo>
                  <a:cubicBezTo>
                    <a:pt x="468218" y="227326"/>
                    <a:pt x="469030" y="226515"/>
                    <a:pt x="469030" y="225703"/>
                  </a:cubicBezTo>
                  <a:cubicBezTo>
                    <a:pt x="469030" y="224891"/>
                    <a:pt x="469030" y="224891"/>
                    <a:pt x="469841" y="224079"/>
                  </a:cubicBezTo>
                  <a:cubicBezTo>
                    <a:pt x="469841" y="224079"/>
                    <a:pt x="470652" y="223267"/>
                    <a:pt x="470652" y="222455"/>
                  </a:cubicBezTo>
                  <a:cubicBezTo>
                    <a:pt x="471464" y="220019"/>
                    <a:pt x="478765" y="207029"/>
                    <a:pt x="483633" y="198099"/>
                  </a:cubicBezTo>
                  <a:cubicBezTo>
                    <a:pt x="486067" y="193228"/>
                    <a:pt x="489312" y="188356"/>
                    <a:pt x="490124" y="186732"/>
                  </a:cubicBezTo>
                  <a:cubicBezTo>
                    <a:pt x="490935" y="185109"/>
                    <a:pt x="491747" y="183485"/>
                    <a:pt x="492558" y="182673"/>
                  </a:cubicBezTo>
                  <a:cubicBezTo>
                    <a:pt x="493369" y="181861"/>
                    <a:pt x="494180" y="181049"/>
                    <a:pt x="494180" y="181049"/>
                  </a:cubicBezTo>
                  <a:cubicBezTo>
                    <a:pt x="494180" y="180237"/>
                    <a:pt x="496615" y="176178"/>
                    <a:pt x="499048" y="173742"/>
                  </a:cubicBezTo>
                  <a:cubicBezTo>
                    <a:pt x="499860" y="172119"/>
                    <a:pt x="500671" y="171307"/>
                    <a:pt x="500671" y="171307"/>
                  </a:cubicBezTo>
                  <a:cubicBezTo>
                    <a:pt x="500671" y="170495"/>
                    <a:pt x="502294" y="168059"/>
                    <a:pt x="503105" y="167247"/>
                  </a:cubicBezTo>
                  <a:cubicBezTo>
                    <a:pt x="503916" y="166435"/>
                    <a:pt x="504728" y="164812"/>
                    <a:pt x="505539" y="164000"/>
                  </a:cubicBezTo>
                  <a:cubicBezTo>
                    <a:pt x="506350" y="163188"/>
                    <a:pt x="507162" y="162376"/>
                    <a:pt x="507162" y="162376"/>
                  </a:cubicBezTo>
                  <a:cubicBezTo>
                    <a:pt x="507162" y="162376"/>
                    <a:pt x="506350" y="164000"/>
                    <a:pt x="505539" y="164812"/>
                  </a:cubicBezTo>
                  <a:cubicBezTo>
                    <a:pt x="504728" y="166435"/>
                    <a:pt x="503916" y="167247"/>
                    <a:pt x="503916" y="167247"/>
                  </a:cubicBezTo>
                  <a:cubicBezTo>
                    <a:pt x="503916" y="168059"/>
                    <a:pt x="506350" y="164000"/>
                    <a:pt x="507973" y="162376"/>
                  </a:cubicBezTo>
                  <a:cubicBezTo>
                    <a:pt x="508784" y="160752"/>
                    <a:pt x="508784" y="160752"/>
                    <a:pt x="507973" y="160752"/>
                  </a:cubicBezTo>
                  <a:cubicBezTo>
                    <a:pt x="507162" y="160752"/>
                    <a:pt x="507162" y="160752"/>
                    <a:pt x="507162" y="160752"/>
                  </a:cubicBezTo>
                  <a:cubicBezTo>
                    <a:pt x="507162" y="160752"/>
                    <a:pt x="507162" y="159940"/>
                    <a:pt x="507162" y="159940"/>
                  </a:cubicBezTo>
                  <a:cubicBezTo>
                    <a:pt x="507162" y="159940"/>
                    <a:pt x="507973" y="159128"/>
                    <a:pt x="508784" y="158317"/>
                  </a:cubicBezTo>
                  <a:cubicBezTo>
                    <a:pt x="511218" y="154257"/>
                    <a:pt x="513652" y="150198"/>
                    <a:pt x="514463" y="151010"/>
                  </a:cubicBezTo>
                  <a:cubicBezTo>
                    <a:pt x="514463" y="151010"/>
                    <a:pt x="514463" y="151822"/>
                    <a:pt x="512841" y="153445"/>
                  </a:cubicBezTo>
                  <a:cubicBezTo>
                    <a:pt x="511218" y="155069"/>
                    <a:pt x="511218" y="155881"/>
                    <a:pt x="511218" y="155881"/>
                  </a:cubicBezTo>
                  <a:cubicBezTo>
                    <a:pt x="511218" y="155881"/>
                    <a:pt x="512841" y="154257"/>
                    <a:pt x="512841" y="153445"/>
                  </a:cubicBezTo>
                  <a:cubicBezTo>
                    <a:pt x="512841" y="153445"/>
                    <a:pt x="513652" y="151822"/>
                    <a:pt x="514463" y="151010"/>
                  </a:cubicBezTo>
                  <a:cubicBezTo>
                    <a:pt x="516086" y="149386"/>
                    <a:pt x="516897" y="148574"/>
                    <a:pt x="516086" y="148574"/>
                  </a:cubicBezTo>
                  <a:cubicBezTo>
                    <a:pt x="515275" y="148574"/>
                    <a:pt x="515275" y="148574"/>
                    <a:pt x="515275" y="149386"/>
                  </a:cubicBezTo>
                  <a:lnTo>
                    <a:pt x="513652" y="151010"/>
                  </a:lnTo>
                  <a:lnTo>
                    <a:pt x="514463" y="149386"/>
                  </a:lnTo>
                  <a:cubicBezTo>
                    <a:pt x="515275" y="148574"/>
                    <a:pt x="515275" y="147762"/>
                    <a:pt x="516086" y="146950"/>
                  </a:cubicBezTo>
                  <a:cubicBezTo>
                    <a:pt x="516086" y="146138"/>
                    <a:pt x="516897" y="146138"/>
                    <a:pt x="516897" y="146138"/>
                  </a:cubicBezTo>
                  <a:cubicBezTo>
                    <a:pt x="517708" y="146138"/>
                    <a:pt x="520143" y="143703"/>
                    <a:pt x="520954" y="142079"/>
                  </a:cubicBezTo>
                  <a:cubicBezTo>
                    <a:pt x="521765" y="140455"/>
                    <a:pt x="520954" y="141267"/>
                    <a:pt x="519331" y="143703"/>
                  </a:cubicBezTo>
                  <a:cubicBezTo>
                    <a:pt x="518520" y="144515"/>
                    <a:pt x="517708" y="145327"/>
                    <a:pt x="517708" y="145327"/>
                  </a:cubicBezTo>
                  <a:cubicBezTo>
                    <a:pt x="516897" y="145327"/>
                    <a:pt x="522576" y="138020"/>
                    <a:pt x="523388" y="137208"/>
                  </a:cubicBezTo>
                  <a:cubicBezTo>
                    <a:pt x="524199" y="136396"/>
                    <a:pt x="524199" y="136396"/>
                    <a:pt x="524199" y="135584"/>
                  </a:cubicBezTo>
                  <a:cubicBezTo>
                    <a:pt x="524199" y="134772"/>
                    <a:pt x="525822" y="133960"/>
                    <a:pt x="525822" y="133960"/>
                  </a:cubicBezTo>
                  <a:cubicBezTo>
                    <a:pt x="526633" y="134772"/>
                    <a:pt x="528256" y="132337"/>
                    <a:pt x="528256" y="130713"/>
                  </a:cubicBezTo>
                  <a:cubicBezTo>
                    <a:pt x="528256" y="129901"/>
                    <a:pt x="528256" y="129901"/>
                    <a:pt x="527444" y="129901"/>
                  </a:cubicBezTo>
                  <a:cubicBezTo>
                    <a:pt x="526633" y="129901"/>
                    <a:pt x="526633" y="130713"/>
                    <a:pt x="525011" y="131525"/>
                  </a:cubicBezTo>
                  <a:cubicBezTo>
                    <a:pt x="524199" y="132337"/>
                    <a:pt x="522576" y="133148"/>
                    <a:pt x="522576" y="133148"/>
                  </a:cubicBezTo>
                  <a:cubicBezTo>
                    <a:pt x="521765" y="133148"/>
                    <a:pt x="521765" y="133960"/>
                    <a:pt x="521765" y="133960"/>
                  </a:cubicBezTo>
                  <a:cubicBezTo>
                    <a:pt x="521765" y="134772"/>
                    <a:pt x="521765" y="134772"/>
                    <a:pt x="520954" y="134772"/>
                  </a:cubicBezTo>
                  <a:cubicBezTo>
                    <a:pt x="520143" y="134772"/>
                    <a:pt x="520143" y="134772"/>
                    <a:pt x="519331" y="134772"/>
                  </a:cubicBezTo>
                  <a:cubicBezTo>
                    <a:pt x="519331" y="134772"/>
                    <a:pt x="519331" y="134772"/>
                    <a:pt x="519331" y="134772"/>
                  </a:cubicBezTo>
                  <a:cubicBezTo>
                    <a:pt x="520143" y="134772"/>
                    <a:pt x="520143" y="135584"/>
                    <a:pt x="519331" y="135584"/>
                  </a:cubicBezTo>
                  <a:cubicBezTo>
                    <a:pt x="518520" y="135584"/>
                    <a:pt x="517708" y="136396"/>
                    <a:pt x="517708" y="137208"/>
                  </a:cubicBezTo>
                  <a:cubicBezTo>
                    <a:pt x="517708" y="138020"/>
                    <a:pt x="516086" y="138831"/>
                    <a:pt x="514463" y="139643"/>
                  </a:cubicBezTo>
                  <a:cubicBezTo>
                    <a:pt x="512841" y="140455"/>
                    <a:pt x="512029" y="141267"/>
                    <a:pt x="512029" y="142079"/>
                  </a:cubicBezTo>
                  <a:cubicBezTo>
                    <a:pt x="512029" y="142079"/>
                    <a:pt x="511218" y="142891"/>
                    <a:pt x="510407" y="143703"/>
                  </a:cubicBezTo>
                  <a:cubicBezTo>
                    <a:pt x="509595" y="144515"/>
                    <a:pt x="507973" y="145327"/>
                    <a:pt x="507162" y="145327"/>
                  </a:cubicBezTo>
                  <a:cubicBezTo>
                    <a:pt x="506350" y="146138"/>
                    <a:pt x="505539" y="146950"/>
                    <a:pt x="504728" y="146950"/>
                  </a:cubicBezTo>
                  <a:cubicBezTo>
                    <a:pt x="503916" y="147762"/>
                    <a:pt x="503105" y="148574"/>
                    <a:pt x="502294" y="148574"/>
                  </a:cubicBezTo>
                  <a:cubicBezTo>
                    <a:pt x="501482" y="149386"/>
                    <a:pt x="500671" y="149386"/>
                    <a:pt x="500671" y="149386"/>
                  </a:cubicBezTo>
                  <a:cubicBezTo>
                    <a:pt x="500671" y="149386"/>
                    <a:pt x="499048" y="150198"/>
                    <a:pt x="498237" y="151010"/>
                  </a:cubicBezTo>
                  <a:cubicBezTo>
                    <a:pt x="495803" y="152634"/>
                    <a:pt x="489312" y="156693"/>
                    <a:pt x="488501" y="156693"/>
                  </a:cubicBezTo>
                  <a:cubicBezTo>
                    <a:pt x="488501" y="156693"/>
                    <a:pt x="487690" y="156693"/>
                    <a:pt x="486879" y="157505"/>
                  </a:cubicBezTo>
                  <a:cubicBezTo>
                    <a:pt x="485256" y="158317"/>
                    <a:pt x="481199" y="160752"/>
                    <a:pt x="477143" y="160752"/>
                  </a:cubicBezTo>
                  <a:cubicBezTo>
                    <a:pt x="474709" y="161564"/>
                    <a:pt x="472275" y="161564"/>
                    <a:pt x="469030" y="161564"/>
                  </a:cubicBezTo>
                  <a:cubicBezTo>
                    <a:pt x="464973" y="161564"/>
                    <a:pt x="464162" y="161564"/>
                    <a:pt x="461728" y="159128"/>
                  </a:cubicBezTo>
                  <a:cubicBezTo>
                    <a:pt x="456860" y="155881"/>
                    <a:pt x="454426" y="151010"/>
                    <a:pt x="454426" y="145327"/>
                  </a:cubicBezTo>
                  <a:cubicBezTo>
                    <a:pt x="456860" y="144515"/>
                    <a:pt x="456860" y="143703"/>
                    <a:pt x="457671" y="141267"/>
                  </a:cubicBezTo>
                  <a:close/>
                  <a:moveTo>
                    <a:pt x="461728" y="250059"/>
                  </a:moveTo>
                  <a:cubicBezTo>
                    <a:pt x="461728" y="250059"/>
                    <a:pt x="462539" y="250059"/>
                    <a:pt x="461728" y="250059"/>
                  </a:cubicBezTo>
                  <a:cubicBezTo>
                    <a:pt x="463351" y="249247"/>
                    <a:pt x="463351" y="249247"/>
                    <a:pt x="461728" y="250059"/>
                  </a:cubicBezTo>
                  <a:cubicBezTo>
                    <a:pt x="461728" y="250059"/>
                    <a:pt x="460916" y="250059"/>
                    <a:pt x="461728" y="250059"/>
                  </a:cubicBezTo>
                  <a:close/>
                  <a:moveTo>
                    <a:pt x="462539" y="251683"/>
                  </a:moveTo>
                  <a:cubicBezTo>
                    <a:pt x="462539" y="251683"/>
                    <a:pt x="462539" y="252495"/>
                    <a:pt x="462539" y="251683"/>
                  </a:cubicBezTo>
                  <a:cubicBezTo>
                    <a:pt x="463351" y="252495"/>
                    <a:pt x="463351" y="251683"/>
                    <a:pt x="462539" y="251683"/>
                  </a:cubicBezTo>
                  <a:cubicBezTo>
                    <a:pt x="463351" y="251683"/>
                    <a:pt x="463351" y="251683"/>
                    <a:pt x="462539" y="251683"/>
                  </a:cubicBezTo>
                  <a:cubicBezTo>
                    <a:pt x="463351" y="251683"/>
                    <a:pt x="462539" y="251683"/>
                    <a:pt x="462539" y="251683"/>
                  </a:cubicBezTo>
                  <a:close/>
                  <a:moveTo>
                    <a:pt x="463351" y="246000"/>
                  </a:moveTo>
                  <a:cubicBezTo>
                    <a:pt x="463351" y="245188"/>
                    <a:pt x="463351" y="245188"/>
                    <a:pt x="463351" y="244376"/>
                  </a:cubicBezTo>
                  <a:cubicBezTo>
                    <a:pt x="463351" y="244376"/>
                    <a:pt x="463351" y="244376"/>
                    <a:pt x="462539" y="245188"/>
                  </a:cubicBezTo>
                  <a:cubicBezTo>
                    <a:pt x="462539" y="246812"/>
                    <a:pt x="463351" y="247623"/>
                    <a:pt x="463351" y="246000"/>
                  </a:cubicBezTo>
                  <a:close/>
                  <a:moveTo>
                    <a:pt x="463351" y="250059"/>
                  </a:moveTo>
                  <a:cubicBezTo>
                    <a:pt x="463351" y="250871"/>
                    <a:pt x="464162" y="250871"/>
                    <a:pt x="463351" y="250059"/>
                  </a:cubicBezTo>
                  <a:cubicBezTo>
                    <a:pt x="464162" y="250871"/>
                    <a:pt x="464162" y="250059"/>
                    <a:pt x="463351" y="250059"/>
                  </a:cubicBezTo>
                  <a:cubicBezTo>
                    <a:pt x="463351" y="249247"/>
                    <a:pt x="463351" y="249247"/>
                    <a:pt x="463351" y="250059"/>
                  </a:cubicBezTo>
                  <a:close/>
                  <a:moveTo>
                    <a:pt x="464162" y="249247"/>
                  </a:moveTo>
                  <a:cubicBezTo>
                    <a:pt x="464162" y="249247"/>
                    <a:pt x="464162" y="250059"/>
                    <a:pt x="464162" y="249247"/>
                  </a:cubicBezTo>
                  <a:cubicBezTo>
                    <a:pt x="464973" y="249247"/>
                    <a:pt x="464973" y="249247"/>
                    <a:pt x="464162" y="249247"/>
                  </a:cubicBezTo>
                  <a:cubicBezTo>
                    <a:pt x="464162" y="248435"/>
                    <a:pt x="464162" y="248435"/>
                    <a:pt x="464162" y="248435"/>
                  </a:cubicBezTo>
                  <a:cubicBezTo>
                    <a:pt x="464162" y="248435"/>
                    <a:pt x="464162" y="248435"/>
                    <a:pt x="464162" y="249247"/>
                  </a:cubicBezTo>
                  <a:close/>
                  <a:moveTo>
                    <a:pt x="464162" y="242752"/>
                  </a:moveTo>
                  <a:cubicBezTo>
                    <a:pt x="464162" y="243564"/>
                    <a:pt x="464973" y="242752"/>
                    <a:pt x="465784" y="241940"/>
                  </a:cubicBezTo>
                  <a:cubicBezTo>
                    <a:pt x="465784" y="241940"/>
                    <a:pt x="465784" y="241128"/>
                    <a:pt x="464973" y="241128"/>
                  </a:cubicBezTo>
                  <a:cubicBezTo>
                    <a:pt x="464973" y="241128"/>
                    <a:pt x="464162" y="241128"/>
                    <a:pt x="464973" y="241940"/>
                  </a:cubicBezTo>
                  <a:cubicBezTo>
                    <a:pt x="464973" y="241940"/>
                    <a:pt x="464973" y="241940"/>
                    <a:pt x="464162" y="242752"/>
                  </a:cubicBezTo>
                  <a:cubicBezTo>
                    <a:pt x="464162" y="241940"/>
                    <a:pt x="464162" y="241940"/>
                    <a:pt x="464162" y="242752"/>
                  </a:cubicBezTo>
                  <a:close/>
                  <a:moveTo>
                    <a:pt x="466596" y="246000"/>
                  </a:moveTo>
                  <a:cubicBezTo>
                    <a:pt x="467407" y="246000"/>
                    <a:pt x="466596" y="245188"/>
                    <a:pt x="466596" y="246000"/>
                  </a:cubicBezTo>
                  <a:cubicBezTo>
                    <a:pt x="465784" y="244376"/>
                    <a:pt x="466596" y="242752"/>
                    <a:pt x="467407" y="242752"/>
                  </a:cubicBezTo>
                  <a:cubicBezTo>
                    <a:pt x="467407" y="242752"/>
                    <a:pt x="467407" y="242752"/>
                    <a:pt x="467407" y="241940"/>
                  </a:cubicBezTo>
                  <a:cubicBezTo>
                    <a:pt x="466596" y="241128"/>
                    <a:pt x="466596" y="241128"/>
                    <a:pt x="467407" y="241128"/>
                  </a:cubicBezTo>
                  <a:cubicBezTo>
                    <a:pt x="468218" y="241128"/>
                    <a:pt x="468218" y="241128"/>
                    <a:pt x="467407" y="240316"/>
                  </a:cubicBezTo>
                  <a:cubicBezTo>
                    <a:pt x="466596" y="239505"/>
                    <a:pt x="466596" y="240316"/>
                    <a:pt x="466596" y="241128"/>
                  </a:cubicBezTo>
                  <a:cubicBezTo>
                    <a:pt x="466596" y="241940"/>
                    <a:pt x="465784" y="242752"/>
                    <a:pt x="465784" y="242752"/>
                  </a:cubicBezTo>
                  <a:cubicBezTo>
                    <a:pt x="465784" y="242752"/>
                    <a:pt x="465784" y="243564"/>
                    <a:pt x="465784" y="243564"/>
                  </a:cubicBezTo>
                  <a:cubicBezTo>
                    <a:pt x="464973" y="243564"/>
                    <a:pt x="465784" y="246000"/>
                    <a:pt x="466596" y="246000"/>
                  </a:cubicBezTo>
                  <a:close/>
                  <a:moveTo>
                    <a:pt x="467407" y="252495"/>
                  </a:moveTo>
                  <a:cubicBezTo>
                    <a:pt x="468218" y="252495"/>
                    <a:pt x="467407" y="251683"/>
                    <a:pt x="467407" y="252495"/>
                  </a:cubicBezTo>
                  <a:cubicBezTo>
                    <a:pt x="467407" y="251683"/>
                    <a:pt x="467407" y="251683"/>
                    <a:pt x="467407" y="252495"/>
                  </a:cubicBezTo>
                  <a:cubicBezTo>
                    <a:pt x="467407" y="253307"/>
                    <a:pt x="467407" y="253307"/>
                    <a:pt x="467407" y="252495"/>
                  </a:cubicBezTo>
                  <a:close/>
                  <a:moveTo>
                    <a:pt x="467407" y="236257"/>
                  </a:moveTo>
                  <a:cubicBezTo>
                    <a:pt x="467407" y="237069"/>
                    <a:pt x="467407" y="237069"/>
                    <a:pt x="467407" y="236257"/>
                  </a:cubicBezTo>
                  <a:cubicBezTo>
                    <a:pt x="468218" y="236257"/>
                    <a:pt x="468218" y="236257"/>
                    <a:pt x="467407" y="236257"/>
                  </a:cubicBezTo>
                  <a:cubicBezTo>
                    <a:pt x="468218" y="235445"/>
                    <a:pt x="468218" y="234633"/>
                    <a:pt x="469030" y="234633"/>
                  </a:cubicBezTo>
                  <a:cubicBezTo>
                    <a:pt x="469841" y="233822"/>
                    <a:pt x="469841" y="233010"/>
                    <a:pt x="469030" y="233010"/>
                  </a:cubicBezTo>
                  <a:cubicBezTo>
                    <a:pt x="469030" y="233010"/>
                    <a:pt x="468218" y="233822"/>
                    <a:pt x="468218" y="233822"/>
                  </a:cubicBezTo>
                  <a:cubicBezTo>
                    <a:pt x="468218" y="234633"/>
                    <a:pt x="468218" y="234633"/>
                    <a:pt x="467407" y="234633"/>
                  </a:cubicBezTo>
                  <a:cubicBezTo>
                    <a:pt x="467407" y="234633"/>
                    <a:pt x="466596" y="236257"/>
                    <a:pt x="467407" y="236257"/>
                  </a:cubicBezTo>
                  <a:close/>
                  <a:moveTo>
                    <a:pt x="468218" y="250059"/>
                  </a:moveTo>
                  <a:cubicBezTo>
                    <a:pt x="468218" y="250871"/>
                    <a:pt x="468218" y="250871"/>
                    <a:pt x="468218" y="250059"/>
                  </a:cubicBezTo>
                  <a:cubicBezTo>
                    <a:pt x="468218" y="250871"/>
                    <a:pt x="468218" y="250871"/>
                    <a:pt x="468218" y="250059"/>
                  </a:cubicBezTo>
                  <a:cubicBezTo>
                    <a:pt x="468218" y="250059"/>
                    <a:pt x="468218" y="250059"/>
                    <a:pt x="468218" y="250059"/>
                  </a:cubicBezTo>
                  <a:cubicBezTo>
                    <a:pt x="468218" y="250059"/>
                    <a:pt x="467407" y="250059"/>
                    <a:pt x="468218" y="250059"/>
                  </a:cubicBezTo>
                  <a:close/>
                  <a:moveTo>
                    <a:pt x="468218" y="237881"/>
                  </a:moveTo>
                  <a:cubicBezTo>
                    <a:pt x="469030" y="237881"/>
                    <a:pt x="469030" y="237881"/>
                    <a:pt x="468218" y="237881"/>
                  </a:cubicBezTo>
                  <a:cubicBezTo>
                    <a:pt x="469030" y="237881"/>
                    <a:pt x="469030" y="237881"/>
                    <a:pt x="468218" y="237881"/>
                  </a:cubicBezTo>
                  <a:cubicBezTo>
                    <a:pt x="468218" y="237069"/>
                    <a:pt x="468218" y="237069"/>
                    <a:pt x="468218" y="237881"/>
                  </a:cubicBezTo>
                  <a:cubicBezTo>
                    <a:pt x="468218" y="237881"/>
                    <a:pt x="468218" y="237881"/>
                    <a:pt x="468218" y="237881"/>
                  </a:cubicBezTo>
                  <a:close/>
                  <a:moveTo>
                    <a:pt x="469841" y="236257"/>
                  </a:moveTo>
                  <a:cubicBezTo>
                    <a:pt x="470652" y="235445"/>
                    <a:pt x="470652" y="235445"/>
                    <a:pt x="470652" y="234633"/>
                  </a:cubicBezTo>
                  <a:cubicBezTo>
                    <a:pt x="469841" y="233822"/>
                    <a:pt x="469841" y="233010"/>
                    <a:pt x="469841" y="234633"/>
                  </a:cubicBezTo>
                  <a:cubicBezTo>
                    <a:pt x="469841" y="235445"/>
                    <a:pt x="469841" y="235445"/>
                    <a:pt x="469841" y="235445"/>
                  </a:cubicBezTo>
                  <a:cubicBezTo>
                    <a:pt x="469841" y="235445"/>
                    <a:pt x="469030" y="235445"/>
                    <a:pt x="469030" y="235445"/>
                  </a:cubicBezTo>
                  <a:cubicBezTo>
                    <a:pt x="469030" y="235445"/>
                    <a:pt x="469030" y="236257"/>
                    <a:pt x="469030" y="236257"/>
                  </a:cubicBezTo>
                  <a:cubicBezTo>
                    <a:pt x="468218" y="237069"/>
                    <a:pt x="469030" y="237069"/>
                    <a:pt x="469841" y="236257"/>
                  </a:cubicBezTo>
                  <a:close/>
                  <a:moveTo>
                    <a:pt x="469841" y="247623"/>
                  </a:moveTo>
                  <a:cubicBezTo>
                    <a:pt x="470652" y="247623"/>
                    <a:pt x="470652" y="247623"/>
                    <a:pt x="469841" y="247623"/>
                  </a:cubicBezTo>
                  <a:cubicBezTo>
                    <a:pt x="470652" y="246812"/>
                    <a:pt x="470652" y="246812"/>
                    <a:pt x="469841" y="247623"/>
                  </a:cubicBezTo>
                  <a:cubicBezTo>
                    <a:pt x="469841" y="246812"/>
                    <a:pt x="469841" y="247623"/>
                    <a:pt x="469841" y="247623"/>
                  </a:cubicBezTo>
                  <a:cubicBezTo>
                    <a:pt x="469841" y="247623"/>
                    <a:pt x="469841" y="247623"/>
                    <a:pt x="469841" y="247623"/>
                  </a:cubicBezTo>
                  <a:close/>
                  <a:moveTo>
                    <a:pt x="469841" y="241940"/>
                  </a:moveTo>
                  <a:cubicBezTo>
                    <a:pt x="470652" y="242752"/>
                    <a:pt x="470652" y="242752"/>
                    <a:pt x="469841" y="241940"/>
                  </a:cubicBezTo>
                  <a:cubicBezTo>
                    <a:pt x="470652" y="242752"/>
                    <a:pt x="470652" y="242752"/>
                    <a:pt x="469841" y="241940"/>
                  </a:cubicBezTo>
                  <a:cubicBezTo>
                    <a:pt x="470652" y="241940"/>
                    <a:pt x="470652" y="241940"/>
                    <a:pt x="469841" y="241940"/>
                  </a:cubicBezTo>
                  <a:cubicBezTo>
                    <a:pt x="469841" y="241940"/>
                    <a:pt x="469841" y="241940"/>
                    <a:pt x="469841" y="241940"/>
                  </a:cubicBezTo>
                  <a:close/>
                  <a:moveTo>
                    <a:pt x="470652" y="233822"/>
                  </a:moveTo>
                  <a:cubicBezTo>
                    <a:pt x="470652" y="233822"/>
                    <a:pt x="470652" y="233822"/>
                    <a:pt x="470652" y="233822"/>
                  </a:cubicBezTo>
                  <a:cubicBezTo>
                    <a:pt x="470652" y="233822"/>
                    <a:pt x="470652" y="233822"/>
                    <a:pt x="470652" y="233822"/>
                  </a:cubicBezTo>
                  <a:cubicBezTo>
                    <a:pt x="470652" y="233822"/>
                    <a:pt x="470652" y="233010"/>
                    <a:pt x="470652" y="233822"/>
                  </a:cubicBezTo>
                  <a:cubicBezTo>
                    <a:pt x="470652" y="233010"/>
                    <a:pt x="469841" y="233822"/>
                    <a:pt x="470652" y="233822"/>
                  </a:cubicBezTo>
                  <a:close/>
                  <a:moveTo>
                    <a:pt x="470652" y="232198"/>
                  </a:moveTo>
                  <a:cubicBezTo>
                    <a:pt x="471464" y="233010"/>
                    <a:pt x="471464" y="233010"/>
                    <a:pt x="470652" y="232198"/>
                  </a:cubicBezTo>
                  <a:cubicBezTo>
                    <a:pt x="471464" y="231386"/>
                    <a:pt x="471464" y="231386"/>
                    <a:pt x="471464" y="231386"/>
                  </a:cubicBezTo>
                  <a:cubicBezTo>
                    <a:pt x="472275" y="232198"/>
                    <a:pt x="473086" y="230574"/>
                    <a:pt x="473086" y="229762"/>
                  </a:cubicBezTo>
                  <a:cubicBezTo>
                    <a:pt x="473086" y="228950"/>
                    <a:pt x="473086" y="228950"/>
                    <a:pt x="473898" y="228950"/>
                  </a:cubicBezTo>
                  <a:cubicBezTo>
                    <a:pt x="473898" y="228950"/>
                    <a:pt x="473898" y="228950"/>
                    <a:pt x="473898" y="228950"/>
                  </a:cubicBezTo>
                  <a:cubicBezTo>
                    <a:pt x="473898" y="229762"/>
                    <a:pt x="473898" y="229762"/>
                    <a:pt x="473898" y="228950"/>
                  </a:cubicBezTo>
                  <a:cubicBezTo>
                    <a:pt x="474709" y="228950"/>
                    <a:pt x="474709" y="228138"/>
                    <a:pt x="474709" y="228138"/>
                  </a:cubicBezTo>
                  <a:cubicBezTo>
                    <a:pt x="474709" y="228138"/>
                    <a:pt x="474709" y="227326"/>
                    <a:pt x="474709" y="226515"/>
                  </a:cubicBezTo>
                  <a:cubicBezTo>
                    <a:pt x="474709" y="225703"/>
                    <a:pt x="474709" y="225703"/>
                    <a:pt x="474709" y="225703"/>
                  </a:cubicBezTo>
                  <a:cubicBezTo>
                    <a:pt x="474709" y="225703"/>
                    <a:pt x="474709" y="225703"/>
                    <a:pt x="474709" y="226515"/>
                  </a:cubicBezTo>
                  <a:cubicBezTo>
                    <a:pt x="474709" y="227326"/>
                    <a:pt x="474709" y="227326"/>
                    <a:pt x="474709" y="227326"/>
                  </a:cubicBezTo>
                  <a:cubicBezTo>
                    <a:pt x="473898" y="227326"/>
                    <a:pt x="473898" y="227326"/>
                    <a:pt x="473898" y="228138"/>
                  </a:cubicBezTo>
                  <a:cubicBezTo>
                    <a:pt x="473898" y="228138"/>
                    <a:pt x="473898" y="228950"/>
                    <a:pt x="473898" y="228950"/>
                  </a:cubicBezTo>
                  <a:cubicBezTo>
                    <a:pt x="472275" y="228950"/>
                    <a:pt x="470652" y="232198"/>
                    <a:pt x="470652" y="232198"/>
                  </a:cubicBezTo>
                  <a:close/>
                  <a:moveTo>
                    <a:pt x="470652" y="245188"/>
                  </a:moveTo>
                  <a:cubicBezTo>
                    <a:pt x="470652" y="246812"/>
                    <a:pt x="471464" y="246812"/>
                    <a:pt x="470652" y="245188"/>
                  </a:cubicBezTo>
                  <a:lnTo>
                    <a:pt x="472275" y="243564"/>
                  </a:lnTo>
                  <a:cubicBezTo>
                    <a:pt x="473086" y="242752"/>
                    <a:pt x="473086" y="242752"/>
                    <a:pt x="473086" y="242752"/>
                  </a:cubicBezTo>
                  <a:cubicBezTo>
                    <a:pt x="473086" y="242752"/>
                    <a:pt x="473898" y="243564"/>
                    <a:pt x="473898" y="242752"/>
                  </a:cubicBezTo>
                  <a:cubicBezTo>
                    <a:pt x="474709" y="242752"/>
                    <a:pt x="473086" y="241128"/>
                    <a:pt x="472275" y="241128"/>
                  </a:cubicBezTo>
                  <a:cubicBezTo>
                    <a:pt x="472275" y="241128"/>
                    <a:pt x="472275" y="241128"/>
                    <a:pt x="472275" y="241940"/>
                  </a:cubicBezTo>
                  <a:cubicBezTo>
                    <a:pt x="472275" y="241940"/>
                    <a:pt x="472275" y="242752"/>
                    <a:pt x="471464" y="243564"/>
                  </a:cubicBezTo>
                  <a:cubicBezTo>
                    <a:pt x="470652" y="244376"/>
                    <a:pt x="470652" y="245188"/>
                    <a:pt x="470652" y="245188"/>
                  </a:cubicBezTo>
                  <a:close/>
                  <a:moveTo>
                    <a:pt x="471464" y="239505"/>
                  </a:moveTo>
                  <a:cubicBezTo>
                    <a:pt x="471464" y="240316"/>
                    <a:pt x="473086" y="239505"/>
                    <a:pt x="473898" y="239505"/>
                  </a:cubicBezTo>
                  <a:cubicBezTo>
                    <a:pt x="473898" y="239505"/>
                    <a:pt x="474709" y="238693"/>
                    <a:pt x="474709" y="237881"/>
                  </a:cubicBezTo>
                  <a:cubicBezTo>
                    <a:pt x="474709" y="237069"/>
                    <a:pt x="474709" y="237069"/>
                    <a:pt x="473898" y="237881"/>
                  </a:cubicBezTo>
                  <a:cubicBezTo>
                    <a:pt x="473898" y="238693"/>
                    <a:pt x="473086" y="239505"/>
                    <a:pt x="471464" y="239505"/>
                  </a:cubicBezTo>
                  <a:cubicBezTo>
                    <a:pt x="472275" y="238693"/>
                    <a:pt x="471464" y="238693"/>
                    <a:pt x="471464" y="239505"/>
                  </a:cubicBezTo>
                  <a:close/>
                  <a:moveTo>
                    <a:pt x="472275" y="246000"/>
                  </a:moveTo>
                  <a:cubicBezTo>
                    <a:pt x="473086" y="246000"/>
                    <a:pt x="473086" y="246000"/>
                    <a:pt x="472275" y="246000"/>
                  </a:cubicBezTo>
                  <a:cubicBezTo>
                    <a:pt x="473086" y="245188"/>
                    <a:pt x="473086" y="245188"/>
                    <a:pt x="472275" y="245188"/>
                  </a:cubicBezTo>
                  <a:cubicBezTo>
                    <a:pt x="472275" y="245188"/>
                    <a:pt x="472275" y="245188"/>
                    <a:pt x="472275" y="246000"/>
                  </a:cubicBezTo>
                  <a:cubicBezTo>
                    <a:pt x="471464" y="246000"/>
                    <a:pt x="472275" y="246000"/>
                    <a:pt x="472275" y="246000"/>
                  </a:cubicBezTo>
                  <a:close/>
                  <a:moveTo>
                    <a:pt x="473898" y="233010"/>
                  </a:moveTo>
                  <a:cubicBezTo>
                    <a:pt x="473898" y="233010"/>
                    <a:pt x="473898" y="233822"/>
                    <a:pt x="473898" y="233010"/>
                  </a:cubicBezTo>
                  <a:cubicBezTo>
                    <a:pt x="474709" y="233822"/>
                    <a:pt x="474709" y="233822"/>
                    <a:pt x="474709" y="233010"/>
                  </a:cubicBezTo>
                  <a:cubicBezTo>
                    <a:pt x="474709" y="233010"/>
                    <a:pt x="474709" y="233010"/>
                    <a:pt x="473898" y="233010"/>
                  </a:cubicBezTo>
                  <a:cubicBezTo>
                    <a:pt x="473898" y="233010"/>
                    <a:pt x="473898" y="233010"/>
                    <a:pt x="473898" y="233010"/>
                  </a:cubicBezTo>
                  <a:close/>
                  <a:moveTo>
                    <a:pt x="474709" y="219208"/>
                  </a:moveTo>
                  <a:cubicBezTo>
                    <a:pt x="475520" y="218396"/>
                    <a:pt x="475520" y="217584"/>
                    <a:pt x="475520" y="218396"/>
                  </a:cubicBezTo>
                  <a:cubicBezTo>
                    <a:pt x="475520" y="218396"/>
                    <a:pt x="475520" y="217584"/>
                    <a:pt x="476332" y="217584"/>
                  </a:cubicBezTo>
                  <a:lnTo>
                    <a:pt x="476332" y="215960"/>
                  </a:lnTo>
                  <a:lnTo>
                    <a:pt x="475520" y="217584"/>
                  </a:lnTo>
                  <a:cubicBezTo>
                    <a:pt x="474709" y="217584"/>
                    <a:pt x="474709" y="219208"/>
                    <a:pt x="474709" y="219208"/>
                  </a:cubicBezTo>
                  <a:cubicBezTo>
                    <a:pt x="473898" y="220019"/>
                    <a:pt x="474709" y="220019"/>
                    <a:pt x="474709" y="219208"/>
                  </a:cubicBezTo>
                  <a:close/>
                  <a:moveTo>
                    <a:pt x="474709" y="224891"/>
                  </a:moveTo>
                  <a:cubicBezTo>
                    <a:pt x="474709" y="225703"/>
                    <a:pt x="476332" y="224891"/>
                    <a:pt x="475520" y="224079"/>
                  </a:cubicBezTo>
                  <a:cubicBezTo>
                    <a:pt x="475520" y="224079"/>
                    <a:pt x="475520" y="224079"/>
                    <a:pt x="474709" y="224079"/>
                  </a:cubicBezTo>
                  <a:cubicBezTo>
                    <a:pt x="474709" y="224079"/>
                    <a:pt x="473898" y="224891"/>
                    <a:pt x="474709" y="224891"/>
                  </a:cubicBezTo>
                  <a:close/>
                  <a:moveTo>
                    <a:pt x="475520" y="232198"/>
                  </a:moveTo>
                  <a:cubicBezTo>
                    <a:pt x="475520" y="232198"/>
                    <a:pt x="476332" y="232198"/>
                    <a:pt x="475520" y="232198"/>
                  </a:cubicBezTo>
                  <a:cubicBezTo>
                    <a:pt x="475520" y="231386"/>
                    <a:pt x="474709" y="231386"/>
                    <a:pt x="475520" y="232198"/>
                  </a:cubicBezTo>
                  <a:cubicBezTo>
                    <a:pt x="474709" y="232198"/>
                    <a:pt x="475520" y="232198"/>
                    <a:pt x="475520" y="232198"/>
                  </a:cubicBezTo>
                  <a:close/>
                  <a:moveTo>
                    <a:pt x="477143" y="233010"/>
                  </a:moveTo>
                  <a:cubicBezTo>
                    <a:pt x="477954" y="232198"/>
                    <a:pt x="477954" y="231386"/>
                    <a:pt x="477954" y="231386"/>
                  </a:cubicBezTo>
                  <a:cubicBezTo>
                    <a:pt x="477954" y="230574"/>
                    <a:pt x="477143" y="233010"/>
                    <a:pt x="476332" y="234633"/>
                  </a:cubicBezTo>
                  <a:cubicBezTo>
                    <a:pt x="475520" y="235445"/>
                    <a:pt x="476332" y="234633"/>
                    <a:pt x="477143" y="233010"/>
                  </a:cubicBezTo>
                  <a:close/>
                  <a:moveTo>
                    <a:pt x="476332" y="221643"/>
                  </a:moveTo>
                  <a:cubicBezTo>
                    <a:pt x="476332" y="222455"/>
                    <a:pt x="477143" y="222455"/>
                    <a:pt x="477143" y="221643"/>
                  </a:cubicBezTo>
                  <a:cubicBezTo>
                    <a:pt x="477143" y="221643"/>
                    <a:pt x="476332" y="221643"/>
                    <a:pt x="476332" y="221643"/>
                  </a:cubicBezTo>
                  <a:cubicBezTo>
                    <a:pt x="476332" y="221643"/>
                    <a:pt x="475520" y="221643"/>
                    <a:pt x="476332" y="221643"/>
                  </a:cubicBezTo>
                  <a:close/>
                  <a:moveTo>
                    <a:pt x="477954" y="221643"/>
                  </a:moveTo>
                  <a:cubicBezTo>
                    <a:pt x="477954" y="221643"/>
                    <a:pt x="478765" y="221643"/>
                    <a:pt x="479577" y="220831"/>
                  </a:cubicBezTo>
                  <a:cubicBezTo>
                    <a:pt x="480388" y="219208"/>
                    <a:pt x="481199" y="217584"/>
                    <a:pt x="480388" y="217584"/>
                  </a:cubicBezTo>
                  <a:cubicBezTo>
                    <a:pt x="480388" y="217584"/>
                    <a:pt x="479577" y="217584"/>
                    <a:pt x="479577" y="218396"/>
                  </a:cubicBezTo>
                  <a:cubicBezTo>
                    <a:pt x="479577" y="219208"/>
                    <a:pt x="478765" y="220831"/>
                    <a:pt x="478765" y="220019"/>
                  </a:cubicBezTo>
                  <a:cubicBezTo>
                    <a:pt x="478765" y="220019"/>
                    <a:pt x="477954" y="220019"/>
                    <a:pt x="478765" y="220019"/>
                  </a:cubicBezTo>
                  <a:cubicBezTo>
                    <a:pt x="478765" y="220019"/>
                    <a:pt x="478765" y="220831"/>
                    <a:pt x="477954" y="221643"/>
                  </a:cubicBezTo>
                  <a:cubicBezTo>
                    <a:pt x="477954" y="221643"/>
                    <a:pt x="477143" y="221643"/>
                    <a:pt x="477954" y="221643"/>
                  </a:cubicBezTo>
                  <a:close/>
                  <a:moveTo>
                    <a:pt x="477954" y="228138"/>
                  </a:moveTo>
                  <a:cubicBezTo>
                    <a:pt x="477954" y="227326"/>
                    <a:pt x="478765" y="227326"/>
                    <a:pt x="478765" y="226515"/>
                  </a:cubicBezTo>
                  <a:cubicBezTo>
                    <a:pt x="478765" y="226515"/>
                    <a:pt x="478765" y="225703"/>
                    <a:pt x="478765" y="225703"/>
                  </a:cubicBezTo>
                  <a:cubicBezTo>
                    <a:pt x="478765" y="225703"/>
                    <a:pt x="477954" y="227326"/>
                    <a:pt x="477954" y="228138"/>
                  </a:cubicBezTo>
                  <a:cubicBezTo>
                    <a:pt x="477954" y="228950"/>
                    <a:pt x="477954" y="228950"/>
                    <a:pt x="477954" y="228138"/>
                  </a:cubicBezTo>
                  <a:close/>
                  <a:moveTo>
                    <a:pt x="478765" y="211901"/>
                  </a:moveTo>
                  <a:cubicBezTo>
                    <a:pt x="478765" y="211901"/>
                    <a:pt x="478765" y="211901"/>
                    <a:pt x="478765" y="211901"/>
                  </a:cubicBezTo>
                  <a:cubicBezTo>
                    <a:pt x="478765" y="211901"/>
                    <a:pt x="478765" y="211089"/>
                    <a:pt x="478765" y="211901"/>
                  </a:cubicBezTo>
                  <a:cubicBezTo>
                    <a:pt x="478765" y="211089"/>
                    <a:pt x="478765" y="211089"/>
                    <a:pt x="478765" y="211901"/>
                  </a:cubicBezTo>
                  <a:cubicBezTo>
                    <a:pt x="477954" y="211901"/>
                    <a:pt x="477954" y="211901"/>
                    <a:pt x="478765" y="211901"/>
                  </a:cubicBezTo>
                  <a:close/>
                  <a:moveTo>
                    <a:pt x="479577" y="225703"/>
                  </a:moveTo>
                  <a:cubicBezTo>
                    <a:pt x="479577" y="226515"/>
                    <a:pt x="480388" y="224891"/>
                    <a:pt x="480388" y="224079"/>
                  </a:cubicBezTo>
                  <a:cubicBezTo>
                    <a:pt x="480388" y="224079"/>
                    <a:pt x="480388" y="224079"/>
                    <a:pt x="479577" y="224079"/>
                  </a:cubicBezTo>
                  <a:cubicBezTo>
                    <a:pt x="479577" y="224891"/>
                    <a:pt x="479577" y="225703"/>
                    <a:pt x="479577" y="225703"/>
                  </a:cubicBezTo>
                  <a:close/>
                  <a:moveTo>
                    <a:pt x="479577" y="214336"/>
                  </a:moveTo>
                  <a:cubicBezTo>
                    <a:pt x="480388" y="215960"/>
                    <a:pt x="480388" y="215960"/>
                    <a:pt x="479577" y="214336"/>
                  </a:cubicBezTo>
                  <a:cubicBezTo>
                    <a:pt x="480388" y="213525"/>
                    <a:pt x="480388" y="212713"/>
                    <a:pt x="479577" y="212713"/>
                  </a:cubicBezTo>
                  <a:cubicBezTo>
                    <a:pt x="479577" y="213525"/>
                    <a:pt x="479577" y="214336"/>
                    <a:pt x="479577" y="214336"/>
                  </a:cubicBezTo>
                  <a:close/>
                  <a:moveTo>
                    <a:pt x="480388" y="226515"/>
                  </a:moveTo>
                  <a:cubicBezTo>
                    <a:pt x="481199" y="226515"/>
                    <a:pt x="481199" y="225703"/>
                    <a:pt x="480388" y="226515"/>
                  </a:cubicBezTo>
                  <a:cubicBezTo>
                    <a:pt x="481199" y="225703"/>
                    <a:pt x="481199" y="225703"/>
                    <a:pt x="480388" y="226515"/>
                  </a:cubicBezTo>
                  <a:cubicBezTo>
                    <a:pt x="480388" y="225703"/>
                    <a:pt x="480388" y="225703"/>
                    <a:pt x="480388" y="226515"/>
                  </a:cubicBezTo>
                  <a:cubicBezTo>
                    <a:pt x="480388" y="226515"/>
                    <a:pt x="480388" y="226515"/>
                    <a:pt x="480388" y="226515"/>
                  </a:cubicBezTo>
                  <a:close/>
                  <a:moveTo>
                    <a:pt x="481199" y="213525"/>
                  </a:moveTo>
                  <a:cubicBezTo>
                    <a:pt x="481199" y="213525"/>
                    <a:pt x="481199" y="213525"/>
                    <a:pt x="481199" y="213525"/>
                  </a:cubicBezTo>
                  <a:cubicBezTo>
                    <a:pt x="481199" y="212713"/>
                    <a:pt x="481199" y="211901"/>
                    <a:pt x="481199" y="211901"/>
                  </a:cubicBezTo>
                  <a:cubicBezTo>
                    <a:pt x="481199" y="211901"/>
                    <a:pt x="481199" y="211901"/>
                    <a:pt x="481199" y="211089"/>
                  </a:cubicBezTo>
                  <a:cubicBezTo>
                    <a:pt x="481199" y="211089"/>
                    <a:pt x="481199" y="211089"/>
                    <a:pt x="480388" y="211089"/>
                  </a:cubicBezTo>
                  <a:cubicBezTo>
                    <a:pt x="480388" y="212713"/>
                    <a:pt x="481199" y="213525"/>
                    <a:pt x="481199" y="213525"/>
                  </a:cubicBezTo>
                  <a:close/>
                  <a:moveTo>
                    <a:pt x="482011" y="221643"/>
                  </a:moveTo>
                  <a:cubicBezTo>
                    <a:pt x="482822" y="221643"/>
                    <a:pt x="483633" y="220831"/>
                    <a:pt x="483633" y="220019"/>
                  </a:cubicBezTo>
                  <a:cubicBezTo>
                    <a:pt x="483633" y="220019"/>
                    <a:pt x="483633" y="219208"/>
                    <a:pt x="483633" y="219208"/>
                  </a:cubicBezTo>
                  <a:cubicBezTo>
                    <a:pt x="483633" y="219208"/>
                    <a:pt x="483633" y="219208"/>
                    <a:pt x="482822" y="220019"/>
                  </a:cubicBezTo>
                  <a:cubicBezTo>
                    <a:pt x="482822" y="220831"/>
                    <a:pt x="482822" y="221643"/>
                    <a:pt x="482011" y="221643"/>
                  </a:cubicBezTo>
                  <a:cubicBezTo>
                    <a:pt x="482011" y="220831"/>
                    <a:pt x="482011" y="220831"/>
                    <a:pt x="482011" y="220831"/>
                  </a:cubicBezTo>
                  <a:cubicBezTo>
                    <a:pt x="482011" y="220831"/>
                    <a:pt x="482011" y="220831"/>
                    <a:pt x="482011" y="220019"/>
                  </a:cubicBezTo>
                  <a:cubicBezTo>
                    <a:pt x="482011" y="220019"/>
                    <a:pt x="482011" y="220831"/>
                    <a:pt x="482011" y="221643"/>
                  </a:cubicBezTo>
                  <a:cubicBezTo>
                    <a:pt x="481199" y="222455"/>
                    <a:pt x="481199" y="222455"/>
                    <a:pt x="482011" y="221643"/>
                  </a:cubicBezTo>
                  <a:close/>
                  <a:moveTo>
                    <a:pt x="482011" y="206218"/>
                  </a:moveTo>
                  <a:cubicBezTo>
                    <a:pt x="482822" y="205406"/>
                    <a:pt x="482822" y="205406"/>
                    <a:pt x="482822" y="205406"/>
                  </a:cubicBezTo>
                  <a:cubicBezTo>
                    <a:pt x="482822" y="204594"/>
                    <a:pt x="482011" y="204594"/>
                    <a:pt x="482011" y="206218"/>
                  </a:cubicBezTo>
                  <a:cubicBezTo>
                    <a:pt x="481199" y="206218"/>
                    <a:pt x="481199" y="207029"/>
                    <a:pt x="482011" y="206218"/>
                  </a:cubicBezTo>
                  <a:close/>
                  <a:moveTo>
                    <a:pt x="482011" y="213525"/>
                  </a:moveTo>
                  <a:cubicBezTo>
                    <a:pt x="482822" y="213525"/>
                    <a:pt x="482822" y="213525"/>
                    <a:pt x="482011" y="213525"/>
                  </a:cubicBezTo>
                  <a:cubicBezTo>
                    <a:pt x="482011" y="214336"/>
                    <a:pt x="482011" y="214336"/>
                    <a:pt x="482011" y="214336"/>
                  </a:cubicBezTo>
                  <a:cubicBezTo>
                    <a:pt x="482011" y="214336"/>
                    <a:pt x="482822" y="213525"/>
                    <a:pt x="482822" y="213525"/>
                  </a:cubicBezTo>
                  <a:cubicBezTo>
                    <a:pt x="483633" y="212713"/>
                    <a:pt x="482822" y="212713"/>
                    <a:pt x="482011" y="213525"/>
                  </a:cubicBezTo>
                  <a:cubicBezTo>
                    <a:pt x="482011" y="213525"/>
                    <a:pt x="482011" y="213525"/>
                    <a:pt x="482011" y="213525"/>
                  </a:cubicBezTo>
                  <a:close/>
                  <a:moveTo>
                    <a:pt x="482011" y="211901"/>
                  </a:moveTo>
                  <a:cubicBezTo>
                    <a:pt x="482011" y="211901"/>
                    <a:pt x="483633" y="211901"/>
                    <a:pt x="483633" y="211901"/>
                  </a:cubicBezTo>
                  <a:cubicBezTo>
                    <a:pt x="483633" y="211901"/>
                    <a:pt x="484445" y="211089"/>
                    <a:pt x="484445" y="211089"/>
                  </a:cubicBezTo>
                  <a:cubicBezTo>
                    <a:pt x="484445" y="210277"/>
                    <a:pt x="484445" y="210277"/>
                    <a:pt x="482822" y="211089"/>
                  </a:cubicBezTo>
                  <a:cubicBezTo>
                    <a:pt x="482822" y="211901"/>
                    <a:pt x="482011" y="211901"/>
                    <a:pt x="482011" y="211901"/>
                  </a:cubicBezTo>
                  <a:close/>
                  <a:moveTo>
                    <a:pt x="482822" y="209465"/>
                  </a:moveTo>
                  <a:cubicBezTo>
                    <a:pt x="482822" y="210277"/>
                    <a:pt x="483633" y="210277"/>
                    <a:pt x="482822" y="209465"/>
                  </a:cubicBezTo>
                  <a:cubicBezTo>
                    <a:pt x="483633" y="208653"/>
                    <a:pt x="484445" y="208653"/>
                    <a:pt x="485256" y="209465"/>
                  </a:cubicBezTo>
                  <a:cubicBezTo>
                    <a:pt x="486067" y="209465"/>
                    <a:pt x="486067" y="209465"/>
                    <a:pt x="486879" y="208653"/>
                  </a:cubicBezTo>
                  <a:cubicBezTo>
                    <a:pt x="487690" y="207841"/>
                    <a:pt x="487690" y="207841"/>
                    <a:pt x="487690" y="207841"/>
                  </a:cubicBezTo>
                  <a:cubicBezTo>
                    <a:pt x="487690" y="207841"/>
                    <a:pt x="487690" y="208653"/>
                    <a:pt x="488501" y="207841"/>
                  </a:cubicBezTo>
                  <a:cubicBezTo>
                    <a:pt x="488501" y="207841"/>
                    <a:pt x="489312" y="207841"/>
                    <a:pt x="488501" y="207029"/>
                  </a:cubicBezTo>
                  <a:cubicBezTo>
                    <a:pt x="488501" y="207029"/>
                    <a:pt x="488501" y="206218"/>
                    <a:pt x="488501" y="205406"/>
                  </a:cubicBezTo>
                  <a:cubicBezTo>
                    <a:pt x="489312" y="204594"/>
                    <a:pt x="489312" y="203782"/>
                    <a:pt x="489312" y="203782"/>
                  </a:cubicBezTo>
                  <a:cubicBezTo>
                    <a:pt x="489312" y="203782"/>
                    <a:pt x="489312" y="203782"/>
                    <a:pt x="489312" y="203782"/>
                  </a:cubicBezTo>
                  <a:cubicBezTo>
                    <a:pt x="489312" y="202970"/>
                    <a:pt x="489312" y="202158"/>
                    <a:pt x="490124" y="202158"/>
                  </a:cubicBezTo>
                  <a:cubicBezTo>
                    <a:pt x="490124" y="202158"/>
                    <a:pt x="490935" y="202158"/>
                    <a:pt x="490935" y="201346"/>
                  </a:cubicBezTo>
                  <a:cubicBezTo>
                    <a:pt x="490935" y="200534"/>
                    <a:pt x="490935" y="201346"/>
                    <a:pt x="490124" y="201346"/>
                  </a:cubicBezTo>
                  <a:cubicBezTo>
                    <a:pt x="490124" y="201346"/>
                    <a:pt x="490124" y="201346"/>
                    <a:pt x="490124" y="200534"/>
                  </a:cubicBezTo>
                  <a:cubicBezTo>
                    <a:pt x="490124" y="199722"/>
                    <a:pt x="490935" y="199722"/>
                    <a:pt x="490935" y="199722"/>
                  </a:cubicBezTo>
                  <a:cubicBezTo>
                    <a:pt x="490935" y="199722"/>
                    <a:pt x="490935" y="199722"/>
                    <a:pt x="490935" y="199722"/>
                  </a:cubicBezTo>
                  <a:cubicBezTo>
                    <a:pt x="490935" y="199722"/>
                    <a:pt x="490935" y="198911"/>
                    <a:pt x="490935" y="198911"/>
                  </a:cubicBezTo>
                  <a:cubicBezTo>
                    <a:pt x="490935" y="198911"/>
                    <a:pt x="491747" y="198099"/>
                    <a:pt x="491747" y="198099"/>
                  </a:cubicBezTo>
                  <a:cubicBezTo>
                    <a:pt x="491747" y="198099"/>
                    <a:pt x="491747" y="197287"/>
                    <a:pt x="491747" y="196475"/>
                  </a:cubicBezTo>
                  <a:cubicBezTo>
                    <a:pt x="491747" y="195663"/>
                    <a:pt x="491747" y="195663"/>
                    <a:pt x="490935" y="194851"/>
                  </a:cubicBezTo>
                  <a:cubicBezTo>
                    <a:pt x="490124" y="194851"/>
                    <a:pt x="490124" y="194039"/>
                    <a:pt x="490124" y="194039"/>
                  </a:cubicBezTo>
                  <a:cubicBezTo>
                    <a:pt x="490124" y="194039"/>
                    <a:pt x="490124" y="194039"/>
                    <a:pt x="490124" y="194039"/>
                  </a:cubicBezTo>
                  <a:cubicBezTo>
                    <a:pt x="489312" y="194039"/>
                    <a:pt x="489312" y="194851"/>
                    <a:pt x="490124" y="194851"/>
                  </a:cubicBezTo>
                  <a:cubicBezTo>
                    <a:pt x="490935" y="194851"/>
                    <a:pt x="490935" y="196475"/>
                    <a:pt x="489312" y="197287"/>
                  </a:cubicBezTo>
                  <a:cubicBezTo>
                    <a:pt x="488501" y="198099"/>
                    <a:pt x="488501" y="198099"/>
                    <a:pt x="488501" y="198911"/>
                  </a:cubicBezTo>
                  <a:cubicBezTo>
                    <a:pt x="488501" y="199722"/>
                    <a:pt x="488501" y="199722"/>
                    <a:pt x="488501" y="198911"/>
                  </a:cubicBezTo>
                  <a:cubicBezTo>
                    <a:pt x="488501" y="198099"/>
                    <a:pt x="487690" y="198911"/>
                    <a:pt x="487690" y="199722"/>
                  </a:cubicBezTo>
                  <a:cubicBezTo>
                    <a:pt x="487690" y="200534"/>
                    <a:pt x="487690" y="201346"/>
                    <a:pt x="486879" y="201346"/>
                  </a:cubicBezTo>
                  <a:cubicBezTo>
                    <a:pt x="486879" y="201346"/>
                    <a:pt x="486879" y="201346"/>
                    <a:pt x="486879" y="201346"/>
                  </a:cubicBezTo>
                  <a:cubicBezTo>
                    <a:pt x="486879" y="201346"/>
                    <a:pt x="486879" y="202158"/>
                    <a:pt x="486067" y="202158"/>
                  </a:cubicBezTo>
                  <a:cubicBezTo>
                    <a:pt x="485256" y="202158"/>
                    <a:pt x="485256" y="202970"/>
                    <a:pt x="485256" y="202970"/>
                  </a:cubicBezTo>
                  <a:cubicBezTo>
                    <a:pt x="485256" y="203782"/>
                    <a:pt x="485256" y="204594"/>
                    <a:pt x="484445" y="204594"/>
                  </a:cubicBezTo>
                  <a:cubicBezTo>
                    <a:pt x="484445" y="204594"/>
                    <a:pt x="484445" y="203782"/>
                    <a:pt x="484445" y="203782"/>
                  </a:cubicBezTo>
                  <a:cubicBezTo>
                    <a:pt x="484445" y="202970"/>
                    <a:pt x="483633" y="202970"/>
                    <a:pt x="482822" y="203782"/>
                  </a:cubicBezTo>
                  <a:cubicBezTo>
                    <a:pt x="482011" y="204594"/>
                    <a:pt x="482011" y="205406"/>
                    <a:pt x="482822" y="204594"/>
                  </a:cubicBezTo>
                  <a:cubicBezTo>
                    <a:pt x="483633" y="203782"/>
                    <a:pt x="484445" y="205406"/>
                    <a:pt x="484445" y="205406"/>
                  </a:cubicBezTo>
                  <a:cubicBezTo>
                    <a:pt x="484445" y="205406"/>
                    <a:pt x="483633" y="205406"/>
                    <a:pt x="483633" y="205406"/>
                  </a:cubicBezTo>
                  <a:cubicBezTo>
                    <a:pt x="483633" y="205406"/>
                    <a:pt x="483633" y="205406"/>
                    <a:pt x="483633" y="206218"/>
                  </a:cubicBezTo>
                  <a:cubicBezTo>
                    <a:pt x="483633" y="207029"/>
                    <a:pt x="483633" y="207029"/>
                    <a:pt x="482822" y="207029"/>
                  </a:cubicBezTo>
                  <a:cubicBezTo>
                    <a:pt x="482011" y="207029"/>
                    <a:pt x="482011" y="206218"/>
                    <a:pt x="482822" y="205406"/>
                  </a:cubicBezTo>
                  <a:cubicBezTo>
                    <a:pt x="482822" y="204594"/>
                    <a:pt x="482822" y="204594"/>
                    <a:pt x="482011" y="205406"/>
                  </a:cubicBezTo>
                  <a:cubicBezTo>
                    <a:pt x="481199" y="206218"/>
                    <a:pt x="481199" y="206218"/>
                    <a:pt x="481199" y="207029"/>
                  </a:cubicBezTo>
                  <a:cubicBezTo>
                    <a:pt x="483633" y="208653"/>
                    <a:pt x="483633" y="209465"/>
                    <a:pt x="482822" y="209465"/>
                  </a:cubicBezTo>
                  <a:cubicBezTo>
                    <a:pt x="482822" y="208653"/>
                    <a:pt x="482822" y="209465"/>
                    <a:pt x="482822" y="209465"/>
                  </a:cubicBezTo>
                  <a:close/>
                  <a:moveTo>
                    <a:pt x="483633" y="219208"/>
                  </a:moveTo>
                  <a:cubicBezTo>
                    <a:pt x="483633" y="219208"/>
                    <a:pt x="484445" y="219208"/>
                    <a:pt x="483633" y="219208"/>
                  </a:cubicBezTo>
                  <a:cubicBezTo>
                    <a:pt x="484445" y="218396"/>
                    <a:pt x="483633" y="217584"/>
                    <a:pt x="483633" y="219208"/>
                  </a:cubicBezTo>
                  <a:cubicBezTo>
                    <a:pt x="482822" y="218396"/>
                    <a:pt x="482822" y="219208"/>
                    <a:pt x="483633" y="219208"/>
                  </a:cubicBezTo>
                  <a:close/>
                  <a:moveTo>
                    <a:pt x="483633" y="223267"/>
                  </a:moveTo>
                  <a:cubicBezTo>
                    <a:pt x="483633" y="223267"/>
                    <a:pt x="484445" y="222455"/>
                    <a:pt x="485256" y="221643"/>
                  </a:cubicBezTo>
                  <a:cubicBezTo>
                    <a:pt x="486067" y="220019"/>
                    <a:pt x="486067" y="219208"/>
                    <a:pt x="485256" y="220831"/>
                  </a:cubicBezTo>
                  <a:cubicBezTo>
                    <a:pt x="483633" y="221643"/>
                    <a:pt x="482822" y="223267"/>
                    <a:pt x="483633" y="223267"/>
                  </a:cubicBezTo>
                  <a:close/>
                  <a:moveTo>
                    <a:pt x="485256" y="215148"/>
                  </a:moveTo>
                  <a:cubicBezTo>
                    <a:pt x="485256" y="215148"/>
                    <a:pt x="486067" y="215148"/>
                    <a:pt x="486067" y="214336"/>
                  </a:cubicBezTo>
                  <a:cubicBezTo>
                    <a:pt x="486067" y="213525"/>
                    <a:pt x="486067" y="213525"/>
                    <a:pt x="485256" y="214336"/>
                  </a:cubicBezTo>
                  <a:cubicBezTo>
                    <a:pt x="485256" y="214336"/>
                    <a:pt x="485256" y="215148"/>
                    <a:pt x="485256" y="215148"/>
                  </a:cubicBezTo>
                  <a:close/>
                  <a:moveTo>
                    <a:pt x="486067" y="219208"/>
                  </a:moveTo>
                  <a:cubicBezTo>
                    <a:pt x="486879" y="219208"/>
                    <a:pt x="489312" y="214336"/>
                    <a:pt x="490124" y="213525"/>
                  </a:cubicBezTo>
                  <a:cubicBezTo>
                    <a:pt x="490935" y="211901"/>
                    <a:pt x="492558" y="208653"/>
                    <a:pt x="494180" y="207029"/>
                  </a:cubicBezTo>
                  <a:cubicBezTo>
                    <a:pt x="494180" y="207029"/>
                    <a:pt x="494992" y="205406"/>
                    <a:pt x="495803" y="204594"/>
                  </a:cubicBezTo>
                  <a:cubicBezTo>
                    <a:pt x="496615" y="203782"/>
                    <a:pt x="496615" y="202970"/>
                    <a:pt x="496615" y="202970"/>
                  </a:cubicBezTo>
                  <a:cubicBezTo>
                    <a:pt x="496615" y="202970"/>
                    <a:pt x="496615" y="202970"/>
                    <a:pt x="496615" y="202970"/>
                  </a:cubicBezTo>
                  <a:cubicBezTo>
                    <a:pt x="496615" y="202970"/>
                    <a:pt x="493369" y="207841"/>
                    <a:pt x="490935" y="211901"/>
                  </a:cubicBezTo>
                  <a:cubicBezTo>
                    <a:pt x="490124" y="212713"/>
                    <a:pt x="490124" y="213525"/>
                    <a:pt x="489312" y="213525"/>
                  </a:cubicBezTo>
                  <a:cubicBezTo>
                    <a:pt x="489312" y="213525"/>
                    <a:pt x="489312" y="214336"/>
                    <a:pt x="488501" y="214336"/>
                  </a:cubicBezTo>
                  <a:cubicBezTo>
                    <a:pt x="488501" y="215148"/>
                    <a:pt x="488501" y="215148"/>
                    <a:pt x="487690" y="215960"/>
                  </a:cubicBezTo>
                  <a:cubicBezTo>
                    <a:pt x="486879" y="215960"/>
                    <a:pt x="486879" y="216772"/>
                    <a:pt x="487690" y="216772"/>
                  </a:cubicBezTo>
                  <a:cubicBezTo>
                    <a:pt x="487690" y="216772"/>
                    <a:pt x="487690" y="217584"/>
                    <a:pt x="486879" y="218396"/>
                  </a:cubicBezTo>
                  <a:cubicBezTo>
                    <a:pt x="486067" y="218396"/>
                    <a:pt x="485256" y="219208"/>
                    <a:pt x="486067" y="219208"/>
                  </a:cubicBezTo>
                  <a:close/>
                  <a:moveTo>
                    <a:pt x="486879" y="212713"/>
                  </a:moveTo>
                  <a:cubicBezTo>
                    <a:pt x="486879" y="212713"/>
                    <a:pt x="487690" y="212713"/>
                    <a:pt x="487690" y="212713"/>
                  </a:cubicBezTo>
                  <a:cubicBezTo>
                    <a:pt x="487690" y="212713"/>
                    <a:pt x="488501" y="211901"/>
                    <a:pt x="488501" y="211901"/>
                  </a:cubicBezTo>
                  <a:cubicBezTo>
                    <a:pt x="487690" y="211089"/>
                    <a:pt x="486067" y="212713"/>
                    <a:pt x="486879" y="212713"/>
                  </a:cubicBezTo>
                  <a:close/>
                  <a:moveTo>
                    <a:pt x="487690" y="201346"/>
                  </a:moveTo>
                  <a:cubicBezTo>
                    <a:pt x="487690" y="202158"/>
                    <a:pt x="488501" y="202158"/>
                    <a:pt x="488501" y="200534"/>
                  </a:cubicBezTo>
                  <a:cubicBezTo>
                    <a:pt x="488501" y="199722"/>
                    <a:pt x="488501" y="199722"/>
                    <a:pt x="488501" y="199722"/>
                  </a:cubicBezTo>
                  <a:cubicBezTo>
                    <a:pt x="488501" y="198911"/>
                    <a:pt x="487690" y="200534"/>
                    <a:pt x="487690" y="201346"/>
                  </a:cubicBezTo>
                  <a:close/>
                  <a:moveTo>
                    <a:pt x="488501" y="208653"/>
                  </a:moveTo>
                  <a:cubicBezTo>
                    <a:pt x="488501" y="210277"/>
                    <a:pt x="488501" y="210277"/>
                    <a:pt x="488501" y="208653"/>
                  </a:cubicBezTo>
                  <a:cubicBezTo>
                    <a:pt x="489312" y="208653"/>
                    <a:pt x="489312" y="207841"/>
                    <a:pt x="489312" y="207841"/>
                  </a:cubicBezTo>
                  <a:cubicBezTo>
                    <a:pt x="489312" y="207029"/>
                    <a:pt x="489312" y="207029"/>
                    <a:pt x="488501" y="207029"/>
                  </a:cubicBezTo>
                  <a:cubicBezTo>
                    <a:pt x="489312" y="207841"/>
                    <a:pt x="488501" y="208653"/>
                    <a:pt x="488501" y="208653"/>
                  </a:cubicBezTo>
                  <a:close/>
                  <a:moveTo>
                    <a:pt x="489312" y="198099"/>
                  </a:moveTo>
                  <a:cubicBezTo>
                    <a:pt x="490124" y="197287"/>
                    <a:pt x="490124" y="197287"/>
                    <a:pt x="489312" y="198099"/>
                  </a:cubicBezTo>
                  <a:cubicBezTo>
                    <a:pt x="490124" y="197287"/>
                    <a:pt x="489312" y="196475"/>
                    <a:pt x="489312" y="198099"/>
                  </a:cubicBezTo>
                  <a:cubicBezTo>
                    <a:pt x="489312" y="198099"/>
                    <a:pt x="489312" y="198099"/>
                    <a:pt x="489312" y="198099"/>
                  </a:cubicBezTo>
                  <a:close/>
                  <a:moveTo>
                    <a:pt x="491747" y="204594"/>
                  </a:moveTo>
                  <a:cubicBezTo>
                    <a:pt x="491747" y="204594"/>
                    <a:pt x="491747" y="203782"/>
                    <a:pt x="491747" y="204594"/>
                  </a:cubicBezTo>
                  <a:cubicBezTo>
                    <a:pt x="491747" y="202970"/>
                    <a:pt x="491747" y="202970"/>
                    <a:pt x="491747" y="204594"/>
                  </a:cubicBezTo>
                  <a:cubicBezTo>
                    <a:pt x="491747" y="204594"/>
                    <a:pt x="491747" y="204594"/>
                    <a:pt x="491747" y="204594"/>
                  </a:cubicBezTo>
                  <a:close/>
                  <a:moveTo>
                    <a:pt x="492558" y="195663"/>
                  </a:moveTo>
                  <a:cubicBezTo>
                    <a:pt x="493369" y="194851"/>
                    <a:pt x="493369" y="194851"/>
                    <a:pt x="492558" y="195663"/>
                  </a:cubicBezTo>
                  <a:cubicBezTo>
                    <a:pt x="492558" y="197287"/>
                    <a:pt x="494180" y="197287"/>
                    <a:pt x="494180" y="195663"/>
                  </a:cubicBezTo>
                  <a:cubicBezTo>
                    <a:pt x="494180" y="194851"/>
                    <a:pt x="494992" y="194039"/>
                    <a:pt x="494992" y="194039"/>
                  </a:cubicBezTo>
                  <a:cubicBezTo>
                    <a:pt x="494992" y="194039"/>
                    <a:pt x="495803" y="193228"/>
                    <a:pt x="495803" y="192416"/>
                  </a:cubicBezTo>
                  <a:cubicBezTo>
                    <a:pt x="495803" y="191604"/>
                    <a:pt x="496615" y="191604"/>
                    <a:pt x="496615" y="190792"/>
                  </a:cubicBezTo>
                  <a:cubicBezTo>
                    <a:pt x="496615" y="190792"/>
                    <a:pt x="496615" y="189980"/>
                    <a:pt x="497426" y="189168"/>
                  </a:cubicBezTo>
                  <a:cubicBezTo>
                    <a:pt x="498237" y="188356"/>
                    <a:pt x="498237" y="188356"/>
                    <a:pt x="498237" y="188356"/>
                  </a:cubicBezTo>
                  <a:cubicBezTo>
                    <a:pt x="498237" y="187544"/>
                    <a:pt x="496615" y="186732"/>
                    <a:pt x="496615" y="187544"/>
                  </a:cubicBezTo>
                  <a:cubicBezTo>
                    <a:pt x="496615" y="187544"/>
                    <a:pt x="496615" y="188356"/>
                    <a:pt x="496615" y="188356"/>
                  </a:cubicBezTo>
                  <a:cubicBezTo>
                    <a:pt x="496615" y="188356"/>
                    <a:pt x="496615" y="189168"/>
                    <a:pt x="496615" y="189168"/>
                  </a:cubicBezTo>
                  <a:cubicBezTo>
                    <a:pt x="496615" y="189980"/>
                    <a:pt x="496615" y="189980"/>
                    <a:pt x="496615" y="189980"/>
                  </a:cubicBezTo>
                  <a:cubicBezTo>
                    <a:pt x="496615" y="189980"/>
                    <a:pt x="495803" y="189980"/>
                    <a:pt x="495803" y="190792"/>
                  </a:cubicBezTo>
                  <a:cubicBezTo>
                    <a:pt x="495803" y="191604"/>
                    <a:pt x="494992" y="191604"/>
                    <a:pt x="494992" y="191604"/>
                  </a:cubicBezTo>
                  <a:cubicBezTo>
                    <a:pt x="494992" y="191604"/>
                    <a:pt x="494180" y="191604"/>
                    <a:pt x="494180" y="191604"/>
                  </a:cubicBezTo>
                  <a:cubicBezTo>
                    <a:pt x="494180" y="192416"/>
                    <a:pt x="494180" y="192416"/>
                    <a:pt x="494992" y="192416"/>
                  </a:cubicBezTo>
                  <a:cubicBezTo>
                    <a:pt x="495803" y="192416"/>
                    <a:pt x="494992" y="192416"/>
                    <a:pt x="494180" y="193228"/>
                  </a:cubicBezTo>
                  <a:cubicBezTo>
                    <a:pt x="493369" y="193228"/>
                    <a:pt x="492558" y="194039"/>
                    <a:pt x="493369" y="194039"/>
                  </a:cubicBezTo>
                  <a:cubicBezTo>
                    <a:pt x="493369" y="194039"/>
                    <a:pt x="493369" y="194039"/>
                    <a:pt x="493369" y="194851"/>
                  </a:cubicBezTo>
                  <a:cubicBezTo>
                    <a:pt x="493369" y="194851"/>
                    <a:pt x="492558" y="194851"/>
                    <a:pt x="492558" y="194851"/>
                  </a:cubicBezTo>
                  <a:cubicBezTo>
                    <a:pt x="493369" y="194039"/>
                    <a:pt x="492558" y="194851"/>
                    <a:pt x="492558" y="195663"/>
                  </a:cubicBezTo>
                  <a:cubicBezTo>
                    <a:pt x="491747" y="195663"/>
                    <a:pt x="491747" y="195663"/>
                    <a:pt x="492558" y="195663"/>
                  </a:cubicBezTo>
                  <a:close/>
                  <a:moveTo>
                    <a:pt x="492558" y="187544"/>
                  </a:moveTo>
                  <a:cubicBezTo>
                    <a:pt x="492558" y="187544"/>
                    <a:pt x="492558" y="188356"/>
                    <a:pt x="492558" y="187544"/>
                  </a:cubicBezTo>
                  <a:cubicBezTo>
                    <a:pt x="493369" y="187544"/>
                    <a:pt x="493369" y="187544"/>
                    <a:pt x="493369" y="186732"/>
                  </a:cubicBezTo>
                  <a:cubicBezTo>
                    <a:pt x="493369" y="185921"/>
                    <a:pt x="493369" y="186732"/>
                    <a:pt x="492558" y="187544"/>
                  </a:cubicBezTo>
                  <a:cubicBezTo>
                    <a:pt x="492558" y="186732"/>
                    <a:pt x="492558" y="187544"/>
                    <a:pt x="492558" y="187544"/>
                  </a:cubicBezTo>
                  <a:close/>
                  <a:moveTo>
                    <a:pt x="494180" y="190792"/>
                  </a:moveTo>
                  <a:cubicBezTo>
                    <a:pt x="494180" y="189980"/>
                    <a:pt x="494992" y="189168"/>
                    <a:pt x="494992" y="189168"/>
                  </a:cubicBezTo>
                  <a:cubicBezTo>
                    <a:pt x="494992" y="189168"/>
                    <a:pt x="494992" y="189168"/>
                    <a:pt x="494992" y="189980"/>
                  </a:cubicBezTo>
                  <a:cubicBezTo>
                    <a:pt x="494992" y="189980"/>
                    <a:pt x="494992" y="190792"/>
                    <a:pt x="494992" y="189980"/>
                  </a:cubicBezTo>
                  <a:cubicBezTo>
                    <a:pt x="495803" y="189168"/>
                    <a:pt x="495803" y="187544"/>
                    <a:pt x="494992" y="187544"/>
                  </a:cubicBezTo>
                  <a:cubicBezTo>
                    <a:pt x="494992" y="188356"/>
                    <a:pt x="494180" y="189980"/>
                    <a:pt x="494180" y="190792"/>
                  </a:cubicBezTo>
                  <a:cubicBezTo>
                    <a:pt x="493369" y="193228"/>
                    <a:pt x="493369" y="192416"/>
                    <a:pt x="494180" y="190792"/>
                  </a:cubicBezTo>
                  <a:close/>
                  <a:moveTo>
                    <a:pt x="494992" y="184297"/>
                  </a:moveTo>
                  <a:cubicBezTo>
                    <a:pt x="495803" y="184297"/>
                    <a:pt x="495803" y="183485"/>
                    <a:pt x="495803" y="183485"/>
                  </a:cubicBezTo>
                  <a:cubicBezTo>
                    <a:pt x="495803" y="183485"/>
                    <a:pt x="494992" y="183485"/>
                    <a:pt x="494992" y="184297"/>
                  </a:cubicBezTo>
                  <a:cubicBezTo>
                    <a:pt x="494992" y="184297"/>
                    <a:pt x="494180" y="184297"/>
                    <a:pt x="494992" y="184297"/>
                  </a:cubicBezTo>
                  <a:cubicBezTo>
                    <a:pt x="494180" y="185109"/>
                    <a:pt x="494992" y="184297"/>
                    <a:pt x="494992" y="184297"/>
                  </a:cubicBezTo>
                  <a:close/>
                  <a:moveTo>
                    <a:pt x="495803" y="187544"/>
                  </a:moveTo>
                  <a:cubicBezTo>
                    <a:pt x="495803" y="187544"/>
                    <a:pt x="496615" y="187544"/>
                    <a:pt x="495803" y="187544"/>
                  </a:cubicBezTo>
                  <a:cubicBezTo>
                    <a:pt x="496615" y="186732"/>
                    <a:pt x="496615" y="186732"/>
                    <a:pt x="495803" y="186732"/>
                  </a:cubicBezTo>
                  <a:cubicBezTo>
                    <a:pt x="495803" y="186732"/>
                    <a:pt x="494992" y="187544"/>
                    <a:pt x="495803" y="187544"/>
                  </a:cubicBezTo>
                  <a:cubicBezTo>
                    <a:pt x="494992" y="187544"/>
                    <a:pt x="495803" y="187544"/>
                    <a:pt x="495803" y="187544"/>
                  </a:cubicBezTo>
                  <a:close/>
                  <a:moveTo>
                    <a:pt x="496615" y="202158"/>
                  </a:moveTo>
                  <a:cubicBezTo>
                    <a:pt x="496615" y="202158"/>
                    <a:pt x="497426" y="202158"/>
                    <a:pt x="496615" y="202158"/>
                  </a:cubicBezTo>
                  <a:cubicBezTo>
                    <a:pt x="497426" y="201346"/>
                    <a:pt x="497426" y="201346"/>
                    <a:pt x="497426" y="201346"/>
                  </a:cubicBezTo>
                  <a:cubicBezTo>
                    <a:pt x="497426" y="201346"/>
                    <a:pt x="497426" y="201346"/>
                    <a:pt x="497426" y="201346"/>
                  </a:cubicBezTo>
                  <a:cubicBezTo>
                    <a:pt x="497426" y="201346"/>
                    <a:pt x="497426" y="200534"/>
                    <a:pt x="496615" y="201346"/>
                  </a:cubicBezTo>
                  <a:cubicBezTo>
                    <a:pt x="495803" y="201346"/>
                    <a:pt x="495803" y="202158"/>
                    <a:pt x="496615" y="202158"/>
                  </a:cubicBezTo>
                  <a:close/>
                  <a:moveTo>
                    <a:pt x="496615" y="181049"/>
                  </a:moveTo>
                  <a:cubicBezTo>
                    <a:pt x="497426" y="181861"/>
                    <a:pt x="497426" y="181861"/>
                    <a:pt x="496615" y="181049"/>
                  </a:cubicBezTo>
                  <a:cubicBezTo>
                    <a:pt x="496615" y="181049"/>
                    <a:pt x="497426" y="180237"/>
                    <a:pt x="498237" y="179425"/>
                  </a:cubicBezTo>
                  <a:cubicBezTo>
                    <a:pt x="499860" y="176990"/>
                    <a:pt x="499860" y="176990"/>
                    <a:pt x="498237" y="179425"/>
                  </a:cubicBezTo>
                  <a:cubicBezTo>
                    <a:pt x="496615" y="180237"/>
                    <a:pt x="496615" y="181049"/>
                    <a:pt x="496615" y="181049"/>
                  </a:cubicBezTo>
                  <a:close/>
                  <a:moveTo>
                    <a:pt x="498237" y="185109"/>
                  </a:moveTo>
                  <a:cubicBezTo>
                    <a:pt x="498237" y="185109"/>
                    <a:pt x="499048" y="184297"/>
                    <a:pt x="499860" y="183485"/>
                  </a:cubicBezTo>
                  <a:cubicBezTo>
                    <a:pt x="500671" y="182673"/>
                    <a:pt x="500671" y="181861"/>
                    <a:pt x="501482" y="181861"/>
                  </a:cubicBezTo>
                  <a:cubicBezTo>
                    <a:pt x="502294" y="181861"/>
                    <a:pt x="503916" y="180237"/>
                    <a:pt x="503916" y="179425"/>
                  </a:cubicBezTo>
                  <a:cubicBezTo>
                    <a:pt x="503916" y="178614"/>
                    <a:pt x="503916" y="178614"/>
                    <a:pt x="503105" y="179425"/>
                  </a:cubicBezTo>
                  <a:cubicBezTo>
                    <a:pt x="502294" y="180237"/>
                    <a:pt x="502294" y="180237"/>
                    <a:pt x="502294" y="179425"/>
                  </a:cubicBezTo>
                  <a:cubicBezTo>
                    <a:pt x="503105" y="177802"/>
                    <a:pt x="502294" y="178614"/>
                    <a:pt x="500671" y="181861"/>
                  </a:cubicBezTo>
                  <a:cubicBezTo>
                    <a:pt x="498237" y="183485"/>
                    <a:pt x="497426" y="185109"/>
                    <a:pt x="498237" y="185109"/>
                  </a:cubicBezTo>
                  <a:cubicBezTo>
                    <a:pt x="497426" y="185109"/>
                    <a:pt x="497426" y="185109"/>
                    <a:pt x="497426" y="185109"/>
                  </a:cubicBezTo>
                  <a:cubicBezTo>
                    <a:pt x="496615" y="185921"/>
                    <a:pt x="497426" y="185921"/>
                    <a:pt x="498237" y="185109"/>
                  </a:cubicBezTo>
                  <a:close/>
                  <a:moveTo>
                    <a:pt x="498237" y="187544"/>
                  </a:moveTo>
                  <a:cubicBezTo>
                    <a:pt x="498237" y="187544"/>
                    <a:pt x="499048" y="187544"/>
                    <a:pt x="498237" y="187544"/>
                  </a:cubicBezTo>
                  <a:cubicBezTo>
                    <a:pt x="499048" y="189168"/>
                    <a:pt x="499860" y="187544"/>
                    <a:pt x="499860" y="186732"/>
                  </a:cubicBezTo>
                  <a:cubicBezTo>
                    <a:pt x="499860" y="185921"/>
                    <a:pt x="500671" y="185921"/>
                    <a:pt x="501482" y="185921"/>
                  </a:cubicBezTo>
                  <a:cubicBezTo>
                    <a:pt x="502294" y="185921"/>
                    <a:pt x="503105" y="185921"/>
                    <a:pt x="503105" y="185109"/>
                  </a:cubicBezTo>
                  <a:cubicBezTo>
                    <a:pt x="503105" y="185109"/>
                    <a:pt x="503105" y="185109"/>
                    <a:pt x="502294" y="185109"/>
                  </a:cubicBezTo>
                  <a:cubicBezTo>
                    <a:pt x="501482" y="185109"/>
                    <a:pt x="500671" y="185109"/>
                    <a:pt x="500671" y="185109"/>
                  </a:cubicBezTo>
                  <a:cubicBezTo>
                    <a:pt x="500671" y="185109"/>
                    <a:pt x="500671" y="184297"/>
                    <a:pt x="500671" y="184297"/>
                  </a:cubicBezTo>
                  <a:cubicBezTo>
                    <a:pt x="500671" y="183485"/>
                    <a:pt x="500671" y="183485"/>
                    <a:pt x="499860" y="184297"/>
                  </a:cubicBezTo>
                  <a:cubicBezTo>
                    <a:pt x="499048" y="185109"/>
                    <a:pt x="499860" y="185109"/>
                    <a:pt x="499860" y="185921"/>
                  </a:cubicBezTo>
                  <a:cubicBezTo>
                    <a:pt x="499860" y="185921"/>
                    <a:pt x="499860" y="186732"/>
                    <a:pt x="499860" y="186732"/>
                  </a:cubicBezTo>
                  <a:cubicBezTo>
                    <a:pt x="499860" y="186732"/>
                    <a:pt x="499860" y="186732"/>
                    <a:pt x="499860" y="187544"/>
                  </a:cubicBezTo>
                  <a:cubicBezTo>
                    <a:pt x="499048" y="186732"/>
                    <a:pt x="499048" y="186732"/>
                    <a:pt x="498237" y="187544"/>
                  </a:cubicBezTo>
                  <a:cubicBezTo>
                    <a:pt x="498237" y="186732"/>
                    <a:pt x="497426" y="186732"/>
                    <a:pt x="498237" y="187544"/>
                  </a:cubicBezTo>
                  <a:cubicBezTo>
                    <a:pt x="497426" y="187544"/>
                    <a:pt x="497426" y="187544"/>
                    <a:pt x="498237" y="187544"/>
                  </a:cubicBezTo>
                  <a:close/>
                  <a:moveTo>
                    <a:pt x="498237" y="198099"/>
                  </a:moveTo>
                  <a:cubicBezTo>
                    <a:pt x="498237" y="197287"/>
                    <a:pt x="498237" y="197287"/>
                    <a:pt x="498237" y="198099"/>
                  </a:cubicBezTo>
                  <a:cubicBezTo>
                    <a:pt x="498237" y="197287"/>
                    <a:pt x="498237" y="197287"/>
                    <a:pt x="498237" y="198099"/>
                  </a:cubicBezTo>
                  <a:cubicBezTo>
                    <a:pt x="497426" y="198099"/>
                    <a:pt x="497426" y="198099"/>
                    <a:pt x="498237" y="198099"/>
                  </a:cubicBezTo>
                  <a:close/>
                  <a:moveTo>
                    <a:pt x="499048" y="198911"/>
                  </a:moveTo>
                  <a:cubicBezTo>
                    <a:pt x="499048" y="199722"/>
                    <a:pt x="499048" y="198911"/>
                    <a:pt x="499048" y="198911"/>
                  </a:cubicBezTo>
                  <a:cubicBezTo>
                    <a:pt x="499048" y="198099"/>
                    <a:pt x="499048" y="198099"/>
                    <a:pt x="499048" y="198911"/>
                  </a:cubicBezTo>
                  <a:cubicBezTo>
                    <a:pt x="499048" y="198099"/>
                    <a:pt x="498237" y="198911"/>
                    <a:pt x="499048" y="198911"/>
                  </a:cubicBezTo>
                  <a:close/>
                  <a:moveTo>
                    <a:pt x="499860" y="189168"/>
                  </a:moveTo>
                  <a:cubicBezTo>
                    <a:pt x="499860" y="189168"/>
                    <a:pt x="499860" y="189168"/>
                    <a:pt x="499860" y="189168"/>
                  </a:cubicBezTo>
                  <a:cubicBezTo>
                    <a:pt x="499860" y="189168"/>
                    <a:pt x="499860" y="189168"/>
                    <a:pt x="499860" y="189168"/>
                  </a:cubicBezTo>
                  <a:cubicBezTo>
                    <a:pt x="499048" y="188356"/>
                    <a:pt x="499048" y="188356"/>
                    <a:pt x="499860" y="189168"/>
                  </a:cubicBezTo>
                  <a:cubicBezTo>
                    <a:pt x="499048" y="189168"/>
                    <a:pt x="499048" y="189168"/>
                    <a:pt x="499860" y="189168"/>
                  </a:cubicBezTo>
                  <a:close/>
                  <a:moveTo>
                    <a:pt x="499860" y="175366"/>
                  </a:moveTo>
                  <a:cubicBezTo>
                    <a:pt x="499860" y="176178"/>
                    <a:pt x="499860" y="176178"/>
                    <a:pt x="499860" y="175366"/>
                  </a:cubicBezTo>
                  <a:cubicBezTo>
                    <a:pt x="500671" y="175366"/>
                    <a:pt x="501482" y="174554"/>
                    <a:pt x="501482" y="173742"/>
                  </a:cubicBezTo>
                  <a:cubicBezTo>
                    <a:pt x="502294" y="172931"/>
                    <a:pt x="502294" y="172931"/>
                    <a:pt x="500671" y="173742"/>
                  </a:cubicBezTo>
                  <a:cubicBezTo>
                    <a:pt x="500671" y="174554"/>
                    <a:pt x="499860" y="175366"/>
                    <a:pt x="499860" y="175366"/>
                  </a:cubicBezTo>
                  <a:close/>
                  <a:moveTo>
                    <a:pt x="502294" y="177802"/>
                  </a:moveTo>
                  <a:cubicBezTo>
                    <a:pt x="503105" y="177802"/>
                    <a:pt x="503916" y="176990"/>
                    <a:pt x="503916" y="176178"/>
                  </a:cubicBezTo>
                  <a:cubicBezTo>
                    <a:pt x="503916" y="175366"/>
                    <a:pt x="503916" y="175366"/>
                    <a:pt x="503105" y="176178"/>
                  </a:cubicBezTo>
                  <a:cubicBezTo>
                    <a:pt x="501482" y="177802"/>
                    <a:pt x="501482" y="177802"/>
                    <a:pt x="502294" y="177802"/>
                  </a:cubicBezTo>
                  <a:close/>
                  <a:moveTo>
                    <a:pt x="503916" y="189168"/>
                  </a:moveTo>
                  <a:cubicBezTo>
                    <a:pt x="503916" y="189168"/>
                    <a:pt x="503916" y="189168"/>
                    <a:pt x="503916" y="189168"/>
                  </a:cubicBezTo>
                  <a:cubicBezTo>
                    <a:pt x="503916" y="188356"/>
                    <a:pt x="503916" y="188356"/>
                    <a:pt x="503916" y="189168"/>
                  </a:cubicBezTo>
                  <a:cubicBezTo>
                    <a:pt x="503105" y="189980"/>
                    <a:pt x="503105" y="189980"/>
                    <a:pt x="503916" y="189168"/>
                  </a:cubicBezTo>
                  <a:close/>
                  <a:moveTo>
                    <a:pt x="503916" y="178614"/>
                  </a:moveTo>
                  <a:cubicBezTo>
                    <a:pt x="503916" y="178614"/>
                    <a:pt x="503916" y="177802"/>
                    <a:pt x="503916" y="178614"/>
                  </a:cubicBezTo>
                  <a:cubicBezTo>
                    <a:pt x="504728" y="177802"/>
                    <a:pt x="503916" y="177802"/>
                    <a:pt x="503916" y="177802"/>
                  </a:cubicBezTo>
                  <a:cubicBezTo>
                    <a:pt x="503916" y="176990"/>
                    <a:pt x="503105" y="177802"/>
                    <a:pt x="503916" y="178614"/>
                  </a:cubicBezTo>
                  <a:cubicBezTo>
                    <a:pt x="503105" y="178614"/>
                    <a:pt x="503916" y="178614"/>
                    <a:pt x="503916" y="178614"/>
                  </a:cubicBezTo>
                  <a:close/>
                  <a:moveTo>
                    <a:pt x="504728" y="176990"/>
                  </a:moveTo>
                  <a:cubicBezTo>
                    <a:pt x="504728" y="176990"/>
                    <a:pt x="505539" y="176990"/>
                    <a:pt x="504728" y="176990"/>
                  </a:cubicBezTo>
                  <a:cubicBezTo>
                    <a:pt x="505539" y="176178"/>
                    <a:pt x="505539" y="175366"/>
                    <a:pt x="504728" y="175366"/>
                  </a:cubicBezTo>
                  <a:cubicBezTo>
                    <a:pt x="504728" y="176178"/>
                    <a:pt x="504728" y="176178"/>
                    <a:pt x="504728" y="176990"/>
                  </a:cubicBezTo>
                  <a:cubicBezTo>
                    <a:pt x="504728" y="176990"/>
                    <a:pt x="504728" y="176990"/>
                    <a:pt x="504728" y="176990"/>
                  </a:cubicBezTo>
                  <a:close/>
                  <a:moveTo>
                    <a:pt x="506350" y="172931"/>
                  </a:moveTo>
                  <a:cubicBezTo>
                    <a:pt x="506350" y="172931"/>
                    <a:pt x="507162" y="172931"/>
                    <a:pt x="506350" y="172931"/>
                  </a:cubicBezTo>
                  <a:cubicBezTo>
                    <a:pt x="507162" y="172931"/>
                    <a:pt x="506350" y="173742"/>
                    <a:pt x="506350" y="172931"/>
                  </a:cubicBezTo>
                  <a:cubicBezTo>
                    <a:pt x="506350" y="173742"/>
                    <a:pt x="506350" y="173742"/>
                    <a:pt x="506350" y="174554"/>
                  </a:cubicBezTo>
                  <a:cubicBezTo>
                    <a:pt x="506350" y="175366"/>
                    <a:pt x="507973" y="174554"/>
                    <a:pt x="507973" y="172931"/>
                  </a:cubicBezTo>
                  <a:cubicBezTo>
                    <a:pt x="507973" y="172119"/>
                    <a:pt x="508784" y="172119"/>
                    <a:pt x="508784" y="172119"/>
                  </a:cubicBezTo>
                  <a:cubicBezTo>
                    <a:pt x="508784" y="172119"/>
                    <a:pt x="509595" y="172119"/>
                    <a:pt x="509595" y="172119"/>
                  </a:cubicBezTo>
                  <a:cubicBezTo>
                    <a:pt x="509595" y="172119"/>
                    <a:pt x="509595" y="171307"/>
                    <a:pt x="508784" y="171307"/>
                  </a:cubicBezTo>
                  <a:cubicBezTo>
                    <a:pt x="507973" y="171307"/>
                    <a:pt x="507973" y="171307"/>
                    <a:pt x="507973" y="171307"/>
                  </a:cubicBezTo>
                  <a:cubicBezTo>
                    <a:pt x="507973" y="171307"/>
                    <a:pt x="507973" y="171307"/>
                    <a:pt x="507973" y="171307"/>
                  </a:cubicBezTo>
                  <a:lnTo>
                    <a:pt x="506350" y="172931"/>
                  </a:lnTo>
                  <a:cubicBezTo>
                    <a:pt x="506350" y="172119"/>
                    <a:pt x="505539" y="172931"/>
                    <a:pt x="506350" y="172931"/>
                  </a:cubicBezTo>
                  <a:cubicBezTo>
                    <a:pt x="505539" y="173742"/>
                    <a:pt x="505539" y="173742"/>
                    <a:pt x="506350" y="172931"/>
                  </a:cubicBezTo>
                  <a:close/>
                  <a:moveTo>
                    <a:pt x="507162" y="141267"/>
                  </a:moveTo>
                  <a:cubicBezTo>
                    <a:pt x="507973" y="141267"/>
                    <a:pt x="507973" y="141267"/>
                    <a:pt x="507973" y="141267"/>
                  </a:cubicBezTo>
                  <a:cubicBezTo>
                    <a:pt x="507973" y="139643"/>
                    <a:pt x="507973" y="139643"/>
                    <a:pt x="507162" y="141267"/>
                  </a:cubicBezTo>
                  <a:cubicBezTo>
                    <a:pt x="506350" y="141267"/>
                    <a:pt x="506350" y="141267"/>
                    <a:pt x="507162" y="141267"/>
                  </a:cubicBezTo>
                  <a:close/>
                  <a:moveTo>
                    <a:pt x="508784" y="176178"/>
                  </a:moveTo>
                  <a:cubicBezTo>
                    <a:pt x="508784" y="176178"/>
                    <a:pt x="509595" y="175366"/>
                    <a:pt x="509595" y="175366"/>
                  </a:cubicBezTo>
                  <a:cubicBezTo>
                    <a:pt x="509595" y="174554"/>
                    <a:pt x="508784" y="175366"/>
                    <a:pt x="508784" y="176178"/>
                  </a:cubicBezTo>
                  <a:cubicBezTo>
                    <a:pt x="507973" y="175366"/>
                    <a:pt x="507973" y="176178"/>
                    <a:pt x="508784" y="176178"/>
                  </a:cubicBezTo>
                  <a:cubicBezTo>
                    <a:pt x="507973" y="176178"/>
                    <a:pt x="507973" y="176178"/>
                    <a:pt x="508784" y="176178"/>
                  </a:cubicBezTo>
                  <a:close/>
                  <a:moveTo>
                    <a:pt x="510407" y="139643"/>
                  </a:moveTo>
                  <a:cubicBezTo>
                    <a:pt x="511218" y="138831"/>
                    <a:pt x="512841" y="138020"/>
                    <a:pt x="513652" y="138020"/>
                  </a:cubicBezTo>
                  <a:cubicBezTo>
                    <a:pt x="515275" y="137208"/>
                    <a:pt x="520954" y="133148"/>
                    <a:pt x="523388" y="130713"/>
                  </a:cubicBezTo>
                  <a:cubicBezTo>
                    <a:pt x="524199" y="129901"/>
                    <a:pt x="526633" y="128277"/>
                    <a:pt x="529067" y="126653"/>
                  </a:cubicBezTo>
                  <a:cubicBezTo>
                    <a:pt x="531501" y="125030"/>
                    <a:pt x="533935" y="123406"/>
                    <a:pt x="533935" y="122594"/>
                  </a:cubicBezTo>
                  <a:cubicBezTo>
                    <a:pt x="533935" y="122594"/>
                    <a:pt x="532312" y="123406"/>
                    <a:pt x="530690" y="125030"/>
                  </a:cubicBezTo>
                  <a:cubicBezTo>
                    <a:pt x="529067" y="126653"/>
                    <a:pt x="526633" y="128277"/>
                    <a:pt x="525822" y="128277"/>
                  </a:cubicBezTo>
                  <a:cubicBezTo>
                    <a:pt x="525011" y="129089"/>
                    <a:pt x="522576" y="129901"/>
                    <a:pt x="520954" y="131525"/>
                  </a:cubicBezTo>
                  <a:cubicBezTo>
                    <a:pt x="519331" y="133148"/>
                    <a:pt x="516086" y="134772"/>
                    <a:pt x="514463" y="136396"/>
                  </a:cubicBezTo>
                  <a:cubicBezTo>
                    <a:pt x="512841" y="136396"/>
                    <a:pt x="511218" y="138020"/>
                    <a:pt x="510407" y="139643"/>
                  </a:cubicBezTo>
                  <a:lnTo>
                    <a:pt x="508784" y="140455"/>
                  </a:lnTo>
                  <a:lnTo>
                    <a:pt x="510407" y="139643"/>
                  </a:lnTo>
                  <a:close/>
                  <a:moveTo>
                    <a:pt x="508784" y="168059"/>
                  </a:moveTo>
                  <a:cubicBezTo>
                    <a:pt x="509595" y="168059"/>
                    <a:pt x="509595" y="167247"/>
                    <a:pt x="509595" y="167247"/>
                  </a:cubicBezTo>
                  <a:cubicBezTo>
                    <a:pt x="509595" y="167247"/>
                    <a:pt x="509595" y="167247"/>
                    <a:pt x="508784" y="168059"/>
                  </a:cubicBezTo>
                  <a:cubicBezTo>
                    <a:pt x="507973" y="168871"/>
                    <a:pt x="507973" y="168871"/>
                    <a:pt x="508784" y="168059"/>
                  </a:cubicBezTo>
                  <a:close/>
                  <a:moveTo>
                    <a:pt x="509595" y="169683"/>
                  </a:moveTo>
                  <a:cubicBezTo>
                    <a:pt x="509595" y="168871"/>
                    <a:pt x="509595" y="168871"/>
                    <a:pt x="509595" y="169683"/>
                  </a:cubicBezTo>
                  <a:cubicBezTo>
                    <a:pt x="509595" y="169683"/>
                    <a:pt x="508784" y="169683"/>
                    <a:pt x="509595" y="169683"/>
                  </a:cubicBezTo>
                  <a:cubicBezTo>
                    <a:pt x="508784" y="170495"/>
                    <a:pt x="509595" y="170495"/>
                    <a:pt x="509595" y="169683"/>
                  </a:cubicBezTo>
                  <a:close/>
                  <a:moveTo>
                    <a:pt x="509595" y="162376"/>
                  </a:moveTo>
                  <a:cubicBezTo>
                    <a:pt x="510407" y="162376"/>
                    <a:pt x="510407" y="161564"/>
                    <a:pt x="509595" y="162376"/>
                  </a:cubicBezTo>
                  <a:cubicBezTo>
                    <a:pt x="509595" y="161564"/>
                    <a:pt x="509595" y="161564"/>
                    <a:pt x="509595" y="161564"/>
                  </a:cubicBezTo>
                  <a:cubicBezTo>
                    <a:pt x="508784" y="161564"/>
                    <a:pt x="508784" y="162376"/>
                    <a:pt x="509595" y="162376"/>
                  </a:cubicBezTo>
                  <a:close/>
                  <a:moveTo>
                    <a:pt x="510407" y="159940"/>
                  </a:moveTo>
                  <a:cubicBezTo>
                    <a:pt x="511218" y="159940"/>
                    <a:pt x="511218" y="159940"/>
                    <a:pt x="510407" y="159940"/>
                  </a:cubicBezTo>
                  <a:cubicBezTo>
                    <a:pt x="511218" y="159128"/>
                    <a:pt x="510407" y="159940"/>
                    <a:pt x="510407" y="159940"/>
                  </a:cubicBezTo>
                  <a:cubicBezTo>
                    <a:pt x="510407" y="160752"/>
                    <a:pt x="510407" y="160752"/>
                    <a:pt x="510407" y="159940"/>
                  </a:cubicBezTo>
                  <a:close/>
                  <a:moveTo>
                    <a:pt x="512029" y="165624"/>
                  </a:moveTo>
                  <a:cubicBezTo>
                    <a:pt x="512841" y="165624"/>
                    <a:pt x="512841" y="165624"/>
                    <a:pt x="512029" y="165624"/>
                  </a:cubicBezTo>
                  <a:cubicBezTo>
                    <a:pt x="512841" y="164812"/>
                    <a:pt x="512841" y="164812"/>
                    <a:pt x="512029" y="165624"/>
                  </a:cubicBezTo>
                  <a:cubicBezTo>
                    <a:pt x="512029" y="165624"/>
                    <a:pt x="512029" y="165624"/>
                    <a:pt x="512029" y="165624"/>
                  </a:cubicBezTo>
                  <a:cubicBezTo>
                    <a:pt x="512029" y="165624"/>
                    <a:pt x="512029" y="166435"/>
                    <a:pt x="512029" y="165624"/>
                  </a:cubicBezTo>
                  <a:close/>
                  <a:moveTo>
                    <a:pt x="514463" y="163188"/>
                  </a:moveTo>
                  <a:cubicBezTo>
                    <a:pt x="515275" y="162376"/>
                    <a:pt x="515275" y="161564"/>
                    <a:pt x="515275" y="161564"/>
                  </a:cubicBezTo>
                  <a:cubicBezTo>
                    <a:pt x="515275" y="161564"/>
                    <a:pt x="516086" y="160752"/>
                    <a:pt x="516897" y="159940"/>
                  </a:cubicBezTo>
                  <a:cubicBezTo>
                    <a:pt x="518520" y="158317"/>
                    <a:pt x="518520" y="157505"/>
                    <a:pt x="517708" y="157505"/>
                  </a:cubicBezTo>
                  <a:cubicBezTo>
                    <a:pt x="516897" y="157505"/>
                    <a:pt x="512841" y="164000"/>
                    <a:pt x="512841" y="164000"/>
                  </a:cubicBezTo>
                  <a:cubicBezTo>
                    <a:pt x="512841" y="164812"/>
                    <a:pt x="513652" y="164000"/>
                    <a:pt x="514463" y="163188"/>
                  </a:cubicBezTo>
                  <a:close/>
                  <a:moveTo>
                    <a:pt x="520954" y="153445"/>
                  </a:moveTo>
                  <a:cubicBezTo>
                    <a:pt x="520954" y="153445"/>
                    <a:pt x="521765" y="153445"/>
                    <a:pt x="520954" y="153445"/>
                  </a:cubicBezTo>
                  <a:cubicBezTo>
                    <a:pt x="521765" y="151822"/>
                    <a:pt x="521765" y="151822"/>
                    <a:pt x="520954" y="151822"/>
                  </a:cubicBezTo>
                  <a:cubicBezTo>
                    <a:pt x="520954" y="152634"/>
                    <a:pt x="520143" y="153445"/>
                    <a:pt x="520954" y="153445"/>
                  </a:cubicBezTo>
                  <a:close/>
                  <a:moveTo>
                    <a:pt x="522576" y="155881"/>
                  </a:moveTo>
                  <a:cubicBezTo>
                    <a:pt x="523388" y="155069"/>
                    <a:pt x="523388" y="155069"/>
                    <a:pt x="523388" y="155069"/>
                  </a:cubicBezTo>
                  <a:cubicBezTo>
                    <a:pt x="523388" y="154257"/>
                    <a:pt x="522576" y="154257"/>
                    <a:pt x="522576" y="155881"/>
                  </a:cubicBezTo>
                  <a:cubicBezTo>
                    <a:pt x="521765" y="155881"/>
                    <a:pt x="521765" y="156693"/>
                    <a:pt x="522576" y="155881"/>
                  </a:cubicBezTo>
                  <a:close/>
                  <a:moveTo>
                    <a:pt x="523388" y="142891"/>
                  </a:moveTo>
                  <a:cubicBezTo>
                    <a:pt x="523388" y="142891"/>
                    <a:pt x="524199" y="142079"/>
                    <a:pt x="525011" y="142079"/>
                  </a:cubicBezTo>
                  <a:cubicBezTo>
                    <a:pt x="525822" y="141267"/>
                    <a:pt x="525822" y="140455"/>
                    <a:pt x="525822" y="140455"/>
                  </a:cubicBezTo>
                  <a:cubicBezTo>
                    <a:pt x="525822" y="140455"/>
                    <a:pt x="525011" y="141267"/>
                    <a:pt x="524199" y="141267"/>
                  </a:cubicBezTo>
                  <a:cubicBezTo>
                    <a:pt x="523388" y="142079"/>
                    <a:pt x="523388" y="142891"/>
                    <a:pt x="523388" y="142891"/>
                  </a:cubicBezTo>
                  <a:close/>
                  <a:moveTo>
                    <a:pt x="525011" y="151822"/>
                  </a:moveTo>
                  <a:cubicBezTo>
                    <a:pt x="525011" y="151822"/>
                    <a:pt x="525822" y="151010"/>
                    <a:pt x="526633" y="151010"/>
                  </a:cubicBezTo>
                  <a:cubicBezTo>
                    <a:pt x="527444" y="149386"/>
                    <a:pt x="528256" y="149386"/>
                    <a:pt x="526633" y="149386"/>
                  </a:cubicBezTo>
                  <a:cubicBezTo>
                    <a:pt x="526633" y="149386"/>
                    <a:pt x="525822" y="150198"/>
                    <a:pt x="525822" y="150198"/>
                  </a:cubicBezTo>
                  <a:cubicBezTo>
                    <a:pt x="526633" y="150198"/>
                    <a:pt x="525822" y="151010"/>
                    <a:pt x="525011" y="151822"/>
                  </a:cubicBezTo>
                  <a:cubicBezTo>
                    <a:pt x="525011" y="151822"/>
                    <a:pt x="525011" y="151822"/>
                    <a:pt x="525011" y="151822"/>
                  </a:cubicBezTo>
                  <a:close/>
                  <a:moveTo>
                    <a:pt x="529067" y="146950"/>
                  </a:moveTo>
                  <a:cubicBezTo>
                    <a:pt x="529878" y="146138"/>
                    <a:pt x="529067" y="146138"/>
                    <a:pt x="529067" y="146950"/>
                  </a:cubicBezTo>
                  <a:cubicBezTo>
                    <a:pt x="527444" y="147762"/>
                    <a:pt x="527444" y="148574"/>
                    <a:pt x="527444" y="148574"/>
                  </a:cubicBezTo>
                  <a:cubicBezTo>
                    <a:pt x="527444" y="149386"/>
                    <a:pt x="529067" y="147762"/>
                    <a:pt x="529067" y="146950"/>
                  </a:cubicBezTo>
                  <a:close/>
                  <a:moveTo>
                    <a:pt x="537991" y="119346"/>
                  </a:moveTo>
                  <a:cubicBezTo>
                    <a:pt x="537991" y="119346"/>
                    <a:pt x="538803" y="119346"/>
                    <a:pt x="538803" y="118534"/>
                  </a:cubicBezTo>
                  <a:cubicBezTo>
                    <a:pt x="538803" y="117723"/>
                    <a:pt x="539614" y="117723"/>
                    <a:pt x="539614" y="117723"/>
                  </a:cubicBezTo>
                  <a:cubicBezTo>
                    <a:pt x="539614" y="117723"/>
                    <a:pt x="538803" y="117723"/>
                    <a:pt x="538803" y="118534"/>
                  </a:cubicBezTo>
                  <a:cubicBezTo>
                    <a:pt x="537991" y="119346"/>
                    <a:pt x="537991" y="119346"/>
                    <a:pt x="537991" y="119346"/>
                  </a:cubicBez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53" name="Freeform 752">
              <a:extLst>
                <a:ext uri="{FF2B5EF4-FFF2-40B4-BE49-F238E27FC236}">
                  <a16:creationId xmlns:a16="http://schemas.microsoft.com/office/drawing/2014/main" id="{E6ACD86B-61A3-FFF1-3493-47042697786A}"/>
                </a:ext>
              </a:extLst>
            </p:cNvPr>
            <p:cNvSpPr/>
            <p:nvPr/>
          </p:nvSpPr>
          <p:spPr>
            <a:xfrm>
              <a:off x="6419957" y="-1081905"/>
              <a:ext cx="34886" cy="52772"/>
            </a:xfrm>
            <a:custGeom>
              <a:avLst/>
              <a:gdLst>
                <a:gd name="connsiteX0" fmla="*/ 0 w 34886"/>
                <a:gd name="connsiteY0" fmla="*/ 52772 h 52772"/>
                <a:gd name="connsiteX1" fmla="*/ 0 w 34886"/>
                <a:gd name="connsiteY1" fmla="*/ 0 h 52772"/>
                <a:gd name="connsiteX2" fmla="*/ 34886 w 34886"/>
                <a:gd name="connsiteY2" fmla="*/ 0 h 52772"/>
                <a:gd name="connsiteX3" fmla="*/ 34886 w 34886"/>
                <a:gd name="connsiteY3" fmla="*/ 9743 h 52772"/>
                <a:gd name="connsiteX4" fmla="*/ 11358 w 34886"/>
                <a:gd name="connsiteY4" fmla="*/ 9743 h 52772"/>
                <a:gd name="connsiteX5" fmla="*/ 11358 w 34886"/>
                <a:gd name="connsiteY5" fmla="*/ 22733 h 52772"/>
                <a:gd name="connsiteX6" fmla="*/ 30830 w 34886"/>
                <a:gd name="connsiteY6" fmla="*/ 22733 h 52772"/>
                <a:gd name="connsiteX7" fmla="*/ 30830 w 34886"/>
                <a:gd name="connsiteY7" fmla="*/ 32475 h 52772"/>
                <a:gd name="connsiteX8" fmla="*/ 11358 w 34886"/>
                <a:gd name="connsiteY8" fmla="*/ 32475 h 52772"/>
                <a:gd name="connsiteX9" fmla="*/ 11358 w 34886"/>
                <a:gd name="connsiteY9"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86" h="52772">
                  <a:moveTo>
                    <a:pt x="0" y="52772"/>
                  </a:moveTo>
                  <a:lnTo>
                    <a:pt x="0" y="0"/>
                  </a:lnTo>
                  <a:lnTo>
                    <a:pt x="34886" y="0"/>
                  </a:lnTo>
                  <a:lnTo>
                    <a:pt x="34886" y="9743"/>
                  </a:lnTo>
                  <a:lnTo>
                    <a:pt x="11358" y="9743"/>
                  </a:lnTo>
                  <a:lnTo>
                    <a:pt x="11358" y="22733"/>
                  </a:lnTo>
                  <a:lnTo>
                    <a:pt x="30830" y="22733"/>
                  </a:lnTo>
                  <a:lnTo>
                    <a:pt x="30830" y="32475"/>
                  </a:lnTo>
                  <a:lnTo>
                    <a:pt x="11358" y="32475"/>
                  </a:lnTo>
                  <a:lnTo>
                    <a:pt x="11358"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754" name="Graphic 695">
              <a:extLst>
                <a:ext uri="{FF2B5EF4-FFF2-40B4-BE49-F238E27FC236}">
                  <a16:creationId xmlns:a16="http://schemas.microsoft.com/office/drawing/2014/main" id="{2A873FEF-1CC7-FFF8-F38A-CA242D392B56}"/>
                </a:ext>
              </a:extLst>
            </p:cNvPr>
            <p:cNvGrpSpPr/>
            <p:nvPr/>
          </p:nvGrpSpPr>
          <p:grpSpPr>
            <a:xfrm>
              <a:off x="6459711" y="-1082717"/>
              <a:ext cx="219866" cy="55207"/>
              <a:chOff x="6459711" y="-1082717"/>
              <a:chExt cx="219866" cy="55207"/>
            </a:xfrm>
            <a:solidFill>
              <a:srgbClr val="231F20"/>
            </a:solidFill>
          </p:grpSpPr>
          <p:sp>
            <p:nvSpPr>
              <p:cNvPr id="755" name="Freeform 754">
                <a:extLst>
                  <a:ext uri="{FF2B5EF4-FFF2-40B4-BE49-F238E27FC236}">
                    <a16:creationId xmlns:a16="http://schemas.microsoft.com/office/drawing/2014/main" id="{A6ACB933-7C7D-D6C5-BFF4-BDD627F56A60}"/>
                  </a:ext>
                </a:extLst>
              </p:cNvPr>
              <p:cNvSpPr/>
              <p:nvPr/>
            </p:nvSpPr>
            <p:spPr>
              <a:xfrm>
                <a:off x="6459711" y="-1081905"/>
                <a:ext cx="55980" cy="54395"/>
              </a:xfrm>
              <a:custGeom>
                <a:avLst/>
                <a:gdLst>
                  <a:gd name="connsiteX0" fmla="*/ 11358 w 55980"/>
                  <a:gd name="connsiteY0" fmla="*/ 26792 h 54395"/>
                  <a:gd name="connsiteX1" fmla="*/ 16226 w 55980"/>
                  <a:gd name="connsiteY1" fmla="*/ 38970 h 54395"/>
                  <a:gd name="connsiteX2" fmla="*/ 28396 w 55980"/>
                  <a:gd name="connsiteY2" fmla="*/ 43841 h 54395"/>
                  <a:gd name="connsiteX3" fmla="*/ 40566 w 55980"/>
                  <a:gd name="connsiteY3" fmla="*/ 38970 h 54395"/>
                  <a:gd name="connsiteX4" fmla="*/ 45434 w 55980"/>
                  <a:gd name="connsiteY4" fmla="*/ 26792 h 54395"/>
                  <a:gd name="connsiteX5" fmla="*/ 40566 w 55980"/>
                  <a:gd name="connsiteY5" fmla="*/ 14614 h 54395"/>
                  <a:gd name="connsiteX6" fmla="*/ 28396 w 55980"/>
                  <a:gd name="connsiteY6" fmla="*/ 9743 h 54395"/>
                  <a:gd name="connsiteX7" fmla="*/ 16226 w 55980"/>
                  <a:gd name="connsiteY7" fmla="*/ 14614 h 54395"/>
                  <a:gd name="connsiteX8" fmla="*/ 11358 w 55980"/>
                  <a:gd name="connsiteY8" fmla="*/ 26792 h 54395"/>
                  <a:gd name="connsiteX9" fmla="*/ 0 w 55980"/>
                  <a:gd name="connsiteY9" fmla="*/ 26792 h 54395"/>
                  <a:gd name="connsiteX10" fmla="*/ 4057 w 55980"/>
                  <a:gd name="connsiteY10" fmla="*/ 12990 h 54395"/>
                  <a:gd name="connsiteX11" fmla="*/ 13792 w 55980"/>
                  <a:gd name="connsiteY11" fmla="*/ 3247 h 54395"/>
                  <a:gd name="connsiteX12" fmla="*/ 27585 w 55980"/>
                  <a:gd name="connsiteY12" fmla="*/ 0 h 54395"/>
                  <a:gd name="connsiteX13" fmla="*/ 41377 w 55980"/>
                  <a:gd name="connsiteY13" fmla="*/ 3247 h 54395"/>
                  <a:gd name="connsiteX14" fmla="*/ 51924 w 55980"/>
                  <a:gd name="connsiteY14" fmla="*/ 12990 h 54395"/>
                  <a:gd name="connsiteX15" fmla="*/ 55981 w 55980"/>
                  <a:gd name="connsiteY15" fmla="*/ 26792 h 54395"/>
                  <a:gd name="connsiteX16" fmla="*/ 53547 w 55980"/>
                  <a:gd name="connsiteY16" fmla="*/ 37346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6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1358" y="26792"/>
                    </a:moveTo>
                    <a:cubicBezTo>
                      <a:pt x="11358" y="31663"/>
                      <a:pt x="12981" y="35723"/>
                      <a:pt x="16226" y="38970"/>
                    </a:cubicBezTo>
                    <a:cubicBezTo>
                      <a:pt x="19472" y="42218"/>
                      <a:pt x="23528" y="43841"/>
                      <a:pt x="28396" y="43841"/>
                    </a:cubicBezTo>
                    <a:cubicBezTo>
                      <a:pt x="33264" y="43841"/>
                      <a:pt x="37321" y="42218"/>
                      <a:pt x="40566" y="38970"/>
                    </a:cubicBezTo>
                    <a:cubicBezTo>
                      <a:pt x="43811" y="35723"/>
                      <a:pt x="45434" y="31663"/>
                      <a:pt x="45434" y="26792"/>
                    </a:cubicBezTo>
                    <a:cubicBezTo>
                      <a:pt x="45434" y="21921"/>
                      <a:pt x="43811" y="17861"/>
                      <a:pt x="40566" y="14614"/>
                    </a:cubicBezTo>
                    <a:cubicBezTo>
                      <a:pt x="37321" y="11366"/>
                      <a:pt x="33264" y="9743"/>
                      <a:pt x="28396" y="9743"/>
                    </a:cubicBezTo>
                    <a:cubicBezTo>
                      <a:pt x="23528" y="9743"/>
                      <a:pt x="19472" y="11366"/>
                      <a:pt x="16226" y="14614"/>
                    </a:cubicBezTo>
                    <a:cubicBezTo>
                      <a:pt x="12981" y="17049"/>
                      <a:pt x="11358" y="21109"/>
                      <a:pt x="11358" y="26792"/>
                    </a:cubicBezTo>
                    <a:moveTo>
                      <a:pt x="0" y="26792"/>
                    </a:moveTo>
                    <a:cubicBezTo>
                      <a:pt x="0" y="21921"/>
                      <a:pt x="1623" y="17049"/>
                      <a:pt x="4057" y="12990"/>
                    </a:cubicBezTo>
                    <a:cubicBezTo>
                      <a:pt x="6490" y="8931"/>
                      <a:pt x="9736" y="5683"/>
                      <a:pt x="13792" y="3247"/>
                    </a:cubicBezTo>
                    <a:cubicBezTo>
                      <a:pt x="17849" y="812"/>
                      <a:pt x="22717" y="0"/>
                      <a:pt x="27585" y="0"/>
                    </a:cubicBezTo>
                    <a:cubicBezTo>
                      <a:pt x="32453" y="0"/>
                      <a:pt x="37321" y="812"/>
                      <a:pt x="41377" y="3247"/>
                    </a:cubicBezTo>
                    <a:cubicBezTo>
                      <a:pt x="45434" y="5683"/>
                      <a:pt x="48679" y="8931"/>
                      <a:pt x="51924" y="12990"/>
                    </a:cubicBezTo>
                    <a:cubicBezTo>
                      <a:pt x="54358" y="17049"/>
                      <a:pt x="55981" y="21921"/>
                      <a:pt x="55981" y="26792"/>
                    </a:cubicBezTo>
                    <a:cubicBezTo>
                      <a:pt x="55981" y="30851"/>
                      <a:pt x="55169" y="34099"/>
                      <a:pt x="53547" y="37346"/>
                    </a:cubicBezTo>
                    <a:cubicBezTo>
                      <a:pt x="51924" y="40594"/>
                      <a:pt x="50302" y="43841"/>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0" y="43841"/>
                      <a:pt x="4057" y="40594"/>
                      <a:pt x="3245" y="37346"/>
                    </a:cubicBezTo>
                    <a:cubicBezTo>
                      <a:pt x="811" y="34099"/>
                      <a:pt x="0" y="30040"/>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56" name="Freeform 755">
                <a:extLst>
                  <a:ext uri="{FF2B5EF4-FFF2-40B4-BE49-F238E27FC236}">
                    <a16:creationId xmlns:a16="http://schemas.microsoft.com/office/drawing/2014/main" id="{CF023BC7-035B-C898-98EC-570F30599A5B}"/>
                  </a:ext>
                </a:extLst>
              </p:cNvPr>
              <p:cNvSpPr/>
              <p:nvPr/>
            </p:nvSpPr>
            <p:spPr>
              <a:xfrm>
                <a:off x="6522994" y="-1081905"/>
                <a:ext cx="55980" cy="54395"/>
              </a:xfrm>
              <a:custGeom>
                <a:avLst/>
                <a:gdLst>
                  <a:gd name="connsiteX0" fmla="*/ 10547 w 55980"/>
                  <a:gd name="connsiteY0" fmla="*/ 26792 h 54395"/>
                  <a:gd name="connsiteX1" fmla="*/ 15415 w 55980"/>
                  <a:gd name="connsiteY1" fmla="*/ 38970 h 54395"/>
                  <a:gd name="connsiteX2" fmla="*/ 27585 w 55980"/>
                  <a:gd name="connsiteY2" fmla="*/ 43841 h 54395"/>
                  <a:gd name="connsiteX3" fmla="*/ 39755 w 55980"/>
                  <a:gd name="connsiteY3" fmla="*/ 38970 h 54395"/>
                  <a:gd name="connsiteX4" fmla="*/ 44622 w 55980"/>
                  <a:gd name="connsiteY4" fmla="*/ 26792 h 54395"/>
                  <a:gd name="connsiteX5" fmla="*/ 39755 w 55980"/>
                  <a:gd name="connsiteY5" fmla="*/ 14614 h 54395"/>
                  <a:gd name="connsiteX6" fmla="*/ 27585 w 55980"/>
                  <a:gd name="connsiteY6" fmla="*/ 9743 h 54395"/>
                  <a:gd name="connsiteX7" fmla="*/ 15415 w 55980"/>
                  <a:gd name="connsiteY7" fmla="*/ 14614 h 54395"/>
                  <a:gd name="connsiteX8" fmla="*/ 10547 w 55980"/>
                  <a:gd name="connsiteY8" fmla="*/ 26792 h 54395"/>
                  <a:gd name="connsiteX9" fmla="*/ 0 w 55980"/>
                  <a:gd name="connsiteY9" fmla="*/ 26792 h 54395"/>
                  <a:gd name="connsiteX10" fmla="*/ 4057 w 55980"/>
                  <a:gd name="connsiteY10" fmla="*/ 12990 h 54395"/>
                  <a:gd name="connsiteX11" fmla="*/ 13792 w 55980"/>
                  <a:gd name="connsiteY11" fmla="*/ 3247 h 54395"/>
                  <a:gd name="connsiteX12" fmla="*/ 27585 w 55980"/>
                  <a:gd name="connsiteY12" fmla="*/ 0 h 54395"/>
                  <a:gd name="connsiteX13" fmla="*/ 41377 w 55980"/>
                  <a:gd name="connsiteY13" fmla="*/ 3247 h 54395"/>
                  <a:gd name="connsiteX14" fmla="*/ 51924 w 55980"/>
                  <a:gd name="connsiteY14" fmla="*/ 12990 h 54395"/>
                  <a:gd name="connsiteX15" fmla="*/ 55981 w 55980"/>
                  <a:gd name="connsiteY15" fmla="*/ 26792 h 54395"/>
                  <a:gd name="connsiteX16" fmla="*/ 53547 w 55980"/>
                  <a:gd name="connsiteY16" fmla="*/ 37346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6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0547" y="26792"/>
                    </a:moveTo>
                    <a:cubicBezTo>
                      <a:pt x="10547" y="31663"/>
                      <a:pt x="12170" y="35723"/>
                      <a:pt x="15415" y="38970"/>
                    </a:cubicBezTo>
                    <a:cubicBezTo>
                      <a:pt x="18660" y="42218"/>
                      <a:pt x="22717" y="43841"/>
                      <a:pt x="27585" y="43841"/>
                    </a:cubicBezTo>
                    <a:cubicBezTo>
                      <a:pt x="32453" y="43841"/>
                      <a:pt x="36509" y="42218"/>
                      <a:pt x="39755" y="38970"/>
                    </a:cubicBezTo>
                    <a:cubicBezTo>
                      <a:pt x="43000" y="35723"/>
                      <a:pt x="44622" y="31663"/>
                      <a:pt x="44622" y="26792"/>
                    </a:cubicBezTo>
                    <a:cubicBezTo>
                      <a:pt x="44622" y="21921"/>
                      <a:pt x="43000" y="17861"/>
                      <a:pt x="39755" y="14614"/>
                    </a:cubicBezTo>
                    <a:cubicBezTo>
                      <a:pt x="36509" y="11366"/>
                      <a:pt x="32453" y="9743"/>
                      <a:pt x="27585" y="9743"/>
                    </a:cubicBezTo>
                    <a:cubicBezTo>
                      <a:pt x="22717" y="9743"/>
                      <a:pt x="18660" y="11366"/>
                      <a:pt x="15415" y="14614"/>
                    </a:cubicBezTo>
                    <a:cubicBezTo>
                      <a:pt x="12170" y="17049"/>
                      <a:pt x="10547" y="21109"/>
                      <a:pt x="10547" y="26792"/>
                    </a:cubicBezTo>
                    <a:moveTo>
                      <a:pt x="0" y="26792"/>
                    </a:moveTo>
                    <a:cubicBezTo>
                      <a:pt x="0" y="21921"/>
                      <a:pt x="1623" y="17049"/>
                      <a:pt x="4057" y="12990"/>
                    </a:cubicBezTo>
                    <a:cubicBezTo>
                      <a:pt x="6491" y="8931"/>
                      <a:pt x="9736" y="5683"/>
                      <a:pt x="13792" y="3247"/>
                    </a:cubicBezTo>
                    <a:cubicBezTo>
                      <a:pt x="17849" y="812"/>
                      <a:pt x="22717" y="0"/>
                      <a:pt x="27585" y="0"/>
                    </a:cubicBezTo>
                    <a:cubicBezTo>
                      <a:pt x="32453" y="0"/>
                      <a:pt x="37321" y="812"/>
                      <a:pt x="41377" y="3247"/>
                    </a:cubicBezTo>
                    <a:cubicBezTo>
                      <a:pt x="45434" y="5683"/>
                      <a:pt x="48679" y="8931"/>
                      <a:pt x="51924" y="12990"/>
                    </a:cubicBezTo>
                    <a:cubicBezTo>
                      <a:pt x="54358" y="17049"/>
                      <a:pt x="55981" y="21921"/>
                      <a:pt x="55981" y="26792"/>
                    </a:cubicBezTo>
                    <a:cubicBezTo>
                      <a:pt x="55981" y="30851"/>
                      <a:pt x="55170" y="34099"/>
                      <a:pt x="53547" y="37346"/>
                    </a:cubicBezTo>
                    <a:cubicBezTo>
                      <a:pt x="51924" y="40594"/>
                      <a:pt x="50302" y="43841"/>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9" y="48713"/>
                      <a:pt x="8925" y="46277"/>
                    </a:cubicBezTo>
                    <a:cubicBezTo>
                      <a:pt x="6491" y="43841"/>
                      <a:pt x="4057" y="40594"/>
                      <a:pt x="3245" y="37346"/>
                    </a:cubicBezTo>
                    <a:cubicBezTo>
                      <a:pt x="811" y="34099"/>
                      <a:pt x="0" y="30040"/>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57" name="Freeform 756">
                <a:extLst>
                  <a:ext uri="{FF2B5EF4-FFF2-40B4-BE49-F238E27FC236}">
                    <a16:creationId xmlns:a16="http://schemas.microsoft.com/office/drawing/2014/main" id="{E3B7537C-601E-636C-360C-B585646D759E}"/>
                  </a:ext>
                </a:extLst>
              </p:cNvPr>
              <p:cNvSpPr/>
              <p:nvPr/>
            </p:nvSpPr>
            <p:spPr>
              <a:xfrm>
                <a:off x="6588710" y="-1081905"/>
                <a:ext cx="44622" cy="52772"/>
              </a:xfrm>
              <a:custGeom>
                <a:avLst/>
                <a:gdLst>
                  <a:gd name="connsiteX0" fmla="*/ 10547 w 44622"/>
                  <a:gd name="connsiteY0" fmla="*/ 43030 h 52772"/>
                  <a:gd name="connsiteX1" fmla="*/ 17038 w 44622"/>
                  <a:gd name="connsiteY1" fmla="*/ 43030 h 52772"/>
                  <a:gd name="connsiteX2" fmla="*/ 30019 w 44622"/>
                  <a:gd name="connsiteY2" fmla="*/ 38158 h 52772"/>
                  <a:gd name="connsiteX3" fmla="*/ 34887 w 44622"/>
                  <a:gd name="connsiteY3" fmla="*/ 25980 h 52772"/>
                  <a:gd name="connsiteX4" fmla="*/ 30019 w 44622"/>
                  <a:gd name="connsiteY4" fmla="*/ 13802 h 52772"/>
                  <a:gd name="connsiteX5" fmla="*/ 17038 w 44622"/>
                  <a:gd name="connsiteY5" fmla="*/ 9743 h 52772"/>
                  <a:gd name="connsiteX6" fmla="*/ 10547 w 44622"/>
                  <a:gd name="connsiteY6" fmla="*/ 9743 h 52772"/>
                  <a:gd name="connsiteX7" fmla="*/ 10547 w 44622"/>
                  <a:gd name="connsiteY7" fmla="*/ 43030 h 52772"/>
                  <a:gd name="connsiteX8" fmla="*/ 0 w 44622"/>
                  <a:gd name="connsiteY8" fmla="*/ 52772 h 52772"/>
                  <a:gd name="connsiteX9" fmla="*/ 0 w 44622"/>
                  <a:gd name="connsiteY9" fmla="*/ 0 h 52772"/>
                  <a:gd name="connsiteX10" fmla="*/ 17038 w 44622"/>
                  <a:gd name="connsiteY10" fmla="*/ 0 h 52772"/>
                  <a:gd name="connsiteX11" fmla="*/ 31641 w 44622"/>
                  <a:gd name="connsiteY11" fmla="*/ 3247 h 52772"/>
                  <a:gd name="connsiteX12" fmla="*/ 41377 w 44622"/>
                  <a:gd name="connsiteY12" fmla="*/ 12178 h 52772"/>
                  <a:gd name="connsiteX13" fmla="*/ 44622 w 44622"/>
                  <a:gd name="connsiteY13" fmla="*/ 25980 h 52772"/>
                  <a:gd name="connsiteX14" fmla="*/ 41377 w 44622"/>
                  <a:gd name="connsiteY14" fmla="*/ 39782 h 52772"/>
                  <a:gd name="connsiteX15" fmla="*/ 30830 w 44622"/>
                  <a:gd name="connsiteY15" fmla="*/ 49525 h 52772"/>
                  <a:gd name="connsiteX16" fmla="*/ 16226 w 44622"/>
                  <a:gd name="connsiteY16" fmla="*/ 52772 h 52772"/>
                  <a:gd name="connsiteX17" fmla="*/ 0 w 44622"/>
                  <a:gd name="connsiteY17"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622" h="52772">
                    <a:moveTo>
                      <a:pt x="10547" y="43030"/>
                    </a:moveTo>
                    <a:lnTo>
                      <a:pt x="17038" y="43030"/>
                    </a:lnTo>
                    <a:cubicBezTo>
                      <a:pt x="22717" y="43030"/>
                      <a:pt x="26774" y="41406"/>
                      <a:pt x="30019" y="38158"/>
                    </a:cubicBezTo>
                    <a:cubicBezTo>
                      <a:pt x="33264" y="34911"/>
                      <a:pt x="34887" y="30851"/>
                      <a:pt x="34887" y="25980"/>
                    </a:cubicBezTo>
                    <a:cubicBezTo>
                      <a:pt x="34887" y="21109"/>
                      <a:pt x="33264" y="17049"/>
                      <a:pt x="30019" y="13802"/>
                    </a:cubicBezTo>
                    <a:cubicBezTo>
                      <a:pt x="26774" y="10554"/>
                      <a:pt x="22717" y="9743"/>
                      <a:pt x="17038" y="9743"/>
                    </a:cubicBezTo>
                    <a:lnTo>
                      <a:pt x="10547" y="9743"/>
                    </a:lnTo>
                    <a:lnTo>
                      <a:pt x="10547" y="43030"/>
                    </a:lnTo>
                    <a:close/>
                    <a:moveTo>
                      <a:pt x="0" y="52772"/>
                    </a:moveTo>
                    <a:lnTo>
                      <a:pt x="0" y="0"/>
                    </a:lnTo>
                    <a:lnTo>
                      <a:pt x="17038" y="0"/>
                    </a:lnTo>
                    <a:cubicBezTo>
                      <a:pt x="22717" y="0"/>
                      <a:pt x="27585" y="812"/>
                      <a:pt x="31641" y="3247"/>
                    </a:cubicBezTo>
                    <a:cubicBezTo>
                      <a:pt x="35698" y="5683"/>
                      <a:pt x="39754" y="8119"/>
                      <a:pt x="41377" y="12178"/>
                    </a:cubicBezTo>
                    <a:cubicBezTo>
                      <a:pt x="43811" y="16238"/>
                      <a:pt x="44622" y="21109"/>
                      <a:pt x="44622" y="25980"/>
                    </a:cubicBezTo>
                    <a:cubicBezTo>
                      <a:pt x="44622" y="30851"/>
                      <a:pt x="43811" y="35723"/>
                      <a:pt x="41377" y="39782"/>
                    </a:cubicBezTo>
                    <a:cubicBezTo>
                      <a:pt x="38943" y="43841"/>
                      <a:pt x="35698" y="47089"/>
                      <a:pt x="30830" y="49525"/>
                    </a:cubicBezTo>
                    <a:cubicBezTo>
                      <a:pt x="26774" y="51960"/>
                      <a:pt x="21094" y="52772"/>
                      <a:pt x="16226" y="52772"/>
                    </a:cubicBez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58" name="Freeform 757">
                <a:extLst>
                  <a:ext uri="{FF2B5EF4-FFF2-40B4-BE49-F238E27FC236}">
                    <a16:creationId xmlns:a16="http://schemas.microsoft.com/office/drawing/2014/main" id="{8C24475E-F3CA-7B9E-7748-D2E0F2DE8151}"/>
                  </a:ext>
                </a:extLst>
              </p:cNvPr>
              <p:cNvSpPr/>
              <p:nvPr/>
            </p:nvSpPr>
            <p:spPr>
              <a:xfrm>
                <a:off x="6640635" y="-1082717"/>
                <a:ext cx="38943" cy="54395"/>
              </a:xfrm>
              <a:custGeom>
                <a:avLst/>
                <a:gdLst>
                  <a:gd name="connsiteX0" fmla="*/ 0 w 38943"/>
                  <a:gd name="connsiteY0" fmla="*/ 43030 h 54395"/>
                  <a:gd name="connsiteX1" fmla="*/ 7302 w 38943"/>
                  <a:gd name="connsiteY1" fmla="*/ 37347 h 54395"/>
                  <a:gd name="connsiteX2" fmla="*/ 12981 w 38943"/>
                  <a:gd name="connsiteY2" fmla="*/ 43030 h 54395"/>
                  <a:gd name="connsiteX3" fmla="*/ 20283 w 38943"/>
                  <a:gd name="connsiteY3" fmla="*/ 45465 h 54395"/>
                  <a:gd name="connsiteX4" fmla="*/ 25962 w 38943"/>
                  <a:gd name="connsiteY4" fmla="*/ 43841 h 54395"/>
                  <a:gd name="connsiteX5" fmla="*/ 27585 w 38943"/>
                  <a:gd name="connsiteY5" fmla="*/ 39782 h 54395"/>
                  <a:gd name="connsiteX6" fmla="*/ 26774 w 38943"/>
                  <a:gd name="connsiteY6" fmla="*/ 37347 h 54395"/>
                  <a:gd name="connsiteX7" fmla="*/ 25151 w 38943"/>
                  <a:gd name="connsiteY7" fmla="*/ 35723 h 54395"/>
                  <a:gd name="connsiteX8" fmla="*/ 23528 w 38943"/>
                  <a:gd name="connsiteY8" fmla="*/ 34099 h 54395"/>
                  <a:gd name="connsiteX9" fmla="*/ 20283 w 38943"/>
                  <a:gd name="connsiteY9" fmla="*/ 32475 h 54395"/>
                  <a:gd name="connsiteX10" fmla="*/ 14604 w 38943"/>
                  <a:gd name="connsiteY10" fmla="*/ 30040 h 54395"/>
                  <a:gd name="connsiteX11" fmla="*/ 4868 w 38943"/>
                  <a:gd name="connsiteY11" fmla="*/ 23544 h 54395"/>
                  <a:gd name="connsiteX12" fmla="*/ 1623 w 38943"/>
                  <a:gd name="connsiteY12" fmla="*/ 14614 h 54395"/>
                  <a:gd name="connsiteX13" fmla="*/ 6491 w 38943"/>
                  <a:gd name="connsiteY13" fmla="*/ 4059 h 54395"/>
                  <a:gd name="connsiteX14" fmla="*/ 19472 w 38943"/>
                  <a:gd name="connsiteY14" fmla="*/ 0 h 54395"/>
                  <a:gd name="connsiteX15" fmla="*/ 30019 w 38943"/>
                  <a:gd name="connsiteY15" fmla="*/ 2436 h 54395"/>
                  <a:gd name="connsiteX16" fmla="*/ 37321 w 38943"/>
                  <a:gd name="connsiteY16" fmla="*/ 9743 h 54395"/>
                  <a:gd name="connsiteX17" fmla="*/ 30019 w 38943"/>
                  <a:gd name="connsiteY17" fmla="*/ 15426 h 54395"/>
                  <a:gd name="connsiteX18" fmla="*/ 20283 w 38943"/>
                  <a:gd name="connsiteY18" fmla="*/ 9743 h 54395"/>
                  <a:gd name="connsiteX19" fmla="*/ 15415 w 38943"/>
                  <a:gd name="connsiteY19" fmla="*/ 11366 h 54395"/>
                  <a:gd name="connsiteX20" fmla="*/ 13792 w 38943"/>
                  <a:gd name="connsiteY20" fmla="*/ 15426 h 54395"/>
                  <a:gd name="connsiteX21" fmla="*/ 15415 w 38943"/>
                  <a:gd name="connsiteY21" fmla="*/ 18673 h 54395"/>
                  <a:gd name="connsiteX22" fmla="*/ 20283 w 38943"/>
                  <a:gd name="connsiteY22" fmla="*/ 21109 h 54395"/>
                  <a:gd name="connsiteX23" fmla="*/ 25962 w 38943"/>
                  <a:gd name="connsiteY23" fmla="*/ 23544 h 54395"/>
                  <a:gd name="connsiteX24" fmla="*/ 33264 w 38943"/>
                  <a:gd name="connsiteY24" fmla="*/ 27604 h 54395"/>
                  <a:gd name="connsiteX25" fmla="*/ 37321 w 38943"/>
                  <a:gd name="connsiteY25" fmla="*/ 32475 h 54395"/>
                  <a:gd name="connsiteX26" fmla="*/ 38943 w 38943"/>
                  <a:gd name="connsiteY26" fmla="*/ 38970 h 54395"/>
                  <a:gd name="connsiteX27" fmla="*/ 34075 w 38943"/>
                  <a:gd name="connsiteY27" fmla="*/ 50337 h 54395"/>
                  <a:gd name="connsiteX28" fmla="*/ 21094 w 38943"/>
                  <a:gd name="connsiteY28" fmla="*/ 54396 h 54395"/>
                  <a:gd name="connsiteX29" fmla="*/ 8925 w 38943"/>
                  <a:gd name="connsiteY29" fmla="*/ 51148 h 54395"/>
                  <a:gd name="connsiteX30" fmla="*/ 0 w 38943"/>
                  <a:gd name="connsiteY30" fmla="*/ 43030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943" h="54395">
                    <a:moveTo>
                      <a:pt x="0" y="43030"/>
                    </a:moveTo>
                    <a:lnTo>
                      <a:pt x="7302" y="37347"/>
                    </a:lnTo>
                    <a:cubicBezTo>
                      <a:pt x="8925" y="39782"/>
                      <a:pt x="10547" y="41406"/>
                      <a:pt x="12981" y="43030"/>
                    </a:cubicBezTo>
                    <a:cubicBezTo>
                      <a:pt x="14604" y="44653"/>
                      <a:pt x="17849" y="45465"/>
                      <a:pt x="20283" y="45465"/>
                    </a:cubicBezTo>
                    <a:cubicBezTo>
                      <a:pt x="22717" y="45465"/>
                      <a:pt x="24339" y="44653"/>
                      <a:pt x="25962" y="43841"/>
                    </a:cubicBezTo>
                    <a:cubicBezTo>
                      <a:pt x="27585" y="43030"/>
                      <a:pt x="27585" y="41406"/>
                      <a:pt x="27585" y="39782"/>
                    </a:cubicBezTo>
                    <a:cubicBezTo>
                      <a:pt x="27585" y="38970"/>
                      <a:pt x="27585" y="38158"/>
                      <a:pt x="26774" y="37347"/>
                    </a:cubicBezTo>
                    <a:cubicBezTo>
                      <a:pt x="26774" y="36535"/>
                      <a:pt x="25962" y="36535"/>
                      <a:pt x="25151" y="35723"/>
                    </a:cubicBezTo>
                    <a:cubicBezTo>
                      <a:pt x="24339" y="34911"/>
                      <a:pt x="23528" y="34911"/>
                      <a:pt x="23528" y="34099"/>
                    </a:cubicBezTo>
                    <a:cubicBezTo>
                      <a:pt x="22717" y="34099"/>
                      <a:pt x="21906" y="33287"/>
                      <a:pt x="20283" y="32475"/>
                    </a:cubicBezTo>
                    <a:lnTo>
                      <a:pt x="14604" y="30040"/>
                    </a:lnTo>
                    <a:cubicBezTo>
                      <a:pt x="10547" y="28416"/>
                      <a:pt x="7302" y="25980"/>
                      <a:pt x="4868" y="23544"/>
                    </a:cubicBezTo>
                    <a:cubicBezTo>
                      <a:pt x="2434" y="21109"/>
                      <a:pt x="1623" y="17861"/>
                      <a:pt x="1623" y="14614"/>
                    </a:cubicBezTo>
                    <a:cubicBezTo>
                      <a:pt x="1623" y="10554"/>
                      <a:pt x="3245" y="6495"/>
                      <a:pt x="6491" y="4059"/>
                    </a:cubicBezTo>
                    <a:cubicBezTo>
                      <a:pt x="9736" y="1624"/>
                      <a:pt x="13792" y="0"/>
                      <a:pt x="19472" y="0"/>
                    </a:cubicBezTo>
                    <a:cubicBezTo>
                      <a:pt x="23528" y="0"/>
                      <a:pt x="26774" y="812"/>
                      <a:pt x="30019" y="2436"/>
                    </a:cubicBezTo>
                    <a:cubicBezTo>
                      <a:pt x="33264" y="4059"/>
                      <a:pt x="35698" y="6495"/>
                      <a:pt x="37321" y="9743"/>
                    </a:cubicBezTo>
                    <a:lnTo>
                      <a:pt x="30019" y="15426"/>
                    </a:lnTo>
                    <a:cubicBezTo>
                      <a:pt x="27585" y="11366"/>
                      <a:pt x="24339" y="9743"/>
                      <a:pt x="20283" y="9743"/>
                    </a:cubicBezTo>
                    <a:cubicBezTo>
                      <a:pt x="18660" y="9743"/>
                      <a:pt x="17038" y="10554"/>
                      <a:pt x="15415" y="11366"/>
                    </a:cubicBezTo>
                    <a:cubicBezTo>
                      <a:pt x="13792" y="12178"/>
                      <a:pt x="13792" y="13802"/>
                      <a:pt x="13792" y="15426"/>
                    </a:cubicBezTo>
                    <a:cubicBezTo>
                      <a:pt x="13792" y="17050"/>
                      <a:pt x="14604" y="17861"/>
                      <a:pt x="15415" y="18673"/>
                    </a:cubicBezTo>
                    <a:cubicBezTo>
                      <a:pt x="16226" y="19485"/>
                      <a:pt x="17849" y="20297"/>
                      <a:pt x="20283" y="21109"/>
                    </a:cubicBezTo>
                    <a:lnTo>
                      <a:pt x="25962" y="23544"/>
                    </a:lnTo>
                    <a:cubicBezTo>
                      <a:pt x="29207" y="25168"/>
                      <a:pt x="31641" y="25980"/>
                      <a:pt x="33264" y="27604"/>
                    </a:cubicBezTo>
                    <a:cubicBezTo>
                      <a:pt x="34887" y="29228"/>
                      <a:pt x="36509" y="30851"/>
                      <a:pt x="37321" y="32475"/>
                    </a:cubicBezTo>
                    <a:cubicBezTo>
                      <a:pt x="38132" y="34099"/>
                      <a:pt x="38943" y="36535"/>
                      <a:pt x="38943" y="38970"/>
                    </a:cubicBezTo>
                    <a:cubicBezTo>
                      <a:pt x="38943" y="43841"/>
                      <a:pt x="37321" y="47901"/>
                      <a:pt x="34075" y="50337"/>
                    </a:cubicBezTo>
                    <a:cubicBezTo>
                      <a:pt x="30830" y="53584"/>
                      <a:pt x="25962" y="54396"/>
                      <a:pt x="21094" y="54396"/>
                    </a:cubicBezTo>
                    <a:cubicBezTo>
                      <a:pt x="16226" y="54396"/>
                      <a:pt x="12981" y="53584"/>
                      <a:pt x="8925" y="51148"/>
                    </a:cubicBezTo>
                    <a:cubicBezTo>
                      <a:pt x="4868" y="49525"/>
                      <a:pt x="2434" y="46277"/>
                      <a:pt x="0" y="43030"/>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759" name="Freeform 758">
              <a:extLst>
                <a:ext uri="{FF2B5EF4-FFF2-40B4-BE49-F238E27FC236}">
                  <a16:creationId xmlns:a16="http://schemas.microsoft.com/office/drawing/2014/main" id="{1DD2AE4E-2626-275E-2E0E-5E64990B19AC}"/>
                </a:ext>
              </a:extLst>
            </p:cNvPr>
            <p:cNvSpPr/>
            <p:nvPr/>
          </p:nvSpPr>
          <p:spPr>
            <a:xfrm>
              <a:off x="6689314" y="-1081905"/>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9 w 36509"/>
                <a:gd name="connsiteY4" fmla="*/ 9743 h 52772"/>
                <a:gd name="connsiteX5" fmla="*/ 11359 w 36509"/>
                <a:gd name="connsiteY5" fmla="*/ 21109 h 52772"/>
                <a:gd name="connsiteX6" fmla="*/ 29207 w 36509"/>
                <a:gd name="connsiteY6" fmla="*/ 21109 h 52772"/>
                <a:gd name="connsiteX7" fmla="*/ 29207 w 36509"/>
                <a:gd name="connsiteY7" fmla="*/ 30040 h 52772"/>
                <a:gd name="connsiteX8" fmla="*/ 11359 w 36509"/>
                <a:gd name="connsiteY8" fmla="*/ 30040 h 52772"/>
                <a:gd name="connsiteX9" fmla="*/ 11359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9" y="9743"/>
                  </a:lnTo>
                  <a:lnTo>
                    <a:pt x="11359" y="21109"/>
                  </a:lnTo>
                  <a:lnTo>
                    <a:pt x="29207" y="21109"/>
                  </a:lnTo>
                  <a:lnTo>
                    <a:pt x="29207" y="30040"/>
                  </a:lnTo>
                  <a:lnTo>
                    <a:pt x="11359" y="30040"/>
                  </a:lnTo>
                  <a:lnTo>
                    <a:pt x="11359"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0" name="Freeform 759">
              <a:extLst>
                <a:ext uri="{FF2B5EF4-FFF2-40B4-BE49-F238E27FC236}">
                  <a16:creationId xmlns:a16="http://schemas.microsoft.com/office/drawing/2014/main" id="{6B3AF329-7439-AA14-9A88-4CCA05B32955}"/>
                </a:ext>
              </a:extLst>
            </p:cNvPr>
            <p:cNvSpPr/>
            <p:nvPr/>
          </p:nvSpPr>
          <p:spPr>
            <a:xfrm>
              <a:off x="6736370" y="-1081905"/>
              <a:ext cx="44622" cy="52772"/>
            </a:xfrm>
            <a:custGeom>
              <a:avLst/>
              <a:gdLst>
                <a:gd name="connsiteX0" fmla="*/ 10547 w 44622"/>
                <a:gd name="connsiteY0" fmla="*/ 25168 h 52772"/>
                <a:gd name="connsiteX1" fmla="*/ 19472 w 44622"/>
                <a:gd name="connsiteY1" fmla="*/ 25168 h 52772"/>
                <a:gd name="connsiteX2" fmla="*/ 25151 w 44622"/>
                <a:gd name="connsiteY2" fmla="*/ 22733 h 52772"/>
                <a:gd name="connsiteX3" fmla="*/ 27585 w 44622"/>
                <a:gd name="connsiteY3" fmla="*/ 17049 h 52772"/>
                <a:gd name="connsiteX4" fmla="*/ 25151 w 44622"/>
                <a:gd name="connsiteY4" fmla="*/ 11366 h 52772"/>
                <a:gd name="connsiteX5" fmla="*/ 19472 w 44622"/>
                <a:gd name="connsiteY5" fmla="*/ 8931 h 52772"/>
                <a:gd name="connsiteX6" fmla="*/ 10547 w 44622"/>
                <a:gd name="connsiteY6" fmla="*/ 8931 h 52772"/>
                <a:gd name="connsiteX7" fmla="*/ 10547 w 44622"/>
                <a:gd name="connsiteY7" fmla="*/ 25168 h 52772"/>
                <a:gd name="connsiteX8" fmla="*/ 0 w 44622"/>
                <a:gd name="connsiteY8" fmla="*/ 52772 h 52772"/>
                <a:gd name="connsiteX9" fmla="*/ 0 w 44622"/>
                <a:gd name="connsiteY9" fmla="*/ 0 h 52772"/>
                <a:gd name="connsiteX10" fmla="*/ 19472 w 44622"/>
                <a:gd name="connsiteY10" fmla="*/ 0 h 52772"/>
                <a:gd name="connsiteX11" fmla="*/ 33264 w 44622"/>
                <a:gd name="connsiteY11" fmla="*/ 4871 h 52772"/>
                <a:gd name="connsiteX12" fmla="*/ 38943 w 44622"/>
                <a:gd name="connsiteY12" fmla="*/ 17049 h 52772"/>
                <a:gd name="connsiteX13" fmla="*/ 36509 w 44622"/>
                <a:gd name="connsiteY13" fmla="*/ 25980 h 52772"/>
                <a:gd name="connsiteX14" fmla="*/ 30019 w 44622"/>
                <a:gd name="connsiteY14" fmla="*/ 31663 h 52772"/>
                <a:gd name="connsiteX15" fmla="*/ 44622 w 44622"/>
                <a:gd name="connsiteY15" fmla="*/ 51960 h 52772"/>
                <a:gd name="connsiteX16" fmla="*/ 31641 w 44622"/>
                <a:gd name="connsiteY16" fmla="*/ 51960 h 52772"/>
                <a:gd name="connsiteX17" fmla="*/ 17849 w 44622"/>
                <a:gd name="connsiteY17" fmla="*/ 33287 h 52772"/>
                <a:gd name="connsiteX18" fmla="*/ 9736 w 44622"/>
                <a:gd name="connsiteY18" fmla="*/ 33287 h 52772"/>
                <a:gd name="connsiteX19" fmla="*/ 9736 w 44622"/>
                <a:gd name="connsiteY19" fmla="*/ 51960 h 52772"/>
                <a:gd name="connsiteX20" fmla="*/ 0 w 44622"/>
                <a:gd name="connsiteY20" fmla="*/ 51960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2" h="52772">
                  <a:moveTo>
                    <a:pt x="10547" y="25168"/>
                  </a:moveTo>
                  <a:lnTo>
                    <a:pt x="19472" y="25168"/>
                  </a:lnTo>
                  <a:cubicBezTo>
                    <a:pt x="21905" y="25168"/>
                    <a:pt x="23528" y="24356"/>
                    <a:pt x="25151" y="22733"/>
                  </a:cubicBezTo>
                  <a:cubicBezTo>
                    <a:pt x="26773" y="21109"/>
                    <a:pt x="27585" y="19485"/>
                    <a:pt x="27585" y="17049"/>
                  </a:cubicBezTo>
                  <a:cubicBezTo>
                    <a:pt x="27585" y="14614"/>
                    <a:pt x="26773" y="12990"/>
                    <a:pt x="25151" y="11366"/>
                  </a:cubicBezTo>
                  <a:cubicBezTo>
                    <a:pt x="23528" y="9743"/>
                    <a:pt x="21905" y="8931"/>
                    <a:pt x="19472" y="8931"/>
                  </a:cubicBezTo>
                  <a:lnTo>
                    <a:pt x="10547" y="8931"/>
                  </a:lnTo>
                  <a:lnTo>
                    <a:pt x="10547" y="25168"/>
                  </a:lnTo>
                  <a:close/>
                  <a:moveTo>
                    <a:pt x="0" y="52772"/>
                  </a:moveTo>
                  <a:lnTo>
                    <a:pt x="0" y="0"/>
                  </a:lnTo>
                  <a:lnTo>
                    <a:pt x="19472" y="0"/>
                  </a:lnTo>
                  <a:cubicBezTo>
                    <a:pt x="25151" y="0"/>
                    <a:pt x="29207" y="1624"/>
                    <a:pt x="33264" y="4871"/>
                  </a:cubicBezTo>
                  <a:cubicBezTo>
                    <a:pt x="36509" y="8119"/>
                    <a:pt x="38943" y="12178"/>
                    <a:pt x="38943" y="17049"/>
                  </a:cubicBezTo>
                  <a:cubicBezTo>
                    <a:pt x="38943" y="20297"/>
                    <a:pt x="38132" y="23544"/>
                    <a:pt x="36509" y="25980"/>
                  </a:cubicBezTo>
                  <a:cubicBezTo>
                    <a:pt x="34886" y="28416"/>
                    <a:pt x="32453" y="30851"/>
                    <a:pt x="30019" y="31663"/>
                  </a:cubicBezTo>
                  <a:lnTo>
                    <a:pt x="44622" y="51960"/>
                  </a:lnTo>
                  <a:lnTo>
                    <a:pt x="31641" y="51960"/>
                  </a:lnTo>
                  <a:lnTo>
                    <a:pt x="17849" y="33287"/>
                  </a:lnTo>
                  <a:lnTo>
                    <a:pt x="9736" y="33287"/>
                  </a:lnTo>
                  <a:lnTo>
                    <a:pt x="9736" y="51960"/>
                  </a:lnTo>
                  <a:lnTo>
                    <a:pt x="0"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1" name="Freeform 760">
              <a:extLst>
                <a:ext uri="{FF2B5EF4-FFF2-40B4-BE49-F238E27FC236}">
                  <a16:creationId xmlns:a16="http://schemas.microsoft.com/office/drawing/2014/main" id="{A2A20FD5-66C4-2478-27EF-7A8D9F7F58D2}"/>
                </a:ext>
              </a:extLst>
            </p:cNvPr>
            <p:cNvSpPr/>
            <p:nvPr/>
          </p:nvSpPr>
          <p:spPr>
            <a:xfrm>
              <a:off x="6780181" y="-1081905"/>
              <a:ext cx="50301" cy="53584"/>
            </a:xfrm>
            <a:custGeom>
              <a:avLst/>
              <a:gdLst>
                <a:gd name="connsiteX0" fmla="*/ 0 w 50301"/>
                <a:gd name="connsiteY0" fmla="*/ 0 h 53584"/>
                <a:gd name="connsiteX1" fmla="*/ 12170 w 50301"/>
                <a:gd name="connsiteY1" fmla="*/ 0 h 53584"/>
                <a:gd name="connsiteX2" fmla="*/ 25151 w 50301"/>
                <a:gd name="connsiteY2" fmla="*/ 32475 h 53584"/>
                <a:gd name="connsiteX3" fmla="*/ 38132 w 50301"/>
                <a:gd name="connsiteY3" fmla="*/ 0 h 53584"/>
                <a:gd name="connsiteX4" fmla="*/ 50302 w 50301"/>
                <a:gd name="connsiteY4" fmla="*/ 0 h 53584"/>
                <a:gd name="connsiteX5" fmla="*/ 26773 w 50301"/>
                <a:gd name="connsiteY5" fmla="*/ 53584 h 53584"/>
                <a:gd name="connsiteX6" fmla="*/ 23528 w 50301"/>
                <a:gd name="connsiteY6" fmla="*/ 53584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01" h="53584">
                  <a:moveTo>
                    <a:pt x="0" y="0"/>
                  </a:moveTo>
                  <a:lnTo>
                    <a:pt x="12170" y="0"/>
                  </a:lnTo>
                  <a:lnTo>
                    <a:pt x="25151" y="32475"/>
                  </a:lnTo>
                  <a:lnTo>
                    <a:pt x="38132" y="0"/>
                  </a:lnTo>
                  <a:lnTo>
                    <a:pt x="50302" y="0"/>
                  </a:lnTo>
                  <a:lnTo>
                    <a:pt x="26773" y="53584"/>
                  </a:lnTo>
                  <a:lnTo>
                    <a:pt x="23528" y="53584"/>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2" name="Freeform 761">
              <a:extLst>
                <a:ext uri="{FF2B5EF4-FFF2-40B4-BE49-F238E27FC236}">
                  <a16:creationId xmlns:a16="http://schemas.microsoft.com/office/drawing/2014/main" id="{D59FE1D8-A295-D72F-1780-96A14AA785FB}"/>
                </a:ext>
              </a:extLst>
            </p:cNvPr>
            <p:cNvSpPr/>
            <p:nvPr/>
          </p:nvSpPr>
          <p:spPr>
            <a:xfrm>
              <a:off x="6838596" y="-1081905"/>
              <a:ext cx="10547" cy="52772"/>
            </a:xfrm>
            <a:custGeom>
              <a:avLst/>
              <a:gdLst>
                <a:gd name="connsiteX0" fmla="*/ 0 w 10547"/>
                <a:gd name="connsiteY0" fmla="*/ 0 h 52772"/>
                <a:gd name="connsiteX1" fmla="*/ 10547 w 10547"/>
                <a:gd name="connsiteY1" fmla="*/ 0 h 52772"/>
                <a:gd name="connsiteX2" fmla="*/ 10547 w 10547"/>
                <a:gd name="connsiteY2" fmla="*/ 52772 h 52772"/>
                <a:gd name="connsiteX3" fmla="*/ 0 w 10547"/>
                <a:gd name="connsiteY3" fmla="*/ 52772 h 52772"/>
              </a:gdLst>
              <a:ahLst/>
              <a:cxnLst>
                <a:cxn ang="0">
                  <a:pos x="connsiteX0" y="connsiteY0"/>
                </a:cxn>
                <a:cxn ang="0">
                  <a:pos x="connsiteX1" y="connsiteY1"/>
                </a:cxn>
                <a:cxn ang="0">
                  <a:pos x="connsiteX2" y="connsiteY2"/>
                </a:cxn>
                <a:cxn ang="0">
                  <a:pos x="connsiteX3" y="connsiteY3"/>
                </a:cxn>
              </a:cxnLst>
              <a:rect l="l" t="t" r="r" b="b"/>
              <a:pathLst>
                <a:path w="10547" h="52772">
                  <a:moveTo>
                    <a:pt x="0" y="0"/>
                  </a:moveTo>
                  <a:lnTo>
                    <a:pt x="10547" y="0"/>
                  </a:lnTo>
                  <a:lnTo>
                    <a:pt x="10547" y="52772"/>
                  </a:ln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3" name="Freeform 762">
              <a:extLst>
                <a:ext uri="{FF2B5EF4-FFF2-40B4-BE49-F238E27FC236}">
                  <a16:creationId xmlns:a16="http://schemas.microsoft.com/office/drawing/2014/main" id="{0E01884C-D465-839F-DB67-347E11F148D6}"/>
                </a:ext>
              </a:extLst>
            </p:cNvPr>
            <p:cNvSpPr/>
            <p:nvPr/>
          </p:nvSpPr>
          <p:spPr>
            <a:xfrm>
              <a:off x="6858879" y="-1082717"/>
              <a:ext cx="51924" cy="53584"/>
            </a:xfrm>
            <a:custGeom>
              <a:avLst/>
              <a:gdLst>
                <a:gd name="connsiteX0" fmla="*/ 2434 w 51924"/>
                <a:gd name="connsiteY0" fmla="*/ 38158 h 53584"/>
                <a:gd name="connsiteX1" fmla="*/ 0 w 51924"/>
                <a:gd name="connsiteY1" fmla="*/ 27604 h 53584"/>
                <a:gd name="connsiteX2" fmla="*/ 2434 w 51924"/>
                <a:gd name="connsiteY2" fmla="*/ 17050 h 53584"/>
                <a:gd name="connsiteX3" fmla="*/ 8113 w 51924"/>
                <a:gd name="connsiteY3" fmla="*/ 8119 h 53584"/>
                <a:gd name="connsiteX4" fmla="*/ 17037 w 51924"/>
                <a:gd name="connsiteY4" fmla="*/ 2436 h 53584"/>
                <a:gd name="connsiteX5" fmla="*/ 28396 w 51924"/>
                <a:gd name="connsiteY5" fmla="*/ 0 h 53584"/>
                <a:gd name="connsiteX6" fmla="*/ 42188 w 51924"/>
                <a:gd name="connsiteY6" fmla="*/ 3247 h 53584"/>
                <a:gd name="connsiteX7" fmla="*/ 51924 w 51924"/>
                <a:gd name="connsiteY7" fmla="*/ 12990 h 53584"/>
                <a:gd name="connsiteX8" fmla="*/ 43811 w 51924"/>
                <a:gd name="connsiteY8" fmla="*/ 18673 h 53584"/>
                <a:gd name="connsiteX9" fmla="*/ 28396 w 51924"/>
                <a:gd name="connsiteY9" fmla="*/ 9743 h 53584"/>
                <a:gd name="connsiteX10" fmla="*/ 16226 w 51924"/>
                <a:gd name="connsiteY10" fmla="*/ 14614 h 53584"/>
                <a:gd name="connsiteX11" fmla="*/ 11358 w 51924"/>
                <a:gd name="connsiteY11" fmla="*/ 26792 h 53584"/>
                <a:gd name="connsiteX12" fmla="*/ 16226 w 51924"/>
                <a:gd name="connsiteY12" fmla="*/ 38970 h 53584"/>
                <a:gd name="connsiteX13" fmla="*/ 28396 w 51924"/>
                <a:gd name="connsiteY13" fmla="*/ 43841 h 53584"/>
                <a:gd name="connsiteX14" fmla="*/ 43811 w 51924"/>
                <a:gd name="connsiteY14" fmla="*/ 34911 h 53584"/>
                <a:gd name="connsiteX15" fmla="*/ 51924 w 51924"/>
                <a:gd name="connsiteY15" fmla="*/ 40594 h 53584"/>
                <a:gd name="connsiteX16" fmla="*/ 42188 w 51924"/>
                <a:gd name="connsiteY16" fmla="*/ 50337 h 53584"/>
                <a:gd name="connsiteX17" fmla="*/ 28396 w 51924"/>
                <a:gd name="connsiteY17" fmla="*/ 53584 h 53584"/>
                <a:gd name="connsiteX18" fmla="*/ 17849 w 51924"/>
                <a:gd name="connsiteY18" fmla="*/ 51148 h 53584"/>
                <a:gd name="connsiteX19" fmla="*/ 8924 w 51924"/>
                <a:gd name="connsiteY19" fmla="*/ 45465 h 53584"/>
                <a:gd name="connsiteX20" fmla="*/ 2434 w 51924"/>
                <a:gd name="connsiteY20" fmla="*/ 38158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24" h="53584">
                  <a:moveTo>
                    <a:pt x="2434" y="38158"/>
                  </a:moveTo>
                  <a:cubicBezTo>
                    <a:pt x="811" y="34911"/>
                    <a:pt x="0" y="30851"/>
                    <a:pt x="0" y="27604"/>
                  </a:cubicBezTo>
                  <a:cubicBezTo>
                    <a:pt x="0" y="23544"/>
                    <a:pt x="811" y="20297"/>
                    <a:pt x="2434" y="17050"/>
                  </a:cubicBezTo>
                  <a:cubicBezTo>
                    <a:pt x="4057" y="13802"/>
                    <a:pt x="5679" y="10554"/>
                    <a:pt x="8113" y="8119"/>
                  </a:cubicBezTo>
                  <a:cubicBezTo>
                    <a:pt x="10547" y="5683"/>
                    <a:pt x="13792" y="4059"/>
                    <a:pt x="17037" y="2436"/>
                  </a:cubicBezTo>
                  <a:cubicBezTo>
                    <a:pt x="20283" y="812"/>
                    <a:pt x="24339" y="0"/>
                    <a:pt x="28396" y="0"/>
                  </a:cubicBezTo>
                  <a:cubicBezTo>
                    <a:pt x="33264" y="0"/>
                    <a:pt x="38132" y="812"/>
                    <a:pt x="42188" y="3247"/>
                  </a:cubicBezTo>
                  <a:cubicBezTo>
                    <a:pt x="46245" y="5683"/>
                    <a:pt x="49490" y="8931"/>
                    <a:pt x="51924" y="12990"/>
                  </a:cubicBezTo>
                  <a:lnTo>
                    <a:pt x="43811" y="18673"/>
                  </a:lnTo>
                  <a:cubicBezTo>
                    <a:pt x="39754" y="12990"/>
                    <a:pt x="34886" y="9743"/>
                    <a:pt x="28396" y="9743"/>
                  </a:cubicBezTo>
                  <a:cubicBezTo>
                    <a:pt x="23528" y="9743"/>
                    <a:pt x="19472" y="11366"/>
                    <a:pt x="16226" y="14614"/>
                  </a:cubicBezTo>
                  <a:cubicBezTo>
                    <a:pt x="12981" y="17861"/>
                    <a:pt x="11358" y="21921"/>
                    <a:pt x="11358" y="26792"/>
                  </a:cubicBezTo>
                  <a:cubicBezTo>
                    <a:pt x="11358" y="31663"/>
                    <a:pt x="12981" y="35723"/>
                    <a:pt x="16226" y="38970"/>
                  </a:cubicBezTo>
                  <a:cubicBezTo>
                    <a:pt x="19472" y="42218"/>
                    <a:pt x="23528" y="43841"/>
                    <a:pt x="28396" y="43841"/>
                  </a:cubicBezTo>
                  <a:cubicBezTo>
                    <a:pt x="34886" y="43841"/>
                    <a:pt x="39754" y="40594"/>
                    <a:pt x="43811" y="34911"/>
                  </a:cubicBezTo>
                  <a:lnTo>
                    <a:pt x="51924" y="40594"/>
                  </a:lnTo>
                  <a:cubicBezTo>
                    <a:pt x="49490" y="44653"/>
                    <a:pt x="46245" y="47901"/>
                    <a:pt x="42188" y="50337"/>
                  </a:cubicBezTo>
                  <a:cubicBezTo>
                    <a:pt x="38132" y="52772"/>
                    <a:pt x="33264" y="53584"/>
                    <a:pt x="28396" y="53584"/>
                  </a:cubicBezTo>
                  <a:cubicBezTo>
                    <a:pt x="24339" y="53584"/>
                    <a:pt x="21094" y="52772"/>
                    <a:pt x="17849" y="51148"/>
                  </a:cubicBezTo>
                  <a:cubicBezTo>
                    <a:pt x="14604" y="49525"/>
                    <a:pt x="11358" y="47901"/>
                    <a:pt x="8924" y="45465"/>
                  </a:cubicBezTo>
                  <a:cubicBezTo>
                    <a:pt x="5679" y="44653"/>
                    <a:pt x="4057" y="41406"/>
                    <a:pt x="2434" y="38158"/>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4" name="Freeform 763">
              <a:extLst>
                <a:ext uri="{FF2B5EF4-FFF2-40B4-BE49-F238E27FC236}">
                  <a16:creationId xmlns:a16="http://schemas.microsoft.com/office/drawing/2014/main" id="{D037AF41-8A9D-89D7-94A8-A9B1A15DBEC5}"/>
                </a:ext>
              </a:extLst>
            </p:cNvPr>
            <p:cNvSpPr/>
            <p:nvPr/>
          </p:nvSpPr>
          <p:spPr>
            <a:xfrm>
              <a:off x="6919727" y="-1081905"/>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8 w 36509"/>
                <a:gd name="connsiteY4" fmla="*/ 9743 h 52772"/>
                <a:gd name="connsiteX5" fmla="*/ 11358 w 36509"/>
                <a:gd name="connsiteY5" fmla="*/ 21109 h 52772"/>
                <a:gd name="connsiteX6" fmla="*/ 29207 w 36509"/>
                <a:gd name="connsiteY6" fmla="*/ 21109 h 52772"/>
                <a:gd name="connsiteX7" fmla="*/ 29207 w 36509"/>
                <a:gd name="connsiteY7" fmla="*/ 30040 h 52772"/>
                <a:gd name="connsiteX8" fmla="*/ 11358 w 36509"/>
                <a:gd name="connsiteY8" fmla="*/ 30040 h 52772"/>
                <a:gd name="connsiteX9" fmla="*/ 11358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8" y="9743"/>
                  </a:lnTo>
                  <a:lnTo>
                    <a:pt x="11358" y="21109"/>
                  </a:lnTo>
                  <a:lnTo>
                    <a:pt x="29207" y="21109"/>
                  </a:lnTo>
                  <a:lnTo>
                    <a:pt x="29207" y="30040"/>
                  </a:lnTo>
                  <a:lnTo>
                    <a:pt x="11358" y="30040"/>
                  </a:lnTo>
                  <a:lnTo>
                    <a:pt x="11358"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5" name="Freeform 764">
              <a:extLst>
                <a:ext uri="{FF2B5EF4-FFF2-40B4-BE49-F238E27FC236}">
                  <a16:creationId xmlns:a16="http://schemas.microsoft.com/office/drawing/2014/main" id="{2D799D15-38B1-BF2B-0DF9-3241DA4159DD}"/>
                </a:ext>
              </a:extLst>
            </p:cNvPr>
            <p:cNvSpPr/>
            <p:nvPr/>
          </p:nvSpPr>
          <p:spPr>
            <a:xfrm rot="16206201">
              <a:off x="6882864" y="-1197353"/>
              <a:ext cx="121697" cy="26792"/>
            </a:xfrm>
            <a:custGeom>
              <a:avLst/>
              <a:gdLst>
                <a:gd name="connsiteX0" fmla="*/ 0 w 121697"/>
                <a:gd name="connsiteY0" fmla="*/ 0 h 26792"/>
                <a:gd name="connsiteX1" fmla="*/ 121698 w 121697"/>
                <a:gd name="connsiteY1" fmla="*/ 0 h 26792"/>
                <a:gd name="connsiteX2" fmla="*/ 121698 w 121697"/>
                <a:gd name="connsiteY2" fmla="*/ 26792 h 26792"/>
                <a:gd name="connsiteX3" fmla="*/ 0 w 121697"/>
                <a:gd name="connsiteY3" fmla="*/ 26792 h 26792"/>
              </a:gdLst>
              <a:ahLst/>
              <a:cxnLst>
                <a:cxn ang="0">
                  <a:pos x="connsiteX0" y="connsiteY0"/>
                </a:cxn>
                <a:cxn ang="0">
                  <a:pos x="connsiteX1" y="connsiteY1"/>
                </a:cxn>
                <a:cxn ang="0">
                  <a:pos x="connsiteX2" y="connsiteY2"/>
                </a:cxn>
                <a:cxn ang="0">
                  <a:pos x="connsiteX3" y="connsiteY3"/>
                </a:cxn>
              </a:cxnLst>
              <a:rect l="l" t="t" r="r" b="b"/>
              <a:pathLst>
                <a:path w="121697" h="26792">
                  <a:moveTo>
                    <a:pt x="0" y="0"/>
                  </a:moveTo>
                  <a:lnTo>
                    <a:pt x="121698" y="0"/>
                  </a:lnTo>
                  <a:lnTo>
                    <a:pt x="121698" y="26792"/>
                  </a:lnTo>
                  <a:lnTo>
                    <a:pt x="0" y="26792"/>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6" name="Freeform 765">
              <a:extLst>
                <a:ext uri="{FF2B5EF4-FFF2-40B4-BE49-F238E27FC236}">
                  <a16:creationId xmlns:a16="http://schemas.microsoft.com/office/drawing/2014/main" id="{EF58F5D1-435E-322F-A9BE-3F8DA3C64944}"/>
                </a:ext>
              </a:extLst>
            </p:cNvPr>
            <p:cNvSpPr/>
            <p:nvPr/>
          </p:nvSpPr>
          <p:spPr>
            <a:xfrm>
              <a:off x="6971651" y="-1145232"/>
              <a:ext cx="17037" cy="21920"/>
            </a:xfrm>
            <a:custGeom>
              <a:avLst/>
              <a:gdLst>
                <a:gd name="connsiteX0" fmla="*/ 17038 w 17037"/>
                <a:gd name="connsiteY0" fmla="*/ 0 h 21920"/>
                <a:gd name="connsiteX1" fmla="*/ 17038 w 17037"/>
                <a:gd name="connsiteY1" fmla="*/ 2436 h 21920"/>
                <a:gd name="connsiteX2" fmla="*/ 8925 w 17037"/>
                <a:gd name="connsiteY2" fmla="*/ 2436 h 21920"/>
                <a:gd name="connsiteX3" fmla="*/ 8925 w 17037"/>
                <a:gd name="connsiteY3" fmla="*/ 21921 h 21920"/>
                <a:gd name="connsiteX4" fmla="*/ 7302 w 17037"/>
                <a:gd name="connsiteY4" fmla="*/ 21921 h 21920"/>
                <a:gd name="connsiteX5" fmla="*/ 7302 w 17037"/>
                <a:gd name="connsiteY5" fmla="*/ 2436 h 21920"/>
                <a:gd name="connsiteX6" fmla="*/ 0 w 17037"/>
                <a:gd name="connsiteY6" fmla="*/ 2436 h 21920"/>
                <a:gd name="connsiteX7" fmla="*/ 0 w 17037"/>
                <a:gd name="connsiteY7" fmla="*/ 0 h 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37" h="21920">
                  <a:moveTo>
                    <a:pt x="17038" y="0"/>
                  </a:moveTo>
                  <a:lnTo>
                    <a:pt x="17038" y="2436"/>
                  </a:lnTo>
                  <a:lnTo>
                    <a:pt x="8925" y="2436"/>
                  </a:lnTo>
                  <a:lnTo>
                    <a:pt x="8925" y="21921"/>
                  </a:lnTo>
                  <a:lnTo>
                    <a:pt x="7302" y="21921"/>
                  </a:lnTo>
                  <a:lnTo>
                    <a:pt x="7302" y="2436"/>
                  </a:lnTo>
                  <a:lnTo>
                    <a:pt x="0" y="2436"/>
                  </a:lnTo>
                  <a:lnTo>
                    <a:pt x="0" y="0"/>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67" name="Freeform 766">
              <a:extLst>
                <a:ext uri="{FF2B5EF4-FFF2-40B4-BE49-F238E27FC236}">
                  <a16:creationId xmlns:a16="http://schemas.microsoft.com/office/drawing/2014/main" id="{0FA2964B-25F1-55B0-A52A-FA07061545D1}"/>
                </a:ext>
              </a:extLst>
            </p:cNvPr>
            <p:cNvSpPr/>
            <p:nvPr/>
          </p:nvSpPr>
          <p:spPr>
            <a:xfrm>
              <a:off x="6990312" y="-1145232"/>
              <a:ext cx="20282" cy="21920"/>
            </a:xfrm>
            <a:custGeom>
              <a:avLst/>
              <a:gdLst>
                <a:gd name="connsiteX0" fmla="*/ 3245 w 20282"/>
                <a:gd name="connsiteY0" fmla="*/ 0 h 21920"/>
                <a:gd name="connsiteX1" fmla="*/ 10547 w 20282"/>
                <a:gd name="connsiteY1" fmla="*/ 19485 h 21920"/>
                <a:gd name="connsiteX2" fmla="*/ 17849 w 20282"/>
                <a:gd name="connsiteY2" fmla="*/ 0 h 21920"/>
                <a:gd name="connsiteX3" fmla="*/ 20283 w 20282"/>
                <a:gd name="connsiteY3" fmla="*/ 0 h 21920"/>
                <a:gd name="connsiteX4" fmla="*/ 20283 w 20282"/>
                <a:gd name="connsiteY4" fmla="*/ 21921 h 21920"/>
                <a:gd name="connsiteX5" fmla="*/ 18660 w 20282"/>
                <a:gd name="connsiteY5" fmla="*/ 21921 h 21920"/>
                <a:gd name="connsiteX6" fmla="*/ 18660 w 20282"/>
                <a:gd name="connsiteY6" fmla="*/ 3247 h 21920"/>
                <a:gd name="connsiteX7" fmla="*/ 18660 w 20282"/>
                <a:gd name="connsiteY7" fmla="*/ 3247 h 21920"/>
                <a:gd name="connsiteX8" fmla="*/ 11358 w 20282"/>
                <a:gd name="connsiteY8" fmla="*/ 21921 h 21920"/>
                <a:gd name="connsiteX9" fmla="*/ 8925 w 20282"/>
                <a:gd name="connsiteY9" fmla="*/ 21921 h 21920"/>
                <a:gd name="connsiteX10" fmla="*/ 2434 w 20282"/>
                <a:gd name="connsiteY10" fmla="*/ 3247 h 21920"/>
                <a:gd name="connsiteX11" fmla="*/ 2434 w 20282"/>
                <a:gd name="connsiteY11" fmla="*/ 3247 h 21920"/>
                <a:gd name="connsiteX12" fmla="*/ 2434 w 20282"/>
                <a:gd name="connsiteY12" fmla="*/ 21921 h 21920"/>
                <a:gd name="connsiteX13" fmla="*/ 0 w 20282"/>
                <a:gd name="connsiteY13" fmla="*/ 21921 h 21920"/>
                <a:gd name="connsiteX14" fmla="*/ 0 w 20282"/>
                <a:gd name="connsiteY14" fmla="*/ 0 h 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82" h="21920">
                  <a:moveTo>
                    <a:pt x="3245" y="0"/>
                  </a:moveTo>
                  <a:lnTo>
                    <a:pt x="10547" y="19485"/>
                  </a:lnTo>
                  <a:lnTo>
                    <a:pt x="17849" y="0"/>
                  </a:lnTo>
                  <a:lnTo>
                    <a:pt x="20283" y="0"/>
                  </a:lnTo>
                  <a:lnTo>
                    <a:pt x="20283" y="21921"/>
                  </a:lnTo>
                  <a:lnTo>
                    <a:pt x="18660" y="21921"/>
                  </a:lnTo>
                  <a:lnTo>
                    <a:pt x="18660" y="3247"/>
                  </a:lnTo>
                  <a:lnTo>
                    <a:pt x="18660" y="3247"/>
                  </a:lnTo>
                  <a:lnTo>
                    <a:pt x="11358" y="21921"/>
                  </a:lnTo>
                  <a:lnTo>
                    <a:pt x="8925" y="21921"/>
                  </a:lnTo>
                  <a:lnTo>
                    <a:pt x="2434" y="3247"/>
                  </a:lnTo>
                  <a:lnTo>
                    <a:pt x="2434" y="3247"/>
                  </a:lnTo>
                  <a:lnTo>
                    <a:pt x="2434" y="21921"/>
                  </a:lnTo>
                  <a:lnTo>
                    <a:pt x="0" y="21921"/>
                  </a:lnTo>
                  <a:lnTo>
                    <a:pt x="0" y="0"/>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768" name="Graphic 695">
              <a:extLst>
                <a:ext uri="{FF2B5EF4-FFF2-40B4-BE49-F238E27FC236}">
                  <a16:creationId xmlns:a16="http://schemas.microsoft.com/office/drawing/2014/main" id="{E8507279-0884-66BF-B378-A02FDA881DAA}"/>
                </a:ext>
              </a:extLst>
            </p:cNvPr>
            <p:cNvGrpSpPr/>
            <p:nvPr/>
          </p:nvGrpSpPr>
          <p:grpSpPr>
            <a:xfrm>
              <a:off x="6750162" y="-1288935"/>
              <a:ext cx="210130" cy="169682"/>
              <a:chOff x="6750162" y="-1288935"/>
              <a:chExt cx="210130" cy="169682"/>
            </a:xfrm>
            <a:solidFill>
              <a:srgbClr val="000000"/>
            </a:solidFill>
          </p:grpSpPr>
          <p:sp>
            <p:nvSpPr>
              <p:cNvPr id="769" name="Freeform 768">
                <a:extLst>
                  <a:ext uri="{FF2B5EF4-FFF2-40B4-BE49-F238E27FC236}">
                    <a16:creationId xmlns:a16="http://schemas.microsoft.com/office/drawing/2014/main" id="{19C587A8-7B2F-BF30-2521-7BFD4A903A74}"/>
                  </a:ext>
                </a:extLst>
              </p:cNvPr>
              <p:cNvSpPr/>
              <p:nvPr/>
            </p:nvSpPr>
            <p:spPr>
              <a:xfrm>
                <a:off x="6750162" y="-1272697"/>
                <a:ext cx="167942" cy="153445"/>
              </a:xfrm>
              <a:custGeom>
                <a:avLst/>
                <a:gdLst>
                  <a:gd name="connsiteX0" fmla="*/ 145226 w 167942"/>
                  <a:gd name="connsiteY0" fmla="*/ 117723 h 153445"/>
                  <a:gd name="connsiteX1" fmla="*/ 143603 w 167942"/>
                  <a:gd name="connsiteY1" fmla="*/ 120158 h 153445"/>
                  <a:gd name="connsiteX2" fmla="*/ 141169 w 167942"/>
                  <a:gd name="connsiteY2" fmla="*/ 123406 h 153445"/>
                  <a:gd name="connsiteX3" fmla="*/ 137924 w 167942"/>
                  <a:gd name="connsiteY3" fmla="*/ 125841 h 153445"/>
                  <a:gd name="connsiteX4" fmla="*/ 133056 w 167942"/>
                  <a:gd name="connsiteY4" fmla="*/ 127465 h 153445"/>
                  <a:gd name="connsiteX5" fmla="*/ 126565 w 167942"/>
                  <a:gd name="connsiteY5" fmla="*/ 125030 h 153445"/>
                  <a:gd name="connsiteX6" fmla="*/ 124943 w 167942"/>
                  <a:gd name="connsiteY6" fmla="*/ 116099 h 153445"/>
                  <a:gd name="connsiteX7" fmla="*/ 124943 w 167942"/>
                  <a:gd name="connsiteY7" fmla="*/ 54396 h 153445"/>
                  <a:gd name="connsiteX8" fmla="*/ 156584 w 167942"/>
                  <a:gd name="connsiteY8" fmla="*/ 54396 h 153445"/>
                  <a:gd name="connsiteX9" fmla="*/ 156584 w 167942"/>
                  <a:gd name="connsiteY9" fmla="*/ 28416 h 153445"/>
                  <a:gd name="connsiteX10" fmla="*/ 124943 w 167942"/>
                  <a:gd name="connsiteY10" fmla="*/ 28416 h 153445"/>
                  <a:gd name="connsiteX11" fmla="*/ 124943 w 167942"/>
                  <a:gd name="connsiteY11" fmla="*/ 0 h 153445"/>
                  <a:gd name="connsiteX12" fmla="*/ 98169 w 167942"/>
                  <a:gd name="connsiteY12" fmla="*/ 0 h 153445"/>
                  <a:gd name="connsiteX13" fmla="*/ 98169 w 167942"/>
                  <a:gd name="connsiteY13" fmla="*/ 28416 h 153445"/>
                  <a:gd name="connsiteX14" fmla="*/ 41377 w 167942"/>
                  <a:gd name="connsiteY14" fmla="*/ 28416 h 153445"/>
                  <a:gd name="connsiteX15" fmla="*/ 41377 w 167942"/>
                  <a:gd name="connsiteY15" fmla="*/ 0 h 153445"/>
                  <a:gd name="connsiteX16" fmla="*/ 14604 w 167942"/>
                  <a:gd name="connsiteY16" fmla="*/ 0 h 153445"/>
                  <a:gd name="connsiteX17" fmla="*/ 14604 w 167942"/>
                  <a:gd name="connsiteY17" fmla="*/ 28416 h 153445"/>
                  <a:gd name="connsiteX18" fmla="*/ 0 w 167942"/>
                  <a:gd name="connsiteY18" fmla="*/ 28416 h 153445"/>
                  <a:gd name="connsiteX19" fmla="*/ 0 w 167942"/>
                  <a:gd name="connsiteY19" fmla="*/ 54396 h 153445"/>
                  <a:gd name="connsiteX20" fmla="*/ 14604 w 167942"/>
                  <a:gd name="connsiteY20" fmla="*/ 54396 h 153445"/>
                  <a:gd name="connsiteX21" fmla="*/ 14604 w 167942"/>
                  <a:gd name="connsiteY21" fmla="*/ 118534 h 153445"/>
                  <a:gd name="connsiteX22" fmla="*/ 24339 w 167942"/>
                  <a:gd name="connsiteY22" fmla="*/ 144515 h 153445"/>
                  <a:gd name="connsiteX23" fmla="*/ 49490 w 167942"/>
                  <a:gd name="connsiteY23" fmla="*/ 153445 h 153445"/>
                  <a:gd name="connsiteX24" fmla="*/ 67339 w 167942"/>
                  <a:gd name="connsiteY24" fmla="*/ 148574 h 153445"/>
                  <a:gd name="connsiteX25" fmla="*/ 83566 w 167942"/>
                  <a:gd name="connsiteY25" fmla="*/ 133148 h 153445"/>
                  <a:gd name="connsiteX26" fmla="*/ 62471 w 167942"/>
                  <a:gd name="connsiteY26" fmla="*/ 117723 h 153445"/>
                  <a:gd name="connsiteX27" fmla="*/ 60849 w 167942"/>
                  <a:gd name="connsiteY27" fmla="*/ 120158 h 153445"/>
                  <a:gd name="connsiteX28" fmla="*/ 58415 w 167942"/>
                  <a:gd name="connsiteY28" fmla="*/ 123406 h 153445"/>
                  <a:gd name="connsiteX29" fmla="*/ 55170 w 167942"/>
                  <a:gd name="connsiteY29" fmla="*/ 125841 h 153445"/>
                  <a:gd name="connsiteX30" fmla="*/ 50302 w 167942"/>
                  <a:gd name="connsiteY30" fmla="*/ 127465 h 153445"/>
                  <a:gd name="connsiteX31" fmla="*/ 43811 w 167942"/>
                  <a:gd name="connsiteY31" fmla="*/ 125030 h 153445"/>
                  <a:gd name="connsiteX32" fmla="*/ 42188 w 167942"/>
                  <a:gd name="connsiteY32" fmla="*/ 116099 h 153445"/>
                  <a:gd name="connsiteX33" fmla="*/ 42188 w 167942"/>
                  <a:gd name="connsiteY33" fmla="*/ 54396 h 153445"/>
                  <a:gd name="connsiteX34" fmla="*/ 98981 w 167942"/>
                  <a:gd name="connsiteY34" fmla="*/ 54396 h 153445"/>
                  <a:gd name="connsiteX35" fmla="*/ 98981 w 167942"/>
                  <a:gd name="connsiteY35" fmla="*/ 118534 h 153445"/>
                  <a:gd name="connsiteX36" fmla="*/ 108716 w 167942"/>
                  <a:gd name="connsiteY36" fmla="*/ 144515 h 153445"/>
                  <a:gd name="connsiteX37" fmla="*/ 133867 w 167942"/>
                  <a:gd name="connsiteY37" fmla="*/ 153445 h 153445"/>
                  <a:gd name="connsiteX38" fmla="*/ 151716 w 167942"/>
                  <a:gd name="connsiteY38" fmla="*/ 148574 h 153445"/>
                  <a:gd name="connsiteX39" fmla="*/ 167942 w 167942"/>
                  <a:gd name="connsiteY39" fmla="*/ 133148 h 153445"/>
                  <a:gd name="connsiteX40" fmla="*/ 145226 w 167942"/>
                  <a:gd name="connsiteY40" fmla="*/ 117723 h 1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7942" h="153445">
                    <a:moveTo>
                      <a:pt x="145226" y="117723"/>
                    </a:moveTo>
                    <a:cubicBezTo>
                      <a:pt x="145226" y="117723"/>
                      <a:pt x="144414" y="118534"/>
                      <a:pt x="143603" y="120158"/>
                    </a:cubicBezTo>
                    <a:cubicBezTo>
                      <a:pt x="142792" y="121782"/>
                      <a:pt x="141980" y="122594"/>
                      <a:pt x="141169" y="123406"/>
                    </a:cubicBezTo>
                    <a:cubicBezTo>
                      <a:pt x="140358" y="124218"/>
                      <a:pt x="139546" y="125030"/>
                      <a:pt x="137924" y="125841"/>
                    </a:cubicBezTo>
                    <a:cubicBezTo>
                      <a:pt x="136301" y="126653"/>
                      <a:pt x="134678" y="127465"/>
                      <a:pt x="133056" y="127465"/>
                    </a:cubicBezTo>
                    <a:cubicBezTo>
                      <a:pt x="129810" y="127465"/>
                      <a:pt x="128188" y="126653"/>
                      <a:pt x="126565" y="125030"/>
                    </a:cubicBezTo>
                    <a:cubicBezTo>
                      <a:pt x="124943" y="123406"/>
                      <a:pt x="124943" y="120158"/>
                      <a:pt x="124943" y="116099"/>
                    </a:cubicBezTo>
                    <a:cubicBezTo>
                      <a:pt x="124943" y="95802"/>
                      <a:pt x="124943" y="74693"/>
                      <a:pt x="124943" y="54396"/>
                    </a:cubicBezTo>
                    <a:cubicBezTo>
                      <a:pt x="135490" y="54396"/>
                      <a:pt x="146037" y="54396"/>
                      <a:pt x="156584" y="54396"/>
                    </a:cubicBezTo>
                    <a:cubicBezTo>
                      <a:pt x="156584" y="45465"/>
                      <a:pt x="156584" y="36535"/>
                      <a:pt x="156584" y="28416"/>
                    </a:cubicBezTo>
                    <a:cubicBezTo>
                      <a:pt x="146037" y="28416"/>
                      <a:pt x="135490" y="28416"/>
                      <a:pt x="124943" y="28416"/>
                    </a:cubicBezTo>
                    <a:cubicBezTo>
                      <a:pt x="124943" y="18673"/>
                      <a:pt x="124943" y="9743"/>
                      <a:pt x="124943" y="0"/>
                    </a:cubicBezTo>
                    <a:cubicBezTo>
                      <a:pt x="116018" y="0"/>
                      <a:pt x="107094" y="0"/>
                      <a:pt x="98169" y="0"/>
                    </a:cubicBezTo>
                    <a:cubicBezTo>
                      <a:pt x="98169" y="9743"/>
                      <a:pt x="98169" y="18673"/>
                      <a:pt x="98169" y="28416"/>
                    </a:cubicBezTo>
                    <a:cubicBezTo>
                      <a:pt x="79509" y="28416"/>
                      <a:pt x="60038" y="28416"/>
                      <a:pt x="41377" y="28416"/>
                    </a:cubicBezTo>
                    <a:cubicBezTo>
                      <a:pt x="41377" y="18673"/>
                      <a:pt x="41377" y="9743"/>
                      <a:pt x="41377" y="0"/>
                    </a:cubicBezTo>
                    <a:cubicBezTo>
                      <a:pt x="32453" y="0"/>
                      <a:pt x="23528" y="0"/>
                      <a:pt x="14604" y="0"/>
                    </a:cubicBezTo>
                    <a:cubicBezTo>
                      <a:pt x="14604" y="9743"/>
                      <a:pt x="14604" y="18673"/>
                      <a:pt x="14604" y="28416"/>
                    </a:cubicBezTo>
                    <a:cubicBezTo>
                      <a:pt x="9736" y="28416"/>
                      <a:pt x="4868" y="28416"/>
                      <a:pt x="0" y="28416"/>
                    </a:cubicBezTo>
                    <a:cubicBezTo>
                      <a:pt x="0" y="37346"/>
                      <a:pt x="0" y="46277"/>
                      <a:pt x="0" y="54396"/>
                    </a:cubicBezTo>
                    <a:cubicBezTo>
                      <a:pt x="4868" y="54396"/>
                      <a:pt x="9736" y="54396"/>
                      <a:pt x="14604" y="54396"/>
                    </a:cubicBezTo>
                    <a:cubicBezTo>
                      <a:pt x="14604" y="75505"/>
                      <a:pt x="14604" y="96614"/>
                      <a:pt x="14604" y="118534"/>
                    </a:cubicBezTo>
                    <a:cubicBezTo>
                      <a:pt x="14604" y="129901"/>
                      <a:pt x="17849" y="138831"/>
                      <a:pt x="24339" y="144515"/>
                    </a:cubicBezTo>
                    <a:cubicBezTo>
                      <a:pt x="30830" y="151010"/>
                      <a:pt x="38943" y="153445"/>
                      <a:pt x="49490" y="153445"/>
                    </a:cubicBezTo>
                    <a:cubicBezTo>
                      <a:pt x="55981" y="153445"/>
                      <a:pt x="62471" y="151822"/>
                      <a:pt x="67339" y="148574"/>
                    </a:cubicBezTo>
                    <a:cubicBezTo>
                      <a:pt x="72207" y="145327"/>
                      <a:pt x="77886" y="140455"/>
                      <a:pt x="83566" y="133148"/>
                    </a:cubicBezTo>
                    <a:cubicBezTo>
                      <a:pt x="76264" y="128277"/>
                      <a:pt x="69773" y="122594"/>
                      <a:pt x="62471" y="117723"/>
                    </a:cubicBezTo>
                    <a:cubicBezTo>
                      <a:pt x="62471" y="117723"/>
                      <a:pt x="61660" y="118534"/>
                      <a:pt x="60849" y="120158"/>
                    </a:cubicBezTo>
                    <a:cubicBezTo>
                      <a:pt x="60038" y="121782"/>
                      <a:pt x="59226" y="122594"/>
                      <a:pt x="58415" y="123406"/>
                    </a:cubicBezTo>
                    <a:cubicBezTo>
                      <a:pt x="57603" y="124218"/>
                      <a:pt x="56792" y="125030"/>
                      <a:pt x="55170" y="125841"/>
                    </a:cubicBezTo>
                    <a:cubicBezTo>
                      <a:pt x="53547" y="126653"/>
                      <a:pt x="51924" y="127465"/>
                      <a:pt x="50302" y="127465"/>
                    </a:cubicBezTo>
                    <a:cubicBezTo>
                      <a:pt x="47056" y="127465"/>
                      <a:pt x="45434" y="126653"/>
                      <a:pt x="43811" y="125030"/>
                    </a:cubicBezTo>
                    <a:cubicBezTo>
                      <a:pt x="42188" y="123406"/>
                      <a:pt x="42188" y="120158"/>
                      <a:pt x="42188" y="116099"/>
                    </a:cubicBezTo>
                    <a:cubicBezTo>
                      <a:pt x="42188" y="95802"/>
                      <a:pt x="42188" y="74693"/>
                      <a:pt x="42188" y="54396"/>
                    </a:cubicBezTo>
                    <a:cubicBezTo>
                      <a:pt x="60849" y="54396"/>
                      <a:pt x="80320" y="54396"/>
                      <a:pt x="98981" y="54396"/>
                    </a:cubicBezTo>
                    <a:cubicBezTo>
                      <a:pt x="98981" y="75505"/>
                      <a:pt x="98981" y="96614"/>
                      <a:pt x="98981" y="118534"/>
                    </a:cubicBezTo>
                    <a:cubicBezTo>
                      <a:pt x="98981" y="129901"/>
                      <a:pt x="102226" y="138831"/>
                      <a:pt x="108716" y="144515"/>
                    </a:cubicBezTo>
                    <a:cubicBezTo>
                      <a:pt x="115207" y="150198"/>
                      <a:pt x="123320" y="153445"/>
                      <a:pt x="133867" y="153445"/>
                    </a:cubicBezTo>
                    <a:cubicBezTo>
                      <a:pt x="140358" y="153445"/>
                      <a:pt x="146848" y="151822"/>
                      <a:pt x="151716" y="148574"/>
                    </a:cubicBezTo>
                    <a:cubicBezTo>
                      <a:pt x="156584" y="145327"/>
                      <a:pt x="162263" y="140455"/>
                      <a:pt x="167942" y="133148"/>
                    </a:cubicBezTo>
                    <a:cubicBezTo>
                      <a:pt x="159018" y="128277"/>
                      <a:pt x="152527" y="122594"/>
                      <a:pt x="145226" y="117723"/>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70" name="Freeform 769">
                <a:extLst>
                  <a:ext uri="{FF2B5EF4-FFF2-40B4-BE49-F238E27FC236}">
                    <a16:creationId xmlns:a16="http://schemas.microsoft.com/office/drawing/2014/main" id="{1AC62C3A-25E7-826D-1C32-8B074DEA44CE}"/>
                  </a:ext>
                </a:extLst>
              </p:cNvPr>
              <p:cNvSpPr/>
              <p:nvPr/>
            </p:nvSpPr>
            <p:spPr>
              <a:xfrm>
                <a:off x="6927840" y="-1288935"/>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2" y="24356"/>
                      <a:pt x="0" y="20297"/>
                      <a:pt x="0" y="16238"/>
                    </a:cubicBezTo>
                    <a:cubicBezTo>
                      <a:pt x="0" y="11366"/>
                      <a:pt x="1622" y="8119"/>
                      <a:pt x="4868" y="4871"/>
                    </a:cubicBezTo>
                    <a:cubicBezTo>
                      <a:pt x="8113" y="1624"/>
                      <a:pt x="11358" y="0"/>
                      <a:pt x="16226" y="0"/>
                    </a:cubicBezTo>
                    <a:cubicBezTo>
                      <a:pt x="20283" y="0"/>
                      <a:pt x="24339" y="1624"/>
                      <a:pt x="27585" y="4871"/>
                    </a:cubicBezTo>
                    <a:cubicBezTo>
                      <a:pt x="30830" y="8119"/>
                      <a:pt x="32453" y="12178"/>
                      <a:pt x="32453" y="16238"/>
                    </a:cubicBezTo>
                    <a:cubicBezTo>
                      <a:pt x="32453" y="21109"/>
                      <a:pt x="30830" y="24356"/>
                      <a:pt x="27585" y="27604"/>
                    </a:cubicBezTo>
                    <a:cubicBezTo>
                      <a:pt x="24339" y="30851"/>
                      <a:pt x="20283" y="32475"/>
                      <a:pt x="16226" y="32475"/>
                    </a:cubicBezTo>
                    <a:cubicBezTo>
                      <a:pt x="11358" y="32475"/>
                      <a:pt x="7302" y="30851"/>
                      <a:pt x="4868" y="27604"/>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771" name="Freeform 770">
              <a:extLst>
                <a:ext uri="{FF2B5EF4-FFF2-40B4-BE49-F238E27FC236}">
                  <a16:creationId xmlns:a16="http://schemas.microsoft.com/office/drawing/2014/main" id="{C09E78BF-2AF8-9E91-931D-DF6610DBCD21}"/>
                </a:ext>
              </a:extLst>
            </p:cNvPr>
            <p:cNvSpPr/>
            <p:nvPr/>
          </p:nvSpPr>
          <p:spPr>
            <a:xfrm>
              <a:off x="6500277" y="-1245905"/>
              <a:ext cx="118452" cy="122593"/>
            </a:xfrm>
            <a:custGeom>
              <a:avLst/>
              <a:gdLst>
                <a:gd name="connsiteX0" fmla="*/ 0 w 118452"/>
                <a:gd name="connsiteY0" fmla="*/ 122594 h 122593"/>
                <a:gd name="connsiteX1" fmla="*/ 68150 w 118452"/>
                <a:gd name="connsiteY1" fmla="*/ 26792 h 122593"/>
                <a:gd name="connsiteX2" fmla="*/ 13792 w 118452"/>
                <a:gd name="connsiteY2" fmla="*/ 26792 h 122593"/>
                <a:gd name="connsiteX3" fmla="*/ 13792 w 118452"/>
                <a:gd name="connsiteY3" fmla="*/ 0 h 122593"/>
                <a:gd name="connsiteX4" fmla="*/ 118452 w 118452"/>
                <a:gd name="connsiteY4" fmla="*/ 812 h 122593"/>
                <a:gd name="connsiteX5" fmla="*/ 51113 w 118452"/>
                <a:gd name="connsiteY5" fmla="*/ 95802 h 122593"/>
                <a:gd name="connsiteX6" fmla="*/ 111150 w 118452"/>
                <a:gd name="connsiteY6" fmla="*/ 95802 h 122593"/>
                <a:gd name="connsiteX7" fmla="*/ 111150 w 118452"/>
                <a:gd name="connsiteY7" fmla="*/ 122594 h 1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452" h="122593">
                  <a:moveTo>
                    <a:pt x="0" y="122594"/>
                  </a:moveTo>
                  <a:lnTo>
                    <a:pt x="68150" y="26792"/>
                  </a:lnTo>
                  <a:lnTo>
                    <a:pt x="13792" y="26792"/>
                  </a:lnTo>
                  <a:lnTo>
                    <a:pt x="13792" y="0"/>
                  </a:lnTo>
                  <a:lnTo>
                    <a:pt x="118452" y="812"/>
                  </a:lnTo>
                  <a:lnTo>
                    <a:pt x="51113" y="95802"/>
                  </a:lnTo>
                  <a:lnTo>
                    <a:pt x="111150" y="95802"/>
                  </a:lnTo>
                  <a:lnTo>
                    <a:pt x="111150" y="122594"/>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772" name="Graphic 695">
              <a:extLst>
                <a:ext uri="{FF2B5EF4-FFF2-40B4-BE49-F238E27FC236}">
                  <a16:creationId xmlns:a16="http://schemas.microsoft.com/office/drawing/2014/main" id="{07981271-04E8-C49E-D000-6A53F0EEEE4F}"/>
                </a:ext>
              </a:extLst>
            </p:cNvPr>
            <p:cNvGrpSpPr/>
            <p:nvPr/>
          </p:nvGrpSpPr>
          <p:grpSpPr>
            <a:xfrm>
              <a:off x="6277165" y="-1249965"/>
              <a:ext cx="222300" cy="129089"/>
              <a:chOff x="6277165" y="-1249965"/>
              <a:chExt cx="222300" cy="129089"/>
            </a:xfrm>
            <a:solidFill>
              <a:srgbClr val="000000"/>
            </a:solidFill>
          </p:grpSpPr>
          <p:sp>
            <p:nvSpPr>
              <p:cNvPr id="773" name="Freeform 772">
                <a:extLst>
                  <a:ext uri="{FF2B5EF4-FFF2-40B4-BE49-F238E27FC236}">
                    <a16:creationId xmlns:a16="http://schemas.microsoft.com/office/drawing/2014/main" id="{4729ECF9-0EC8-DD93-48E8-71E813BAD97C}"/>
                  </a:ext>
                </a:extLst>
              </p:cNvPr>
              <p:cNvSpPr/>
              <p:nvPr/>
            </p:nvSpPr>
            <p:spPr>
              <a:xfrm>
                <a:off x="6432938" y="-1249153"/>
                <a:ext cx="66527" cy="126653"/>
              </a:xfrm>
              <a:custGeom>
                <a:avLst/>
                <a:gdLst>
                  <a:gd name="connsiteX0" fmla="*/ 0 w 66527"/>
                  <a:gd name="connsiteY0" fmla="*/ 125841 h 126653"/>
                  <a:gd name="connsiteX1" fmla="*/ 0 w 66527"/>
                  <a:gd name="connsiteY1" fmla="*/ 3247 h 126653"/>
                  <a:gd name="connsiteX2" fmla="*/ 25151 w 66527"/>
                  <a:gd name="connsiteY2" fmla="*/ 3247 h 126653"/>
                  <a:gd name="connsiteX3" fmla="*/ 26773 w 66527"/>
                  <a:gd name="connsiteY3" fmla="*/ 16238 h 126653"/>
                  <a:gd name="connsiteX4" fmla="*/ 66528 w 66527"/>
                  <a:gd name="connsiteY4" fmla="*/ 0 h 126653"/>
                  <a:gd name="connsiteX5" fmla="*/ 66528 w 66527"/>
                  <a:gd name="connsiteY5" fmla="*/ 29228 h 126653"/>
                  <a:gd name="connsiteX6" fmla="*/ 41377 w 66527"/>
                  <a:gd name="connsiteY6" fmla="*/ 36535 h 126653"/>
                  <a:gd name="connsiteX7" fmla="*/ 28396 w 66527"/>
                  <a:gd name="connsiteY7" fmla="*/ 53584 h 126653"/>
                  <a:gd name="connsiteX8" fmla="*/ 28396 w 66527"/>
                  <a:gd name="connsiteY8" fmla="*/ 126653 h 126653"/>
                  <a:gd name="connsiteX9" fmla="*/ 0 w 66527"/>
                  <a:gd name="connsiteY9" fmla="*/ 125841 h 1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527" h="126653">
                    <a:moveTo>
                      <a:pt x="0" y="125841"/>
                    </a:moveTo>
                    <a:cubicBezTo>
                      <a:pt x="0" y="85247"/>
                      <a:pt x="0" y="43841"/>
                      <a:pt x="0" y="3247"/>
                    </a:cubicBezTo>
                    <a:cubicBezTo>
                      <a:pt x="8113" y="3247"/>
                      <a:pt x="16226" y="3247"/>
                      <a:pt x="25151" y="3247"/>
                    </a:cubicBezTo>
                    <a:cubicBezTo>
                      <a:pt x="25962" y="7307"/>
                      <a:pt x="25962" y="12178"/>
                      <a:pt x="26773" y="16238"/>
                    </a:cubicBezTo>
                    <a:cubicBezTo>
                      <a:pt x="37320" y="5683"/>
                      <a:pt x="50301" y="0"/>
                      <a:pt x="66528" y="0"/>
                    </a:cubicBezTo>
                    <a:cubicBezTo>
                      <a:pt x="66528" y="9743"/>
                      <a:pt x="66528" y="19485"/>
                      <a:pt x="66528" y="29228"/>
                    </a:cubicBezTo>
                    <a:cubicBezTo>
                      <a:pt x="55981" y="29228"/>
                      <a:pt x="47868" y="31663"/>
                      <a:pt x="41377" y="36535"/>
                    </a:cubicBezTo>
                    <a:cubicBezTo>
                      <a:pt x="34886" y="41406"/>
                      <a:pt x="30019" y="47089"/>
                      <a:pt x="28396" y="53584"/>
                    </a:cubicBezTo>
                    <a:cubicBezTo>
                      <a:pt x="28396" y="77941"/>
                      <a:pt x="28396" y="102297"/>
                      <a:pt x="28396" y="126653"/>
                    </a:cubicBezTo>
                    <a:cubicBezTo>
                      <a:pt x="18660" y="125841"/>
                      <a:pt x="8924" y="125841"/>
                      <a:pt x="0" y="125841"/>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74" name="Freeform 773">
                <a:extLst>
                  <a:ext uri="{FF2B5EF4-FFF2-40B4-BE49-F238E27FC236}">
                    <a16:creationId xmlns:a16="http://schemas.microsoft.com/office/drawing/2014/main" id="{1B6C0188-1709-EB1F-14B9-654409B786A8}"/>
                  </a:ext>
                </a:extLst>
              </p:cNvPr>
              <p:cNvSpPr/>
              <p:nvPr/>
            </p:nvSpPr>
            <p:spPr>
              <a:xfrm>
                <a:off x="6277165" y="-1249965"/>
                <a:ext cx="128187" cy="129089"/>
              </a:xfrm>
              <a:custGeom>
                <a:avLst/>
                <a:gdLst>
                  <a:gd name="connsiteX0" fmla="*/ 8113 w 128187"/>
                  <a:gd name="connsiteY0" fmla="*/ 98238 h 129089"/>
                  <a:gd name="connsiteX1" fmla="*/ 30830 w 128187"/>
                  <a:gd name="connsiteY1" fmla="*/ 120970 h 129089"/>
                  <a:gd name="connsiteX2" fmla="*/ 62471 w 128187"/>
                  <a:gd name="connsiteY2" fmla="*/ 129089 h 129089"/>
                  <a:gd name="connsiteX3" fmla="*/ 84377 w 128187"/>
                  <a:gd name="connsiteY3" fmla="*/ 124218 h 129089"/>
                  <a:gd name="connsiteX4" fmla="*/ 101414 w 128187"/>
                  <a:gd name="connsiteY4" fmla="*/ 110416 h 129089"/>
                  <a:gd name="connsiteX5" fmla="*/ 103037 w 128187"/>
                  <a:gd name="connsiteY5" fmla="*/ 125841 h 129089"/>
                  <a:gd name="connsiteX6" fmla="*/ 128188 w 128187"/>
                  <a:gd name="connsiteY6" fmla="*/ 125841 h 129089"/>
                  <a:gd name="connsiteX7" fmla="*/ 128188 w 128187"/>
                  <a:gd name="connsiteY7" fmla="*/ 3248 h 129089"/>
                  <a:gd name="connsiteX8" fmla="*/ 103037 w 128187"/>
                  <a:gd name="connsiteY8" fmla="*/ 3248 h 129089"/>
                  <a:gd name="connsiteX9" fmla="*/ 102226 w 128187"/>
                  <a:gd name="connsiteY9" fmla="*/ 18673 h 129089"/>
                  <a:gd name="connsiteX10" fmla="*/ 85999 w 128187"/>
                  <a:gd name="connsiteY10" fmla="*/ 4871 h 129089"/>
                  <a:gd name="connsiteX11" fmla="*/ 64094 w 128187"/>
                  <a:gd name="connsiteY11" fmla="*/ 0 h 129089"/>
                  <a:gd name="connsiteX12" fmla="*/ 38943 w 128187"/>
                  <a:gd name="connsiteY12" fmla="*/ 4871 h 129089"/>
                  <a:gd name="connsiteX13" fmla="*/ 18660 w 128187"/>
                  <a:gd name="connsiteY13" fmla="*/ 18673 h 129089"/>
                  <a:gd name="connsiteX14" fmla="*/ 4868 w 128187"/>
                  <a:gd name="connsiteY14" fmla="*/ 38970 h 129089"/>
                  <a:gd name="connsiteX15" fmla="*/ 0 w 128187"/>
                  <a:gd name="connsiteY15" fmla="*/ 64139 h 129089"/>
                  <a:gd name="connsiteX16" fmla="*/ 8113 w 128187"/>
                  <a:gd name="connsiteY16" fmla="*/ 98238 h 129089"/>
                  <a:gd name="connsiteX17" fmla="*/ 36509 w 128187"/>
                  <a:gd name="connsiteY17" fmla="*/ 36535 h 129089"/>
                  <a:gd name="connsiteX18" fmla="*/ 64094 w 128187"/>
                  <a:gd name="connsiteY18" fmla="*/ 25168 h 129089"/>
                  <a:gd name="connsiteX19" fmla="*/ 90867 w 128187"/>
                  <a:gd name="connsiteY19" fmla="*/ 37347 h 129089"/>
                  <a:gd name="connsiteX20" fmla="*/ 102226 w 128187"/>
                  <a:gd name="connsiteY20" fmla="*/ 65762 h 129089"/>
                  <a:gd name="connsiteX21" fmla="*/ 91679 w 128187"/>
                  <a:gd name="connsiteY21" fmla="*/ 94178 h 129089"/>
                  <a:gd name="connsiteX22" fmla="*/ 64905 w 128187"/>
                  <a:gd name="connsiteY22" fmla="*/ 105544 h 129089"/>
                  <a:gd name="connsiteX23" fmla="*/ 37321 w 128187"/>
                  <a:gd name="connsiteY23" fmla="*/ 94178 h 129089"/>
                  <a:gd name="connsiteX24" fmla="*/ 25962 w 128187"/>
                  <a:gd name="connsiteY24" fmla="*/ 66574 h 129089"/>
                  <a:gd name="connsiteX25" fmla="*/ 36509 w 128187"/>
                  <a:gd name="connsiteY25" fmla="*/ 36535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8187" h="129089">
                    <a:moveTo>
                      <a:pt x="8113" y="98238"/>
                    </a:moveTo>
                    <a:cubicBezTo>
                      <a:pt x="13792" y="107980"/>
                      <a:pt x="21094" y="116099"/>
                      <a:pt x="30830" y="120970"/>
                    </a:cubicBezTo>
                    <a:cubicBezTo>
                      <a:pt x="40566" y="126653"/>
                      <a:pt x="51113" y="129089"/>
                      <a:pt x="62471" y="129089"/>
                    </a:cubicBezTo>
                    <a:cubicBezTo>
                      <a:pt x="69773" y="129089"/>
                      <a:pt x="77075" y="127465"/>
                      <a:pt x="84377" y="124218"/>
                    </a:cubicBezTo>
                    <a:cubicBezTo>
                      <a:pt x="91679" y="120970"/>
                      <a:pt x="96546" y="116099"/>
                      <a:pt x="101414" y="110416"/>
                    </a:cubicBezTo>
                    <a:cubicBezTo>
                      <a:pt x="102226" y="115287"/>
                      <a:pt x="102226" y="120970"/>
                      <a:pt x="103037" y="125841"/>
                    </a:cubicBezTo>
                    <a:cubicBezTo>
                      <a:pt x="111150" y="125841"/>
                      <a:pt x="120075" y="125841"/>
                      <a:pt x="128188" y="125841"/>
                    </a:cubicBezTo>
                    <a:cubicBezTo>
                      <a:pt x="128188" y="85247"/>
                      <a:pt x="128188" y="43842"/>
                      <a:pt x="128188" y="3248"/>
                    </a:cubicBezTo>
                    <a:cubicBezTo>
                      <a:pt x="120075" y="3248"/>
                      <a:pt x="111150" y="3248"/>
                      <a:pt x="103037" y="3248"/>
                    </a:cubicBezTo>
                    <a:cubicBezTo>
                      <a:pt x="103037" y="8119"/>
                      <a:pt x="102226" y="13802"/>
                      <a:pt x="102226" y="18673"/>
                    </a:cubicBezTo>
                    <a:cubicBezTo>
                      <a:pt x="98169" y="12990"/>
                      <a:pt x="92490" y="8119"/>
                      <a:pt x="85999" y="4871"/>
                    </a:cubicBezTo>
                    <a:cubicBezTo>
                      <a:pt x="79509" y="1624"/>
                      <a:pt x="72207" y="0"/>
                      <a:pt x="64094" y="0"/>
                    </a:cubicBezTo>
                    <a:cubicBezTo>
                      <a:pt x="55169" y="0"/>
                      <a:pt x="47056" y="1624"/>
                      <a:pt x="38943" y="4871"/>
                    </a:cubicBezTo>
                    <a:cubicBezTo>
                      <a:pt x="30830" y="8119"/>
                      <a:pt x="24339" y="12990"/>
                      <a:pt x="18660" y="18673"/>
                    </a:cubicBezTo>
                    <a:cubicBezTo>
                      <a:pt x="12981" y="24356"/>
                      <a:pt x="8925" y="30851"/>
                      <a:pt x="4868" y="38970"/>
                    </a:cubicBezTo>
                    <a:cubicBezTo>
                      <a:pt x="1623" y="47089"/>
                      <a:pt x="0" y="55208"/>
                      <a:pt x="0" y="64139"/>
                    </a:cubicBezTo>
                    <a:cubicBezTo>
                      <a:pt x="0" y="77129"/>
                      <a:pt x="2434" y="88495"/>
                      <a:pt x="8113" y="98238"/>
                    </a:cubicBezTo>
                    <a:moveTo>
                      <a:pt x="36509" y="36535"/>
                    </a:moveTo>
                    <a:cubicBezTo>
                      <a:pt x="43811" y="28416"/>
                      <a:pt x="52735" y="25168"/>
                      <a:pt x="64094" y="25168"/>
                    </a:cubicBezTo>
                    <a:cubicBezTo>
                      <a:pt x="74641" y="25168"/>
                      <a:pt x="83565" y="29228"/>
                      <a:pt x="90867" y="37347"/>
                    </a:cubicBezTo>
                    <a:cubicBezTo>
                      <a:pt x="98169" y="45465"/>
                      <a:pt x="102226" y="54396"/>
                      <a:pt x="102226" y="65762"/>
                    </a:cubicBezTo>
                    <a:cubicBezTo>
                      <a:pt x="102226" y="77129"/>
                      <a:pt x="98981" y="86059"/>
                      <a:pt x="91679" y="94178"/>
                    </a:cubicBezTo>
                    <a:cubicBezTo>
                      <a:pt x="84377" y="101485"/>
                      <a:pt x="75452" y="105544"/>
                      <a:pt x="64905" y="105544"/>
                    </a:cubicBezTo>
                    <a:cubicBezTo>
                      <a:pt x="54358" y="105544"/>
                      <a:pt x="44622" y="101485"/>
                      <a:pt x="37321" y="94178"/>
                    </a:cubicBezTo>
                    <a:cubicBezTo>
                      <a:pt x="30019" y="86871"/>
                      <a:pt x="25962" y="77129"/>
                      <a:pt x="25962" y="66574"/>
                    </a:cubicBezTo>
                    <a:cubicBezTo>
                      <a:pt x="25962" y="54396"/>
                      <a:pt x="29207" y="44653"/>
                      <a:pt x="36509" y="36535"/>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775" name="Freeform 774">
              <a:extLst>
                <a:ext uri="{FF2B5EF4-FFF2-40B4-BE49-F238E27FC236}">
                  <a16:creationId xmlns:a16="http://schemas.microsoft.com/office/drawing/2014/main" id="{ADFA3F1C-97C4-FA26-76DC-A4CC7C05EDC8}"/>
                </a:ext>
              </a:extLst>
            </p:cNvPr>
            <p:cNvSpPr/>
            <p:nvPr/>
          </p:nvSpPr>
          <p:spPr>
            <a:xfrm>
              <a:off x="6089752" y="-1296242"/>
              <a:ext cx="169564" cy="172930"/>
            </a:xfrm>
            <a:custGeom>
              <a:avLst/>
              <a:gdLst>
                <a:gd name="connsiteX0" fmla="*/ 0 w 169564"/>
                <a:gd name="connsiteY0" fmla="*/ 172119 h 172930"/>
                <a:gd name="connsiteX1" fmla="*/ 0 w 169564"/>
                <a:gd name="connsiteY1" fmla="*/ 0 h 172930"/>
                <a:gd name="connsiteX2" fmla="*/ 85188 w 169564"/>
                <a:gd name="connsiteY2" fmla="*/ 89307 h 172930"/>
                <a:gd name="connsiteX3" fmla="*/ 169565 w 169564"/>
                <a:gd name="connsiteY3" fmla="*/ 0 h 172930"/>
                <a:gd name="connsiteX4" fmla="*/ 169565 w 169564"/>
                <a:gd name="connsiteY4" fmla="*/ 172931 h 172930"/>
                <a:gd name="connsiteX5" fmla="*/ 141980 w 169564"/>
                <a:gd name="connsiteY5" fmla="*/ 172931 h 172930"/>
                <a:gd name="connsiteX6" fmla="*/ 141980 w 169564"/>
                <a:gd name="connsiteY6" fmla="*/ 69822 h 172930"/>
                <a:gd name="connsiteX7" fmla="*/ 85188 w 169564"/>
                <a:gd name="connsiteY7" fmla="*/ 129089 h 172930"/>
                <a:gd name="connsiteX8" fmla="*/ 26774 w 169564"/>
                <a:gd name="connsiteY8" fmla="*/ 69010 h 172930"/>
                <a:gd name="connsiteX9" fmla="*/ 26774 w 169564"/>
                <a:gd name="connsiteY9" fmla="*/ 172119 h 17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564" h="172930">
                  <a:moveTo>
                    <a:pt x="0" y="172119"/>
                  </a:moveTo>
                  <a:lnTo>
                    <a:pt x="0" y="0"/>
                  </a:lnTo>
                  <a:lnTo>
                    <a:pt x="85188" y="89307"/>
                  </a:lnTo>
                  <a:lnTo>
                    <a:pt x="169565" y="0"/>
                  </a:lnTo>
                  <a:lnTo>
                    <a:pt x="169565" y="172931"/>
                  </a:lnTo>
                  <a:lnTo>
                    <a:pt x="141980" y="172931"/>
                  </a:lnTo>
                  <a:lnTo>
                    <a:pt x="141980" y="69822"/>
                  </a:lnTo>
                  <a:lnTo>
                    <a:pt x="85188" y="129089"/>
                  </a:lnTo>
                  <a:lnTo>
                    <a:pt x="26774" y="69010"/>
                  </a:lnTo>
                  <a:lnTo>
                    <a:pt x="26774" y="172119"/>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76" name="Freeform 775">
              <a:extLst>
                <a:ext uri="{FF2B5EF4-FFF2-40B4-BE49-F238E27FC236}">
                  <a16:creationId xmlns:a16="http://schemas.microsoft.com/office/drawing/2014/main" id="{8755E9EB-DA76-1A40-FA5F-904A8225B335}"/>
                </a:ext>
              </a:extLst>
            </p:cNvPr>
            <p:cNvSpPr/>
            <p:nvPr/>
          </p:nvSpPr>
          <p:spPr>
            <a:xfrm>
              <a:off x="6020790" y="-1154163"/>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2178"/>
                    <a:pt x="1623" y="8119"/>
                    <a:pt x="4868" y="4871"/>
                  </a:cubicBezTo>
                  <a:cubicBezTo>
                    <a:pt x="8113" y="1624"/>
                    <a:pt x="12170" y="0"/>
                    <a:pt x="16226" y="0"/>
                  </a:cubicBezTo>
                  <a:cubicBezTo>
                    <a:pt x="20283" y="0"/>
                    <a:pt x="24339" y="1624"/>
                    <a:pt x="27585" y="4871"/>
                  </a:cubicBezTo>
                  <a:cubicBezTo>
                    <a:pt x="30830" y="8119"/>
                    <a:pt x="32453" y="12178"/>
                    <a:pt x="32453" y="16238"/>
                  </a:cubicBezTo>
                  <a:cubicBezTo>
                    <a:pt x="32453" y="20297"/>
                    <a:pt x="30830" y="24356"/>
                    <a:pt x="27585" y="27604"/>
                  </a:cubicBezTo>
                  <a:cubicBezTo>
                    <a:pt x="24339" y="30851"/>
                    <a:pt x="20283" y="32475"/>
                    <a:pt x="16226" y="32475"/>
                  </a:cubicBezTo>
                  <a:cubicBezTo>
                    <a:pt x="11358" y="32475"/>
                    <a:pt x="8113" y="30851"/>
                    <a:pt x="4868" y="27604"/>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77" name="Freeform 776">
              <a:extLst>
                <a:ext uri="{FF2B5EF4-FFF2-40B4-BE49-F238E27FC236}">
                  <a16:creationId xmlns:a16="http://schemas.microsoft.com/office/drawing/2014/main" id="{A33D396A-58A3-C155-A822-2914FA6C2EC8}"/>
                </a:ext>
              </a:extLst>
            </p:cNvPr>
            <p:cNvSpPr/>
            <p:nvPr/>
          </p:nvSpPr>
          <p:spPr>
            <a:xfrm>
              <a:off x="5912885" y="-1292994"/>
              <a:ext cx="127376" cy="168870"/>
            </a:xfrm>
            <a:custGeom>
              <a:avLst/>
              <a:gdLst>
                <a:gd name="connsiteX0" fmla="*/ 0 w 127376"/>
                <a:gd name="connsiteY0" fmla="*/ 27604 h 168870"/>
                <a:gd name="connsiteX1" fmla="*/ 0 w 127376"/>
                <a:gd name="connsiteY1" fmla="*/ 0 h 168870"/>
                <a:gd name="connsiteX2" fmla="*/ 127376 w 127376"/>
                <a:gd name="connsiteY2" fmla="*/ 812 h 168870"/>
                <a:gd name="connsiteX3" fmla="*/ 127376 w 127376"/>
                <a:gd name="connsiteY3" fmla="*/ 27604 h 168870"/>
                <a:gd name="connsiteX4" fmla="*/ 77075 w 127376"/>
                <a:gd name="connsiteY4" fmla="*/ 27604 h 168870"/>
                <a:gd name="connsiteX5" fmla="*/ 77075 w 127376"/>
                <a:gd name="connsiteY5" fmla="*/ 168871 h 168870"/>
                <a:gd name="connsiteX6" fmla="*/ 49490 w 127376"/>
                <a:gd name="connsiteY6" fmla="*/ 168871 h 168870"/>
                <a:gd name="connsiteX7" fmla="*/ 49490 w 127376"/>
                <a:gd name="connsiteY7" fmla="*/ 27604 h 16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376" h="168870">
                  <a:moveTo>
                    <a:pt x="0" y="27604"/>
                  </a:moveTo>
                  <a:lnTo>
                    <a:pt x="0" y="0"/>
                  </a:lnTo>
                  <a:lnTo>
                    <a:pt x="127376" y="812"/>
                  </a:lnTo>
                  <a:lnTo>
                    <a:pt x="127376" y="27604"/>
                  </a:lnTo>
                  <a:lnTo>
                    <a:pt x="77075" y="27604"/>
                  </a:lnTo>
                  <a:lnTo>
                    <a:pt x="77075" y="168871"/>
                  </a:lnTo>
                  <a:lnTo>
                    <a:pt x="49490" y="168871"/>
                  </a:lnTo>
                  <a:lnTo>
                    <a:pt x="49490" y="27604"/>
                  </a:lnTo>
                  <a:close/>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778" name="Graphic 695">
              <a:extLst>
                <a:ext uri="{FF2B5EF4-FFF2-40B4-BE49-F238E27FC236}">
                  <a16:creationId xmlns:a16="http://schemas.microsoft.com/office/drawing/2014/main" id="{6B93BA52-F4A9-5DAD-DBD7-4F81822ED908}"/>
                </a:ext>
              </a:extLst>
            </p:cNvPr>
            <p:cNvGrpSpPr/>
            <p:nvPr/>
          </p:nvGrpSpPr>
          <p:grpSpPr>
            <a:xfrm>
              <a:off x="6622786" y="-1450499"/>
              <a:ext cx="673391" cy="329623"/>
              <a:chOff x="6622786" y="-1450499"/>
              <a:chExt cx="673391" cy="329623"/>
            </a:xfrm>
            <a:solidFill>
              <a:srgbClr val="000000"/>
            </a:solidFill>
          </p:grpSpPr>
          <p:sp>
            <p:nvSpPr>
              <p:cNvPr id="779" name="Freeform 778">
                <a:extLst>
                  <a:ext uri="{FF2B5EF4-FFF2-40B4-BE49-F238E27FC236}">
                    <a16:creationId xmlns:a16="http://schemas.microsoft.com/office/drawing/2014/main" id="{6200AA1C-98F7-2C70-7119-156A36DE9DEB}"/>
                  </a:ext>
                </a:extLst>
              </p:cNvPr>
              <p:cNvSpPr/>
              <p:nvPr/>
            </p:nvSpPr>
            <p:spPr>
              <a:xfrm>
                <a:off x="6867803" y="-1450499"/>
                <a:ext cx="428374" cy="249247"/>
              </a:xfrm>
              <a:custGeom>
                <a:avLst/>
                <a:gdLst>
                  <a:gd name="connsiteX0" fmla="*/ 0 w 428374"/>
                  <a:gd name="connsiteY0" fmla="*/ 0 h 249247"/>
                  <a:gd name="connsiteX1" fmla="*/ 4057 w 428374"/>
                  <a:gd name="connsiteY1" fmla="*/ 0 h 249247"/>
                  <a:gd name="connsiteX2" fmla="*/ 17038 w 428374"/>
                  <a:gd name="connsiteY2" fmla="*/ 0 h 249247"/>
                  <a:gd name="connsiteX3" fmla="*/ 40566 w 428374"/>
                  <a:gd name="connsiteY3" fmla="*/ 2436 h 249247"/>
                  <a:gd name="connsiteX4" fmla="*/ 71396 w 428374"/>
                  <a:gd name="connsiteY4" fmla="*/ 10554 h 249247"/>
                  <a:gd name="connsiteX5" fmla="*/ 87622 w 428374"/>
                  <a:gd name="connsiteY5" fmla="*/ 17861 h 249247"/>
                  <a:gd name="connsiteX6" fmla="*/ 93301 w 428374"/>
                  <a:gd name="connsiteY6" fmla="*/ 21109 h 249247"/>
                  <a:gd name="connsiteX7" fmla="*/ 122509 w 428374"/>
                  <a:gd name="connsiteY7" fmla="*/ 47089 h 249247"/>
                  <a:gd name="connsiteX8" fmla="*/ 135490 w 428374"/>
                  <a:gd name="connsiteY8" fmla="*/ 68198 h 249247"/>
                  <a:gd name="connsiteX9" fmla="*/ 143603 w 428374"/>
                  <a:gd name="connsiteY9" fmla="*/ 90931 h 249247"/>
                  <a:gd name="connsiteX10" fmla="*/ 146848 w 428374"/>
                  <a:gd name="connsiteY10" fmla="*/ 110416 h 249247"/>
                  <a:gd name="connsiteX11" fmla="*/ 148471 w 428374"/>
                  <a:gd name="connsiteY11" fmla="*/ 140455 h 249247"/>
                  <a:gd name="connsiteX12" fmla="*/ 149282 w 428374"/>
                  <a:gd name="connsiteY12" fmla="*/ 142079 h 249247"/>
                  <a:gd name="connsiteX13" fmla="*/ 156584 w 428374"/>
                  <a:gd name="connsiteY13" fmla="*/ 127465 h 249247"/>
                  <a:gd name="connsiteX14" fmla="*/ 168754 w 428374"/>
                  <a:gd name="connsiteY14" fmla="*/ 107168 h 249247"/>
                  <a:gd name="connsiteX15" fmla="*/ 188225 w 428374"/>
                  <a:gd name="connsiteY15" fmla="*/ 84436 h 249247"/>
                  <a:gd name="connsiteX16" fmla="*/ 206885 w 428374"/>
                  <a:gd name="connsiteY16" fmla="*/ 69010 h 249247"/>
                  <a:gd name="connsiteX17" fmla="*/ 236904 w 428374"/>
                  <a:gd name="connsiteY17" fmla="*/ 51148 h 249247"/>
                  <a:gd name="connsiteX18" fmla="*/ 268545 w 428374"/>
                  <a:gd name="connsiteY18" fmla="*/ 38970 h 249247"/>
                  <a:gd name="connsiteX19" fmla="*/ 286394 w 428374"/>
                  <a:gd name="connsiteY19" fmla="*/ 33287 h 249247"/>
                  <a:gd name="connsiteX20" fmla="*/ 295319 w 428374"/>
                  <a:gd name="connsiteY20" fmla="*/ 31663 h 249247"/>
                  <a:gd name="connsiteX21" fmla="*/ 317224 w 428374"/>
                  <a:gd name="connsiteY21" fmla="*/ 27604 h 249247"/>
                  <a:gd name="connsiteX22" fmla="*/ 333451 w 428374"/>
                  <a:gd name="connsiteY22" fmla="*/ 25980 h 249247"/>
                  <a:gd name="connsiteX23" fmla="*/ 359413 w 428374"/>
                  <a:gd name="connsiteY23" fmla="*/ 23545 h 249247"/>
                  <a:gd name="connsiteX24" fmla="*/ 371583 w 428374"/>
                  <a:gd name="connsiteY24" fmla="*/ 23545 h 249247"/>
                  <a:gd name="connsiteX25" fmla="*/ 386997 w 428374"/>
                  <a:gd name="connsiteY25" fmla="*/ 23545 h 249247"/>
                  <a:gd name="connsiteX26" fmla="*/ 417827 w 428374"/>
                  <a:gd name="connsiteY26" fmla="*/ 25980 h 249247"/>
                  <a:gd name="connsiteX27" fmla="*/ 428375 w 428374"/>
                  <a:gd name="connsiteY27" fmla="*/ 26792 h 249247"/>
                  <a:gd name="connsiteX28" fmla="*/ 423507 w 428374"/>
                  <a:gd name="connsiteY28" fmla="*/ 39782 h 249247"/>
                  <a:gd name="connsiteX29" fmla="*/ 403224 w 428374"/>
                  <a:gd name="connsiteY29" fmla="*/ 83624 h 249247"/>
                  <a:gd name="connsiteX30" fmla="*/ 389431 w 428374"/>
                  <a:gd name="connsiteY30" fmla="*/ 107980 h 249247"/>
                  <a:gd name="connsiteX31" fmla="*/ 372394 w 428374"/>
                  <a:gd name="connsiteY31" fmla="*/ 134772 h 249247"/>
                  <a:gd name="connsiteX32" fmla="*/ 360224 w 428374"/>
                  <a:gd name="connsiteY32" fmla="*/ 151010 h 249247"/>
                  <a:gd name="connsiteX33" fmla="*/ 327772 w 428374"/>
                  <a:gd name="connsiteY33" fmla="*/ 184297 h 249247"/>
                  <a:gd name="connsiteX34" fmla="*/ 299376 w 428374"/>
                  <a:gd name="connsiteY34" fmla="*/ 204594 h 249247"/>
                  <a:gd name="connsiteX35" fmla="*/ 274225 w 428374"/>
                  <a:gd name="connsiteY35" fmla="*/ 219208 h 249247"/>
                  <a:gd name="connsiteX36" fmla="*/ 243395 w 428374"/>
                  <a:gd name="connsiteY36" fmla="*/ 233010 h 249247"/>
                  <a:gd name="connsiteX37" fmla="*/ 213376 w 428374"/>
                  <a:gd name="connsiteY37" fmla="*/ 242752 h 249247"/>
                  <a:gd name="connsiteX38" fmla="*/ 196338 w 428374"/>
                  <a:gd name="connsiteY38" fmla="*/ 246812 h 249247"/>
                  <a:gd name="connsiteX39" fmla="*/ 180112 w 428374"/>
                  <a:gd name="connsiteY39" fmla="*/ 248435 h 249247"/>
                  <a:gd name="connsiteX40" fmla="*/ 155773 w 428374"/>
                  <a:gd name="connsiteY40" fmla="*/ 249247 h 249247"/>
                  <a:gd name="connsiteX41" fmla="*/ 151716 w 428374"/>
                  <a:gd name="connsiteY41" fmla="*/ 249247 h 249247"/>
                  <a:gd name="connsiteX42" fmla="*/ 152527 w 428374"/>
                  <a:gd name="connsiteY42" fmla="*/ 246000 h 249247"/>
                  <a:gd name="connsiteX43" fmla="*/ 168754 w 428374"/>
                  <a:gd name="connsiteY43" fmla="*/ 216772 h 249247"/>
                  <a:gd name="connsiteX44" fmla="*/ 184169 w 428374"/>
                  <a:gd name="connsiteY44" fmla="*/ 194851 h 249247"/>
                  <a:gd name="connsiteX45" fmla="*/ 212565 w 428374"/>
                  <a:gd name="connsiteY45" fmla="*/ 161564 h 249247"/>
                  <a:gd name="connsiteX46" fmla="*/ 241772 w 428374"/>
                  <a:gd name="connsiteY46" fmla="*/ 133148 h 249247"/>
                  <a:gd name="connsiteX47" fmla="*/ 270168 w 428374"/>
                  <a:gd name="connsiteY47" fmla="*/ 109604 h 249247"/>
                  <a:gd name="connsiteX48" fmla="*/ 300998 w 428374"/>
                  <a:gd name="connsiteY48" fmla="*/ 87683 h 249247"/>
                  <a:gd name="connsiteX49" fmla="*/ 337507 w 428374"/>
                  <a:gd name="connsiteY49" fmla="*/ 64950 h 249247"/>
                  <a:gd name="connsiteX50" fmla="*/ 338319 w 428374"/>
                  <a:gd name="connsiteY50" fmla="*/ 64139 h 249247"/>
                  <a:gd name="connsiteX51" fmla="*/ 335885 w 428374"/>
                  <a:gd name="connsiteY51" fmla="*/ 64139 h 249247"/>
                  <a:gd name="connsiteX52" fmla="*/ 297753 w 428374"/>
                  <a:gd name="connsiteY52" fmla="*/ 79564 h 249247"/>
                  <a:gd name="connsiteX53" fmla="*/ 262055 w 428374"/>
                  <a:gd name="connsiteY53" fmla="*/ 99049 h 249247"/>
                  <a:gd name="connsiteX54" fmla="*/ 236904 w 428374"/>
                  <a:gd name="connsiteY54" fmla="*/ 116911 h 249247"/>
                  <a:gd name="connsiteX55" fmla="*/ 197961 w 428374"/>
                  <a:gd name="connsiteY55" fmla="*/ 151010 h 249247"/>
                  <a:gd name="connsiteX56" fmla="*/ 180112 w 428374"/>
                  <a:gd name="connsiteY56" fmla="*/ 170495 h 249247"/>
                  <a:gd name="connsiteX57" fmla="*/ 161452 w 428374"/>
                  <a:gd name="connsiteY57" fmla="*/ 196475 h 249247"/>
                  <a:gd name="connsiteX58" fmla="*/ 149282 w 428374"/>
                  <a:gd name="connsiteY58" fmla="*/ 215960 h 249247"/>
                  <a:gd name="connsiteX59" fmla="*/ 137112 w 428374"/>
                  <a:gd name="connsiteY59" fmla="*/ 240317 h 249247"/>
                  <a:gd name="connsiteX60" fmla="*/ 133867 w 428374"/>
                  <a:gd name="connsiteY60" fmla="*/ 245188 h 249247"/>
                  <a:gd name="connsiteX61" fmla="*/ 133867 w 428374"/>
                  <a:gd name="connsiteY61" fmla="*/ 241128 h 249247"/>
                  <a:gd name="connsiteX62" fmla="*/ 133867 w 428374"/>
                  <a:gd name="connsiteY62" fmla="*/ 189980 h 249247"/>
                  <a:gd name="connsiteX63" fmla="*/ 132245 w 428374"/>
                  <a:gd name="connsiteY63" fmla="*/ 172931 h 249247"/>
                  <a:gd name="connsiteX64" fmla="*/ 130622 w 428374"/>
                  <a:gd name="connsiteY64" fmla="*/ 155881 h 249247"/>
                  <a:gd name="connsiteX65" fmla="*/ 127377 w 428374"/>
                  <a:gd name="connsiteY65" fmla="*/ 137208 h 249247"/>
                  <a:gd name="connsiteX66" fmla="*/ 120886 w 428374"/>
                  <a:gd name="connsiteY66" fmla="*/ 115287 h 249247"/>
                  <a:gd name="connsiteX67" fmla="*/ 104660 w 428374"/>
                  <a:gd name="connsiteY67" fmla="*/ 84436 h 249247"/>
                  <a:gd name="connsiteX68" fmla="*/ 88434 w 428374"/>
                  <a:gd name="connsiteY68" fmla="*/ 64950 h 249247"/>
                  <a:gd name="connsiteX69" fmla="*/ 56792 w 428374"/>
                  <a:gd name="connsiteY69" fmla="*/ 41406 h 249247"/>
                  <a:gd name="connsiteX70" fmla="*/ 48679 w 428374"/>
                  <a:gd name="connsiteY70" fmla="*/ 36535 h 249247"/>
                  <a:gd name="connsiteX71" fmla="*/ 49490 w 428374"/>
                  <a:gd name="connsiteY71" fmla="*/ 38158 h 249247"/>
                  <a:gd name="connsiteX72" fmla="*/ 57603 w 428374"/>
                  <a:gd name="connsiteY72" fmla="*/ 45465 h 249247"/>
                  <a:gd name="connsiteX73" fmla="*/ 70585 w 428374"/>
                  <a:gd name="connsiteY73" fmla="*/ 57644 h 249247"/>
                  <a:gd name="connsiteX74" fmla="*/ 86811 w 428374"/>
                  <a:gd name="connsiteY74" fmla="*/ 75505 h 249247"/>
                  <a:gd name="connsiteX75" fmla="*/ 100603 w 428374"/>
                  <a:gd name="connsiteY75" fmla="*/ 93366 h 249247"/>
                  <a:gd name="connsiteX76" fmla="*/ 117641 w 428374"/>
                  <a:gd name="connsiteY76" fmla="*/ 126653 h 249247"/>
                  <a:gd name="connsiteX77" fmla="*/ 121697 w 428374"/>
                  <a:gd name="connsiteY77" fmla="*/ 138832 h 249247"/>
                  <a:gd name="connsiteX78" fmla="*/ 122509 w 428374"/>
                  <a:gd name="connsiteY78" fmla="*/ 142079 h 249247"/>
                  <a:gd name="connsiteX79" fmla="*/ 116018 w 428374"/>
                  <a:gd name="connsiteY79" fmla="*/ 142891 h 249247"/>
                  <a:gd name="connsiteX80" fmla="*/ 95735 w 428374"/>
                  <a:gd name="connsiteY80" fmla="*/ 140455 h 249247"/>
                  <a:gd name="connsiteX81" fmla="*/ 81132 w 428374"/>
                  <a:gd name="connsiteY81" fmla="*/ 137208 h 249247"/>
                  <a:gd name="connsiteX82" fmla="*/ 58415 w 428374"/>
                  <a:gd name="connsiteY82" fmla="*/ 126653 h 249247"/>
                  <a:gd name="connsiteX83" fmla="*/ 41377 w 428374"/>
                  <a:gd name="connsiteY83" fmla="*/ 112039 h 249247"/>
                  <a:gd name="connsiteX84" fmla="*/ 25151 w 428374"/>
                  <a:gd name="connsiteY84" fmla="*/ 86871 h 249247"/>
                  <a:gd name="connsiteX85" fmla="*/ 14604 w 428374"/>
                  <a:gd name="connsiteY85" fmla="*/ 59267 h 249247"/>
                  <a:gd name="connsiteX86" fmla="*/ 8113 w 428374"/>
                  <a:gd name="connsiteY86" fmla="*/ 33287 h 249247"/>
                  <a:gd name="connsiteX87" fmla="*/ 4868 w 428374"/>
                  <a:gd name="connsiteY87" fmla="*/ 17050 h 249247"/>
                  <a:gd name="connsiteX88" fmla="*/ 2434 w 428374"/>
                  <a:gd name="connsiteY88" fmla="*/ 7307 h 249247"/>
                  <a:gd name="connsiteX89" fmla="*/ 0 w 428374"/>
                  <a:gd name="connsiteY89" fmla="*/ 0 h 24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28374" h="249247">
                    <a:moveTo>
                      <a:pt x="0" y="0"/>
                    </a:moveTo>
                    <a:cubicBezTo>
                      <a:pt x="1623" y="0"/>
                      <a:pt x="3245" y="0"/>
                      <a:pt x="4057" y="0"/>
                    </a:cubicBezTo>
                    <a:cubicBezTo>
                      <a:pt x="8113" y="0"/>
                      <a:pt x="12981" y="0"/>
                      <a:pt x="17038" y="0"/>
                    </a:cubicBezTo>
                    <a:cubicBezTo>
                      <a:pt x="25151" y="0"/>
                      <a:pt x="33264" y="812"/>
                      <a:pt x="40566" y="2436"/>
                    </a:cubicBezTo>
                    <a:cubicBezTo>
                      <a:pt x="51113" y="4059"/>
                      <a:pt x="61660" y="7307"/>
                      <a:pt x="71396" y="10554"/>
                    </a:cubicBezTo>
                    <a:cubicBezTo>
                      <a:pt x="77075" y="12990"/>
                      <a:pt x="82754" y="14614"/>
                      <a:pt x="87622" y="17861"/>
                    </a:cubicBezTo>
                    <a:cubicBezTo>
                      <a:pt x="89245" y="19485"/>
                      <a:pt x="91679" y="20297"/>
                      <a:pt x="93301" y="21109"/>
                    </a:cubicBezTo>
                    <a:cubicBezTo>
                      <a:pt x="104660" y="27604"/>
                      <a:pt x="114396" y="36535"/>
                      <a:pt x="122509" y="47089"/>
                    </a:cubicBezTo>
                    <a:cubicBezTo>
                      <a:pt x="127377" y="53584"/>
                      <a:pt x="132245" y="60891"/>
                      <a:pt x="135490" y="68198"/>
                    </a:cubicBezTo>
                    <a:cubicBezTo>
                      <a:pt x="138735" y="75505"/>
                      <a:pt x="141980" y="82812"/>
                      <a:pt x="143603" y="90931"/>
                    </a:cubicBezTo>
                    <a:cubicBezTo>
                      <a:pt x="145226" y="97426"/>
                      <a:pt x="146037" y="103921"/>
                      <a:pt x="146848" y="110416"/>
                    </a:cubicBezTo>
                    <a:cubicBezTo>
                      <a:pt x="148471" y="120158"/>
                      <a:pt x="148471" y="129901"/>
                      <a:pt x="148471" y="140455"/>
                    </a:cubicBezTo>
                    <a:cubicBezTo>
                      <a:pt x="148471" y="140455"/>
                      <a:pt x="148471" y="141267"/>
                      <a:pt x="149282" y="142079"/>
                    </a:cubicBezTo>
                    <a:cubicBezTo>
                      <a:pt x="151716" y="137208"/>
                      <a:pt x="153339" y="132337"/>
                      <a:pt x="156584" y="127465"/>
                    </a:cubicBezTo>
                    <a:cubicBezTo>
                      <a:pt x="160641" y="120970"/>
                      <a:pt x="164697" y="114475"/>
                      <a:pt x="168754" y="107168"/>
                    </a:cubicBezTo>
                    <a:cubicBezTo>
                      <a:pt x="174433" y="99049"/>
                      <a:pt x="180923" y="91742"/>
                      <a:pt x="188225" y="84436"/>
                    </a:cubicBezTo>
                    <a:cubicBezTo>
                      <a:pt x="193905" y="78752"/>
                      <a:pt x="200395" y="73881"/>
                      <a:pt x="206885" y="69010"/>
                    </a:cubicBezTo>
                    <a:cubicBezTo>
                      <a:pt x="216621" y="61703"/>
                      <a:pt x="226357" y="56020"/>
                      <a:pt x="236904" y="51148"/>
                    </a:cubicBezTo>
                    <a:cubicBezTo>
                      <a:pt x="246640" y="46277"/>
                      <a:pt x="257187" y="42218"/>
                      <a:pt x="268545" y="38970"/>
                    </a:cubicBezTo>
                    <a:cubicBezTo>
                      <a:pt x="274225" y="37347"/>
                      <a:pt x="280715" y="34911"/>
                      <a:pt x="286394" y="33287"/>
                    </a:cubicBezTo>
                    <a:cubicBezTo>
                      <a:pt x="289640" y="32475"/>
                      <a:pt x="292074" y="31663"/>
                      <a:pt x="295319" y="31663"/>
                    </a:cubicBezTo>
                    <a:cubicBezTo>
                      <a:pt x="302621" y="30040"/>
                      <a:pt x="309923" y="28416"/>
                      <a:pt x="317224" y="27604"/>
                    </a:cubicBezTo>
                    <a:cubicBezTo>
                      <a:pt x="322904" y="26792"/>
                      <a:pt x="327772" y="25980"/>
                      <a:pt x="333451" y="25980"/>
                    </a:cubicBezTo>
                    <a:cubicBezTo>
                      <a:pt x="342375" y="25168"/>
                      <a:pt x="351300" y="24356"/>
                      <a:pt x="359413" y="23545"/>
                    </a:cubicBezTo>
                    <a:cubicBezTo>
                      <a:pt x="363469" y="23545"/>
                      <a:pt x="367526" y="23545"/>
                      <a:pt x="371583" y="23545"/>
                    </a:cubicBezTo>
                    <a:cubicBezTo>
                      <a:pt x="376450" y="23545"/>
                      <a:pt x="382130" y="23545"/>
                      <a:pt x="386997" y="23545"/>
                    </a:cubicBezTo>
                    <a:cubicBezTo>
                      <a:pt x="397544" y="24356"/>
                      <a:pt x="407280" y="23545"/>
                      <a:pt x="417827" y="25980"/>
                    </a:cubicBezTo>
                    <a:cubicBezTo>
                      <a:pt x="421073" y="26792"/>
                      <a:pt x="424318" y="26792"/>
                      <a:pt x="428375" y="26792"/>
                    </a:cubicBezTo>
                    <a:cubicBezTo>
                      <a:pt x="426752" y="31663"/>
                      <a:pt x="425129" y="35723"/>
                      <a:pt x="423507" y="39782"/>
                    </a:cubicBezTo>
                    <a:cubicBezTo>
                      <a:pt x="417016" y="54396"/>
                      <a:pt x="410526" y="69010"/>
                      <a:pt x="403224" y="83624"/>
                    </a:cubicBezTo>
                    <a:cubicBezTo>
                      <a:pt x="399167" y="91742"/>
                      <a:pt x="394299" y="100673"/>
                      <a:pt x="389431" y="107980"/>
                    </a:cubicBezTo>
                    <a:cubicBezTo>
                      <a:pt x="383752" y="116911"/>
                      <a:pt x="378073" y="125841"/>
                      <a:pt x="372394" y="134772"/>
                    </a:cubicBezTo>
                    <a:cubicBezTo>
                      <a:pt x="368337" y="140455"/>
                      <a:pt x="364281" y="145327"/>
                      <a:pt x="360224" y="151010"/>
                    </a:cubicBezTo>
                    <a:cubicBezTo>
                      <a:pt x="350488" y="163188"/>
                      <a:pt x="339941" y="174554"/>
                      <a:pt x="327772" y="184297"/>
                    </a:cubicBezTo>
                    <a:cubicBezTo>
                      <a:pt x="318847" y="191604"/>
                      <a:pt x="309923" y="198911"/>
                      <a:pt x="299376" y="204594"/>
                    </a:cubicBezTo>
                    <a:cubicBezTo>
                      <a:pt x="291262" y="209465"/>
                      <a:pt x="282338" y="215148"/>
                      <a:pt x="274225" y="219208"/>
                    </a:cubicBezTo>
                    <a:cubicBezTo>
                      <a:pt x="264489" y="224079"/>
                      <a:pt x="253942" y="228950"/>
                      <a:pt x="243395" y="233010"/>
                    </a:cubicBezTo>
                    <a:cubicBezTo>
                      <a:pt x="233659" y="237069"/>
                      <a:pt x="223112" y="239505"/>
                      <a:pt x="213376" y="242752"/>
                    </a:cubicBezTo>
                    <a:cubicBezTo>
                      <a:pt x="207697" y="244376"/>
                      <a:pt x="202018" y="246000"/>
                      <a:pt x="196338" y="246812"/>
                    </a:cubicBezTo>
                    <a:cubicBezTo>
                      <a:pt x="190659" y="247623"/>
                      <a:pt x="185791" y="248435"/>
                      <a:pt x="180112" y="248435"/>
                    </a:cubicBezTo>
                    <a:cubicBezTo>
                      <a:pt x="171999" y="249247"/>
                      <a:pt x="163886" y="249247"/>
                      <a:pt x="155773" y="249247"/>
                    </a:cubicBezTo>
                    <a:cubicBezTo>
                      <a:pt x="154150" y="249247"/>
                      <a:pt x="153339" y="249247"/>
                      <a:pt x="151716" y="249247"/>
                    </a:cubicBezTo>
                    <a:cubicBezTo>
                      <a:pt x="152527" y="247623"/>
                      <a:pt x="152527" y="246812"/>
                      <a:pt x="152527" y="246000"/>
                    </a:cubicBezTo>
                    <a:cubicBezTo>
                      <a:pt x="157395" y="236257"/>
                      <a:pt x="162263" y="226515"/>
                      <a:pt x="168754" y="216772"/>
                    </a:cubicBezTo>
                    <a:cubicBezTo>
                      <a:pt x="173622" y="209465"/>
                      <a:pt x="178489" y="202158"/>
                      <a:pt x="184169" y="194851"/>
                    </a:cubicBezTo>
                    <a:cubicBezTo>
                      <a:pt x="193093" y="182673"/>
                      <a:pt x="202829" y="172119"/>
                      <a:pt x="212565" y="161564"/>
                    </a:cubicBezTo>
                    <a:cubicBezTo>
                      <a:pt x="222301" y="151822"/>
                      <a:pt x="231225" y="142079"/>
                      <a:pt x="241772" y="133148"/>
                    </a:cubicBezTo>
                    <a:cubicBezTo>
                      <a:pt x="251508" y="125030"/>
                      <a:pt x="260432" y="116911"/>
                      <a:pt x="270168" y="109604"/>
                    </a:cubicBezTo>
                    <a:cubicBezTo>
                      <a:pt x="279904" y="102297"/>
                      <a:pt x="290451" y="94990"/>
                      <a:pt x="300998" y="87683"/>
                    </a:cubicBezTo>
                    <a:cubicBezTo>
                      <a:pt x="313168" y="79564"/>
                      <a:pt x="325337" y="72257"/>
                      <a:pt x="337507" y="64950"/>
                    </a:cubicBezTo>
                    <a:cubicBezTo>
                      <a:pt x="337507" y="64950"/>
                      <a:pt x="337507" y="64139"/>
                      <a:pt x="338319" y="64139"/>
                    </a:cubicBezTo>
                    <a:cubicBezTo>
                      <a:pt x="337507" y="64139"/>
                      <a:pt x="336696" y="64139"/>
                      <a:pt x="335885" y="64139"/>
                    </a:cubicBezTo>
                    <a:cubicBezTo>
                      <a:pt x="322904" y="69010"/>
                      <a:pt x="310734" y="73881"/>
                      <a:pt x="297753" y="79564"/>
                    </a:cubicBezTo>
                    <a:cubicBezTo>
                      <a:pt x="285583" y="85247"/>
                      <a:pt x="273413" y="91742"/>
                      <a:pt x="262055" y="99049"/>
                    </a:cubicBezTo>
                    <a:cubicBezTo>
                      <a:pt x="253130" y="104733"/>
                      <a:pt x="245017" y="110416"/>
                      <a:pt x="236904" y="116911"/>
                    </a:cubicBezTo>
                    <a:cubicBezTo>
                      <a:pt x="223112" y="126653"/>
                      <a:pt x="210131" y="138832"/>
                      <a:pt x="197961" y="151010"/>
                    </a:cubicBezTo>
                    <a:cubicBezTo>
                      <a:pt x="191470" y="157505"/>
                      <a:pt x="185791" y="163188"/>
                      <a:pt x="180112" y="170495"/>
                    </a:cubicBezTo>
                    <a:cubicBezTo>
                      <a:pt x="173622" y="178614"/>
                      <a:pt x="167131" y="187544"/>
                      <a:pt x="161452" y="196475"/>
                    </a:cubicBezTo>
                    <a:cubicBezTo>
                      <a:pt x="156584" y="202970"/>
                      <a:pt x="152527" y="209465"/>
                      <a:pt x="149282" y="215960"/>
                    </a:cubicBezTo>
                    <a:cubicBezTo>
                      <a:pt x="145226" y="224079"/>
                      <a:pt x="141169" y="232198"/>
                      <a:pt x="137112" y="240317"/>
                    </a:cubicBezTo>
                    <a:cubicBezTo>
                      <a:pt x="136301" y="241940"/>
                      <a:pt x="135490" y="243564"/>
                      <a:pt x="133867" y="245188"/>
                    </a:cubicBezTo>
                    <a:lnTo>
                      <a:pt x="133867" y="241128"/>
                    </a:lnTo>
                    <a:cubicBezTo>
                      <a:pt x="133867" y="224079"/>
                      <a:pt x="133867" y="207029"/>
                      <a:pt x="133867" y="189980"/>
                    </a:cubicBezTo>
                    <a:cubicBezTo>
                      <a:pt x="133867" y="184297"/>
                      <a:pt x="133056" y="178614"/>
                      <a:pt x="132245" y="172931"/>
                    </a:cubicBezTo>
                    <a:cubicBezTo>
                      <a:pt x="131433" y="167247"/>
                      <a:pt x="131433" y="161564"/>
                      <a:pt x="130622" y="155881"/>
                    </a:cubicBezTo>
                    <a:cubicBezTo>
                      <a:pt x="129810" y="149386"/>
                      <a:pt x="128999" y="143703"/>
                      <a:pt x="127377" y="137208"/>
                    </a:cubicBezTo>
                    <a:cubicBezTo>
                      <a:pt x="125754" y="129901"/>
                      <a:pt x="123320" y="122594"/>
                      <a:pt x="120886" y="115287"/>
                    </a:cubicBezTo>
                    <a:cubicBezTo>
                      <a:pt x="116830" y="103921"/>
                      <a:pt x="111150" y="93366"/>
                      <a:pt x="104660" y="84436"/>
                    </a:cubicBezTo>
                    <a:cubicBezTo>
                      <a:pt x="99792" y="77941"/>
                      <a:pt x="94113" y="70634"/>
                      <a:pt x="88434" y="64950"/>
                    </a:cubicBezTo>
                    <a:cubicBezTo>
                      <a:pt x="78698" y="56020"/>
                      <a:pt x="68151" y="47901"/>
                      <a:pt x="56792" y="41406"/>
                    </a:cubicBezTo>
                    <a:cubicBezTo>
                      <a:pt x="54358" y="39782"/>
                      <a:pt x="51924" y="38158"/>
                      <a:pt x="48679" y="36535"/>
                    </a:cubicBezTo>
                    <a:cubicBezTo>
                      <a:pt x="49490" y="37347"/>
                      <a:pt x="49490" y="38158"/>
                      <a:pt x="49490" y="38158"/>
                    </a:cubicBezTo>
                    <a:cubicBezTo>
                      <a:pt x="51924" y="40594"/>
                      <a:pt x="55170" y="43030"/>
                      <a:pt x="57603" y="45465"/>
                    </a:cubicBezTo>
                    <a:cubicBezTo>
                      <a:pt x="62471" y="49525"/>
                      <a:pt x="66528" y="53584"/>
                      <a:pt x="70585" y="57644"/>
                    </a:cubicBezTo>
                    <a:cubicBezTo>
                      <a:pt x="76264" y="63327"/>
                      <a:pt x="81132" y="69822"/>
                      <a:pt x="86811" y="75505"/>
                    </a:cubicBezTo>
                    <a:cubicBezTo>
                      <a:pt x="91679" y="81188"/>
                      <a:pt x="96547" y="87683"/>
                      <a:pt x="100603" y="93366"/>
                    </a:cubicBezTo>
                    <a:cubicBezTo>
                      <a:pt x="107094" y="103921"/>
                      <a:pt x="113584" y="114475"/>
                      <a:pt x="117641" y="126653"/>
                    </a:cubicBezTo>
                    <a:cubicBezTo>
                      <a:pt x="119263" y="130713"/>
                      <a:pt x="120075" y="134772"/>
                      <a:pt x="121697" y="138832"/>
                    </a:cubicBezTo>
                    <a:cubicBezTo>
                      <a:pt x="121697" y="139643"/>
                      <a:pt x="121697" y="140455"/>
                      <a:pt x="122509" y="142079"/>
                    </a:cubicBezTo>
                    <a:cubicBezTo>
                      <a:pt x="120886" y="143703"/>
                      <a:pt x="118452" y="142891"/>
                      <a:pt x="116018" y="142891"/>
                    </a:cubicBezTo>
                    <a:cubicBezTo>
                      <a:pt x="109528" y="142079"/>
                      <a:pt x="103037" y="141267"/>
                      <a:pt x="95735" y="140455"/>
                    </a:cubicBezTo>
                    <a:cubicBezTo>
                      <a:pt x="90867" y="139643"/>
                      <a:pt x="85999" y="138832"/>
                      <a:pt x="81132" y="137208"/>
                    </a:cubicBezTo>
                    <a:cubicBezTo>
                      <a:pt x="73018" y="134772"/>
                      <a:pt x="64905" y="131525"/>
                      <a:pt x="58415" y="126653"/>
                    </a:cubicBezTo>
                    <a:cubicBezTo>
                      <a:pt x="51924" y="122594"/>
                      <a:pt x="46245" y="117723"/>
                      <a:pt x="41377" y="112039"/>
                    </a:cubicBezTo>
                    <a:cubicBezTo>
                      <a:pt x="34887" y="103921"/>
                      <a:pt x="30019" y="95802"/>
                      <a:pt x="25151" y="86871"/>
                    </a:cubicBezTo>
                    <a:cubicBezTo>
                      <a:pt x="20283" y="77941"/>
                      <a:pt x="17038" y="69010"/>
                      <a:pt x="14604" y="59267"/>
                    </a:cubicBezTo>
                    <a:cubicBezTo>
                      <a:pt x="12170" y="50337"/>
                      <a:pt x="9736" y="42218"/>
                      <a:pt x="8113" y="33287"/>
                    </a:cubicBezTo>
                    <a:cubicBezTo>
                      <a:pt x="6491" y="27604"/>
                      <a:pt x="5679" y="22733"/>
                      <a:pt x="4868" y="17050"/>
                    </a:cubicBezTo>
                    <a:cubicBezTo>
                      <a:pt x="4057" y="13802"/>
                      <a:pt x="3245" y="10554"/>
                      <a:pt x="2434" y="7307"/>
                    </a:cubicBezTo>
                    <a:cubicBezTo>
                      <a:pt x="811" y="3248"/>
                      <a:pt x="811" y="1624"/>
                      <a:pt x="0" y="0"/>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sp>
            <p:nvSpPr>
              <p:cNvPr id="780" name="Freeform 779">
                <a:extLst>
                  <a:ext uri="{FF2B5EF4-FFF2-40B4-BE49-F238E27FC236}">
                    <a16:creationId xmlns:a16="http://schemas.microsoft.com/office/drawing/2014/main" id="{EDD80C4D-EAB0-8E15-B689-9448DE9D4C21}"/>
                  </a:ext>
                </a:extLst>
              </p:cNvPr>
              <p:cNvSpPr/>
              <p:nvPr/>
            </p:nvSpPr>
            <p:spPr>
              <a:xfrm>
                <a:off x="6622786" y="-1249153"/>
                <a:ext cx="119263" cy="128277"/>
              </a:xfrm>
              <a:custGeom>
                <a:avLst/>
                <a:gdLst>
                  <a:gd name="connsiteX0" fmla="*/ 27585 w 119263"/>
                  <a:gd name="connsiteY0" fmla="*/ 50337 h 128277"/>
                  <a:gd name="connsiteX1" fmla="*/ 90056 w 119263"/>
                  <a:gd name="connsiteY1" fmla="*/ 50337 h 128277"/>
                  <a:gd name="connsiteX2" fmla="*/ 79509 w 119263"/>
                  <a:gd name="connsiteY2" fmla="*/ 33287 h 128277"/>
                  <a:gd name="connsiteX3" fmla="*/ 60037 w 119263"/>
                  <a:gd name="connsiteY3" fmla="*/ 25980 h 128277"/>
                  <a:gd name="connsiteX4" fmla="*/ 39754 w 119263"/>
                  <a:gd name="connsiteY4" fmla="*/ 32475 h 128277"/>
                  <a:gd name="connsiteX5" fmla="*/ 27585 w 119263"/>
                  <a:gd name="connsiteY5" fmla="*/ 50337 h 128277"/>
                  <a:gd name="connsiteX6" fmla="*/ 0 w 119263"/>
                  <a:gd name="connsiteY6" fmla="*/ 64950 h 128277"/>
                  <a:gd name="connsiteX7" fmla="*/ 4057 w 119263"/>
                  <a:gd name="connsiteY7" fmla="*/ 41406 h 128277"/>
                  <a:gd name="connsiteX8" fmla="*/ 16226 w 119263"/>
                  <a:gd name="connsiteY8" fmla="*/ 20297 h 128277"/>
                  <a:gd name="connsiteX9" fmla="*/ 35698 w 119263"/>
                  <a:gd name="connsiteY9" fmla="*/ 5683 h 128277"/>
                  <a:gd name="connsiteX10" fmla="*/ 60849 w 119263"/>
                  <a:gd name="connsiteY10" fmla="*/ 0 h 128277"/>
                  <a:gd name="connsiteX11" fmla="*/ 61660 w 119263"/>
                  <a:gd name="connsiteY11" fmla="*/ 0 h 128277"/>
                  <a:gd name="connsiteX12" fmla="*/ 81943 w 119263"/>
                  <a:gd name="connsiteY12" fmla="*/ 4059 h 128277"/>
                  <a:gd name="connsiteX13" fmla="*/ 98169 w 119263"/>
                  <a:gd name="connsiteY13" fmla="*/ 14614 h 128277"/>
                  <a:gd name="connsiteX14" fmla="*/ 109528 w 119263"/>
                  <a:gd name="connsiteY14" fmla="*/ 30040 h 128277"/>
                  <a:gd name="connsiteX15" fmla="*/ 116829 w 119263"/>
                  <a:gd name="connsiteY15" fmla="*/ 47089 h 128277"/>
                  <a:gd name="connsiteX16" fmla="*/ 119263 w 119263"/>
                  <a:gd name="connsiteY16" fmla="*/ 64138 h 128277"/>
                  <a:gd name="connsiteX17" fmla="*/ 119263 w 119263"/>
                  <a:gd name="connsiteY17" fmla="*/ 73069 h 128277"/>
                  <a:gd name="connsiteX18" fmla="*/ 28396 w 119263"/>
                  <a:gd name="connsiteY18" fmla="*/ 73069 h 128277"/>
                  <a:gd name="connsiteX19" fmla="*/ 40566 w 119263"/>
                  <a:gd name="connsiteY19" fmla="*/ 94178 h 128277"/>
                  <a:gd name="connsiteX20" fmla="*/ 62471 w 119263"/>
                  <a:gd name="connsiteY20" fmla="*/ 101485 h 128277"/>
                  <a:gd name="connsiteX21" fmla="*/ 81132 w 119263"/>
                  <a:gd name="connsiteY21" fmla="*/ 98238 h 128277"/>
                  <a:gd name="connsiteX22" fmla="*/ 94113 w 119263"/>
                  <a:gd name="connsiteY22" fmla="*/ 88495 h 128277"/>
                  <a:gd name="connsiteX23" fmla="*/ 115207 w 119263"/>
                  <a:gd name="connsiteY23" fmla="*/ 104732 h 128277"/>
                  <a:gd name="connsiteX24" fmla="*/ 93301 w 119263"/>
                  <a:gd name="connsiteY24" fmla="*/ 120970 h 128277"/>
                  <a:gd name="connsiteX25" fmla="*/ 62471 w 119263"/>
                  <a:gd name="connsiteY25" fmla="*/ 128277 h 128277"/>
                  <a:gd name="connsiteX26" fmla="*/ 40566 w 119263"/>
                  <a:gd name="connsiteY26" fmla="*/ 124218 h 128277"/>
                  <a:gd name="connsiteX27" fmla="*/ 23528 w 119263"/>
                  <a:gd name="connsiteY27" fmla="*/ 113663 h 128277"/>
                  <a:gd name="connsiteX28" fmla="*/ 11358 w 119263"/>
                  <a:gd name="connsiteY28" fmla="*/ 99049 h 128277"/>
                  <a:gd name="connsiteX29" fmla="*/ 4057 w 119263"/>
                  <a:gd name="connsiteY29" fmla="*/ 82000 h 128277"/>
                  <a:gd name="connsiteX30" fmla="*/ 0 w 119263"/>
                  <a:gd name="connsiteY30" fmla="*/ 64950 h 1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9263" h="128277">
                    <a:moveTo>
                      <a:pt x="27585" y="50337"/>
                    </a:moveTo>
                    <a:cubicBezTo>
                      <a:pt x="48679" y="50337"/>
                      <a:pt x="69773" y="50337"/>
                      <a:pt x="90056" y="50337"/>
                    </a:cubicBezTo>
                    <a:cubicBezTo>
                      <a:pt x="88433" y="43841"/>
                      <a:pt x="85188" y="38158"/>
                      <a:pt x="79509" y="33287"/>
                    </a:cubicBezTo>
                    <a:cubicBezTo>
                      <a:pt x="73830" y="28416"/>
                      <a:pt x="67339" y="25980"/>
                      <a:pt x="60037" y="25980"/>
                    </a:cubicBezTo>
                    <a:cubicBezTo>
                      <a:pt x="51924" y="25980"/>
                      <a:pt x="45434" y="28416"/>
                      <a:pt x="39754" y="32475"/>
                    </a:cubicBezTo>
                    <a:cubicBezTo>
                      <a:pt x="34075" y="38158"/>
                      <a:pt x="30019" y="43841"/>
                      <a:pt x="27585" y="50337"/>
                    </a:cubicBezTo>
                    <a:moveTo>
                      <a:pt x="0" y="64950"/>
                    </a:moveTo>
                    <a:cubicBezTo>
                      <a:pt x="0" y="56832"/>
                      <a:pt x="1622" y="49525"/>
                      <a:pt x="4057" y="41406"/>
                    </a:cubicBezTo>
                    <a:cubicBezTo>
                      <a:pt x="7302" y="34099"/>
                      <a:pt x="10547" y="26792"/>
                      <a:pt x="16226" y="20297"/>
                    </a:cubicBezTo>
                    <a:cubicBezTo>
                      <a:pt x="21094" y="13802"/>
                      <a:pt x="27585" y="8931"/>
                      <a:pt x="35698" y="5683"/>
                    </a:cubicBezTo>
                    <a:cubicBezTo>
                      <a:pt x="43000" y="1624"/>
                      <a:pt x="51924" y="0"/>
                      <a:pt x="60849" y="0"/>
                    </a:cubicBezTo>
                    <a:lnTo>
                      <a:pt x="61660" y="0"/>
                    </a:lnTo>
                    <a:cubicBezTo>
                      <a:pt x="68962" y="0"/>
                      <a:pt x="76264" y="1624"/>
                      <a:pt x="81943" y="4059"/>
                    </a:cubicBezTo>
                    <a:cubicBezTo>
                      <a:pt x="88433" y="6495"/>
                      <a:pt x="93301" y="10554"/>
                      <a:pt x="98169" y="14614"/>
                    </a:cubicBezTo>
                    <a:cubicBezTo>
                      <a:pt x="102226" y="19485"/>
                      <a:pt x="106282" y="24356"/>
                      <a:pt x="109528" y="30040"/>
                    </a:cubicBezTo>
                    <a:cubicBezTo>
                      <a:pt x="112773" y="35723"/>
                      <a:pt x="115207" y="41406"/>
                      <a:pt x="116829" y="47089"/>
                    </a:cubicBezTo>
                    <a:cubicBezTo>
                      <a:pt x="118452" y="52772"/>
                      <a:pt x="119263" y="58455"/>
                      <a:pt x="119263" y="64138"/>
                    </a:cubicBezTo>
                    <a:cubicBezTo>
                      <a:pt x="119263" y="67386"/>
                      <a:pt x="119263" y="69822"/>
                      <a:pt x="119263" y="73069"/>
                    </a:cubicBezTo>
                    <a:cubicBezTo>
                      <a:pt x="89245" y="73069"/>
                      <a:pt x="58415" y="73069"/>
                      <a:pt x="28396" y="73069"/>
                    </a:cubicBezTo>
                    <a:cubicBezTo>
                      <a:pt x="30019" y="82000"/>
                      <a:pt x="34075" y="88495"/>
                      <a:pt x="40566" y="94178"/>
                    </a:cubicBezTo>
                    <a:cubicBezTo>
                      <a:pt x="47056" y="99049"/>
                      <a:pt x="54358" y="101485"/>
                      <a:pt x="62471" y="101485"/>
                    </a:cubicBezTo>
                    <a:cubicBezTo>
                      <a:pt x="69773" y="101485"/>
                      <a:pt x="76264" y="100673"/>
                      <a:pt x="81132" y="98238"/>
                    </a:cubicBezTo>
                    <a:cubicBezTo>
                      <a:pt x="85999" y="96614"/>
                      <a:pt x="90867" y="93366"/>
                      <a:pt x="94113" y="88495"/>
                    </a:cubicBezTo>
                    <a:cubicBezTo>
                      <a:pt x="101414" y="94178"/>
                      <a:pt x="107905" y="99049"/>
                      <a:pt x="115207" y="104732"/>
                    </a:cubicBezTo>
                    <a:cubicBezTo>
                      <a:pt x="111150" y="111228"/>
                      <a:pt x="103848" y="116911"/>
                      <a:pt x="93301" y="120970"/>
                    </a:cubicBezTo>
                    <a:cubicBezTo>
                      <a:pt x="82754" y="125841"/>
                      <a:pt x="73018" y="128277"/>
                      <a:pt x="62471" y="128277"/>
                    </a:cubicBezTo>
                    <a:cubicBezTo>
                      <a:pt x="54358" y="128277"/>
                      <a:pt x="47056" y="126653"/>
                      <a:pt x="40566" y="124218"/>
                    </a:cubicBezTo>
                    <a:cubicBezTo>
                      <a:pt x="34075" y="121782"/>
                      <a:pt x="28396" y="118535"/>
                      <a:pt x="23528" y="113663"/>
                    </a:cubicBezTo>
                    <a:cubicBezTo>
                      <a:pt x="18660" y="109604"/>
                      <a:pt x="14604" y="104732"/>
                      <a:pt x="11358" y="99049"/>
                    </a:cubicBezTo>
                    <a:cubicBezTo>
                      <a:pt x="8113" y="93366"/>
                      <a:pt x="5679" y="87683"/>
                      <a:pt x="4057" y="82000"/>
                    </a:cubicBezTo>
                    <a:cubicBezTo>
                      <a:pt x="811" y="77941"/>
                      <a:pt x="0" y="71445"/>
                      <a:pt x="0" y="64950"/>
                    </a:cubicBezTo>
                  </a:path>
                </a:pathLst>
              </a:custGeom>
              <a:solidFill>
                <a:srgbClr val="000000"/>
              </a:solidFill>
              <a:ln w="8113" cap="flat">
                <a:noFill/>
                <a:prstDash val="solid"/>
                <a:miter/>
              </a:ln>
            </p:spPr>
            <p:txBody>
              <a:bodyPr rtlCol="0" anchor="ctr"/>
              <a:lstStyle/>
              <a:p>
                <a:endParaRPr lang="en-US" dirty="0">
                  <a:latin typeface="Proxima Nova Rg" panose="02000506030000020004" pitchFamily="2" charset="77"/>
                </a:endParaRPr>
              </a:p>
            </p:txBody>
          </p:sp>
        </p:grpSp>
      </p:grpSp>
      <p:grpSp>
        <p:nvGrpSpPr>
          <p:cNvPr id="971" name="Group 970">
            <a:extLst>
              <a:ext uri="{FF2B5EF4-FFF2-40B4-BE49-F238E27FC236}">
                <a16:creationId xmlns:a16="http://schemas.microsoft.com/office/drawing/2014/main" id="{B47FD559-C9E0-4966-A8CD-EA41CA4D0BF4}"/>
              </a:ext>
            </a:extLst>
          </p:cNvPr>
          <p:cNvGrpSpPr/>
          <p:nvPr/>
        </p:nvGrpSpPr>
        <p:grpSpPr>
          <a:xfrm>
            <a:off x="4633657" y="2210696"/>
            <a:ext cx="1620278" cy="860629"/>
            <a:chOff x="1019357" y="-2343567"/>
            <a:chExt cx="1383292" cy="734751"/>
          </a:xfrm>
        </p:grpSpPr>
        <p:grpSp>
          <p:nvGrpSpPr>
            <p:cNvPr id="893" name="Graphic 695">
              <a:extLst>
                <a:ext uri="{FF2B5EF4-FFF2-40B4-BE49-F238E27FC236}">
                  <a16:creationId xmlns:a16="http://schemas.microsoft.com/office/drawing/2014/main" id="{F3D07709-95A7-F4D5-FEEF-B7907DB9037B}"/>
                </a:ext>
              </a:extLst>
            </p:cNvPr>
            <p:cNvGrpSpPr/>
            <p:nvPr/>
          </p:nvGrpSpPr>
          <p:grpSpPr>
            <a:xfrm>
              <a:off x="1373090" y="-1693486"/>
              <a:ext cx="528166" cy="44075"/>
              <a:chOff x="6266618" y="-1693486"/>
              <a:chExt cx="528166" cy="44075"/>
            </a:xfrm>
            <a:solidFill>
              <a:srgbClr val="93C83D"/>
            </a:solidFill>
          </p:grpSpPr>
          <p:sp>
            <p:nvSpPr>
              <p:cNvPr id="894" name="Freeform 893">
                <a:extLst>
                  <a:ext uri="{FF2B5EF4-FFF2-40B4-BE49-F238E27FC236}">
                    <a16:creationId xmlns:a16="http://schemas.microsoft.com/office/drawing/2014/main" id="{33099C5B-81C3-CB38-F0D5-568ED40DD180}"/>
                  </a:ext>
                </a:extLst>
              </p:cNvPr>
              <p:cNvSpPr/>
              <p:nvPr/>
            </p:nvSpPr>
            <p:spPr>
              <a:xfrm>
                <a:off x="6266618" y="-1693486"/>
                <a:ext cx="528166" cy="44075"/>
              </a:xfrm>
              <a:custGeom>
                <a:avLst/>
                <a:gdLst>
                  <a:gd name="connsiteX0" fmla="*/ 486789 w 528166"/>
                  <a:gd name="connsiteY0" fmla="*/ 13224 h 44075"/>
                  <a:gd name="connsiteX1" fmla="*/ 484355 w 528166"/>
                  <a:gd name="connsiteY1" fmla="*/ 13224 h 44075"/>
                  <a:gd name="connsiteX2" fmla="*/ 486789 w 528166"/>
                  <a:gd name="connsiteY2" fmla="*/ 13224 h 44075"/>
                  <a:gd name="connsiteX3" fmla="*/ 338318 w 528166"/>
                  <a:gd name="connsiteY3" fmla="*/ 234 h 44075"/>
                  <a:gd name="connsiteX4" fmla="*/ 382941 w 528166"/>
                  <a:gd name="connsiteY4" fmla="*/ 234 h 44075"/>
                  <a:gd name="connsiteX5" fmla="*/ 382941 w 528166"/>
                  <a:gd name="connsiteY5" fmla="*/ 1046 h 44075"/>
                  <a:gd name="connsiteX6" fmla="*/ 385375 w 528166"/>
                  <a:gd name="connsiteY6" fmla="*/ 234 h 44075"/>
                  <a:gd name="connsiteX7" fmla="*/ 387809 w 528166"/>
                  <a:gd name="connsiteY7" fmla="*/ 1046 h 44075"/>
                  <a:gd name="connsiteX8" fmla="*/ 387809 w 528166"/>
                  <a:gd name="connsiteY8" fmla="*/ 234 h 44075"/>
                  <a:gd name="connsiteX9" fmla="*/ 391054 w 528166"/>
                  <a:gd name="connsiteY9" fmla="*/ 1046 h 44075"/>
                  <a:gd name="connsiteX10" fmla="*/ 391865 w 528166"/>
                  <a:gd name="connsiteY10" fmla="*/ 234 h 44075"/>
                  <a:gd name="connsiteX11" fmla="*/ 413771 w 528166"/>
                  <a:gd name="connsiteY11" fmla="*/ 2670 h 44075"/>
                  <a:gd name="connsiteX12" fmla="*/ 455959 w 528166"/>
                  <a:gd name="connsiteY12" fmla="*/ 5106 h 44075"/>
                  <a:gd name="connsiteX13" fmla="*/ 464072 w 528166"/>
                  <a:gd name="connsiteY13" fmla="*/ 5918 h 44075"/>
                  <a:gd name="connsiteX14" fmla="*/ 472997 w 528166"/>
                  <a:gd name="connsiteY14" fmla="*/ 6729 h 44075"/>
                  <a:gd name="connsiteX15" fmla="*/ 481110 w 528166"/>
                  <a:gd name="connsiteY15" fmla="*/ 8353 h 44075"/>
                  <a:gd name="connsiteX16" fmla="*/ 485978 w 528166"/>
                  <a:gd name="connsiteY16" fmla="*/ 9165 h 44075"/>
                  <a:gd name="connsiteX17" fmla="*/ 503827 w 528166"/>
                  <a:gd name="connsiteY17" fmla="*/ 9977 h 44075"/>
                  <a:gd name="connsiteX18" fmla="*/ 504638 w 528166"/>
                  <a:gd name="connsiteY18" fmla="*/ 10789 h 44075"/>
                  <a:gd name="connsiteX19" fmla="*/ 509506 w 528166"/>
                  <a:gd name="connsiteY19" fmla="*/ 9977 h 44075"/>
                  <a:gd name="connsiteX20" fmla="*/ 513562 w 528166"/>
                  <a:gd name="connsiteY20" fmla="*/ 11601 h 44075"/>
                  <a:gd name="connsiteX21" fmla="*/ 521676 w 528166"/>
                  <a:gd name="connsiteY21" fmla="*/ 12413 h 44075"/>
                  <a:gd name="connsiteX22" fmla="*/ 528166 w 528166"/>
                  <a:gd name="connsiteY22" fmla="*/ 14036 h 44075"/>
                  <a:gd name="connsiteX23" fmla="*/ 515185 w 528166"/>
                  <a:gd name="connsiteY23" fmla="*/ 13224 h 44075"/>
                  <a:gd name="connsiteX24" fmla="*/ 511129 w 528166"/>
                  <a:gd name="connsiteY24" fmla="*/ 12413 h 44075"/>
                  <a:gd name="connsiteX25" fmla="*/ 503015 w 528166"/>
                  <a:gd name="connsiteY25" fmla="*/ 14036 h 44075"/>
                  <a:gd name="connsiteX26" fmla="*/ 502204 w 528166"/>
                  <a:gd name="connsiteY26" fmla="*/ 12413 h 44075"/>
                  <a:gd name="connsiteX27" fmla="*/ 487600 w 528166"/>
                  <a:gd name="connsiteY27" fmla="*/ 11601 h 44075"/>
                  <a:gd name="connsiteX28" fmla="*/ 498959 w 528166"/>
                  <a:gd name="connsiteY28" fmla="*/ 14848 h 44075"/>
                  <a:gd name="connsiteX29" fmla="*/ 499770 w 528166"/>
                  <a:gd name="connsiteY29" fmla="*/ 16472 h 44075"/>
                  <a:gd name="connsiteX30" fmla="*/ 501393 w 528166"/>
                  <a:gd name="connsiteY30" fmla="*/ 14848 h 44075"/>
                  <a:gd name="connsiteX31" fmla="*/ 524921 w 528166"/>
                  <a:gd name="connsiteY31" fmla="*/ 18908 h 44075"/>
                  <a:gd name="connsiteX32" fmla="*/ 507883 w 528166"/>
                  <a:gd name="connsiteY32" fmla="*/ 17284 h 44075"/>
                  <a:gd name="connsiteX33" fmla="*/ 480298 w 528166"/>
                  <a:gd name="connsiteY33" fmla="*/ 15660 h 44075"/>
                  <a:gd name="connsiteX34" fmla="*/ 479487 w 528166"/>
                  <a:gd name="connsiteY34" fmla="*/ 14848 h 44075"/>
                  <a:gd name="connsiteX35" fmla="*/ 472997 w 528166"/>
                  <a:gd name="connsiteY35" fmla="*/ 14848 h 44075"/>
                  <a:gd name="connsiteX36" fmla="*/ 344809 w 528166"/>
                  <a:gd name="connsiteY36" fmla="*/ 11601 h 44075"/>
                  <a:gd name="connsiteX37" fmla="*/ 216621 w 528166"/>
                  <a:gd name="connsiteY37" fmla="*/ 15660 h 44075"/>
                  <a:gd name="connsiteX38" fmla="*/ 25151 w 528166"/>
                  <a:gd name="connsiteY38" fmla="*/ 41640 h 44075"/>
                  <a:gd name="connsiteX39" fmla="*/ 8924 w 528166"/>
                  <a:gd name="connsiteY39" fmla="*/ 44076 h 44075"/>
                  <a:gd name="connsiteX40" fmla="*/ 7302 w 528166"/>
                  <a:gd name="connsiteY40" fmla="*/ 40828 h 44075"/>
                  <a:gd name="connsiteX41" fmla="*/ 1622 w 528166"/>
                  <a:gd name="connsiteY41" fmla="*/ 40828 h 44075"/>
                  <a:gd name="connsiteX42" fmla="*/ 0 w 528166"/>
                  <a:gd name="connsiteY42" fmla="*/ 37581 h 44075"/>
                  <a:gd name="connsiteX43" fmla="*/ 6490 w 528166"/>
                  <a:gd name="connsiteY43" fmla="*/ 34333 h 44075"/>
                  <a:gd name="connsiteX44" fmla="*/ 6490 w 528166"/>
                  <a:gd name="connsiteY44" fmla="*/ 32710 h 44075"/>
                  <a:gd name="connsiteX45" fmla="*/ 55981 w 528166"/>
                  <a:gd name="connsiteY45" fmla="*/ 20531 h 44075"/>
                  <a:gd name="connsiteX46" fmla="*/ 142791 w 528166"/>
                  <a:gd name="connsiteY46" fmla="*/ 9165 h 44075"/>
                  <a:gd name="connsiteX47" fmla="*/ 163074 w 528166"/>
                  <a:gd name="connsiteY47" fmla="*/ 8353 h 44075"/>
                  <a:gd name="connsiteX48" fmla="*/ 195527 w 528166"/>
                  <a:gd name="connsiteY48" fmla="*/ 6729 h 44075"/>
                  <a:gd name="connsiteX49" fmla="*/ 219055 w 528166"/>
                  <a:gd name="connsiteY49" fmla="*/ 5106 h 44075"/>
                  <a:gd name="connsiteX50" fmla="*/ 342375 w 528166"/>
                  <a:gd name="connsiteY50" fmla="*/ 234 h 44075"/>
                  <a:gd name="connsiteX51" fmla="*/ 338318 w 528166"/>
                  <a:gd name="connsiteY51" fmla="*/ 234 h 44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28166" h="44075">
                    <a:moveTo>
                      <a:pt x="486789" y="13224"/>
                    </a:moveTo>
                    <a:cubicBezTo>
                      <a:pt x="485978" y="13224"/>
                      <a:pt x="485166" y="13224"/>
                      <a:pt x="484355" y="13224"/>
                    </a:cubicBezTo>
                    <a:cubicBezTo>
                      <a:pt x="483544" y="14036"/>
                      <a:pt x="486789" y="14036"/>
                      <a:pt x="486789" y="13224"/>
                    </a:cubicBezTo>
                    <a:moveTo>
                      <a:pt x="338318" y="234"/>
                    </a:moveTo>
                    <a:cubicBezTo>
                      <a:pt x="352111" y="-578"/>
                      <a:pt x="368337" y="1046"/>
                      <a:pt x="382941" y="234"/>
                    </a:cubicBezTo>
                    <a:cubicBezTo>
                      <a:pt x="382941" y="234"/>
                      <a:pt x="382941" y="1046"/>
                      <a:pt x="382941" y="1046"/>
                    </a:cubicBezTo>
                    <a:cubicBezTo>
                      <a:pt x="383752" y="1046"/>
                      <a:pt x="383752" y="234"/>
                      <a:pt x="385375" y="234"/>
                    </a:cubicBezTo>
                    <a:cubicBezTo>
                      <a:pt x="386997" y="234"/>
                      <a:pt x="385375" y="1858"/>
                      <a:pt x="387809" y="1046"/>
                    </a:cubicBezTo>
                    <a:cubicBezTo>
                      <a:pt x="388620" y="1046"/>
                      <a:pt x="387809" y="234"/>
                      <a:pt x="387809" y="234"/>
                    </a:cubicBezTo>
                    <a:cubicBezTo>
                      <a:pt x="388620" y="234"/>
                      <a:pt x="390242" y="234"/>
                      <a:pt x="391054" y="1046"/>
                    </a:cubicBezTo>
                    <a:cubicBezTo>
                      <a:pt x="392677" y="1046"/>
                      <a:pt x="390242" y="-578"/>
                      <a:pt x="391865" y="234"/>
                    </a:cubicBezTo>
                    <a:cubicBezTo>
                      <a:pt x="398356" y="1858"/>
                      <a:pt x="406469" y="-578"/>
                      <a:pt x="413771" y="2670"/>
                    </a:cubicBezTo>
                    <a:cubicBezTo>
                      <a:pt x="426752" y="2670"/>
                      <a:pt x="441355" y="3482"/>
                      <a:pt x="455959" y="5106"/>
                    </a:cubicBezTo>
                    <a:cubicBezTo>
                      <a:pt x="459204" y="5106"/>
                      <a:pt x="461638" y="5918"/>
                      <a:pt x="464072" y="5918"/>
                    </a:cubicBezTo>
                    <a:cubicBezTo>
                      <a:pt x="466506" y="5918"/>
                      <a:pt x="470563" y="6729"/>
                      <a:pt x="472997" y="6729"/>
                    </a:cubicBezTo>
                    <a:cubicBezTo>
                      <a:pt x="475431" y="6729"/>
                      <a:pt x="478676" y="8353"/>
                      <a:pt x="481110" y="8353"/>
                    </a:cubicBezTo>
                    <a:cubicBezTo>
                      <a:pt x="479487" y="8353"/>
                      <a:pt x="486789" y="7541"/>
                      <a:pt x="485978" y="9165"/>
                    </a:cubicBezTo>
                    <a:cubicBezTo>
                      <a:pt x="491657" y="8353"/>
                      <a:pt x="498148" y="9977"/>
                      <a:pt x="503827" y="9977"/>
                    </a:cubicBezTo>
                    <a:cubicBezTo>
                      <a:pt x="504638" y="9977"/>
                      <a:pt x="504638" y="10789"/>
                      <a:pt x="504638" y="10789"/>
                    </a:cubicBezTo>
                    <a:cubicBezTo>
                      <a:pt x="506261" y="9165"/>
                      <a:pt x="508695" y="10789"/>
                      <a:pt x="509506" y="9977"/>
                    </a:cubicBezTo>
                    <a:cubicBezTo>
                      <a:pt x="510317" y="12413"/>
                      <a:pt x="512751" y="9165"/>
                      <a:pt x="513562" y="11601"/>
                    </a:cubicBezTo>
                    <a:cubicBezTo>
                      <a:pt x="515996" y="9977"/>
                      <a:pt x="519242" y="12413"/>
                      <a:pt x="521676" y="12413"/>
                    </a:cubicBezTo>
                    <a:cubicBezTo>
                      <a:pt x="524109" y="12413"/>
                      <a:pt x="527355" y="11601"/>
                      <a:pt x="528166" y="14036"/>
                    </a:cubicBezTo>
                    <a:cubicBezTo>
                      <a:pt x="525732" y="14036"/>
                      <a:pt x="522487" y="14848"/>
                      <a:pt x="515185" y="13224"/>
                    </a:cubicBezTo>
                    <a:cubicBezTo>
                      <a:pt x="515996" y="14036"/>
                      <a:pt x="511940" y="14036"/>
                      <a:pt x="511129" y="12413"/>
                    </a:cubicBezTo>
                    <a:cubicBezTo>
                      <a:pt x="509506" y="14848"/>
                      <a:pt x="503827" y="11601"/>
                      <a:pt x="503015" y="14036"/>
                    </a:cubicBezTo>
                    <a:cubicBezTo>
                      <a:pt x="501393" y="14036"/>
                      <a:pt x="503015" y="13224"/>
                      <a:pt x="502204" y="12413"/>
                    </a:cubicBezTo>
                    <a:cubicBezTo>
                      <a:pt x="496525" y="13224"/>
                      <a:pt x="493280" y="11601"/>
                      <a:pt x="487600" y="11601"/>
                    </a:cubicBezTo>
                    <a:cubicBezTo>
                      <a:pt x="490846" y="14036"/>
                      <a:pt x="494091" y="14848"/>
                      <a:pt x="498959" y="14848"/>
                    </a:cubicBezTo>
                    <a:cubicBezTo>
                      <a:pt x="500581" y="14848"/>
                      <a:pt x="498959" y="15660"/>
                      <a:pt x="499770" y="16472"/>
                    </a:cubicBezTo>
                    <a:cubicBezTo>
                      <a:pt x="501393" y="16472"/>
                      <a:pt x="500581" y="15660"/>
                      <a:pt x="501393" y="14848"/>
                    </a:cubicBezTo>
                    <a:cubicBezTo>
                      <a:pt x="507072" y="17284"/>
                      <a:pt x="518430" y="16472"/>
                      <a:pt x="524921" y="18908"/>
                    </a:cubicBezTo>
                    <a:cubicBezTo>
                      <a:pt x="520053" y="18908"/>
                      <a:pt x="512751" y="19719"/>
                      <a:pt x="507883" y="17284"/>
                    </a:cubicBezTo>
                    <a:cubicBezTo>
                      <a:pt x="500581" y="17284"/>
                      <a:pt x="489223" y="17284"/>
                      <a:pt x="480298" y="15660"/>
                    </a:cubicBezTo>
                    <a:cubicBezTo>
                      <a:pt x="479487" y="15660"/>
                      <a:pt x="478676" y="15660"/>
                      <a:pt x="479487" y="14848"/>
                    </a:cubicBezTo>
                    <a:cubicBezTo>
                      <a:pt x="477865" y="15660"/>
                      <a:pt x="475431" y="14848"/>
                      <a:pt x="472997" y="14848"/>
                    </a:cubicBezTo>
                    <a:cubicBezTo>
                      <a:pt x="431620" y="11601"/>
                      <a:pt x="383752" y="11601"/>
                      <a:pt x="344809" y="11601"/>
                    </a:cubicBezTo>
                    <a:cubicBezTo>
                      <a:pt x="300998" y="11601"/>
                      <a:pt x="260432" y="13224"/>
                      <a:pt x="216621" y="15660"/>
                    </a:cubicBezTo>
                    <a:cubicBezTo>
                      <a:pt x="149282" y="20531"/>
                      <a:pt x="85999" y="31898"/>
                      <a:pt x="25151" y="41640"/>
                    </a:cubicBezTo>
                    <a:cubicBezTo>
                      <a:pt x="19472" y="42452"/>
                      <a:pt x="14604" y="44076"/>
                      <a:pt x="8924" y="44076"/>
                    </a:cubicBezTo>
                    <a:cubicBezTo>
                      <a:pt x="7302" y="44076"/>
                      <a:pt x="6490" y="42452"/>
                      <a:pt x="7302" y="40828"/>
                    </a:cubicBezTo>
                    <a:cubicBezTo>
                      <a:pt x="4868" y="40828"/>
                      <a:pt x="4057" y="41640"/>
                      <a:pt x="1622" y="40828"/>
                    </a:cubicBezTo>
                    <a:cubicBezTo>
                      <a:pt x="811" y="40016"/>
                      <a:pt x="811" y="38393"/>
                      <a:pt x="0" y="37581"/>
                    </a:cubicBezTo>
                    <a:cubicBezTo>
                      <a:pt x="1622" y="35957"/>
                      <a:pt x="4057" y="34333"/>
                      <a:pt x="6490" y="34333"/>
                    </a:cubicBezTo>
                    <a:cubicBezTo>
                      <a:pt x="7302" y="33521"/>
                      <a:pt x="6490" y="33521"/>
                      <a:pt x="6490" y="32710"/>
                    </a:cubicBezTo>
                    <a:cubicBezTo>
                      <a:pt x="21094" y="27026"/>
                      <a:pt x="38132" y="22155"/>
                      <a:pt x="55981" y="20531"/>
                    </a:cubicBezTo>
                    <a:cubicBezTo>
                      <a:pt x="85188" y="18096"/>
                      <a:pt x="114395" y="12413"/>
                      <a:pt x="142791" y="9165"/>
                    </a:cubicBezTo>
                    <a:cubicBezTo>
                      <a:pt x="149282" y="8353"/>
                      <a:pt x="155772" y="8353"/>
                      <a:pt x="163074" y="8353"/>
                    </a:cubicBezTo>
                    <a:cubicBezTo>
                      <a:pt x="171999" y="7541"/>
                      <a:pt x="184168" y="5918"/>
                      <a:pt x="195527" y="6729"/>
                    </a:cubicBezTo>
                    <a:cubicBezTo>
                      <a:pt x="202829" y="6729"/>
                      <a:pt x="210131" y="5106"/>
                      <a:pt x="219055" y="5106"/>
                    </a:cubicBezTo>
                    <a:cubicBezTo>
                      <a:pt x="257998" y="2670"/>
                      <a:pt x="303432" y="234"/>
                      <a:pt x="342375" y="234"/>
                    </a:cubicBezTo>
                    <a:cubicBezTo>
                      <a:pt x="341564" y="-578"/>
                      <a:pt x="339941" y="1046"/>
                      <a:pt x="338318" y="234"/>
                    </a:cubicBezTo>
                  </a:path>
                </a:pathLst>
              </a:custGeom>
              <a:solidFill>
                <a:srgbClr val="93C83D"/>
              </a:solidFill>
              <a:ln w="8113" cap="flat">
                <a:noFill/>
                <a:prstDash val="solid"/>
                <a:miter/>
              </a:ln>
            </p:spPr>
            <p:txBody>
              <a:bodyPr rtlCol="0" anchor="ctr"/>
              <a:lstStyle/>
              <a:p>
                <a:endParaRPr lang="en-US" dirty="0">
                  <a:latin typeface="Proxima Nova Rg" panose="02000506030000020004" pitchFamily="2" charset="77"/>
                </a:endParaRPr>
              </a:p>
            </p:txBody>
          </p:sp>
          <p:sp>
            <p:nvSpPr>
              <p:cNvPr id="895" name="Freeform 894">
                <a:extLst>
                  <a:ext uri="{FF2B5EF4-FFF2-40B4-BE49-F238E27FC236}">
                    <a16:creationId xmlns:a16="http://schemas.microsoft.com/office/drawing/2014/main" id="{246B3517-2279-7889-8CF2-9354C05CF801}"/>
                  </a:ext>
                </a:extLst>
              </p:cNvPr>
              <p:cNvSpPr/>
              <p:nvPr/>
            </p:nvSpPr>
            <p:spPr>
              <a:xfrm>
                <a:off x="6576541" y="-1693161"/>
                <a:ext cx="4678" cy="721"/>
              </a:xfrm>
              <a:custGeom>
                <a:avLst/>
                <a:gdLst>
                  <a:gd name="connsiteX0" fmla="*/ 0 w 4678"/>
                  <a:gd name="connsiteY0" fmla="*/ 722 h 721"/>
                  <a:gd name="connsiteX1" fmla="*/ 3245 w 4678"/>
                  <a:gd name="connsiteY1" fmla="*/ 722 h 721"/>
                  <a:gd name="connsiteX2" fmla="*/ 0 w 4678"/>
                  <a:gd name="connsiteY2" fmla="*/ 722 h 721"/>
                </a:gdLst>
                <a:ahLst/>
                <a:cxnLst>
                  <a:cxn ang="0">
                    <a:pos x="connsiteX0" y="connsiteY0"/>
                  </a:cxn>
                  <a:cxn ang="0">
                    <a:pos x="connsiteX1" y="connsiteY1"/>
                  </a:cxn>
                  <a:cxn ang="0">
                    <a:pos x="connsiteX2" y="connsiteY2"/>
                  </a:cxn>
                </a:cxnLst>
                <a:rect l="l" t="t" r="r" b="b"/>
                <a:pathLst>
                  <a:path w="4678" h="721">
                    <a:moveTo>
                      <a:pt x="0" y="722"/>
                    </a:moveTo>
                    <a:cubicBezTo>
                      <a:pt x="1623" y="-902"/>
                      <a:pt x="7302" y="722"/>
                      <a:pt x="3245" y="722"/>
                    </a:cubicBezTo>
                    <a:cubicBezTo>
                      <a:pt x="2434" y="722"/>
                      <a:pt x="2434" y="-90"/>
                      <a:pt x="0" y="722"/>
                    </a:cubicBezTo>
                  </a:path>
                </a:pathLst>
              </a:custGeom>
              <a:solidFill>
                <a:srgbClr val="93C83D"/>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896" name="Freeform 895">
              <a:extLst>
                <a:ext uri="{FF2B5EF4-FFF2-40B4-BE49-F238E27FC236}">
                  <a16:creationId xmlns:a16="http://schemas.microsoft.com/office/drawing/2014/main" id="{056AEB28-6D17-EACF-6F55-F0B5A5F6ABD2}"/>
                </a:ext>
              </a:extLst>
            </p:cNvPr>
            <p:cNvSpPr/>
            <p:nvPr/>
          </p:nvSpPr>
          <p:spPr>
            <a:xfrm>
              <a:off x="1098866" y="-1867805"/>
              <a:ext cx="198772" cy="181049"/>
            </a:xfrm>
            <a:custGeom>
              <a:avLst/>
              <a:gdLst>
                <a:gd name="connsiteX0" fmla="*/ 98169 w 198772"/>
                <a:gd name="connsiteY0" fmla="*/ 16238 h 181049"/>
                <a:gd name="connsiteX1" fmla="*/ 100603 w 198772"/>
                <a:gd name="connsiteY1" fmla="*/ 13802 h 181049"/>
                <a:gd name="connsiteX2" fmla="*/ 97358 w 198772"/>
                <a:gd name="connsiteY2" fmla="*/ 14614 h 181049"/>
                <a:gd name="connsiteX3" fmla="*/ 96546 w 198772"/>
                <a:gd name="connsiteY3" fmla="*/ 15426 h 181049"/>
                <a:gd name="connsiteX4" fmla="*/ 95735 w 198772"/>
                <a:gd name="connsiteY4" fmla="*/ 16238 h 181049"/>
                <a:gd name="connsiteX5" fmla="*/ 95735 w 198772"/>
                <a:gd name="connsiteY5" fmla="*/ 16238 h 181049"/>
                <a:gd name="connsiteX6" fmla="*/ 96546 w 198772"/>
                <a:gd name="connsiteY6" fmla="*/ 16238 h 181049"/>
                <a:gd name="connsiteX7" fmla="*/ 94924 w 198772"/>
                <a:gd name="connsiteY7" fmla="*/ 17049 h 181049"/>
                <a:gd name="connsiteX8" fmla="*/ 94113 w 198772"/>
                <a:gd name="connsiteY8" fmla="*/ 16238 h 181049"/>
                <a:gd name="connsiteX9" fmla="*/ 93301 w 198772"/>
                <a:gd name="connsiteY9" fmla="*/ 15426 h 181049"/>
                <a:gd name="connsiteX10" fmla="*/ 92490 w 198772"/>
                <a:gd name="connsiteY10" fmla="*/ 16238 h 181049"/>
                <a:gd name="connsiteX11" fmla="*/ 90867 w 198772"/>
                <a:gd name="connsiteY11" fmla="*/ 17049 h 181049"/>
                <a:gd name="connsiteX12" fmla="*/ 85188 w 198772"/>
                <a:gd name="connsiteY12" fmla="*/ 17861 h 181049"/>
                <a:gd name="connsiteX13" fmla="*/ 77075 w 198772"/>
                <a:gd name="connsiteY13" fmla="*/ 19485 h 181049"/>
                <a:gd name="connsiteX14" fmla="*/ 71396 w 198772"/>
                <a:gd name="connsiteY14" fmla="*/ 20297 h 181049"/>
                <a:gd name="connsiteX15" fmla="*/ 67339 w 198772"/>
                <a:gd name="connsiteY15" fmla="*/ 21109 h 181049"/>
                <a:gd name="connsiteX16" fmla="*/ 64094 w 198772"/>
                <a:gd name="connsiteY16" fmla="*/ 21921 h 181049"/>
                <a:gd name="connsiteX17" fmla="*/ 43811 w 198772"/>
                <a:gd name="connsiteY17" fmla="*/ 25168 h 181049"/>
                <a:gd name="connsiteX18" fmla="*/ 36509 w 198772"/>
                <a:gd name="connsiteY18" fmla="*/ 26792 h 181049"/>
                <a:gd name="connsiteX19" fmla="*/ 30830 w 198772"/>
                <a:gd name="connsiteY19" fmla="*/ 27604 h 181049"/>
                <a:gd name="connsiteX20" fmla="*/ 17038 w 198772"/>
                <a:gd name="connsiteY20" fmla="*/ 29228 h 181049"/>
                <a:gd name="connsiteX21" fmla="*/ 8113 w 198772"/>
                <a:gd name="connsiteY21" fmla="*/ 28416 h 181049"/>
                <a:gd name="connsiteX22" fmla="*/ 1623 w 198772"/>
                <a:gd name="connsiteY22" fmla="*/ 22733 h 181049"/>
                <a:gd name="connsiteX23" fmla="*/ 0 w 198772"/>
                <a:gd name="connsiteY23" fmla="*/ 9743 h 181049"/>
                <a:gd name="connsiteX24" fmla="*/ 5679 w 198772"/>
                <a:gd name="connsiteY24" fmla="*/ 8931 h 181049"/>
                <a:gd name="connsiteX25" fmla="*/ 8113 w 198772"/>
                <a:gd name="connsiteY25" fmla="*/ 10554 h 181049"/>
                <a:gd name="connsiteX26" fmla="*/ 8113 w 198772"/>
                <a:gd name="connsiteY26" fmla="*/ 12178 h 181049"/>
                <a:gd name="connsiteX27" fmla="*/ 12170 w 198772"/>
                <a:gd name="connsiteY27" fmla="*/ 12178 h 181049"/>
                <a:gd name="connsiteX28" fmla="*/ 19472 w 198772"/>
                <a:gd name="connsiteY28" fmla="*/ 12178 h 181049"/>
                <a:gd name="connsiteX29" fmla="*/ 29207 w 198772"/>
                <a:gd name="connsiteY29" fmla="*/ 11366 h 181049"/>
                <a:gd name="connsiteX30" fmla="*/ 46245 w 198772"/>
                <a:gd name="connsiteY30" fmla="*/ 9743 h 181049"/>
                <a:gd name="connsiteX31" fmla="*/ 48679 w 198772"/>
                <a:gd name="connsiteY31" fmla="*/ 8931 h 181049"/>
                <a:gd name="connsiteX32" fmla="*/ 48679 w 198772"/>
                <a:gd name="connsiteY32" fmla="*/ 8931 h 181049"/>
                <a:gd name="connsiteX33" fmla="*/ 51924 w 198772"/>
                <a:gd name="connsiteY33" fmla="*/ 8931 h 181049"/>
                <a:gd name="connsiteX34" fmla="*/ 63283 w 198772"/>
                <a:gd name="connsiteY34" fmla="*/ 7307 h 181049"/>
                <a:gd name="connsiteX35" fmla="*/ 67339 w 198772"/>
                <a:gd name="connsiteY35" fmla="*/ 6495 h 181049"/>
                <a:gd name="connsiteX36" fmla="*/ 69773 w 198772"/>
                <a:gd name="connsiteY36" fmla="*/ 6495 h 181049"/>
                <a:gd name="connsiteX37" fmla="*/ 71396 w 198772"/>
                <a:gd name="connsiteY37" fmla="*/ 6495 h 181049"/>
                <a:gd name="connsiteX38" fmla="*/ 79509 w 198772"/>
                <a:gd name="connsiteY38" fmla="*/ 5683 h 181049"/>
                <a:gd name="connsiteX39" fmla="*/ 80320 w 198772"/>
                <a:gd name="connsiteY39" fmla="*/ 4871 h 181049"/>
                <a:gd name="connsiteX40" fmla="*/ 81943 w 198772"/>
                <a:gd name="connsiteY40" fmla="*/ 3247 h 181049"/>
                <a:gd name="connsiteX41" fmla="*/ 82754 w 198772"/>
                <a:gd name="connsiteY41" fmla="*/ 4059 h 181049"/>
                <a:gd name="connsiteX42" fmla="*/ 84377 w 198772"/>
                <a:gd name="connsiteY42" fmla="*/ 4871 h 181049"/>
                <a:gd name="connsiteX43" fmla="*/ 87622 w 198772"/>
                <a:gd name="connsiteY43" fmla="*/ 4059 h 181049"/>
                <a:gd name="connsiteX44" fmla="*/ 90867 w 198772"/>
                <a:gd name="connsiteY44" fmla="*/ 4059 h 181049"/>
                <a:gd name="connsiteX45" fmla="*/ 94924 w 198772"/>
                <a:gd name="connsiteY45" fmla="*/ 3247 h 181049"/>
                <a:gd name="connsiteX46" fmla="*/ 108716 w 198772"/>
                <a:gd name="connsiteY46" fmla="*/ 1624 h 181049"/>
                <a:gd name="connsiteX47" fmla="*/ 113584 w 198772"/>
                <a:gd name="connsiteY47" fmla="*/ 1624 h 181049"/>
                <a:gd name="connsiteX48" fmla="*/ 121697 w 198772"/>
                <a:gd name="connsiteY48" fmla="*/ 812 h 181049"/>
                <a:gd name="connsiteX49" fmla="*/ 124131 w 198772"/>
                <a:gd name="connsiteY49" fmla="*/ 0 h 181049"/>
                <a:gd name="connsiteX50" fmla="*/ 124943 w 198772"/>
                <a:gd name="connsiteY50" fmla="*/ 0 h 181049"/>
                <a:gd name="connsiteX51" fmla="*/ 130622 w 198772"/>
                <a:gd name="connsiteY51" fmla="*/ 0 h 181049"/>
                <a:gd name="connsiteX52" fmla="*/ 144414 w 198772"/>
                <a:gd name="connsiteY52" fmla="*/ 0 h 181049"/>
                <a:gd name="connsiteX53" fmla="*/ 147659 w 198772"/>
                <a:gd name="connsiteY53" fmla="*/ 0 h 181049"/>
                <a:gd name="connsiteX54" fmla="*/ 163886 w 198772"/>
                <a:gd name="connsiteY54" fmla="*/ 1624 h 181049"/>
                <a:gd name="connsiteX55" fmla="*/ 173621 w 198772"/>
                <a:gd name="connsiteY55" fmla="*/ 4059 h 181049"/>
                <a:gd name="connsiteX56" fmla="*/ 177678 w 198772"/>
                <a:gd name="connsiteY56" fmla="*/ 5683 h 181049"/>
                <a:gd name="connsiteX57" fmla="*/ 189037 w 198772"/>
                <a:gd name="connsiteY57" fmla="*/ 12178 h 181049"/>
                <a:gd name="connsiteX58" fmla="*/ 197150 w 198772"/>
                <a:gd name="connsiteY58" fmla="*/ 24356 h 181049"/>
                <a:gd name="connsiteX59" fmla="*/ 197150 w 198772"/>
                <a:gd name="connsiteY59" fmla="*/ 26792 h 181049"/>
                <a:gd name="connsiteX60" fmla="*/ 198772 w 198772"/>
                <a:gd name="connsiteY60" fmla="*/ 32475 h 181049"/>
                <a:gd name="connsiteX61" fmla="*/ 197961 w 198772"/>
                <a:gd name="connsiteY61" fmla="*/ 34099 h 181049"/>
                <a:gd name="connsiteX62" fmla="*/ 197150 w 198772"/>
                <a:gd name="connsiteY62" fmla="*/ 35723 h 181049"/>
                <a:gd name="connsiteX63" fmla="*/ 196338 w 198772"/>
                <a:gd name="connsiteY63" fmla="*/ 36535 h 181049"/>
                <a:gd name="connsiteX64" fmla="*/ 194716 w 198772"/>
                <a:gd name="connsiteY64" fmla="*/ 37346 h 181049"/>
                <a:gd name="connsiteX65" fmla="*/ 193093 w 198772"/>
                <a:gd name="connsiteY65" fmla="*/ 37346 h 181049"/>
                <a:gd name="connsiteX66" fmla="*/ 192282 w 198772"/>
                <a:gd name="connsiteY66" fmla="*/ 38158 h 181049"/>
                <a:gd name="connsiteX67" fmla="*/ 191470 w 198772"/>
                <a:gd name="connsiteY67" fmla="*/ 38158 h 181049"/>
                <a:gd name="connsiteX68" fmla="*/ 190659 w 198772"/>
                <a:gd name="connsiteY68" fmla="*/ 37346 h 181049"/>
                <a:gd name="connsiteX69" fmla="*/ 187414 w 198772"/>
                <a:gd name="connsiteY69" fmla="*/ 38970 h 181049"/>
                <a:gd name="connsiteX70" fmla="*/ 183357 w 198772"/>
                <a:gd name="connsiteY70" fmla="*/ 40594 h 181049"/>
                <a:gd name="connsiteX71" fmla="*/ 182546 w 198772"/>
                <a:gd name="connsiteY71" fmla="*/ 40594 h 181049"/>
                <a:gd name="connsiteX72" fmla="*/ 181735 w 198772"/>
                <a:gd name="connsiteY72" fmla="*/ 41406 h 181049"/>
                <a:gd name="connsiteX73" fmla="*/ 184169 w 198772"/>
                <a:gd name="connsiteY73" fmla="*/ 37346 h 181049"/>
                <a:gd name="connsiteX74" fmla="*/ 190659 w 198772"/>
                <a:gd name="connsiteY74" fmla="*/ 25980 h 181049"/>
                <a:gd name="connsiteX75" fmla="*/ 189037 w 198772"/>
                <a:gd name="connsiteY75" fmla="*/ 23544 h 181049"/>
                <a:gd name="connsiteX76" fmla="*/ 187414 w 198772"/>
                <a:gd name="connsiteY76" fmla="*/ 21921 h 181049"/>
                <a:gd name="connsiteX77" fmla="*/ 185791 w 198772"/>
                <a:gd name="connsiteY77" fmla="*/ 21109 h 181049"/>
                <a:gd name="connsiteX78" fmla="*/ 183357 w 198772"/>
                <a:gd name="connsiteY78" fmla="*/ 20297 h 181049"/>
                <a:gd name="connsiteX79" fmla="*/ 167942 w 198772"/>
                <a:gd name="connsiteY79" fmla="*/ 15426 h 181049"/>
                <a:gd name="connsiteX80" fmla="*/ 164697 w 198772"/>
                <a:gd name="connsiteY80" fmla="*/ 13802 h 181049"/>
                <a:gd name="connsiteX81" fmla="*/ 166320 w 198772"/>
                <a:gd name="connsiteY81" fmla="*/ 13802 h 181049"/>
                <a:gd name="connsiteX82" fmla="*/ 168754 w 198772"/>
                <a:gd name="connsiteY82" fmla="*/ 13802 h 181049"/>
                <a:gd name="connsiteX83" fmla="*/ 167942 w 198772"/>
                <a:gd name="connsiteY83" fmla="*/ 12990 h 181049"/>
                <a:gd name="connsiteX84" fmla="*/ 163074 w 198772"/>
                <a:gd name="connsiteY84" fmla="*/ 12178 h 181049"/>
                <a:gd name="connsiteX85" fmla="*/ 162263 w 198772"/>
                <a:gd name="connsiteY85" fmla="*/ 11366 h 181049"/>
                <a:gd name="connsiteX86" fmla="*/ 161452 w 198772"/>
                <a:gd name="connsiteY86" fmla="*/ 10554 h 181049"/>
                <a:gd name="connsiteX87" fmla="*/ 159829 w 198772"/>
                <a:gd name="connsiteY87" fmla="*/ 10554 h 181049"/>
                <a:gd name="connsiteX88" fmla="*/ 156584 w 198772"/>
                <a:gd name="connsiteY88" fmla="*/ 10554 h 181049"/>
                <a:gd name="connsiteX89" fmla="*/ 154150 w 198772"/>
                <a:gd name="connsiteY89" fmla="*/ 9743 h 181049"/>
                <a:gd name="connsiteX90" fmla="*/ 154150 w 198772"/>
                <a:gd name="connsiteY90" fmla="*/ 8931 h 181049"/>
                <a:gd name="connsiteX91" fmla="*/ 152527 w 198772"/>
                <a:gd name="connsiteY91" fmla="*/ 9743 h 181049"/>
                <a:gd name="connsiteX92" fmla="*/ 147659 w 198772"/>
                <a:gd name="connsiteY92" fmla="*/ 10554 h 181049"/>
                <a:gd name="connsiteX93" fmla="*/ 144414 w 198772"/>
                <a:gd name="connsiteY93" fmla="*/ 9743 h 181049"/>
                <a:gd name="connsiteX94" fmla="*/ 143603 w 198772"/>
                <a:gd name="connsiteY94" fmla="*/ 8931 h 181049"/>
                <a:gd name="connsiteX95" fmla="*/ 142792 w 198772"/>
                <a:gd name="connsiteY95" fmla="*/ 9743 h 181049"/>
                <a:gd name="connsiteX96" fmla="*/ 141980 w 198772"/>
                <a:gd name="connsiteY96" fmla="*/ 10554 h 181049"/>
                <a:gd name="connsiteX97" fmla="*/ 138735 w 198772"/>
                <a:gd name="connsiteY97" fmla="*/ 9743 h 181049"/>
                <a:gd name="connsiteX98" fmla="*/ 137924 w 198772"/>
                <a:gd name="connsiteY98" fmla="*/ 8931 h 181049"/>
                <a:gd name="connsiteX99" fmla="*/ 137112 w 198772"/>
                <a:gd name="connsiteY99" fmla="*/ 9743 h 181049"/>
                <a:gd name="connsiteX100" fmla="*/ 135490 w 198772"/>
                <a:gd name="connsiteY100" fmla="*/ 10554 h 181049"/>
                <a:gd name="connsiteX101" fmla="*/ 133056 w 198772"/>
                <a:gd name="connsiteY101" fmla="*/ 9743 h 181049"/>
                <a:gd name="connsiteX102" fmla="*/ 131433 w 198772"/>
                <a:gd name="connsiteY102" fmla="*/ 8931 h 181049"/>
                <a:gd name="connsiteX103" fmla="*/ 130622 w 198772"/>
                <a:gd name="connsiteY103" fmla="*/ 8119 h 181049"/>
                <a:gd name="connsiteX104" fmla="*/ 132245 w 198772"/>
                <a:gd name="connsiteY104" fmla="*/ 8119 h 181049"/>
                <a:gd name="connsiteX105" fmla="*/ 133056 w 198772"/>
                <a:gd name="connsiteY105" fmla="*/ 6495 h 181049"/>
                <a:gd name="connsiteX106" fmla="*/ 134678 w 198772"/>
                <a:gd name="connsiteY106" fmla="*/ 6495 h 181049"/>
                <a:gd name="connsiteX107" fmla="*/ 137924 w 198772"/>
                <a:gd name="connsiteY107" fmla="*/ 7307 h 181049"/>
                <a:gd name="connsiteX108" fmla="*/ 139546 w 198772"/>
                <a:gd name="connsiteY108" fmla="*/ 6495 h 181049"/>
                <a:gd name="connsiteX109" fmla="*/ 140358 w 198772"/>
                <a:gd name="connsiteY109" fmla="*/ 4871 h 181049"/>
                <a:gd name="connsiteX110" fmla="*/ 141169 w 198772"/>
                <a:gd name="connsiteY110" fmla="*/ 4059 h 181049"/>
                <a:gd name="connsiteX111" fmla="*/ 141980 w 198772"/>
                <a:gd name="connsiteY111" fmla="*/ 4059 h 181049"/>
                <a:gd name="connsiteX112" fmla="*/ 144414 w 198772"/>
                <a:gd name="connsiteY112" fmla="*/ 4871 h 181049"/>
                <a:gd name="connsiteX113" fmla="*/ 145225 w 198772"/>
                <a:gd name="connsiteY113" fmla="*/ 5683 h 181049"/>
                <a:gd name="connsiteX114" fmla="*/ 146037 w 198772"/>
                <a:gd name="connsiteY114" fmla="*/ 6495 h 181049"/>
                <a:gd name="connsiteX115" fmla="*/ 146037 w 198772"/>
                <a:gd name="connsiteY115" fmla="*/ 5683 h 181049"/>
                <a:gd name="connsiteX116" fmla="*/ 146848 w 198772"/>
                <a:gd name="connsiteY116" fmla="*/ 4871 h 181049"/>
                <a:gd name="connsiteX117" fmla="*/ 147659 w 198772"/>
                <a:gd name="connsiteY117" fmla="*/ 4059 h 181049"/>
                <a:gd name="connsiteX118" fmla="*/ 147659 w 198772"/>
                <a:gd name="connsiteY118" fmla="*/ 4871 h 181049"/>
                <a:gd name="connsiteX119" fmla="*/ 148471 w 198772"/>
                <a:gd name="connsiteY119" fmla="*/ 6495 h 181049"/>
                <a:gd name="connsiteX120" fmla="*/ 149282 w 198772"/>
                <a:gd name="connsiteY120" fmla="*/ 5683 h 181049"/>
                <a:gd name="connsiteX121" fmla="*/ 148471 w 198772"/>
                <a:gd name="connsiteY121" fmla="*/ 5683 h 181049"/>
                <a:gd name="connsiteX122" fmla="*/ 148471 w 198772"/>
                <a:gd name="connsiteY122" fmla="*/ 5683 h 181049"/>
                <a:gd name="connsiteX123" fmla="*/ 150905 w 198772"/>
                <a:gd name="connsiteY123" fmla="*/ 4059 h 181049"/>
                <a:gd name="connsiteX124" fmla="*/ 150905 w 198772"/>
                <a:gd name="connsiteY124" fmla="*/ 4871 h 181049"/>
                <a:gd name="connsiteX125" fmla="*/ 151716 w 198772"/>
                <a:gd name="connsiteY125" fmla="*/ 5683 h 181049"/>
                <a:gd name="connsiteX126" fmla="*/ 153339 w 198772"/>
                <a:gd name="connsiteY126" fmla="*/ 6495 h 181049"/>
                <a:gd name="connsiteX127" fmla="*/ 154961 w 198772"/>
                <a:gd name="connsiteY127" fmla="*/ 7307 h 181049"/>
                <a:gd name="connsiteX128" fmla="*/ 154961 w 198772"/>
                <a:gd name="connsiteY128" fmla="*/ 6495 h 181049"/>
                <a:gd name="connsiteX129" fmla="*/ 154150 w 198772"/>
                <a:gd name="connsiteY129" fmla="*/ 6495 h 181049"/>
                <a:gd name="connsiteX130" fmla="*/ 153339 w 198772"/>
                <a:gd name="connsiteY130" fmla="*/ 6495 h 181049"/>
                <a:gd name="connsiteX131" fmla="*/ 154150 w 198772"/>
                <a:gd name="connsiteY131" fmla="*/ 4871 h 181049"/>
                <a:gd name="connsiteX132" fmla="*/ 164697 w 198772"/>
                <a:gd name="connsiteY132" fmla="*/ 6495 h 181049"/>
                <a:gd name="connsiteX133" fmla="*/ 167131 w 198772"/>
                <a:gd name="connsiteY133" fmla="*/ 6495 h 181049"/>
                <a:gd name="connsiteX134" fmla="*/ 167131 w 198772"/>
                <a:gd name="connsiteY134" fmla="*/ 7307 h 181049"/>
                <a:gd name="connsiteX135" fmla="*/ 167131 w 198772"/>
                <a:gd name="connsiteY135" fmla="*/ 8119 h 181049"/>
                <a:gd name="connsiteX136" fmla="*/ 167131 w 198772"/>
                <a:gd name="connsiteY136" fmla="*/ 8931 h 181049"/>
                <a:gd name="connsiteX137" fmla="*/ 167131 w 198772"/>
                <a:gd name="connsiteY137" fmla="*/ 9743 h 181049"/>
                <a:gd name="connsiteX138" fmla="*/ 168754 w 198772"/>
                <a:gd name="connsiteY138" fmla="*/ 8931 h 181049"/>
                <a:gd name="connsiteX139" fmla="*/ 170376 w 198772"/>
                <a:gd name="connsiteY139" fmla="*/ 8119 h 181049"/>
                <a:gd name="connsiteX140" fmla="*/ 171188 w 198772"/>
                <a:gd name="connsiteY140" fmla="*/ 8931 h 181049"/>
                <a:gd name="connsiteX141" fmla="*/ 174433 w 198772"/>
                <a:gd name="connsiteY141" fmla="*/ 8931 h 181049"/>
                <a:gd name="connsiteX142" fmla="*/ 164697 w 198772"/>
                <a:gd name="connsiteY142" fmla="*/ 4871 h 181049"/>
                <a:gd name="connsiteX143" fmla="*/ 158206 w 198772"/>
                <a:gd name="connsiteY143" fmla="*/ 3247 h 181049"/>
                <a:gd name="connsiteX144" fmla="*/ 151716 w 198772"/>
                <a:gd name="connsiteY144" fmla="*/ 3247 h 181049"/>
                <a:gd name="connsiteX145" fmla="*/ 139546 w 198772"/>
                <a:gd name="connsiteY145" fmla="*/ 2436 h 181049"/>
                <a:gd name="connsiteX146" fmla="*/ 132245 w 198772"/>
                <a:gd name="connsiteY146" fmla="*/ 3247 h 181049"/>
                <a:gd name="connsiteX147" fmla="*/ 131433 w 198772"/>
                <a:gd name="connsiteY147" fmla="*/ 3247 h 181049"/>
                <a:gd name="connsiteX148" fmla="*/ 128999 w 198772"/>
                <a:gd name="connsiteY148" fmla="*/ 2436 h 181049"/>
                <a:gd name="connsiteX149" fmla="*/ 125754 w 198772"/>
                <a:gd name="connsiteY149" fmla="*/ 2436 h 181049"/>
                <a:gd name="connsiteX150" fmla="*/ 123320 w 198772"/>
                <a:gd name="connsiteY150" fmla="*/ 2436 h 181049"/>
                <a:gd name="connsiteX151" fmla="*/ 120886 w 198772"/>
                <a:gd name="connsiteY151" fmla="*/ 2436 h 181049"/>
                <a:gd name="connsiteX152" fmla="*/ 117641 w 198772"/>
                <a:gd name="connsiteY152" fmla="*/ 2436 h 181049"/>
                <a:gd name="connsiteX153" fmla="*/ 115207 w 198772"/>
                <a:gd name="connsiteY153" fmla="*/ 2436 h 181049"/>
                <a:gd name="connsiteX154" fmla="*/ 112773 w 198772"/>
                <a:gd name="connsiteY154" fmla="*/ 2436 h 181049"/>
                <a:gd name="connsiteX155" fmla="*/ 109528 w 198772"/>
                <a:gd name="connsiteY155" fmla="*/ 2436 h 181049"/>
                <a:gd name="connsiteX156" fmla="*/ 107094 w 198772"/>
                <a:gd name="connsiteY156" fmla="*/ 2436 h 181049"/>
                <a:gd name="connsiteX157" fmla="*/ 105471 w 198772"/>
                <a:gd name="connsiteY157" fmla="*/ 2436 h 181049"/>
                <a:gd name="connsiteX158" fmla="*/ 103037 w 198772"/>
                <a:gd name="connsiteY158" fmla="*/ 2436 h 181049"/>
                <a:gd name="connsiteX159" fmla="*/ 101414 w 198772"/>
                <a:gd name="connsiteY159" fmla="*/ 2436 h 181049"/>
                <a:gd name="connsiteX160" fmla="*/ 99792 w 198772"/>
                <a:gd name="connsiteY160" fmla="*/ 2436 h 181049"/>
                <a:gd name="connsiteX161" fmla="*/ 97358 w 198772"/>
                <a:gd name="connsiteY161" fmla="*/ 3247 h 181049"/>
                <a:gd name="connsiteX162" fmla="*/ 95735 w 198772"/>
                <a:gd name="connsiteY162" fmla="*/ 3247 h 181049"/>
                <a:gd name="connsiteX163" fmla="*/ 93301 w 198772"/>
                <a:gd name="connsiteY163" fmla="*/ 4059 h 181049"/>
                <a:gd name="connsiteX164" fmla="*/ 90867 w 198772"/>
                <a:gd name="connsiteY164" fmla="*/ 4059 h 181049"/>
                <a:gd name="connsiteX165" fmla="*/ 89245 w 198772"/>
                <a:gd name="connsiteY165" fmla="*/ 4059 h 181049"/>
                <a:gd name="connsiteX166" fmla="*/ 87622 w 198772"/>
                <a:gd name="connsiteY166" fmla="*/ 5683 h 181049"/>
                <a:gd name="connsiteX167" fmla="*/ 88433 w 198772"/>
                <a:gd name="connsiteY167" fmla="*/ 5683 h 181049"/>
                <a:gd name="connsiteX168" fmla="*/ 96546 w 198772"/>
                <a:gd name="connsiteY168" fmla="*/ 6495 h 181049"/>
                <a:gd name="connsiteX169" fmla="*/ 98169 w 198772"/>
                <a:gd name="connsiteY169" fmla="*/ 5683 h 181049"/>
                <a:gd name="connsiteX170" fmla="*/ 99792 w 198772"/>
                <a:gd name="connsiteY170" fmla="*/ 4871 h 181049"/>
                <a:gd name="connsiteX171" fmla="*/ 100603 w 198772"/>
                <a:gd name="connsiteY171" fmla="*/ 5683 h 181049"/>
                <a:gd name="connsiteX172" fmla="*/ 101414 w 198772"/>
                <a:gd name="connsiteY172" fmla="*/ 6495 h 181049"/>
                <a:gd name="connsiteX173" fmla="*/ 101414 w 198772"/>
                <a:gd name="connsiteY173" fmla="*/ 7307 h 181049"/>
                <a:gd name="connsiteX174" fmla="*/ 108716 w 198772"/>
                <a:gd name="connsiteY174" fmla="*/ 3247 h 181049"/>
                <a:gd name="connsiteX175" fmla="*/ 112773 w 198772"/>
                <a:gd name="connsiteY175" fmla="*/ 4871 h 181049"/>
                <a:gd name="connsiteX176" fmla="*/ 113584 w 198772"/>
                <a:gd name="connsiteY176" fmla="*/ 4871 h 181049"/>
                <a:gd name="connsiteX177" fmla="*/ 113584 w 198772"/>
                <a:gd name="connsiteY177" fmla="*/ 5683 h 181049"/>
                <a:gd name="connsiteX178" fmla="*/ 114396 w 198772"/>
                <a:gd name="connsiteY178" fmla="*/ 6495 h 181049"/>
                <a:gd name="connsiteX179" fmla="*/ 118452 w 198772"/>
                <a:gd name="connsiteY179" fmla="*/ 6495 h 181049"/>
                <a:gd name="connsiteX180" fmla="*/ 122509 w 198772"/>
                <a:gd name="connsiteY180" fmla="*/ 6495 h 181049"/>
                <a:gd name="connsiteX181" fmla="*/ 131433 w 198772"/>
                <a:gd name="connsiteY181" fmla="*/ 7307 h 181049"/>
                <a:gd name="connsiteX182" fmla="*/ 129810 w 198772"/>
                <a:gd name="connsiteY182" fmla="*/ 8119 h 181049"/>
                <a:gd name="connsiteX183" fmla="*/ 128188 w 198772"/>
                <a:gd name="connsiteY183" fmla="*/ 8119 h 181049"/>
                <a:gd name="connsiteX184" fmla="*/ 129810 w 198772"/>
                <a:gd name="connsiteY184" fmla="*/ 8119 h 181049"/>
                <a:gd name="connsiteX185" fmla="*/ 130622 w 198772"/>
                <a:gd name="connsiteY185" fmla="*/ 8931 h 181049"/>
                <a:gd name="connsiteX186" fmla="*/ 133056 w 198772"/>
                <a:gd name="connsiteY186" fmla="*/ 9743 h 181049"/>
                <a:gd name="connsiteX187" fmla="*/ 137112 w 198772"/>
                <a:gd name="connsiteY187" fmla="*/ 10554 h 181049"/>
                <a:gd name="connsiteX188" fmla="*/ 137112 w 198772"/>
                <a:gd name="connsiteY188" fmla="*/ 10554 h 181049"/>
                <a:gd name="connsiteX189" fmla="*/ 135490 w 198772"/>
                <a:gd name="connsiteY189" fmla="*/ 10554 h 181049"/>
                <a:gd name="connsiteX190" fmla="*/ 127377 w 198772"/>
                <a:gd name="connsiteY190" fmla="*/ 9743 h 181049"/>
                <a:gd name="connsiteX191" fmla="*/ 126565 w 198772"/>
                <a:gd name="connsiteY191" fmla="*/ 8931 h 181049"/>
                <a:gd name="connsiteX192" fmla="*/ 125754 w 198772"/>
                <a:gd name="connsiteY192" fmla="*/ 8119 h 181049"/>
                <a:gd name="connsiteX193" fmla="*/ 124943 w 198772"/>
                <a:gd name="connsiteY193" fmla="*/ 8931 h 181049"/>
                <a:gd name="connsiteX194" fmla="*/ 124131 w 198772"/>
                <a:gd name="connsiteY194" fmla="*/ 9743 h 181049"/>
                <a:gd name="connsiteX195" fmla="*/ 123320 w 198772"/>
                <a:gd name="connsiteY195" fmla="*/ 8931 h 181049"/>
                <a:gd name="connsiteX196" fmla="*/ 120886 w 198772"/>
                <a:gd name="connsiteY196" fmla="*/ 8931 h 181049"/>
                <a:gd name="connsiteX197" fmla="*/ 118452 w 198772"/>
                <a:gd name="connsiteY197" fmla="*/ 9743 h 181049"/>
                <a:gd name="connsiteX198" fmla="*/ 121697 w 198772"/>
                <a:gd name="connsiteY198" fmla="*/ 10554 h 181049"/>
                <a:gd name="connsiteX199" fmla="*/ 123320 w 198772"/>
                <a:gd name="connsiteY199" fmla="*/ 10554 h 181049"/>
                <a:gd name="connsiteX200" fmla="*/ 121697 w 198772"/>
                <a:gd name="connsiteY200" fmla="*/ 11366 h 181049"/>
                <a:gd name="connsiteX201" fmla="*/ 120075 w 198772"/>
                <a:gd name="connsiteY201" fmla="*/ 11366 h 181049"/>
                <a:gd name="connsiteX202" fmla="*/ 117641 w 198772"/>
                <a:gd name="connsiteY202" fmla="*/ 11366 h 181049"/>
                <a:gd name="connsiteX203" fmla="*/ 115207 w 198772"/>
                <a:gd name="connsiteY203" fmla="*/ 10554 h 181049"/>
                <a:gd name="connsiteX204" fmla="*/ 115207 w 198772"/>
                <a:gd name="connsiteY204" fmla="*/ 9743 h 181049"/>
                <a:gd name="connsiteX205" fmla="*/ 113584 w 198772"/>
                <a:gd name="connsiteY205" fmla="*/ 9743 h 181049"/>
                <a:gd name="connsiteX206" fmla="*/ 112773 w 198772"/>
                <a:gd name="connsiteY206" fmla="*/ 10554 h 181049"/>
                <a:gd name="connsiteX207" fmla="*/ 112773 w 198772"/>
                <a:gd name="connsiteY207" fmla="*/ 11366 h 181049"/>
                <a:gd name="connsiteX208" fmla="*/ 112773 w 198772"/>
                <a:gd name="connsiteY208" fmla="*/ 11366 h 181049"/>
                <a:gd name="connsiteX209" fmla="*/ 112773 w 198772"/>
                <a:gd name="connsiteY209" fmla="*/ 12178 h 181049"/>
                <a:gd name="connsiteX210" fmla="*/ 111962 w 198772"/>
                <a:gd name="connsiteY210" fmla="*/ 16238 h 181049"/>
                <a:gd name="connsiteX211" fmla="*/ 109528 w 198772"/>
                <a:gd name="connsiteY211" fmla="*/ 19485 h 181049"/>
                <a:gd name="connsiteX212" fmla="*/ 106282 w 198772"/>
                <a:gd name="connsiteY212" fmla="*/ 24356 h 181049"/>
                <a:gd name="connsiteX213" fmla="*/ 96546 w 198772"/>
                <a:gd name="connsiteY213" fmla="*/ 35723 h 181049"/>
                <a:gd name="connsiteX214" fmla="*/ 92490 w 198772"/>
                <a:gd name="connsiteY214" fmla="*/ 40594 h 181049"/>
                <a:gd name="connsiteX215" fmla="*/ 88433 w 198772"/>
                <a:gd name="connsiteY215" fmla="*/ 46277 h 181049"/>
                <a:gd name="connsiteX216" fmla="*/ 78698 w 198772"/>
                <a:gd name="connsiteY216" fmla="*/ 59267 h 181049"/>
                <a:gd name="connsiteX217" fmla="*/ 77886 w 198772"/>
                <a:gd name="connsiteY217" fmla="*/ 60079 h 181049"/>
                <a:gd name="connsiteX218" fmla="*/ 73018 w 198772"/>
                <a:gd name="connsiteY218" fmla="*/ 67386 h 181049"/>
                <a:gd name="connsiteX219" fmla="*/ 67339 w 198772"/>
                <a:gd name="connsiteY219" fmla="*/ 76317 h 181049"/>
                <a:gd name="connsiteX220" fmla="*/ 64905 w 198772"/>
                <a:gd name="connsiteY220" fmla="*/ 80376 h 181049"/>
                <a:gd name="connsiteX221" fmla="*/ 62471 w 198772"/>
                <a:gd name="connsiteY221" fmla="*/ 85247 h 181049"/>
                <a:gd name="connsiteX222" fmla="*/ 60037 w 198772"/>
                <a:gd name="connsiteY222" fmla="*/ 88495 h 181049"/>
                <a:gd name="connsiteX223" fmla="*/ 59226 w 198772"/>
                <a:gd name="connsiteY223" fmla="*/ 90119 h 181049"/>
                <a:gd name="connsiteX224" fmla="*/ 58415 w 198772"/>
                <a:gd name="connsiteY224" fmla="*/ 90931 h 181049"/>
                <a:gd name="connsiteX225" fmla="*/ 57603 w 198772"/>
                <a:gd name="connsiteY225" fmla="*/ 91742 h 181049"/>
                <a:gd name="connsiteX226" fmla="*/ 55981 w 198772"/>
                <a:gd name="connsiteY226" fmla="*/ 94990 h 181049"/>
                <a:gd name="connsiteX227" fmla="*/ 54358 w 198772"/>
                <a:gd name="connsiteY227" fmla="*/ 98237 h 181049"/>
                <a:gd name="connsiteX228" fmla="*/ 52735 w 198772"/>
                <a:gd name="connsiteY228" fmla="*/ 100673 h 181049"/>
                <a:gd name="connsiteX229" fmla="*/ 51113 w 198772"/>
                <a:gd name="connsiteY229" fmla="*/ 103921 h 181049"/>
                <a:gd name="connsiteX230" fmla="*/ 50302 w 198772"/>
                <a:gd name="connsiteY230" fmla="*/ 104732 h 181049"/>
                <a:gd name="connsiteX231" fmla="*/ 48679 w 198772"/>
                <a:gd name="connsiteY231" fmla="*/ 107980 h 181049"/>
                <a:gd name="connsiteX232" fmla="*/ 47868 w 198772"/>
                <a:gd name="connsiteY232" fmla="*/ 109604 h 181049"/>
                <a:gd name="connsiteX233" fmla="*/ 46245 w 198772"/>
                <a:gd name="connsiteY233" fmla="*/ 111228 h 181049"/>
                <a:gd name="connsiteX234" fmla="*/ 45434 w 198772"/>
                <a:gd name="connsiteY234" fmla="*/ 112039 h 181049"/>
                <a:gd name="connsiteX235" fmla="*/ 44622 w 198772"/>
                <a:gd name="connsiteY235" fmla="*/ 112851 h 181049"/>
                <a:gd name="connsiteX236" fmla="*/ 43811 w 198772"/>
                <a:gd name="connsiteY236" fmla="*/ 113663 h 181049"/>
                <a:gd name="connsiteX237" fmla="*/ 43811 w 198772"/>
                <a:gd name="connsiteY237" fmla="*/ 114475 h 181049"/>
                <a:gd name="connsiteX238" fmla="*/ 42188 w 198772"/>
                <a:gd name="connsiteY238" fmla="*/ 117723 h 181049"/>
                <a:gd name="connsiteX239" fmla="*/ 39754 w 198772"/>
                <a:gd name="connsiteY239" fmla="*/ 120970 h 181049"/>
                <a:gd name="connsiteX240" fmla="*/ 38132 w 198772"/>
                <a:gd name="connsiteY240" fmla="*/ 120970 h 181049"/>
                <a:gd name="connsiteX241" fmla="*/ 37321 w 198772"/>
                <a:gd name="connsiteY241" fmla="*/ 120158 h 181049"/>
                <a:gd name="connsiteX242" fmla="*/ 37321 w 198772"/>
                <a:gd name="connsiteY242" fmla="*/ 116099 h 181049"/>
                <a:gd name="connsiteX243" fmla="*/ 38943 w 198772"/>
                <a:gd name="connsiteY243" fmla="*/ 116099 h 181049"/>
                <a:gd name="connsiteX244" fmla="*/ 39754 w 198772"/>
                <a:gd name="connsiteY244" fmla="*/ 117723 h 181049"/>
                <a:gd name="connsiteX245" fmla="*/ 40566 w 198772"/>
                <a:gd name="connsiteY245" fmla="*/ 115287 h 181049"/>
                <a:gd name="connsiteX246" fmla="*/ 39754 w 198772"/>
                <a:gd name="connsiteY246" fmla="*/ 113663 h 181049"/>
                <a:gd name="connsiteX247" fmla="*/ 38943 w 198772"/>
                <a:gd name="connsiteY247" fmla="*/ 113663 h 181049"/>
                <a:gd name="connsiteX248" fmla="*/ 40566 w 198772"/>
                <a:gd name="connsiteY248" fmla="*/ 112039 h 181049"/>
                <a:gd name="connsiteX249" fmla="*/ 41377 w 198772"/>
                <a:gd name="connsiteY249" fmla="*/ 109604 h 181049"/>
                <a:gd name="connsiteX250" fmla="*/ 43000 w 198772"/>
                <a:gd name="connsiteY250" fmla="*/ 106356 h 181049"/>
                <a:gd name="connsiteX251" fmla="*/ 43811 w 198772"/>
                <a:gd name="connsiteY251" fmla="*/ 103921 h 181049"/>
                <a:gd name="connsiteX252" fmla="*/ 44622 w 198772"/>
                <a:gd name="connsiteY252" fmla="*/ 101485 h 181049"/>
                <a:gd name="connsiteX253" fmla="*/ 47056 w 198772"/>
                <a:gd name="connsiteY253" fmla="*/ 98237 h 181049"/>
                <a:gd name="connsiteX254" fmla="*/ 49490 w 198772"/>
                <a:gd name="connsiteY254" fmla="*/ 94178 h 181049"/>
                <a:gd name="connsiteX255" fmla="*/ 49490 w 198772"/>
                <a:gd name="connsiteY255" fmla="*/ 93366 h 181049"/>
                <a:gd name="connsiteX256" fmla="*/ 48679 w 198772"/>
                <a:gd name="connsiteY256" fmla="*/ 92554 h 181049"/>
                <a:gd name="connsiteX257" fmla="*/ 47868 w 198772"/>
                <a:gd name="connsiteY257" fmla="*/ 91742 h 181049"/>
                <a:gd name="connsiteX258" fmla="*/ 49490 w 198772"/>
                <a:gd name="connsiteY258" fmla="*/ 91742 h 181049"/>
                <a:gd name="connsiteX259" fmla="*/ 50302 w 198772"/>
                <a:gd name="connsiteY259" fmla="*/ 91742 h 181049"/>
                <a:gd name="connsiteX260" fmla="*/ 47056 w 198772"/>
                <a:gd name="connsiteY260" fmla="*/ 90931 h 181049"/>
                <a:gd name="connsiteX261" fmla="*/ 46245 w 198772"/>
                <a:gd name="connsiteY261" fmla="*/ 91742 h 181049"/>
                <a:gd name="connsiteX262" fmla="*/ 45434 w 198772"/>
                <a:gd name="connsiteY262" fmla="*/ 93366 h 181049"/>
                <a:gd name="connsiteX263" fmla="*/ 43811 w 198772"/>
                <a:gd name="connsiteY263" fmla="*/ 94178 h 181049"/>
                <a:gd name="connsiteX264" fmla="*/ 42188 w 198772"/>
                <a:gd name="connsiteY264" fmla="*/ 96614 h 181049"/>
                <a:gd name="connsiteX265" fmla="*/ 41377 w 198772"/>
                <a:gd name="connsiteY265" fmla="*/ 98237 h 181049"/>
                <a:gd name="connsiteX266" fmla="*/ 43811 w 198772"/>
                <a:gd name="connsiteY266" fmla="*/ 97426 h 181049"/>
                <a:gd name="connsiteX267" fmla="*/ 44622 w 198772"/>
                <a:gd name="connsiteY267" fmla="*/ 95802 h 181049"/>
                <a:gd name="connsiteX268" fmla="*/ 46245 w 198772"/>
                <a:gd name="connsiteY268" fmla="*/ 95802 h 181049"/>
                <a:gd name="connsiteX269" fmla="*/ 46245 w 198772"/>
                <a:gd name="connsiteY269" fmla="*/ 97426 h 181049"/>
                <a:gd name="connsiteX270" fmla="*/ 45434 w 198772"/>
                <a:gd name="connsiteY270" fmla="*/ 99861 h 181049"/>
                <a:gd name="connsiteX271" fmla="*/ 41377 w 198772"/>
                <a:gd name="connsiteY271" fmla="*/ 101485 h 181049"/>
                <a:gd name="connsiteX272" fmla="*/ 39754 w 198772"/>
                <a:gd name="connsiteY272" fmla="*/ 103109 h 181049"/>
                <a:gd name="connsiteX273" fmla="*/ 38943 w 198772"/>
                <a:gd name="connsiteY273" fmla="*/ 103921 h 181049"/>
                <a:gd name="connsiteX274" fmla="*/ 38943 w 198772"/>
                <a:gd name="connsiteY274" fmla="*/ 105544 h 181049"/>
                <a:gd name="connsiteX275" fmla="*/ 39754 w 198772"/>
                <a:gd name="connsiteY275" fmla="*/ 104732 h 181049"/>
                <a:gd name="connsiteX276" fmla="*/ 41377 w 198772"/>
                <a:gd name="connsiteY276" fmla="*/ 103109 h 181049"/>
                <a:gd name="connsiteX277" fmla="*/ 41377 w 198772"/>
                <a:gd name="connsiteY277" fmla="*/ 103109 h 181049"/>
                <a:gd name="connsiteX278" fmla="*/ 41377 w 198772"/>
                <a:gd name="connsiteY278" fmla="*/ 103921 h 181049"/>
                <a:gd name="connsiteX279" fmla="*/ 40566 w 198772"/>
                <a:gd name="connsiteY279" fmla="*/ 105544 h 181049"/>
                <a:gd name="connsiteX280" fmla="*/ 38943 w 198772"/>
                <a:gd name="connsiteY280" fmla="*/ 107980 h 181049"/>
                <a:gd name="connsiteX281" fmla="*/ 38132 w 198772"/>
                <a:gd name="connsiteY281" fmla="*/ 109604 h 181049"/>
                <a:gd name="connsiteX282" fmla="*/ 37321 w 198772"/>
                <a:gd name="connsiteY282" fmla="*/ 111228 h 181049"/>
                <a:gd name="connsiteX283" fmla="*/ 36509 w 198772"/>
                <a:gd name="connsiteY283" fmla="*/ 112039 h 181049"/>
                <a:gd name="connsiteX284" fmla="*/ 34887 w 198772"/>
                <a:gd name="connsiteY284" fmla="*/ 112039 h 181049"/>
                <a:gd name="connsiteX285" fmla="*/ 33264 w 198772"/>
                <a:gd name="connsiteY285" fmla="*/ 112851 h 181049"/>
                <a:gd name="connsiteX286" fmla="*/ 32453 w 198772"/>
                <a:gd name="connsiteY286" fmla="*/ 115287 h 181049"/>
                <a:gd name="connsiteX287" fmla="*/ 32453 w 198772"/>
                <a:gd name="connsiteY287" fmla="*/ 116099 h 181049"/>
                <a:gd name="connsiteX288" fmla="*/ 31641 w 198772"/>
                <a:gd name="connsiteY288" fmla="*/ 116099 h 181049"/>
                <a:gd name="connsiteX289" fmla="*/ 33264 w 198772"/>
                <a:gd name="connsiteY289" fmla="*/ 115287 h 181049"/>
                <a:gd name="connsiteX290" fmla="*/ 34887 w 198772"/>
                <a:gd name="connsiteY290" fmla="*/ 113663 h 181049"/>
                <a:gd name="connsiteX291" fmla="*/ 35698 w 198772"/>
                <a:gd name="connsiteY291" fmla="*/ 115287 h 181049"/>
                <a:gd name="connsiteX292" fmla="*/ 33264 w 198772"/>
                <a:gd name="connsiteY292" fmla="*/ 119346 h 181049"/>
                <a:gd name="connsiteX293" fmla="*/ 33264 w 198772"/>
                <a:gd name="connsiteY293" fmla="*/ 118534 h 181049"/>
                <a:gd name="connsiteX294" fmla="*/ 32453 w 198772"/>
                <a:gd name="connsiteY294" fmla="*/ 118534 h 181049"/>
                <a:gd name="connsiteX295" fmla="*/ 32453 w 198772"/>
                <a:gd name="connsiteY295" fmla="*/ 120158 h 181049"/>
                <a:gd name="connsiteX296" fmla="*/ 31641 w 198772"/>
                <a:gd name="connsiteY296" fmla="*/ 120970 h 181049"/>
                <a:gd name="connsiteX297" fmla="*/ 30830 w 198772"/>
                <a:gd name="connsiteY297" fmla="*/ 121782 h 181049"/>
                <a:gd name="connsiteX298" fmla="*/ 30830 w 198772"/>
                <a:gd name="connsiteY298" fmla="*/ 122594 h 181049"/>
                <a:gd name="connsiteX299" fmla="*/ 30019 w 198772"/>
                <a:gd name="connsiteY299" fmla="*/ 123406 h 181049"/>
                <a:gd name="connsiteX300" fmla="*/ 29207 w 198772"/>
                <a:gd name="connsiteY300" fmla="*/ 125841 h 181049"/>
                <a:gd name="connsiteX301" fmla="*/ 27585 w 198772"/>
                <a:gd name="connsiteY301" fmla="*/ 128277 h 181049"/>
                <a:gd name="connsiteX302" fmla="*/ 25962 w 198772"/>
                <a:gd name="connsiteY302" fmla="*/ 130713 h 181049"/>
                <a:gd name="connsiteX303" fmla="*/ 25151 w 198772"/>
                <a:gd name="connsiteY303" fmla="*/ 134772 h 181049"/>
                <a:gd name="connsiteX304" fmla="*/ 25151 w 198772"/>
                <a:gd name="connsiteY304" fmla="*/ 136396 h 181049"/>
                <a:gd name="connsiteX305" fmla="*/ 24339 w 198772"/>
                <a:gd name="connsiteY305" fmla="*/ 135584 h 181049"/>
                <a:gd name="connsiteX306" fmla="*/ 23528 w 198772"/>
                <a:gd name="connsiteY306" fmla="*/ 134772 h 181049"/>
                <a:gd name="connsiteX307" fmla="*/ 23528 w 198772"/>
                <a:gd name="connsiteY307" fmla="*/ 137208 h 181049"/>
                <a:gd name="connsiteX308" fmla="*/ 21906 w 198772"/>
                <a:gd name="connsiteY308" fmla="*/ 140455 h 181049"/>
                <a:gd name="connsiteX309" fmla="*/ 21094 w 198772"/>
                <a:gd name="connsiteY309" fmla="*/ 141267 h 181049"/>
                <a:gd name="connsiteX310" fmla="*/ 21094 w 198772"/>
                <a:gd name="connsiteY310" fmla="*/ 142079 h 181049"/>
                <a:gd name="connsiteX311" fmla="*/ 21094 w 198772"/>
                <a:gd name="connsiteY311" fmla="*/ 143703 h 181049"/>
                <a:gd name="connsiteX312" fmla="*/ 20283 w 198772"/>
                <a:gd name="connsiteY312" fmla="*/ 144515 h 181049"/>
                <a:gd name="connsiteX313" fmla="*/ 19472 w 198772"/>
                <a:gd name="connsiteY313" fmla="*/ 145327 h 181049"/>
                <a:gd name="connsiteX314" fmla="*/ 18660 w 198772"/>
                <a:gd name="connsiteY314" fmla="*/ 146950 h 181049"/>
                <a:gd name="connsiteX315" fmla="*/ 17038 w 198772"/>
                <a:gd name="connsiteY315" fmla="*/ 149386 h 181049"/>
                <a:gd name="connsiteX316" fmla="*/ 16226 w 198772"/>
                <a:gd name="connsiteY316" fmla="*/ 152634 h 181049"/>
                <a:gd name="connsiteX317" fmla="*/ 16226 w 198772"/>
                <a:gd name="connsiteY317" fmla="*/ 155069 h 181049"/>
                <a:gd name="connsiteX318" fmla="*/ 17038 w 198772"/>
                <a:gd name="connsiteY318" fmla="*/ 153445 h 181049"/>
                <a:gd name="connsiteX319" fmla="*/ 17849 w 198772"/>
                <a:gd name="connsiteY319" fmla="*/ 151822 h 181049"/>
                <a:gd name="connsiteX320" fmla="*/ 18660 w 198772"/>
                <a:gd name="connsiteY320" fmla="*/ 151010 h 181049"/>
                <a:gd name="connsiteX321" fmla="*/ 18660 w 198772"/>
                <a:gd name="connsiteY321" fmla="*/ 150198 h 181049"/>
                <a:gd name="connsiteX322" fmla="*/ 18660 w 198772"/>
                <a:gd name="connsiteY322" fmla="*/ 149386 h 181049"/>
                <a:gd name="connsiteX323" fmla="*/ 19472 w 198772"/>
                <a:gd name="connsiteY323" fmla="*/ 149386 h 181049"/>
                <a:gd name="connsiteX324" fmla="*/ 20283 w 198772"/>
                <a:gd name="connsiteY324" fmla="*/ 148574 h 181049"/>
                <a:gd name="connsiteX325" fmla="*/ 21094 w 198772"/>
                <a:gd name="connsiteY325" fmla="*/ 145327 h 181049"/>
                <a:gd name="connsiteX326" fmla="*/ 21906 w 198772"/>
                <a:gd name="connsiteY326" fmla="*/ 144515 h 181049"/>
                <a:gd name="connsiteX327" fmla="*/ 22717 w 198772"/>
                <a:gd name="connsiteY327" fmla="*/ 144515 h 181049"/>
                <a:gd name="connsiteX328" fmla="*/ 24339 w 198772"/>
                <a:gd name="connsiteY328" fmla="*/ 142891 h 181049"/>
                <a:gd name="connsiteX329" fmla="*/ 25962 w 198772"/>
                <a:gd name="connsiteY329" fmla="*/ 141267 h 181049"/>
                <a:gd name="connsiteX330" fmla="*/ 25962 w 198772"/>
                <a:gd name="connsiteY330" fmla="*/ 140455 h 181049"/>
                <a:gd name="connsiteX331" fmla="*/ 25151 w 198772"/>
                <a:gd name="connsiteY331" fmla="*/ 141267 h 181049"/>
                <a:gd name="connsiteX332" fmla="*/ 24339 w 198772"/>
                <a:gd name="connsiteY332" fmla="*/ 141267 h 181049"/>
                <a:gd name="connsiteX333" fmla="*/ 25151 w 198772"/>
                <a:gd name="connsiteY333" fmla="*/ 139643 h 181049"/>
                <a:gd name="connsiteX334" fmla="*/ 25151 w 198772"/>
                <a:gd name="connsiteY334" fmla="*/ 139643 h 181049"/>
                <a:gd name="connsiteX335" fmla="*/ 24339 w 198772"/>
                <a:gd name="connsiteY335" fmla="*/ 139643 h 181049"/>
                <a:gd name="connsiteX336" fmla="*/ 26774 w 198772"/>
                <a:gd name="connsiteY336" fmla="*/ 138831 h 181049"/>
                <a:gd name="connsiteX337" fmla="*/ 28396 w 198772"/>
                <a:gd name="connsiteY337" fmla="*/ 138831 h 181049"/>
                <a:gd name="connsiteX338" fmla="*/ 27585 w 198772"/>
                <a:gd name="connsiteY338" fmla="*/ 138020 h 181049"/>
                <a:gd name="connsiteX339" fmla="*/ 27585 w 198772"/>
                <a:gd name="connsiteY339" fmla="*/ 134772 h 181049"/>
                <a:gd name="connsiteX340" fmla="*/ 28396 w 198772"/>
                <a:gd name="connsiteY340" fmla="*/ 134772 h 181049"/>
                <a:gd name="connsiteX341" fmla="*/ 29207 w 198772"/>
                <a:gd name="connsiteY341" fmla="*/ 133960 h 181049"/>
                <a:gd name="connsiteX342" fmla="*/ 29207 w 198772"/>
                <a:gd name="connsiteY342" fmla="*/ 133148 h 181049"/>
                <a:gd name="connsiteX343" fmla="*/ 29207 w 198772"/>
                <a:gd name="connsiteY343" fmla="*/ 132337 h 181049"/>
                <a:gd name="connsiteX344" fmla="*/ 30830 w 198772"/>
                <a:gd name="connsiteY344" fmla="*/ 131525 h 181049"/>
                <a:gd name="connsiteX345" fmla="*/ 31641 w 198772"/>
                <a:gd name="connsiteY345" fmla="*/ 132337 h 181049"/>
                <a:gd name="connsiteX346" fmla="*/ 31641 w 198772"/>
                <a:gd name="connsiteY346" fmla="*/ 133148 h 181049"/>
                <a:gd name="connsiteX347" fmla="*/ 29207 w 198772"/>
                <a:gd name="connsiteY347" fmla="*/ 138831 h 181049"/>
                <a:gd name="connsiteX348" fmla="*/ 29207 w 198772"/>
                <a:gd name="connsiteY348" fmla="*/ 138831 h 181049"/>
                <a:gd name="connsiteX349" fmla="*/ 25962 w 198772"/>
                <a:gd name="connsiteY349" fmla="*/ 145327 h 181049"/>
                <a:gd name="connsiteX350" fmla="*/ 25962 w 198772"/>
                <a:gd name="connsiteY350" fmla="*/ 146138 h 181049"/>
                <a:gd name="connsiteX351" fmla="*/ 25151 w 198772"/>
                <a:gd name="connsiteY351" fmla="*/ 148574 h 181049"/>
                <a:gd name="connsiteX352" fmla="*/ 24339 w 198772"/>
                <a:gd name="connsiteY352" fmla="*/ 150198 h 181049"/>
                <a:gd name="connsiteX353" fmla="*/ 22717 w 198772"/>
                <a:gd name="connsiteY353" fmla="*/ 152634 h 181049"/>
                <a:gd name="connsiteX354" fmla="*/ 21094 w 198772"/>
                <a:gd name="connsiteY354" fmla="*/ 155881 h 181049"/>
                <a:gd name="connsiteX355" fmla="*/ 20283 w 198772"/>
                <a:gd name="connsiteY355" fmla="*/ 156693 h 181049"/>
                <a:gd name="connsiteX356" fmla="*/ 19472 w 198772"/>
                <a:gd name="connsiteY356" fmla="*/ 158317 h 181049"/>
                <a:gd name="connsiteX357" fmla="*/ 18660 w 198772"/>
                <a:gd name="connsiteY357" fmla="*/ 162376 h 181049"/>
                <a:gd name="connsiteX358" fmla="*/ 16226 w 198772"/>
                <a:gd name="connsiteY358" fmla="*/ 169683 h 181049"/>
                <a:gd name="connsiteX359" fmla="*/ 16226 w 198772"/>
                <a:gd name="connsiteY359" fmla="*/ 175366 h 181049"/>
                <a:gd name="connsiteX360" fmla="*/ 17849 w 198772"/>
                <a:gd name="connsiteY360" fmla="*/ 176178 h 181049"/>
                <a:gd name="connsiteX361" fmla="*/ 24339 w 198772"/>
                <a:gd name="connsiteY361" fmla="*/ 173742 h 181049"/>
                <a:gd name="connsiteX362" fmla="*/ 30019 w 198772"/>
                <a:gd name="connsiteY362" fmla="*/ 172119 h 181049"/>
                <a:gd name="connsiteX363" fmla="*/ 27585 w 198772"/>
                <a:gd name="connsiteY363" fmla="*/ 176178 h 181049"/>
                <a:gd name="connsiteX364" fmla="*/ 26774 w 198772"/>
                <a:gd name="connsiteY364" fmla="*/ 176990 h 181049"/>
                <a:gd name="connsiteX365" fmla="*/ 25962 w 198772"/>
                <a:gd name="connsiteY365" fmla="*/ 177802 h 181049"/>
                <a:gd name="connsiteX366" fmla="*/ 23528 w 198772"/>
                <a:gd name="connsiteY366" fmla="*/ 179425 h 181049"/>
                <a:gd name="connsiteX367" fmla="*/ 21094 w 198772"/>
                <a:gd name="connsiteY367" fmla="*/ 181049 h 181049"/>
                <a:gd name="connsiteX368" fmla="*/ 15415 w 198772"/>
                <a:gd name="connsiteY368" fmla="*/ 179425 h 181049"/>
                <a:gd name="connsiteX369" fmla="*/ 13792 w 198772"/>
                <a:gd name="connsiteY369" fmla="*/ 177802 h 181049"/>
                <a:gd name="connsiteX370" fmla="*/ 8925 w 198772"/>
                <a:gd name="connsiteY370" fmla="*/ 172119 h 181049"/>
                <a:gd name="connsiteX371" fmla="*/ 6491 w 198772"/>
                <a:gd name="connsiteY371" fmla="*/ 168059 h 181049"/>
                <a:gd name="connsiteX372" fmla="*/ 8113 w 198772"/>
                <a:gd name="connsiteY372" fmla="*/ 154257 h 181049"/>
                <a:gd name="connsiteX373" fmla="*/ 9736 w 198772"/>
                <a:gd name="connsiteY373" fmla="*/ 153445 h 181049"/>
                <a:gd name="connsiteX374" fmla="*/ 9736 w 198772"/>
                <a:gd name="connsiteY374" fmla="*/ 155069 h 181049"/>
                <a:gd name="connsiteX375" fmla="*/ 8925 w 198772"/>
                <a:gd name="connsiteY375" fmla="*/ 158317 h 181049"/>
                <a:gd name="connsiteX376" fmla="*/ 8113 w 198772"/>
                <a:gd name="connsiteY376" fmla="*/ 159128 h 181049"/>
                <a:gd name="connsiteX377" fmla="*/ 7302 w 198772"/>
                <a:gd name="connsiteY377" fmla="*/ 164812 h 181049"/>
                <a:gd name="connsiteX378" fmla="*/ 8113 w 198772"/>
                <a:gd name="connsiteY378" fmla="*/ 165624 h 181049"/>
                <a:gd name="connsiteX379" fmla="*/ 8925 w 198772"/>
                <a:gd name="connsiteY379" fmla="*/ 164000 h 181049"/>
                <a:gd name="connsiteX380" fmla="*/ 9736 w 198772"/>
                <a:gd name="connsiteY380" fmla="*/ 163188 h 181049"/>
                <a:gd name="connsiteX381" fmla="*/ 19472 w 198772"/>
                <a:gd name="connsiteY381" fmla="*/ 138020 h 181049"/>
                <a:gd name="connsiteX382" fmla="*/ 20283 w 198772"/>
                <a:gd name="connsiteY382" fmla="*/ 135584 h 181049"/>
                <a:gd name="connsiteX383" fmla="*/ 21094 w 198772"/>
                <a:gd name="connsiteY383" fmla="*/ 133960 h 181049"/>
                <a:gd name="connsiteX384" fmla="*/ 25962 w 198772"/>
                <a:gd name="connsiteY384" fmla="*/ 125030 h 181049"/>
                <a:gd name="connsiteX385" fmla="*/ 26774 w 198772"/>
                <a:gd name="connsiteY385" fmla="*/ 122594 h 181049"/>
                <a:gd name="connsiteX386" fmla="*/ 27585 w 198772"/>
                <a:gd name="connsiteY386" fmla="*/ 121782 h 181049"/>
                <a:gd name="connsiteX387" fmla="*/ 29207 w 198772"/>
                <a:gd name="connsiteY387" fmla="*/ 119346 h 181049"/>
                <a:gd name="connsiteX388" fmla="*/ 31641 w 198772"/>
                <a:gd name="connsiteY388" fmla="*/ 115287 h 181049"/>
                <a:gd name="connsiteX389" fmla="*/ 32453 w 198772"/>
                <a:gd name="connsiteY389" fmla="*/ 114475 h 181049"/>
                <a:gd name="connsiteX390" fmla="*/ 32453 w 198772"/>
                <a:gd name="connsiteY390" fmla="*/ 113663 h 181049"/>
                <a:gd name="connsiteX391" fmla="*/ 34075 w 198772"/>
                <a:gd name="connsiteY391" fmla="*/ 110416 h 181049"/>
                <a:gd name="connsiteX392" fmla="*/ 41377 w 198772"/>
                <a:gd name="connsiteY392" fmla="*/ 96614 h 181049"/>
                <a:gd name="connsiteX393" fmla="*/ 43000 w 198772"/>
                <a:gd name="connsiteY393" fmla="*/ 94178 h 181049"/>
                <a:gd name="connsiteX394" fmla="*/ 43000 w 198772"/>
                <a:gd name="connsiteY394" fmla="*/ 93366 h 181049"/>
                <a:gd name="connsiteX395" fmla="*/ 43000 w 198772"/>
                <a:gd name="connsiteY395" fmla="*/ 92554 h 181049"/>
                <a:gd name="connsiteX396" fmla="*/ 44622 w 198772"/>
                <a:gd name="connsiteY396" fmla="*/ 90119 h 181049"/>
                <a:gd name="connsiteX397" fmla="*/ 46245 w 198772"/>
                <a:gd name="connsiteY397" fmla="*/ 88495 h 181049"/>
                <a:gd name="connsiteX398" fmla="*/ 47056 w 198772"/>
                <a:gd name="connsiteY398" fmla="*/ 87683 h 181049"/>
                <a:gd name="connsiteX399" fmla="*/ 46245 w 198772"/>
                <a:gd name="connsiteY399" fmla="*/ 86871 h 181049"/>
                <a:gd name="connsiteX400" fmla="*/ 47868 w 198772"/>
                <a:gd name="connsiteY400" fmla="*/ 84435 h 181049"/>
                <a:gd name="connsiteX401" fmla="*/ 50302 w 198772"/>
                <a:gd name="connsiteY401" fmla="*/ 81188 h 181049"/>
                <a:gd name="connsiteX402" fmla="*/ 51113 w 198772"/>
                <a:gd name="connsiteY402" fmla="*/ 79564 h 181049"/>
                <a:gd name="connsiteX403" fmla="*/ 54358 w 198772"/>
                <a:gd name="connsiteY403" fmla="*/ 75505 h 181049"/>
                <a:gd name="connsiteX404" fmla="*/ 54358 w 198772"/>
                <a:gd name="connsiteY404" fmla="*/ 73881 h 181049"/>
                <a:gd name="connsiteX405" fmla="*/ 55981 w 198772"/>
                <a:gd name="connsiteY405" fmla="*/ 72257 h 181049"/>
                <a:gd name="connsiteX406" fmla="*/ 57603 w 198772"/>
                <a:gd name="connsiteY406" fmla="*/ 70634 h 181049"/>
                <a:gd name="connsiteX407" fmla="*/ 60849 w 198772"/>
                <a:gd name="connsiteY407" fmla="*/ 66574 h 181049"/>
                <a:gd name="connsiteX408" fmla="*/ 62471 w 198772"/>
                <a:gd name="connsiteY408" fmla="*/ 64138 h 181049"/>
                <a:gd name="connsiteX409" fmla="*/ 64094 w 198772"/>
                <a:gd name="connsiteY409" fmla="*/ 60891 h 181049"/>
                <a:gd name="connsiteX410" fmla="*/ 67339 w 198772"/>
                <a:gd name="connsiteY410" fmla="*/ 56832 h 181049"/>
                <a:gd name="connsiteX411" fmla="*/ 69773 w 198772"/>
                <a:gd name="connsiteY411" fmla="*/ 53584 h 181049"/>
                <a:gd name="connsiteX412" fmla="*/ 71396 w 198772"/>
                <a:gd name="connsiteY412" fmla="*/ 51148 h 181049"/>
                <a:gd name="connsiteX413" fmla="*/ 72207 w 198772"/>
                <a:gd name="connsiteY413" fmla="*/ 49525 h 181049"/>
                <a:gd name="connsiteX414" fmla="*/ 76264 w 198772"/>
                <a:gd name="connsiteY414" fmla="*/ 43841 h 181049"/>
                <a:gd name="connsiteX415" fmla="*/ 77075 w 198772"/>
                <a:gd name="connsiteY415" fmla="*/ 43030 h 181049"/>
                <a:gd name="connsiteX416" fmla="*/ 77886 w 198772"/>
                <a:gd name="connsiteY416" fmla="*/ 41406 h 181049"/>
                <a:gd name="connsiteX417" fmla="*/ 78698 w 198772"/>
                <a:gd name="connsiteY417" fmla="*/ 39782 h 181049"/>
                <a:gd name="connsiteX418" fmla="*/ 79509 w 198772"/>
                <a:gd name="connsiteY418" fmla="*/ 38158 h 181049"/>
                <a:gd name="connsiteX419" fmla="*/ 81132 w 198772"/>
                <a:gd name="connsiteY419" fmla="*/ 36535 h 181049"/>
                <a:gd name="connsiteX420" fmla="*/ 86811 w 198772"/>
                <a:gd name="connsiteY420" fmla="*/ 28416 h 181049"/>
                <a:gd name="connsiteX421" fmla="*/ 85999 w 198772"/>
                <a:gd name="connsiteY421" fmla="*/ 29228 h 181049"/>
                <a:gd name="connsiteX422" fmla="*/ 83566 w 198772"/>
                <a:gd name="connsiteY422" fmla="*/ 32475 h 181049"/>
                <a:gd name="connsiteX423" fmla="*/ 76264 w 198772"/>
                <a:gd name="connsiteY423" fmla="*/ 41406 h 181049"/>
                <a:gd name="connsiteX424" fmla="*/ 63283 w 198772"/>
                <a:gd name="connsiteY424" fmla="*/ 59267 h 181049"/>
                <a:gd name="connsiteX425" fmla="*/ 56792 w 198772"/>
                <a:gd name="connsiteY425" fmla="*/ 67386 h 181049"/>
                <a:gd name="connsiteX426" fmla="*/ 55170 w 198772"/>
                <a:gd name="connsiteY426" fmla="*/ 69822 h 181049"/>
                <a:gd name="connsiteX427" fmla="*/ 54358 w 198772"/>
                <a:gd name="connsiteY427" fmla="*/ 71445 h 181049"/>
                <a:gd name="connsiteX428" fmla="*/ 51924 w 198772"/>
                <a:gd name="connsiteY428" fmla="*/ 75505 h 181049"/>
                <a:gd name="connsiteX429" fmla="*/ 47868 w 198772"/>
                <a:gd name="connsiteY429" fmla="*/ 81188 h 181049"/>
                <a:gd name="connsiteX430" fmla="*/ 45434 w 198772"/>
                <a:gd name="connsiteY430" fmla="*/ 84435 h 181049"/>
                <a:gd name="connsiteX431" fmla="*/ 44622 w 198772"/>
                <a:gd name="connsiteY431" fmla="*/ 84435 h 181049"/>
                <a:gd name="connsiteX432" fmla="*/ 68962 w 198772"/>
                <a:gd name="connsiteY432" fmla="*/ 47901 h 181049"/>
                <a:gd name="connsiteX433" fmla="*/ 98169 w 198772"/>
                <a:gd name="connsiteY433" fmla="*/ 16238 h 181049"/>
                <a:gd name="connsiteX434" fmla="*/ 98169 w 198772"/>
                <a:gd name="connsiteY434" fmla="*/ 16238 h 181049"/>
                <a:gd name="connsiteX435" fmla="*/ 97358 w 198772"/>
                <a:gd name="connsiteY435" fmla="*/ 16238 h 181049"/>
                <a:gd name="connsiteX436" fmla="*/ 98169 w 198772"/>
                <a:gd name="connsiteY436" fmla="*/ 16238 h 181049"/>
                <a:gd name="connsiteX437" fmla="*/ 11358 w 198772"/>
                <a:gd name="connsiteY437" fmla="*/ 164812 h 181049"/>
                <a:gd name="connsiteX438" fmla="*/ 11358 w 198772"/>
                <a:gd name="connsiteY438" fmla="*/ 164812 h 181049"/>
                <a:gd name="connsiteX439" fmla="*/ 11358 w 198772"/>
                <a:gd name="connsiteY439" fmla="*/ 164812 h 181049"/>
                <a:gd name="connsiteX440" fmla="*/ 11358 w 198772"/>
                <a:gd name="connsiteY440" fmla="*/ 164812 h 181049"/>
                <a:gd name="connsiteX441" fmla="*/ 16226 w 198772"/>
                <a:gd name="connsiteY441" fmla="*/ 168059 h 181049"/>
                <a:gd name="connsiteX442" fmla="*/ 15415 w 198772"/>
                <a:gd name="connsiteY442" fmla="*/ 169683 h 181049"/>
                <a:gd name="connsiteX443" fmla="*/ 16226 w 198772"/>
                <a:gd name="connsiteY443" fmla="*/ 168059 h 181049"/>
                <a:gd name="connsiteX444" fmla="*/ 16226 w 198772"/>
                <a:gd name="connsiteY444" fmla="*/ 168059 h 181049"/>
                <a:gd name="connsiteX445" fmla="*/ 17849 w 198772"/>
                <a:gd name="connsiteY445" fmla="*/ 162376 h 181049"/>
                <a:gd name="connsiteX446" fmla="*/ 17849 w 198772"/>
                <a:gd name="connsiteY446" fmla="*/ 162376 h 181049"/>
                <a:gd name="connsiteX447" fmla="*/ 17849 w 198772"/>
                <a:gd name="connsiteY447" fmla="*/ 164000 h 181049"/>
                <a:gd name="connsiteX448" fmla="*/ 18660 w 198772"/>
                <a:gd name="connsiteY448" fmla="*/ 163188 h 181049"/>
                <a:gd name="connsiteX449" fmla="*/ 17849 w 198772"/>
                <a:gd name="connsiteY449" fmla="*/ 162376 h 181049"/>
                <a:gd name="connsiteX450" fmla="*/ 17038 w 198772"/>
                <a:gd name="connsiteY450" fmla="*/ 160752 h 181049"/>
                <a:gd name="connsiteX451" fmla="*/ 17849 w 198772"/>
                <a:gd name="connsiteY451" fmla="*/ 161564 h 181049"/>
                <a:gd name="connsiteX452" fmla="*/ 18660 w 198772"/>
                <a:gd name="connsiteY452" fmla="*/ 161564 h 181049"/>
                <a:gd name="connsiteX453" fmla="*/ 17038 w 198772"/>
                <a:gd name="connsiteY453" fmla="*/ 160752 h 181049"/>
                <a:gd name="connsiteX454" fmla="*/ 17038 w 198772"/>
                <a:gd name="connsiteY454" fmla="*/ 160752 h 181049"/>
                <a:gd name="connsiteX455" fmla="*/ 19472 w 198772"/>
                <a:gd name="connsiteY455" fmla="*/ 158317 h 181049"/>
                <a:gd name="connsiteX456" fmla="*/ 18660 w 198772"/>
                <a:gd name="connsiteY456" fmla="*/ 158317 h 181049"/>
                <a:gd name="connsiteX457" fmla="*/ 18660 w 198772"/>
                <a:gd name="connsiteY457" fmla="*/ 158317 h 181049"/>
                <a:gd name="connsiteX458" fmla="*/ 20283 w 198772"/>
                <a:gd name="connsiteY458" fmla="*/ 159128 h 181049"/>
                <a:gd name="connsiteX459" fmla="*/ 19472 w 198772"/>
                <a:gd name="connsiteY459" fmla="*/ 158317 h 181049"/>
                <a:gd name="connsiteX460" fmla="*/ 19472 w 198772"/>
                <a:gd name="connsiteY460" fmla="*/ 158317 h 181049"/>
                <a:gd name="connsiteX461" fmla="*/ 20283 w 198772"/>
                <a:gd name="connsiteY461" fmla="*/ 156693 h 181049"/>
                <a:gd name="connsiteX462" fmla="*/ 21094 w 198772"/>
                <a:gd name="connsiteY462" fmla="*/ 158317 h 181049"/>
                <a:gd name="connsiteX463" fmla="*/ 21094 w 198772"/>
                <a:gd name="connsiteY463" fmla="*/ 158317 h 181049"/>
                <a:gd name="connsiteX464" fmla="*/ 20283 w 198772"/>
                <a:gd name="connsiteY464" fmla="*/ 156693 h 181049"/>
                <a:gd name="connsiteX465" fmla="*/ 20283 w 198772"/>
                <a:gd name="connsiteY465" fmla="*/ 156693 h 181049"/>
                <a:gd name="connsiteX466" fmla="*/ 26774 w 198772"/>
                <a:gd name="connsiteY466" fmla="*/ 135584 h 181049"/>
                <a:gd name="connsiteX467" fmla="*/ 26774 w 198772"/>
                <a:gd name="connsiteY467" fmla="*/ 135584 h 181049"/>
                <a:gd name="connsiteX468" fmla="*/ 26774 w 198772"/>
                <a:gd name="connsiteY468" fmla="*/ 135584 h 181049"/>
                <a:gd name="connsiteX469" fmla="*/ 26774 w 198772"/>
                <a:gd name="connsiteY469" fmla="*/ 135584 h 181049"/>
                <a:gd name="connsiteX470" fmla="*/ 26774 w 198772"/>
                <a:gd name="connsiteY470" fmla="*/ 135584 h 181049"/>
                <a:gd name="connsiteX471" fmla="*/ 27585 w 198772"/>
                <a:gd name="connsiteY471" fmla="*/ 142079 h 181049"/>
                <a:gd name="connsiteX472" fmla="*/ 27585 w 198772"/>
                <a:gd name="connsiteY472" fmla="*/ 143703 h 181049"/>
                <a:gd name="connsiteX473" fmla="*/ 26774 w 198772"/>
                <a:gd name="connsiteY473" fmla="*/ 142891 h 181049"/>
                <a:gd name="connsiteX474" fmla="*/ 27585 w 198772"/>
                <a:gd name="connsiteY474" fmla="*/ 142079 h 181049"/>
                <a:gd name="connsiteX475" fmla="*/ 28396 w 198772"/>
                <a:gd name="connsiteY475" fmla="*/ 131525 h 181049"/>
                <a:gd name="connsiteX476" fmla="*/ 27585 w 198772"/>
                <a:gd name="connsiteY476" fmla="*/ 133148 h 181049"/>
                <a:gd name="connsiteX477" fmla="*/ 29207 w 198772"/>
                <a:gd name="connsiteY477" fmla="*/ 131525 h 181049"/>
                <a:gd name="connsiteX478" fmla="*/ 28396 w 198772"/>
                <a:gd name="connsiteY478" fmla="*/ 131525 h 181049"/>
                <a:gd name="connsiteX479" fmla="*/ 29207 w 198772"/>
                <a:gd name="connsiteY479" fmla="*/ 129089 h 181049"/>
                <a:gd name="connsiteX480" fmla="*/ 29207 w 198772"/>
                <a:gd name="connsiteY480" fmla="*/ 129089 h 181049"/>
                <a:gd name="connsiteX481" fmla="*/ 29207 w 198772"/>
                <a:gd name="connsiteY481" fmla="*/ 129901 h 181049"/>
                <a:gd name="connsiteX482" fmla="*/ 29207 w 198772"/>
                <a:gd name="connsiteY482" fmla="*/ 129089 h 181049"/>
                <a:gd name="connsiteX483" fmla="*/ 29207 w 198772"/>
                <a:gd name="connsiteY483" fmla="*/ 129089 h 181049"/>
                <a:gd name="connsiteX484" fmla="*/ 30830 w 198772"/>
                <a:gd name="connsiteY484" fmla="*/ 126653 h 181049"/>
                <a:gd name="connsiteX485" fmla="*/ 30830 w 198772"/>
                <a:gd name="connsiteY485" fmla="*/ 126653 h 181049"/>
                <a:gd name="connsiteX486" fmla="*/ 30830 w 198772"/>
                <a:gd name="connsiteY486" fmla="*/ 128277 h 181049"/>
                <a:gd name="connsiteX487" fmla="*/ 30830 w 198772"/>
                <a:gd name="connsiteY487" fmla="*/ 126653 h 181049"/>
                <a:gd name="connsiteX488" fmla="*/ 30830 w 198772"/>
                <a:gd name="connsiteY488" fmla="*/ 126653 h 181049"/>
                <a:gd name="connsiteX489" fmla="*/ 31641 w 198772"/>
                <a:gd name="connsiteY489" fmla="*/ 124218 h 181049"/>
                <a:gd name="connsiteX490" fmla="*/ 31641 w 198772"/>
                <a:gd name="connsiteY490" fmla="*/ 124218 h 181049"/>
                <a:gd name="connsiteX491" fmla="*/ 32453 w 198772"/>
                <a:gd name="connsiteY491" fmla="*/ 124218 h 181049"/>
                <a:gd name="connsiteX492" fmla="*/ 31641 w 198772"/>
                <a:gd name="connsiteY492" fmla="*/ 124218 h 181049"/>
                <a:gd name="connsiteX493" fmla="*/ 34075 w 198772"/>
                <a:gd name="connsiteY493" fmla="*/ 120158 h 181049"/>
                <a:gd name="connsiteX494" fmla="*/ 34075 w 198772"/>
                <a:gd name="connsiteY494" fmla="*/ 120158 h 181049"/>
                <a:gd name="connsiteX495" fmla="*/ 34887 w 198772"/>
                <a:gd name="connsiteY495" fmla="*/ 121782 h 181049"/>
                <a:gd name="connsiteX496" fmla="*/ 34887 w 198772"/>
                <a:gd name="connsiteY496" fmla="*/ 120970 h 181049"/>
                <a:gd name="connsiteX497" fmla="*/ 34075 w 198772"/>
                <a:gd name="connsiteY497" fmla="*/ 120158 h 181049"/>
                <a:gd name="connsiteX498" fmla="*/ 36509 w 198772"/>
                <a:gd name="connsiteY498" fmla="*/ 129901 h 181049"/>
                <a:gd name="connsiteX499" fmla="*/ 36509 w 198772"/>
                <a:gd name="connsiteY499" fmla="*/ 128277 h 181049"/>
                <a:gd name="connsiteX500" fmla="*/ 35698 w 198772"/>
                <a:gd name="connsiteY500" fmla="*/ 127465 h 181049"/>
                <a:gd name="connsiteX501" fmla="*/ 35698 w 198772"/>
                <a:gd name="connsiteY501" fmla="*/ 127465 h 181049"/>
                <a:gd name="connsiteX502" fmla="*/ 37321 w 198772"/>
                <a:gd name="connsiteY502" fmla="*/ 126653 h 181049"/>
                <a:gd name="connsiteX503" fmla="*/ 38132 w 198772"/>
                <a:gd name="connsiteY503" fmla="*/ 126653 h 181049"/>
                <a:gd name="connsiteX504" fmla="*/ 38132 w 198772"/>
                <a:gd name="connsiteY504" fmla="*/ 127465 h 181049"/>
                <a:gd name="connsiteX505" fmla="*/ 38943 w 198772"/>
                <a:gd name="connsiteY505" fmla="*/ 126653 h 181049"/>
                <a:gd name="connsiteX506" fmla="*/ 39754 w 198772"/>
                <a:gd name="connsiteY506" fmla="*/ 125841 h 181049"/>
                <a:gd name="connsiteX507" fmla="*/ 38132 w 198772"/>
                <a:gd name="connsiteY507" fmla="*/ 129089 h 181049"/>
                <a:gd name="connsiteX508" fmla="*/ 36509 w 198772"/>
                <a:gd name="connsiteY508" fmla="*/ 134772 h 181049"/>
                <a:gd name="connsiteX509" fmla="*/ 35698 w 198772"/>
                <a:gd name="connsiteY509" fmla="*/ 134772 h 181049"/>
                <a:gd name="connsiteX510" fmla="*/ 34887 w 198772"/>
                <a:gd name="connsiteY510" fmla="*/ 129901 h 181049"/>
                <a:gd name="connsiteX511" fmla="*/ 36509 w 198772"/>
                <a:gd name="connsiteY511" fmla="*/ 129901 h 181049"/>
                <a:gd name="connsiteX512" fmla="*/ 36509 w 198772"/>
                <a:gd name="connsiteY512" fmla="*/ 129901 h 181049"/>
                <a:gd name="connsiteX513" fmla="*/ 40566 w 198772"/>
                <a:gd name="connsiteY513" fmla="*/ 109604 h 181049"/>
                <a:gd name="connsiteX514" fmla="*/ 39754 w 198772"/>
                <a:gd name="connsiteY514" fmla="*/ 112039 h 181049"/>
                <a:gd name="connsiteX515" fmla="*/ 39754 w 198772"/>
                <a:gd name="connsiteY515" fmla="*/ 111228 h 181049"/>
                <a:gd name="connsiteX516" fmla="*/ 40566 w 198772"/>
                <a:gd name="connsiteY516" fmla="*/ 109604 h 181049"/>
                <a:gd name="connsiteX517" fmla="*/ 40566 w 198772"/>
                <a:gd name="connsiteY517" fmla="*/ 109604 h 181049"/>
                <a:gd name="connsiteX518" fmla="*/ 51113 w 198772"/>
                <a:gd name="connsiteY518" fmla="*/ 93366 h 181049"/>
                <a:gd name="connsiteX519" fmla="*/ 50302 w 198772"/>
                <a:gd name="connsiteY519" fmla="*/ 91742 h 181049"/>
                <a:gd name="connsiteX520" fmla="*/ 49490 w 198772"/>
                <a:gd name="connsiteY520" fmla="*/ 92554 h 181049"/>
                <a:gd name="connsiteX521" fmla="*/ 51113 w 198772"/>
                <a:gd name="connsiteY521" fmla="*/ 93366 h 181049"/>
                <a:gd name="connsiteX522" fmla="*/ 51113 w 198772"/>
                <a:gd name="connsiteY522" fmla="*/ 89307 h 181049"/>
                <a:gd name="connsiteX523" fmla="*/ 51113 w 198772"/>
                <a:gd name="connsiteY523" fmla="*/ 90931 h 181049"/>
                <a:gd name="connsiteX524" fmla="*/ 51924 w 198772"/>
                <a:gd name="connsiteY524" fmla="*/ 91742 h 181049"/>
                <a:gd name="connsiteX525" fmla="*/ 52735 w 198772"/>
                <a:gd name="connsiteY525" fmla="*/ 90931 h 181049"/>
                <a:gd name="connsiteX526" fmla="*/ 54358 w 198772"/>
                <a:gd name="connsiteY526" fmla="*/ 90119 h 181049"/>
                <a:gd name="connsiteX527" fmla="*/ 55170 w 198772"/>
                <a:gd name="connsiteY527" fmla="*/ 90119 h 181049"/>
                <a:gd name="connsiteX528" fmla="*/ 52735 w 198772"/>
                <a:gd name="connsiteY528" fmla="*/ 89307 h 181049"/>
                <a:gd name="connsiteX529" fmla="*/ 51113 w 198772"/>
                <a:gd name="connsiteY529" fmla="*/ 89307 h 181049"/>
                <a:gd name="connsiteX530" fmla="*/ 54358 w 198772"/>
                <a:gd name="connsiteY530" fmla="*/ 86871 h 181049"/>
                <a:gd name="connsiteX531" fmla="*/ 53547 w 198772"/>
                <a:gd name="connsiteY531" fmla="*/ 87683 h 181049"/>
                <a:gd name="connsiteX532" fmla="*/ 54358 w 198772"/>
                <a:gd name="connsiteY532" fmla="*/ 86871 h 181049"/>
                <a:gd name="connsiteX533" fmla="*/ 54358 w 198772"/>
                <a:gd name="connsiteY533" fmla="*/ 86871 h 181049"/>
                <a:gd name="connsiteX534" fmla="*/ 55170 w 198772"/>
                <a:gd name="connsiteY534" fmla="*/ 90931 h 181049"/>
                <a:gd name="connsiteX535" fmla="*/ 55170 w 198772"/>
                <a:gd name="connsiteY535" fmla="*/ 90931 h 181049"/>
                <a:gd name="connsiteX536" fmla="*/ 54358 w 198772"/>
                <a:gd name="connsiteY536" fmla="*/ 91742 h 181049"/>
                <a:gd name="connsiteX537" fmla="*/ 53547 w 198772"/>
                <a:gd name="connsiteY537" fmla="*/ 92554 h 181049"/>
                <a:gd name="connsiteX538" fmla="*/ 55170 w 198772"/>
                <a:gd name="connsiteY538" fmla="*/ 93366 h 181049"/>
                <a:gd name="connsiteX539" fmla="*/ 56792 w 198772"/>
                <a:gd name="connsiteY539" fmla="*/ 93366 h 181049"/>
                <a:gd name="connsiteX540" fmla="*/ 55981 w 198772"/>
                <a:gd name="connsiteY540" fmla="*/ 92554 h 181049"/>
                <a:gd name="connsiteX541" fmla="*/ 55170 w 198772"/>
                <a:gd name="connsiteY541" fmla="*/ 90931 h 181049"/>
                <a:gd name="connsiteX542" fmla="*/ 55170 w 198772"/>
                <a:gd name="connsiteY542" fmla="*/ 90931 h 181049"/>
                <a:gd name="connsiteX543" fmla="*/ 58415 w 198772"/>
                <a:gd name="connsiteY543" fmla="*/ 80376 h 181049"/>
                <a:gd name="connsiteX544" fmla="*/ 57603 w 198772"/>
                <a:gd name="connsiteY544" fmla="*/ 81188 h 181049"/>
                <a:gd name="connsiteX545" fmla="*/ 56792 w 198772"/>
                <a:gd name="connsiteY545" fmla="*/ 82000 h 181049"/>
                <a:gd name="connsiteX546" fmla="*/ 55981 w 198772"/>
                <a:gd name="connsiteY546" fmla="*/ 82812 h 181049"/>
                <a:gd name="connsiteX547" fmla="*/ 56792 w 198772"/>
                <a:gd name="connsiteY547" fmla="*/ 82812 h 181049"/>
                <a:gd name="connsiteX548" fmla="*/ 57603 w 198772"/>
                <a:gd name="connsiteY548" fmla="*/ 83624 h 181049"/>
                <a:gd name="connsiteX549" fmla="*/ 57603 w 198772"/>
                <a:gd name="connsiteY549" fmla="*/ 84435 h 181049"/>
                <a:gd name="connsiteX550" fmla="*/ 56792 w 198772"/>
                <a:gd name="connsiteY550" fmla="*/ 84435 h 181049"/>
                <a:gd name="connsiteX551" fmla="*/ 55981 w 198772"/>
                <a:gd name="connsiteY551" fmla="*/ 84435 h 181049"/>
                <a:gd name="connsiteX552" fmla="*/ 54358 w 198772"/>
                <a:gd name="connsiteY552" fmla="*/ 84435 h 181049"/>
                <a:gd name="connsiteX553" fmla="*/ 55981 w 198772"/>
                <a:gd name="connsiteY553" fmla="*/ 85247 h 181049"/>
                <a:gd name="connsiteX554" fmla="*/ 58415 w 198772"/>
                <a:gd name="connsiteY554" fmla="*/ 85247 h 181049"/>
                <a:gd name="connsiteX555" fmla="*/ 58415 w 198772"/>
                <a:gd name="connsiteY555" fmla="*/ 82812 h 181049"/>
                <a:gd name="connsiteX556" fmla="*/ 58415 w 198772"/>
                <a:gd name="connsiteY556" fmla="*/ 80376 h 181049"/>
                <a:gd name="connsiteX557" fmla="*/ 58415 w 198772"/>
                <a:gd name="connsiteY557" fmla="*/ 80376 h 181049"/>
                <a:gd name="connsiteX558" fmla="*/ 56792 w 198772"/>
                <a:gd name="connsiteY558" fmla="*/ 90931 h 181049"/>
                <a:gd name="connsiteX559" fmla="*/ 56792 w 198772"/>
                <a:gd name="connsiteY559" fmla="*/ 90931 h 181049"/>
                <a:gd name="connsiteX560" fmla="*/ 56792 w 198772"/>
                <a:gd name="connsiteY560" fmla="*/ 89307 h 181049"/>
                <a:gd name="connsiteX561" fmla="*/ 56792 w 198772"/>
                <a:gd name="connsiteY561" fmla="*/ 90931 h 181049"/>
                <a:gd name="connsiteX562" fmla="*/ 62471 w 198772"/>
                <a:gd name="connsiteY562" fmla="*/ 74693 h 181049"/>
                <a:gd name="connsiteX563" fmla="*/ 60037 w 198772"/>
                <a:gd name="connsiteY563" fmla="*/ 77129 h 181049"/>
                <a:gd name="connsiteX564" fmla="*/ 59226 w 198772"/>
                <a:gd name="connsiteY564" fmla="*/ 78752 h 181049"/>
                <a:gd name="connsiteX565" fmla="*/ 60037 w 198772"/>
                <a:gd name="connsiteY565" fmla="*/ 78752 h 181049"/>
                <a:gd name="connsiteX566" fmla="*/ 60849 w 198772"/>
                <a:gd name="connsiteY566" fmla="*/ 78752 h 181049"/>
                <a:gd name="connsiteX567" fmla="*/ 60849 w 198772"/>
                <a:gd name="connsiteY567" fmla="*/ 77129 h 181049"/>
                <a:gd name="connsiteX568" fmla="*/ 60849 w 198772"/>
                <a:gd name="connsiteY568" fmla="*/ 75505 h 181049"/>
                <a:gd name="connsiteX569" fmla="*/ 62471 w 198772"/>
                <a:gd name="connsiteY569" fmla="*/ 73881 h 181049"/>
                <a:gd name="connsiteX570" fmla="*/ 63283 w 198772"/>
                <a:gd name="connsiteY570" fmla="*/ 73069 h 181049"/>
                <a:gd name="connsiteX571" fmla="*/ 63283 w 198772"/>
                <a:gd name="connsiteY571" fmla="*/ 72257 h 181049"/>
                <a:gd name="connsiteX572" fmla="*/ 62471 w 198772"/>
                <a:gd name="connsiteY572" fmla="*/ 74693 h 181049"/>
                <a:gd name="connsiteX573" fmla="*/ 59226 w 198772"/>
                <a:gd name="connsiteY573" fmla="*/ 86059 h 181049"/>
                <a:gd name="connsiteX574" fmla="*/ 59226 w 198772"/>
                <a:gd name="connsiteY574" fmla="*/ 86059 h 181049"/>
                <a:gd name="connsiteX575" fmla="*/ 59226 w 198772"/>
                <a:gd name="connsiteY575" fmla="*/ 86059 h 181049"/>
                <a:gd name="connsiteX576" fmla="*/ 59226 w 198772"/>
                <a:gd name="connsiteY576" fmla="*/ 86059 h 181049"/>
                <a:gd name="connsiteX577" fmla="*/ 60849 w 198772"/>
                <a:gd name="connsiteY577" fmla="*/ 17049 h 181049"/>
                <a:gd name="connsiteX578" fmla="*/ 59226 w 198772"/>
                <a:gd name="connsiteY578" fmla="*/ 17049 h 181049"/>
                <a:gd name="connsiteX579" fmla="*/ 59226 w 198772"/>
                <a:gd name="connsiteY579" fmla="*/ 17861 h 181049"/>
                <a:gd name="connsiteX580" fmla="*/ 60849 w 198772"/>
                <a:gd name="connsiteY580" fmla="*/ 17049 h 181049"/>
                <a:gd name="connsiteX581" fmla="*/ 80320 w 198772"/>
                <a:gd name="connsiteY581" fmla="*/ 12990 h 181049"/>
                <a:gd name="connsiteX582" fmla="*/ 77886 w 198772"/>
                <a:gd name="connsiteY582" fmla="*/ 13802 h 181049"/>
                <a:gd name="connsiteX583" fmla="*/ 74641 w 198772"/>
                <a:gd name="connsiteY583" fmla="*/ 15426 h 181049"/>
                <a:gd name="connsiteX584" fmla="*/ 73830 w 198772"/>
                <a:gd name="connsiteY584" fmla="*/ 14614 h 181049"/>
                <a:gd name="connsiteX585" fmla="*/ 73018 w 198772"/>
                <a:gd name="connsiteY585" fmla="*/ 14614 h 181049"/>
                <a:gd name="connsiteX586" fmla="*/ 69773 w 198772"/>
                <a:gd name="connsiteY586" fmla="*/ 16238 h 181049"/>
                <a:gd name="connsiteX587" fmla="*/ 67339 w 198772"/>
                <a:gd name="connsiteY587" fmla="*/ 17049 h 181049"/>
                <a:gd name="connsiteX588" fmla="*/ 66528 w 198772"/>
                <a:gd name="connsiteY588" fmla="*/ 17049 h 181049"/>
                <a:gd name="connsiteX589" fmla="*/ 64905 w 198772"/>
                <a:gd name="connsiteY589" fmla="*/ 17049 h 181049"/>
                <a:gd name="connsiteX590" fmla="*/ 64094 w 198772"/>
                <a:gd name="connsiteY590" fmla="*/ 17861 h 181049"/>
                <a:gd name="connsiteX591" fmla="*/ 64905 w 198772"/>
                <a:gd name="connsiteY591" fmla="*/ 17861 h 181049"/>
                <a:gd name="connsiteX592" fmla="*/ 69773 w 198772"/>
                <a:gd name="connsiteY592" fmla="*/ 17049 h 181049"/>
                <a:gd name="connsiteX593" fmla="*/ 71396 w 198772"/>
                <a:gd name="connsiteY593" fmla="*/ 17049 h 181049"/>
                <a:gd name="connsiteX594" fmla="*/ 75452 w 198772"/>
                <a:gd name="connsiteY594" fmla="*/ 16238 h 181049"/>
                <a:gd name="connsiteX595" fmla="*/ 78698 w 198772"/>
                <a:gd name="connsiteY595" fmla="*/ 17049 h 181049"/>
                <a:gd name="connsiteX596" fmla="*/ 78698 w 198772"/>
                <a:gd name="connsiteY596" fmla="*/ 16238 h 181049"/>
                <a:gd name="connsiteX597" fmla="*/ 79509 w 198772"/>
                <a:gd name="connsiteY597" fmla="*/ 17049 h 181049"/>
                <a:gd name="connsiteX598" fmla="*/ 81943 w 198772"/>
                <a:gd name="connsiteY598" fmla="*/ 17049 h 181049"/>
                <a:gd name="connsiteX599" fmla="*/ 81132 w 198772"/>
                <a:gd name="connsiteY599" fmla="*/ 16238 h 181049"/>
                <a:gd name="connsiteX600" fmla="*/ 80320 w 198772"/>
                <a:gd name="connsiteY600" fmla="*/ 15426 h 181049"/>
                <a:gd name="connsiteX601" fmla="*/ 81132 w 198772"/>
                <a:gd name="connsiteY601" fmla="*/ 14614 h 181049"/>
                <a:gd name="connsiteX602" fmla="*/ 81943 w 198772"/>
                <a:gd name="connsiteY602" fmla="*/ 12990 h 181049"/>
                <a:gd name="connsiteX603" fmla="*/ 81943 w 198772"/>
                <a:gd name="connsiteY603" fmla="*/ 11366 h 181049"/>
                <a:gd name="connsiteX604" fmla="*/ 80320 w 198772"/>
                <a:gd name="connsiteY604" fmla="*/ 12990 h 181049"/>
                <a:gd name="connsiteX605" fmla="*/ 66528 w 198772"/>
                <a:gd name="connsiteY605" fmla="*/ 14614 h 181049"/>
                <a:gd name="connsiteX606" fmla="*/ 66528 w 198772"/>
                <a:gd name="connsiteY606" fmla="*/ 14614 h 181049"/>
                <a:gd name="connsiteX607" fmla="*/ 66528 w 198772"/>
                <a:gd name="connsiteY607" fmla="*/ 14614 h 181049"/>
                <a:gd name="connsiteX608" fmla="*/ 66528 w 198772"/>
                <a:gd name="connsiteY608" fmla="*/ 14614 h 181049"/>
                <a:gd name="connsiteX609" fmla="*/ 66528 w 198772"/>
                <a:gd name="connsiteY609" fmla="*/ 68198 h 181049"/>
                <a:gd name="connsiteX610" fmla="*/ 66528 w 198772"/>
                <a:gd name="connsiteY610" fmla="*/ 68198 h 181049"/>
                <a:gd name="connsiteX611" fmla="*/ 66528 w 198772"/>
                <a:gd name="connsiteY611" fmla="*/ 69010 h 181049"/>
                <a:gd name="connsiteX612" fmla="*/ 66528 w 198772"/>
                <a:gd name="connsiteY612" fmla="*/ 68198 h 181049"/>
                <a:gd name="connsiteX613" fmla="*/ 66528 w 198772"/>
                <a:gd name="connsiteY613" fmla="*/ 68198 h 181049"/>
                <a:gd name="connsiteX614" fmla="*/ 67339 w 198772"/>
                <a:gd name="connsiteY614" fmla="*/ 66574 h 181049"/>
                <a:gd name="connsiteX615" fmla="*/ 66528 w 198772"/>
                <a:gd name="connsiteY615" fmla="*/ 67386 h 181049"/>
                <a:gd name="connsiteX616" fmla="*/ 67339 w 198772"/>
                <a:gd name="connsiteY616" fmla="*/ 66574 h 181049"/>
                <a:gd name="connsiteX617" fmla="*/ 68150 w 198772"/>
                <a:gd name="connsiteY617" fmla="*/ 65762 h 181049"/>
                <a:gd name="connsiteX618" fmla="*/ 67339 w 198772"/>
                <a:gd name="connsiteY618" fmla="*/ 66574 h 181049"/>
                <a:gd name="connsiteX619" fmla="*/ 67339 w 198772"/>
                <a:gd name="connsiteY619" fmla="*/ 69822 h 181049"/>
                <a:gd name="connsiteX620" fmla="*/ 67339 w 198772"/>
                <a:gd name="connsiteY620" fmla="*/ 69822 h 181049"/>
                <a:gd name="connsiteX621" fmla="*/ 67339 w 198772"/>
                <a:gd name="connsiteY621" fmla="*/ 69822 h 181049"/>
                <a:gd name="connsiteX622" fmla="*/ 67339 w 198772"/>
                <a:gd name="connsiteY622" fmla="*/ 69822 h 181049"/>
                <a:gd name="connsiteX623" fmla="*/ 69773 w 198772"/>
                <a:gd name="connsiteY623" fmla="*/ 12990 h 181049"/>
                <a:gd name="connsiteX624" fmla="*/ 70585 w 198772"/>
                <a:gd name="connsiteY624" fmla="*/ 12178 h 181049"/>
                <a:gd name="connsiteX625" fmla="*/ 69773 w 198772"/>
                <a:gd name="connsiteY625" fmla="*/ 12990 h 181049"/>
                <a:gd name="connsiteX626" fmla="*/ 69773 w 198772"/>
                <a:gd name="connsiteY626" fmla="*/ 12990 h 181049"/>
                <a:gd name="connsiteX627" fmla="*/ 69773 w 198772"/>
                <a:gd name="connsiteY627" fmla="*/ 12990 h 181049"/>
                <a:gd name="connsiteX628" fmla="*/ 71396 w 198772"/>
                <a:gd name="connsiteY628" fmla="*/ 14614 h 181049"/>
                <a:gd name="connsiteX629" fmla="*/ 71396 w 198772"/>
                <a:gd name="connsiteY629" fmla="*/ 14614 h 181049"/>
                <a:gd name="connsiteX630" fmla="*/ 71396 w 198772"/>
                <a:gd name="connsiteY630" fmla="*/ 14614 h 181049"/>
                <a:gd name="connsiteX631" fmla="*/ 71396 w 198772"/>
                <a:gd name="connsiteY631" fmla="*/ 14614 h 181049"/>
                <a:gd name="connsiteX632" fmla="*/ 71396 w 198772"/>
                <a:gd name="connsiteY632" fmla="*/ 61703 h 181049"/>
                <a:gd name="connsiteX633" fmla="*/ 70585 w 198772"/>
                <a:gd name="connsiteY633" fmla="*/ 63327 h 181049"/>
                <a:gd name="connsiteX634" fmla="*/ 71396 w 198772"/>
                <a:gd name="connsiteY634" fmla="*/ 61703 h 181049"/>
                <a:gd name="connsiteX635" fmla="*/ 71396 w 198772"/>
                <a:gd name="connsiteY635" fmla="*/ 61703 h 181049"/>
                <a:gd name="connsiteX636" fmla="*/ 79509 w 198772"/>
                <a:gd name="connsiteY636" fmla="*/ 15426 h 181049"/>
                <a:gd name="connsiteX637" fmla="*/ 80320 w 198772"/>
                <a:gd name="connsiteY637" fmla="*/ 15426 h 181049"/>
                <a:gd name="connsiteX638" fmla="*/ 79509 w 198772"/>
                <a:gd name="connsiteY638" fmla="*/ 15426 h 181049"/>
                <a:gd name="connsiteX639" fmla="*/ 79509 w 198772"/>
                <a:gd name="connsiteY639" fmla="*/ 15426 h 181049"/>
                <a:gd name="connsiteX640" fmla="*/ 80320 w 198772"/>
                <a:gd name="connsiteY640" fmla="*/ 10554 h 181049"/>
                <a:gd name="connsiteX641" fmla="*/ 81132 w 198772"/>
                <a:gd name="connsiteY641" fmla="*/ 9743 h 181049"/>
                <a:gd name="connsiteX642" fmla="*/ 80320 w 198772"/>
                <a:gd name="connsiteY642" fmla="*/ 8931 h 181049"/>
                <a:gd name="connsiteX643" fmla="*/ 80320 w 198772"/>
                <a:gd name="connsiteY643" fmla="*/ 10554 h 181049"/>
                <a:gd name="connsiteX644" fmla="*/ 80320 w 198772"/>
                <a:gd name="connsiteY644" fmla="*/ 10554 h 181049"/>
                <a:gd name="connsiteX645" fmla="*/ 84377 w 198772"/>
                <a:gd name="connsiteY645" fmla="*/ 15426 h 181049"/>
                <a:gd name="connsiteX646" fmla="*/ 84377 w 198772"/>
                <a:gd name="connsiteY646" fmla="*/ 15426 h 181049"/>
                <a:gd name="connsiteX647" fmla="*/ 85999 w 198772"/>
                <a:gd name="connsiteY647" fmla="*/ 15426 h 181049"/>
                <a:gd name="connsiteX648" fmla="*/ 84377 w 198772"/>
                <a:gd name="connsiteY648" fmla="*/ 15426 h 181049"/>
                <a:gd name="connsiteX649" fmla="*/ 85999 w 198772"/>
                <a:gd name="connsiteY649" fmla="*/ 8931 h 181049"/>
                <a:gd name="connsiteX650" fmla="*/ 83566 w 198772"/>
                <a:gd name="connsiteY650" fmla="*/ 10554 h 181049"/>
                <a:gd name="connsiteX651" fmla="*/ 85999 w 198772"/>
                <a:gd name="connsiteY651" fmla="*/ 10554 h 181049"/>
                <a:gd name="connsiteX652" fmla="*/ 85999 w 198772"/>
                <a:gd name="connsiteY652" fmla="*/ 8931 h 181049"/>
                <a:gd name="connsiteX653" fmla="*/ 89245 w 198772"/>
                <a:gd name="connsiteY653" fmla="*/ 12178 h 181049"/>
                <a:gd name="connsiteX654" fmla="*/ 89245 w 198772"/>
                <a:gd name="connsiteY654" fmla="*/ 12178 h 181049"/>
                <a:gd name="connsiteX655" fmla="*/ 89245 w 198772"/>
                <a:gd name="connsiteY655" fmla="*/ 12178 h 181049"/>
                <a:gd name="connsiteX656" fmla="*/ 89245 w 198772"/>
                <a:gd name="connsiteY656" fmla="*/ 12178 h 181049"/>
                <a:gd name="connsiteX657" fmla="*/ 89245 w 198772"/>
                <a:gd name="connsiteY657" fmla="*/ 12178 h 181049"/>
                <a:gd name="connsiteX658" fmla="*/ 91679 w 198772"/>
                <a:gd name="connsiteY658" fmla="*/ 11366 h 181049"/>
                <a:gd name="connsiteX659" fmla="*/ 90867 w 198772"/>
                <a:gd name="connsiteY659" fmla="*/ 12178 h 181049"/>
                <a:gd name="connsiteX660" fmla="*/ 91679 w 198772"/>
                <a:gd name="connsiteY660" fmla="*/ 11366 h 181049"/>
                <a:gd name="connsiteX661" fmla="*/ 91679 w 198772"/>
                <a:gd name="connsiteY661" fmla="*/ 11366 h 181049"/>
                <a:gd name="connsiteX662" fmla="*/ 92490 w 198772"/>
                <a:gd name="connsiteY662" fmla="*/ 14614 h 181049"/>
                <a:gd name="connsiteX663" fmla="*/ 92490 w 198772"/>
                <a:gd name="connsiteY663" fmla="*/ 14614 h 181049"/>
                <a:gd name="connsiteX664" fmla="*/ 94113 w 198772"/>
                <a:gd name="connsiteY664" fmla="*/ 14614 h 181049"/>
                <a:gd name="connsiteX665" fmla="*/ 92490 w 198772"/>
                <a:gd name="connsiteY665" fmla="*/ 14614 h 181049"/>
                <a:gd name="connsiteX666" fmla="*/ 94924 w 198772"/>
                <a:gd name="connsiteY666" fmla="*/ 4059 h 181049"/>
                <a:gd name="connsiteX667" fmla="*/ 94113 w 198772"/>
                <a:gd name="connsiteY667" fmla="*/ 4871 h 181049"/>
                <a:gd name="connsiteX668" fmla="*/ 94924 w 198772"/>
                <a:gd name="connsiteY668" fmla="*/ 4059 h 181049"/>
                <a:gd name="connsiteX669" fmla="*/ 94924 w 198772"/>
                <a:gd name="connsiteY669" fmla="*/ 4059 h 181049"/>
                <a:gd name="connsiteX670" fmla="*/ 94113 w 198772"/>
                <a:gd name="connsiteY670" fmla="*/ 12178 h 181049"/>
                <a:gd name="connsiteX671" fmla="*/ 94113 w 198772"/>
                <a:gd name="connsiteY671" fmla="*/ 12178 h 181049"/>
                <a:gd name="connsiteX672" fmla="*/ 94924 w 198772"/>
                <a:gd name="connsiteY672" fmla="*/ 12178 h 181049"/>
                <a:gd name="connsiteX673" fmla="*/ 94113 w 198772"/>
                <a:gd name="connsiteY673" fmla="*/ 12178 h 181049"/>
                <a:gd name="connsiteX674" fmla="*/ 101414 w 198772"/>
                <a:gd name="connsiteY674" fmla="*/ 4059 h 181049"/>
                <a:gd name="connsiteX675" fmla="*/ 101414 w 198772"/>
                <a:gd name="connsiteY675" fmla="*/ 4059 h 181049"/>
                <a:gd name="connsiteX676" fmla="*/ 101414 w 198772"/>
                <a:gd name="connsiteY676" fmla="*/ 4059 h 181049"/>
                <a:gd name="connsiteX677" fmla="*/ 101414 w 198772"/>
                <a:gd name="connsiteY677" fmla="*/ 4059 h 181049"/>
                <a:gd name="connsiteX678" fmla="*/ 102226 w 198772"/>
                <a:gd name="connsiteY678" fmla="*/ 9743 h 181049"/>
                <a:gd name="connsiteX679" fmla="*/ 102226 w 198772"/>
                <a:gd name="connsiteY679" fmla="*/ 9743 h 181049"/>
                <a:gd name="connsiteX680" fmla="*/ 102226 w 198772"/>
                <a:gd name="connsiteY680" fmla="*/ 8931 h 181049"/>
                <a:gd name="connsiteX681" fmla="*/ 102226 w 198772"/>
                <a:gd name="connsiteY681" fmla="*/ 9743 h 181049"/>
                <a:gd name="connsiteX682" fmla="*/ 102226 w 198772"/>
                <a:gd name="connsiteY682" fmla="*/ 9743 h 181049"/>
                <a:gd name="connsiteX683" fmla="*/ 106282 w 198772"/>
                <a:gd name="connsiteY683" fmla="*/ 4059 h 181049"/>
                <a:gd name="connsiteX684" fmla="*/ 104660 w 198772"/>
                <a:gd name="connsiteY684" fmla="*/ 4871 h 181049"/>
                <a:gd name="connsiteX685" fmla="*/ 105471 w 198772"/>
                <a:gd name="connsiteY685" fmla="*/ 4871 h 181049"/>
                <a:gd name="connsiteX686" fmla="*/ 107094 w 198772"/>
                <a:gd name="connsiteY686" fmla="*/ 4871 h 181049"/>
                <a:gd name="connsiteX687" fmla="*/ 107905 w 198772"/>
                <a:gd name="connsiteY687" fmla="*/ 4059 h 181049"/>
                <a:gd name="connsiteX688" fmla="*/ 106282 w 198772"/>
                <a:gd name="connsiteY688" fmla="*/ 4059 h 181049"/>
                <a:gd name="connsiteX689" fmla="*/ 116018 w 198772"/>
                <a:gd name="connsiteY689" fmla="*/ 9743 h 181049"/>
                <a:gd name="connsiteX690" fmla="*/ 116018 w 198772"/>
                <a:gd name="connsiteY690" fmla="*/ 9743 h 181049"/>
                <a:gd name="connsiteX691" fmla="*/ 116018 w 198772"/>
                <a:gd name="connsiteY691" fmla="*/ 9743 h 181049"/>
                <a:gd name="connsiteX692" fmla="*/ 116018 w 198772"/>
                <a:gd name="connsiteY692" fmla="*/ 9743 h 181049"/>
                <a:gd name="connsiteX693" fmla="*/ 119263 w 198772"/>
                <a:gd name="connsiteY693" fmla="*/ 9743 h 181049"/>
                <a:gd name="connsiteX694" fmla="*/ 118452 w 198772"/>
                <a:gd name="connsiteY694" fmla="*/ 8119 h 181049"/>
                <a:gd name="connsiteX695" fmla="*/ 120886 w 198772"/>
                <a:gd name="connsiteY695" fmla="*/ 8931 h 181049"/>
                <a:gd name="connsiteX696" fmla="*/ 119263 w 198772"/>
                <a:gd name="connsiteY696" fmla="*/ 9743 h 181049"/>
                <a:gd name="connsiteX697" fmla="*/ 126565 w 198772"/>
                <a:gd name="connsiteY697" fmla="*/ 1624 h 181049"/>
                <a:gd name="connsiteX698" fmla="*/ 124943 w 198772"/>
                <a:gd name="connsiteY698" fmla="*/ 1624 h 181049"/>
                <a:gd name="connsiteX699" fmla="*/ 124943 w 198772"/>
                <a:gd name="connsiteY699" fmla="*/ 2436 h 181049"/>
                <a:gd name="connsiteX700" fmla="*/ 126565 w 198772"/>
                <a:gd name="connsiteY700" fmla="*/ 1624 h 181049"/>
                <a:gd name="connsiteX701" fmla="*/ 128188 w 198772"/>
                <a:gd name="connsiteY701" fmla="*/ 8931 h 181049"/>
                <a:gd name="connsiteX702" fmla="*/ 128188 w 198772"/>
                <a:gd name="connsiteY702" fmla="*/ 8931 h 181049"/>
                <a:gd name="connsiteX703" fmla="*/ 128999 w 198772"/>
                <a:gd name="connsiteY703" fmla="*/ 8931 h 181049"/>
                <a:gd name="connsiteX704" fmla="*/ 128188 w 198772"/>
                <a:gd name="connsiteY704" fmla="*/ 8931 h 181049"/>
                <a:gd name="connsiteX705" fmla="*/ 128188 w 198772"/>
                <a:gd name="connsiteY705" fmla="*/ 8931 h 181049"/>
                <a:gd name="connsiteX706" fmla="*/ 140358 w 198772"/>
                <a:gd name="connsiteY706" fmla="*/ 1624 h 181049"/>
                <a:gd name="connsiteX707" fmla="*/ 137924 w 198772"/>
                <a:gd name="connsiteY707" fmla="*/ 3247 h 181049"/>
                <a:gd name="connsiteX708" fmla="*/ 138735 w 198772"/>
                <a:gd name="connsiteY708" fmla="*/ 3247 h 181049"/>
                <a:gd name="connsiteX709" fmla="*/ 139546 w 198772"/>
                <a:gd name="connsiteY709" fmla="*/ 3247 h 181049"/>
                <a:gd name="connsiteX710" fmla="*/ 141169 w 198772"/>
                <a:gd name="connsiteY710" fmla="*/ 3247 h 181049"/>
                <a:gd name="connsiteX711" fmla="*/ 141980 w 198772"/>
                <a:gd name="connsiteY711" fmla="*/ 2436 h 181049"/>
                <a:gd name="connsiteX712" fmla="*/ 140358 w 198772"/>
                <a:gd name="connsiteY712" fmla="*/ 1624 h 181049"/>
                <a:gd name="connsiteX713" fmla="*/ 141980 w 198772"/>
                <a:gd name="connsiteY713" fmla="*/ 13802 h 181049"/>
                <a:gd name="connsiteX714" fmla="*/ 141980 w 198772"/>
                <a:gd name="connsiteY714" fmla="*/ 13802 h 181049"/>
                <a:gd name="connsiteX715" fmla="*/ 141169 w 198772"/>
                <a:gd name="connsiteY715" fmla="*/ 14614 h 181049"/>
                <a:gd name="connsiteX716" fmla="*/ 141980 w 198772"/>
                <a:gd name="connsiteY716" fmla="*/ 13802 h 181049"/>
                <a:gd name="connsiteX717" fmla="*/ 145225 w 198772"/>
                <a:gd name="connsiteY717" fmla="*/ 8931 h 181049"/>
                <a:gd name="connsiteX718" fmla="*/ 144414 w 198772"/>
                <a:gd name="connsiteY718" fmla="*/ 8119 h 181049"/>
                <a:gd name="connsiteX719" fmla="*/ 142792 w 198772"/>
                <a:gd name="connsiteY719" fmla="*/ 9743 h 181049"/>
                <a:gd name="connsiteX720" fmla="*/ 145225 w 198772"/>
                <a:gd name="connsiteY720" fmla="*/ 8931 h 181049"/>
                <a:gd name="connsiteX721" fmla="*/ 145225 w 198772"/>
                <a:gd name="connsiteY721" fmla="*/ 12990 h 181049"/>
                <a:gd name="connsiteX722" fmla="*/ 146037 w 198772"/>
                <a:gd name="connsiteY722" fmla="*/ 13802 h 181049"/>
                <a:gd name="connsiteX723" fmla="*/ 145225 w 198772"/>
                <a:gd name="connsiteY723" fmla="*/ 13802 h 181049"/>
                <a:gd name="connsiteX724" fmla="*/ 145225 w 198772"/>
                <a:gd name="connsiteY724" fmla="*/ 12990 h 181049"/>
                <a:gd name="connsiteX725" fmla="*/ 145225 w 198772"/>
                <a:gd name="connsiteY725" fmla="*/ 12990 h 181049"/>
                <a:gd name="connsiteX726" fmla="*/ 147659 w 198772"/>
                <a:gd name="connsiteY726" fmla="*/ 12178 h 181049"/>
                <a:gd name="connsiteX727" fmla="*/ 147659 w 198772"/>
                <a:gd name="connsiteY727" fmla="*/ 12178 h 181049"/>
                <a:gd name="connsiteX728" fmla="*/ 147659 w 198772"/>
                <a:gd name="connsiteY728" fmla="*/ 12178 h 181049"/>
                <a:gd name="connsiteX729" fmla="*/ 147659 w 198772"/>
                <a:gd name="connsiteY729" fmla="*/ 12178 h 181049"/>
                <a:gd name="connsiteX730" fmla="*/ 147659 w 198772"/>
                <a:gd name="connsiteY730" fmla="*/ 12178 h 181049"/>
                <a:gd name="connsiteX731" fmla="*/ 150093 w 198772"/>
                <a:gd name="connsiteY731" fmla="*/ 14614 h 181049"/>
                <a:gd name="connsiteX732" fmla="*/ 148471 w 198772"/>
                <a:gd name="connsiteY732" fmla="*/ 14614 h 181049"/>
                <a:gd name="connsiteX733" fmla="*/ 150093 w 198772"/>
                <a:gd name="connsiteY733" fmla="*/ 14614 h 181049"/>
                <a:gd name="connsiteX734" fmla="*/ 150093 w 198772"/>
                <a:gd name="connsiteY734" fmla="*/ 14614 h 181049"/>
                <a:gd name="connsiteX735" fmla="*/ 150093 w 198772"/>
                <a:gd name="connsiteY735" fmla="*/ 14614 h 181049"/>
                <a:gd name="connsiteX736" fmla="*/ 149282 w 198772"/>
                <a:gd name="connsiteY736" fmla="*/ 11366 h 181049"/>
                <a:gd name="connsiteX737" fmla="*/ 149282 w 198772"/>
                <a:gd name="connsiteY737" fmla="*/ 11366 h 181049"/>
                <a:gd name="connsiteX738" fmla="*/ 150093 w 198772"/>
                <a:gd name="connsiteY738" fmla="*/ 11366 h 181049"/>
                <a:gd name="connsiteX739" fmla="*/ 149282 w 198772"/>
                <a:gd name="connsiteY739" fmla="*/ 11366 h 181049"/>
                <a:gd name="connsiteX740" fmla="*/ 155773 w 198772"/>
                <a:gd name="connsiteY740" fmla="*/ 14614 h 181049"/>
                <a:gd name="connsiteX741" fmla="*/ 154150 w 198772"/>
                <a:gd name="connsiteY741" fmla="*/ 15426 h 181049"/>
                <a:gd name="connsiteX742" fmla="*/ 153339 w 198772"/>
                <a:gd name="connsiteY742" fmla="*/ 13802 h 181049"/>
                <a:gd name="connsiteX743" fmla="*/ 155773 w 198772"/>
                <a:gd name="connsiteY743" fmla="*/ 14614 h 181049"/>
                <a:gd name="connsiteX744" fmla="*/ 159018 w 198772"/>
                <a:gd name="connsiteY744" fmla="*/ 10554 h 181049"/>
                <a:gd name="connsiteX745" fmla="*/ 162263 w 198772"/>
                <a:gd name="connsiteY745" fmla="*/ 9743 h 181049"/>
                <a:gd name="connsiteX746" fmla="*/ 159829 w 198772"/>
                <a:gd name="connsiteY746" fmla="*/ 9743 h 181049"/>
                <a:gd name="connsiteX747" fmla="*/ 159018 w 198772"/>
                <a:gd name="connsiteY747" fmla="*/ 10554 h 181049"/>
                <a:gd name="connsiteX748" fmla="*/ 159829 w 198772"/>
                <a:gd name="connsiteY748" fmla="*/ 14614 h 181049"/>
                <a:gd name="connsiteX749" fmla="*/ 160641 w 198772"/>
                <a:gd name="connsiteY749" fmla="*/ 14614 h 181049"/>
                <a:gd name="connsiteX750" fmla="*/ 159829 w 198772"/>
                <a:gd name="connsiteY750" fmla="*/ 14614 h 181049"/>
                <a:gd name="connsiteX751" fmla="*/ 159829 w 198772"/>
                <a:gd name="connsiteY751" fmla="*/ 14614 h 181049"/>
                <a:gd name="connsiteX752" fmla="*/ 164697 w 198772"/>
                <a:gd name="connsiteY752" fmla="*/ 10554 h 181049"/>
                <a:gd name="connsiteX753" fmla="*/ 163886 w 198772"/>
                <a:gd name="connsiteY753" fmla="*/ 10554 h 181049"/>
                <a:gd name="connsiteX754" fmla="*/ 163886 w 198772"/>
                <a:gd name="connsiteY754" fmla="*/ 11366 h 181049"/>
                <a:gd name="connsiteX755" fmla="*/ 164697 w 198772"/>
                <a:gd name="connsiteY755" fmla="*/ 10554 h 181049"/>
                <a:gd name="connsiteX756" fmla="*/ 177678 w 198772"/>
                <a:gd name="connsiteY756" fmla="*/ 9743 h 181049"/>
                <a:gd name="connsiteX757" fmla="*/ 177678 w 198772"/>
                <a:gd name="connsiteY757" fmla="*/ 9743 h 181049"/>
                <a:gd name="connsiteX758" fmla="*/ 177678 w 198772"/>
                <a:gd name="connsiteY758" fmla="*/ 10554 h 181049"/>
                <a:gd name="connsiteX759" fmla="*/ 177678 w 198772"/>
                <a:gd name="connsiteY759" fmla="*/ 9743 h 181049"/>
                <a:gd name="connsiteX760" fmla="*/ 177678 w 198772"/>
                <a:gd name="connsiteY760" fmla="*/ 9743 h 181049"/>
                <a:gd name="connsiteX761" fmla="*/ 179301 w 198772"/>
                <a:gd name="connsiteY761" fmla="*/ 11366 h 181049"/>
                <a:gd name="connsiteX762" fmla="*/ 180923 w 198772"/>
                <a:gd name="connsiteY762" fmla="*/ 12178 h 181049"/>
                <a:gd name="connsiteX763" fmla="*/ 180112 w 198772"/>
                <a:gd name="connsiteY763" fmla="*/ 11366 h 181049"/>
                <a:gd name="connsiteX764" fmla="*/ 179301 w 198772"/>
                <a:gd name="connsiteY764" fmla="*/ 11366 h 181049"/>
                <a:gd name="connsiteX765" fmla="*/ 181735 w 198772"/>
                <a:gd name="connsiteY765" fmla="*/ 15426 h 181049"/>
                <a:gd name="connsiteX766" fmla="*/ 181735 w 198772"/>
                <a:gd name="connsiteY766" fmla="*/ 15426 h 181049"/>
                <a:gd name="connsiteX767" fmla="*/ 181735 w 198772"/>
                <a:gd name="connsiteY767" fmla="*/ 15426 h 181049"/>
                <a:gd name="connsiteX768" fmla="*/ 181735 w 198772"/>
                <a:gd name="connsiteY768" fmla="*/ 15426 h 181049"/>
                <a:gd name="connsiteX769" fmla="*/ 181735 w 198772"/>
                <a:gd name="connsiteY769" fmla="*/ 15426 h 181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98772" h="181049">
                  <a:moveTo>
                    <a:pt x="98169" y="16238"/>
                  </a:moveTo>
                  <a:cubicBezTo>
                    <a:pt x="98981" y="15426"/>
                    <a:pt x="99792" y="14614"/>
                    <a:pt x="100603" y="13802"/>
                  </a:cubicBezTo>
                  <a:cubicBezTo>
                    <a:pt x="98169" y="13802"/>
                    <a:pt x="97358" y="13802"/>
                    <a:pt x="97358" y="14614"/>
                  </a:cubicBezTo>
                  <a:cubicBezTo>
                    <a:pt x="97358" y="15426"/>
                    <a:pt x="97358" y="15426"/>
                    <a:pt x="96546" y="15426"/>
                  </a:cubicBezTo>
                  <a:cubicBezTo>
                    <a:pt x="95735" y="15426"/>
                    <a:pt x="95735" y="15426"/>
                    <a:pt x="95735" y="16238"/>
                  </a:cubicBezTo>
                  <a:cubicBezTo>
                    <a:pt x="95735" y="16238"/>
                    <a:pt x="95735" y="17049"/>
                    <a:pt x="95735" y="16238"/>
                  </a:cubicBezTo>
                  <a:cubicBezTo>
                    <a:pt x="96546" y="16238"/>
                    <a:pt x="96546" y="16238"/>
                    <a:pt x="96546" y="16238"/>
                  </a:cubicBezTo>
                  <a:cubicBezTo>
                    <a:pt x="96546" y="16238"/>
                    <a:pt x="95735" y="17049"/>
                    <a:pt x="94924" y="17049"/>
                  </a:cubicBezTo>
                  <a:cubicBezTo>
                    <a:pt x="94113" y="17049"/>
                    <a:pt x="93301" y="17049"/>
                    <a:pt x="94113" y="16238"/>
                  </a:cubicBezTo>
                  <a:cubicBezTo>
                    <a:pt x="94113" y="16238"/>
                    <a:pt x="94113" y="15426"/>
                    <a:pt x="93301" y="15426"/>
                  </a:cubicBezTo>
                  <a:cubicBezTo>
                    <a:pt x="92490" y="15426"/>
                    <a:pt x="92490" y="15426"/>
                    <a:pt x="92490" y="16238"/>
                  </a:cubicBezTo>
                  <a:cubicBezTo>
                    <a:pt x="92490" y="16238"/>
                    <a:pt x="91679" y="17049"/>
                    <a:pt x="90867" y="17049"/>
                  </a:cubicBezTo>
                  <a:cubicBezTo>
                    <a:pt x="90056" y="17049"/>
                    <a:pt x="87622" y="17049"/>
                    <a:pt x="85188" y="17861"/>
                  </a:cubicBezTo>
                  <a:cubicBezTo>
                    <a:pt x="82754" y="18673"/>
                    <a:pt x="78698" y="18673"/>
                    <a:pt x="77075" y="19485"/>
                  </a:cubicBezTo>
                  <a:cubicBezTo>
                    <a:pt x="74641" y="19485"/>
                    <a:pt x="72207" y="20297"/>
                    <a:pt x="71396" y="20297"/>
                  </a:cubicBezTo>
                  <a:cubicBezTo>
                    <a:pt x="70585" y="20297"/>
                    <a:pt x="68962" y="21109"/>
                    <a:pt x="67339" y="21109"/>
                  </a:cubicBezTo>
                  <a:cubicBezTo>
                    <a:pt x="66528" y="21109"/>
                    <a:pt x="64905" y="21921"/>
                    <a:pt x="64094" y="21921"/>
                  </a:cubicBezTo>
                  <a:cubicBezTo>
                    <a:pt x="61660" y="22733"/>
                    <a:pt x="51924" y="24356"/>
                    <a:pt x="43811" y="25168"/>
                  </a:cubicBezTo>
                  <a:cubicBezTo>
                    <a:pt x="41377" y="25168"/>
                    <a:pt x="38132" y="25980"/>
                    <a:pt x="36509" y="26792"/>
                  </a:cubicBezTo>
                  <a:cubicBezTo>
                    <a:pt x="34887" y="26792"/>
                    <a:pt x="32453" y="27604"/>
                    <a:pt x="30830" y="27604"/>
                  </a:cubicBezTo>
                  <a:cubicBezTo>
                    <a:pt x="20283" y="28416"/>
                    <a:pt x="17849" y="28416"/>
                    <a:pt x="17038" y="29228"/>
                  </a:cubicBezTo>
                  <a:cubicBezTo>
                    <a:pt x="15415" y="30040"/>
                    <a:pt x="12170" y="29228"/>
                    <a:pt x="8113" y="28416"/>
                  </a:cubicBezTo>
                  <a:cubicBezTo>
                    <a:pt x="4868" y="27604"/>
                    <a:pt x="2434" y="25168"/>
                    <a:pt x="1623" y="22733"/>
                  </a:cubicBezTo>
                  <a:cubicBezTo>
                    <a:pt x="811" y="20297"/>
                    <a:pt x="0" y="10554"/>
                    <a:pt x="0" y="9743"/>
                  </a:cubicBezTo>
                  <a:cubicBezTo>
                    <a:pt x="811" y="8931"/>
                    <a:pt x="2434" y="8119"/>
                    <a:pt x="5679" y="8931"/>
                  </a:cubicBezTo>
                  <a:cubicBezTo>
                    <a:pt x="7302" y="9743"/>
                    <a:pt x="8113" y="9743"/>
                    <a:pt x="8113" y="10554"/>
                  </a:cubicBezTo>
                  <a:lnTo>
                    <a:pt x="8113" y="12178"/>
                  </a:lnTo>
                  <a:lnTo>
                    <a:pt x="12170" y="12178"/>
                  </a:lnTo>
                  <a:cubicBezTo>
                    <a:pt x="13792" y="12178"/>
                    <a:pt x="17038" y="12178"/>
                    <a:pt x="19472" y="12178"/>
                  </a:cubicBezTo>
                  <a:cubicBezTo>
                    <a:pt x="21094" y="12178"/>
                    <a:pt x="25151" y="12178"/>
                    <a:pt x="29207" y="11366"/>
                  </a:cubicBezTo>
                  <a:cubicBezTo>
                    <a:pt x="34887" y="11366"/>
                    <a:pt x="38132" y="11366"/>
                    <a:pt x="46245" y="9743"/>
                  </a:cubicBezTo>
                  <a:cubicBezTo>
                    <a:pt x="47868" y="9743"/>
                    <a:pt x="48679" y="8931"/>
                    <a:pt x="48679" y="8931"/>
                  </a:cubicBezTo>
                  <a:cubicBezTo>
                    <a:pt x="48679" y="8931"/>
                    <a:pt x="48679" y="8931"/>
                    <a:pt x="48679" y="8931"/>
                  </a:cubicBezTo>
                  <a:cubicBezTo>
                    <a:pt x="48679" y="8931"/>
                    <a:pt x="50302" y="8931"/>
                    <a:pt x="51924" y="8931"/>
                  </a:cubicBezTo>
                  <a:cubicBezTo>
                    <a:pt x="53547" y="8931"/>
                    <a:pt x="61660" y="7307"/>
                    <a:pt x="63283" y="7307"/>
                  </a:cubicBezTo>
                  <a:cubicBezTo>
                    <a:pt x="64094" y="7307"/>
                    <a:pt x="64905" y="6495"/>
                    <a:pt x="67339" y="6495"/>
                  </a:cubicBezTo>
                  <a:cubicBezTo>
                    <a:pt x="68150" y="6495"/>
                    <a:pt x="68962" y="6495"/>
                    <a:pt x="69773" y="6495"/>
                  </a:cubicBezTo>
                  <a:cubicBezTo>
                    <a:pt x="70585" y="6495"/>
                    <a:pt x="71396" y="6495"/>
                    <a:pt x="71396" y="6495"/>
                  </a:cubicBezTo>
                  <a:cubicBezTo>
                    <a:pt x="73018" y="5683"/>
                    <a:pt x="76264" y="5683"/>
                    <a:pt x="79509" y="5683"/>
                  </a:cubicBezTo>
                  <a:cubicBezTo>
                    <a:pt x="81132" y="5683"/>
                    <a:pt x="81132" y="5683"/>
                    <a:pt x="80320" y="4871"/>
                  </a:cubicBezTo>
                  <a:cubicBezTo>
                    <a:pt x="79509" y="4059"/>
                    <a:pt x="79509" y="4059"/>
                    <a:pt x="81943" y="3247"/>
                  </a:cubicBezTo>
                  <a:cubicBezTo>
                    <a:pt x="83566" y="3247"/>
                    <a:pt x="83566" y="3247"/>
                    <a:pt x="82754" y="4059"/>
                  </a:cubicBezTo>
                  <a:cubicBezTo>
                    <a:pt x="81943" y="4871"/>
                    <a:pt x="81943" y="4871"/>
                    <a:pt x="84377" y="4871"/>
                  </a:cubicBezTo>
                  <a:cubicBezTo>
                    <a:pt x="85188" y="4871"/>
                    <a:pt x="86811" y="4871"/>
                    <a:pt x="87622" y="4059"/>
                  </a:cubicBezTo>
                  <a:cubicBezTo>
                    <a:pt x="88433" y="4059"/>
                    <a:pt x="89245" y="4059"/>
                    <a:pt x="90867" y="4059"/>
                  </a:cubicBezTo>
                  <a:cubicBezTo>
                    <a:pt x="92490" y="4059"/>
                    <a:pt x="94113" y="4059"/>
                    <a:pt x="94924" y="3247"/>
                  </a:cubicBezTo>
                  <a:cubicBezTo>
                    <a:pt x="98169" y="2436"/>
                    <a:pt x="105471" y="812"/>
                    <a:pt x="108716" y="1624"/>
                  </a:cubicBezTo>
                  <a:cubicBezTo>
                    <a:pt x="111150" y="1624"/>
                    <a:pt x="112773" y="1624"/>
                    <a:pt x="113584" y="1624"/>
                  </a:cubicBezTo>
                  <a:cubicBezTo>
                    <a:pt x="114396" y="1624"/>
                    <a:pt x="116829" y="1624"/>
                    <a:pt x="121697" y="812"/>
                  </a:cubicBezTo>
                  <a:cubicBezTo>
                    <a:pt x="122509" y="812"/>
                    <a:pt x="123320" y="812"/>
                    <a:pt x="124131" y="0"/>
                  </a:cubicBezTo>
                  <a:cubicBezTo>
                    <a:pt x="124131" y="0"/>
                    <a:pt x="124943" y="0"/>
                    <a:pt x="124943" y="0"/>
                  </a:cubicBezTo>
                  <a:cubicBezTo>
                    <a:pt x="124943" y="0"/>
                    <a:pt x="127377" y="812"/>
                    <a:pt x="130622" y="0"/>
                  </a:cubicBezTo>
                  <a:cubicBezTo>
                    <a:pt x="137924" y="0"/>
                    <a:pt x="140358" y="0"/>
                    <a:pt x="144414" y="0"/>
                  </a:cubicBezTo>
                  <a:cubicBezTo>
                    <a:pt x="146037" y="0"/>
                    <a:pt x="147659" y="0"/>
                    <a:pt x="147659" y="0"/>
                  </a:cubicBezTo>
                  <a:cubicBezTo>
                    <a:pt x="147659" y="0"/>
                    <a:pt x="159018" y="1624"/>
                    <a:pt x="163886" y="1624"/>
                  </a:cubicBezTo>
                  <a:cubicBezTo>
                    <a:pt x="170376" y="2436"/>
                    <a:pt x="171999" y="3247"/>
                    <a:pt x="173621" y="4059"/>
                  </a:cubicBezTo>
                  <a:cubicBezTo>
                    <a:pt x="174433" y="4871"/>
                    <a:pt x="176867" y="4871"/>
                    <a:pt x="177678" y="5683"/>
                  </a:cubicBezTo>
                  <a:cubicBezTo>
                    <a:pt x="180923" y="6495"/>
                    <a:pt x="186603" y="9743"/>
                    <a:pt x="189037" y="12178"/>
                  </a:cubicBezTo>
                  <a:cubicBezTo>
                    <a:pt x="191470" y="14614"/>
                    <a:pt x="197961" y="24356"/>
                    <a:pt x="197150" y="24356"/>
                  </a:cubicBezTo>
                  <a:cubicBezTo>
                    <a:pt x="196338" y="24356"/>
                    <a:pt x="197150" y="26792"/>
                    <a:pt x="197150" y="26792"/>
                  </a:cubicBezTo>
                  <a:cubicBezTo>
                    <a:pt x="197150" y="26792"/>
                    <a:pt x="197961" y="29228"/>
                    <a:pt x="198772" y="32475"/>
                  </a:cubicBezTo>
                  <a:cubicBezTo>
                    <a:pt x="198772" y="33287"/>
                    <a:pt x="198772" y="34099"/>
                    <a:pt x="197961" y="34099"/>
                  </a:cubicBezTo>
                  <a:cubicBezTo>
                    <a:pt x="197150" y="34911"/>
                    <a:pt x="197150" y="35723"/>
                    <a:pt x="197150" y="35723"/>
                  </a:cubicBezTo>
                  <a:cubicBezTo>
                    <a:pt x="197150" y="36535"/>
                    <a:pt x="197150" y="36535"/>
                    <a:pt x="196338" y="36535"/>
                  </a:cubicBezTo>
                  <a:cubicBezTo>
                    <a:pt x="195527" y="36535"/>
                    <a:pt x="194716" y="36535"/>
                    <a:pt x="194716" y="37346"/>
                  </a:cubicBezTo>
                  <a:cubicBezTo>
                    <a:pt x="193904" y="38158"/>
                    <a:pt x="193904" y="38158"/>
                    <a:pt x="193093" y="37346"/>
                  </a:cubicBezTo>
                  <a:cubicBezTo>
                    <a:pt x="192282" y="36535"/>
                    <a:pt x="192282" y="36535"/>
                    <a:pt x="192282" y="38158"/>
                  </a:cubicBezTo>
                  <a:cubicBezTo>
                    <a:pt x="192282" y="39782"/>
                    <a:pt x="192282" y="39782"/>
                    <a:pt x="191470" y="38158"/>
                  </a:cubicBezTo>
                  <a:cubicBezTo>
                    <a:pt x="191470" y="37346"/>
                    <a:pt x="190659" y="37346"/>
                    <a:pt x="190659" y="37346"/>
                  </a:cubicBezTo>
                  <a:cubicBezTo>
                    <a:pt x="189848" y="37346"/>
                    <a:pt x="189848" y="38158"/>
                    <a:pt x="187414" y="38970"/>
                  </a:cubicBezTo>
                  <a:cubicBezTo>
                    <a:pt x="184169" y="41406"/>
                    <a:pt x="183357" y="41406"/>
                    <a:pt x="183357" y="40594"/>
                  </a:cubicBezTo>
                  <a:cubicBezTo>
                    <a:pt x="183357" y="40594"/>
                    <a:pt x="182546" y="40594"/>
                    <a:pt x="182546" y="40594"/>
                  </a:cubicBezTo>
                  <a:cubicBezTo>
                    <a:pt x="181735" y="40594"/>
                    <a:pt x="181735" y="41406"/>
                    <a:pt x="181735" y="41406"/>
                  </a:cubicBezTo>
                  <a:cubicBezTo>
                    <a:pt x="180923" y="41406"/>
                    <a:pt x="181735" y="39782"/>
                    <a:pt x="184169" y="37346"/>
                  </a:cubicBezTo>
                  <a:cubicBezTo>
                    <a:pt x="186603" y="34099"/>
                    <a:pt x="189848" y="28416"/>
                    <a:pt x="190659" y="25980"/>
                  </a:cubicBezTo>
                  <a:cubicBezTo>
                    <a:pt x="190659" y="24356"/>
                    <a:pt x="190659" y="24356"/>
                    <a:pt x="189037" y="23544"/>
                  </a:cubicBezTo>
                  <a:cubicBezTo>
                    <a:pt x="188225" y="22733"/>
                    <a:pt x="187414" y="21921"/>
                    <a:pt x="187414" y="21921"/>
                  </a:cubicBezTo>
                  <a:cubicBezTo>
                    <a:pt x="187414" y="21921"/>
                    <a:pt x="186603" y="21109"/>
                    <a:pt x="185791" y="21109"/>
                  </a:cubicBezTo>
                  <a:cubicBezTo>
                    <a:pt x="184980" y="21109"/>
                    <a:pt x="184169" y="20297"/>
                    <a:pt x="183357" y="20297"/>
                  </a:cubicBezTo>
                  <a:cubicBezTo>
                    <a:pt x="182546" y="19485"/>
                    <a:pt x="170376" y="16238"/>
                    <a:pt x="167942" y="15426"/>
                  </a:cubicBezTo>
                  <a:cubicBezTo>
                    <a:pt x="166320" y="15426"/>
                    <a:pt x="164697" y="14614"/>
                    <a:pt x="164697" y="13802"/>
                  </a:cubicBezTo>
                  <a:cubicBezTo>
                    <a:pt x="164697" y="13802"/>
                    <a:pt x="165508" y="13802"/>
                    <a:pt x="166320" y="13802"/>
                  </a:cubicBezTo>
                  <a:cubicBezTo>
                    <a:pt x="167131" y="13802"/>
                    <a:pt x="167942" y="13802"/>
                    <a:pt x="168754" y="13802"/>
                  </a:cubicBezTo>
                  <a:cubicBezTo>
                    <a:pt x="169565" y="13802"/>
                    <a:pt x="169565" y="13802"/>
                    <a:pt x="167942" y="12990"/>
                  </a:cubicBezTo>
                  <a:cubicBezTo>
                    <a:pt x="166320" y="12990"/>
                    <a:pt x="164697" y="12178"/>
                    <a:pt x="163074" y="12178"/>
                  </a:cubicBezTo>
                  <a:cubicBezTo>
                    <a:pt x="162263" y="12178"/>
                    <a:pt x="161452" y="12178"/>
                    <a:pt x="162263" y="11366"/>
                  </a:cubicBezTo>
                  <a:cubicBezTo>
                    <a:pt x="163074" y="11366"/>
                    <a:pt x="163074" y="10554"/>
                    <a:pt x="161452" y="10554"/>
                  </a:cubicBezTo>
                  <a:cubicBezTo>
                    <a:pt x="160641" y="10554"/>
                    <a:pt x="159829" y="10554"/>
                    <a:pt x="159829" y="10554"/>
                  </a:cubicBezTo>
                  <a:cubicBezTo>
                    <a:pt x="159829" y="10554"/>
                    <a:pt x="158206" y="10554"/>
                    <a:pt x="156584" y="10554"/>
                  </a:cubicBezTo>
                  <a:cubicBezTo>
                    <a:pt x="154961" y="10554"/>
                    <a:pt x="154150" y="9743"/>
                    <a:pt x="154150" y="9743"/>
                  </a:cubicBezTo>
                  <a:cubicBezTo>
                    <a:pt x="154961" y="9743"/>
                    <a:pt x="154961" y="8931"/>
                    <a:pt x="154150" y="8931"/>
                  </a:cubicBezTo>
                  <a:cubicBezTo>
                    <a:pt x="153339" y="8931"/>
                    <a:pt x="153339" y="8931"/>
                    <a:pt x="152527" y="9743"/>
                  </a:cubicBezTo>
                  <a:cubicBezTo>
                    <a:pt x="151716" y="10554"/>
                    <a:pt x="150093" y="10554"/>
                    <a:pt x="147659" y="10554"/>
                  </a:cubicBezTo>
                  <a:cubicBezTo>
                    <a:pt x="145225" y="10554"/>
                    <a:pt x="143603" y="10554"/>
                    <a:pt x="144414" y="9743"/>
                  </a:cubicBezTo>
                  <a:cubicBezTo>
                    <a:pt x="145225" y="9743"/>
                    <a:pt x="145225" y="8931"/>
                    <a:pt x="143603" y="8931"/>
                  </a:cubicBezTo>
                  <a:cubicBezTo>
                    <a:pt x="142792" y="8931"/>
                    <a:pt x="141980" y="8931"/>
                    <a:pt x="142792" y="9743"/>
                  </a:cubicBezTo>
                  <a:cubicBezTo>
                    <a:pt x="143603" y="9743"/>
                    <a:pt x="143603" y="10554"/>
                    <a:pt x="141980" y="10554"/>
                  </a:cubicBezTo>
                  <a:cubicBezTo>
                    <a:pt x="140358" y="11366"/>
                    <a:pt x="137924" y="10554"/>
                    <a:pt x="138735" y="9743"/>
                  </a:cubicBezTo>
                  <a:cubicBezTo>
                    <a:pt x="138735" y="9743"/>
                    <a:pt x="138735" y="8931"/>
                    <a:pt x="137924" y="8931"/>
                  </a:cubicBezTo>
                  <a:cubicBezTo>
                    <a:pt x="137112" y="8931"/>
                    <a:pt x="137112" y="8931"/>
                    <a:pt x="137112" y="9743"/>
                  </a:cubicBezTo>
                  <a:cubicBezTo>
                    <a:pt x="137112" y="9743"/>
                    <a:pt x="136301" y="10554"/>
                    <a:pt x="135490" y="10554"/>
                  </a:cubicBezTo>
                  <a:cubicBezTo>
                    <a:pt x="133867" y="10554"/>
                    <a:pt x="133056" y="10554"/>
                    <a:pt x="133056" y="9743"/>
                  </a:cubicBezTo>
                  <a:cubicBezTo>
                    <a:pt x="133056" y="9743"/>
                    <a:pt x="132245" y="8931"/>
                    <a:pt x="131433" y="8931"/>
                  </a:cubicBezTo>
                  <a:cubicBezTo>
                    <a:pt x="130622" y="8931"/>
                    <a:pt x="129810" y="8119"/>
                    <a:pt x="130622" y="8119"/>
                  </a:cubicBezTo>
                  <a:cubicBezTo>
                    <a:pt x="130622" y="8119"/>
                    <a:pt x="131433" y="7307"/>
                    <a:pt x="132245" y="8119"/>
                  </a:cubicBezTo>
                  <a:cubicBezTo>
                    <a:pt x="133056" y="8119"/>
                    <a:pt x="133056" y="8119"/>
                    <a:pt x="133056" y="6495"/>
                  </a:cubicBezTo>
                  <a:cubicBezTo>
                    <a:pt x="133056" y="4871"/>
                    <a:pt x="133867" y="4871"/>
                    <a:pt x="134678" y="6495"/>
                  </a:cubicBezTo>
                  <a:cubicBezTo>
                    <a:pt x="135490" y="7307"/>
                    <a:pt x="135490" y="7307"/>
                    <a:pt x="137924" y="7307"/>
                  </a:cubicBezTo>
                  <a:cubicBezTo>
                    <a:pt x="140358" y="7307"/>
                    <a:pt x="140358" y="7307"/>
                    <a:pt x="139546" y="6495"/>
                  </a:cubicBezTo>
                  <a:cubicBezTo>
                    <a:pt x="137924" y="5683"/>
                    <a:pt x="137924" y="4871"/>
                    <a:pt x="140358" y="4871"/>
                  </a:cubicBezTo>
                  <a:cubicBezTo>
                    <a:pt x="141169" y="4871"/>
                    <a:pt x="141169" y="4871"/>
                    <a:pt x="141169" y="4059"/>
                  </a:cubicBezTo>
                  <a:cubicBezTo>
                    <a:pt x="141169" y="3247"/>
                    <a:pt x="141169" y="4059"/>
                    <a:pt x="141980" y="4059"/>
                  </a:cubicBezTo>
                  <a:cubicBezTo>
                    <a:pt x="142792" y="4059"/>
                    <a:pt x="143603" y="4871"/>
                    <a:pt x="144414" y="4871"/>
                  </a:cubicBezTo>
                  <a:cubicBezTo>
                    <a:pt x="145225" y="4871"/>
                    <a:pt x="145225" y="5683"/>
                    <a:pt x="145225" y="5683"/>
                  </a:cubicBezTo>
                  <a:cubicBezTo>
                    <a:pt x="145225" y="6495"/>
                    <a:pt x="145225" y="6495"/>
                    <a:pt x="146037" y="6495"/>
                  </a:cubicBezTo>
                  <a:cubicBezTo>
                    <a:pt x="146037" y="6495"/>
                    <a:pt x="146848" y="6495"/>
                    <a:pt x="146037" y="5683"/>
                  </a:cubicBezTo>
                  <a:cubicBezTo>
                    <a:pt x="146037" y="5683"/>
                    <a:pt x="146037" y="4871"/>
                    <a:pt x="146848" y="4871"/>
                  </a:cubicBezTo>
                  <a:cubicBezTo>
                    <a:pt x="147659" y="4871"/>
                    <a:pt x="147659" y="4871"/>
                    <a:pt x="147659" y="4059"/>
                  </a:cubicBezTo>
                  <a:cubicBezTo>
                    <a:pt x="147659" y="3247"/>
                    <a:pt x="147659" y="4059"/>
                    <a:pt x="147659" y="4871"/>
                  </a:cubicBezTo>
                  <a:cubicBezTo>
                    <a:pt x="147659" y="5683"/>
                    <a:pt x="147659" y="6495"/>
                    <a:pt x="148471" y="6495"/>
                  </a:cubicBezTo>
                  <a:cubicBezTo>
                    <a:pt x="149282" y="7307"/>
                    <a:pt x="150093" y="6495"/>
                    <a:pt x="149282" y="5683"/>
                  </a:cubicBezTo>
                  <a:cubicBezTo>
                    <a:pt x="149282" y="4871"/>
                    <a:pt x="148471" y="4871"/>
                    <a:pt x="148471" y="5683"/>
                  </a:cubicBezTo>
                  <a:cubicBezTo>
                    <a:pt x="148471" y="6495"/>
                    <a:pt x="148471" y="6495"/>
                    <a:pt x="148471" y="5683"/>
                  </a:cubicBezTo>
                  <a:cubicBezTo>
                    <a:pt x="147659" y="4871"/>
                    <a:pt x="149282" y="4059"/>
                    <a:pt x="150905" y="4059"/>
                  </a:cubicBezTo>
                  <a:cubicBezTo>
                    <a:pt x="151716" y="4059"/>
                    <a:pt x="151716" y="4871"/>
                    <a:pt x="150905" y="4871"/>
                  </a:cubicBezTo>
                  <a:cubicBezTo>
                    <a:pt x="150093" y="4871"/>
                    <a:pt x="150905" y="5683"/>
                    <a:pt x="151716" y="5683"/>
                  </a:cubicBezTo>
                  <a:cubicBezTo>
                    <a:pt x="152527" y="5683"/>
                    <a:pt x="153339" y="5683"/>
                    <a:pt x="153339" y="6495"/>
                  </a:cubicBezTo>
                  <a:cubicBezTo>
                    <a:pt x="152527" y="7307"/>
                    <a:pt x="154150" y="8119"/>
                    <a:pt x="154961" y="7307"/>
                  </a:cubicBezTo>
                  <a:cubicBezTo>
                    <a:pt x="155773" y="6495"/>
                    <a:pt x="155773" y="6495"/>
                    <a:pt x="154961" y="6495"/>
                  </a:cubicBezTo>
                  <a:cubicBezTo>
                    <a:pt x="154961" y="6495"/>
                    <a:pt x="154150" y="6495"/>
                    <a:pt x="154150" y="6495"/>
                  </a:cubicBezTo>
                  <a:cubicBezTo>
                    <a:pt x="154150" y="6495"/>
                    <a:pt x="154150" y="6495"/>
                    <a:pt x="153339" y="6495"/>
                  </a:cubicBezTo>
                  <a:cubicBezTo>
                    <a:pt x="152527" y="5683"/>
                    <a:pt x="152527" y="4059"/>
                    <a:pt x="154150" y="4871"/>
                  </a:cubicBezTo>
                  <a:cubicBezTo>
                    <a:pt x="154961" y="5683"/>
                    <a:pt x="163886" y="6495"/>
                    <a:pt x="164697" y="6495"/>
                  </a:cubicBezTo>
                  <a:cubicBezTo>
                    <a:pt x="165508" y="6495"/>
                    <a:pt x="166320" y="6495"/>
                    <a:pt x="167131" y="6495"/>
                  </a:cubicBezTo>
                  <a:cubicBezTo>
                    <a:pt x="167942" y="6495"/>
                    <a:pt x="167942" y="7307"/>
                    <a:pt x="167131" y="7307"/>
                  </a:cubicBezTo>
                  <a:cubicBezTo>
                    <a:pt x="166320" y="7307"/>
                    <a:pt x="166320" y="7307"/>
                    <a:pt x="167131" y="8119"/>
                  </a:cubicBezTo>
                  <a:cubicBezTo>
                    <a:pt x="167131" y="8931"/>
                    <a:pt x="167942" y="8931"/>
                    <a:pt x="167131" y="8931"/>
                  </a:cubicBezTo>
                  <a:cubicBezTo>
                    <a:pt x="167131" y="8931"/>
                    <a:pt x="167131" y="8931"/>
                    <a:pt x="167131" y="9743"/>
                  </a:cubicBezTo>
                  <a:cubicBezTo>
                    <a:pt x="167131" y="9743"/>
                    <a:pt x="167942" y="9743"/>
                    <a:pt x="168754" y="8931"/>
                  </a:cubicBezTo>
                  <a:cubicBezTo>
                    <a:pt x="168754" y="8119"/>
                    <a:pt x="170376" y="8119"/>
                    <a:pt x="170376" y="8119"/>
                  </a:cubicBezTo>
                  <a:cubicBezTo>
                    <a:pt x="171188" y="8119"/>
                    <a:pt x="171999" y="8119"/>
                    <a:pt x="171188" y="8931"/>
                  </a:cubicBezTo>
                  <a:cubicBezTo>
                    <a:pt x="171188" y="9743"/>
                    <a:pt x="171188" y="9743"/>
                    <a:pt x="174433" y="8931"/>
                  </a:cubicBezTo>
                  <a:cubicBezTo>
                    <a:pt x="178489" y="8119"/>
                    <a:pt x="173621" y="6495"/>
                    <a:pt x="164697" y="4871"/>
                  </a:cubicBezTo>
                  <a:cubicBezTo>
                    <a:pt x="161452" y="4059"/>
                    <a:pt x="158206" y="3247"/>
                    <a:pt x="158206" y="3247"/>
                  </a:cubicBezTo>
                  <a:cubicBezTo>
                    <a:pt x="158206" y="3247"/>
                    <a:pt x="154961" y="3247"/>
                    <a:pt x="151716" y="3247"/>
                  </a:cubicBezTo>
                  <a:cubicBezTo>
                    <a:pt x="150093" y="3247"/>
                    <a:pt x="144414" y="2436"/>
                    <a:pt x="139546" y="2436"/>
                  </a:cubicBezTo>
                  <a:cubicBezTo>
                    <a:pt x="135490" y="2436"/>
                    <a:pt x="132245" y="2436"/>
                    <a:pt x="132245" y="3247"/>
                  </a:cubicBezTo>
                  <a:cubicBezTo>
                    <a:pt x="131433" y="4059"/>
                    <a:pt x="131433" y="4059"/>
                    <a:pt x="131433" y="3247"/>
                  </a:cubicBezTo>
                  <a:cubicBezTo>
                    <a:pt x="131433" y="2436"/>
                    <a:pt x="131433" y="1624"/>
                    <a:pt x="128999" y="2436"/>
                  </a:cubicBezTo>
                  <a:cubicBezTo>
                    <a:pt x="128188" y="2436"/>
                    <a:pt x="126565" y="2436"/>
                    <a:pt x="125754" y="2436"/>
                  </a:cubicBezTo>
                  <a:cubicBezTo>
                    <a:pt x="124943" y="2436"/>
                    <a:pt x="124131" y="2436"/>
                    <a:pt x="123320" y="2436"/>
                  </a:cubicBezTo>
                  <a:cubicBezTo>
                    <a:pt x="123320" y="2436"/>
                    <a:pt x="122509" y="3247"/>
                    <a:pt x="120886" y="2436"/>
                  </a:cubicBezTo>
                  <a:cubicBezTo>
                    <a:pt x="119263" y="1624"/>
                    <a:pt x="118452" y="2436"/>
                    <a:pt x="117641" y="2436"/>
                  </a:cubicBezTo>
                  <a:cubicBezTo>
                    <a:pt x="116829" y="2436"/>
                    <a:pt x="116018" y="3247"/>
                    <a:pt x="115207" y="2436"/>
                  </a:cubicBezTo>
                  <a:cubicBezTo>
                    <a:pt x="114396" y="2436"/>
                    <a:pt x="113584" y="2436"/>
                    <a:pt x="112773" y="2436"/>
                  </a:cubicBezTo>
                  <a:cubicBezTo>
                    <a:pt x="111962" y="2436"/>
                    <a:pt x="110339" y="2436"/>
                    <a:pt x="109528" y="2436"/>
                  </a:cubicBezTo>
                  <a:cubicBezTo>
                    <a:pt x="108716" y="2436"/>
                    <a:pt x="107905" y="2436"/>
                    <a:pt x="107094" y="2436"/>
                  </a:cubicBezTo>
                  <a:cubicBezTo>
                    <a:pt x="106282" y="2436"/>
                    <a:pt x="105471" y="2436"/>
                    <a:pt x="105471" y="2436"/>
                  </a:cubicBezTo>
                  <a:cubicBezTo>
                    <a:pt x="104660" y="2436"/>
                    <a:pt x="103849" y="2436"/>
                    <a:pt x="103037" y="2436"/>
                  </a:cubicBezTo>
                  <a:cubicBezTo>
                    <a:pt x="102226" y="3247"/>
                    <a:pt x="101414" y="2436"/>
                    <a:pt x="101414" y="2436"/>
                  </a:cubicBezTo>
                  <a:cubicBezTo>
                    <a:pt x="101414" y="2436"/>
                    <a:pt x="100603" y="2436"/>
                    <a:pt x="99792" y="2436"/>
                  </a:cubicBezTo>
                  <a:cubicBezTo>
                    <a:pt x="98981" y="2436"/>
                    <a:pt x="98169" y="3247"/>
                    <a:pt x="97358" y="3247"/>
                  </a:cubicBezTo>
                  <a:cubicBezTo>
                    <a:pt x="96546" y="3247"/>
                    <a:pt x="95735" y="3247"/>
                    <a:pt x="95735" y="3247"/>
                  </a:cubicBezTo>
                  <a:cubicBezTo>
                    <a:pt x="95735" y="3247"/>
                    <a:pt x="94113" y="4059"/>
                    <a:pt x="93301" y="4059"/>
                  </a:cubicBezTo>
                  <a:cubicBezTo>
                    <a:pt x="92490" y="4059"/>
                    <a:pt x="90867" y="4059"/>
                    <a:pt x="90867" y="4059"/>
                  </a:cubicBezTo>
                  <a:cubicBezTo>
                    <a:pt x="90867" y="4059"/>
                    <a:pt x="90056" y="4059"/>
                    <a:pt x="89245" y="4059"/>
                  </a:cubicBezTo>
                  <a:cubicBezTo>
                    <a:pt x="88433" y="4059"/>
                    <a:pt x="86811" y="4871"/>
                    <a:pt x="87622" y="5683"/>
                  </a:cubicBezTo>
                  <a:cubicBezTo>
                    <a:pt x="87622" y="5683"/>
                    <a:pt x="88433" y="5683"/>
                    <a:pt x="88433" y="5683"/>
                  </a:cubicBezTo>
                  <a:cubicBezTo>
                    <a:pt x="89245" y="4871"/>
                    <a:pt x="95735" y="5683"/>
                    <a:pt x="96546" y="6495"/>
                  </a:cubicBezTo>
                  <a:cubicBezTo>
                    <a:pt x="96546" y="6495"/>
                    <a:pt x="98169" y="6495"/>
                    <a:pt x="98169" y="5683"/>
                  </a:cubicBezTo>
                  <a:cubicBezTo>
                    <a:pt x="98981" y="4871"/>
                    <a:pt x="99792" y="4871"/>
                    <a:pt x="99792" y="4871"/>
                  </a:cubicBezTo>
                  <a:cubicBezTo>
                    <a:pt x="99792" y="4871"/>
                    <a:pt x="100603" y="5683"/>
                    <a:pt x="100603" y="5683"/>
                  </a:cubicBezTo>
                  <a:cubicBezTo>
                    <a:pt x="101414" y="5683"/>
                    <a:pt x="101414" y="5683"/>
                    <a:pt x="101414" y="6495"/>
                  </a:cubicBezTo>
                  <a:cubicBezTo>
                    <a:pt x="101414" y="7307"/>
                    <a:pt x="101414" y="7307"/>
                    <a:pt x="101414" y="7307"/>
                  </a:cubicBezTo>
                  <a:cubicBezTo>
                    <a:pt x="103037" y="5683"/>
                    <a:pt x="106282" y="3247"/>
                    <a:pt x="108716" y="3247"/>
                  </a:cubicBezTo>
                  <a:cubicBezTo>
                    <a:pt x="109528" y="3247"/>
                    <a:pt x="111962" y="4059"/>
                    <a:pt x="112773" y="4871"/>
                  </a:cubicBezTo>
                  <a:cubicBezTo>
                    <a:pt x="112773" y="4871"/>
                    <a:pt x="113584" y="4871"/>
                    <a:pt x="113584" y="4871"/>
                  </a:cubicBezTo>
                  <a:cubicBezTo>
                    <a:pt x="114396" y="4871"/>
                    <a:pt x="114396" y="5683"/>
                    <a:pt x="113584" y="5683"/>
                  </a:cubicBezTo>
                  <a:cubicBezTo>
                    <a:pt x="113584" y="6495"/>
                    <a:pt x="113584" y="6495"/>
                    <a:pt x="114396" y="6495"/>
                  </a:cubicBezTo>
                  <a:cubicBezTo>
                    <a:pt x="114396" y="6495"/>
                    <a:pt x="116829" y="6495"/>
                    <a:pt x="118452" y="6495"/>
                  </a:cubicBezTo>
                  <a:cubicBezTo>
                    <a:pt x="120075" y="6495"/>
                    <a:pt x="121697" y="6495"/>
                    <a:pt x="122509" y="6495"/>
                  </a:cubicBezTo>
                  <a:cubicBezTo>
                    <a:pt x="124131" y="6495"/>
                    <a:pt x="131433" y="6495"/>
                    <a:pt x="131433" y="7307"/>
                  </a:cubicBezTo>
                  <a:cubicBezTo>
                    <a:pt x="131433" y="7307"/>
                    <a:pt x="130622" y="7307"/>
                    <a:pt x="129810" y="8119"/>
                  </a:cubicBezTo>
                  <a:lnTo>
                    <a:pt x="128188" y="8119"/>
                  </a:lnTo>
                  <a:lnTo>
                    <a:pt x="129810" y="8119"/>
                  </a:lnTo>
                  <a:cubicBezTo>
                    <a:pt x="130622" y="8119"/>
                    <a:pt x="131433" y="8931"/>
                    <a:pt x="130622" y="8931"/>
                  </a:cubicBezTo>
                  <a:cubicBezTo>
                    <a:pt x="130622" y="8931"/>
                    <a:pt x="131433" y="9743"/>
                    <a:pt x="133056" y="9743"/>
                  </a:cubicBezTo>
                  <a:cubicBezTo>
                    <a:pt x="134678" y="9743"/>
                    <a:pt x="136301" y="9743"/>
                    <a:pt x="137112" y="10554"/>
                  </a:cubicBezTo>
                  <a:cubicBezTo>
                    <a:pt x="138735" y="11366"/>
                    <a:pt x="138735" y="11366"/>
                    <a:pt x="137112" y="10554"/>
                  </a:cubicBezTo>
                  <a:cubicBezTo>
                    <a:pt x="136301" y="10554"/>
                    <a:pt x="135490" y="10554"/>
                    <a:pt x="135490" y="10554"/>
                  </a:cubicBezTo>
                  <a:cubicBezTo>
                    <a:pt x="135490" y="11366"/>
                    <a:pt x="128188" y="10554"/>
                    <a:pt x="127377" y="9743"/>
                  </a:cubicBezTo>
                  <a:cubicBezTo>
                    <a:pt x="126565" y="9743"/>
                    <a:pt x="126565" y="8931"/>
                    <a:pt x="126565" y="8931"/>
                  </a:cubicBezTo>
                  <a:cubicBezTo>
                    <a:pt x="126565" y="8931"/>
                    <a:pt x="126565" y="8119"/>
                    <a:pt x="125754" y="8119"/>
                  </a:cubicBezTo>
                  <a:cubicBezTo>
                    <a:pt x="124943" y="8119"/>
                    <a:pt x="124943" y="8119"/>
                    <a:pt x="124943" y="8931"/>
                  </a:cubicBezTo>
                  <a:cubicBezTo>
                    <a:pt x="124943" y="8931"/>
                    <a:pt x="124943" y="9743"/>
                    <a:pt x="124131" y="9743"/>
                  </a:cubicBezTo>
                  <a:cubicBezTo>
                    <a:pt x="123320" y="9743"/>
                    <a:pt x="123320" y="9743"/>
                    <a:pt x="123320" y="8931"/>
                  </a:cubicBezTo>
                  <a:cubicBezTo>
                    <a:pt x="123320" y="8931"/>
                    <a:pt x="122509" y="8931"/>
                    <a:pt x="120886" y="8931"/>
                  </a:cubicBezTo>
                  <a:cubicBezTo>
                    <a:pt x="120075" y="8931"/>
                    <a:pt x="118452" y="9743"/>
                    <a:pt x="118452" y="9743"/>
                  </a:cubicBezTo>
                  <a:cubicBezTo>
                    <a:pt x="118452" y="10554"/>
                    <a:pt x="119263" y="10554"/>
                    <a:pt x="121697" y="10554"/>
                  </a:cubicBezTo>
                  <a:cubicBezTo>
                    <a:pt x="122509" y="10554"/>
                    <a:pt x="123320" y="10554"/>
                    <a:pt x="123320" y="10554"/>
                  </a:cubicBezTo>
                  <a:cubicBezTo>
                    <a:pt x="123320" y="10554"/>
                    <a:pt x="122509" y="11366"/>
                    <a:pt x="121697" y="11366"/>
                  </a:cubicBezTo>
                  <a:cubicBezTo>
                    <a:pt x="120886" y="11366"/>
                    <a:pt x="120075" y="11366"/>
                    <a:pt x="120075" y="11366"/>
                  </a:cubicBezTo>
                  <a:cubicBezTo>
                    <a:pt x="120075" y="11366"/>
                    <a:pt x="119263" y="12178"/>
                    <a:pt x="117641" y="11366"/>
                  </a:cubicBezTo>
                  <a:cubicBezTo>
                    <a:pt x="115207" y="11366"/>
                    <a:pt x="114396" y="10554"/>
                    <a:pt x="115207" y="10554"/>
                  </a:cubicBezTo>
                  <a:cubicBezTo>
                    <a:pt x="116018" y="10554"/>
                    <a:pt x="116018" y="9743"/>
                    <a:pt x="115207" y="9743"/>
                  </a:cubicBezTo>
                  <a:cubicBezTo>
                    <a:pt x="114396" y="8931"/>
                    <a:pt x="112773" y="8931"/>
                    <a:pt x="113584" y="9743"/>
                  </a:cubicBezTo>
                  <a:cubicBezTo>
                    <a:pt x="113584" y="9743"/>
                    <a:pt x="113584" y="10554"/>
                    <a:pt x="112773" y="10554"/>
                  </a:cubicBezTo>
                  <a:cubicBezTo>
                    <a:pt x="112773" y="10554"/>
                    <a:pt x="112773" y="11366"/>
                    <a:pt x="112773" y="11366"/>
                  </a:cubicBezTo>
                  <a:cubicBezTo>
                    <a:pt x="113584" y="11366"/>
                    <a:pt x="114396" y="11366"/>
                    <a:pt x="112773" y="11366"/>
                  </a:cubicBezTo>
                  <a:cubicBezTo>
                    <a:pt x="112773" y="11366"/>
                    <a:pt x="112773" y="12178"/>
                    <a:pt x="112773" y="12178"/>
                  </a:cubicBezTo>
                  <a:cubicBezTo>
                    <a:pt x="112773" y="14614"/>
                    <a:pt x="112773" y="15426"/>
                    <a:pt x="111962" y="16238"/>
                  </a:cubicBezTo>
                  <a:cubicBezTo>
                    <a:pt x="111150" y="17049"/>
                    <a:pt x="110339" y="17861"/>
                    <a:pt x="109528" y="19485"/>
                  </a:cubicBezTo>
                  <a:cubicBezTo>
                    <a:pt x="108716" y="20297"/>
                    <a:pt x="107094" y="22733"/>
                    <a:pt x="106282" y="24356"/>
                  </a:cubicBezTo>
                  <a:cubicBezTo>
                    <a:pt x="104660" y="25980"/>
                    <a:pt x="100603" y="30040"/>
                    <a:pt x="96546" y="35723"/>
                  </a:cubicBezTo>
                  <a:cubicBezTo>
                    <a:pt x="95735" y="36535"/>
                    <a:pt x="94113" y="38970"/>
                    <a:pt x="92490" y="40594"/>
                  </a:cubicBezTo>
                  <a:cubicBezTo>
                    <a:pt x="90867" y="42218"/>
                    <a:pt x="88433" y="45465"/>
                    <a:pt x="88433" y="46277"/>
                  </a:cubicBezTo>
                  <a:cubicBezTo>
                    <a:pt x="84377" y="52772"/>
                    <a:pt x="79509" y="59267"/>
                    <a:pt x="78698" y="59267"/>
                  </a:cubicBezTo>
                  <a:cubicBezTo>
                    <a:pt x="78698" y="59267"/>
                    <a:pt x="77886" y="60079"/>
                    <a:pt x="77886" y="60079"/>
                  </a:cubicBezTo>
                  <a:cubicBezTo>
                    <a:pt x="77886" y="60891"/>
                    <a:pt x="77075" y="62515"/>
                    <a:pt x="73018" y="67386"/>
                  </a:cubicBezTo>
                  <a:cubicBezTo>
                    <a:pt x="70585" y="70634"/>
                    <a:pt x="68150" y="73881"/>
                    <a:pt x="67339" y="76317"/>
                  </a:cubicBezTo>
                  <a:cubicBezTo>
                    <a:pt x="66528" y="77129"/>
                    <a:pt x="65717" y="78752"/>
                    <a:pt x="64905" y="80376"/>
                  </a:cubicBezTo>
                  <a:cubicBezTo>
                    <a:pt x="64094" y="81188"/>
                    <a:pt x="63283" y="83624"/>
                    <a:pt x="62471" y="85247"/>
                  </a:cubicBezTo>
                  <a:cubicBezTo>
                    <a:pt x="61660" y="86871"/>
                    <a:pt x="60849" y="88495"/>
                    <a:pt x="60037" y="88495"/>
                  </a:cubicBezTo>
                  <a:cubicBezTo>
                    <a:pt x="59226" y="88495"/>
                    <a:pt x="59226" y="89307"/>
                    <a:pt x="59226" y="90119"/>
                  </a:cubicBezTo>
                  <a:cubicBezTo>
                    <a:pt x="59226" y="90931"/>
                    <a:pt x="59226" y="90931"/>
                    <a:pt x="58415" y="90931"/>
                  </a:cubicBezTo>
                  <a:cubicBezTo>
                    <a:pt x="57603" y="90931"/>
                    <a:pt x="57603" y="90931"/>
                    <a:pt x="57603" y="91742"/>
                  </a:cubicBezTo>
                  <a:cubicBezTo>
                    <a:pt x="57603" y="91742"/>
                    <a:pt x="56792" y="93366"/>
                    <a:pt x="55981" y="94990"/>
                  </a:cubicBezTo>
                  <a:cubicBezTo>
                    <a:pt x="55170" y="96614"/>
                    <a:pt x="54358" y="98237"/>
                    <a:pt x="54358" y="98237"/>
                  </a:cubicBezTo>
                  <a:cubicBezTo>
                    <a:pt x="54358" y="98237"/>
                    <a:pt x="53547" y="99861"/>
                    <a:pt x="52735" y="100673"/>
                  </a:cubicBezTo>
                  <a:cubicBezTo>
                    <a:pt x="51924" y="102297"/>
                    <a:pt x="51113" y="103109"/>
                    <a:pt x="51113" y="103921"/>
                  </a:cubicBezTo>
                  <a:cubicBezTo>
                    <a:pt x="51113" y="104732"/>
                    <a:pt x="51113" y="104732"/>
                    <a:pt x="50302" y="104732"/>
                  </a:cubicBezTo>
                  <a:cubicBezTo>
                    <a:pt x="49490" y="104732"/>
                    <a:pt x="47868" y="107168"/>
                    <a:pt x="48679" y="107980"/>
                  </a:cubicBezTo>
                  <a:cubicBezTo>
                    <a:pt x="48679" y="107980"/>
                    <a:pt x="48679" y="109604"/>
                    <a:pt x="47868" y="109604"/>
                  </a:cubicBezTo>
                  <a:cubicBezTo>
                    <a:pt x="47056" y="110416"/>
                    <a:pt x="46245" y="111228"/>
                    <a:pt x="46245" y="111228"/>
                  </a:cubicBezTo>
                  <a:cubicBezTo>
                    <a:pt x="46245" y="112039"/>
                    <a:pt x="46245" y="112039"/>
                    <a:pt x="45434" y="112039"/>
                  </a:cubicBezTo>
                  <a:cubicBezTo>
                    <a:pt x="44622" y="112039"/>
                    <a:pt x="44622" y="112851"/>
                    <a:pt x="44622" y="112851"/>
                  </a:cubicBezTo>
                  <a:cubicBezTo>
                    <a:pt x="44622" y="113663"/>
                    <a:pt x="44622" y="113663"/>
                    <a:pt x="43811" y="113663"/>
                  </a:cubicBezTo>
                  <a:cubicBezTo>
                    <a:pt x="43811" y="113663"/>
                    <a:pt x="43811" y="114475"/>
                    <a:pt x="43811" y="114475"/>
                  </a:cubicBezTo>
                  <a:cubicBezTo>
                    <a:pt x="43811" y="115287"/>
                    <a:pt x="43811" y="116099"/>
                    <a:pt x="42188" y="117723"/>
                  </a:cubicBezTo>
                  <a:cubicBezTo>
                    <a:pt x="41377" y="119346"/>
                    <a:pt x="40566" y="120158"/>
                    <a:pt x="39754" y="120970"/>
                  </a:cubicBezTo>
                  <a:cubicBezTo>
                    <a:pt x="38943" y="121782"/>
                    <a:pt x="38943" y="121782"/>
                    <a:pt x="38132" y="120970"/>
                  </a:cubicBezTo>
                  <a:cubicBezTo>
                    <a:pt x="38132" y="120158"/>
                    <a:pt x="37321" y="120158"/>
                    <a:pt x="37321" y="120158"/>
                  </a:cubicBezTo>
                  <a:cubicBezTo>
                    <a:pt x="36509" y="120158"/>
                    <a:pt x="36509" y="117723"/>
                    <a:pt x="37321" y="116099"/>
                  </a:cubicBezTo>
                  <a:cubicBezTo>
                    <a:pt x="38943" y="113663"/>
                    <a:pt x="38943" y="113663"/>
                    <a:pt x="38943" y="116099"/>
                  </a:cubicBezTo>
                  <a:cubicBezTo>
                    <a:pt x="38943" y="116911"/>
                    <a:pt x="38943" y="117723"/>
                    <a:pt x="39754" y="117723"/>
                  </a:cubicBezTo>
                  <a:cubicBezTo>
                    <a:pt x="39754" y="117723"/>
                    <a:pt x="40566" y="116911"/>
                    <a:pt x="40566" y="115287"/>
                  </a:cubicBezTo>
                  <a:cubicBezTo>
                    <a:pt x="40566" y="114475"/>
                    <a:pt x="40566" y="113663"/>
                    <a:pt x="39754" y="113663"/>
                  </a:cubicBezTo>
                  <a:cubicBezTo>
                    <a:pt x="39754" y="113663"/>
                    <a:pt x="38943" y="113663"/>
                    <a:pt x="38943" y="113663"/>
                  </a:cubicBezTo>
                  <a:cubicBezTo>
                    <a:pt x="38943" y="112851"/>
                    <a:pt x="39754" y="112039"/>
                    <a:pt x="40566" y="112039"/>
                  </a:cubicBezTo>
                  <a:cubicBezTo>
                    <a:pt x="41377" y="112039"/>
                    <a:pt x="41377" y="111228"/>
                    <a:pt x="41377" y="109604"/>
                  </a:cubicBezTo>
                  <a:cubicBezTo>
                    <a:pt x="41377" y="107980"/>
                    <a:pt x="42188" y="106356"/>
                    <a:pt x="43000" y="106356"/>
                  </a:cubicBezTo>
                  <a:cubicBezTo>
                    <a:pt x="43000" y="106356"/>
                    <a:pt x="43811" y="105544"/>
                    <a:pt x="43811" y="103921"/>
                  </a:cubicBezTo>
                  <a:cubicBezTo>
                    <a:pt x="43811" y="102297"/>
                    <a:pt x="44622" y="101485"/>
                    <a:pt x="44622" y="101485"/>
                  </a:cubicBezTo>
                  <a:cubicBezTo>
                    <a:pt x="45434" y="102297"/>
                    <a:pt x="47056" y="99049"/>
                    <a:pt x="47056" y="98237"/>
                  </a:cubicBezTo>
                  <a:cubicBezTo>
                    <a:pt x="46245" y="97426"/>
                    <a:pt x="49490" y="93366"/>
                    <a:pt x="49490" y="94178"/>
                  </a:cubicBezTo>
                  <a:cubicBezTo>
                    <a:pt x="49490" y="94178"/>
                    <a:pt x="49490" y="94178"/>
                    <a:pt x="49490" y="93366"/>
                  </a:cubicBezTo>
                  <a:cubicBezTo>
                    <a:pt x="49490" y="92554"/>
                    <a:pt x="48679" y="92554"/>
                    <a:pt x="48679" y="92554"/>
                  </a:cubicBezTo>
                  <a:cubicBezTo>
                    <a:pt x="48679" y="92554"/>
                    <a:pt x="47868" y="92554"/>
                    <a:pt x="47868" y="91742"/>
                  </a:cubicBezTo>
                  <a:cubicBezTo>
                    <a:pt x="47868" y="91742"/>
                    <a:pt x="48679" y="91742"/>
                    <a:pt x="49490" y="91742"/>
                  </a:cubicBezTo>
                  <a:cubicBezTo>
                    <a:pt x="50302" y="91742"/>
                    <a:pt x="50302" y="91742"/>
                    <a:pt x="50302" y="91742"/>
                  </a:cubicBezTo>
                  <a:cubicBezTo>
                    <a:pt x="50302" y="90931"/>
                    <a:pt x="49490" y="90931"/>
                    <a:pt x="47056" y="90931"/>
                  </a:cubicBezTo>
                  <a:cubicBezTo>
                    <a:pt x="47056" y="90931"/>
                    <a:pt x="46245" y="90931"/>
                    <a:pt x="46245" y="91742"/>
                  </a:cubicBezTo>
                  <a:cubicBezTo>
                    <a:pt x="46245" y="93366"/>
                    <a:pt x="46245" y="93366"/>
                    <a:pt x="45434" y="93366"/>
                  </a:cubicBezTo>
                  <a:cubicBezTo>
                    <a:pt x="44622" y="92554"/>
                    <a:pt x="44622" y="92554"/>
                    <a:pt x="43811" y="94178"/>
                  </a:cubicBezTo>
                  <a:cubicBezTo>
                    <a:pt x="43000" y="94990"/>
                    <a:pt x="42188" y="95802"/>
                    <a:pt x="42188" y="96614"/>
                  </a:cubicBezTo>
                  <a:cubicBezTo>
                    <a:pt x="41377" y="97426"/>
                    <a:pt x="41377" y="97426"/>
                    <a:pt x="41377" y="98237"/>
                  </a:cubicBezTo>
                  <a:cubicBezTo>
                    <a:pt x="42188" y="99049"/>
                    <a:pt x="44622" y="98237"/>
                    <a:pt x="43811" y="97426"/>
                  </a:cubicBezTo>
                  <a:cubicBezTo>
                    <a:pt x="43000" y="96614"/>
                    <a:pt x="43811" y="94990"/>
                    <a:pt x="44622" y="95802"/>
                  </a:cubicBezTo>
                  <a:cubicBezTo>
                    <a:pt x="44622" y="95802"/>
                    <a:pt x="45434" y="95802"/>
                    <a:pt x="46245" y="95802"/>
                  </a:cubicBezTo>
                  <a:cubicBezTo>
                    <a:pt x="47056" y="95802"/>
                    <a:pt x="46245" y="95802"/>
                    <a:pt x="46245" y="97426"/>
                  </a:cubicBezTo>
                  <a:cubicBezTo>
                    <a:pt x="45434" y="98237"/>
                    <a:pt x="45434" y="99861"/>
                    <a:pt x="45434" y="99861"/>
                  </a:cubicBezTo>
                  <a:cubicBezTo>
                    <a:pt x="45434" y="100673"/>
                    <a:pt x="42188" y="101485"/>
                    <a:pt x="41377" y="101485"/>
                  </a:cubicBezTo>
                  <a:cubicBezTo>
                    <a:pt x="40566" y="100673"/>
                    <a:pt x="38943" y="102297"/>
                    <a:pt x="39754" y="103109"/>
                  </a:cubicBezTo>
                  <a:cubicBezTo>
                    <a:pt x="39754" y="103921"/>
                    <a:pt x="39754" y="103921"/>
                    <a:pt x="38943" y="103921"/>
                  </a:cubicBezTo>
                  <a:cubicBezTo>
                    <a:pt x="38943" y="103921"/>
                    <a:pt x="38943" y="104732"/>
                    <a:pt x="38943" y="105544"/>
                  </a:cubicBezTo>
                  <a:cubicBezTo>
                    <a:pt x="38943" y="106356"/>
                    <a:pt x="38943" y="106356"/>
                    <a:pt x="39754" y="104732"/>
                  </a:cubicBezTo>
                  <a:cubicBezTo>
                    <a:pt x="40566" y="103921"/>
                    <a:pt x="40566" y="103109"/>
                    <a:pt x="41377" y="103109"/>
                  </a:cubicBezTo>
                  <a:cubicBezTo>
                    <a:pt x="42188" y="103109"/>
                    <a:pt x="42188" y="103109"/>
                    <a:pt x="41377" y="103109"/>
                  </a:cubicBezTo>
                  <a:cubicBezTo>
                    <a:pt x="40566" y="103921"/>
                    <a:pt x="40566" y="103921"/>
                    <a:pt x="41377" y="103921"/>
                  </a:cubicBezTo>
                  <a:cubicBezTo>
                    <a:pt x="42188" y="103921"/>
                    <a:pt x="42188" y="104732"/>
                    <a:pt x="40566" y="105544"/>
                  </a:cubicBezTo>
                  <a:cubicBezTo>
                    <a:pt x="39754" y="106356"/>
                    <a:pt x="38943" y="107980"/>
                    <a:pt x="38943" y="107980"/>
                  </a:cubicBezTo>
                  <a:cubicBezTo>
                    <a:pt x="38943" y="107980"/>
                    <a:pt x="38943" y="109604"/>
                    <a:pt x="38132" y="109604"/>
                  </a:cubicBezTo>
                  <a:cubicBezTo>
                    <a:pt x="37321" y="110416"/>
                    <a:pt x="37321" y="111228"/>
                    <a:pt x="37321" y="111228"/>
                  </a:cubicBezTo>
                  <a:cubicBezTo>
                    <a:pt x="37321" y="111228"/>
                    <a:pt x="37321" y="112039"/>
                    <a:pt x="36509" y="112039"/>
                  </a:cubicBezTo>
                  <a:cubicBezTo>
                    <a:pt x="35698" y="112851"/>
                    <a:pt x="35698" y="112851"/>
                    <a:pt x="34887" y="112039"/>
                  </a:cubicBezTo>
                  <a:cubicBezTo>
                    <a:pt x="34075" y="111228"/>
                    <a:pt x="34075" y="111228"/>
                    <a:pt x="33264" y="112851"/>
                  </a:cubicBezTo>
                  <a:cubicBezTo>
                    <a:pt x="32453" y="113663"/>
                    <a:pt x="32453" y="114475"/>
                    <a:pt x="32453" y="115287"/>
                  </a:cubicBezTo>
                  <a:cubicBezTo>
                    <a:pt x="32453" y="116099"/>
                    <a:pt x="32453" y="116099"/>
                    <a:pt x="32453" y="116099"/>
                  </a:cubicBezTo>
                  <a:cubicBezTo>
                    <a:pt x="31641" y="116099"/>
                    <a:pt x="31641" y="116099"/>
                    <a:pt x="31641" y="116099"/>
                  </a:cubicBezTo>
                  <a:cubicBezTo>
                    <a:pt x="31641" y="116911"/>
                    <a:pt x="32453" y="116911"/>
                    <a:pt x="33264" y="115287"/>
                  </a:cubicBezTo>
                  <a:cubicBezTo>
                    <a:pt x="34075" y="114475"/>
                    <a:pt x="34887" y="113663"/>
                    <a:pt x="34887" y="113663"/>
                  </a:cubicBezTo>
                  <a:cubicBezTo>
                    <a:pt x="35698" y="113663"/>
                    <a:pt x="35698" y="114475"/>
                    <a:pt x="35698" y="115287"/>
                  </a:cubicBezTo>
                  <a:cubicBezTo>
                    <a:pt x="35698" y="116911"/>
                    <a:pt x="34075" y="119346"/>
                    <a:pt x="33264" y="119346"/>
                  </a:cubicBezTo>
                  <a:cubicBezTo>
                    <a:pt x="33264" y="119346"/>
                    <a:pt x="33264" y="119346"/>
                    <a:pt x="33264" y="118534"/>
                  </a:cubicBezTo>
                  <a:cubicBezTo>
                    <a:pt x="33264" y="118534"/>
                    <a:pt x="33264" y="118534"/>
                    <a:pt x="32453" y="118534"/>
                  </a:cubicBezTo>
                  <a:cubicBezTo>
                    <a:pt x="31641" y="118534"/>
                    <a:pt x="31641" y="119346"/>
                    <a:pt x="32453" y="120158"/>
                  </a:cubicBezTo>
                  <a:cubicBezTo>
                    <a:pt x="32453" y="120158"/>
                    <a:pt x="32453" y="120970"/>
                    <a:pt x="31641" y="120970"/>
                  </a:cubicBezTo>
                  <a:cubicBezTo>
                    <a:pt x="30830" y="120970"/>
                    <a:pt x="30830" y="121782"/>
                    <a:pt x="30830" y="121782"/>
                  </a:cubicBezTo>
                  <a:cubicBezTo>
                    <a:pt x="30830" y="122594"/>
                    <a:pt x="30830" y="122594"/>
                    <a:pt x="30830" y="122594"/>
                  </a:cubicBezTo>
                  <a:cubicBezTo>
                    <a:pt x="30830" y="122594"/>
                    <a:pt x="30019" y="122594"/>
                    <a:pt x="30019" y="123406"/>
                  </a:cubicBezTo>
                  <a:cubicBezTo>
                    <a:pt x="30019" y="124218"/>
                    <a:pt x="30019" y="125030"/>
                    <a:pt x="29207" y="125841"/>
                  </a:cubicBezTo>
                  <a:cubicBezTo>
                    <a:pt x="28396" y="126653"/>
                    <a:pt x="27585" y="127465"/>
                    <a:pt x="27585" y="128277"/>
                  </a:cubicBezTo>
                  <a:cubicBezTo>
                    <a:pt x="27585" y="129089"/>
                    <a:pt x="26774" y="129901"/>
                    <a:pt x="25962" y="130713"/>
                  </a:cubicBezTo>
                  <a:cubicBezTo>
                    <a:pt x="24339" y="132337"/>
                    <a:pt x="24339" y="133960"/>
                    <a:pt x="25151" y="134772"/>
                  </a:cubicBezTo>
                  <a:cubicBezTo>
                    <a:pt x="25151" y="134772"/>
                    <a:pt x="25962" y="135584"/>
                    <a:pt x="25151" y="136396"/>
                  </a:cubicBezTo>
                  <a:cubicBezTo>
                    <a:pt x="25151" y="137208"/>
                    <a:pt x="24339" y="136396"/>
                    <a:pt x="24339" y="135584"/>
                  </a:cubicBezTo>
                  <a:cubicBezTo>
                    <a:pt x="23528" y="134772"/>
                    <a:pt x="23528" y="133960"/>
                    <a:pt x="23528" y="134772"/>
                  </a:cubicBezTo>
                  <a:cubicBezTo>
                    <a:pt x="23528" y="134772"/>
                    <a:pt x="23528" y="136396"/>
                    <a:pt x="23528" y="137208"/>
                  </a:cubicBezTo>
                  <a:cubicBezTo>
                    <a:pt x="23528" y="138020"/>
                    <a:pt x="22717" y="139643"/>
                    <a:pt x="21906" y="140455"/>
                  </a:cubicBezTo>
                  <a:cubicBezTo>
                    <a:pt x="21094" y="141267"/>
                    <a:pt x="21094" y="141267"/>
                    <a:pt x="21094" y="141267"/>
                  </a:cubicBezTo>
                  <a:cubicBezTo>
                    <a:pt x="21094" y="141267"/>
                    <a:pt x="21094" y="142079"/>
                    <a:pt x="21094" y="142079"/>
                  </a:cubicBezTo>
                  <a:cubicBezTo>
                    <a:pt x="20283" y="142891"/>
                    <a:pt x="20283" y="142891"/>
                    <a:pt x="21094" y="143703"/>
                  </a:cubicBezTo>
                  <a:cubicBezTo>
                    <a:pt x="21906" y="143703"/>
                    <a:pt x="21094" y="144515"/>
                    <a:pt x="20283" y="144515"/>
                  </a:cubicBezTo>
                  <a:cubicBezTo>
                    <a:pt x="19472" y="144515"/>
                    <a:pt x="19472" y="145327"/>
                    <a:pt x="19472" y="145327"/>
                  </a:cubicBezTo>
                  <a:cubicBezTo>
                    <a:pt x="19472" y="145327"/>
                    <a:pt x="19472" y="146138"/>
                    <a:pt x="18660" y="146950"/>
                  </a:cubicBezTo>
                  <a:cubicBezTo>
                    <a:pt x="17849" y="146950"/>
                    <a:pt x="17038" y="148574"/>
                    <a:pt x="17038" y="149386"/>
                  </a:cubicBezTo>
                  <a:cubicBezTo>
                    <a:pt x="17038" y="150198"/>
                    <a:pt x="16226" y="151822"/>
                    <a:pt x="16226" y="152634"/>
                  </a:cubicBezTo>
                  <a:cubicBezTo>
                    <a:pt x="14604" y="155069"/>
                    <a:pt x="15415" y="155069"/>
                    <a:pt x="16226" y="155069"/>
                  </a:cubicBezTo>
                  <a:cubicBezTo>
                    <a:pt x="17038" y="155069"/>
                    <a:pt x="17038" y="154257"/>
                    <a:pt x="17038" y="153445"/>
                  </a:cubicBezTo>
                  <a:cubicBezTo>
                    <a:pt x="17038" y="152634"/>
                    <a:pt x="17038" y="151822"/>
                    <a:pt x="17849" y="151822"/>
                  </a:cubicBezTo>
                  <a:cubicBezTo>
                    <a:pt x="18660" y="151822"/>
                    <a:pt x="18660" y="151822"/>
                    <a:pt x="18660" y="151010"/>
                  </a:cubicBezTo>
                  <a:cubicBezTo>
                    <a:pt x="18660" y="150198"/>
                    <a:pt x="18660" y="150198"/>
                    <a:pt x="18660" y="150198"/>
                  </a:cubicBezTo>
                  <a:cubicBezTo>
                    <a:pt x="18660" y="150198"/>
                    <a:pt x="18660" y="149386"/>
                    <a:pt x="18660" y="149386"/>
                  </a:cubicBezTo>
                  <a:cubicBezTo>
                    <a:pt x="18660" y="148574"/>
                    <a:pt x="19472" y="148574"/>
                    <a:pt x="19472" y="149386"/>
                  </a:cubicBezTo>
                  <a:cubicBezTo>
                    <a:pt x="20283" y="150198"/>
                    <a:pt x="20283" y="150198"/>
                    <a:pt x="20283" y="148574"/>
                  </a:cubicBezTo>
                  <a:cubicBezTo>
                    <a:pt x="20283" y="145327"/>
                    <a:pt x="20283" y="145327"/>
                    <a:pt x="21094" y="145327"/>
                  </a:cubicBezTo>
                  <a:cubicBezTo>
                    <a:pt x="21094" y="145327"/>
                    <a:pt x="21906" y="145327"/>
                    <a:pt x="21906" y="144515"/>
                  </a:cubicBezTo>
                  <a:cubicBezTo>
                    <a:pt x="21906" y="143703"/>
                    <a:pt x="21906" y="143703"/>
                    <a:pt x="22717" y="144515"/>
                  </a:cubicBezTo>
                  <a:cubicBezTo>
                    <a:pt x="22717" y="145327"/>
                    <a:pt x="23528" y="144515"/>
                    <a:pt x="24339" y="142891"/>
                  </a:cubicBezTo>
                  <a:cubicBezTo>
                    <a:pt x="25151" y="142079"/>
                    <a:pt x="25151" y="141267"/>
                    <a:pt x="25962" y="141267"/>
                  </a:cubicBezTo>
                  <a:cubicBezTo>
                    <a:pt x="25962" y="141267"/>
                    <a:pt x="25962" y="141267"/>
                    <a:pt x="25962" y="140455"/>
                  </a:cubicBezTo>
                  <a:cubicBezTo>
                    <a:pt x="25962" y="140455"/>
                    <a:pt x="25151" y="140455"/>
                    <a:pt x="25151" y="141267"/>
                  </a:cubicBezTo>
                  <a:cubicBezTo>
                    <a:pt x="24339" y="142079"/>
                    <a:pt x="24339" y="142079"/>
                    <a:pt x="24339" y="141267"/>
                  </a:cubicBezTo>
                  <a:cubicBezTo>
                    <a:pt x="24339" y="140455"/>
                    <a:pt x="24339" y="139643"/>
                    <a:pt x="25151" y="139643"/>
                  </a:cubicBezTo>
                  <a:cubicBezTo>
                    <a:pt x="25962" y="138831"/>
                    <a:pt x="25962" y="138831"/>
                    <a:pt x="25151" y="139643"/>
                  </a:cubicBezTo>
                  <a:cubicBezTo>
                    <a:pt x="25151" y="139643"/>
                    <a:pt x="24339" y="139643"/>
                    <a:pt x="24339" y="139643"/>
                  </a:cubicBezTo>
                  <a:cubicBezTo>
                    <a:pt x="24339" y="138831"/>
                    <a:pt x="25962" y="138020"/>
                    <a:pt x="26774" y="138831"/>
                  </a:cubicBezTo>
                  <a:cubicBezTo>
                    <a:pt x="27585" y="139643"/>
                    <a:pt x="28396" y="139643"/>
                    <a:pt x="28396" y="138831"/>
                  </a:cubicBezTo>
                  <a:cubicBezTo>
                    <a:pt x="28396" y="138020"/>
                    <a:pt x="28396" y="138020"/>
                    <a:pt x="27585" y="138020"/>
                  </a:cubicBezTo>
                  <a:cubicBezTo>
                    <a:pt x="26774" y="138020"/>
                    <a:pt x="26774" y="137208"/>
                    <a:pt x="27585" y="134772"/>
                  </a:cubicBezTo>
                  <a:cubicBezTo>
                    <a:pt x="27585" y="134772"/>
                    <a:pt x="27585" y="134772"/>
                    <a:pt x="28396" y="134772"/>
                  </a:cubicBezTo>
                  <a:cubicBezTo>
                    <a:pt x="28396" y="134772"/>
                    <a:pt x="29207" y="134772"/>
                    <a:pt x="29207" y="133960"/>
                  </a:cubicBezTo>
                  <a:cubicBezTo>
                    <a:pt x="29207" y="133148"/>
                    <a:pt x="29207" y="133148"/>
                    <a:pt x="29207" y="133148"/>
                  </a:cubicBezTo>
                  <a:cubicBezTo>
                    <a:pt x="28396" y="133148"/>
                    <a:pt x="28396" y="133148"/>
                    <a:pt x="29207" y="132337"/>
                  </a:cubicBezTo>
                  <a:cubicBezTo>
                    <a:pt x="29207" y="131525"/>
                    <a:pt x="30019" y="131525"/>
                    <a:pt x="30830" y="131525"/>
                  </a:cubicBezTo>
                  <a:cubicBezTo>
                    <a:pt x="31641" y="131525"/>
                    <a:pt x="32453" y="132337"/>
                    <a:pt x="31641" y="132337"/>
                  </a:cubicBezTo>
                  <a:cubicBezTo>
                    <a:pt x="31641" y="132337"/>
                    <a:pt x="31641" y="133148"/>
                    <a:pt x="31641" y="133148"/>
                  </a:cubicBezTo>
                  <a:cubicBezTo>
                    <a:pt x="32453" y="133960"/>
                    <a:pt x="30019" y="139643"/>
                    <a:pt x="29207" y="138831"/>
                  </a:cubicBezTo>
                  <a:cubicBezTo>
                    <a:pt x="29207" y="138831"/>
                    <a:pt x="29207" y="138831"/>
                    <a:pt x="29207" y="138831"/>
                  </a:cubicBezTo>
                  <a:cubicBezTo>
                    <a:pt x="30019" y="139643"/>
                    <a:pt x="27585" y="144515"/>
                    <a:pt x="25962" y="145327"/>
                  </a:cubicBezTo>
                  <a:cubicBezTo>
                    <a:pt x="25151" y="145327"/>
                    <a:pt x="25151" y="145327"/>
                    <a:pt x="25962" y="146138"/>
                  </a:cubicBezTo>
                  <a:cubicBezTo>
                    <a:pt x="25962" y="146950"/>
                    <a:pt x="25962" y="147762"/>
                    <a:pt x="25151" y="148574"/>
                  </a:cubicBezTo>
                  <a:cubicBezTo>
                    <a:pt x="25151" y="149386"/>
                    <a:pt x="24339" y="150198"/>
                    <a:pt x="24339" y="150198"/>
                  </a:cubicBezTo>
                  <a:cubicBezTo>
                    <a:pt x="24339" y="150198"/>
                    <a:pt x="24339" y="151010"/>
                    <a:pt x="22717" y="152634"/>
                  </a:cubicBezTo>
                  <a:cubicBezTo>
                    <a:pt x="21906" y="154257"/>
                    <a:pt x="21094" y="155069"/>
                    <a:pt x="21094" y="155881"/>
                  </a:cubicBezTo>
                  <a:cubicBezTo>
                    <a:pt x="21094" y="156693"/>
                    <a:pt x="21094" y="156693"/>
                    <a:pt x="20283" y="156693"/>
                  </a:cubicBezTo>
                  <a:cubicBezTo>
                    <a:pt x="19472" y="156693"/>
                    <a:pt x="19472" y="156693"/>
                    <a:pt x="19472" y="158317"/>
                  </a:cubicBezTo>
                  <a:cubicBezTo>
                    <a:pt x="19472" y="159128"/>
                    <a:pt x="19472" y="160752"/>
                    <a:pt x="18660" y="162376"/>
                  </a:cubicBezTo>
                  <a:cubicBezTo>
                    <a:pt x="17849" y="164000"/>
                    <a:pt x="17038" y="167247"/>
                    <a:pt x="16226" y="169683"/>
                  </a:cubicBezTo>
                  <a:cubicBezTo>
                    <a:pt x="15415" y="173742"/>
                    <a:pt x="15415" y="174554"/>
                    <a:pt x="16226" y="175366"/>
                  </a:cubicBezTo>
                  <a:cubicBezTo>
                    <a:pt x="17038" y="176178"/>
                    <a:pt x="17038" y="176178"/>
                    <a:pt x="17849" y="176178"/>
                  </a:cubicBezTo>
                  <a:cubicBezTo>
                    <a:pt x="19472" y="176178"/>
                    <a:pt x="21094" y="175366"/>
                    <a:pt x="24339" y="173742"/>
                  </a:cubicBezTo>
                  <a:cubicBezTo>
                    <a:pt x="28396" y="172119"/>
                    <a:pt x="30019" y="171307"/>
                    <a:pt x="30019" y="172119"/>
                  </a:cubicBezTo>
                  <a:cubicBezTo>
                    <a:pt x="29207" y="173742"/>
                    <a:pt x="27585" y="176178"/>
                    <a:pt x="27585" y="176178"/>
                  </a:cubicBezTo>
                  <a:cubicBezTo>
                    <a:pt x="27585" y="176178"/>
                    <a:pt x="26774" y="176178"/>
                    <a:pt x="26774" y="176990"/>
                  </a:cubicBezTo>
                  <a:cubicBezTo>
                    <a:pt x="26774" y="177802"/>
                    <a:pt x="25962" y="177802"/>
                    <a:pt x="25962" y="177802"/>
                  </a:cubicBezTo>
                  <a:cubicBezTo>
                    <a:pt x="25151" y="177802"/>
                    <a:pt x="24339" y="178614"/>
                    <a:pt x="23528" y="179425"/>
                  </a:cubicBezTo>
                  <a:cubicBezTo>
                    <a:pt x="22717" y="180237"/>
                    <a:pt x="21906" y="181049"/>
                    <a:pt x="21094" y="181049"/>
                  </a:cubicBezTo>
                  <a:cubicBezTo>
                    <a:pt x="18660" y="181049"/>
                    <a:pt x="16226" y="180237"/>
                    <a:pt x="15415" y="179425"/>
                  </a:cubicBezTo>
                  <a:cubicBezTo>
                    <a:pt x="14604" y="178614"/>
                    <a:pt x="13792" y="178614"/>
                    <a:pt x="13792" y="177802"/>
                  </a:cubicBezTo>
                  <a:cubicBezTo>
                    <a:pt x="12170" y="177802"/>
                    <a:pt x="10547" y="175366"/>
                    <a:pt x="8925" y="172119"/>
                  </a:cubicBezTo>
                  <a:cubicBezTo>
                    <a:pt x="8113" y="170495"/>
                    <a:pt x="7302" y="168871"/>
                    <a:pt x="6491" y="168059"/>
                  </a:cubicBezTo>
                  <a:cubicBezTo>
                    <a:pt x="5679" y="167247"/>
                    <a:pt x="6491" y="158317"/>
                    <a:pt x="8113" y="154257"/>
                  </a:cubicBezTo>
                  <a:cubicBezTo>
                    <a:pt x="8925" y="152634"/>
                    <a:pt x="8925" y="152634"/>
                    <a:pt x="9736" y="153445"/>
                  </a:cubicBezTo>
                  <a:cubicBezTo>
                    <a:pt x="10547" y="154257"/>
                    <a:pt x="10547" y="154257"/>
                    <a:pt x="9736" y="155069"/>
                  </a:cubicBezTo>
                  <a:cubicBezTo>
                    <a:pt x="8925" y="155881"/>
                    <a:pt x="8925" y="156693"/>
                    <a:pt x="8925" y="158317"/>
                  </a:cubicBezTo>
                  <a:cubicBezTo>
                    <a:pt x="8925" y="158317"/>
                    <a:pt x="8925" y="159128"/>
                    <a:pt x="8113" y="159128"/>
                  </a:cubicBezTo>
                  <a:cubicBezTo>
                    <a:pt x="7302" y="159940"/>
                    <a:pt x="7302" y="162376"/>
                    <a:pt x="7302" y="164812"/>
                  </a:cubicBezTo>
                  <a:cubicBezTo>
                    <a:pt x="7302" y="167247"/>
                    <a:pt x="8113" y="168059"/>
                    <a:pt x="8113" y="165624"/>
                  </a:cubicBezTo>
                  <a:cubicBezTo>
                    <a:pt x="8113" y="164812"/>
                    <a:pt x="8113" y="164000"/>
                    <a:pt x="8925" y="164000"/>
                  </a:cubicBezTo>
                  <a:cubicBezTo>
                    <a:pt x="8925" y="164000"/>
                    <a:pt x="9736" y="164000"/>
                    <a:pt x="9736" y="163188"/>
                  </a:cubicBezTo>
                  <a:cubicBezTo>
                    <a:pt x="9736" y="160752"/>
                    <a:pt x="17849" y="140455"/>
                    <a:pt x="19472" y="138020"/>
                  </a:cubicBezTo>
                  <a:cubicBezTo>
                    <a:pt x="19472" y="137208"/>
                    <a:pt x="20283" y="136396"/>
                    <a:pt x="20283" y="135584"/>
                  </a:cubicBezTo>
                  <a:cubicBezTo>
                    <a:pt x="20283" y="134772"/>
                    <a:pt x="20283" y="133960"/>
                    <a:pt x="21094" y="133960"/>
                  </a:cubicBezTo>
                  <a:cubicBezTo>
                    <a:pt x="21094" y="133960"/>
                    <a:pt x="25962" y="125841"/>
                    <a:pt x="25962" y="125030"/>
                  </a:cubicBezTo>
                  <a:cubicBezTo>
                    <a:pt x="25962" y="124218"/>
                    <a:pt x="26774" y="123406"/>
                    <a:pt x="26774" y="122594"/>
                  </a:cubicBezTo>
                  <a:cubicBezTo>
                    <a:pt x="26774" y="121782"/>
                    <a:pt x="26774" y="121782"/>
                    <a:pt x="27585" y="121782"/>
                  </a:cubicBezTo>
                  <a:cubicBezTo>
                    <a:pt x="27585" y="121782"/>
                    <a:pt x="28396" y="120158"/>
                    <a:pt x="29207" y="119346"/>
                  </a:cubicBezTo>
                  <a:cubicBezTo>
                    <a:pt x="30019" y="117723"/>
                    <a:pt x="30830" y="116099"/>
                    <a:pt x="31641" y="115287"/>
                  </a:cubicBezTo>
                  <a:cubicBezTo>
                    <a:pt x="32453" y="114475"/>
                    <a:pt x="32453" y="113663"/>
                    <a:pt x="32453" y="114475"/>
                  </a:cubicBezTo>
                  <a:cubicBezTo>
                    <a:pt x="32453" y="114475"/>
                    <a:pt x="32453" y="114475"/>
                    <a:pt x="32453" y="113663"/>
                  </a:cubicBezTo>
                  <a:cubicBezTo>
                    <a:pt x="32453" y="112851"/>
                    <a:pt x="33264" y="112039"/>
                    <a:pt x="34075" y="110416"/>
                  </a:cubicBezTo>
                  <a:cubicBezTo>
                    <a:pt x="35698" y="107168"/>
                    <a:pt x="41377" y="99049"/>
                    <a:pt x="41377" y="96614"/>
                  </a:cubicBezTo>
                  <a:cubicBezTo>
                    <a:pt x="41377" y="95802"/>
                    <a:pt x="42188" y="94990"/>
                    <a:pt x="43000" y="94178"/>
                  </a:cubicBezTo>
                  <a:cubicBezTo>
                    <a:pt x="43000" y="94178"/>
                    <a:pt x="43811" y="93366"/>
                    <a:pt x="43000" y="93366"/>
                  </a:cubicBezTo>
                  <a:cubicBezTo>
                    <a:pt x="43000" y="93366"/>
                    <a:pt x="43000" y="92554"/>
                    <a:pt x="43000" y="92554"/>
                  </a:cubicBezTo>
                  <a:cubicBezTo>
                    <a:pt x="43000" y="92554"/>
                    <a:pt x="43811" y="91742"/>
                    <a:pt x="44622" y="90119"/>
                  </a:cubicBezTo>
                  <a:cubicBezTo>
                    <a:pt x="45434" y="88495"/>
                    <a:pt x="46245" y="88495"/>
                    <a:pt x="46245" y="88495"/>
                  </a:cubicBezTo>
                  <a:cubicBezTo>
                    <a:pt x="47056" y="88495"/>
                    <a:pt x="47056" y="88495"/>
                    <a:pt x="47056" y="87683"/>
                  </a:cubicBezTo>
                  <a:cubicBezTo>
                    <a:pt x="47056" y="86871"/>
                    <a:pt x="47056" y="86871"/>
                    <a:pt x="46245" y="86871"/>
                  </a:cubicBezTo>
                  <a:cubicBezTo>
                    <a:pt x="46245" y="86871"/>
                    <a:pt x="47056" y="86059"/>
                    <a:pt x="47868" y="84435"/>
                  </a:cubicBezTo>
                  <a:cubicBezTo>
                    <a:pt x="48679" y="82812"/>
                    <a:pt x="50302" y="81188"/>
                    <a:pt x="50302" y="81188"/>
                  </a:cubicBezTo>
                  <a:cubicBezTo>
                    <a:pt x="50302" y="81188"/>
                    <a:pt x="51113" y="80376"/>
                    <a:pt x="51113" y="79564"/>
                  </a:cubicBezTo>
                  <a:cubicBezTo>
                    <a:pt x="51113" y="77940"/>
                    <a:pt x="53547" y="75505"/>
                    <a:pt x="54358" y="75505"/>
                  </a:cubicBezTo>
                  <a:cubicBezTo>
                    <a:pt x="54358" y="75505"/>
                    <a:pt x="54358" y="74693"/>
                    <a:pt x="54358" y="73881"/>
                  </a:cubicBezTo>
                  <a:cubicBezTo>
                    <a:pt x="54358" y="73881"/>
                    <a:pt x="55170" y="73069"/>
                    <a:pt x="55981" y="72257"/>
                  </a:cubicBezTo>
                  <a:cubicBezTo>
                    <a:pt x="56792" y="71445"/>
                    <a:pt x="57603" y="70634"/>
                    <a:pt x="57603" y="70634"/>
                  </a:cubicBezTo>
                  <a:cubicBezTo>
                    <a:pt x="57603" y="70634"/>
                    <a:pt x="58415" y="68198"/>
                    <a:pt x="60849" y="66574"/>
                  </a:cubicBezTo>
                  <a:cubicBezTo>
                    <a:pt x="61660" y="65762"/>
                    <a:pt x="61660" y="64950"/>
                    <a:pt x="62471" y="64138"/>
                  </a:cubicBezTo>
                  <a:cubicBezTo>
                    <a:pt x="63283" y="63327"/>
                    <a:pt x="64094" y="61703"/>
                    <a:pt x="64094" y="60891"/>
                  </a:cubicBezTo>
                  <a:cubicBezTo>
                    <a:pt x="65717" y="59267"/>
                    <a:pt x="66528" y="57643"/>
                    <a:pt x="67339" y="56832"/>
                  </a:cubicBezTo>
                  <a:cubicBezTo>
                    <a:pt x="67339" y="56020"/>
                    <a:pt x="68962" y="55208"/>
                    <a:pt x="69773" y="53584"/>
                  </a:cubicBezTo>
                  <a:cubicBezTo>
                    <a:pt x="70585" y="51960"/>
                    <a:pt x="71396" y="51148"/>
                    <a:pt x="71396" y="51148"/>
                  </a:cubicBezTo>
                  <a:cubicBezTo>
                    <a:pt x="71396" y="51148"/>
                    <a:pt x="72207" y="50337"/>
                    <a:pt x="72207" y="49525"/>
                  </a:cubicBezTo>
                  <a:cubicBezTo>
                    <a:pt x="73830" y="47901"/>
                    <a:pt x="76264" y="43841"/>
                    <a:pt x="76264" y="43841"/>
                  </a:cubicBezTo>
                  <a:cubicBezTo>
                    <a:pt x="76264" y="43841"/>
                    <a:pt x="76264" y="43030"/>
                    <a:pt x="77075" y="43030"/>
                  </a:cubicBezTo>
                  <a:cubicBezTo>
                    <a:pt x="77886" y="43030"/>
                    <a:pt x="77886" y="42218"/>
                    <a:pt x="77886" y="41406"/>
                  </a:cubicBezTo>
                  <a:cubicBezTo>
                    <a:pt x="77886" y="40594"/>
                    <a:pt x="77886" y="39782"/>
                    <a:pt x="78698" y="39782"/>
                  </a:cubicBezTo>
                  <a:cubicBezTo>
                    <a:pt x="79509" y="39782"/>
                    <a:pt x="79509" y="38970"/>
                    <a:pt x="79509" y="38158"/>
                  </a:cubicBezTo>
                  <a:cubicBezTo>
                    <a:pt x="79509" y="38158"/>
                    <a:pt x="80320" y="37346"/>
                    <a:pt x="81132" y="36535"/>
                  </a:cubicBezTo>
                  <a:cubicBezTo>
                    <a:pt x="83566" y="34099"/>
                    <a:pt x="86811" y="28416"/>
                    <a:pt x="86811" y="28416"/>
                  </a:cubicBezTo>
                  <a:cubicBezTo>
                    <a:pt x="86811" y="28416"/>
                    <a:pt x="85999" y="28416"/>
                    <a:pt x="85999" y="29228"/>
                  </a:cubicBezTo>
                  <a:cubicBezTo>
                    <a:pt x="85188" y="30040"/>
                    <a:pt x="84377" y="31663"/>
                    <a:pt x="83566" y="32475"/>
                  </a:cubicBezTo>
                  <a:cubicBezTo>
                    <a:pt x="82754" y="33287"/>
                    <a:pt x="79509" y="37346"/>
                    <a:pt x="76264" y="41406"/>
                  </a:cubicBezTo>
                  <a:cubicBezTo>
                    <a:pt x="71396" y="47089"/>
                    <a:pt x="67339" y="52772"/>
                    <a:pt x="63283" y="59267"/>
                  </a:cubicBezTo>
                  <a:cubicBezTo>
                    <a:pt x="60849" y="62515"/>
                    <a:pt x="60037" y="64138"/>
                    <a:pt x="56792" y="67386"/>
                  </a:cubicBezTo>
                  <a:cubicBezTo>
                    <a:pt x="55981" y="68198"/>
                    <a:pt x="55170" y="69010"/>
                    <a:pt x="55170" y="69822"/>
                  </a:cubicBezTo>
                  <a:cubicBezTo>
                    <a:pt x="55170" y="69822"/>
                    <a:pt x="55170" y="70634"/>
                    <a:pt x="54358" y="71445"/>
                  </a:cubicBezTo>
                  <a:cubicBezTo>
                    <a:pt x="53547" y="71445"/>
                    <a:pt x="52735" y="73069"/>
                    <a:pt x="51924" y="75505"/>
                  </a:cubicBezTo>
                  <a:cubicBezTo>
                    <a:pt x="51113" y="77129"/>
                    <a:pt x="48679" y="79564"/>
                    <a:pt x="47868" y="81188"/>
                  </a:cubicBezTo>
                  <a:cubicBezTo>
                    <a:pt x="46245" y="82812"/>
                    <a:pt x="45434" y="83624"/>
                    <a:pt x="45434" y="84435"/>
                  </a:cubicBezTo>
                  <a:cubicBezTo>
                    <a:pt x="45434" y="85247"/>
                    <a:pt x="44622" y="85247"/>
                    <a:pt x="44622" y="84435"/>
                  </a:cubicBezTo>
                  <a:cubicBezTo>
                    <a:pt x="43811" y="83624"/>
                    <a:pt x="59226" y="61703"/>
                    <a:pt x="68962" y="47901"/>
                  </a:cubicBezTo>
                  <a:cubicBezTo>
                    <a:pt x="79509" y="38970"/>
                    <a:pt x="88433" y="27604"/>
                    <a:pt x="98169" y="16238"/>
                  </a:cubicBezTo>
                  <a:cubicBezTo>
                    <a:pt x="97358" y="16238"/>
                    <a:pt x="97358" y="16238"/>
                    <a:pt x="98169" y="16238"/>
                  </a:cubicBezTo>
                  <a:cubicBezTo>
                    <a:pt x="96546" y="16238"/>
                    <a:pt x="96546" y="16238"/>
                    <a:pt x="97358" y="16238"/>
                  </a:cubicBezTo>
                  <a:cubicBezTo>
                    <a:pt x="97358" y="16238"/>
                    <a:pt x="98169" y="16238"/>
                    <a:pt x="98169" y="16238"/>
                  </a:cubicBezTo>
                  <a:close/>
                  <a:moveTo>
                    <a:pt x="11358" y="164812"/>
                  </a:moveTo>
                  <a:cubicBezTo>
                    <a:pt x="10547" y="165624"/>
                    <a:pt x="10547" y="165624"/>
                    <a:pt x="11358" y="164812"/>
                  </a:cubicBezTo>
                  <a:cubicBezTo>
                    <a:pt x="10547" y="164812"/>
                    <a:pt x="10547" y="164000"/>
                    <a:pt x="11358" y="164812"/>
                  </a:cubicBezTo>
                  <a:cubicBezTo>
                    <a:pt x="11358" y="164000"/>
                    <a:pt x="12170" y="164000"/>
                    <a:pt x="11358" y="164812"/>
                  </a:cubicBezTo>
                  <a:close/>
                  <a:moveTo>
                    <a:pt x="16226" y="168059"/>
                  </a:moveTo>
                  <a:cubicBezTo>
                    <a:pt x="15415" y="168059"/>
                    <a:pt x="14604" y="168871"/>
                    <a:pt x="15415" y="169683"/>
                  </a:cubicBezTo>
                  <a:cubicBezTo>
                    <a:pt x="15415" y="169683"/>
                    <a:pt x="17038" y="168871"/>
                    <a:pt x="16226" y="168059"/>
                  </a:cubicBezTo>
                  <a:cubicBezTo>
                    <a:pt x="17038" y="168059"/>
                    <a:pt x="17038" y="168059"/>
                    <a:pt x="16226" y="168059"/>
                  </a:cubicBezTo>
                  <a:close/>
                  <a:moveTo>
                    <a:pt x="17849" y="162376"/>
                  </a:moveTo>
                  <a:cubicBezTo>
                    <a:pt x="17849" y="162376"/>
                    <a:pt x="17849" y="163188"/>
                    <a:pt x="17849" y="162376"/>
                  </a:cubicBezTo>
                  <a:cubicBezTo>
                    <a:pt x="17038" y="164000"/>
                    <a:pt x="17038" y="164000"/>
                    <a:pt x="17849" y="164000"/>
                  </a:cubicBezTo>
                  <a:cubicBezTo>
                    <a:pt x="18660" y="164000"/>
                    <a:pt x="18660" y="164000"/>
                    <a:pt x="18660" y="163188"/>
                  </a:cubicBezTo>
                  <a:cubicBezTo>
                    <a:pt x="18660" y="163188"/>
                    <a:pt x="18660" y="162376"/>
                    <a:pt x="17849" y="162376"/>
                  </a:cubicBezTo>
                  <a:close/>
                  <a:moveTo>
                    <a:pt x="17038" y="160752"/>
                  </a:moveTo>
                  <a:cubicBezTo>
                    <a:pt x="17038" y="160752"/>
                    <a:pt x="17038" y="161564"/>
                    <a:pt x="17849" y="161564"/>
                  </a:cubicBezTo>
                  <a:cubicBezTo>
                    <a:pt x="18660" y="161564"/>
                    <a:pt x="18660" y="161564"/>
                    <a:pt x="18660" y="161564"/>
                  </a:cubicBezTo>
                  <a:cubicBezTo>
                    <a:pt x="18660" y="161564"/>
                    <a:pt x="18660" y="160752"/>
                    <a:pt x="17038" y="160752"/>
                  </a:cubicBezTo>
                  <a:cubicBezTo>
                    <a:pt x="17849" y="159940"/>
                    <a:pt x="17038" y="159940"/>
                    <a:pt x="17038" y="160752"/>
                  </a:cubicBezTo>
                  <a:close/>
                  <a:moveTo>
                    <a:pt x="19472" y="158317"/>
                  </a:moveTo>
                  <a:cubicBezTo>
                    <a:pt x="19472" y="158317"/>
                    <a:pt x="18660" y="158317"/>
                    <a:pt x="18660" y="158317"/>
                  </a:cubicBezTo>
                  <a:cubicBezTo>
                    <a:pt x="18660" y="158317"/>
                    <a:pt x="17849" y="158317"/>
                    <a:pt x="18660" y="158317"/>
                  </a:cubicBezTo>
                  <a:cubicBezTo>
                    <a:pt x="18660" y="159128"/>
                    <a:pt x="20283" y="159940"/>
                    <a:pt x="20283" y="159128"/>
                  </a:cubicBezTo>
                  <a:cubicBezTo>
                    <a:pt x="19472" y="159128"/>
                    <a:pt x="20283" y="159128"/>
                    <a:pt x="19472" y="158317"/>
                  </a:cubicBezTo>
                  <a:cubicBezTo>
                    <a:pt x="20283" y="157505"/>
                    <a:pt x="19472" y="157505"/>
                    <a:pt x="19472" y="158317"/>
                  </a:cubicBezTo>
                  <a:close/>
                  <a:moveTo>
                    <a:pt x="20283" y="156693"/>
                  </a:moveTo>
                  <a:cubicBezTo>
                    <a:pt x="21094" y="157505"/>
                    <a:pt x="21094" y="157505"/>
                    <a:pt x="21094" y="158317"/>
                  </a:cubicBezTo>
                  <a:cubicBezTo>
                    <a:pt x="21094" y="159128"/>
                    <a:pt x="21094" y="159128"/>
                    <a:pt x="21094" y="158317"/>
                  </a:cubicBezTo>
                  <a:cubicBezTo>
                    <a:pt x="21906" y="157505"/>
                    <a:pt x="21094" y="156693"/>
                    <a:pt x="20283" y="156693"/>
                  </a:cubicBezTo>
                  <a:cubicBezTo>
                    <a:pt x="19472" y="155881"/>
                    <a:pt x="19472" y="155881"/>
                    <a:pt x="20283" y="156693"/>
                  </a:cubicBezTo>
                  <a:close/>
                  <a:moveTo>
                    <a:pt x="26774" y="135584"/>
                  </a:moveTo>
                  <a:cubicBezTo>
                    <a:pt x="26774" y="135584"/>
                    <a:pt x="26774" y="136396"/>
                    <a:pt x="26774" y="135584"/>
                  </a:cubicBezTo>
                  <a:cubicBezTo>
                    <a:pt x="27585" y="135584"/>
                    <a:pt x="27585" y="135584"/>
                    <a:pt x="26774" y="135584"/>
                  </a:cubicBezTo>
                  <a:cubicBezTo>
                    <a:pt x="27585" y="134772"/>
                    <a:pt x="27585" y="134772"/>
                    <a:pt x="26774" y="135584"/>
                  </a:cubicBezTo>
                  <a:cubicBezTo>
                    <a:pt x="26774" y="133960"/>
                    <a:pt x="26774" y="134772"/>
                    <a:pt x="26774" y="135584"/>
                  </a:cubicBezTo>
                  <a:close/>
                  <a:moveTo>
                    <a:pt x="27585" y="142079"/>
                  </a:moveTo>
                  <a:cubicBezTo>
                    <a:pt x="28396" y="142079"/>
                    <a:pt x="28396" y="142891"/>
                    <a:pt x="27585" y="143703"/>
                  </a:cubicBezTo>
                  <a:cubicBezTo>
                    <a:pt x="27585" y="143703"/>
                    <a:pt x="26774" y="143703"/>
                    <a:pt x="26774" y="142891"/>
                  </a:cubicBezTo>
                  <a:cubicBezTo>
                    <a:pt x="26774" y="142891"/>
                    <a:pt x="27585" y="142079"/>
                    <a:pt x="27585" y="142079"/>
                  </a:cubicBezTo>
                  <a:close/>
                  <a:moveTo>
                    <a:pt x="28396" y="131525"/>
                  </a:moveTo>
                  <a:cubicBezTo>
                    <a:pt x="27585" y="131525"/>
                    <a:pt x="26774" y="133148"/>
                    <a:pt x="27585" y="133148"/>
                  </a:cubicBezTo>
                  <a:cubicBezTo>
                    <a:pt x="28396" y="133148"/>
                    <a:pt x="29207" y="131525"/>
                    <a:pt x="29207" y="131525"/>
                  </a:cubicBezTo>
                  <a:cubicBezTo>
                    <a:pt x="30019" y="131525"/>
                    <a:pt x="29207" y="131525"/>
                    <a:pt x="28396" y="131525"/>
                  </a:cubicBezTo>
                  <a:close/>
                  <a:moveTo>
                    <a:pt x="29207" y="129089"/>
                  </a:moveTo>
                  <a:cubicBezTo>
                    <a:pt x="29207" y="129089"/>
                    <a:pt x="29207" y="129089"/>
                    <a:pt x="29207" y="129089"/>
                  </a:cubicBezTo>
                  <a:cubicBezTo>
                    <a:pt x="28396" y="129901"/>
                    <a:pt x="28396" y="129901"/>
                    <a:pt x="29207" y="129901"/>
                  </a:cubicBezTo>
                  <a:cubicBezTo>
                    <a:pt x="29207" y="130713"/>
                    <a:pt x="30019" y="129901"/>
                    <a:pt x="29207" y="129089"/>
                  </a:cubicBezTo>
                  <a:cubicBezTo>
                    <a:pt x="29207" y="129901"/>
                    <a:pt x="29207" y="129089"/>
                    <a:pt x="29207" y="129089"/>
                  </a:cubicBezTo>
                  <a:close/>
                  <a:moveTo>
                    <a:pt x="30830" y="126653"/>
                  </a:moveTo>
                  <a:cubicBezTo>
                    <a:pt x="30830" y="126653"/>
                    <a:pt x="30830" y="126653"/>
                    <a:pt x="30830" y="126653"/>
                  </a:cubicBezTo>
                  <a:cubicBezTo>
                    <a:pt x="30019" y="128277"/>
                    <a:pt x="30830" y="128277"/>
                    <a:pt x="30830" y="128277"/>
                  </a:cubicBezTo>
                  <a:cubicBezTo>
                    <a:pt x="31641" y="127465"/>
                    <a:pt x="31641" y="127465"/>
                    <a:pt x="30830" y="126653"/>
                  </a:cubicBezTo>
                  <a:cubicBezTo>
                    <a:pt x="31641" y="126653"/>
                    <a:pt x="31641" y="126653"/>
                    <a:pt x="30830" y="126653"/>
                  </a:cubicBezTo>
                  <a:close/>
                  <a:moveTo>
                    <a:pt x="31641" y="124218"/>
                  </a:moveTo>
                  <a:cubicBezTo>
                    <a:pt x="31641" y="124218"/>
                    <a:pt x="31641" y="125030"/>
                    <a:pt x="31641" y="124218"/>
                  </a:cubicBezTo>
                  <a:cubicBezTo>
                    <a:pt x="32453" y="124218"/>
                    <a:pt x="33264" y="124218"/>
                    <a:pt x="32453" y="124218"/>
                  </a:cubicBezTo>
                  <a:cubicBezTo>
                    <a:pt x="32453" y="124218"/>
                    <a:pt x="32453" y="124218"/>
                    <a:pt x="31641" y="124218"/>
                  </a:cubicBezTo>
                  <a:close/>
                  <a:moveTo>
                    <a:pt x="34075" y="120158"/>
                  </a:moveTo>
                  <a:cubicBezTo>
                    <a:pt x="33264" y="120158"/>
                    <a:pt x="33264" y="120970"/>
                    <a:pt x="34075" y="120158"/>
                  </a:cubicBezTo>
                  <a:cubicBezTo>
                    <a:pt x="34075" y="121782"/>
                    <a:pt x="34075" y="121782"/>
                    <a:pt x="34887" y="121782"/>
                  </a:cubicBezTo>
                  <a:cubicBezTo>
                    <a:pt x="34887" y="121782"/>
                    <a:pt x="34887" y="121782"/>
                    <a:pt x="34887" y="120970"/>
                  </a:cubicBezTo>
                  <a:cubicBezTo>
                    <a:pt x="34075" y="120970"/>
                    <a:pt x="34075" y="120158"/>
                    <a:pt x="34075" y="120158"/>
                  </a:cubicBezTo>
                  <a:close/>
                  <a:moveTo>
                    <a:pt x="36509" y="129901"/>
                  </a:moveTo>
                  <a:cubicBezTo>
                    <a:pt x="36509" y="129901"/>
                    <a:pt x="36509" y="129089"/>
                    <a:pt x="36509" y="128277"/>
                  </a:cubicBezTo>
                  <a:cubicBezTo>
                    <a:pt x="36509" y="127465"/>
                    <a:pt x="35698" y="127465"/>
                    <a:pt x="35698" y="127465"/>
                  </a:cubicBezTo>
                  <a:cubicBezTo>
                    <a:pt x="35698" y="127465"/>
                    <a:pt x="34887" y="127465"/>
                    <a:pt x="35698" y="127465"/>
                  </a:cubicBezTo>
                  <a:cubicBezTo>
                    <a:pt x="35698" y="126653"/>
                    <a:pt x="36509" y="126653"/>
                    <a:pt x="37321" y="126653"/>
                  </a:cubicBezTo>
                  <a:cubicBezTo>
                    <a:pt x="38132" y="126653"/>
                    <a:pt x="38132" y="126653"/>
                    <a:pt x="38132" y="126653"/>
                  </a:cubicBezTo>
                  <a:cubicBezTo>
                    <a:pt x="38132" y="126653"/>
                    <a:pt x="38132" y="127465"/>
                    <a:pt x="38132" y="127465"/>
                  </a:cubicBezTo>
                  <a:cubicBezTo>
                    <a:pt x="38132" y="127465"/>
                    <a:pt x="38943" y="126653"/>
                    <a:pt x="38943" y="126653"/>
                  </a:cubicBezTo>
                  <a:cubicBezTo>
                    <a:pt x="38943" y="125841"/>
                    <a:pt x="39754" y="125841"/>
                    <a:pt x="39754" y="125841"/>
                  </a:cubicBezTo>
                  <a:cubicBezTo>
                    <a:pt x="39754" y="125841"/>
                    <a:pt x="38943" y="127465"/>
                    <a:pt x="38132" y="129089"/>
                  </a:cubicBezTo>
                  <a:cubicBezTo>
                    <a:pt x="37321" y="130713"/>
                    <a:pt x="36509" y="132337"/>
                    <a:pt x="36509" y="134772"/>
                  </a:cubicBezTo>
                  <a:cubicBezTo>
                    <a:pt x="36509" y="134772"/>
                    <a:pt x="36509" y="134772"/>
                    <a:pt x="35698" y="134772"/>
                  </a:cubicBezTo>
                  <a:cubicBezTo>
                    <a:pt x="34887" y="133960"/>
                    <a:pt x="34075" y="130713"/>
                    <a:pt x="34887" y="129901"/>
                  </a:cubicBezTo>
                  <a:cubicBezTo>
                    <a:pt x="35698" y="129089"/>
                    <a:pt x="35698" y="129089"/>
                    <a:pt x="36509" y="129901"/>
                  </a:cubicBezTo>
                  <a:cubicBezTo>
                    <a:pt x="35698" y="129901"/>
                    <a:pt x="36509" y="130713"/>
                    <a:pt x="36509" y="129901"/>
                  </a:cubicBezTo>
                  <a:close/>
                  <a:moveTo>
                    <a:pt x="40566" y="109604"/>
                  </a:moveTo>
                  <a:cubicBezTo>
                    <a:pt x="38943" y="111228"/>
                    <a:pt x="38943" y="112039"/>
                    <a:pt x="39754" y="112039"/>
                  </a:cubicBezTo>
                  <a:cubicBezTo>
                    <a:pt x="39754" y="112039"/>
                    <a:pt x="40566" y="112039"/>
                    <a:pt x="39754" y="111228"/>
                  </a:cubicBezTo>
                  <a:cubicBezTo>
                    <a:pt x="40566" y="110416"/>
                    <a:pt x="40566" y="110416"/>
                    <a:pt x="40566" y="109604"/>
                  </a:cubicBezTo>
                  <a:cubicBezTo>
                    <a:pt x="42188" y="107168"/>
                    <a:pt x="41377" y="107168"/>
                    <a:pt x="40566" y="109604"/>
                  </a:cubicBezTo>
                  <a:close/>
                  <a:moveTo>
                    <a:pt x="51113" y="93366"/>
                  </a:moveTo>
                  <a:cubicBezTo>
                    <a:pt x="51924" y="92554"/>
                    <a:pt x="51113" y="91742"/>
                    <a:pt x="50302" y="91742"/>
                  </a:cubicBezTo>
                  <a:cubicBezTo>
                    <a:pt x="49490" y="91742"/>
                    <a:pt x="49490" y="91742"/>
                    <a:pt x="49490" y="92554"/>
                  </a:cubicBezTo>
                  <a:cubicBezTo>
                    <a:pt x="49490" y="93366"/>
                    <a:pt x="50302" y="93366"/>
                    <a:pt x="51113" y="93366"/>
                  </a:cubicBezTo>
                  <a:close/>
                  <a:moveTo>
                    <a:pt x="51113" y="89307"/>
                  </a:moveTo>
                  <a:cubicBezTo>
                    <a:pt x="51113" y="90119"/>
                    <a:pt x="51113" y="90119"/>
                    <a:pt x="51113" y="90931"/>
                  </a:cubicBezTo>
                  <a:cubicBezTo>
                    <a:pt x="50302" y="91742"/>
                    <a:pt x="50302" y="91742"/>
                    <a:pt x="51924" y="91742"/>
                  </a:cubicBezTo>
                  <a:cubicBezTo>
                    <a:pt x="52735" y="91742"/>
                    <a:pt x="52735" y="90931"/>
                    <a:pt x="52735" y="90931"/>
                  </a:cubicBezTo>
                  <a:cubicBezTo>
                    <a:pt x="52735" y="90119"/>
                    <a:pt x="53547" y="90119"/>
                    <a:pt x="54358" y="90119"/>
                  </a:cubicBezTo>
                  <a:cubicBezTo>
                    <a:pt x="55981" y="90119"/>
                    <a:pt x="55981" y="90119"/>
                    <a:pt x="55170" y="90119"/>
                  </a:cubicBezTo>
                  <a:cubicBezTo>
                    <a:pt x="54358" y="90119"/>
                    <a:pt x="53547" y="89307"/>
                    <a:pt x="52735" y="89307"/>
                  </a:cubicBezTo>
                  <a:cubicBezTo>
                    <a:pt x="51113" y="88495"/>
                    <a:pt x="51113" y="89307"/>
                    <a:pt x="51113" y="89307"/>
                  </a:cubicBezTo>
                  <a:close/>
                  <a:moveTo>
                    <a:pt x="54358" y="86871"/>
                  </a:moveTo>
                  <a:cubicBezTo>
                    <a:pt x="54358" y="86871"/>
                    <a:pt x="53547" y="87683"/>
                    <a:pt x="53547" y="87683"/>
                  </a:cubicBezTo>
                  <a:cubicBezTo>
                    <a:pt x="53547" y="88495"/>
                    <a:pt x="53547" y="88495"/>
                    <a:pt x="54358" y="86871"/>
                  </a:cubicBezTo>
                  <a:cubicBezTo>
                    <a:pt x="55170" y="86871"/>
                    <a:pt x="55170" y="86871"/>
                    <a:pt x="54358" y="86871"/>
                  </a:cubicBezTo>
                  <a:close/>
                  <a:moveTo>
                    <a:pt x="55170" y="90931"/>
                  </a:moveTo>
                  <a:cubicBezTo>
                    <a:pt x="54358" y="90931"/>
                    <a:pt x="54358" y="90931"/>
                    <a:pt x="55170" y="90931"/>
                  </a:cubicBezTo>
                  <a:cubicBezTo>
                    <a:pt x="55170" y="91742"/>
                    <a:pt x="54358" y="91742"/>
                    <a:pt x="54358" y="91742"/>
                  </a:cubicBezTo>
                  <a:cubicBezTo>
                    <a:pt x="54358" y="91742"/>
                    <a:pt x="53547" y="91742"/>
                    <a:pt x="53547" y="92554"/>
                  </a:cubicBezTo>
                  <a:cubicBezTo>
                    <a:pt x="53547" y="93366"/>
                    <a:pt x="53547" y="93366"/>
                    <a:pt x="55170" y="93366"/>
                  </a:cubicBezTo>
                  <a:cubicBezTo>
                    <a:pt x="55981" y="93366"/>
                    <a:pt x="56792" y="93366"/>
                    <a:pt x="56792" y="93366"/>
                  </a:cubicBezTo>
                  <a:cubicBezTo>
                    <a:pt x="56792" y="93366"/>
                    <a:pt x="56792" y="93366"/>
                    <a:pt x="55981" y="92554"/>
                  </a:cubicBezTo>
                  <a:cubicBezTo>
                    <a:pt x="55981" y="92554"/>
                    <a:pt x="55170" y="91742"/>
                    <a:pt x="55170" y="90931"/>
                  </a:cubicBezTo>
                  <a:cubicBezTo>
                    <a:pt x="55981" y="90931"/>
                    <a:pt x="55981" y="90931"/>
                    <a:pt x="55170" y="90931"/>
                  </a:cubicBezTo>
                  <a:close/>
                  <a:moveTo>
                    <a:pt x="58415" y="80376"/>
                  </a:moveTo>
                  <a:cubicBezTo>
                    <a:pt x="57603" y="80376"/>
                    <a:pt x="57603" y="81188"/>
                    <a:pt x="57603" y="81188"/>
                  </a:cubicBezTo>
                  <a:cubicBezTo>
                    <a:pt x="57603" y="82000"/>
                    <a:pt x="57603" y="82000"/>
                    <a:pt x="56792" y="82000"/>
                  </a:cubicBezTo>
                  <a:cubicBezTo>
                    <a:pt x="55981" y="82000"/>
                    <a:pt x="55981" y="82000"/>
                    <a:pt x="55981" y="82812"/>
                  </a:cubicBezTo>
                  <a:cubicBezTo>
                    <a:pt x="55981" y="82812"/>
                    <a:pt x="56792" y="82812"/>
                    <a:pt x="56792" y="82812"/>
                  </a:cubicBezTo>
                  <a:cubicBezTo>
                    <a:pt x="57603" y="82812"/>
                    <a:pt x="57603" y="82812"/>
                    <a:pt x="57603" y="83624"/>
                  </a:cubicBezTo>
                  <a:cubicBezTo>
                    <a:pt x="57603" y="84435"/>
                    <a:pt x="57603" y="84435"/>
                    <a:pt x="57603" y="84435"/>
                  </a:cubicBezTo>
                  <a:cubicBezTo>
                    <a:pt x="57603" y="84435"/>
                    <a:pt x="56792" y="84435"/>
                    <a:pt x="56792" y="84435"/>
                  </a:cubicBezTo>
                  <a:cubicBezTo>
                    <a:pt x="55981" y="85247"/>
                    <a:pt x="55981" y="84435"/>
                    <a:pt x="55981" y="84435"/>
                  </a:cubicBezTo>
                  <a:cubicBezTo>
                    <a:pt x="55981" y="82812"/>
                    <a:pt x="55170" y="83624"/>
                    <a:pt x="54358" y="84435"/>
                  </a:cubicBezTo>
                  <a:cubicBezTo>
                    <a:pt x="53547" y="85247"/>
                    <a:pt x="54358" y="85247"/>
                    <a:pt x="55981" y="85247"/>
                  </a:cubicBezTo>
                  <a:cubicBezTo>
                    <a:pt x="56792" y="85247"/>
                    <a:pt x="58415" y="85247"/>
                    <a:pt x="58415" y="85247"/>
                  </a:cubicBezTo>
                  <a:cubicBezTo>
                    <a:pt x="59226" y="84435"/>
                    <a:pt x="59226" y="82000"/>
                    <a:pt x="58415" y="82812"/>
                  </a:cubicBezTo>
                  <a:cubicBezTo>
                    <a:pt x="58415" y="82812"/>
                    <a:pt x="58415" y="81188"/>
                    <a:pt x="58415" y="80376"/>
                  </a:cubicBezTo>
                  <a:cubicBezTo>
                    <a:pt x="59226" y="80376"/>
                    <a:pt x="59226" y="80376"/>
                    <a:pt x="58415" y="80376"/>
                  </a:cubicBezTo>
                  <a:close/>
                  <a:moveTo>
                    <a:pt x="56792" y="90931"/>
                  </a:moveTo>
                  <a:cubicBezTo>
                    <a:pt x="56792" y="90931"/>
                    <a:pt x="57603" y="90931"/>
                    <a:pt x="56792" y="90931"/>
                  </a:cubicBezTo>
                  <a:cubicBezTo>
                    <a:pt x="56792" y="90119"/>
                    <a:pt x="56792" y="89307"/>
                    <a:pt x="56792" y="89307"/>
                  </a:cubicBezTo>
                  <a:cubicBezTo>
                    <a:pt x="56792" y="89307"/>
                    <a:pt x="56792" y="90119"/>
                    <a:pt x="56792" y="90931"/>
                  </a:cubicBezTo>
                  <a:close/>
                  <a:moveTo>
                    <a:pt x="62471" y="74693"/>
                  </a:moveTo>
                  <a:cubicBezTo>
                    <a:pt x="61660" y="75505"/>
                    <a:pt x="60849" y="76317"/>
                    <a:pt x="60037" y="77129"/>
                  </a:cubicBezTo>
                  <a:cubicBezTo>
                    <a:pt x="58415" y="78752"/>
                    <a:pt x="58415" y="79564"/>
                    <a:pt x="59226" y="78752"/>
                  </a:cubicBezTo>
                  <a:cubicBezTo>
                    <a:pt x="59226" y="78752"/>
                    <a:pt x="60037" y="78752"/>
                    <a:pt x="60037" y="78752"/>
                  </a:cubicBezTo>
                  <a:cubicBezTo>
                    <a:pt x="60037" y="78752"/>
                    <a:pt x="60849" y="79564"/>
                    <a:pt x="60849" y="78752"/>
                  </a:cubicBezTo>
                  <a:cubicBezTo>
                    <a:pt x="61660" y="77940"/>
                    <a:pt x="61660" y="77129"/>
                    <a:pt x="60849" y="77129"/>
                  </a:cubicBezTo>
                  <a:cubicBezTo>
                    <a:pt x="60037" y="77129"/>
                    <a:pt x="60037" y="77129"/>
                    <a:pt x="60849" y="75505"/>
                  </a:cubicBezTo>
                  <a:cubicBezTo>
                    <a:pt x="61660" y="74693"/>
                    <a:pt x="62471" y="73881"/>
                    <a:pt x="62471" y="73881"/>
                  </a:cubicBezTo>
                  <a:cubicBezTo>
                    <a:pt x="63283" y="73881"/>
                    <a:pt x="64094" y="73881"/>
                    <a:pt x="63283" y="73069"/>
                  </a:cubicBezTo>
                  <a:cubicBezTo>
                    <a:pt x="63283" y="73069"/>
                    <a:pt x="62471" y="72257"/>
                    <a:pt x="63283" y="72257"/>
                  </a:cubicBezTo>
                  <a:cubicBezTo>
                    <a:pt x="64094" y="73069"/>
                    <a:pt x="63283" y="73881"/>
                    <a:pt x="62471" y="74693"/>
                  </a:cubicBezTo>
                  <a:close/>
                  <a:moveTo>
                    <a:pt x="59226" y="86059"/>
                  </a:moveTo>
                  <a:cubicBezTo>
                    <a:pt x="59226" y="86059"/>
                    <a:pt x="59226" y="86871"/>
                    <a:pt x="59226" y="86059"/>
                  </a:cubicBezTo>
                  <a:cubicBezTo>
                    <a:pt x="60849" y="86059"/>
                    <a:pt x="60849" y="86059"/>
                    <a:pt x="59226" y="86059"/>
                  </a:cubicBezTo>
                  <a:cubicBezTo>
                    <a:pt x="60037" y="85247"/>
                    <a:pt x="59226" y="85247"/>
                    <a:pt x="59226" y="86059"/>
                  </a:cubicBezTo>
                  <a:close/>
                  <a:moveTo>
                    <a:pt x="60849" y="17049"/>
                  </a:moveTo>
                  <a:cubicBezTo>
                    <a:pt x="60849" y="17049"/>
                    <a:pt x="60037" y="17049"/>
                    <a:pt x="59226" y="17049"/>
                  </a:cubicBezTo>
                  <a:cubicBezTo>
                    <a:pt x="58415" y="17861"/>
                    <a:pt x="59226" y="17861"/>
                    <a:pt x="59226" y="17861"/>
                  </a:cubicBezTo>
                  <a:cubicBezTo>
                    <a:pt x="60849" y="18673"/>
                    <a:pt x="61660" y="17861"/>
                    <a:pt x="60849" y="17049"/>
                  </a:cubicBezTo>
                  <a:close/>
                  <a:moveTo>
                    <a:pt x="80320" y="12990"/>
                  </a:moveTo>
                  <a:cubicBezTo>
                    <a:pt x="79509" y="12990"/>
                    <a:pt x="77075" y="13802"/>
                    <a:pt x="77886" y="13802"/>
                  </a:cubicBezTo>
                  <a:cubicBezTo>
                    <a:pt x="78698" y="13802"/>
                    <a:pt x="75452" y="15426"/>
                    <a:pt x="74641" y="15426"/>
                  </a:cubicBezTo>
                  <a:cubicBezTo>
                    <a:pt x="73830" y="15426"/>
                    <a:pt x="73830" y="15426"/>
                    <a:pt x="73830" y="14614"/>
                  </a:cubicBezTo>
                  <a:cubicBezTo>
                    <a:pt x="73830" y="13802"/>
                    <a:pt x="73830" y="13802"/>
                    <a:pt x="73018" y="14614"/>
                  </a:cubicBezTo>
                  <a:cubicBezTo>
                    <a:pt x="72207" y="15426"/>
                    <a:pt x="71396" y="16238"/>
                    <a:pt x="69773" y="16238"/>
                  </a:cubicBezTo>
                  <a:cubicBezTo>
                    <a:pt x="68150" y="16238"/>
                    <a:pt x="67339" y="16238"/>
                    <a:pt x="67339" y="17049"/>
                  </a:cubicBezTo>
                  <a:cubicBezTo>
                    <a:pt x="67339" y="17049"/>
                    <a:pt x="66528" y="17861"/>
                    <a:pt x="66528" y="17049"/>
                  </a:cubicBezTo>
                  <a:cubicBezTo>
                    <a:pt x="66528" y="17049"/>
                    <a:pt x="65717" y="17049"/>
                    <a:pt x="64905" y="17049"/>
                  </a:cubicBezTo>
                  <a:cubicBezTo>
                    <a:pt x="64094" y="17049"/>
                    <a:pt x="64094" y="17861"/>
                    <a:pt x="64094" y="17861"/>
                  </a:cubicBezTo>
                  <a:cubicBezTo>
                    <a:pt x="64094" y="18673"/>
                    <a:pt x="64905" y="18673"/>
                    <a:pt x="64905" y="17861"/>
                  </a:cubicBezTo>
                  <a:cubicBezTo>
                    <a:pt x="65717" y="17049"/>
                    <a:pt x="68962" y="16238"/>
                    <a:pt x="69773" y="17049"/>
                  </a:cubicBezTo>
                  <a:cubicBezTo>
                    <a:pt x="70585" y="17861"/>
                    <a:pt x="71396" y="17861"/>
                    <a:pt x="71396" y="17049"/>
                  </a:cubicBezTo>
                  <a:cubicBezTo>
                    <a:pt x="71396" y="16238"/>
                    <a:pt x="75452" y="15426"/>
                    <a:pt x="75452" y="16238"/>
                  </a:cubicBezTo>
                  <a:cubicBezTo>
                    <a:pt x="75452" y="17049"/>
                    <a:pt x="78698" y="17861"/>
                    <a:pt x="78698" y="17049"/>
                  </a:cubicBezTo>
                  <a:cubicBezTo>
                    <a:pt x="78698" y="17049"/>
                    <a:pt x="78698" y="16238"/>
                    <a:pt x="78698" y="16238"/>
                  </a:cubicBezTo>
                  <a:cubicBezTo>
                    <a:pt x="78698" y="16238"/>
                    <a:pt x="79509" y="16238"/>
                    <a:pt x="79509" y="17049"/>
                  </a:cubicBezTo>
                  <a:cubicBezTo>
                    <a:pt x="79509" y="17861"/>
                    <a:pt x="81132" y="17861"/>
                    <a:pt x="81943" y="17049"/>
                  </a:cubicBezTo>
                  <a:cubicBezTo>
                    <a:pt x="81943" y="17049"/>
                    <a:pt x="81943" y="16238"/>
                    <a:pt x="81132" y="16238"/>
                  </a:cubicBezTo>
                  <a:cubicBezTo>
                    <a:pt x="80320" y="16238"/>
                    <a:pt x="80320" y="15426"/>
                    <a:pt x="80320" y="15426"/>
                  </a:cubicBezTo>
                  <a:cubicBezTo>
                    <a:pt x="80320" y="15426"/>
                    <a:pt x="81132" y="15426"/>
                    <a:pt x="81132" y="14614"/>
                  </a:cubicBezTo>
                  <a:cubicBezTo>
                    <a:pt x="81132" y="14614"/>
                    <a:pt x="81132" y="13802"/>
                    <a:pt x="81943" y="12990"/>
                  </a:cubicBezTo>
                  <a:cubicBezTo>
                    <a:pt x="82754" y="12178"/>
                    <a:pt x="82754" y="12178"/>
                    <a:pt x="81943" y="11366"/>
                  </a:cubicBezTo>
                  <a:cubicBezTo>
                    <a:pt x="81943" y="12990"/>
                    <a:pt x="81132" y="12990"/>
                    <a:pt x="80320" y="12990"/>
                  </a:cubicBezTo>
                  <a:close/>
                  <a:moveTo>
                    <a:pt x="66528" y="14614"/>
                  </a:moveTo>
                  <a:cubicBezTo>
                    <a:pt x="66528" y="15426"/>
                    <a:pt x="67339" y="14614"/>
                    <a:pt x="66528" y="14614"/>
                  </a:cubicBezTo>
                  <a:cubicBezTo>
                    <a:pt x="66528" y="14614"/>
                    <a:pt x="66528" y="14614"/>
                    <a:pt x="66528" y="14614"/>
                  </a:cubicBezTo>
                  <a:cubicBezTo>
                    <a:pt x="65717" y="14614"/>
                    <a:pt x="65717" y="14614"/>
                    <a:pt x="66528" y="14614"/>
                  </a:cubicBezTo>
                  <a:close/>
                  <a:moveTo>
                    <a:pt x="66528" y="68198"/>
                  </a:moveTo>
                  <a:cubicBezTo>
                    <a:pt x="66528" y="68198"/>
                    <a:pt x="66528" y="69010"/>
                    <a:pt x="66528" y="68198"/>
                  </a:cubicBezTo>
                  <a:cubicBezTo>
                    <a:pt x="65717" y="69010"/>
                    <a:pt x="65717" y="69010"/>
                    <a:pt x="66528" y="69010"/>
                  </a:cubicBezTo>
                  <a:cubicBezTo>
                    <a:pt x="67339" y="69010"/>
                    <a:pt x="66528" y="69010"/>
                    <a:pt x="66528" y="68198"/>
                  </a:cubicBezTo>
                  <a:cubicBezTo>
                    <a:pt x="66528" y="69010"/>
                    <a:pt x="66528" y="68198"/>
                    <a:pt x="66528" y="68198"/>
                  </a:cubicBezTo>
                  <a:close/>
                  <a:moveTo>
                    <a:pt x="67339" y="66574"/>
                  </a:moveTo>
                  <a:cubicBezTo>
                    <a:pt x="66528" y="66574"/>
                    <a:pt x="66528" y="67386"/>
                    <a:pt x="66528" y="67386"/>
                  </a:cubicBezTo>
                  <a:cubicBezTo>
                    <a:pt x="67339" y="68198"/>
                    <a:pt x="67339" y="68198"/>
                    <a:pt x="67339" y="66574"/>
                  </a:cubicBezTo>
                  <a:cubicBezTo>
                    <a:pt x="68150" y="66574"/>
                    <a:pt x="68962" y="66574"/>
                    <a:pt x="68150" y="65762"/>
                  </a:cubicBezTo>
                  <a:cubicBezTo>
                    <a:pt x="68150" y="66574"/>
                    <a:pt x="68150" y="66574"/>
                    <a:pt x="67339" y="66574"/>
                  </a:cubicBezTo>
                  <a:close/>
                  <a:moveTo>
                    <a:pt x="67339" y="69822"/>
                  </a:moveTo>
                  <a:cubicBezTo>
                    <a:pt x="67339" y="70634"/>
                    <a:pt x="67339" y="70634"/>
                    <a:pt x="67339" y="69822"/>
                  </a:cubicBezTo>
                  <a:cubicBezTo>
                    <a:pt x="68150" y="69822"/>
                    <a:pt x="68962" y="69010"/>
                    <a:pt x="67339" y="69822"/>
                  </a:cubicBezTo>
                  <a:cubicBezTo>
                    <a:pt x="67339" y="69010"/>
                    <a:pt x="67339" y="69822"/>
                    <a:pt x="67339" y="69822"/>
                  </a:cubicBezTo>
                  <a:close/>
                  <a:moveTo>
                    <a:pt x="69773" y="12990"/>
                  </a:moveTo>
                  <a:cubicBezTo>
                    <a:pt x="70585" y="12990"/>
                    <a:pt x="70585" y="12990"/>
                    <a:pt x="70585" y="12178"/>
                  </a:cubicBezTo>
                  <a:cubicBezTo>
                    <a:pt x="70585" y="12990"/>
                    <a:pt x="70585" y="12990"/>
                    <a:pt x="69773" y="12990"/>
                  </a:cubicBezTo>
                  <a:cubicBezTo>
                    <a:pt x="68962" y="12990"/>
                    <a:pt x="68962" y="12990"/>
                    <a:pt x="69773" y="12990"/>
                  </a:cubicBezTo>
                  <a:cubicBezTo>
                    <a:pt x="68962" y="12990"/>
                    <a:pt x="68962" y="13802"/>
                    <a:pt x="69773" y="12990"/>
                  </a:cubicBezTo>
                  <a:close/>
                  <a:moveTo>
                    <a:pt x="71396" y="14614"/>
                  </a:moveTo>
                  <a:cubicBezTo>
                    <a:pt x="71396" y="14614"/>
                    <a:pt x="72207" y="14614"/>
                    <a:pt x="71396" y="14614"/>
                  </a:cubicBezTo>
                  <a:cubicBezTo>
                    <a:pt x="71396" y="13802"/>
                    <a:pt x="70585" y="13802"/>
                    <a:pt x="71396" y="14614"/>
                  </a:cubicBezTo>
                  <a:cubicBezTo>
                    <a:pt x="69773" y="13802"/>
                    <a:pt x="70585" y="13802"/>
                    <a:pt x="71396" y="14614"/>
                  </a:cubicBezTo>
                  <a:close/>
                  <a:moveTo>
                    <a:pt x="71396" y="61703"/>
                  </a:moveTo>
                  <a:cubicBezTo>
                    <a:pt x="70585" y="62515"/>
                    <a:pt x="70585" y="62515"/>
                    <a:pt x="70585" y="63327"/>
                  </a:cubicBezTo>
                  <a:cubicBezTo>
                    <a:pt x="70585" y="63327"/>
                    <a:pt x="71396" y="62515"/>
                    <a:pt x="71396" y="61703"/>
                  </a:cubicBezTo>
                  <a:cubicBezTo>
                    <a:pt x="73018" y="60891"/>
                    <a:pt x="73018" y="60891"/>
                    <a:pt x="71396" y="61703"/>
                  </a:cubicBezTo>
                  <a:close/>
                  <a:moveTo>
                    <a:pt x="79509" y="15426"/>
                  </a:moveTo>
                  <a:cubicBezTo>
                    <a:pt x="79509" y="15426"/>
                    <a:pt x="80320" y="15426"/>
                    <a:pt x="80320" y="15426"/>
                  </a:cubicBezTo>
                  <a:cubicBezTo>
                    <a:pt x="80320" y="15426"/>
                    <a:pt x="80320" y="16238"/>
                    <a:pt x="79509" y="15426"/>
                  </a:cubicBezTo>
                  <a:cubicBezTo>
                    <a:pt x="78698" y="15426"/>
                    <a:pt x="78698" y="15426"/>
                    <a:pt x="79509" y="15426"/>
                  </a:cubicBezTo>
                  <a:close/>
                  <a:moveTo>
                    <a:pt x="80320" y="10554"/>
                  </a:moveTo>
                  <a:cubicBezTo>
                    <a:pt x="81132" y="10554"/>
                    <a:pt x="81132" y="10554"/>
                    <a:pt x="81132" y="9743"/>
                  </a:cubicBezTo>
                  <a:cubicBezTo>
                    <a:pt x="81132" y="9743"/>
                    <a:pt x="81132" y="8931"/>
                    <a:pt x="80320" y="8931"/>
                  </a:cubicBezTo>
                  <a:cubicBezTo>
                    <a:pt x="80320" y="9743"/>
                    <a:pt x="80320" y="9743"/>
                    <a:pt x="80320" y="10554"/>
                  </a:cubicBezTo>
                  <a:cubicBezTo>
                    <a:pt x="79509" y="10554"/>
                    <a:pt x="80320" y="10554"/>
                    <a:pt x="80320" y="10554"/>
                  </a:cubicBezTo>
                  <a:close/>
                  <a:moveTo>
                    <a:pt x="84377" y="15426"/>
                  </a:moveTo>
                  <a:cubicBezTo>
                    <a:pt x="83566" y="15426"/>
                    <a:pt x="83566" y="15426"/>
                    <a:pt x="84377" y="15426"/>
                  </a:cubicBezTo>
                  <a:cubicBezTo>
                    <a:pt x="86811" y="16238"/>
                    <a:pt x="87622" y="15426"/>
                    <a:pt x="85999" y="15426"/>
                  </a:cubicBezTo>
                  <a:cubicBezTo>
                    <a:pt x="85188" y="14614"/>
                    <a:pt x="84377" y="14614"/>
                    <a:pt x="84377" y="15426"/>
                  </a:cubicBezTo>
                  <a:close/>
                  <a:moveTo>
                    <a:pt x="85999" y="8931"/>
                  </a:moveTo>
                  <a:cubicBezTo>
                    <a:pt x="85188" y="8931"/>
                    <a:pt x="83566" y="9743"/>
                    <a:pt x="83566" y="10554"/>
                  </a:cubicBezTo>
                  <a:cubicBezTo>
                    <a:pt x="83566" y="11366"/>
                    <a:pt x="85999" y="11366"/>
                    <a:pt x="85999" y="10554"/>
                  </a:cubicBezTo>
                  <a:cubicBezTo>
                    <a:pt x="87622" y="9743"/>
                    <a:pt x="87622" y="8931"/>
                    <a:pt x="85999" y="8931"/>
                  </a:cubicBezTo>
                  <a:close/>
                  <a:moveTo>
                    <a:pt x="89245" y="12178"/>
                  </a:moveTo>
                  <a:cubicBezTo>
                    <a:pt x="88433" y="12178"/>
                    <a:pt x="88433" y="12178"/>
                    <a:pt x="89245" y="12178"/>
                  </a:cubicBezTo>
                  <a:cubicBezTo>
                    <a:pt x="88433" y="12990"/>
                    <a:pt x="88433" y="12990"/>
                    <a:pt x="89245" y="12178"/>
                  </a:cubicBezTo>
                  <a:cubicBezTo>
                    <a:pt x="89245" y="12990"/>
                    <a:pt x="90056" y="12990"/>
                    <a:pt x="89245" y="12178"/>
                  </a:cubicBezTo>
                  <a:cubicBezTo>
                    <a:pt x="90056" y="12990"/>
                    <a:pt x="89245" y="12990"/>
                    <a:pt x="89245" y="12178"/>
                  </a:cubicBezTo>
                  <a:close/>
                  <a:moveTo>
                    <a:pt x="91679" y="11366"/>
                  </a:moveTo>
                  <a:cubicBezTo>
                    <a:pt x="91679" y="11366"/>
                    <a:pt x="90867" y="12178"/>
                    <a:pt x="90867" y="12178"/>
                  </a:cubicBezTo>
                  <a:cubicBezTo>
                    <a:pt x="90867" y="12990"/>
                    <a:pt x="90867" y="12990"/>
                    <a:pt x="91679" y="11366"/>
                  </a:cubicBezTo>
                  <a:cubicBezTo>
                    <a:pt x="91679" y="11366"/>
                    <a:pt x="92490" y="10554"/>
                    <a:pt x="91679" y="11366"/>
                  </a:cubicBezTo>
                  <a:close/>
                  <a:moveTo>
                    <a:pt x="92490" y="14614"/>
                  </a:moveTo>
                  <a:cubicBezTo>
                    <a:pt x="91679" y="14614"/>
                    <a:pt x="91679" y="14614"/>
                    <a:pt x="92490" y="14614"/>
                  </a:cubicBezTo>
                  <a:cubicBezTo>
                    <a:pt x="93301" y="15426"/>
                    <a:pt x="94924" y="14614"/>
                    <a:pt x="94113" y="14614"/>
                  </a:cubicBezTo>
                  <a:cubicBezTo>
                    <a:pt x="94113" y="13802"/>
                    <a:pt x="93301" y="13802"/>
                    <a:pt x="92490" y="14614"/>
                  </a:cubicBezTo>
                  <a:close/>
                  <a:moveTo>
                    <a:pt x="94924" y="4059"/>
                  </a:moveTo>
                  <a:cubicBezTo>
                    <a:pt x="94113" y="4059"/>
                    <a:pt x="94113" y="4871"/>
                    <a:pt x="94113" y="4871"/>
                  </a:cubicBezTo>
                  <a:cubicBezTo>
                    <a:pt x="94113" y="5683"/>
                    <a:pt x="94924" y="5683"/>
                    <a:pt x="94924" y="4059"/>
                  </a:cubicBezTo>
                  <a:cubicBezTo>
                    <a:pt x="95735" y="4059"/>
                    <a:pt x="95735" y="4059"/>
                    <a:pt x="94924" y="4059"/>
                  </a:cubicBezTo>
                  <a:close/>
                  <a:moveTo>
                    <a:pt x="94113" y="12178"/>
                  </a:moveTo>
                  <a:cubicBezTo>
                    <a:pt x="94113" y="12990"/>
                    <a:pt x="94113" y="12990"/>
                    <a:pt x="94113" y="12178"/>
                  </a:cubicBezTo>
                  <a:cubicBezTo>
                    <a:pt x="95735" y="12990"/>
                    <a:pt x="95735" y="12178"/>
                    <a:pt x="94924" y="12178"/>
                  </a:cubicBezTo>
                  <a:cubicBezTo>
                    <a:pt x="94924" y="12178"/>
                    <a:pt x="94924" y="12178"/>
                    <a:pt x="94113" y="12178"/>
                  </a:cubicBezTo>
                  <a:close/>
                  <a:moveTo>
                    <a:pt x="101414" y="4059"/>
                  </a:moveTo>
                  <a:cubicBezTo>
                    <a:pt x="102226" y="4059"/>
                    <a:pt x="102226" y="4059"/>
                    <a:pt x="101414" y="4059"/>
                  </a:cubicBezTo>
                  <a:cubicBezTo>
                    <a:pt x="102226" y="4059"/>
                    <a:pt x="101414" y="4059"/>
                    <a:pt x="101414" y="4059"/>
                  </a:cubicBezTo>
                  <a:cubicBezTo>
                    <a:pt x="100603" y="4059"/>
                    <a:pt x="100603" y="4059"/>
                    <a:pt x="101414" y="4059"/>
                  </a:cubicBezTo>
                  <a:close/>
                  <a:moveTo>
                    <a:pt x="102226" y="9743"/>
                  </a:moveTo>
                  <a:cubicBezTo>
                    <a:pt x="102226" y="9743"/>
                    <a:pt x="101414" y="9743"/>
                    <a:pt x="102226" y="9743"/>
                  </a:cubicBezTo>
                  <a:cubicBezTo>
                    <a:pt x="101414" y="8931"/>
                    <a:pt x="102226" y="8931"/>
                    <a:pt x="102226" y="8931"/>
                  </a:cubicBezTo>
                  <a:cubicBezTo>
                    <a:pt x="102226" y="8931"/>
                    <a:pt x="103037" y="8931"/>
                    <a:pt x="102226" y="9743"/>
                  </a:cubicBezTo>
                  <a:cubicBezTo>
                    <a:pt x="103037" y="9743"/>
                    <a:pt x="102226" y="9743"/>
                    <a:pt x="102226" y="9743"/>
                  </a:cubicBezTo>
                  <a:close/>
                  <a:moveTo>
                    <a:pt x="106282" y="4059"/>
                  </a:moveTo>
                  <a:cubicBezTo>
                    <a:pt x="105471" y="4059"/>
                    <a:pt x="104660" y="4871"/>
                    <a:pt x="104660" y="4871"/>
                  </a:cubicBezTo>
                  <a:cubicBezTo>
                    <a:pt x="104660" y="4871"/>
                    <a:pt x="104660" y="5683"/>
                    <a:pt x="105471" y="4871"/>
                  </a:cubicBezTo>
                  <a:cubicBezTo>
                    <a:pt x="106282" y="4871"/>
                    <a:pt x="107094" y="4871"/>
                    <a:pt x="107094" y="4871"/>
                  </a:cubicBezTo>
                  <a:cubicBezTo>
                    <a:pt x="107905" y="4871"/>
                    <a:pt x="107905" y="4871"/>
                    <a:pt x="107905" y="4059"/>
                  </a:cubicBezTo>
                  <a:cubicBezTo>
                    <a:pt x="107905" y="3247"/>
                    <a:pt x="107094" y="4059"/>
                    <a:pt x="106282" y="4059"/>
                  </a:cubicBezTo>
                  <a:close/>
                  <a:moveTo>
                    <a:pt x="116018" y="9743"/>
                  </a:moveTo>
                  <a:cubicBezTo>
                    <a:pt x="115207" y="9743"/>
                    <a:pt x="115207" y="8931"/>
                    <a:pt x="116018" y="9743"/>
                  </a:cubicBezTo>
                  <a:cubicBezTo>
                    <a:pt x="116018" y="8931"/>
                    <a:pt x="116829" y="8931"/>
                    <a:pt x="116018" y="9743"/>
                  </a:cubicBezTo>
                  <a:cubicBezTo>
                    <a:pt x="116829" y="9743"/>
                    <a:pt x="116829" y="9743"/>
                    <a:pt x="116018" y="9743"/>
                  </a:cubicBezTo>
                  <a:close/>
                  <a:moveTo>
                    <a:pt x="119263" y="9743"/>
                  </a:moveTo>
                  <a:cubicBezTo>
                    <a:pt x="117641" y="9743"/>
                    <a:pt x="116829" y="8931"/>
                    <a:pt x="118452" y="8119"/>
                  </a:cubicBezTo>
                  <a:cubicBezTo>
                    <a:pt x="119263" y="8119"/>
                    <a:pt x="120886" y="8931"/>
                    <a:pt x="120886" y="8931"/>
                  </a:cubicBezTo>
                  <a:cubicBezTo>
                    <a:pt x="120886" y="9743"/>
                    <a:pt x="120075" y="9743"/>
                    <a:pt x="119263" y="9743"/>
                  </a:cubicBezTo>
                  <a:close/>
                  <a:moveTo>
                    <a:pt x="126565" y="1624"/>
                  </a:moveTo>
                  <a:cubicBezTo>
                    <a:pt x="126565" y="1624"/>
                    <a:pt x="125754" y="1624"/>
                    <a:pt x="124943" y="1624"/>
                  </a:cubicBezTo>
                  <a:cubicBezTo>
                    <a:pt x="124131" y="2436"/>
                    <a:pt x="124131" y="2436"/>
                    <a:pt x="124943" y="2436"/>
                  </a:cubicBezTo>
                  <a:cubicBezTo>
                    <a:pt x="125754" y="3247"/>
                    <a:pt x="126565" y="2436"/>
                    <a:pt x="126565" y="1624"/>
                  </a:cubicBezTo>
                  <a:close/>
                  <a:moveTo>
                    <a:pt x="128188" y="8931"/>
                  </a:moveTo>
                  <a:cubicBezTo>
                    <a:pt x="128188" y="8931"/>
                    <a:pt x="128999" y="8931"/>
                    <a:pt x="128188" y="8931"/>
                  </a:cubicBezTo>
                  <a:cubicBezTo>
                    <a:pt x="128999" y="8119"/>
                    <a:pt x="128999" y="8931"/>
                    <a:pt x="128999" y="8931"/>
                  </a:cubicBezTo>
                  <a:cubicBezTo>
                    <a:pt x="128999" y="8931"/>
                    <a:pt x="128999" y="9743"/>
                    <a:pt x="128188" y="8931"/>
                  </a:cubicBezTo>
                  <a:cubicBezTo>
                    <a:pt x="128999" y="9743"/>
                    <a:pt x="128188" y="9743"/>
                    <a:pt x="128188" y="8931"/>
                  </a:cubicBezTo>
                  <a:close/>
                  <a:moveTo>
                    <a:pt x="140358" y="1624"/>
                  </a:moveTo>
                  <a:cubicBezTo>
                    <a:pt x="138735" y="1624"/>
                    <a:pt x="137112" y="3247"/>
                    <a:pt x="137924" y="3247"/>
                  </a:cubicBezTo>
                  <a:cubicBezTo>
                    <a:pt x="137924" y="3247"/>
                    <a:pt x="138735" y="3247"/>
                    <a:pt x="138735" y="3247"/>
                  </a:cubicBezTo>
                  <a:cubicBezTo>
                    <a:pt x="138735" y="3247"/>
                    <a:pt x="139546" y="3247"/>
                    <a:pt x="139546" y="3247"/>
                  </a:cubicBezTo>
                  <a:cubicBezTo>
                    <a:pt x="139546" y="3247"/>
                    <a:pt x="140358" y="3247"/>
                    <a:pt x="141169" y="3247"/>
                  </a:cubicBezTo>
                  <a:cubicBezTo>
                    <a:pt x="141980" y="3247"/>
                    <a:pt x="141980" y="3247"/>
                    <a:pt x="141980" y="2436"/>
                  </a:cubicBezTo>
                  <a:cubicBezTo>
                    <a:pt x="141980" y="1624"/>
                    <a:pt x="141169" y="1624"/>
                    <a:pt x="140358" y="1624"/>
                  </a:cubicBezTo>
                  <a:close/>
                  <a:moveTo>
                    <a:pt x="141980" y="13802"/>
                  </a:moveTo>
                  <a:cubicBezTo>
                    <a:pt x="141980" y="13802"/>
                    <a:pt x="141980" y="13802"/>
                    <a:pt x="141980" y="13802"/>
                  </a:cubicBezTo>
                  <a:cubicBezTo>
                    <a:pt x="141169" y="14614"/>
                    <a:pt x="141169" y="14614"/>
                    <a:pt x="141169" y="14614"/>
                  </a:cubicBezTo>
                  <a:cubicBezTo>
                    <a:pt x="140358" y="13802"/>
                    <a:pt x="141169" y="12990"/>
                    <a:pt x="141980" y="13802"/>
                  </a:cubicBezTo>
                  <a:close/>
                  <a:moveTo>
                    <a:pt x="145225" y="8931"/>
                  </a:moveTo>
                  <a:cubicBezTo>
                    <a:pt x="145225" y="8119"/>
                    <a:pt x="145225" y="8119"/>
                    <a:pt x="144414" y="8119"/>
                  </a:cubicBezTo>
                  <a:cubicBezTo>
                    <a:pt x="143603" y="8119"/>
                    <a:pt x="142792" y="9743"/>
                    <a:pt x="142792" y="9743"/>
                  </a:cubicBezTo>
                  <a:cubicBezTo>
                    <a:pt x="143603" y="10554"/>
                    <a:pt x="145225" y="9743"/>
                    <a:pt x="145225" y="8931"/>
                  </a:cubicBezTo>
                  <a:close/>
                  <a:moveTo>
                    <a:pt x="145225" y="12990"/>
                  </a:moveTo>
                  <a:cubicBezTo>
                    <a:pt x="146037" y="12990"/>
                    <a:pt x="146037" y="13802"/>
                    <a:pt x="146037" y="13802"/>
                  </a:cubicBezTo>
                  <a:cubicBezTo>
                    <a:pt x="146037" y="13802"/>
                    <a:pt x="146037" y="14614"/>
                    <a:pt x="145225" y="13802"/>
                  </a:cubicBezTo>
                  <a:cubicBezTo>
                    <a:pt x="145225" y="14614"/>
                    <a:pt x="144414" y="13802"/>
                    <a:pt x="145225" y="12990"/>
                  </a:cubicBezTo>
                  <a:cubicBezTo>
                    <a:pt x="145225" y="12990"/>
                    <a:pt x="145225" y="12990"/>
                    <a:pt x="145225" y="12990"/>
                  </a:cubicBezTo>
                  <a:close/>
                  <a:moveTo>
                    <a:pt x="147659" y="12178"/>
                  </a:moveTo>
                  <a:cubicBezTo>
                    <a:pt x="148471" y="12178"/>
                    <a:pt x="148471" y="11366"/>
                    <a:pt x="147659" y="12178"/>
                  </a:cubicBezTo>
                  <a:cubicBezTo>
                    <a:pt x="148471" y="11366"/>
                    <a:pt x="148471" y="11366"/>
                    <a:pt x="147659" y="12178"/>
                  </a:cubicBezTo>
                  <a:cubicBezTo>
                    <a:pt x="147659" y="11366"/>
                    <a:pt x="146848" y="11366"/>
                    <a:pt x="147659" y="12178"/>
                  </a:cubicBezTo>
                  <a:cubicBezTo>
                    <a:pt x="146848" y="12178"/>
                    <a:pt x="147659" y="12178"/>
                    <a:pt x="147659" y="12178"/>
                  </a:cubicBezTo>
                  <a:close/>
                  <a:moveTo>
                    <a:pt x="150093" y="14614"/>
                  </a:moveTo>
                  <a:cubicBezTo>
                    <a:pt x="149282" y="14614"/>
                    <a:pt x="149282" y="14614"/>
                    <a:pt x="148471" y="14614"/>
                  </a:cubicBezTo>
                  <a:cubicBezTo>
                    <a:pt x="149282" y="13802"/>
                    <a:pt x="149282" y="13802"/>
                    <a:pt x="150093" y="14614"/>
                  </a:cubicBezTo>
                  <a:cubicBezTo>
                    <a:pt x="150093" y="13802"/>
                    <a:pt x="150905" y="13802"/>
                    <a:pt x="150093" y="14614"/>
                  </a:cubicBezTo>
                  <a:cubicBezTo>
                    <a:pt x="150905" y="13802"/>
                    <a:pt x="150905" y="14614"/>
                    <a:pt x="150093" y="14614"/>
                  </a:cubicBezTo>
                  <a:close/>
                  <a:moveTo>
                    <a:pt x="149282" y="11366"/>
                  </a:moveTo>
                  <a:cubicBezTo>
                    <a:pt x="149282" y="11366"/>
                    <a:pt x="149282" y="12178"/>
                    <a:pt x="149282" y="11366"/>
                  </a:cubicBezTo>
                  <a:cubicBezTo>
                    <a:pt x="150905" y="12178"/>
                    <a:pt x="150905" y="11366"/>
                    <a:pt x="150093" y="11366"/>
                  </a:cubicBezTo>
                  <a:cubicBezTo>
                    <a:pt x="150093" y="11366"/>
                    <a:pt x="149282" y="11366"/>
                    <a:pt x="149282" y="11366"/>
                  </a:cubicBezTo>
                  <a:close/>
                  <a:moveTo>
                    <a:pt x="155773" y="14614"/>
                  </a:moveTo>
                  <a:cubicBezTo>
                    <a:pt x="155773" y="15426"/>
                    <a:pt x="154961" y="15426"/>
                    <a:pt x="154150" y="15426"/>
                  </a:cubicBezTo>
                  <a:cubicBezTo>
                    <a:pt x="152527" y="15426"/>
                    <a:pt x="151716" y="14614"/>
                    <a:pt x="153339" y="13802"/>
                  </a:cubicBezTo>
                  <a:cubicBezTo>
                    <a:pt x="154961" y="12990"/>
                    <a:pt x="155773" y="13802"/>
                    <a:pt x="155773" y="14614"/>
                  </a:cubicBezTo>
                  <a:close/>
                  <a:moveTo>
                    <a:pt x="159018" y="10554"/>
                  </a:moveTo>
                  <a:cubicBezTo>
                    <a:pt x="160641" y="10554"/>
                    <a:pt x="162263" y="10554"/>
                    <a:pt x="162263" y="9743"/>
                  </a:cubicBezTo>
                  <a:cubicBezTo>
                    <a:pt x="162263" y="9743"/>
                    <a:pt x="161452" y="9743"/>
                    <a:pt x="159829" y="9743"/>
                  </a:cubicBezTo>
                  <a:cubicBezTo>
                    <a:pt x="156584" y="9743"/>
                    <a:pt x="155773" y="10554"/>
                    <a:pt x="159018" y="10554"/>
                  </a:cubicBezTo>
                  <a:close/>
                  <a:moveTo>
                    <a:pt x="159829" y="14614"/>
                  </a:moveTo>
                  <a:cubicBezTo>
                    <a:pt x="160641" y="14614"/>
                    <a:pt x="160641" y="14614"/>
                    <a:pt x="160641" y="14614"/>
                  </a:cubicBezTo>
                  <a:cubicBezTo>
                    <a:pt x="161452" y="15426"/>
                    <a:pt x="160641" y="15426"/>
                    <a:pt x="159829" y="14614"/>
                  </a:cubicBezTo>
                  <a:cubicBezTo>
                    <a:pt x="159829" y="15426"/>
                    <a:pt x="159829" y="14614"/>
                    <a:pt x="159829" y="14614"/>
                  </a:cubicBezTo>
                  <a:close/>
                  <a:moveTo>
                    <a:pt x="164697" y="10554"/>
                  </a:moveTo>
                  <a:cubicBezTo>
                    <a:pt x="164697" y="10554"/>
                    <a:pt x="163886" y="10554"/>
                    <a:pt x="163886" y="10554"/>
                  </a:cubicBezTo>
                  <a:cubicBezTo>
                    <a:pt x="163074" y="10554"/>
                    <a:pt x="163074" y="10554"/>
                    <a:pt x="163886" y="11366"/>
                  </a:cubicBezTo>
                  <a:cubicBezTo>
                    <a:pt x="164697" y="12178"/>
                    <a:pt x="165508" y="11366"/>
                    <a:pt x="164697" y="10554"/>
                  </a:cubicBezTo>
                  <a:close/>
                  <a:moveTo>
                    <a:pt x="177678" y="9743"/>
                  </a:moveTo>
                  <a:cubicBezTo>
                    <a:pt x="177678" y="9743"/>
                    <a:pt x="177678" y="9743"/>
                    <a:pt x="177678" y="9743"/>
                  </a:cubicBezTo>
                  <a:cubicBezTo>
                    <a:pt x="176867" y="10554"/>
                    <a:pt x="176867" y="10554"/>
                    <a:pt x="177678" y="10554"/>
                  </a:cubicBezTo>
                  <a:cubicBezTo>
                    <a:pt x="177678" y="10554"/>
                    <a:pt x="178489" y="10554"/>
                    <a:pt x="177678" y="9743"/>
                  </a:cubicBezTo>
                  <a:cubicBezTo>
                    <a:pt x="178489" y="9743"/>
                    <a:pt x="177678" y="9743"/>
                    <a:pt x="177678" y="9743"/>
                  </a:cubicBezTo>
                  <a:close/>
                  <a:moveTo>
                    <a:pt x="179301" y="11366"/>
                  </a:moveTo>
                  <a:cubicBezTo>
                    <a:pt x="179301" y="11366"/>
                    <a:pt x="180112" y="12178"/>
                    <a:pt x="180923" y="12178"/>
                  </a:cubicBezTo>
                  <a:cubicBezTo>
                    <a:pt x="182546" y="12178"/>
                    <a:pt x="182546" y="11366"/>
                    <a:pt x="180112" y="11366"/>
                  </a:cubicBezTo>
                  <a:cubicBezTo>
                    <a:pt x="179301" y="11366"/>
                    <a:pt x="178489" y="11366"/>
                    <a:pt x="179301" y="11366"/>
                  </a:cubicBezTo>
                  <a:close/>
                  <a:moveTo>
                    <a:pt x="181735" y="15426"/>
                  </a:moveTo>
                  <a:cubicBezTo>
                    <a:pt x="180923" y="15426"/>
                    <a:pt x="180923" y="15426"/>
                    <a:pt x="181735" y="15426"/>
                  </a:cubicBezTo>
                  <a:cubicBezTo>
                    <a:pt x="180923" y="15426"/>
                    <a:pt x="181735" y="15426"/>
                    <a:pt x="181735" y="15426"/>
                  </a:cubicBezTo>
                  <a:cubicBezTo>
                    <a:pt x="181735" y="16238"/>
                    <a:pt x="181735" y="16238"/>
                    <a:pt x="181735" y="15426"/>
                  </a:cubicBezTo>
                  <a:cubicBezTo>
                    <a:pt x="182546" y="15426"/>
                    <a:pt x="181735" y="15426"/>
                    <a:pt x="181735" y="15426"/>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897" name="Freeform 896">
              <a:extLst>
                <a:ext uri="{FF2B5EF4-FFF2-40B4-BE49-F238E27FC236}">
                  <a16:creationId xmlns:a16="http://schemas.microsoft.com/office/drawing/2014/main" id="{641ACC17-BC9D-9539-28A9-5EC4109BE21C}"/>
                </a:ext>
              </a:extLst>
            </p:cNvPr>
            <p:cNvSpPr/>
            <p:nvPr/>
          </p:nvSpPr>
          <p:spPr>
            <a:xfrm>
              <a:off x="1171073" y="-1821528"/>
              <a:ext cx="116018" cy="111227"/>
            </a:xfrm>
            <a:custGeom>
              <a:avLst/>
              <a:gdLst>
                <a:gd name="connsiteX0" fmla="*/ 0 w 116018"/>
                <a:gd name="connsiteY0" fmla="*/ 100673 h 111227"/>
                <a:gd name="connsiteX1" fmla="*/ 1623 w 116018"/>
                <a:gd name="connsiteY1" fmla="*/ 93366 h 111227"/>
                <a:gd name="connsiteX2" fmla="*/ 1623 w 116018"/>
                <a:gd name="connsiteY2" fmla="*/ 92554 h 111227"/>
                <a:gd name="connsiteX3" fmla="*/ 3245 w 116018"/>
                <a:gd name="connsiteY3" fmla="*/ 87683 h 111227"/>
                <a:gd name="connsiteX4" fmla="*/ 4057 w 116018"/>
                <a:gd name="connsiteY4" fmla="*/ 86059 h 111227"/>
                <a:gd name="connsiteX5" fmla="*/ 8925 w 116018"/>
                <a:gd name="connsiteY5" fmla="*/ 79564 h 111227"/>
                <a:gd name="connsiteX6" fmla="*/ 8925 w 116018"/>
                <a:gd name="connsiteY6" fmla="*/ 78752 h 111227"/>
                <a:gd name="connsiteX7" fmla="*/ 10547 w 116018"/>
                <a:gd name="connsiteY7" fmla="*/ 76317 h 111227"/>
                <a:gd name="connsiteX8" fmla="*/ 11359 w 116018"/>
                <a:gd name="connsiteY8" fmla="*/ 74693 h 111227"/>
                <a:gd name="connsiteX9" fmla="*/ 11359 w 116018"/>
                <a:gd name="connsiteY9" fmla="*/ 73881 h 111227"/>
                <a:gd name="connsiteX10" fmla="*/ 12981 w 116018"/>
                <a:gd name="connsiteY10" fmla="*/ 73881 h 111227"/>
                <a:gd name="connsiteX11" fmla="*/ 12981 w 116018"/>
                <a:gd name="connsiteY11" fmla="*/ 73881 h 111227"/>
                <a:gd name="connsiteX12" fmla="*/ 13792 w 116018"/>
                <a:gd name="connsiteY12" fmla="*/ 72257 h 111227"/>
                <a:gd name="connsiteX13" fmla="*/ 14604 w 116018"/>
                <a:gd name="connsiteY13" fmla="*/ 70634 h 111227"/>
                <a:gd name="connsiteX14" fmla="*/ 14604 w 116018"/>
                <a:gd name="connsiteY14" fmla="*/ 70634 h 111227"/>
                <a:gd name="connsiteX15" fmla="*/ 15415 w 116018"/>
                <a:gd name="connsiteY15" fmla="*/ 69822 h 111227"/>
                <a:gd name="connsiteX16" fmla="*/ 17038 w 116018"/>
                <a:gd name="connsiteY16" fmla="*/ 67386 h 111227"/>
                <a:gd name="connsiteX17" fmla="*/ 18660 w 116018"/>
                <a:gd name="connsiteY17" fmla="*/ 65762 h 111227"/>
                <a:gd name="connsiteX18" fmla="*/ 19472 w 116018"/>
                <a:gd name="connsiteY18" fmla="*/ 64950 h 111227"/>
                <a:gd name="connsiteX19" fmla="*/ 20283 w 116018"/>
                <a:gd name="connsiteY19" fmla="*/ 64138 h 111227"/>
                <a:gd name="connsiteX20" fmla="*/ 21906 w 116018"/>
                <a:gd name="connsiteY20" fmla="*/ 62515 h 111227"/>
                <a:gd name="connsiteX21" fmla="*/ 23528 w 116018"/>
                <a:gd name="connsiteY21" fmla="*/ 60891 h 111227"/>
                <a:gd name="connsiteX22" fmla="*/ 25962 w 116018"/>
                <a:gd name="connsiteY22" fmla="*/ 56832 h 111227"/>
                <a:gd name="connsiteX23" fmla="*/ 28396 w 116018"/>
                <a:gd name="connsiteY23" fmla="*/ 52772 h 111227"/>
                <a:gd name="connsiteX24" fmla="*/ 29207 w 116018"/>
                <a:gd name="connsiteY24" fmla="*/ 51960 h 111227"/>
                <a:gd name="connsiteX25" fmla="*/ 32453 w 116018"/>
                <a:gd name="connsiteY25" fmla="*/ 47089 h 111227"/>
                <a:gd name="connsiteX26" fmla="*/ 33264 w 116018"/>
                <a:gd name="connsiteY26" fmla="*/ 46277 h 111227"/>
                <a:gd name="connsiteX27" fmla="*/ 34075 w 116018"/>
                <a:gd name="connsiteY27" fmla="*/ 45465 h 111227"/>
                <a:gd name="connsiteX28" fmla="*/ 34887 w 116018"/>
                <a:gd name="connsiteY28" fmla="*/ 44653 h 111227"/>
                <a:gd name="connsiteX29" fmla="*/ 36509 w 116018"/>
                <a:gd name="connsiteY29" fmla="*/ 42218 h 111227"/>
                <a:gd name="connsiteX30" fmla="*/ 38132 w 116018"/>
                <a:gd name="connsiteY30" fmla="*/ 39782 h 111227"/>
                <a:gd name="connsiteX31" fmla="*/ 40566 w 116018"/>
                <a:gd name="connsiteY31" fmla="*/ 36535 h 111227"/>
                <a:gd name="connsiteX32" fmla="*/ 41377 w 116018"/>
                <a:gd name="connsiteY32" fmla="*/ 34911 h 111227"/>
                <a:gd name="connsiteX33" fmla="*/ 42188 w 116018"/>
                <a:gd name="connsiteY33" fmla="*/ 33287 h 111227"/>
                <a:gd name="connsiteX34" fmla="*/ 43000 w 116018"/>
                <a:gd name="connsiteY34" fmla="*/ 31663 h 111227"/>
                <a:gd name="connsiteX35" fmla="*/ 43811 w 116018"/>
                <a:gd name="connsiteY35" fmla="*/ 30851 h 111227"/>
                <a:gd name="connsiteX36" fmla="*/ 44622 w 116018"/>
                <a:gd name="connsiteY36" fmla="*/ 30040 h 111227"/>
                <a:gd name="connsiteX37" fmla="*/ 45434 w 116018"/>
                <a:gd name="connsiteY37" fmla="*/ 28416 h 111227"/>
                <a:gd name="connsiteX38" fmla="*/ 46245 w 116018"/>
                <a:gd name="connsiteY38" fmla="*/ 27604 h 111227"/>
                <a:gd name="connsiteX39" fmla="*/ 47056 w 116018"/>
                <a:gd name="connsiteY39" fmla="*/ 26792 h 111227"/>
                <a:gd name="connsiteX40" fmla="*/ 47868 w 116018"/>
                <a:gd name="connsiteY40" fmla="*/ 25168 h 111227"/>
                <a:gd name="connsiteX41" fmla="*/ 49490 w 116018"/>
                <a:gd name="connsiteY41" fmla="*/ 21109 h 111227"/>
                <a:gd name="connsiteX42" fmla="*/ 50302 w 116018"/>
                <a:gd name="connsiteY42" fmla="*/ 21109 h 111227"/>
                <a:gd name="connsiteX43" fmla="*/ 51924 w 116018"/>
                <a:gd name="connsiteY43" fmla="*/ 18673 h 111227"/>
                <a:gd name="connsiteX44" fmla="*/ 52735 w 116018"/>
                <a:gd name="connsiteY44" fmla="*/ 17861 h 111227"/>
                <a:gd name="connsiteX45" fmla="*/ 59226 w 116018"/>
                <a:gd name="connsiteY45" fmla="*/ 8119 h 111227"/>
                <a:gd name="connsiteX46" fmla="*/ 62471 w 116018"/>
                <a:gd name="connsiteY46" fmla="*/ 4059 h 111227"/>
                <a:gd name="connsiteX47" fmla="*/ 64094 w 116018"/>
                <a:gd name="connsiteY47" fmla="*/ 2436 h 111227"/>
                <a:gd name="connsiteX48" fmla="*/ 68151 w 116018"/>
                <a:gd name="connsiteY48" fmla="*/ 0 h 111227"/>
                <a:gd name="connsiteX49" fmla="*/ 78698 w 116018"/>
                <a:gd name="connsiteY49" fmla="*/ 7307 h 111227"/>
                <a:gd name="connsiteX50" fmla="*/ 76264 w 116018"/>
                <a:gd name="connsiteY50" fmla="*/ 12990 h 111227"/>
                <a:gd name="connsiteX51" fmla="*/ 74641 w 116018"/>
                <a:gd name="connsiteY51" fmla="*/ 15426 h 111227"/>
                <a:gd name="connsiteX52" fmla="*/ 71396 w 116018"/>
                <a:gd name="connsiteY52" fmla="*/ 19485 h 111227"/>
                <a:gd name="connsiteX53" fmla="*/ 68962 w 116018"/>
                <a:gd name="connsiteY53" fmla="*/ 23544 h 111227"/>
                <a:gd name="connsiteX54" fmla="*/ 67339 w 116018"/>
                <a:gd name="connsiteY54" fmla="*/ 25980 h 111227"/>
                <a:gd name="connsiteX55" fmla="*/ 56792 w 116018"/>
                <a:gd name="connsiteY55" fmla="*/ 40594 h 111227"/>
                <a:gd name="connsiteX56" fmla="*/ 53547 w 116018"/>
                <a:gd name="connsiteY56" fmla="*/ 44653 h 111227"/>
                <a:gd name="connsiteX57" fmla="*/ 51924 w 116018"/>
                <a:gd name="connsiteY57" fmla="*/ 47089 h 111227"/>
                <a:gd name="connsiteX58" fmla="*/ 51113 w 116018"/>
                <a:gd name="connsiteY58" fmla="*/ 48713 h 111227"/>
                <a:gd name="connsiteX59" fmla="*/ 48679 w 116018"/>
                <a:gd name="connsiteY59" fmla="*/ 51148 h 111227"/>
                <a:gd name="connsiteX60" fmla="*/ 47056 w 116018"/>
                <a:gd name="connsiteY60" fmla="*/ 52772 h 111227"/>
                <a:gd name="connsiteX61" fmla="*/ 46245 w 116018"/>
                <a:gd name="connsiteY61" fmla="*/ 53584 h 111227"/>
                <a:gd name="connsiteX62" fmla="*/ 43811 w 116018"/>
                <a:gd name="connsiteY62" fmla="*/ 56832 h 111227"/>
                <a:gd name="connsiteX63" fmla="*/ 41377 w 116018"/>
                <a:gd name="connsiteY63" fmla="*/ 60079 h 111227"/>
                <a:gd name="connsiteX64" fmla="*/ 39755 w 116018"/>
                <a:gd name="connsiteY64" fmla="*/ 62515 h 111227"/>
                <a:gd name="connsiteX65" fmla="*/ 38132 w 116018"/>
                <a:gd name="connsiteY65" fmla="*/ 64138 h 111227"/>
                <a:gd name="connsiteX66" fmla="*/ 34887 w 116018"/>
                <a:gd name="connsiteY66" fmla="*/ 69010 h 111227"/>
                <a:gd name="connsiteX67" fmla="*/ 33264 w 116018"/>
                <a:gd name="connsiteY67" fmla="*/ 70634 h 111227"/>
                <a:gd name="connsiteX68" fmla="*/ 27585 w 116018"/>
                <a:gd name="connsiteY68" fmla="*/ 78752 h 111227"/>
                <a:gd name="connsiteX69" fmla="*/ 26774 w 116018"/>
                <a:gd name="connsiteY69" fmla="*/ 79564 h 111227"/>
                <a:gd name="connsiteX70" fmla="*/ 25151 w 116018"/>
                <a:gd name="connsiteY70" fmla="*/ 82812 h 111227"/>
                <a:gd name="connsiteX71" fmla="*/ 23528 w 116018"/>
                <a:gd name="connsiteY71" fmla="*/ 86059 h 111227"/>
                <a:gd name="connsiteX72" fmla="*/ 28396 w 116018"/>
                <a:gd name="connsiteY72" fmla="*/ 82812 h 111227"/>
                <a:gd name="connsiteX73" fmla="*/ 48679 w 116018"/>
                <a:gd name="connsiteY73" fmla="*/ 69010 h 111227"/>
                <a:gd name="connsiteX74" fmla="*/ 55981 w 116018"/>
                <a:gd name="connsiteY74" fmla="*/ 69822 h 111227"/>
                <a:gd name="connsiteX75" fmla="*/ 57603 w 116018"/>
                <a:gd name="connsiteY75" fmla="*/ 70634 h 111227"/>
                <a:gd name="connsiteX76" fmla="*/ 60038 w 116018"/>
                <a:gd name="connsiteY76" fmla="*/ 73069 h 111227"/>
                <a:gd name="connsiteX77" fmla="*/ 60849 w 116018"/>
                <a:gd name="connsiteY77" fmla="*/ 78752 h 111227"/>
                <a:gd name="connsiteX78" fmla="*/ 59226 w 116018"/>
                <a:gd name="connsiteY78" fmla="*/ 85247 h 111227"/>
                <a:gd name="connsiteX79" fmla="*/ 57603 w 116018"/>
                <a:gd name="connsiteY79" fmla="*/ 89307 h 111227"/>
                <a:gd name="connsiteX80" fmla="*/ 56792 w 116018"/>
                <a:gd name="connsiteY80" fmla="*/ 91742 h 111227"/>
                <a:gd name="connsiteX81" fmla="*/ 55981 w 116018"/>
                <a:gd name="connsiteY81" fmla="*/ 96614 h 111227"/>
                <a:gd name="connsiteX82" fmla="*/ 56792 w 116018"/>
                <a:gd name="connsiteY82" fmla="*/ 100673 h 111227"/>
                <a:gd name="connsiteX83" fmla="*/ 60038 w 116018"/>
                <a:gd name="connsiteY83" fmla="*/ 100673 h 111227"/>
                <a:gd name="connsiteX84" fmla="*/ 68962 w 116018"/>
                <a:gd name="connsiteY84" fmla="*/ 98238 h 111227"/>
                <a:gd name="connsiteX85" fmla="*/ 69773 w 116018"/>
                <a:gd name="connsiteY85" fmla="*/ 97426 h 111227"/>
                <a:gd name="connsiteX86" fmla="*/ 79509 w 116018"/>
                <a:gd name="connsiteY86" fmla="*/ 92554 h 111227"/>
                <a:gd name="connsiteX87" fmla="*/ 90056 w 116018"/>
                <a:gd name="connsiteY87" fmla="*/ 85247 h 111227"/>
                <a:gd name="connsiteX88" fmla="*/ 101414 w 116018"/>
                <a:gd name="connsiteY88" fmla="*/ 77129 h 111227"/>
                <a:gd name="connsiteX89" fmla="*/ 116018 w 116018"/>
                <a:gd name="connsiteY89" fmla="*/ 67386 h 111227"/>
                <a:gd name="connsiteX90" fmla="*/ 111150 w 116018"/>
                <a:gd name="connsiteY90" fmla="*/ 72257 h 111227"/>
                <a:gd name="connsiteX91" fmla="*/ 106282 w 116018"/>
                <a:gd name="connsiteY91" fmla="*/ 77941 h 111227"/>
                <a:gd name="connsiteX92" fmla="*/ 101414 w 116018"/>
                <a:gd name="connsiteY92" fmla="*/ 82812 h 111227"/>
                <a:gd name="connsiteX93" fmla="*/ 100603 w 116018"/>
                <a:gd name="connsiteY93" fmla="*/ 83624 h 111227"/>
                <a:gd name="connsiteX94" fmla="*/ 96547 w 116018"/>
                <a:gd name="connsiteY94" fmla="*/ 86871 h 111227"/>
                <a:gd name="connsiteX95" fmla="*/ 91679 w 116018"/>
                <a:gd name="connsiteY95" fmla="*/ 91742 h 111227"/>
                <a:gd name="connsiteX96" fmla="*/ 89245 w 116018"/>
                <a:gd name="connsiteY96" fmla="*/ 94990 h 111227"/>
                <a:gd name="connsiteX97" fmla="*/ 88434 w 116018"/>
                <a:gd name="connsiteY97" fmla="*/ 95802 h 111227"/>
                <a:gd name="connsiteX98" fmla="*/ 81943 w 116018"/>
                <a:gd name="connsiteY98" fmla="*/ 102297 h 111227"/>
                <a:gd name="connsiteX99" fmla="*/ 77886 w 116018"/>
                <a:gd name="connsiteY99" fmla="*/ 105544 h 111227"/>
                <a:gd name="connsiteX100" fmla="*/ 74641 w 116018"/>
                <a:gd name="connsiteY100" fmla="*/ 107980 h 111227"/>
                <a:gd name="connsiteX101" fmla="*/ 72207 w 116018"/>
                <a:gd name="connsiteY101" fmla="*/ 109604 h 111227"/>
                <a:gd name="connsiteX102" fmla="*/ 70585 w 116018"/>
                <a:gd name="connsiteY102" fmla="*/ 110416 h 111227"/>
                <a:gd name="connsiteX103" fmla="*/ 66528 w 116018"/>
                <a:gd name="connsiteY103" fmla="*/ 109604 h 111227"/>
                <a:gd name="connsiteX104" fmla="*/ 61660 w 116018"/>
                <a:gd name="connsiteY104" fmla="*/ 108792 h 111227"/>
                <a:gd name="connsiteX105" fmla="*/ 49490 w 116018"/>
                <a:gd name="connsiteY105" fmla="*/ 99049 h 111227"/>
                <a:gd name="connsiteX106" fmla="*/ 48679 w 116018"/>
                <a:gd name="connsiteY106" fmla="*/ 97426 h 111227"/>
                <a:gd name="connsiteX107" fmla="*/ 47868 w 116018"/>
                <a:gd name="connsiteY107" fmla="*/ 82812 h 111227"/>
                <a:gd name="connsiteX108" fmla="*/ 48679 w 116018"/>
                <a:gd name="connsiteY108" fmla="*/ 79564 h 111227"/>
                <a:gd name="connsiteX109" fmla="*/ 48679 w 116018"/>
                <a:gd name="connsiteY109" fmla="*/ 77941 h 111227"/>
                <a:gd name="connsiteX110" fmla="*/ 47868 w 116018"/>
                <a:gd name="connsiteY110" fmla="*/ 79564 h 111227"/>
                <a:gd name="connsiteX111" fmla="*/ 47056 w 116018"/>
                <a:gd name="connsiteY111" fmla="*/ 80376 h 111227"/>
                <a:gd name="connsiteX112" fmla="*/ 44622 w 116018"/>
                <a:gd name="connsiteY112" fmla="*/ 82000 h 111227"/>
                <a:gd name="connsiteX113" fmla="*/ 43811 w 116018"/>
                <a:gd name="connsiteY113" fmla="*/ 82000 h 111227"/>
                <a:gd name="connsiteX114" fmla="*/ 43000 w 116018"/>
                <a:gd name="connsiteY114" fmla="*/ 82000 h 111227"/>
                <a:gd name="connsiteX115" fmla="*/ 41377 w 116018"/>
                <a:gd name="connsiteY115" fmla="*/ 82812 h 111227"/>
                <a:gd name="connsiteX116" fmla="*/ 39755 w 116018"/>
                <a:gd name="connsiteY116" fmla="*/ 84435 h 111227"/>
                <a:gd name="connsiteX117" fmla="*/ 38132 w 116018"/>
                <a:gd name="connsiteY117" fmla="*/ 86059 h 111227"/>
                <a:gd name="connsiteX118" fmla="*/ 36509 w 116018"/>
                <a:gd name="connsiteY118" fmla="*/ 87683 h 111227"/>
                <a:gd name="connsiteX119" fmla="*/ 35698 w 116018"/>
                <a:gd name="connsiteY119" fmla="*/ 88495 h 111227"/>
                <a:gd name="connsiteX120" fmla="*/ 33264 w 116018"/>
                <a:gd name="connsiteY120" fmla="*/ 90119 h 111227"/>
                <a:gd name="connsiteX121" fmla="*/ 33264 w 116018"/>
                <a:gd name="connsiteY121" fmla="*/ 90119 h 111227"/>
                <a:gd name="connsiteX122" fmla="*/ 32453 w 116018"/>
                <a:gd name="connsiteY122" fmla="*/ 90931 h 111227"/>
                <a:gd name="connsiteX123" fmla="*/ 31641 w 116018"/>
                <a:gd name="connsiteY123" fmla="*/ 91742 h 111227"/>
                <a:gd name="connsiteX124" fmla="*/ 30830 w 116018"/>
                <a:gd name="connsiteY124" fmla="*/ 92554 h 111227"/>
                <a:gd name="connsiteX125" fmla="*/ 30019 w 116018"/>
                <a:gd name="connsiteY125" fmla="*/ 93366 h 111227"/>
                <a:gd name="connsiteX126" fmla="*/ 29207 w 116018"/>
                <a:gd name="connsiteY126" fmla="*/ 93366 h 111227"/>
                <a:gd name="connsiteX127" fmla="*/ 29207 w 116018"/>
                <a:gd name="connsiteY127" fmla="*/ 94178 h 111227"/>
                <a:gd name="connsiteX128" fmla="*/ 26774 w 116018"/>
                <a:gd name="connsiteY128" fmla="*/ 96614 h 111227"/>
                <a:gd name="connsiteX129" fmla="*/ 21094 w 116018"/>
                <a:gd name="connsiteY129" fmla="*/ 102297 h 111227"/>
                <a:gd name="connsiteX130" fmla="*/ 13792 w 116018"/>
                <a:gd name="connsiteY130" fmla="*/ 108792 h 111227"/>
                <a:gd name="connsiteX131" fmla="*/ 12981 w 116018"/>
                <a:gd name="connsiteY131" fmla="*/ 109604 h 111227"/>
                <a:gd name="connsiteX132" fmla="*/ 12170 w 116018"/>
                <a:gd name="connsiteY132" fmla="*/ 111228 h 111227"/>
                <a:gd name="connsiteX133" fmla="*/ 9736 w 116018"/>
                <a:gd name="connsiteY133" fmla="*/ 111228 h 111227"/>
                <a:gd name="connsiteX134" fmla="*/ 6491 w 116018"/>
                <a:gd name="connsiteY134" fmla="*/ 109604 h 111227"/>
                <a:gd name="connsiteX135" fmla="*/ 0 w 116018"/>
                <a:gd name="connsiteY135" fmla="*/ 100673 h 111227"/>
                <a:gd name="connsiteX136" fmla="*/ 12981 w 116018"/>
                <a:gd name="connsiteY136" fmla="*/ 82812 h 111227"/>
                <a:gd name="connsiteX137" fmla="*/ 14604 w 116018"/>
                <a:gd name="connsiteY137" fmla="*/ 80376 h 111227"/>
                <a:gd name="connsiteX138" fmla="*/ 13792 w 116018"/>
                <a:gd name="connsiteY138" fmla="*/ 80376 h 111227"/>
                <a:gd name="connsiteX139" fmla="*/ 12981 w 116018"/>
                <a:gd name="connsiteY139" fmla="*/ 82812 h 111227"/>
                <a:gd name="connsiteX140" fmla="*/ 14604 w 116018"/>
                <a:gd name="connsiteY140" fmla="*/ 78752 h 111227"/>
                <a:gd name="connsiteX141" fmla="*/ 16226 w 116018"/>
                <a:gd name="connsiteY141" fmla="*/ 77941 h 111227"/>
                <a:gd name="connsiteX142" fmla="*/ 15415 w 116018"/>
                <a:gd name="connsiteY142" fmla="*/ 77129 h 111227"/>
                <a:gd name="connsiteX143" fmla="*/ 14604 w 116018"/>
                <a:gd name="connsiteY143" fmla="*/ 78752 h 111227"/>
                <a:gd name="connsiteX144" fmla="*/ 17038 w 116018"/>
                <a:gd name="connsiteY144" fmla="*/ 76317 h 111227"/>
                <a:gd name="connsiteX145" fmla="*/ 17038 w 116018"/>
                <a:gd name="connsiteY145" fmla="*/ 76317 h 111227"/>
                <a:gd name="connsiteX146" fmla="*/ 17038 w 116018"/>
                <a:gd name="connsiteY146" fmla="*/ 75505 h 111227"/>
                <a:gd name="connsiteX147" fmla="*/ 17038 w 116018"/>
                <a:gd name="connsiteY147" fmla="*/ 76317 h 111227"/>
                <a:gd name="connsiteX148" fmla="*/ 17038 w 116018"/>
                <a:gd name="connsiteY148" fmla="*/ 76317 h 111227"/>
                <a:gd name="connsiteX149" fmla="*/ 20283 w 116018"/>
                <a:gd name="connsiteY149" fmla="*/ 71445 h 111227"/>
                <a:gd name="connsiteX150" fmla="*/ 20283 w 116018"/>
                <a:gd name="connsiteY150" fmla="*/ 71445 h 111227"/>
                <a:gd name="connsiteX151" fmla="*/ 20283 w 116018"/>
                <a:gd name="connsiteY151" fmla="*/ 71445 h 111227"/>
                <a:gd name="connsiteX152" fmla="*/ 20283 w 116018"/>
                <a:gd name="connsiteY152" fmla="*/ 71445 h 111227"/>
                <a:gd name="connsiteX153" fmla="*/ 20283 w 116018"/>
                <a:gd name="connsiteY153" fmla="*/ 71445 h 111227"/>
                <a:gd name="connsiteX154" fmla="*/ 21094 w 116018"/>
                <a:gd name="connsiteY154" fmla="*/ 69822 h 111227"/>
                <a:gd name="connsiteX155" fmla="*/ 23528 w 116018"/>
                <a:gd name="connsiteY155" fmla="*/ 67386 h 111227"/>
                <a:gd name="connsiteX156" fmla="*/ 24339 w 116018"/>
                <a:gd name="connsiteY156" fmla="*/ 65762 h 111227"/>
                <a:gd name="connsiteX157" fmla="*/ 25151 w 116018"/>
                <a:gd name="connsiteY157" fmla="*/ 64950 h 111227"/>
                <a:gd name="connsiteX158" fmla="*/ 24339 w 116018"/>
                <a:gd name="connsiteY158" fmla="*/ 64950 h 111227"/>
                <a:gd name="connsiteX159" fmla="*/ 22717 w 116018"/>
                <a:gd name="connsiteY159" fmla="*/ 67386 h 111227"/>
                <a:gd name="connsiteX160" fmla="*/ 21094 w 116018"/>
                <a:gd name="connsiteY160" fmla="*/ 69822 h 111227"/>
                <a:gd name="connsiteX161" fmla="*/ 27585 w 116018"/>
                <a:gd name="connsiteY161" fmla="*/ 60079 h 111227"/>
                <a:gd name="connsiteX162" fmla="*/ 27585 w 116018"/>
                <a:gd name="connsiteY162" fmla="*/ 60079 h 111227"/>
                <a:gd name="connsiteX163" fmla="*/ 28396 w 116018"/>
                <a:gd name="connsiteY163" fmla="*/ 60079 h 111227"/>
                <a:gd name="connsiteX164" fmla="*/ 27585 w 116018"/>
                <a:gd name="connsiteY164" fmla="*/ 60079 h 111227"/>
                <a:gd name="connsiteX165" fmla="*/ 27585 w 116018"/>
                <a:gd name="connsiteY165" fmla="*/ 60079 h 111227"/>
                <a:gd name="connsiteX166" fmla="*/ 29207 w 116018"/>
                <a:gd name="connsiteY166" fmla="*/ 58455 h 111227"/>
                <a:gd name="connsiteX167" fmla="*/ 29207 w 116018"/>
                <a:gd name="connsiteY167" fmla="*/ 58455 h 111227"/>
                <a:gd name="connsiteX168" fmla="*/ 29207 w 116018"/>
                <a:gd name="connsiteY168" fmla="*/ 58455 h 111227"/>
                <a:gd name="connsiteX169" fmla="*/ 29207 w 116018"/>
                <a:gd name="connsiteY169" fmla="*/ 58455 h 111227"/>
                <a:gd name="connsiteX170" fmla="*/ 29207 w 116018"/>
                <a:gd name="connsiteY170" fmla="*/ 58455 h 111227"/>
                <a:gd name="connsiteX171" fmla="*/ 28396 w 116018"/>
                <a:gd name="connsiteY171" fmla="*/ 64138 h 111227"/>
                <a:gd name="connsiteX172" fmla="*/ 28396 w 116018"/>
                <a:gd name="connsiteY172" fmla="*/ 64138 h 111227"/>
                <a:gd name="connsiteX173" fmla="*/ 30019 w 116018"/>
                <a:gd name="connsiteY173" fmla="*/ 63327 h 111227"/>
                <a:gd name="connsiteX174" fmla="*/ 28396 w 116018"/>
                <a:gd name="connsiteY174" fmla="*/ 64138 h 111227"/>
                <a:gd name="connsiteX175" fmla="*/ 28396 w 116018"/>
                <a:gd name="connsiteY175" fmla="*/ 64138 h 111227"/>
                <a:gd name="connsiteX176" fmla="*/ 30830 w 116018"/>
                <a:gd name="connsiteY176" fmla="*/ 55208 h 111227"/>
                <a:gd name="connsiteX177" fmla="*/ 33264 w 116018"/>
                <a:gd name="connsiteY177" fmla="*/ 51960 h 111227"/>
                <a:gd name="connsiteX178" fmla="*/ 32453 w 116018"/>
                <a:gd name="connsiteY178" fmla="*/ 51960 h 111227"/>
                <a:gd name="connsiteX179" fmla="*/ 31641 w 116018"/>
                <a:gd name="connsiteY179" fmla="*/ 52772 h 111227"/>
                <a:gd name="connsiteX180" fmla="*/ 30830 w 116018"/>
                <a:gd name="connsiteY180" fmla="*/ 53584 h 111227"/>
                <a:gd name="connsiteX181" fmla="*/ 30830 w 116018"/>
                <a:gd name="connsiteY181" fmla="*/ 55208 h 111227"/>
                <a:gd name="connsiteX182" fmla="*/ 32453 w 116018"/>
                <a:gd name="connsiteY182" fmla="*/ 58455 h 111227"/>
                <a:gd name="connsiteX183" fmla="*/ 32453 w 116018"/>
                <a:gd name="connsiteY183" fmla="*/ 58455 h 111227"/>
                <a:gd name="connsiteX184" fmla="*/ 32453 w 116018"/>
                <a:gd name="connsiteY184" fmla="*/ 57644 h 111227"/>
                <a:gd name="connsiteX185" fmla="*/ 32453 w 116018"/>
                <a:gd name="connsiteY185" fmla="*/ 58455 h 111227"/>
                <a:gd name="connsiteX186" fmla="*/ 32453 w 116018"/>
                <a:gd name="connsiteY186" fmla="*/ 58455 h 111227"/>
                <a:gd name="connsiteX187" fmla="*/ 34887 w 116018"/>
                <a:gd name="connsiteY187" fmla="*/ 50337 h 111227"/>
                <a:gd name="connsiteX188" fmla="*/ 35698 w 116018"/>
                <a:gd name="connsiteY188" fmla="*/ 48713 h 111227"/>
                <a:gd name="connsiteX189" fmla="*/ 34887 w 116018"/>
                <a:gd name="connsiteY189" fmla="*/ 50337 h 111227"/>
                <a:gd name="connsiteX190" fmla="*/ 34887 w 116018"/>
                <a:gd name="connsiteY190" fmla="*/ 50337 h 111227"/>
                <a:gd name="connsiteX191" fmla="*/ 38132 w 116018"/>
                <a:gd name="connsiteY191" fmla="*/ 45465 h 111227"/>
                <a:gd name="connsiteX192" fmla="*/ 38943 w 116018"/>
                <a:gd name="connsiteY192" fmla="*/ 44653 h 111227"/>
                <a:gd name="connsiteX193" fmla="*/ 38132 w 116018"/>
                <a:gd name="connsiteY193" fmla="*/ 44653 h 111227"/>
                <a:gd name="connsiteX194" fmla="*/ 38132 w 116018"/>
                <a:gd name="connsiteY194" fmla="*/ 45465 h 11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16018" h="111227">
                  <a:moveTo>
                    <a:pt x="0" y="100673"/>
                  </a:moveTo>
                  <a:cubicBezTo>
                    <a:pt x="0" y="97426"/>
                    <a:pt x="811" y="93366"/>
                    <a:pt x="1623" y="93366"/>
                  </a:cubicBezTo>
                  <a:cubicBezTo>
                    <a:pt x="1623" y="93366"/>
                    <a:pt x="2434" y="92554"/>
                    <a:pt x="1623" y="92554"/>
                  </a:cubicBezTo>
                  <a:cubicBezTo>
                    <a:pt x="811" y="91742"/>
                    <a:pt x="3245" y="88495"/>
                    <a:pt x="3245" y="87683"/>
                  </a:cubicBezTo>
                  <a:cubicBezTo>
                    <a:pt x="3245" y="86871"/>
                    <a:pt x="4057" y="86871"/>
                    <a:pt x="4057" y="86059"/>
                  </a:cubicBezTo>
                  <a:cubicBezTo>
                    <a:pt x="4057" y="84435"/>
                    <a:pt x="7302" y="79564"/>
                    <a:pt x="8925" y="79564"/>
                  </a:cubicBezTo>
                  <a:cubicBezTo>
                    <a:pt x="8925" y="79564"/>
                    <a:pt x="8925" y="79564"/>
                    <a:pt x="8925" y="78752"/>
                  </a:cubicBezTo>
                  <a:cubicBezTo>
                    <a:pt x="8925" y="77941"/>
                    <a:pt x="8925" y="77129"/>
                    <a:pt x="10547" y="76317"/>
                  </a:cubicBezTo>
                  <a:cubicBezTo>
                    <a:pt x="12170" y="74693"/>
                    <a:pt x="12170" y="74693"/>
                    <a:pt x="11359" y="74693"/>
                  </a:cubicBezTo>
                  <a:cubicBezTo>
                    <a:pt x="10547" y="74693"/>
                    <a:pt x="10547" y="73881"/>
                    <a:pt x="11359" y="73881"/>
                  </a:cubicBezTo>
                  <a:cubicBezTo>
                    <a:pt x="12170" y="73881"/>
                    <a:pt x="12170" y="73881"/>
                    <a:pt x="12981" y="73881"/>
                  </a:cubicBezTo>
                  <a:cubicBezTo>
                    <a:pt x="12981" y="73881"/>
                    <a:pt x="12981" y="73881"/>
                    <a:pt x="12981" y="73881"/>
                  </a:cubicBezTo>
                  <a:cubicBezTo>
                    <a:pt x="12981" y="73881"/>
                    <a:pt x="12981" y="73069"/>
                    <a:pt x="13792" y="72257"/>
                  </a:cubicBezTo>
                  <a:cubicBezTo>
                    <a:pt x="14604" y="71445"/>
                    <a:pt x="14604" y="70634"/>
                    <a:pt x="14604" y="70634"/>
                  </a:cubicBezTo>
                  <a:cubicBezTo>
                    <a:pt x="14604" y="70634"/>
                    <a:pt x="14604" y="70634"/>
                    <a:pt x="14604" y="70634"/>
                  </a:cubicBezTo>
                  <a:cubicBezTo>
                    <a:pt x="14604" y="70634"/>
                    <a:pt x="15415" y="69822"/>
                    <a:pt x="15415" y="69822"/>
                  </a:cubicBezTo>
                  <a:cubicBezTo>
                    <a:pt x="15415" y="69010"/>
                    <a:pt x="16226" y="68198"/>
                    <a:pt x="17038" y="67386"/>
                  </a:cubicBezTo>
                  <a:cubicBezTo>
                    <a:pt x="17849" y="66574"/>
                    <a:pt x="18660" y="65762"/>
                    <a:pt x="18660" y="65762"/>
                  </a:cubicBezTo>
                  <a:cubicBezTo>
                    <a:pt x="18660" y="65762"/>
                    <a:pt x="18660" y="64950"/>
                    <a:pt x="19472" y="64950"/>
                  </a:cubicBezTo>
                  <a:cubicBezTo>
                    <a:pt x="20283" y="64950"/>
                    <a:pt x="20283" y="64138"/>
                    <a:pt x="20283" y="64138"/>
                  </a:cubicBezTo>
                  <a:cubicBezTo>
                    <a:pt x="20283" y="64138"/>
                    <a:pt x="20283" y="63327"/>
                    <a:pt x="21906" y="62515"/>
                  </a:cubicBezTo>
                  <a:cubicBezTo>
                    <a:pt x="22717" y="61703"/>
                    <a:pt x="23528" y="60891"/>
                    <a:pt x="23528" y="60891"/>
                  </a:cubicBezTo>
                  <a:cubicBezTo>
                    <a:pt x="23528" y="60891"/>
                    <a:pt x="24339" y="59267"/>
                    <a:pt x="25962" y="56832"/>
                  </a:cubicBezTo>
                  <a:cubicBezTo>
                    <a:pt x="27585" y="55208"/>
                    <a:pt x="28396" y="53584"/>
                    <a:pt x="28396" y="52772"/>
                  </a:cubicBezTo>
                  <a:cubicBezTo>
                    <a:pt x="28396" y="51960"/>
                    <a:pt x="28396" y="51960"/>
                    <a:pt x="29207" y="51960"/>
                  </a:cubicBezTo>
                  <a:cubicBezTo>
                    <a:pt x="30019" y="51960"/>
                    <a:pt x="32453" y="47901"/>
                    <a:pt x="32453" y="47089"/>
                  </a:cubicBezTo>
                  <a:cubicBezTo>
                    <a:pt x="32453" y="46277"/>
                    <a:pt x="32453" y="46277"/>
                    <a:pt x="33264" y="46277"/>
                  </a:cubicBezTo>
                  <a:cubicBezTo>
                    <a:pt x="34075" y="46277"/>
                    <a:pt x="34075" y="46277"/>
                    <a:pt x="34075" y="45465"/>
                  </a:cubicBezTo>
                  <a:cubicBezTo>
                    <a:pt x="34075" y="44653"/>
                    <a:pt x="34075" y="44653"/>
                    <a:pt x="34887" y="44653"/>
                  </a:cubicBezTo>
                  <a:cubicBezTo>
                    <a:pt x="35698" y="44653"/>
                    <a:pt x="37321" y="42218"/>
                    <a:pt x="36509" y="42218"/>
                  </a:cubicBezTo>
                  <a:cubicBezTo>
                    <a:pt x="36509" y="42218"/>
                    <a:pt x="37321" y="40594"/>
                    <a:pt x="38132" y="39782"/>
                  </a:cubicBezTo>
                  <a:cubicBezTo>
                    <a:pt x="39755" y="38158"/>
                    <a:pt x="40566" y="37347"/>
                    <a:pt x="40566" y="36535"/>
                  </a:cubicBezTo>
                  <a:cubicBezTo>
                    <a:pt x="40566" y="36535"/>
                    <a:pt x="41377" y="35723"/>
                    <a:pt x="41377" y="34911"/>
                  </a:cubicBezTo>
                  <a:cubicBezTo>
                    <a:pt x="41377" y="34911"/>
                    <a:pt x="42188" y="34099"/>
                    <a:pt x="42188" y="33287"/>
                  </a:cubicBezTo>
                  <a:cubicBezTo>
                    <a:pt x="42188" y="32475"/>
                    <a:pt x="42188" y="32475"/>
                    <a:pt x="43000" y="31663"/>
                  </a:cubicBezTo>
                  <a:cubicBezTo>
                    <a:pt x="43811" y="30851"/>
                    <a:pt x="43811" y="30851"/>
                    <a:pt x="43811" y="30851"/>
                  </a:cubicBezTo>
                  <a:cubicBezTo>
                    <a:pt x="43811" y="30851"/>
                    <a:pt x="43811" y="30040"/>
                    <a:pt x="44622" y="30040"/>
                  </a:cubicBezTo>
                  <a:cubicBezTo>
                    <a:pt x="45434" y="29228"/>
                    <a:pt x="45434" y="29228"/>
                    <a:pt x="45434" y="28416"/>
                  </a:cubicBezTo>
                  <a:cubicBezTo>
                    <a:pt x="45434" y="27604"/>
                    <a:pt x="45434" y="27604"/>
                    <a:pt x="46245" y="27604"/>
                  </a:cubicBezTo>
                  <a:cubicBezTo>
                    <a:pt x="46245" y="27604"/>
                    <a:pt x="47056" y="27604"/>
                    <a:pt x="47056" y="26792"/>
                  </a:cubicBezTo>
                  <a:cubicBezTo>
                    <a:pt x="47056" y="25980"/>
                    <a:pt x="47868" y="25980"/>
                    <a:pt x="47868" y="25168"/>
                  </a:cubicBezTo>
                  <a:cubicBezTo>
                    <a:pt x="48679" y="24356"/>
                    <a:pt x="49490" y="21921"/>
                    <a:pt x="49490" y="21109"/>
                  </a:cubicBezTo>
                  <a:cubicBezTo>
                    <a:pt x="49490" y="21109"/>
                    <a:pt x="49490" y="21109"/>
                    <a:pt x="50302" y="21109"/>
                  </a:cubicBezTo>
                  <a:cubicBezTo>
                    <a:pt x="51113" y="21109"/>
                    <a:pt x="51113" y="20297"/>
                    <a:pt x="51924" y="18673"/>
                  </a:cubicBezTo>
                  <a:cubicBezTo>
                    <a:pt x="51924" y="18673"/>
                    <a:pt x="51924" y="17861"/>
                    <a:pt x="52735" y="17861"/>
                  </a:cubicBezTo>
                  <a:cubicBezTo>
                    <a:pt x="53547" y="17861"/>
                    <a:pt x="55981" y="14614"/>
                    <a:pt x="59226" y="8119"/>
                  </a:cubicBezTo>
                  <a:cubicBezTo>
                    <a:pt x="60849" y="5683"/>
                    <a:pt x="62471" y="4059"/>
                    <a:pt x="62471" y="4059"/>
                  </a:cubicBezTo>
                  <a:cubicBezTo>
                    <a:pt x="62471" y="4059"/>
                    <a:pt x="63283" y="3247"/>
                    <a:pt x="64094" y="2436"/>
                  </a:cubicBezTo>
                  <a:cubicBezTo>
                    <a:pt x="64905" y="812"/>
                    <a:pt x="66528" y="0"/>
                    <a:pt x="68151" y="0"/>
                  </a:cubicBezTo>
                  <a:cubicBezTo>
                    <a:pt x="72207" y="0"/>
                    <a:pt x="78698" y="3247"/>
                    <a:pt x="78698" y="7307"/>
                  </a:cubicBezTo>
                  <a:cubicBezTo>
                    <a:pt x="78698" y="8931"/>
                    <a:pt x="77075" y="12178"/>
                    <a:pt x="76264" y="12990"/>
                  </a:cubicBezTo>
                  <a:cubicBezTo>
                    <a:pt x="75452" y="13802"/>
                    <a:pt x="74641" y="14614"/>
                    <a:pt x="74641" y="15426"/>
                  </a:cubicBezTo>
                  <a:cubicBezTo>
                    <a:pt x="73830" y="16238"/>
                    <a:pt x="73018" y="17861"/>
                    <a:pt x="71396" y="19485"/>
                  </a:cubicBezTo>
                  <a:cubicBezTo>
                    <a:pt x="70585" y="21109"/>
                    <a:pt x="68962" y="22733"/>
                    <a:pt x="68962" y="23544"/>
                  </a:cubicBezTo>
                  <a:cubicBezTo>
                    <a:pt x="68151" y="24356"/>
                    <a:pt x="67339" y="25168"/>
                    <a:pt x="67339" y="25980"/>
                  </a:cubicBezTo>
                  <a:cubicBezTo>
                    <a:pt x="64094" y="29228"/>
                    <a:pt x="58415" y="36535"/>
                    <a:pt x="56792" y="40594"/>
                  </a:cubicBezTo>
                  <a:cubicBezTo>
                    <a:pt x="55981" y="42218"/>
                    <a:pt x="54358" y="43841"/>
                    <a:pt x="53547" y="44653"/>
                  </a:cubicBezTo>
                  <a:cubicBezTo>
                    <a:pt x="52735" y="46277"/>
                    <a:pt x="51924" y="47089"/>
                    <a:pt x="51924" y="47089"/>
                  </a:cubicBezTo>
                  <a:cubicBezTo>
                    <a:pt x="51924" y="47089"/>
                    <a:pt x="51924" y="47901"/>
                    <a:pt x="51113" y="48713"/>
                  </a:cubicBezTo>
                  <a:cubicBezTo>
                    <a:pt x="50302" y="49525"/>
                    <a:pt x="49490" y="50337"/>
                    <a:pt x="48679" y="51148"/>
                  </a:cubicBezTo>
                  <a:cubicBezTo>
                    <a:pt x="47868" y="51960"/>
                    <a:pt x="47056" y="52772"/>
                    <a:pt x="47056" y="52772"/>
                  </a:cubicBezTo>
                  <a:cubicBezTo>
                    <a:pt x="47056" y="52772"/>
                    <a:pt x="46245" y="53584"/>
                    <a:pt x="46245" y="53584"/>
                  </a:cubicBezTo>
                  <a:cubicBezTo>
                    <a:pt x="46245" y="53584"/>
                    <a:pt x="45434" y="55208"/>
                    <a:pt x="43811" y="56832"/>
                  </a:cubicBezTo>
                  <a:cubicBezTo>
                    <a:pt x="42188" y="58455"/>
                    <a:pt x="41377" y="60079"/>
                    <a:pt x="41377" y="60079"/>
                  </a:cubicBezTo>
                  <a:cubicBezTo>
                    <a:pt x="41377" y="60079"/>
                    <a:pt x="40566" y="61703"/>
                    <a:pt x="39755" y="62515"/>
                  </a:cubicBezTo>
                  <a:cubicBezTo>
                    <a:pt x="38943" y="63327"/>
                    <a:pt x="38132" y="64138"/>
                    <a:pt x="38132" y="64138"/>
                  </a:cubicBezTo>
                  <a:cubicBezTo>
                    <a:pt x="38943" y="64138"/>
                    <a:pt x="36509" y="68198"/>
                    <a:pt x="34887" y="69010"/>
                  </a:cubicBezTo>
                  <a:cubicBezTo>
                    <a:pt x="34075" y="69822"/>
                    <a:pt x="33264" y="70634"/>
                    <a:pt x="33264" y="70634"/>
                  </a:cubicBezTo>
                  <a:cubicBezTo>
                    <a:pt x="33264" y="71445"/>
                    <a:pt x="28396" y="77941"/>
                    <a:pt x="27585" y="78752"/>
                  </a:cubicBezTo>
                  <a:cubicBezTo>
                    <a:pt x="27585" y="78752"/>
                    <a:pt x="26774" y="79564"/>
                    <a:pt x="26774" y="79564"/>
                  </a:cubicBezTo>
                  <a:cubicBezTo>
                    <a:pt x="26774" y="79564"/>
                    <a:pt x="25962" y="81188"/>
                    <a:pt x="25151" y="82812"/>
                  </a:cubicBezTo>
                  <a:cubicBezTo>
                    <a:pt x="24339" y="84435"/>
                    <a:pt x="23528" y="86059"/>
                    <a:pt x="23528" y="86059"/>
                  </a:cubicBezTo>
                  <a:cubicBezTo>
                    <a:pt x="23528" y="86871"/>
                    <a:pt x="23528" y="86871"/>
                    <a:pt x="28396" y="82812"/>
                  </a:cubicBezTo>
                  <a:cubicBezTo>
                    <a:pt x="35698" y="76317"/>
                    <a:pt x="43811" y="70634"/>
                    <a:pt x="48679" y="69010"/>
                  </a:cubicBezTo>
                  <a:cubicBezTo>
                    <a:pt x="51113" y="68198"/>
                    <a:pt x="54358" y="68198"/>
                    <a:pt x="55981" y="69822"/>
                  </a:cubicBezTo>
                  <a:cubicBezTo>
                    <a:pt x="56792" y="70634"/>
                    <a:pt x="57603" y="70634"/>
                    <a:pt x="57603" y="70634"/>
                  </a:cubicBezTo>
                  <a:cubicBezTo>
                    <a:pt x="58415" y="70634"/>
                    <a:pt x="59226" y="71445"/>
                    <a:pt x="60038" y="73069"/>
                  </a:cubicBezTo>
                  <a:cubicBezTo>
                    <a:pt x="61660" y="74693"/>
                    <a:pt x="61660" y="74693"/>
                    <a:pt x="60849" y="78752"/>
                  </a:cubicBezTo>
                  <a:cubicBezTo>
                    <a:pt x="60849" y="80376"/>
                    <a:pt x="60038" y="83624"/>
                    <a:pt x="59226" y="85247"/>
                  </a:cubicBezTo>
                  <a:cubicBezTo>
                    <a:pt x="58415" y="86871"/>
                    <a:pt x="57603" y="88495"/>
                    <a:pt x="57603" y="89307"/>
                  </a:cubicBezTo>
                  <a:cubicBezTo>
                    <a:pt x="57603" y="90119"/>
                    <a:pt x="56792" y="90931"/>
                    <a:pt x="56792" y="91742"/>
                  </a:cubicBezTo>
                  <a:cubicBezTo>
                    <a:pt x="55981" y="92554"/>
                    <a:pt x="55981" y="94178"/>
                    <a:pt x="55981" y="96614"/>
                  </a:cubicBezTo>
                  <a:cubicBezTo>
                    <a:pt x="55981" y="99861"/>
                    <a:pt x="55981" y="99861"/>
                    <a:pt x="56792" y="100673"/>
                  </a:cubicBezTo>
                  <a:cubicBezTo>
                    <a:pt x="57603" y="100673"/>
                    <a:pt x="59226" y="101485"/>
                    <a:pt x="60038" y="100673"/>
                  </a:cubicBezTo>
                  <a:cubicBezTo>
                    <a:pt x="63283" y="100673"/>
                    <a:pt x="68962" y="98238"/>
                    <a:pt x="68962" y="98238"/>
                  </a:cubicBezTo>
                  <a:cubicBezTo>
                    <a:pt x="68962" y="98238"/>
                    <a:pt x="68962" y="97426"/>
                    <a:pt x="69773" y="97426"/>
                  </a:cubicBezTo>
                  <a:cubicBezTo>
                    <a:pt x="70585" y="97426"/>
                    <a:pt x="77075" y="93366"/>
                    <a:pt x="79509" y="92554"/>
                  </a:cubicBezTo>
                  <a:cubicBezTo>
                    <a:pt x="81943" y="90931"/>
                    <a:pt x="85999" y="87683"/>
                    <a:pt x="90056" y="85247"/>
                  </a:cubicBezTo>
                  <a:cubicBezTo>
                    <a:pt x="91679" y="83624"/>
                    <a:pt x="97358" y="80376"/>
                    <a:pt x="101414" y="77129"/>
                  </a:cubicBezTo>
                  <a:cubicBezTo>
                    <a:pt x="109528" y="71445"/>
                    <a:pt x="116018" y="67386"/>
                    <a:pt x="116018" y="67386"/>
                  </a:cubicBezTo>
                  <a:cubicBezTo>
                    <a:pt x="116018" y="67386"/>
                    <a:pt x="113584" y="69822"/>
                    <a:pt x="111150" y="72257"/>
                  </a:cubicBezTo>
                  <a:cubicBezTo>
                    <a:pt x="107905" y="74693"/>
                    <a:pt x="106282" y="77129"/>
                    <a:pt x="106282" y="77941"/>
                  </a:cubicBezTo>
                  <a:cubicBezTo>
                    <a:pt x="106282" y="78752"/>
                    <a:pt x="101414" y="82812"/>
                    <a:pt x="101414" y="82812"/>
                  </a:cubicBezTo>
                  <a:cubicBezTo>
                    <a:pt x="101414" y="82812"/>
                    <a:pt x="100603" y="82812"/>
                    <a:pt x="100603" y="83624"/>
                  </a:cubicBezTo>
                  <a:cubicBezTo>
                    <a:pt x="100603" y="84435"/>
                    <a:pt x="98169" y="86059"/>
                    <a:pt x="96547" y="86871"/>
                  </a:cubicBezTo>
                  <a:cubicBezTo>
                    <a:pt x="94924" y="88495"/>
                    <a:pt x="92490" y="90931"/>
                    <a:pt x="91679" y="91742"/>
                  </a:cubicBezTo>
                  <a:cubicBezTo>
                    <a:pt x="90867" y="93366"/>
                    <a:pt x="89245" y="94990"/>
                    <a:pt x="89245" y="94990"/>
                  </a:cubicBezTo>
                  <a:cubicBezTo>
                    <a:pt x="88434" y="94990"/>
                    <a:pt x="88434" y="95802"/>
                    <a:pt x="88434" y="95802"/>
                  </a:cubicBezTo>
                  <a:cubicBezTo>
                    <a:pt x="88434" y="96614"/>
                    <a:pt x="84377" y="100673"/>
                    <a:pt x="81943" y="102297"/>
                  </a:cubicBezTo>
                  <a:cubicBezTo>
                    <a:pt x="80320" y="103109"/>
                    <a:pt x="78698" y="104732"/>
                    <a:pt x="77886" y="105544"/>
                  </a:cubicBezTo>
                  <a:cubicBezTo>
                    <a:pt x="77075" y="106356"/>
                    <a:pt x="75452" y="107168"/>
                    <a:pt x="74641" y="107980"/>
                  </a:cubicBezTo>
                  <a:cubicBezTo>
                    <a:pt x="73830" y="107980"/>
                    <a:pt x="73018" y="108792"/>
                    <a:pt x="72207" y="109604"/>
                  </a:cubicBezTo>
                  <a:cubicBezTo>
                    <a:pt x="72207" y="109604"/>
                    <a:pt x="71396" y="110416"/>
                    <a:pt x="70585" y="110416"/>
                  </a:cubicBezTo>
                  <a:cubicBezTo>
                    <a:pt x="69773" y="110416"/>
                    <a:pt x="68962" y="110416"/>
                    <a:pt x="66528" y="109604"/>
                  </a:cubicBezTo>
                  <a:cubicBezTo>
                    <a:pt x="64905" y="109604"/>
                    <a:pt x="62471" y="108792"/>
                    <a:pt x="61660" y="108792"/>
                  </a:cubicBezTo>
                  <a:cubicBezTo>
                    <a:pt x="58415" y="108792"/>
                    <a:pt x="49490" y="99861"/>
                    <a:pt x="49490" y="99049"/>
                  </a:cubicBezTo>
                  <a:cubicBezTo>
                    <a:pt x="49490" y="99049"/>
                    <a:pt x="49490" y="98238"/>
                    <a:pt x="48679" y="97426"/>
                  </a:cubicBezTo>
                  <a:cubicBezTo>
                    <a:pt x="46245" y="95802"/>
                    <a:pt x="46245" y="89307"/>
                    <a:pt x="47868" y="82812"/>
                  </a:cubicBezTo>
                  <a:cubicBezTo>
                    <a:pt x="47868" y="81188"/>
                    <a:pt x="48679" y="79564"/>
                    <a:pt x="48679" y="79564"/>
                  </a:cubicBezTo>
                  <a:lnTo>
                    <a:pt x="48679" y="77941"/>
                  </a:lnTo>
                  <a:lnTo>
                    <a:pt x="47868" y="79564"/>
                  </a:lnTo>
                  <a:cubicBezTo>
                    <a:pt x="47868" y="80376"/>
                    <a:pt x="47056" y="80376"/>
                    <a:pt x="47056" y="80376"/>
                  </a:cubicBezTo>
                  <a:cubicBezTo>
                    <a:pt x="47056" y="79564"/>
                    <a:pt x="44622" y="81188"/>
                    <a:pt x="44622" y="82000"/>
                  </a:cubicBezTo>
                  <a:cubicBezTo>
                    <a:pt x="44622" y="82812"/>
                    <a:pt x="44622" y="82812"/>
                    <a:pt x="43811" y="82000"/>
                  </a:cubicBezTo>
                  <a:cubicBezTo>
                    <a:pt x="43811" y="81188"/>
                    <a:pt x="43000" y="81188"/>
                    <a:pt x="43000" y="82000"/>
                  </a:cubicBezTo>
                  <a:cubicBezTo>
                    <a:pt x="43000" y="82000"/>
                    <a:pt x="42188" y="82812"/>
                    <a:pt x="41377" y="82812"/>
                  </a:cubicBezTo>
                  <a:cubicBezTo>
                    <a:pt x="40566" y="82812"/>
                    <a:pt x="39755" y="83624"/>
                    <a:pt x="39755" y="84435"/>
                  </a:cubicBezTo>
                  <a:cubicBezTo>
                    <a:pt x="39755" y="85247"/>
                    <a:pt x="38943" y="86059"/>
                    <a:pt x="38132" y="86059"/>
                  </a:cubicBezTo>
                  <a:cubicBezTo>
                    <a:pt x="37321" y="86059"/>
                    <a:pt x="36509" y="86871"/>
                    <a:pt x="36509" y="87683"/>
                  </a:cubicBezTo>
                  <a:cubicBezTo>
                    <a:pt x="36509" y="88495"/>
                    <a:pt x="35698" y="88495"/>
                    <a:pt x="35698" y="88495"/>
                  </a:cubicBezTo>
                  <a:cubicBezTo>
                    <a:pt x="34887" y="87683"/>
                    <a:pt x="33264" y="89307"/>
                    <a:pt x="33264" y="90119"/>
                  </a:cubicBezTo>
                  <a:cubicBezTo>
                    <a:pt x="33264" y="90931"/>
                    <a:pt x="33264" y="90931"/>
                    <a:pt x="33264" y="90119"/>
                  </a:cubicBezTo>
                  <a:cubicBezTo>
                    <a:pt x="33264" y="90119"/>
                    <a:pt x="32453" y="90119"/>
                    <a:pt x="32453" y="90931"/>
                  </a:cubicBezTo>
                  <a:cubicBezTo>
                    <a:pt x="32453" y="91742"/>
                    <a:pt x="32453" y="91742"/>
                    <a:pt x="31641" y="91742"/>
                  </a:cubicBezTo>
                  <a:cubicBezTo>
                    <a:pt x="31641" y="91742"/>
                    <a:pt x="30830" y="91742"/>
                    <a:pt x="30830" y="92554"/>
                  </a:cubicBezTo>
                  <a:cubicBezTo>
                    <a:pt x="30830" y="93366"/>
                    <a:pt x="30019" y="93366"/>
                    <a:pt x="30019" y="93366"/>
                  </a:cubicBezTo>
                  <a:cubicBezTo>
                    <a:pt x="30019" y="92554"/>
                    <a:pt x="29207" y="92554"/>
                    <a:pt x="29207" y="93366"/>
                  </a:cubicBezTo>
                  <a:cubicBezTo>
                    <a:pt x="29207" y="93366"/>
                    <a:pt x="29207" y="94178"/>
                    <a:pt x="29207" y="94178"/>
                  </a:cubicBezTo>
                  <a:cubicBezTo>
                    <a:pt x="29207" y="94990"/>
                    <a:pt x="26774" y="96614"/>
                    <a:pt x="26774" y="96614"/>
                  </a:cubicBezTo>
                  <a:cubicBezTo>
                    <a:pt x="25962" y="96614"/>
                    <a:pt x="24339" y="98238"/>
                    <a:pt x="21094" y="102297"/>
                  </a:cubicBezTo>
                  <a:cubicBezTo>
                    <a:pt x="18660" y="105544"/>
                    <a:pt x="13792" y="108792"/>
                    <a:pt x="13792" y="108792"/>
                  </a:cubicBezTo>
                  <a:cubicBezTo>
                    <a:pt x="12981" y="108792"/>
                    <a:pt x="12981" y="109604"/>
                    <a:pt x="12981" y="109604"/>
                  </a:cubicBezTo>
                  <a:cubicBezTo>
                    <a:pt x="12981" y="110416"/>
                    <a:pt x="12170" y="111228"/>
                    <a:pt x="12170" y="111228"/>
                  </a:cubicBezTo>
                  <a:cubicBezTo>
                    <a:pt x="12170" y="111228"/>
                    <a:pt x="10547" y="111228"/>
                    <a:pt x="9736" y="111228"/>
                  </a:cubicBezTo>
                  <a:cubicBezTo>
                    <a:pt x="8113" y="111228"/>
                    <a:pt x="8113" y="111228"/>
                    <a:pt x="6491" y="109604"/>
                  </a:cubicBezTo>
                  <a:cubicBezTo>
                    <a:pt x="0" y="108792"/>
                    <a:pt x="0" y="107168"/>
                    <a:pt x="0" y="100673"/>
                  </a:cubicBezTo>
                  <a:close/>
                  <a:moveTo>
                    <a:pt x="12981" y="82812"/>
                  </a:moveTo>
                  <a:cubicBezTo>
                    <a:pt x="12981" y="82812"/>
                    <a:pt x="14604" y="80376"/>
                    <a:pt x="14604" y="80376"/>
                  </a:cubicBezTo>
                  <a:cubicBezTo>
                    <a:pt x="14604" y="80376"/>
                    <a:pt x="14604" y="80376"/>
                    <a:pt x="13792" y="80376"/>
                  </a:cubicBezTo>
                  <a:cubicBezTo>
                    <a:pt x="12981" y="80376"/>
                    <a:pt x="12170" y="82812"/>
                    <a:pt x="12981" y="82812"/>
                  </a:cubicBezTo>
                  <a:close/>
                  <a:moveTo>
                    <a:pt x="14604" y="78752"/>
                  </a:moveTo>
                  <a:cubicBezTo>
                    <a:pt x="14604" y="79564"/>
                    <a:pt x="16226" y="78752"/>
                    <a:pt x="16226" y="77941"/>
                  </a:cubicBezTo>
                  <a:cubicBezTo>
                    <a:pt x="16226" y="77941"/>
                    <a:pt x="16226" y="77129"/>
                    <a:pt x="15415" y="77129"/>
                  </a:cubicBezTo>
                  <a:cubicBezTo>
                    <a:pt x="15415" y="77941"/>
                    <a:pt x="14604" y="78752"/>
                    <a:pt x="14604" y="78752"/>
                  </a:cubicBezTo>
                  <a:close/>
                  <a:moveTo>
                    <a:pt x="17038" y="76317"/>
                  </a:moveTo>
                  <a:cubicBezTo>
                    <a:pt x="17849" y="76317"/>
                    <a:pt x="17849" y="75505"/>
                    <a:pt x="17038" y="76317"/>
                  </a:cubicBezTo>
                  <a:cubicBezTo>
                    <a:pt x="17849" y="75505"/>
                    <a:pt x="17849" y="75505"/>
                    <a:pt x="17038" y="75505"/>
                  </a:cubicBezTo>
                  <a:cubicBezTo>
                    <a:pt x="17849" y="74693"/>
                    <a:pt x="17038" y="75505"/>
                    <a:pt x="17038" y="76317"/>
                  </a:cubicBezTo>
                  <a:cubicBezTo>
                    <a:pt x="17038" y="75505"/>
                    <a:pt x="17038" y="76317"/>
                    <a:pt x="17038" y="76317"/>
                  </a:cubicBezTo>
                  <a:close/>
                  <a:moveTo>
                    <a:pt x="20283" y="71445"/>
                  </a:moveTo>
                  <a:cubicBezTo>
                    <a:pt x="20283" y="71445"/>
                    <a:pt x="21094" y="70634"/>
                    <a:pt x="20283" y="71445"/>
                  </a:cubicBezTo>
                  <a:cubicBezTo>
                    <a:pt x="21094" y="70634"/>
                    <a:pt x="20283" y="70634"/>
                    <a:pt x="20283" y="71445"/>
                  </a:cubicBezTo>
                  <a:cubicBezTo>
                    <a:pt x="20283" y="70634"/>
                    <a:pt x="19472" y="70634"/>
                    <a:pt x="20283" y="71445"/>
                  </a:cubicBezTo>
                  <a:cubicBezTo>
                    <a:pt x="19472" y="71445"/>
                    <a:pt x="20283" y="71445"/>
                    <a:pt x="20283" y="71445"/>
                  </a:cubicBezTo>
                  <a:close/>
                  <a:moveTo>
                    <a:pt x="21094" y="69822"/>
                  </a:moveTo>
                  <a:cubicBezTo>
                    <a:pt x="21094" y="70634"/>
                    <a:pt x="23528" y="68198"/>
                    <a:pt x="23528" y="67386"/>
                  </a:cubicBezTo>
                  <a:cubicBezTo>
                    <a:pt x="23528" y="66574"/>
                    <a:pt x="24339" y="66574"/>
                    <a:pt x="24339" y="65762"/>
                  </a:cubicBezTo>
                  <a:cubicBezTo>
                    <a:pt x="25151" y="64950"/>
                    <a:pt x="25151" y="64950"/>
                    <a:pt x="25151" y="64950"/>
                  </a:cubicBezTo>
                  <a:cubicBezTo>
                    <a:pt x="25151" y="64950"/>
                    <a:pt x="24339" y="64950"/>
                    <a:pt x="24339" y="64950"/>
                  </a:cubicBezTo>
                  <a:cubicBezTo>
                    <a:pt x="23528" y="65762"/>
                    <a:pt x="23528" y="66574"/>
                    <a:pt x="22717" y="67386"/>
                  </a:cubicBezTo>
                  <a:cubicBezTo>
                    <a:pt x="21094" y="68198"/>
                    <a:pt x="21094" y="69010"/>
                    <a:pt x="21094" y="69822"/>
                  </a:cubicBezTo>
                  <a:close/>
                  <a:moveTo>
                    <a:pt x="27585" y="60079"/>
                  </a:moveTo>
                  <a:cubicBezTo>
                    <a:pt x="27585" y="60079"/>
                    <a:pt x="27585" y="60079"/>
                    <a:pt x="27585" y="60079"/>
                  </a:cubicBezTo>
                  <a:cubicBezTo>
                    <a:pt x="28396" y="60079"/>
                    <a:pt x="28396" y="60079"/>
                    <a:pt x="28396" y="60079"/>
                  </a:cubicBezTo>
                  <a:cubicBezTo>
                    <a:pt x="28396" y="60079"/>
                    <a:pt x="28396" y="59267"/>
                    <a:pt x="27585" y="60079"/>
                  </a:cubicBezTo>
                  <a:cubicBezTo>
                    <a:pt x="27585" y="59267"/>
                    <a:pt x="27585" y="59267"/>
                    <a:pt x="27585" y="60079"/>
                  </a:cubicBezTo>
                  <a:close/>
                  <a:moveTo>
                    <a:pt x="29207" y="58455"/>
                  </a:moveTo>
                  <a:cubicBezTo>
                    <a:pt x="29207" y="58455"/>
                    <a:pt x="29207" y="58455"/>
                    <a:pt x="29207" y="58455"/>
                  </a:cubicBezTo>
                  <a:cubicBezTo>
                    <a:pt x="29207" y="57644"/>
                    <a:pt x="29207" y="57644"/>
                    <a:pt x="29207" y="58455"/>
                  </a:cubicBezTo>
                  <a:cubicBezTo>
                    <a:pt x="28396" y="57644"/>
                    <a:pt x="28396" y="57644"/>
                    <a:pt x="29207" y="58455"/>
                  </a:cubicBezTo>
                  <a:cubicBezTo>
                    <a:pt x="28396" y="58455"/>
                    <a:pt x="28396" y="58455"/>
                    <a:pt x="29207" y="58455"/>
                  </a:cubicBezTo>
                  <a:close/>
                  <a:moveTo>
                    <a:pt x="28396" y="64138"/>
                  </a:moveTo>
                  <a:cubicBezTo>
                    <a:pt x="28396" y="64138"/>
                    <a:pt x="28396" y="64138"/>
                    <a:pt x="28396" y="64138"/>
                  </a:cubicBezTo>
                  <a:cubicBezTo>
                    <a:pt x="29207" y="64138"/>
                    <a:pt x="30019" y="63327"/>
                    <a:pt x="30019" y="63327"/>
                  </a:cubicBezTo>
                  <a:cubicBezTo>
                    <a:pt x="30019" y="63327"/>
                    <a:pt x="29207" y="63327"/>
                    <a:pt x="28396" y="64138"/>
                  </a:cubicBezTo>
                  <a:cubicBezTo>
                    <a:pt x="28396" y="63327"/>
                    <a:pt x="28396" y="63327"/>
                    <a:pt x="28396" y="64138"/>
                  </a:cubicBezTo>
                  <a:close/>
                  <a:moveTo>
                    <a:pt x="30830" y="55208"/>
                  </a:moveTo>
                  <a:cubicBezTo>
                    <a:pt x="30830" y="55208"/>
                    <a:pt x="33264" y="51960"/>
                    <a:pt x="33264" y="51960"/>
                  </a:cubicBezTo>
                  <a:cubicBezTo>
                    <a:pt x="33264" y="51960"/>
                    <a:pt x="33264" y="51960"/>
                    <a:pt x="32453" y="51960"/>
                  </a:cubicBezTo>
                  <a:cubicBezTo>
                    <a:pt x="32453" y="51960"/>
                    <a:pt x="31641" y="52772"/>
                    <a:pt x="31641" y="52772"/>
                  </a:cubicBezTo>
                  <a:cubicBezTo>
                    <a:pt x="31641" y="53584"/>
                    <a:pt x="31641" y="53584"/>
                    <a:pt x="30830" y="53584"/>
                  </a:cubicBezTo>
                  <a:cubicBezTo>
                    <a:pt x="31641" y="53584"/>
                    <a:pt x="30830" y="54396"/>
                    <a:pt x="30830" y="55208"/>
                  </a:cubicBezTo>
                  <a:close/>
                  <a:moveTo>
                    <a:pt x="32453" y="58455"/>
                  </a:moveTo>
                  <a:cubicBezTo>
                    <a:pt x="32453" y="58455"/>
                    <a:pt x="33264" y="58455"/>
                    <a:pt x="32453" y="58455"/>
                  </a:cubicBezTo>
                  <a:cubicBezTo>
                    <a:pt x="33264" y="57644"/>
                    <a:pt x="32453" y="57644"/>
                    <a:pt x="32453" y="57644"/>
                  </a:cubicBezTo>
                  <a:cubicBezTo>
                    <a:pt x="32453" y="57644"/>
                    <a:pt x="32453" y="57644"/>
                    <a:pt x="32453" y="58455"/>
                  </a:cubicBezTo>
                  <a:cubicBezTo>
                    <a:pt x="32453" y="58455"/>
                    <a:pt x="32453" y="58455"/>
                    <a:pt x="32453" y="58455"/>
                  </a:cubicBezTo>
                  <a:close/>
                  <a:moveTo>
                    <a:pt x="34887" y="50337"/>
                  </a:moveTo>
                  <a:cubicBezTo>
                    <a:pt x="34887" y="49525"/>
                    <a:pt x="35698" y="48713"/>
                    <a:pt x="35698" y="48713"/>
                  </a:cubicBezTo>
                  <a:cubicBezTo>
                    <a:pt x="34887" y="48713"/>
                    <a:pt x="34075" y="49525"/>
                    <a:pt x="34887" y="50337"/>
                  </a:cubicBezTo>
                  <a:cubicBezTo>
                    <a:pt x="34075" y="51148"/>
                    <a:pt x="34075" y="51148"/>
                    <a:pt x="34887" y="50337"/>
                  </a:cubicBezTo>
                  <a:close/>
                  <a:moveTo>
                    <a:pt x="38132" y="45465"/>
                  </a:moveTo>
                  <a:cubicBezTo>
                    <a:pt x="38943" y="45465"/>
                    <a:pt x="38943" y="44653"/>
                    <a:pt x="38943" y="44653"/>
                  </a:cubicBezTo>
                  <a:cubicBezTo>
                    <a:pt x="38943" y="44653"/>
                    <a:pt x="38132" y="44653"/>
                    <a:pt x="38132" y="44653"/>
                  </a:cubicBezTo>
                  <a:cubicBezTo>
                    <a:pt x="36509" y="45465"/>
                    <a:pt x="37321" y="46277"/>
                    <a:pt x="38132" y="45465"/>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898" name="Freeform 897">
              <a:extLst>
                <a:ext uri="{FF2B5EF4-FFF2-40B4-BE49-F238E27FC236}">
                  <a16:creationId xmlns:a16="http://schemas.microsoft.com/office/drawing/2014/main" id="{9848819D-E80E-5BBE-8213-66F672776499}"/>
                </a:ext>
              </a:extLst>
            </p:cNvPr>
            <p:cNvSpPr/>
            <p:nvPr/>
          </p:nvSpPr>
          <p:spPr>
            <a:xfrm>
              <a:off x="1264865" y="-1771192"/>
              <a:ext cx="110659" cy="68198"/>
            </a:xfrm>
            <a:custGeom>
              <a:avLst/>
              <a:gdLst>
                <a:gd name="connsiteX0" fmla="*/ 7622 w 110659"/>
                <a:gd name="connsiteY0" fmla="*/ 28416 h 68198"/>
                <a:gd name="connsiteX1" fmla="*/ 14113 w 110659"/>
                <a:gd name="connsiteY1" fmla="*/ 20297 h 68198"/>
                <a:gd name="connsiteX2" fmla="*/ 16547 w 110659"/>
                <a:gd name="connsiteY2" fmla="*/ 17861 h 68198"/>
                <a:gd name="connsiteX3" fmla="*/ 34396 w 110659"/>
                <a:gd name="connsiteY3" fmla="*/ 2436 h 68198"/>
                <a:gd name="connsiteX4" fmla="*/ 38452 w 110659"/>
                <a:gd name="connsiteY4" fmla="*/ 0 h 68198"/>
                <a:gd name="connsiteX5" fmla="*/ 42509 w 110659"/>
                <a:gd name="connsiteY5" fmla="*/ 0 h 68198"/>
                <a:gd name="connsiteX6" fmla="*/ 48999 w 110659"/>
                <a:gd name="connsiteY6" fmla="*/ 1624 h 68198"/>
                <a:gd name="connsiteX7" fmla="*/ 52244 w 110659"/>
                <a:gd name="connsiteY7" fmla="*/ 2436 h 68198"/>
                <a:gd name="connsiteX8" fmla="*/ 52244 w 110659"/>
                <a:gd name="connsiteY8" fmla="*/ 2436 h 68198"/>
                <a:gd name="connsiteX9" fmla="*/ 52244 w 110659"/>
                <a:gd name="connsiteY9" fmla="*/ 4059 h 68198"/>
                <a:gd name="connsiteX10" fmla="*/ 55490 w 110659"/>
                <a:gd name="connsiteY10" fmla="*/ 14614 h 68198"/>
                <a:gd name="connsiteX11" fmla="*/ 55490 w 110659"/>
                <a:gd name="connsiteY11" fmla="*/ 14614 h 68198"/>
                <a:gd name="connsiteX12" fmla="*/ 53056 w 110659"/>
                <a:gd name="connsiteY12" fmla="*/ 19485 h 68198"/>
                <a:gd name="connsiteX13" fmla="*/ 51433 w 110659"/>
                <a:gd name="connsiteY13" fmla="*/ 21109 h 68198"/>
                <a:gd name="connsiteX14" fmla="*/ 44131 w 110659"/>
                <a:gd name="connsiteY14" fmla="*/ 27604 h 68198"/>
                <a:gd name="connsiteX15" fmla="*/ 42509 w 110659"/>
                <a:gd name="connsiteY15" fmla="*/ 28416 h 68198"/>
                <a:gd name="connsiteX16" fmla="*/ 29528 w 110659"/>
                <a:gd name="connsiteY16" fmla="*/ 34099 h 68198"/>
                <a:gd name="connsiteX17" fmla="*/ 27094 w 110659"/>
                <a:gd name="connsiteY17" fmla="*/ 34911 h 68198"/>
                <a:gd name="connsiteX18" fmla="*/ 14113 w 110659"/>
                <a:gd name="connsiteY18" fmla="*/ 41406 h 68198"/>
                <a:gd name="connsiteX19" fmla="*/ 13301 w 110659"/>
                <a:gd name="connsiteY19" fmla="*/ 40594 h 68198"/>
                <a:gd name="connsiteX20" fmla="*/ 7622 w 110659"/>
                <a:gd name="connsiteY20" fmla="*/ 52772 h 68198"/>
                <a:gd name="connsiteX21" fmla="*/ 10056 w 110659"/>
                <a:gd name="connsiteY21" fmla="*/ 59267 h 68198"/>
                <a:gd name="connsiteX22" fmla="*/ 19792 w 110659"/>
                <a:gd name="connsiteY22" fmla="*/ 60079 h 68198"/>
                <a:gd name="connsiteX23" fmla="*/ 26282 w 110659"/>
                <a:gd name="connsiteY23" fmla="*/ 59267 h 68198"/>
                <a:gd name="connsiteX24" fmla="*/ 38452 w 110659"/>
                <a:gd name="connsiteY24" fmla="*/ 56020 h 68198"/>
                <a:gd name="connsiteX25" fmla="*/ 75773 w 110659"/>
                <a:gd name="connsiteY25" fmla="*/ 38970 h 68198"/>
                <a:gd name="connsiteX26" fmla="*/ 77395 w 110659"/>
                <a:gd name="connsiteY26" fmla="*/ 38158 h 68198"/>
                <a:gd name="connsiteX27" fmla="*/ 81452 w 110659"/>
                <a:gd name="connsiteY27" fmla="*/ 35723 h 68198"/>
                <a:gd name="connsiteX28" fmla="*/ 83886 w 110659"/>
                <a:gd name="connsiteY28" fmla="*/ 34099 h 68198"/>
                <a:gd name="connsiteX29" fmla="*/ 88754 w 110659"/>
                <a:gd name="connsiteY29" fmla="*/ 30851 h 68198"/>
                <a:gd name="connsiteX30" fmla="*/ 110659 w 110659"/>
                <a:gd name="connsiteY30" fmla="*/ 16238 h 68198"/>
                <a:gd name="connsiteX31" fmla="*/ 104980 w 110659"/>
                <a:gd name="connsiteY31" fmla="*/ 21921 h 68198"/>
                <a:gd name="connsiteX32" fmla="*/ 101735 w 110659"/>
                <a:gd name="connsiteY32" fmla="*/ 25168 h 68198"/>
                <a:gd name="connsiteX33" fmla="*/ 100923 w 110659"/>
                <a:gd name="connsiteY33" fmla="*/ 26792 h 68198"/>
                <a:gd name="connsiteX34" fmla="*/ 99301 w 110659"/>
                <a:gd name="connsiteY34" fmla="*/ 28416 h 68198"/>
                <a:gd name="connsiteX35" fmla="*/ 91188 w 110659"/>
                <a:gd name="connsiteY35" fmla="*/ 35723 h 68198"/>
                <a:gd name="connsiteX36" fmla="*/ 86320 w 110659"/>
                <a:gd name="connsiteY36" fmla="*/ 38970 h 68198"/>
                <a:gd name="connsiteX37" fmla="*/ 81452 w 110659"/>
                <a:gd name="connsiteY37" fmla="*/ 42218 h 68198"/>
                <a:gd name="connsiteX38" fmla="*/ 79018 w 110659"/>
                <a:gd name="connsiteY38" fmla="*/ 43842 h 68198"/>
                <a:gd name="connsiteX39" fmla="*/ 76584 w 110659"/>
                <a:gd name="connsiteY39" fmla="*/ 45465 h 68198"/>
                <a:gd name="connsiteX40" fmla="*/ 70905 w 110659"/>
                <a:gd name="connsiteY40" fmla="*/ 49525 h 68198"/>
                <a:gd name="connsiteX41" fmla="*/ 72527 w 110659"/>
                <a:gd name="connsiteY41" fmla="*/ 48713 h 68198"/>
                <a:gd name="connsiteX42" fmla="*/ 74961 w 110659"/>
                <a:gd name="connsiteY42" fmla="*/ 47089 h 68198"/>
                <a:gd name="connsiteX43" fmla="*/ 76584 w 110659"/>
                <a:gd name="connsiteY43" fmla="*/ 46277 h 68198"/>
                <a:gd name="connsiteX44" fmla="*/ 78207 w 110659"/>
                <a:gd name="connsiteY44" fmla="*/ 45465 h 68198"/>
                <a:gd name="connsiteX45" fmla="*/ 77395 w 110659"/>
                <a:gd name="connsiteY45" fmla="*/ 47089 h 68198"/>
                <a:gd name="connsiteX46" fmla="*/ 76584 w 110659"/>
                <a:gd name="connsiteY46" fmla="*/ 47901 h 68198"/>
                <a:gd name="connsiteX47" fmla="*/ 70093 w 110659"/>
                <a:gd name="connsiteY47" fmla="*/ 53584 h 68198"/>
                <a:gd name="connsiteX48" fmla="*/ 61980 w 110659"/>
                <a:gd name="connsiteY48" fmla="*/ 57644 h 68198"/>
                <a:gd name="connsiteX49" fmla="*/ 58735 w 110659"/>
                <a:gd name="connsiteY49" fmla="*/ 59267 h 68198"/>
                <a:gd name="connsiteX50" fmla="*/ 58735 w 110659"/>
                <a:gd name="connsiteY50" fmla="*/ 59267 h 68198"/>
                <a:gd name="connsiteX51" fmla="*/ 58735 w 110659"/>
                <a:gd name="connsiteY51" fmla="*/ 59267 h 68198"/>
                <a:gd name="connsiteX52" fmla="*/ 40075 w 110659"/>
                <a:gd name="connsiteY52" fmla="*/ 65762 h 68198"/>
                <a:gd name="connsiteX53" fmla="*/ 34396 w 110659"/>
                <a:gd name="connsiteY53" fmla="*/ 66574 h 68198"/>
                <a:gd name="connsiteX54" fmla="*/ 35207 w 110659"/>
                <a:gd name="connsiteY54" fmla="*/ 66574 h 68198"/>
                <a:gd name="connsiteX55" fmla="*/ 35207 w 110659"/>
                <a:gd name="connsiteY55" fmla="*/ 67386 h 68198"/>
                <a:gd name="connsiteX56" fmla="*/ 28716 w 110659"/>
                <a:gd name="connsiteY56" fmla="*/ 68198 h 68198"/>
                <a:gd name="connsiteX57" fmla="*/ 14113 w 110659"/>
                <a:gd name="connsiteY57" fmla="*/ 66574 h 68198"/>
                <a:gd name="connsiteX58" fmla="*/ 3565 w 110659"/>
                <a:gd name="connsiteY58" fmla="*/ 58455 h 68198"/>
                <a:gd name="connsiteX59" fmla="*/ 320 w 110659"/>
                <a:gd name="connsiteY59" fmla="*/ 50337 h 68198"/>
                <a:gd name="connsiteX60" fmla="*/ 7622 w 110659"/>
                <a:gd name="connsiteY60" fmla="*/ 28416 h 68198"/>
                <a:gd name="connsiteX61" fmla="*/ 25471 w 110659"/>
                <a:gd name="connsiteY61" fmla="*/ 25980 h 68198"/>
                <a:gd name="connsiteX62" fmla="*/ 31961 w 110659"/>
                <a:gd name="connsiteY62" fmla="*/ 22733 h 68198"/>
                <a:gd name="connsiteX63" fmla="*/ 27905 w 110659"/>
                <a:gd name="connsiteY63" fmla="*/ 25980 h 68198"/>
                <a:gd name="connsiteX64" fmla="*/ 28716 w 110659"/>
                <a:gd name="connsiteY64" fmla="*/ 26792 h 68198"/>
                <a:gd name="connsiteX65" fmla="*/ 29528 w 110659"/>
                <a:gd name="connsiteY65" fmla="*/ 26792 h 68198"/>
                <a:gd name="connsiteX66" fmla="*/ 31150 w 110659"/>
                <a:gd name="connsiteY66" fmla="*/ 25980 h 68198"/>
                <a:gd name="connsiteX67" fmla="*/ 36018 w 110659"/>
                <a:gd name="connsiteY67" fmla="*/ 23545 h 68198"/>
                <a:gd name="connsiteX68" fmla="*/ 44131 w 110659"/>
                <a:gd name="connsiteY68" fmla="*/ 18673 h 68198"/>
                <a:gd name="connsiteX69" fmla="*/ 47377 w 110659"/>
                <a:gd name="connsiteY69" fmla="*/ 16238 h 68198"/>
                <a:gd name="connsiteX70" fmla="*/ 47377 w 110659"/>
                <a:gd name="connsiteY70" fmla="*/ 16238 h 68198"/>
                <a:gd name="connsiteX71" fmla="*/ 48999 w 110659"/>
                <a:gd name="connsiteY71" fmla="*/ 13802 h 68198"/>
                <a:gd name="connsiteX72" fmla="*/ 48188 w 110659"/>
                <a:gd name="connsiteY72" fmla="*/ 13802 h 68198"/>
                <a:gd name="connsiteX73" fmla="*/ 40075 w 110659"/>
                <a:gd name="connsiteY73" fmla="*/ 16238 h 68198"/>
                <a:gd name="connsiteX74" fmla="*/ 25471 w 110659"/>
                <a:gd name="connsiteY74" fmla="*/ 25980 h 68198"/>
                <a:gd name="connsiteX75" fmla="*/ 27094 w 110659"/>
                <a:gd name="connsiteY75" fmla="*/ 28416 h 68198"/>
                <a:gd name="connsiteX76" fmla="*/ 27905 w 110659"/>
                <a:gd name="connsiteY76" fmla="*/ 26792 h 68198"/>
                <a:gd name="connsiteX77" fmla="*/ 27094 w 110659"/>
                <a:gd name="connsiteY77" fmla="*/ 26792 h 68198"/>
                <a:gd name="connsiteX78" fmla="*/ 27094 w 110659"/>
                <a:gd name="connsiteY78" fmla="*/ 28416 h 68198"/>
                <a:gd name="connsiteX79" fmla="*/ 27094 w 110659"/>
                <a:gd name="connsiteY79" fmla="*/ 28416 h 68198"/>
                <a:gd name="connsiteX80" fmla="*/ 53056 w 110659"/>
                <a:gd name="connsiteY80" fmla="*/ 59267 h 68198"/>
                <a:gd name="connsiteX81" fmla="*/ 53056 w 110659"/>
                <a:gd name="connsiteY81" fmla="*/ 59267 h 68198"/>
                <a:gd name="connsiteX82" fmla="*/ 53056 w 110659"/>
                <a:gd name="connsiteY82" fmla="*/ 59267 h 68198"/>
                <a:gd name="connsiteX83" fmla="*/ 53056 w 110659"/>
                <a:gd name="connsiteY83" fmla="*/ 59267 h 68198"/>
                <a:gd name="connsiteX84" fmla="*/ 54678 w 110659"/>
                <a:gd name="connsiteY84" fmla="*/ 58455 h 68198"/>
                <a:gd name="connsiteX85" fmla="*/ 56301 w 110659"/>
                <a:gd name="connsiteY85" fmla="*/ 57644 h 68198"/>
                <a:gd name="connsiteX86" fmla="*/ 56301 w 110659"/>
                <a:gd name="connsiteY86" fmla="*/ 56832 h 68198"/>
                <a:gd name="connsiteX87" fmla="*/ 54678 w 110659"/>
                <a:gd name="connsiteY87" fmla="*/ 58455 h 68198"/>
                <a:gd name="connsiteX88" fmla="*/ 73339 w 110659"/>
                <a:gd name="connsiteY88" fmla="*/ 49525 h 68198"/>
                <a:gd name="connsiteX89" fmla="*/ 73339 w 110659"/>
                <a:gd name="connsiteY89" fmla="*/ 49525 h 68198"/>
                <a:gd name="connsiteX90" fmla="*/ 73339 w 110659"/>
                <a:gd name="connsiteY90" fmla="*/ 49525 h 68198"/>
                <a:gd name="connsiteX91" fmla="*/ 73339 w 110659"/>
                <a:gd name="connsiteY91" fmla="*/ 49525 h 68198"/>
                <a:gd name="connsiteX92" fmla="*/ 81452 w 110659"/>
                <a:gd name="connsiteY92" fmla="*/ 38158 h 68198"/>
                <a:gd name="connsiteX93" fmla="*/ 85508 w 110659"/>
                <a:gd name="connsiteY93" fmla="*/ 35723 h 68198"/>
                <a:gd name="connsiteX94" fmla="*/ 83074 w 110659"/>
                <a:gd name="connsiteY94" fmla="*/ 36535 h 68198"/>
                <a:gd name="connsiteX95" fmla="*/ 81452 w 110659"/>
                <a:gd name="connsiteY95" fmla="*/ 38158 h 68198"/>
                <a:gd name="connsiteX96" fmla="*/ 91999 w 110659"/>
                <a:gd name="connsiteY96" fmla="*/ 30851 h 68198"/>
                <a:gd name="connsiteX97" fmla="*/ 92810 w 110659"/>
                <a:gd name="connsiteY97" fmla="*/ 30040 h 68198"/>
                <a:gd name="connsiteX98" fmla="*/ 91999 w 110659"/>
                <a:gd name="connsiteY98" fmla="*/ 30851 h 68198"/>
                <a:gd name="connsiteX99" fmla="*/ 91999 w 110659"/>
                <a:gd name="connsiteY99" fmla="*/ 30851 h 6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0659" h="68198">
                  <a:moveTo>
                    <a:pt x="7622" y="28416"/>
                  </a:moveTo>
                  <a:cubicBezTo>
                    <a:pt x="8433" y="25980"/>
                    <a:pt x="12490" y="21921"/>
                    <a:pt x="14113" y="20297"/>
                  </a:cubicBezTo>
                  <a:cubicBezTo>
                    <a:pt x="15735" y="18673"/>
                    <a:pt x="16547" y="17861"/>
                    <a:pt x="16547" y="17861"/>
                  </a:cubicBezTo>
                  <a:cubicBezTo>
                    <a:pt x="16547" y="16238"/>
                    <a:pt x="31961" y="4059"/>
                    <a:pt x="34396" y="2436"/>
                  </a:cubicBezTo>
                  <a:lnTo>
                    <a:pt x="38452" y="0"/>
                  </a:lnTo>
                  <a:lnTo>
                    <a:pt x="42509" y="0"/>
                  </a:lnTo>
                  <a:cubicBezTo>
                    <a:pt x="45754" y="0"/>
                    <a:pt x="47377" y="0"/>
                    <a:pt x="48999" y="1624"/>
                  </a:cubicBezTo>
                  <a:cubicBezTo>
                    <a:pt x="50622" y="2436"/>
                    <a:pt x="51433" y="3248"/>
                    <a:pt x="52244" y="2436"/>
                  </a:cubicBezTo>
                  <a:cubicBezTo>
                    <a:pt x="53056" y="1624"/>
                    <a:pt x="53056" y="1624"/>
                    <a:pt x="52244" y="2436"/>
                  </a:cubicBezTo>
                  <a:cubicBezTo>
                    <a:pt x="51433" y="3248"/>
                    <a:pt x="51433" y="3248"/>
                    <a:pt x="52244" y="4059"/>
                  </a:cubicBezTo>
                  <a:cubicBezTo>
                    <a:pt x="54678" y="5683"/>
                    <a:pt x="57112" y="12990"/>
                    <a:pt x="55490" y="14614"/>
                  </a:cubicBezTo>
                  <a:lnTo>
                    <a:pt x="55490" y="14614"/>
                  </a:lnTo>
                  <a:cubicBezTo>
                    <a:pt x="55490" y="15426"/>
                    <a:pt x="53867" y="19485"/>
                    <a:pt x="53056" y="19485"/>
                  </a:cubicBezTo>
                  <a:cubicBezTo>
                    <a:pt x="52244" y="19485"/>
                    <a:pt x="52244" y="20297"/>
                    <a:pt x="51433" y="21109"/>
                  </a:cubicBezTo>
                  <a:cubicBezTo>
                    <a:pt x="50622" y="21921"/>
                    <a:pt x="48188" y="24356"/>
                    <a:pt x="44131" y="27604"/>
                  </a:cubicBezTo>
                  <a:cubicBezTo>
                    <a:pt x="43320" y="28416"/>
                    <a:pt x="42509" y="28416"/>
                    <a:pt x="42509" y="28416"/>
                  </a:cubicBezTo>
                  <a:cubicBezTo>
                    <a:pt x="41697" y="28416"/>
                    <a:pt x="31150" y="32475"/>
                    <a:pt x="29528" y="34099"/>
                  </a:cubicBezTo>
                  <a:cubicBezTo>
                    <a:pt x="28716" y="34911"/>
                    <a:pt x="27094" y="34911"/>
                    <a:pt x="27094" y="34911"/>
                  </a:cubicBezTo>
                  <a:cubicBezTo>
                    <a:pt x="22226" y="35723"/>
                    <a:pt x="17358" y="37347"/>
                    <a:pt x="14113" y="41406"/>
                  </a:cubicBezTo>
                  <a:lnTo>
                    <a:pt x="13301" y="40594"/>
                  </a:lnTo>
                  <a:cubicBezTo>
                    <a:pt x="11679" y="43030"/>
                    <a:pt x="7622" y="50337"/>
                    <a:pt x="7622" y="52772"/>
                  </a:cubicBezTo>
                  <a:cubicBezTo>
                    <a:pt x="6811" y="56020"/>
                    <a:pt x="7622" y="58455"/>
                    <a:pt x="10056" y="59267"/>
                  </a:cubicBezTo>
                  <a:cubicBezTo>
                    <a:pt x="11679" y="60079"/>
                    <a:pt x="15735" y="60079"/>
                    <a:pt x="19792" y="60079"/>
                  </a:cubicBezTo>
                  <a:cubicBezTo>
                    <a:pt x="22226" y="60079"/>
                    <a:pt x="24660" y="60079"/>
                    <a:pt x="26282" y="59267"/>
                  </a:cubicBezTo>
                  <a:cubicBezTo>
                    <a:pt x="29528" y="58455"/>
                    <a:pt x="36018" y="56832"/>
                    <a:pt x="38452" y="56020"/>
                  </a:cubicBezTo>
                  <a:cubicBezTo>
                    <a:pt x="45754" y="54396"/>
                    <a:pt x="72527" y="43030"/>
                    <a:pt x="75773" y="38970"/>
                  </a:cubicBezTo>
                  <a:cubicBezTo>
                    <a:pt x="75773" y="38158"/>
                    <a:pt x="76584" y="38158"/>
                    <a:pt x="77395" y="38158"/>
                  </a:cubicBezTo>
                  <a:cubicBezTo>
                    <a:pt x="78207" y="38158"/>
                    <a:pt x="80640" y="36535"/>
                    <a:pt x="81452" y="35723"/>
                  </a:cubicBezTo>
                  <a:cubicBezTo>
                    <a:pt x="81452" y="35723"/>
                    <a:pt x="82263" y="34911"/>
                    <a:pt x="83886" y="34099"/>
                  </a:cubicBezTo>
                  <a:cubicBezTo>
                    <a:pt x="85508" y="33287"/>
                    <a:pt x="87131" y="31663"/>
                    <a:pt x="88754" y="30851"/>
                  </a:cubicBezTo>
                  <a:cubicBezTo>
                    <a:pt x="96056" y="25168"/>
                    <a:pt x="110659" y="15426"/>
                    <a:pt x="110659" y="16238"/>
                  </a:cubicBezTo>
                  <a:cubicBezTo>
                    <a:pt x="110659" y="17861"/>
                    <a:pt x="105791" y="21109"/>
                    <a:pt x="104980" y="21921"/>
                  </a:cubicBezTo>
                  <a:cubicBezTo>
                    <a:pt x="102546" y="23545"/>
                    <a:pt x="101735" y="24356"/>
                    <a:pt x="101735" y="25168"/>
                  </a:cubicBezTo>
                  <a:cubicBezTo>
                    <a:pt x="101735" y="25168"/>
                    <a:pt x="100923" y="25980"/>
                    <a:pt x="100923" y="26792"/>
                  </a:cubicBezTo>
                  <a:cubicBezTo>
                    <a:pt x="100112" y="27604"/>
                    <a:pt x="99301" y="27604"/>
                    <a:pt x="99301" y="28416"/>
                  </a:cubicBezTo>
                  <a:cubicBezTo>
                    <a:pt x="99301" y="29228"/>
                    <a:pt x="92810" y="34911"/>
                    <a:pt x="91188" y="35723"/>
                  </a:cubicBezTo>
                  <a:cubicBezTo>
                    <a:pt x="90376" y="36535"/>
                    <a:pt x="88754" y="37347"/>
                    <a:pt x="86320" y="38970"/>
                  </a:cubicBezTo>
                  <a:cubicBezTo>
                    <a:pt x="84697" y="40594"/>
                    <a:pt x="82263" y="41406"/>
                    <a:pt x="81452" y="42218"/>
                  </a:cubicBezTo>
                  <a:cubicBezTo>
                    <a:pt x="80640" y="42218"/>
                    <a:pt x="79829" y="43030"/>
                    <a:pt x="79018" y="43842"/>
                  </a:cubicBezTo>
                  <a:cubicBezTo>
                    <a:pt x="78207" y="44653"/>
                    <a:pt x="77395" y="45465"/>
                    <a:pt x="76584" y="45465"/>
                  </a:cubicBezTo>
                  <a:cubicBezTo>
                    <a:pt x="75773" y="45465"/>
                    <a:pt x="70905" y="49525"/>
                    <a:pt x="70905" y="49525"/>
                  </a:cubicBezTo>
                  <a:cubicBezTo>
                    <a:pt x="70905" y="49525"/>
                    <a:pt x="71716" y="49525"/>
                    <a:pt x="72527" y="48713"/>
                  </a:cubicBezTo>
                  <a:cubicBezTo>
                    <a:pt x="73339" y="47901"/>
                    <a:pt x="74961" y="47901"/>
                    <a:pt x="74961" y="47089"/>
                  </a:cubicBezTo>
                  <a:cubicBezTo>
                    <a:pt x="74961" y="46277"/>
                    <a:pt x="75773" y="46277"/>
                    <a:pt x="76584" y="46277"/>
                  </a:cubicBezTo>
                  <a:cubicBezTo>
                    <a:pt x="76584" y="46277"/>
                    <a:pt x="77395" y="45465"/>
                    <a:pt x="78207" y="45465"/>
                  </a:cubicBezTo>
                  <a:cubicBezTo>
                    <a:pt x="79829" y="45465"/>
                    <a:pt x="78207" y="47089"/>
                    <a:pt x="77395" y="47089"/>
                  </a:cubicBezTo>
                  <a:cubicBezTo>
                    <a:pt x="76584" y="47089"/>
                    <a:pt x="76584" y="47901"/>
                    <a:pt x="76584" y="47901"/>
                  </a:cubicBezTo>
                  <a:cubicBezTo>
                    <a:pt x="76584" y="49525"/>
                    <a:pt x="74961" y="51148"/>
                    <a:pt x="70093" y="53584"/>
                  </a:cubicBezTo>
                  <a:cubicBezTo>
                    <a:pt x="66848" y="55208"/>
                    <a:pt x="63603" y="56832"/>
                    <a:pt x="61980" y="57644"/>
                  </a:cubicBezTo>
                  <a:cubicBezTo>
                    <a:pt x="60358" y="58455"/>
                    <a:pt x="59546" y="59267"/>
                    <a:pt x="58735" y="59267"/>
                  </a:cubicBezTo>
                  <a:cubicBezTo>
                    <a:pt x="57924" y="60079"/>
                    <a:pt x="57924" y="60079"/>
                    <a:pt x="58735" y="59267"/>
                  </a:cubicBezTo>
                  <a:cubicBezTo>
                    <a:pt x="59546" y="58455"/>
                    <a:pt x="58735" y="58455"/>
                    <a:pt x="58735" y="59267"/>
                  </a:cubicBezTo>
                  <a:cubicBezTo>
                    <a:pt x="54678" y="62515"/>
                    <a:pt x="45754" y="64950"/>
                    <a:pt x="40075" y="65762"/>
                  </a:cubicBezTo>
                  <a:cubicBezTo>
                    <a:pt x="36829" y="65762"/>
                    <a:pt x="35207" y="66574"/>
                    <a:pt x="34396" y="66574"/>
                  </a:cubicBezTo>
                  <a:cubicBezTo>
                    <a:pt x="34396" y="66574"/>
                    <a:pt x="34396" y="66574"/>
                    <a:pt x="35207" y="66574"/>
                  </a:cubicBezTo>
                  <a:cubicBezTo>
                    <a:pt x="36829" y="66574"/>
                    <a:pt x="36829" y="66574"/>
                    <a:pt x="35207" y="67386"/>
                  </a:cubicBezTo>
                  <a:cubicBezTo>
                    <a:pt x="34396" y="67386"/>
                    <a:pt x="31961" y="68198"/>
                    <a:pt x="28716" y="68198"/>
                  </a:cubicBezTo>
                  <a:cubicBezTo>
                    <a:pt x="23848" y="68198"/>
                    <a:pt x="17358" y="67386"/>
                    <a:pt x="14113" y="66574"/>
                  </a:cubicBezTo>
                  <a:cubicBezTo>
                    <a:pt x="9245" y="64950"/>
                    <a:pt x="7622" y="64139"/>
                    <a:pt x="3565" y="58455"/>
                  </a:cubicBezTo>
                  <a:cubicBezTo>
                    <a:pt x="1132" y="54396"/>
                    <a:pt x="320" y="52772"/>
                    <a:pt x="320" y="50337"/>
                  </a:cubicBezTo>
                  <a:cubicBezTo>
                    <a:pt x="-1302" y="43842"/>
                    <a:pt x="3565" y="35723"/>
                    <a:pt x="7622" y="28416"/>
                  </a:cubicBezTo>
                  <a:close/>
                  <a:moveTo>
                    <a:pt x="25471" y="25980"/>
                  </a:moveTo>
                  <a:lnTo>
                    <a:pt x="31961" y="22733"/>
                  </a:lnTo>
                  <a:cubicBezTo>
                    <a:pt x="31150" y="23545"/>
                    <a:pt x="28716" y="25168"/>
                    <a:pt x="27905" y="25980"/>
                  </a:cubicBezTo>
                  <a:cubicBezTo>
                    <a:pt x="27905" y="26792"/>
                    <a:pt x="27905" y="27604"/>
                    <a:pt x="28716" y="26792"/>
                  </a:cubicBezTo>
                  <a:cubicBezTo>
                    <a:pt x="28716" y="26792"/>
                    <a:pt x="29528" y="26792"/>
                    <a:pt x="29528" y="26792"/>
                  </a:cubicBezTo>
                  <a:cubicBezTo>
                    <a:pt x="29528" y="26792"/>
                    <a:pt x="30339" y="26792"/>
                    <a:pt x="31150" y="25980"/>
                  </a:cubicBezTo>
                  <a:cubicBezTo>
                    <a:pt x="32773" y="25168"/>
                    <a:pt x="36018" y="23545"/>
                    <a:pt x="36018" y="23545"/>
                  </a:cubicBezTo>
                  <a:cubicBezTo>
                    <a:pt x="36018" y="23545"/>
                    <a:pt x="42509" y="20297"/>
                    <a:pt x="44131" y="18673"/>
                  </a:cubicBezTo>
                  <a:cubicBezTo>
                    <a:pt x="46565" y="17050"/>
                    <a:pt x="46565" y="16238"/>
                    <a:pt x="47377" y="16238"/>
                  </a:cubicBezTo>
                  <a:cubicBezTo>
                    <a:pt x="47377" y="16238"/>
                    <a:pt x="47377" y="15426"/>
                    <a:pt x="47377" y="16238"/>
                  </a:cubicBezTo>
                  <a:cubicBezTo>
                    <a:pt x="47377" y="16238"/>
                    <a:pt x="48188" y="14614"/>
                    <a:pt x="48999" y="13802"/>
                  </a:cubicBezTo>
                  <a:cubicBezTo>
                    <a:pt x="48999" y="13802"/>
                    <a:pt x="48188" y="13802"/>
                    <a:pt x="48188" y="13802"/>
                  </a:cubicBezTo>
                  <a:cubicBezTo>
                    <a:pt x="46565" y="14614"/>
                    <a:pt x="42509" y="15426"/>
                    <a:pt x="40075" y="16238"/>
                  </a:cubicBezTo>
                  <a:cubicBezTo>
                    <a:pt x="35207" y="18673"/>
                    <a:pt x="29528" y="22733"/>
                    <a:pt x="25471" y="25980"/>
                  </a:cubicBezTo>
                  <a:close/>
                  <a:moveTo>
                    <a:pt x="27094" y="28416"/>
                  </a:moveTo>
                  <a:cubicBezTo>
                    <a:pt x="27905" y="28416"/>
                    <a:pt x="28716" y="26792"/>
                    <a:pt x="27905" y="26792"/>
                  </a:cubicBezTo>
                  <a:cubicBezTo>
                    <a:pt x="27905" y="26792"/>
                    <a:pt x="27094" y="26792"/>
                    <a:pt x="27094" y="26792"/>
                  </a:cubicBezTo>
                  <a:cubicBezTo>
                    <a:pt x="27094" y="26792"/>
                    <a:pt x="27094" y="27604"/>
                    <a:pt x="27094" y="28416"/>
                  </a:cubicBezTo>
                  <a:cubicBezTo>
                    <a:pt x="26282" y="28416"/>
                    <a:pt x="26282" y="28416"/>
                    <a:pt x="27094" y="28416"/>
                  </a:cubicBezTo>
                  <a:close/>
                  <a:moveTo>
                    <a:pt x="53056" y="59267"/>
                  </a:moveTo>
                  <a:cubicBezTo>
                    <a:pt x="53867" y="59267"/>
                    <a:pt x="53867" y="58455"/>
                    <a:pt x="53056" y="59267"/>
                  </a:cubicBezTo>
                  <a:cubicBezTo>
                    <a:pt x="53056" y="58455"/>
                    <a:pt x="52244" y="58455"/>
                    <a:pt x="53056" y="59267"/>
                  </a:cubicBezTo>
                  <a:cubicBezTo>
                    <a:pt x="52244" y="58455"/>
                    <a:pt x="52244" y="59267"/>
                    <a:pt x="53056" y="59267"/>
                  </a:cubicBezTo>
                  <a:close/>
                  <a:moveTo>
                    <a:pt x="54678" y="58455"/>
                  </a:moveTo>
                  <a:cubicBezTo>
                    <a:pt x="54678" y="58455"/>
                    <a:pt x="56301" y="58455"/>
                    <a:pt x="56301" y="57644"/>
                  </a:cubicBezTo>
                  <a:cubicBezTo>
                    <a:pt x="56301" y="57644"/>
                    <a:pt x="56301" y="56832"/>
                    <a:pt x="56301" y="56832"/>
                  </a:cubicBezTo>
                  <a:cubicBezTo>
                    <a:pt x="54678" y="56832"/>
                    <a:pt x="53867" y="58455"/>
                    <a:pt x="54678" y="58455"/>
                  </a:cubicBezTo>
                  <a:close/>
                  <a:moveTo>
                    <a:pt x="73339" y="49525"/>
                  </a:moveTo>
                  <a:cubicBezTo>
                    <a:pt x="74150" y="49525"/>
                    <a:pt x="74961" y="48713"/>
                    <a:pt x="73339" y="49525"/>
                  </a:cubicBezTo>
                  <a:cubicBezTo>
                    <a:pt x="74150" y="48713"/>
                    <a:pt x="74150" y="48713"/>
                    <a:pt x="73339" y="49525"/>
                  </a:cubicBezTo>
                  <a:cubicBezTo>
                    <a:pt x="72527" y="49525"/>
                    <a:pt x="72527" y="49525"/>
                    <a:pt x="73339" y="49525"/>
                  </a:cubicBezTo>
                  <a:close/>
                  <a:moveTo>
                    <a:pt x="81452" y="38158"/>
                  </a:moveTo>
                  <a:cubicBezTo>
                    <a:pt x="81452" y="38158"/>
                    <a:pt x="85508" y="35723"/>
                    <a:pt x="85508" y="35723"/>
                  </a:cubicBezTo>
                  <a:cubicBezTo>
                    <a:pt x="85508" y="35723"/>
                    <a:pt x="84697" y="35723"/>
                    <a:pt x="83074" y="36535"/>
                  </a:cubicBezTo>
                  <a:cubicBezTo>
                    <a:pt x="82263" y="37347"/>
                    <a:pt x="81452" y="37347"/>
                    <a:pt x="81452" y="38158"/>
                  </a:cubicBezTo>
                  <a:close/>
                  <a:moveTo>
                    <a:pt x="91999" y="30851"/>
                  </a:moveTo>
                  <a:cubicBezTo>
                    <a:pt x="92810" y="30040"/>
                    <a:pt x="93621" y="30040"/>
                    <a:pt x="92810" y="30040"/>
                  </a:cubicBezTo>
                  <a:cubicBezTo>
                    <a:pt x="92810" y="30040"/>
                    <a:pt x="92810" y="30040"/>
                    <a:pt x="91999" y="30851"/>
                  </a:cubicBezTo>
                  <a:cubicBezTo>
                    <a:pt x="91188" y="31663"/>
                    <a:pt x="91188" y="31663"/>
                    <a:pt x="91999" y="30851"/>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899" name="Freeform 898">
              <a:extLst>
                <a:ext uri="{FF2B5EF4-FFF2-40B4-BE49-F238E27FC236}">
                  <a16:creationId xmlns:a16="http://schemas.microsoft.com/office/drawing/2014/main" id="{C25DEE32-1216-F7AA-9A6F-165C209D66D1}"/>
                </a:ext>
              </a:extLst>
            </p:cNvPr>
            <p:cNvSpPr/>
            <p:nvPr/>
          </p:nvSpPr>
          <p:spPr>
            <a:xfrm>
              <a:off x="1402703" y="-1862282"/>
              <a:ext cx="171911" cy="178772"/>
            </a:xfrm>
            <a:custGeom>
              <a:avLst/>
              <a:gdLst>
                <a:gd name="connsiteX0" fmla="*/ 2028 w 171911"/>
                <a:gd name="connsiteY0" fmla="*/ 143862 h 178772"/>
                <a:gd name="connsiteX1" fmla="*/ 13387 w 171911"/>
                <a:gd name="connsiteY1" fmla="*/ 120318 h 178772"/>
                <a:gd name="connsiteX2" fmla="*/ 15821 w 171911"/>
                <a:gd name="connsiteY2" fmla="*/ 115446 h 178772"/>
                <a:gd name="connsiteX3" fmla="*/ 16632 w 171911"/>
                <a:gd name="connsiteY3" fmla="*/ 113822 h 178772"/>
                <a:gd name="connsiteX4" fmla="*/ 17443 w 171911"/>
                <a:gd name="connsiteY4" fmla="*/ 113011 h 178772"/>
                <a:gd name="connsiteX5" fmla="*/ 19066 w 171911"/>
                <a:gd name="connsiteY5" fmla="*/ 111387 h 178772"/>
                <a:gd name="connsiteX6" fmla="*/ 19877 w 171911"/>
                <a:gd name="connsiteY6" fmla="*/ 110575 h 178772"/>
                <a:gd name="connsiteX7" fmla="*/ 19066 w 171911"/>
                <a:gd name="connsiteY7" fmla="*/ 112199 h 178772"/>
                <a:gd name="connsiteX8" fmla="*/ 19066 w 171911"/>
                <a:gd name="connsiteY8" fmla="*/ 113011 h 178772"/>
                <a:gd name="connsiteX9" fmla="*/ 19877 w 171911"/>
                <a:gd name="connsiteY9" fmla="*/ 113011 h 178772"/>
                <a:gd name="connsiteX10" fmla="*/ 21500 w 171911"/>
                <a:gd name="connsiteY10" fmla="*/ 109763 h 178772"/>
                <a:gd name="connsiteX11" fmla="*/ 22311 w 171911"/>
                <a:gd name="connsiteY11" fmla="*/ 106516 h 178772"/>
                <a:gd name="connsiteX12" fmla="*/ 23123 w 171911"/>
                <a:gd name="connsiteY12" fmla="*/ 105704 h 178772"/>
                <a:gd name="connsiteX13" fmla="*/ 24745 w 171911"/>
                <a:gd name="connsiteY13" fmla="*/ 102456 h 178772"/>
                <a:gd name="connsiteX14" fmla="*/ 26368 w 171911"/>
                <a:gd name="connsiteY14" fmla="*/ 99209 h 178772"/>
                <a:gd name="connsiteX15" fmla="*/ 28802 w 171911"/>
                <a:gd name="connsiteY15" fmla="*/ 95149 h 178772"/>
                <a:gd name="connsiteX16" fmla="*/ 31236 w 171911"/>
                <a:gd name="connsiteY16" fmla="*/ 91902 h 178772"/>
                <a:gd name="connsiteX17" fmla="*/ 32047 w 171911"/>
                <a:gd name="connsiteY17" fmla="*/ 91902 h 178772"/>
                <a:gd name="connsiteX18" fmla="*/ 31236 w 171911"/>
                <a:gd name="connsiteY18" fmla="*/ 90278 h 178772"/>
                <a:gd name="connsiteX19" fmla="*/ 31236 w 171911"/>
                <a:gd name="connsiteY19" fmla="*/ 89466 h 178772"/>
                <a:gd name="connsiteX20" fmla="*/ 32047 w 171911"/>
                <a:gd name="connsiteY20" fmla="*/ 88654 h 178772"/>
                <a:gd name="connsiteX21" fmla="*/ 32858 w 171911"/>
                <a:gd name="connsiteY21" fmla="*/ 87030 h 178772"/>
                <a:gd name="connsiteX22" fmla="*/ 33670 w 171911"/>
                <a:gd name="connsiteY22" fmla="*/ 85407 h 178772"/>
                <a:gd name="connsiteX23" fmla="*/ 36103 w 171911"/>
                <a:gd name="connsiteY23" fmla="*/ 80535 h 178772"/>
                <a:gd name="connsiteX24" fmla="*/ 38538 w 171911"/>
                <a:gd name="connsiteY24" fmla="*/ 74852 h 178772"/>
                <a:gd name="connsiteX25" fmla="*/ 38538 w 171911"/>
                <a:gd name="connsiteY25" fmla="*/ 74852 h 178772"/>
                <a:gd name="connsiteX26" fmla="*/ 40160 w 171911"/>
                <a:gd name="connsiteY26" fmla="*/ 73228 h 178772"/>
                <a:gd name="connsiteX27" fmla="*/ 41783 w 171911"/>
                <a:gd name="connsiteY27" fmla="*/ 70793 h 178772"/>
                <a:gd name="connsiteX28" fmla="*/ 41783 w 171911"/>
                <a:gd name="connsiteY28" fmla="*/ 69981 h 178772"/>
                <a:gd name="connsiteX29" fmla="*/ 41783 w 171911"/>
                <a:gd name="connsiteY29" fmla="*/ 69169 h 178772"/>
                <a:gd name="connsiteX30" fmla="*/ 41783 w 171911"/>
                <a:gd name="connsiteY30" fmla="*/ 68357 h 178772"/>
                <a:gd name="connsiteX31" fmla="*/ 42594 w 171911"/>
                <a:gd name="connsiteY31" fmla="*/ 66733 h 178772"/>
                <a:gd name="connsiteX32" fmla="*/ 43405 w 171911"/>
                <a:gd name="connsiteY32" fmla="*/ 65110 h 178772"/>
                <a:gd name="connsiteX33" fmla="*/ 45028 w 171911"/>
                <a:gd name="connsiteY33" fmla="*/ 63486 h 178772"/>
                <a:gd name="connsiteX34" fmla="*/ 47462 w 171911"/>
                <a:gd name="connsiteY34" fmla="*/ 60238 h 178772"/>
                <a:gd name="connsiteX35" fmla="*/ 48273 w 171911"/>
                <a:gd name="connsiteY35" fmla="*/ 58615 h 178772"/>
                <a:gd name="connsiteX36" fmla="*/ 49085 w 171911"/>
                <a:gd name="connsiteY36" fmla="*/ 57803 h 178772"/>
                <a:gd name="connsiteX37" fmla="*/ 50707 w 171911"/>
                <a:gd name="connsiteY37" fmla="*/ 55367 h 178772"/>
                <a:gd name="connsiteX38" fmla="*/ 51519 w 171911"/>
                <a:gd name="connsiteY38" fmla="*/ 53743 h 178772"/>
                <a:gd name="connsiteX39" fmla="*/ 51519 w 171911"/>
                <a:gd name="connsiteY39" fmla="*/ 52931 h 178772"/>
                <a:gd name="connsiteX40" fmla="*/ 51519 w 171911"/>
                <a:gd name="connsiteY40" fmla="*/ 52120 h 178772"/>
                <a:gd name="connsiteX41" fmla="*/ 51519 w 171911"/>
                <a:gd name="connsiteY41" fmla="*/ 51308 h 178772"/>
                <a:gd name="connsiteX42" fmla="*/ 54764 w 171911"/>
                <a:gd name="connsiteY42" fmla="*/ 47248 h 178772"/>
                <a:gd name="connsiteX43" fmla="*/ 56386 w 171911"/>
                <a:gd name="connsiteY43" fmla="*/ 44813 h 178772"/>
                <a:gd name="connsiteX44" fmla="*/ 62066 w 171911"/>
                <a:gd name="connsiteY44" fmla="*/ 35070 h 178772"/>
                <a:gd name="connsiteX45" fmla="*/ 62877 w 171911"/>
                <a:gd name="connsiteY45" fmla="*/ 34258 h 178772"/>
                <a:gd name="connsiteX46" fmla="*/ 63688 w 171911"/>
                <a:gd name="connsiteY46" fmla="*/ 33446 h 178772"/>
                <a:gd name="connsiteX47" fmla="*/ 64499 w 171911"/>
                <a:gd name="connsiteY47" fmla="*/ 32634 h 178772"/>
                <a:gd name="connsiteX48" fmla="*/ 66122 w 171911"/>
                <a:gd name="connsiteY48" fmla="*/ 31011 h 178772"/>
                <a:gd name="connsiteX49" fmla="*/ 70179 w 171911"/>
                <a:gd name="connsiteY49" fmla="*/ 24516 h 178772"/>
                <a:gd name="connsiteX50" fmla="*/ 70990 w 171911"/>
                <a:gd name="connsiteY50" fmla="*/ 22892 h 178772"/>
                <a:gd name="connsiteX51" fmla="*/ 71801 w 171911"/>
                <a:gd name="connsiteY51" fmla="*/ 21268 h 178772"/>
                <a:gd name="connsiteX52" fmla="*/ 73424 w 171911"/>
                <a:gd name="connsiteY52" fmla="*/ 18833 h 178772"/>
                <a:gd name="connsiteX53" fmla="*/ 76669 w 171911"/>
                <a:gd name="connsiteY53" fmla="*/ 13961 h 178772"/>
                <a:gd name="connsiteX54" fmla="*/ 79915 w 171911"/>
                <a:gd name="connsiteY54" fmla="*/ 9902 h 178772"/>
                <a:gd name="connsiteX55" fmla="*/ 81537 w 171911"/>
                <a:gd name="connsiteY55" fmla="*/ 7466 h 178772"/>
                <a:gd name="connsiteX56" fmla="*/ 83971 w 171911"/>
                <a:gd name="connsiteY56" fmla="*/ 4219 h 178772"/>
                <a:gd name="connsiteX57" fmla="*/ 92895 w 171911"/>
                <a:gd name="connsiteY57" fmla="*/ 159 h 178772"/>
                <a:gd name="connsiteX58" fmla="*/ 98575 w 171911"/>
                <a:gd name="connsiteY58" fmla="*/ 9902 h 178772"/>
                <a:gd name="connsiteX59" fmla="*/ 96141 w 171911"/>
                <a:gd name="connsiteY59" fmla="*/ 14773 h 178772"/>
                <a:gd name="connsiteX60" fmla="*/ 87216 w 171911"/>
                <a:gd name="connsiteY60" fmla="*/ 26951 h 178772"/>
                <a:gd name="connsiteX61" fmla="*/ 86405 w 171911"/>
                <a:gd name="connsiteY61" fmla="*/ 27763 h 178772"/>
                <a:gd name="connsiteX62" fmla="*/ 85594 w 171911"/>
                <a:gd name="connsiteY62" fmla="*/ 28575 h 178772"/>
                <a:gd name="connsiteX63" fmla="*/ 83971 w 171911"/>
                <a:gd name="connsiteY63" fmla="*/ 31011 h 178772"/>
                <a:gd name="connsiteX64" fmla="*/ 79103 w 171911"/>
                <a:gd name="connsiteY64" fmla="*/ 38318 h 178772"/>
                <a:gd name="connsiteX65" fmla="*/ 75858 w 171911"/>
                <a:gd name="connsiteY65" fmla="*/ 41565 h 178772"/>
                <a:gd name="connsiteX66" fmla="*/ 75047 w 171911"/>
                <a:gd name="connsiteY66" fmla="*/ 42377 h 178772"/>
                <a:gd name="connsiteX67" fmla="*/ 74235 w 171911"/>
                <a:gd name="connsiteY67" fmla="*/ 43189 h 178772"/>
                <a:gd name="connsiteX68" fmla="*/ 73424 w 171911"/>
                <a:gd name="connsiteY68" fmla="*/ 44813 h 178772"/>
                <a:gd name="connsiteX69" fmla="*/ 71801 w 171911"/>
                <a:gd name="connsiteY69" fmla="*/ 47248 h 178772"/>
                <a:gd name="connsiteX70" fmla="*/ 70990 w 171911"/>
                <a:gd name="connsiteY70" fmla="*/ 48872 h 178772"/>
                <a:gd name="connsiteX71" fmla="*/ 69367 w 171911"/>
                <a:gd name="connsiteY71" fmla="*/ 51308 h 178772"/>
                <a:gd name="connsiteX72" fmla="*/ 67745 w 171911"/>
                <a:gd name="connsiteY72" fmla="*/ 54555 h 178772"/>
                <a:gd name="connsiteX73" fmla="*/ 66934 w 171911"/>
                <a:gd name="connsiteY73" fmla="*/ 55367 h 178772"/>
                <a:gd name="connsiteX74" fmla="*/ 66122 w 171911"/>
                <a:gd name="connsiteY74" fmla="*/ 56179 h 178772"/>
                <a:gd name="connsiteX75" fmla="*/ 65311 w 171911"/>
                <a:gd name="connsiteY75" fmla="*/ 56991 h 178772"/>
                <a:gd name="connsiteX76" fmla="*/ 64499 w 171911"/>
                <a:gd name="connsiteY76" fmla="*/ 58615 h 178772"/>
                <a:gd name="connsiteX77" fmla="*/ 63688 w 171911"/>
                <a:gd name="connsiteY77" fmla="*/ 59427 h 178772"/>
                <a:gd name="connsiteX78" fmla="*/ 62877 w 171911"/>
                <a:gd name="connsiteY78" fmla="*/ 60238 h 178772"/>
                <a:gd name="connsiteX79" fmla="*/ 62066 w 171911"/>
                <a:gd name="connsiteY79" fmla="*/ 61050 h 178772"/>
                <a:gd name="connsiteX80" fmla="*/ 61254 w 171911"/>
                <a:gd name="connsiteY80" fmla="*/ 62674 h 178772"/>
                <a:gd name="connsiteX81" fmla="*/ 60443 w 171911"/>
                <a:gd name="connsiteY81" fmla="*/ 65110 h 178772"/>
                <a:gd name="connsiteX82" fmla="*/ 59632 w 171911"/>
                <a:gd name="connsiteY82" fmla="*/ 65110 h 178772"/>
                <a:gd name="connsiteX83" fmla="*/ 58820 w 171911"/>
                <a:gd name="connsiteY83" fmla="*/ 65110 h 178772"/>
                <a:gd name="connsiteX84" fmla="*/ 58820 w 171911"/>
                <a:gd name="connsiteY84" fmla="*/ 65922 h 178772"/>
                <a:gd name="connsiteX85" fmla="*/ 54764 w 171911"/>
                <a:gd name="connsiteY85" fmla="*/ 71605 h 178772"/>
                <a:gd name="connsiteX86" fmla="*/ 53141 w 171911"/>
                <a:gd name="connsiteY86" fmla="*/ 73228 h 178772"/>
                <a:gd name="connsiteX87" fmla="*/ 53952 w 171911"/>
                <a:gd name="connsiteY87" fmla="*/ 73228 h 178772"/>
                <a:gd name="connsiteX88" fmla="*/ 53952 w 171911"/>
                <a:gd name="connsiteY88" fmla="*/ 74852 h 178772"/>
                <a:gd name="connsiteX89" fmla="*/ 52330 w 171911"/>
                <a:gd name="connsiteY89" fmla="*/ 77288 h 178772"/>
                <a:gd name="connsiteX90" fmla="*/ 52330 w 171911"/>
                <a:gd name="connsiteY90" fmla="*/ 76476 h 178772"/>
                <a:gd name="connsiteX91" fmla="*/ 52330 w 171911"/>
                <a:gd name="connsiteY91" fmla="*/ 75664 h 178772"/>
                <a:gd name="connsiteX92" fmla="*/ 51519 w 171911"/>
                <a:gd name="connsiteY92" fmla="*/ 77288 h 178772"/>
                <a:gd name="connsiteX93" fmla="*/ 49896 w 171911"/>
                <a:gd name="connsiteY93" fmla="*/ 78912 h 178772"/>
                <a:gd name="connsiteX94" fmla="*/ 49085 w 171911"/>
                <a:gd name="connsiteY94" fmla="*/ 81347 h 178772"/>
                <a:gd name="connsiteX95" fmla="*/ 49896 w 171911"/>
                <a:gd name="connsiteY95" fmla="*/ 81347 h 178772"/>
                <a:gd name="connsiteX96" fmla="*/ 51519 w 171911"/>
                <a:gd name="connsiteY96" fmla="*/ 79724 h 178772"/>
                <a:gd name="connsiteX97" fmla="*/ 52330 w 171911"/>
                <a:gd name="connsiteY97" fmla="*/ 80535 h 178772"/>
                <a:gd name="connsiteX98" fmla="*/ 48273 w 171911"/>
                <a:gd name="connsiteY98" fmla="*/ 85407 h 178772"/>
                <a:gd name="connsiteX99" fmla="*/ 46651 w 171911"/>
                <a:gd name="connsiteY99" fmla="*/ 87030 h 178772"/>
                <a:gd name="connsiteX100" fmla="*/ 46651 w 171911"/>
                <a:gd name="connsiteY100" fmla="*/ 88654 h 178772"/>
                <a:gd name="connsiteX101" fmla="*/ 48273 w 171911"/>
                <a:gd name="connsiteY101" fmla="*/ 87030 h 178772"/>
                <a:gd name="connsiteX102" fmla="*/ 49085 w 171911"/>
                <a:gd name="connsiteY102" fmla="*/ 86219 h 178772"/>
                <a:gd name="connsiteX103" fmla="*/ 50707 w 171911"/>
                <a:gd name="connsiteY103" fmla="*/ 84595 h 178772"/>
                <a:gd name="connsiteX104" fmla="*/ 110745 w 171911"/>
                <a:gd name="connsiteY104" fmla="*/ 30199 h 178772"/>
                <a:gd name="connsiteX105" fmla="*/ 118858 w 171911"/>
                <a:gd name="connsiteY105" fmla="*/ 27763 h 178772"/>
                <a:gd name="connsiteX106" fmla="*/ 127782 w 171911"/>
                <a:gd name="connsiteY106" fmla="*/ 31823 h 178772"/>
                <a:gd name="connsiteX107" fmla="*/ 131027 w 171911"/>
                <a:gd name="connsiteY107" fmla="*/ 42377 h 178772"/>
                <a:gd name="connsiteX108" fmla="*/ 127782 w 171911"/>
                <a:gd name="connsiteY108" fmla="*/ 56179 h 178772"/>
                <a:gd name="connsiteX109" fmla="*/ 125348 w 171911"/>
                <a:gd name="connsiteY109" fmla="*/ 61050 h 178772"/>
                <a:gd name="connsiteX110" fmla="*/ 115612 w 171911"/>
                <a:gd name="connsiteY110" fmla="*/ 74040 h 178772"/>
                <a:gd name="connsiteX111" fmla="*/ 109122 w 171911"/>
                <a:gd name="connsiteY111" fmla="*/ 82159 h 178772"/>
                <a:gd name="connsiteX112" fmla="*/ 108311 w 171911"/>
                <a:gd name="connsiteY112" fmla="*/ 82159 h 178772"/>
                <a:gd name="connsiteX113" fmla="*/ 105877 w 171911"/>
                <a:gd name="connsiteY113" fmla="*/ 84595 h 178772"/>
                <a:gd name="connsiteX114" fmla="*/ 103443 w 171911"/>
                <a:gd name="connsiteY114" fmla="*/ 87030 h 178772"/>
                <a:gd name="connsiteX115" fmla="*/ 92895 w 171911"/>
                <a:gd name="connsiteY115" fmla="*/ 96773 h 178772"/>
                <a:gd name="connsiteX116" fmla="*/ 99386 w 171911"/>
                <a:gd name="connsiteY116" fmla="*/ 96773 h 178772"/>
                <a:gd name="connsiteX117" fmla="*/ 116424 w 171911"/>
                <a:gd name="connsiteY117" fmla="*/ 98397 h 178772"/>
                <a:gd name="connsiteX118" fmla="*/ 118046 w 171911"/>
                <a:gd name="connsiteY118" fmla="*/ 99209 h 178772"/>
                <a:gd name="connsiteX119" fmla="*/ 121292 w 171911"/>
                <a:gd name="connsiteY119" fmla="*/ 100832 h 178772"/>
                <a:gd name="connsiteX120" fmla="*/ 124537 w 171911"/>
                <a:gd name="connsiteY120" fmla="*/ 102456 h 178772"/>
                <a:gd name="connsiteX121" fmla="*/ 130216 w 171911"/>
                <a:gd name="connsiteY121" fmla="*/ 108139 h 178772"/>
                <a:gd name="connsiteX122" fmla="*/ 131839 w 171911"/>
                <a:gd name="connsiteY122" fmla="*/ 108951 h 178772"/>
                <a:gd name="connsiteX123" fmla="*/ 140763 w 171911"/>
                <a:gd name="connsiteY123" fmla="*/ 106516 h 178772"/>
                <a:gd name="connsiteX124" fmla="*/ 160235 w 171911"/>
                <a:gd name="connsiteY124" fmla="*/ 103268 h 178772"/>
                <a:gd name="connsiteX125" fmla="*/ 169970 w 171911"/>
                <a:gd name="connsiteY125" fmla="*/ 105704 h 178772"/>
                <a:gd name="connsiteX126" fmla="*/ 171593 w 171911"/>
                <a:gd name="connsiteY126" fmla="*/ 107327 h 178772"/>
                <a:gd name="connsiteX127" fmla="*/ 169970 w 171911"/>
                <a:gd name="connsiteY127" fmla="*/ 108139 h 178772"/>
                <a:gd name="connsiteX128" fmla="*/ 165914 w 171911"/>
                <a:gd name="connsiteY128" fmla="*/ 108951 h 178772"/>
                <a:gd name="connsiteX129" fmla="*/ 162669 w 171911"/>
                <a:gd name="connsiteY129" fmla="*/ 109763 h 178772"/>
                <a:gd name="connsiteX130" fmla="*/ 156178 w 171911"/>
                <a:gd name="connsiteY130" fmla="*/ 111387 h 178772"/>
                <a:gd name="connsiteX131" fmla="*/ 148876 w 171911"/>
                <a:gd name="connsiteY131" fmla="*/ 113822 h 178772"/>
                <a:gd name="connsiteX132" fmla="*/ 147254 w 171911"/>
                <a:gd name="connsiteY132" fmla="*/ 114634 h 178772"/>
                <a:gd name="connsiteX133" fmla="*/ 144008 w 171911"/>
                <a:gd name="connsiteY133" fmla="*/ 116258 h 178772"/>
                <a:gd name="connsiteX134" fmla="*/ 142386 w 171911"/>
                <a:gd name="connsiteY134" fmla="*/ 117070 h 178772"/>
                <a:gd name="connsiteX135" fmla="*/ 142386 w 171911"/>
                <a:gd name="connsiteY135" fmla="*/ 117070 h 178772"/>
                <a:gd name="connsiteX136" fmla="*/ 141574 w 171911"/>
                <a:gd name="connsiteY136" fmla="*/ 117882 h 178772"/>
                <a:gd name="connsiteX137" fmla="*/ 140763 w 171911"/>
                <a:gd name="connsiteY137" fmla="*/ 117070 h 178772"/>
                <a:gd name="connsiteX138" fmla="*/ 139952 w 171911"/>
                <a:gd name="connsiteY138" fmla="*/ 117070 h 178772"/>
                <a:gd name="connsiteX139" fmla="*/ 139141 w 171911"/>
                <a:gd name="connsiteY139" fmla="*/ 117882 h 178772"/>
                <a:gd name="connsiteX140" fmla="*/ 136707 w 171911"/>
                <a:gd name="connsiteY140" fmla="*/ 119506 h 178772"/>
                <a:gd name="connsiteX141" fmla="*/ 133461 w 171911"/>
                <a:gd name="connsiteY141" fmla="*/ 123565 h 178772"/>
                <a:gd name="connsiteX142" fmla="*/ 131839 w 171911"/>
                <a:gd name="connsiteY142" fmla="*/ 127624 h 178772"/>
                <a:gd name="connsiteX143" fmla="*/ 131027 w 171911"/>
                <a:gd name="connsiteY143" fmla="*/ 130060 h 178772"/>
                <a:gd name="connsiteX144" fmla="*/ 129405 w 171911"/>
                <a:gd name="connsiteY144" fmla="*/ 132496 h 178772"/>
                <a:gd name="connsiteX145" fmla="*/ 125348 w 171911"/>
                <a:gd name="connsiteY145" fmla="*/ 137367 h 178772"/>
                <a:gd name="connsiteX146" fmla="*/ 121292 w 171911"/>
                <a:gd name="connsiteY146" fmla="*/ 142238 h 178772"/>
                <a:gd name="connsiteX147" fmla="*/ 117235 w 171911"/>
                <a:gd name="connsiteY147" fmla="*/ 145486 h 178772"/>
                <a:gd name="connsiteX148" fmla="*/ 114801 w 171911"/>
                <a:gd name="connsiteY148" fmla="*/ 147110 h 178772"/>
                <a:gd name="connsiteX149" fmla="*/ 113178 w 171911"/>
                <a:gd name="connsiteY149" fmla="*/ 148733 h 178772"/>
                <a:gd name="connsiteX150" fmla="*/ 101820 w 171911"/>
                <a:gd name="connsiteY150" fmla="*/ 156852 h 178772"/>
                <a:gd name="connsiteX151" fmla="*/ 100198 w 171911"/>
                <a:gd name="connsiteY151" fmla="*/ 157664 h 178772"/>
                <a:gd name="connsiteX152" fmla="*/ 94518 w 171911"/>
                <a:gd name="connsiteY152" fmla="*/ 161723 h 178772"/>
                <a:gd name="connsiteX153" fmla="*/ 88028 w 171911"/>
                <a:gd name="connsiteY153" fmla="*/ 164971 h 178772"/>
                <a:gd name="connsiteX154" fmla="*/ 87216 w 171911"/>
                <a:gd name="connsiteY154" fmla="*/ 165783 h 178772"/>
                <a:gd name="connsiteX155" fmla="*/ 87216 w 171911"/>
                <a:gd name="connsiteY155" fmla="*/ 165783 h 178772"/>
                <a:gd name="connsiteX156" fmla="*/ 82348 w 171911"/>
                <a:gd name="connsiteY156" fmla="*/ 168218 h 178772"/>
                <a:gd name="connsiteX157" fmla="*/ 62066 w 171911"/>
                <a:gd name="connsiteY157" fmla="*/ 177961 h 178772"/>
                <a:gd name="connsiteX158" fmla="*/ 58820 w 171911"/>
                <a:gd name="connsiteY158" fmla="*/ 178773 h 178772"/>
                <a:gd name="connsiteX159" fmla="*/ 56386 w 171911"/>
                <a:gd name="connsiteY159" fmla="*/ 177961 h 178772"/>
                <a:gd name="connsiteX160" fmla="*/ 53952 w 171911"/>
                <a:gd name="connsiteY160" fmla="*/ 176337 h 178772"/>
                <a:gd name="connsiteX161" fmla="*/ 50707 w 171911"/>
                <a:gd name="connsiteY161" fmla="*/ 173090 h 178772"/>
                <a:gd name="connsiteX162" fmla="*/ 49085 w 171911"/>
                <a:gd name="connsiteY162" fmla="*/ 166595 h 178772"/>
                <a:gd name="connsiteX163" fmla="*/ 49896 w 171911"/>
                <a:gd name="connsiteY163" fmla="*/ 160100 h 178772"/>
                <a:gd name="connsiteX164" fmla="*/ 60443 w 171911"/>
                <a:gd name="connsiteY164" fmla="*/ 149545 h 178772"/>
                <a:gd name="connsiteX165" fmla="*/ 63688 w 171911"/>
                <a:gd name="connsiteY165" fmla="*/ 147110 h 178772"/>
                <a:gd name="connsiteX166" fmla="*/ 111556 w 171911"/>
                <a:gd name="connsiteY166" fmla="*/ 121129 h 178772"/>
                <a:gd name="connsiteX167" fmla="*/ 115612 w 171911"/>
                <a:gd name="connsiteY167" fmla="*/ 119506 h 178772"/>
                <a:gd name="connsiteX168" fmla="*/ 119669 w 171911"/>
                <a:gd name="connsiteY168" fmla="*/ 117882 h 178772"/>
                <a:gd name="connsiteX169" fmla="*/ 125348 w 171911"/>
                <a:gd name="connsiteY169" fmla="*/ 112199 h 178772"/>
                <a:gd name="connsiteX170" fmla="*/ 118858 w 171911"/>
                <a:gd name="connsiteY170" fmla="*/ 109763 h 178772"/>
                <a:gd name="connsiteX171" fmla="*/ 107499 w 171911"/>
                <a:gd name="connsiteY171" fmla="*/ 108951 h 178772"/>
                <a:gd name="connsiteX172" fmla="*/ 82348 w 171911"/>
                <a:gd name="connsiteY172" fmla="*/ 113822 h 178772"/>
                <a:gd name="connsiteX173" fmla="*/ 70179 w 171911"/>
                <a:gd name="connsiteY173" fmla="*/ 119506 h 178772"/>
                <a:gd name="connsiteX174" fmla="*/ 58820 w 171911"/>
                <a:gd name="connsiteY174" fmla="*/ 124377 h 178772"/>
                <a:gd name="connsiteX175" fmla="*/ 54764 w 171911"/>
                <a:gd name="connsiteY175" fmla="*/ 119506 h 178772"/>
                <a:gd name="connsiteX176" fmla="*/ 53952 w 171911"/>
                <a:gd name="connsiteY176" fmla="*/ 117882 h 178772"/>
                <a:gd name="connsiteX177" fmla="*/ 55575 w 171911"/>
                <a:gd name="connsiteY177" fmla="*/ 116258 h 178772"/>
                <a:gd name="connsiteX178" fmla="*/ 61254 w 171911"/>
                <a:gd name="connsiteY178" fmla="*/ 113011 h 178772"/>
                <a:gd name="connsiteX179" fmla="*/ 69367 w 171911"/>
                <a:gd name="connsiteY179" fmla="*/ 108139 h 178772"/>
                <a:gd name="connsiteX180" fmla="*/ 83160 w 171911"/>
                <a:gd name="connsiteY180" fmla="*/ 99209 h 178772"/>
                <a:gd name="connsiteX181" fmla="*/ 91273 w 171911"/>
                <a:gd name="connsiteY181" fmla="*/ 92714 h 178772"/>
                <a:gd name="connsiteX182" fmla="*/ 123726 w 171911"/>
                <a:gd name="connsiteY182" fmla="*/ 56179 h 178772"/>
                <a:gd name="connsiteX183" fmla="*/ 127782 w 171911"/>
                <a:gd name="connsiteY183" fmla="*/ 40753 h 178772"/>
                <a:gd name="connsiteX184" fmla="*/ 125348 w 171911"/>
                <a:gd name="connsiteY184" fmla="*/ 35070 h 178772"/>
                <a:gd name="connsiteX185" fmla="*/ 92895 w 171911"/>
                <a:gd name="connsiteY185" fmla="*/ 56179 h 178772"/>
                <a:gd name="connsiteX186" fmla="*/ 90462 w 171911"/>
                <a:gd name="connsiteY186" fmla="*/ 59427 h 178772"/>
                <a:gd name="connsiteX187" fmla="*/ 89650 w 171911"/>
                <a:gd name="connsiteY187" fmla="*/ 60238 h 178772"/>
                <a:gd name="connsiteX188" fmla="*/ 84782 w 171911"/>
                <a:gd name="connsiteY188" fmla="*/ 65110 h 178772"/>
                <a:gd name="connsiteX189" fmla="*/ 79103 w 171911"/>
                <a:gd name="connsiteY189" fmla="*/ 69981 h 178772"/>
                <a:gd name="connsiteX190" fmla="*/ 78292 w 171911"/>
                <a:gd name="connsiteY190" fmla="*/ 70793 h 178772"/>
                <a:gd name="connsiteX191" fmla="*/ 75047 w 171911"/>
                <a:gd name="connsiteY191" fmla="*/ 74852 h 178772"/>
                <a:gd name="connsiteX192" fmla="*/ 70990 w 171911"/>
                <a:gd name="connsiteY192" fmla="*/ 78912 h 178772"/>
                <a:gd name="connsiteX193" fmla="*/ 69367 w 171911"/>
                <a:gd name="connsiteY193" fmla="*/ 80535 h 178772"/>
                <a:gd name="connsiteX194" fmla="*/ 63688 w 171911"/>
                <a:gd name="connsiteY194" fmla="*/ 87030 h 178772"/>
                <a:gd name="connsiteX195" fmla="*/ 61254 w 171911"/>
                <a:gd name="connsiteY195" fmla="*/ 89466 h 178772"/>
                <a:gd name="connsiteX196" fmla="*/ 60443 w 171911"/>
                <a:gd name="connsiteY196" fmla="*/ 90278 h 178772"/>
                <a:gd name="connsiteX197" fmla="*/ 58820 w 171911"/>
                <a:gd name="connsiteY197" fmla="*/ 92714 h 178772"/>
                <a:gd name="connsiteX198" fmla="*/ 39349 w 171911"/>
                <a:gd name="connsiteY198" fmla="*/ 121129 h 178772"/>
                <a:gd name="connsiteX199" fmla="*/ 27179 w 171911"/>
                <a:gd name="connsiteY199" fmla="*/ 143050 h 178772"/>
                <a:gd name="connsiteX200" fmla="*/ 23934 w 171911"/>
                <a:gd name="connsiteY200" fmla="*/ 149545 h 178772"/>
                <a:gd name="connsiteX201" fmla="*/ 20688 w 171911"/>
                <a:gd name="connsiteY201" fmla="*/ 158476 h 178772"/>
                <a:gd name="connsiteX202" fmla="*/ 19066 w 171911"/>
                <a:gd name="connsiteY202" fmla="*/ 160912 h 178772"/>
                <a:gd name="connsiteX203" fmla="*/ 17443 w 171911"/>
                <a:gd name="connsiteY203" fmla="*/ 164971 h 178772"/>
                <a:gd name="connsiteX204" fmla="*/ 16632 w 171911"/>
                <a:gd name="connsiteY204" fmla="*/ 167407 h 178772"/>
                <a:gd name="connsiteX205" fmla="*/ 15821 w 171911"/>
                <a:gd name="connsiteY205" fmla="*/ 169030 h 178772"/>
                <a:gd name="connsiteX206" fmla="*/ 15009 w 171911"/>
                <a:gd name="connsiteY206" fmla="*/ 170654 h 178772"/>
                <a:gd name="connsiteX207" fmla="*/ 14198 w 171911"/>
                <a:gd name="connsiteY207" fmla="*/ 171466 h 178772"/>
                <a:gd name="connsiteX208" fmla="*/ 10141 w 171911"/>
                <a:gd name="connsiteY208" fmla="*/ 173090 h 178772"/>
                <a:gd name="connsiteX209" fmla="*/ 9330 w 171911"/>
                <a:gd name="connsiteY209" fmla="*/ 173090 h 178772"/>
                <a:gd name="connsiteX210" fmla="*/ 2840 w 171911"/>
                <a:gd name="connsiteY210" fmla="*/ 165783 h 178772"/>
                <a:gd name="connsiteX211" fmla="*/ 2028 w 171911"/>
                <a:gd name="connsiteY211" fmla="*/ 143862 h 178772"/>
                <a:gd name="connsiteX212" fmla="*/ 6896 w 171911"/>
                <a:gd name="connsiteY212" fmla="*/ 137367 h 178772"/>
                <a:gd name="connsiteX213" fmla="*/ 6896 w 171911"/>
                <a:gd name="connsiteY213" fmla="*/ 137367 h 178772"/>
                <a:gd name="connsiteX214" fmla="*/ 7707 w 171911"/>
                <a:gd name="connsiteY214" fmla="*/ 136555 h 178772"/>
                <a:gd name="connsiteX215" fmla="*/ 6896 w 171911"/>
                <a:gd name="connsiteY215" fmla="*/ 137367 h 178772"/>
                <a:gd name="connsiteX216" fmla="*/ 7707 w 171911"/>
                <a:gd name="connsiteY216" fmla="*/ 145486 h 178772"/>
                <a:gd name="connsiteX217" fmla="*/ 8519 w 171911"/>
                <a:gd name="connsiteY217" fmla="*/ 144674 h 178772"/>
                <a:gd name="connsiteX218" fmla="*/ 8519 w 171911"/>
                <a:gd name="connsiteY218" fmla="*/ 143862 h 178772"/>
                <a:gd name="connsiteX219" fmla="*/ 9330 w 171911"/>
                <a:gd name="connsiteY219" fmla="*/ 143050 h 178772"/>
                <a:gd name="connsiteX220" fmla="*/ 9330 w 171911"/>
                <a:gd name="connsiteY220" fmla="*/ 142238 h 178772"/>
                <a:gd name="connsiteX221" fmla="*/ 9330 w 171911"/>
                <a:gd name="connsiteY221" fmla="*/ 141426 h 178772"/>
                <a:gd name="connsiteX222" fmla="*/ 7707 w 171911"/>
                <a:gd name="connsiteY222" fmla="*/ 142238 h 178772"/>
                <a:gd name="connsiteX223" fmla="*/ 7707 w 171911"/>
                <a:gd name="connsiteY223" fmla="*/ 145486 h 178772"/>
                <a:gd name="connsiteX224" fmla="*/ 9330 w 171911"/>
                <a:gd name="connsiteY224" fmla="*/ 132496 h 178772"/>
                <a:gd name="connsiteX225" fmla="*/ 10141 w 171911"/>
                <a:gd name="connsiteY225" fmla="*/ 131684 h 178772"/>
                <a:gd name="connsiteX226" fmla="*/ 9330 w 171911"/>
                <a:gd name="connsiteY226" fmla="*/ 131684 h 178772"/>
                <a:gd name="connsiteX227" fmla="*/ 9330 w 171911"/>
                <a:gd name="connsiteY227" fmla="*/ 132496 h 178772"/>
                <a:gd name="connsiteX228" fmla="*/ 10953 w 171911"/>
                <a:gd name="connsiteY228" fmla="*/ 138179 h 178772"/>
                <a:gd name="connsiteX229" fmla="*/ 12575 w 171911"/>
                <a:gd name="connsiteY229" fmla="*/ 134120 h 178772"/>
                <a:gd name="connsiteX230" fmla="*/ 13387 w 171911"/>
                <a:gd name="connsiteY230" fmla="*/ 130872 h 178772"/>
                <a:gd name="connsiteX231" fmla="*/ 10953 w 171911"/>
                <a:gd name="connsiteY231" fmla="*/ 138179 h 178772"/>
                <a:gd name="connsiteX232" fmla="*/ 10953 w 171911"/>
                <a:gd name="connsiteY232" fmla="*/ 138179 h 178772"/>
                <a:gd name="connsiteX233" fmla="*/ 13387 w 171911"/>
                <a:gd name="connsiteY233" fmla="*/ 124377 h 178772"/>
                <a:gd name="connsiteX234" fmla="*/ 15009 w 171911"/>
                <a:gd name="connsiteY234" fmla="*/ 121941 h 178772"/>
                <a:gd name="connsiteX235" fmla="*/ 13387 w 171911"/>
                <a:gd name="connsiteY235" fmla="*/ 122753 h 178772"/>
                <a:gd name="connsiteX236" fmla="*/ 13387 w 171911"/>
                <a:gd name="connsiteY236" fmla="*/ 124377 h 178772"/>
                <a:gd name="connsiteX237" fmla="*/ 15009 w 171911"/>
                <a:gd name="connsiteY237" fmla="*/ 138991 h 178772"/>
                <a:gd name="connsiteX238" fmla="*/ 15821 w 171911"/>
                <a:gd name="connsiteY238" fmla="*/ 138179 h 178772"/>
                <a:gd name="connsiteX239" fmla="*/ 15009 w 171911"/>
                <a:gd name="connsiteY239" fmla="*/ 138991 h 178772"/>
                <a:gd name="connsiteX240" fmla="*/ 15009 w 171911"/>
                <a:gd name="connsiteY240" fmla="*/ 138991 h 178772"/>
                <a:gd name="connsiteX241" fmla="*/ 15009 w 171911"/>
                <a:gd name="connsiteY241" fmla="*/ 130060 h 178772"/>
                <a:gd name="connsiteX242" fmla="*/ 15009 w 171911"/>
                <a:gd name="connsiteY242" fmla="*/ 130060 h 178772"/>
                <a:gd name="connsiteX243" fmla="*/ 15821 w 171911"/>
                <a:gd name="connsiteY243" fmla="*/ 128436 h 178772"/>
                <a:gd name="connsiteX244" fmla="*/ 16632 w 171911"/>
                <a:gd name="connsiteY244" fmla="*/ 126813 h 178772"/>
                <a:gd name="connsiteX245" fmla="*/ 18255 w 171911"/>
                <a:gd name="connsiteY245" fmla="*/ 123565 h 178772"/>
                <a:gd name="connsiteX246" fmla="*/ 19877 w 171911"/>
                <a:gd name="connsiteY246" fmla="*/ 120318 h 178772"/>
                <a:gd name="connsiteX247" fmla="*/ 22311 w 171911"/>
                <a:gd name="connsiteY247" fmla="*/ 118694 h 178772"/>
                <a:gd name="connsiteX248" fmla="*/ 23123 w 171911"/>
                <a:gd name="connsiteY248" fmla="*/ 117882 h 178772"/>
                <a:gd name="connsiteX249" fmla="*/ 22311 w 171911"/>
                <a:gd name="connsiteY249" fmla="*/ 117070 h 178772"/>
                <a:gd name="connsiteX250" fmla="*/ 15009 w 171911"/>
                <a:gd name="connsiteY250" fmla="*/ 130060 h 178772"/>
                <a:gd name="connsiteX251" fmla="*/ 15009 w 171911"/>
                <a:gd name="connsiteY251" fmla="*/ 130060 h 178772"/>
                <a:gd name="connsiteX252" fmla="*/ 16632 w 171911"/>
                <a:gd name="connsiteY252" fmla="*/ 119506 h 178772"/>
                <a:gd name="connsiteX253" fmla="*/ 17443 w 171911"/>
                <a:gd name="connsiteY253" fmla="*/ 117882 h 178772"/>
                <a:gd name="connsiteX254" fmla="*/ 15821 w 171911"/>
                <a:gd name="connsiteY254" fmla="*/ 120318 h 178772"/>
                <a:gd name="connsiteX255" fmla="*/ 16632 w 171911"/>
                <a:gd name="connsiteY255" fmla="*/ 119506 h 178772"/>
                <a:gd name="connsiteX256" fmla="*/ 15821 w 171911"/>
                <a:gd name="connsiteY256" fmla="*/ 136555 h 178772"/>
                <a:gd name="connsiteX257" fmla="*/ 15821 w 171911"/>
                <a:gd name="connsiteY257" fmla="*/ 135743 h 178772"/>
                <a:gd name="connsiteX258" fmla="*/ 15821 w 171911"/>
                <a:gd name="connsiteY258" fmla="*/ 136555 h 178772"/>
                <a:gd name="connsiteX259" fmla="*/ 15821 w 171911"/>
                <a:gd name="connsiteY259" fmla="*/ 136555 h 178772"/>
                <a:gd name="connsiteX260" fmla="*/ 18255 w 171911"/>
                <a:gd name="connsiteY260" fmla="*/ 132496 h 178772"/>
                <a:gd name="connsiteX261" fmla="*/ 19066 w 171911"/>
                <a:gd name="connsiteY261" fmla="*/ 131684 h 178772"/>
                <a:gd name="connsiteX262" fmla="*/ 17443 w 171911"/>
                <a:gd name="connsiteY262" fmla="*/ 132496 h 178772"/>
                <a:gd name="connsiteX263" fmla="*/ 18255 w 171911"/>
                <a:gd name="connsiteY263" fmla="*/ 132496 h 178772"/>
                <a:gd name="connsiteX264" fmla="*/ 18255 w 171911"/>
                <a:gd name="connsiteY264" fmla="*/ 115446 h 178772"/>
                <a:gd name="connsiteX265" fmla="*/ 18255 w 171911"/>
                <a:gd name="connsiteY265" fmla="*/ 114634 h 178772"/>
                <a:gd name="connsiteX266" fmla="*/ 18255 w 171911"/>
                <a:gd name="connsiteY266" fmla="*/ 115446 h 178772"/>
                <a:gd name="connsiteX267" fmla="*/ 18255 w 171911"/>
                <a:gd name="connsiteY267" fmla="*/ 115446 h 178772"/>
                <a:gd name="connsiteX268" fmla="*/ 20688 w 171911"/>
                <a:gd name="connsiteY268" fmla="*/ 117070 h 178772"/>
                <a:gd name="connsiteX269" fmla="*/ 22311 w 171911"/>
                <a:gd name="connsiteY269" fmla="*/ 117070 h 178772"/>
                <a:gd name="connsiteX270" fmla="*/ 23123 w 171911"/>
                <a:gd name="connsiteY270" fmla="*/ 117070 h 178772"/>
                <a:gd name="connsiteX271" fmla="*/ 23123 w 171911"/>
                <a:gd name="connsiteY271" fmla="*/ 116258 h 178772"/>
                <a:gd name="connsiteX272" fmla="*/ 23934 w 171911"/>
                <a:gd name="connsiteY272" fmla="*/ 115446 h 178772"/>
                <a:gd name="connsiteX273" fmla="*/ 24745 w 171911"/>
                <a:gd name="connsiteY273" fmla="*/ 115446 h 178772"/>
                <a:gd name="connsiteX274" fmla="*/ 24745 w 171911"/>
                <a:gd name="connsiteY274" fmla="*/ 113822 h 178772"/>
                <a:gd name="connsiteX275" fmla="*/ 23123 w 171911"/>
                <a:gd name="connsiteY275" fmla="*/ 114634 h 178772"/>
                <a:gd name="connsiteX276" fmla="*/ 20688 w 171911"/>
                <a:gd name="connsiteY276" fmla="*/ 117070 h 178772"/>
                <a:gd name="connsiteX277" fmla="*/ 23123 w 171911"/>
                <a:gd name="connsiteY277" fmla="*/ 122753 h 178772"/>
                <a:gd name="connsiteX278" fmla="*/ 24745 w 171911"/>
                <a:gd name="connsiteY278" fmla="*/ 121129 h 178772"/>
                <a:gd name="connsiteX279" fmla="*/ 26368 w 171911"/>
                <a:gd name="connsiteY279" fmla="*/ 118694 h 178772"/>
                <a:gd name="connsiteX280" fmla="*/ 23934 w 171911"/>
                <a:gd name="connsiteY280" fmla="*/ 121129 h 178772"/>
                <a:gd name="connsiteX281" fmla="*/ 23123 w 171911"/>
                <a:gd name="connsiteY281" fmla="*/ 121941 h 178772"/>
                <a:gd name="connsiteX282" fmla="*/ 23123 w 171911"/>
                <a:gd name="connsiteY282" fmla="*/ 122753 h 178772"/>
                <a:gd name="connsiteX283" fmla="*/ 26368 w 171911"/>
                <a:gd name="connsiteY283" fmla="*/ 109763 h 178772"/>
                <a:gd name="connsiteX284" fmla="*/ 27179 w 171911"/>
                <a:gd name="connsiteY284" fmla="*/ 108139 h 178772"/>
                <a:gd name="connsiteX285" fmla="*/ 27990 w 171911"/>
                <a:gd name="connsiteY285" fmla="*/ 106516 h 178772"/>
                <a:gd name="connsiteX286" fmla="*/ 27990 w 171911"/>
                <a:gd name="connsiteY286" fmla="*/ 108139 h 178772"/>
                <a:gd name="connsiteX287" fmla="*/ 27990 w 171911"/>
                <a:gd name="connsiteY287" fmla="*/ 108951 h 178772"/>
                <a:gd name="connsiteX288" fmla="*/ 28802 w 171911"/>
                <a:gd name="connsiteY288" fmla="*/ 106516 h 178772"/>
                <a:gd name="connsiteX289" fmla="*/ 29613 w 171911"/>
                <a:gd name="connsiteY289" fmla="*/ 103268 h 178772"/>
                <a:gd name="connsiteX290" fmla="*/ 27990 w 171911"/>
                <a:gd name="connsiteY290" fmla="*/ 104080 h 178772"/>
                <a:gd name="connsiteX291" fmla="*/ 26368 w 171911"/>
                <a:gd name="connsiteY291" fmla="*/ 107327 h 178772"/>
                <a:gd name="connsiteX292" fmla="*/ 26368 w 171911"/>
                <a:gd name="connsiteY292" fmla="*/ 109763 h 178772"/>
                <a:gd name="connsiteX293" fmla="*/ 27179 w 171911"/>
                <a:gd name="connsiteY293" fmla="*/ 115446 h 178772"/>
                <a:gd name="connsiteX294" fmla="*/ 27179 w 171911"/>
                <a:gd name="connsiteY294" fmla="*/ 115446 h 178772"/>
                <a:gd name="connsiteX295" fmla="*/ 28802 w 171911"/>
                <a:gd name="connsiteY295" fmla="*/ 113822 h 178772"/>
                <a:gd name="connsiteX296" fmla="*/ 27990 w 171911"/>
                <a:gd name="connsiteY296" fmla="*/ 113822 h 178772"/>
                <a:gd name="connsiteX297" fmla="*/ 27179 w 171911"/>
                <a:gd name="connsiteY297" fmla="*/ 115446 h 178772"/>
                <a:gd name="connsiteX298" fmla="*/ 28802 w 171911"/>
                <a:gd name="connsiteY298" fmla="*/ 99209 h 178772"/>
                <a:gd name="connsiteX299" fmla="*/ 28802 w 171911"/>
                <a:gd name="connsiteY299" fmla="*/ 99209 h 178772"/>
                <a:gd name="connsiteX300" fmla="*/ 28802 w 171911"/>
                <a:gd name="connsiteY300" fmla="*/ 97585 h 178772"/>
                <a:gd name="connsiteX301" fmla="*/ 28802 w 171911"/>
                <a:gd name="connsiteY301" fmla="*/ 99209 h 178772"/>
                <a:gd name="connsiteX302" fmla="*/ 28802 w 171911"/>
                <a:gd name="connsiteY302" fmla="*/ 99209 h 178772"/>
                <a:gd name="connsiteX303" fmla="*/ 29613 w 171911"/>
                <a:gd name="connsiteY303" fmla="*/ 101644 h 178772"/>
                <a:gd name="connsiteX304" fmla="*/ 30424 w 171911"/>
                <a:gd name="connsiteY304" fmla="*/ 100832 h 178772"/>
                <a:gd name="connsiteX305" fmla="*/ 31236 w 171911"/>
                <a:gd name="connsiteY305" fmla="*/ 100832 h 178772"/>
                <a:gd name="connsiteX306" fmla="*/ 32047 w 171911"/>
                <a:gd name="connsiteY306" fmla="*/ 100832 h 178772"/>
                <a:gd name="connsiteX307" fmla="*/ 32858 w 171911"/>
                <a:gd name="connsiteY307" fmla="*/ 101644 h 178772"/>
                <a:gd name="connsiteX308" fmla="*/ 33670 w 171911"/>
                <a:gd name="connsiteY308" fmla="*/ 101644 h 178772"/>
                <a:gd name="connsiteX309" fmla="*/ 33670 w 171911"/>
                <a:gd name="connsiteY309" fmla="*/ 100832 h 178772"/>
                <a:gd name="connsiteX310" fmla="*/ 33670 w 171911"/>
                <a:gd name="connsiteY310" fmla="*/ 99209 h 178772"/>
                <a:gd name="connsiteX311" fmla="*/ 36103 w 171911"/>
                <a:gd name="connsiteY311" fmla="*/ 96773 h 178772"/>
                <a:gd name="connsiteX312" fmla="*/ 36915 w 171911"/>
                <a:gd name="connsiteY312" fmla="*/ 94337 h 178772"/>
                <a:gd name="connsiteX313" fmla="*/ 37726 w 171911"/>
                <a:gd name="connsiteY313" fmla="*/ 91902 h 178772"/>
                <a:gd name="connsiteX314" fmla="*/ 36915 w 171911"/>
                <a:gd name="connsiteY314" fmla="*/ 91902 h 178772"/>
                <a:gd name="connsiteX315" fmla="*/ 34481 w 171911"/>
                <a:gd name="connsiteY315" fmla="*/ 94337 h 178772"/>
                <a:gd name="connsiteX316" fmla="*/ 34481 w 171911"/>
                <a:gd name="connsiteY316" fmla="*/ 95149 h 178772"/>
                <a:gd name="connsiteX317" fmla="*/ 35292 w 171911"/>
                <a:gd name="connsiteY317" fmla="*/ 95961 h 178772"/>
                <a:gd name="connsiteX318" fmla="*/ 34481 w 171911"/>
                <a:gd name="connsiteY318" fmla="*/ 97585 h 178772"/>
                <a:gd name="connsiteX319" fmla="*/ 33670 w 171911"/>
                <a:gd name="connsiteY319" fmla="*/ 97585 h 178772"/>
                <a:gd name="connsiteX320" fmla="*/ 32858 w 171911"/>
                <a:gd name="connsiteY320" fmla="*/ 97585 h 178772"/>
                <a:gd name="connsiteX321" fmla="*/ 29613 w 171911"/>
                <a:gd name="connsiteY321" fmla="*/ 101644 h 178772"/>
                <a:gd name="connsiteX322" fmla="*/ 32047 w 171911"/>
                <a:gd name="connsiteY322" fmla="*/ 108139 h 178772"/>
                <a:gd name="connsiteX323" fmla="*/ 32858 w 171911"/>
                <a:gd name="connsiteY323" fmla="*/ 107327 h 178772"/>
                <a:gd name="connsiteX324" fmla="*/ 32047 w 171911"/>
                <a:gd name="connsiteY324" fmla="*/ 106516 h 178772"/>
                <a:gd name="connsiteX325" fmla="*/ 32047 w 171911"/>
                <a:gd name="connsiteY325" fmla="*/ 108139 h 178772"/>
                <a:gd name="connsiteX326" fmla="*/ 32047 w 171911"/>
                <a:gd name="connsiteY326" fmla="*/ 108139 h 178772"/>
                <a:gd name="connsiteX327" fmla="*/ 34481 w 171911"/>
                <a:gd name="connsiteY327" fmla="*/ 104892 h 178772"/>
                <a:gd name="connsiteX328" fmla="*/ 34481 w 171911"/>
                <a:gd name="connsiteY328" fmla="*/ 104892 h 178772"/>
                <a:gd name="connsiteX329" fmla="*/ 34481 w 171911"/>
                <a:gd name="connsiteY329" fmla="*/ 104892 h 178772"/>
                <a:gd name="connsiteX330" fmla="*/ 34481 w 171911"/>
                <a:gd name="connsiteY330" fmla="*/ 104892 h 178772"/>
                <a:gd name="connsiteX331" fmla="*/ 35292 w 171911"/>
                <a:gd name="connsiteY331" fmla="*/ 101644 h 178772"/>
                <a:gd name="connsiteX332" fmla="*/ 35292 w 171911"/>
                <a:gd name="connsiteY332" fmla="*/ 101644 h 178772"/>
                <a:gd name="connsiteX333" fmla="*/ 36103 w 171911"/>
                <a:gd name="connsiteY333" fmla="*/ 100021 h 178772"/>
                <a:gd name="connsiteX334" fmla="*/ 35292 w 171911"/>
                <a:gd name="connsiteY334" fmla="*/ 100021 h 178772"/>
                <a:gd name="connsiteX335" fmla="*/ 35292 w 171911"/>
                <a:gd name="connsiteY335" fmla="*/ 101644 h 178772"/>
                <a:gd name="connsiteX336" fmla="*/ 36103 w 171911"/>
                <a:gd name="connsiteY336" fmla="*/ 105704 h 178772"/>
                <a:gd name="connsiteX337" fmla="*/ 36103 w 171911"/>
                <a:gd name="connsiteY337" fmla="*/ 105704 h 178772"/>
                <a:gd name="connsiteX338" fmla="*/ 36103 w 171911"/>
                <a:gd name="connsiteY338" fmla="*/ 104892 h 178772"/>
                <a:gd name="connsiteX339" fmla="*/ 36103 w 171911"/>
                <a:gd name="connsiteY339" fmla="*/ 105704 h 178772"/>
                <a:gd name="connsiteX340" fmla="*/ 36103 w 171911"/>
                <a:gd name="connsiteY340" fmla="*/ 105704 h 178772"/>
                <a:gd name="connsiteX341" fmla="*/ 36915 w 171911"/>
                <a:gd name="connsiteY341" fmla="*/ 100021 h 178772"/>
                <a:gd name="connsiteX342" fmla="*/ 41783 w 171911"/>
                <a:gd name="connsiteY342" fmla="*/ 93525 h 178772"/>
                <a:gd name="connsiteX343" fmla="*/ 42594 w 171911"/>
                <a:gd name="connsiteY343" fmla="*/ 91902 h 178772"/>
                <a:gd name="connsiteX344" fmla="*/ 43405 w 171911"/>
                <a:gd name="connsiteY344" fmla="*/ 91090 h 178772"/>
                <a:gd name="connsiteX345" fmla="*/ 45028 w 171911"/>
                <a:gd name="connsiteY345" fmla="*/ 87842 h 178772"/>
                <a:gd name="connsiteX346" fmla="*/ 45839 w 171911"/>
                <a:gd name="connsiteY346" fmla="*/ 87030 h 178772"/>
                <a:gd name="connsiteX347" fmla="*/ 45839 w 171911"/>
                <a:gd name="connsiteY347" fmla="*/ 86219 h 178772"/>
                <a:gd name="connsiteX348" fmla="*/ 47462 w 171911"/>
                <a:gd name="connsiteY348" fmla="*/ 82971 h 178772"/>
                <a:gd name="connsiteX349" fmla="*/ 49085 w 171911"/>
                <a:gd name="connsiteY349" fmla="*/ 79724 h 178772"/>
                <a:gd name="connsiteX350" fmla="*/ 52330 w 171911"/>
                <a:gd name="connsiteY350" fmla="*/ 74040 h 178772"/>
                <a:gd name="connsiteX351" fmla="*/ 56386 w 171911"/>
                <a:gd name="connsiteY351" fmla="*/ 66733 h 178772"/>
                <a:gd name="connsiteX352" fmla="*/ 54764 w 171911"/>
                <a:gd name="connsiteY352" fmla="*/ 69169 h 178772"/>
                <a:gd name="connsiteX353" fmla="*/ 47462 w 171911"/>
                <a:gd name="connsiteY353" fmla="*/ 79724 h 178772"/>
                <a:gd name="connsiteX354" fmla="*/ 45839 w 171911"/>
                <a:gd name="connsiteY354" fmla="*/ 82159 h 178772"/>
                <a:gd name="connsiteX355" fmla="*/ 42594 w 171911"/>
                <a:gd name="connsiteY355" fmla="*/ 87030 h 178772"/>
                <a:gd name="connsiteX356" fmla="*/ 40971 w 171911"/>
                <a:gd name="connsiteY356" fmla="*/ 89466 h 178772"/>
                <a:gd name="connsiteX357" fmla="*/ 38538 w 171911"/>
                <a:gd name="connsiteY357" fmla="*/ 93525 h 178772"/>
                <a:gd name="connsiteX358" fmla="*/ 36103 w 171911"/>
                <a:gd name="connsiteY358" fmla="*/ 97585 h 178772"/>
                <a:gd name="connsiteX359" fmla="*/ 35292 w 171911"/>
                <a:gd name="connsiteY359" fmla="*/ 99209 h 178772"/>
                <a:gd name="connsiteX360" fmla="*/ 36915 w 171911"/>
                <a:gd name="connsiteY360" fmla="*/ 100021 h 178772"/>
                <a:gd name="connsiteX361" fmla="*/ 37726 w 171911"/>
                <a:gd name="connsiteY361" fmla="*/ 88654 h 178772"/>
                <a:gd name="connsiteX362" fmla="*/ 39349 w 171911"/>
                <a:gd name="connsiteY362" fmla="*/ 87842 h 178772"/>
                <a:gd name="connsiteX363" fmla="*/ 40160 w 171911"/>
                <a:gd name="connsiteY363" fmla="*/ 87030 h 178772"/>
                <a:gd name="connsiteX364" fmla="*/ 40160 w 171911"/>
                <a:gd name="connsiteY364" fmla="*/ 84595 h 178772"/>
                <a:gd name="connsiteX365" fmla="*/ 38538 w 171911"/>
                <a:gd name="connsiteY365" fmla="*/ 87030 h 178772"/>
                <a:gd name="connsiteX366" fmla="*/ 37726 w 171911"/>
                <a:gd name="connsiteY366" fmla="*/ 88654 h 178772"/>
                <a:gd name="connsiteX367" fmla="*/ 41783 w 171911"/>
                <a:gd name="connsiteY367" fmla="*/ 86219 h 178772"/>
                <a:gd name="connsiteX368" fmla="*/ 42594 w 171911"/>
                <a:gd name="connsiteY368" fmla="*/ 85407 h 178772"/>
                <a:gd name="connsiteX369" fmla="*/ 43405 w 171911"/>
                <a:gd name="connsiteY369" fmla="*/ 84595 h 178772"/>
                <a:gd name="connsiteX370" fmla="*/ 43405 w 171911"/>
                <a:gd name="connsiteY370" fmla="*/ 82159 h 178772"/>
                <a:gd name="connsiteX371" fmla="*/ 41783 w 171911"/>
                <a:gd name="connsiteY371" fmla="*/ 82971 h 178772"/>
                <a:gd name="connsiteX372" fmla="*/ 40971 w 171911"/>
                <a:gd name="connsiteY372" fmla="*/ 83783 h 178772"/>
                <a:gd name="connsiteX373" fmla="*/ 41783 w 171911"/>
                <a:gd name="connsiteY373" fmla="*/ 81347 h 178772"/>
                <a:gd name="connsiteX374" fmla="*/ 42594 w 171911"/>
                <a:gd name="connsiteY374" fmla="*/ 79724 h 178772"/>
                <a:gd name="connsiteX375" fmla="*/ 40971 w 171911"/>
                <a:gd name="connsiteY375" fmla="*/ 81347 h 178772"/>
                <a:gd name="connsiteX376" fmla="*/ 40160 w 171911"/>
                <a:gd name="connsiteY376" fmla="*/ 84595 h 178772"/>
                <a:gd name="connsiteX377" fmla="*/ 40160 w 171911"/>
                <a:gd name="connsiteY377" fmla="*/ 86219 h 178772"/>
                <a:gd name="connsiteX378" fmla="*/ 41783 w 171911"/>
                <a:gd name="connsiteY378" fmla="*/ 86219 h 178772"/>
                <a:gd name="connsiteX379" fmla="*/ 42594 w 171911"/>
                <a:gd name="connsiteY379" fmla="*/ 95149 h 178772"/>
                <a:gd name="connsiteX380" fmla="*/ 42594 w 171911"/>
                <a:gd name="connsiteY380" fmla="*/ 95149 h 178772"/>
                <a:gd name="connsiteX381" fmla="*/ 43405 w 171911"/>
                <a:gd name="connsiteY381" fmla="*/ 95149 h 178772"/>
                <a:gd name="connsiteX382" fmla="*/ 42594 w 171911"/>
                <a:gd name="connsiteY382" fmla="*/ 95149 h 178772"/>
                <a:gd name="connsiteX383" fmla="*/ 42594 w 171911"/>
                <a:gd name="connsiteY383" fmla="*/ 95149 h 178772"/>
                <a:gd name="connsiteX384" fmla="*/ 45028 w 171911"/>
                <a:gd name="connsiteY384" fmla="*/ 78100 h 178772"/>
                <a:gd name="connsiteX385" fmla="*/ 45028 w 171911"/>
                <a:gd name="connsiteY385" fmla="*/ 78100 h 178772"/>
                <a:gd name="connsiteX386" fmla="*/ 46651 w 171911"/>
                <a:gd name="connsiteY386" fmla="*/ 77288 h 178772"/>
                <a:gd name="connsiteX387" fmla="*/ 47462 w 171911"/>
                <a:gd name="connsiteY387" fmla="*/ 74040 h 178772"/>
                <a:gd name="connsiteX388" fmla="*/ 47462 w 171911"/>
                <a:gd name="connsiteY388" fmla="*/ 72417 h 178772"/>
                <a:gd name="connsiteX389" fmla="*/ 47462 w 171911"/>
                <a:gd name="connsiteY389" fmla="*/ 71605 h 178772"/>
                <a:gd name="connsiteX390" fmla="*/ 46651 w 171911"/>
                <a:gd name="connsiteY390" fmla="*/ 72417 h 178772"/>
                <a:gd name="connsiteX391" fmla="*/ 46651 w 171911"/>
                <a:gd name="connsiteY391" fmla="*/ 73228 h 178772"/>
                <a:gd name="connsiteX392" fmla="*/ 45028 w 171911"/>
                <a:gd name="connsiteY392" fmla="*/ 78100 h 178772"/>
                <a:gd name="connsiteX393" fmla="*/ 49085 w 171911"/>
                <a:gd name="connsiteY393" fmla="*/ 70793 h 178772"/>
                <a:gd name="connsiteX394" fmla="*/ 50707 w 171911"/>
                <a:gd name="connsiteY394" fmla="*/ 69169 h 178772"/>
                <a:gd name="connsiteX395" fmla="*/ 52330 w 171911"/>
                <a:gd name="connsiteY395" fmla="*/ 67545 h 178772"/>
                <a:gd name="connsiteX396" fmla="*/ 53952 w 171911"/>
                <a:gd name="connsiteY396" fmla="*/ 65922 h 178772"/>
                <a:gd name="connsiteX397" fmla="*/ 53952 w 171911"/>
                <a:gd name="connsiteY397" fmla="*/ 65110 h 178772"/>
                <a:gd name="connsiteX398" fmla="*/ 53141 w 171911"/>
                <a:gd name="connsiteY398" fmla="*/ 65110 h 178772"/>
                <a:gd name="connsiteX399" fmla="*/ 52330 w 171911"/>
                <a:gd name="connsiteY399" fmla="*/ 65110 h 178772"/>
                <a:gd name="connsiteX400" fmla="*/ 51519 w 171911"/>
                <a:gd name="connsiteY400" fmla="*/ 66733 h 178772"/>
                <a:gd name="connsiteX401" fmla="*/ 50707 w 171911"/>
                <a:gd name="connsiteY401" fmla="*/ 68357 h 178772"/>
                <a:gd name="connsiteX402" fmla="*/ 49085 w 171911"/>
                <a:gd name="connsiteY402" fmla="*/ 70793 h 178772"/>
                <a:gd name="connsiteX403" fmla="*/ 49085 w 171911"/>
                <a:gd name="connsiteY403" fmla="*/ 72417 h 178772"/>
                <a:gd name="connsiteX404" fmla="*/ 49085 w 171911"/>
                <a:gd name="connsiteY404" fmla="*/ 72417 h 178772"/>
                <a:gd name="connsiteX405" fmla="*/ 49085 w 171911"/>
                <a:gd name="connsiteY405" fmla="*/ 71605 h 178772"/>
                <a:gd name="connsiteX406" fmla="*/ 49085 w 171911"/>
                <a:gd name="connsiteY406" fmla="*/ 72417 h 178772"/>
                <a:gd name="connsiteX407" fmla="*/ 49085 w 171911"/>
                <a:gd name="connsiteY407" fmla="*/ 72417 h 178772"/>
                <a:gd name="connsiteX408" fmla="*/ 50707 w 171911"/>
                <a:gd name="connsiteY408" fmla="*/ 69981 h 178772"/>
                <a:gd name="connsiteX409" fmla="*/ 51519 w 171911"/>
                <a:gd name="connsiteY409" fmla="*/ 68357 h 178772"/>
                <a:gd name="connsiteX410" fmla="*/ 50707 w 171911"/>
                <a:gd name="connsiteY410" fmla="*/ 69981 h 178772"/>
                <a:gd name="connsiteX411" fmla="*/ 50707 w 171911"/>
                <a:gd name="connsiteY411" fmla="*/ 69981 h 178772"/>
                <a:gd name="connsiteX412" fmla="*/ 52330 w 171911"/>
                <a:gd name="connsiteY412" fmla="*/ 168218 h 178772"/>
                <a:gd name="connsiteX413" fmla="*/ 103443 w 171911"/>
                <a:gd name="connsiteY413" fmla="*/ 138179 h 178772"/>
                <a:gd name="connsiteX414" fmla="*/ 107499 w 171911"/>
                <a:gd name="connsiteY414" fmla="*/ 135743 h 178772"/>
                <a:gd name="connsiteX415" fmla="*/ 110745 w 171911"/>
                <a:gd name="connsiteY415" fmla="*/ 132496 h 178772"/>
                <a:gd name="connsiteX416" fmla="*/ 112367 w 171911"/>
                <a:gd name="connsiteY416" fmla="*/ 129248 h 178772"/>
                <a:gd name="connsiteX417" fmla="*/ 110745 w 171911"/>
                <a:gd name="connsiteY417" fmla="*/ 129248 h 178772"/>
                <a:gd name="connsiteX418" fmla="*/ 109933 w 171911"/>
                <a:gd name="connsiteY418" fmla="*/ 129248 h 178772"/>
                <a:gd name="connsiteX419" fmla="*/ 107499 w 171911"/>
                <a:gd name="connsiteY419" fmla="*/ 130060 h 178772"/>
                <a:gd name="connsiteX420" fmla="*/ 104254 w 171911"/>
                <a:gd name="connsiteY420" fmla="*/ 131684 h 178772"/>
                <a:gd name="connsiteX421" fmla="*/ 99386 w 171911"/>
                <a:gd name="connsiteY421" fmla="*/ 134120 h 178772"/>
                <a:gd name="connsiteX422" fmla="*/ 95330 w 171911"/>
                <a:gd name="connsiteY422" fmla="*/ 135743 h 178772"/>
                <a:gd name="connsiteX423" fmla="*/ 94518 w 171911"/>
                <a:gd name="connsiteY423" fmla="*/ 136555 h 178772"/>
                <a:gd name="connsiteX424" fmla="*/ 92895 w 171911"/>
                <a:gd name="connsiteY424" fmla="*/ 136555 h 178772"/>
                <a:gd name="connsiteX425" fmla="*/ 92084 w 171911"/>
                <a:gd name="connsiteY425" fmla="*/ 136555 h 178772"/>
                <a:gd name="connsiteX426" fmla="*/ 91273 w 171911"/>
                <a:gd name="connsiteY426" fmla="*/ 137367 h 178772"/>
                <a:gd name="connsiteX427" fmla="*/ 90462 w 171911"/>
                <a:gd name="connsiteY427" fmla="*/ 138179 h 178772"/>
                <a:gd name="connsiteX428" fmla="*/ 89650 w 171911"/>
                <a:gd name="connsiteY428" fmla="*/ 138179 h 178772"/>
                <a:gd name="connsiteX429" fmla="*/ 88028 w 171911"/>
                <a:gd name="connsiteY429" fmla="*/ 138991 h 178772"/>
                <a:gd name="connsiteX430" fmla="*/ 86405 w 171911"/>
                <a:gd name="connsiteY430" fmla="*/ 140615 h 178772"/>
                <a:gd name="connsiteX431" fmla="*/ 84782 w 171911"/>
                <a:gd name="connsiteY431" fmla="*/ 141426 h 178772"/>
                <a:gd name="connsiteX432" fmla="*/ 82348 w 171911"/>
                <a:gd name="connsiteY432" fmla="*/ 142238 h 178772"/>
                <a:gd name="connsiteX433" fmla="*/ 75047 w 171911"/>
                <a:gd name="connsiteY433" fmla="*/ 146298 h 178772"/>
                <a:gd name="connsiteX434" fmla="*/ 72613 w 171911"/>
                <a:gd name="connsiteY434" fmla="*/ 147921 h 178772"/>
                <a:gd name="connsiteX435" fmla="*/ 61254 w 171911"/>
                <a:gd name="connsiteY435" fmla="*/ 156040 h 178772"/>
                <a:gd name="connsiteX436" fmla="*/ 56386 w 171911"/>
                <a:gd name="connsiteY436" fmla="*/ 160912 h 178772"/>
                <a:gd name="connsiteX437" fmla="*/ 53952 w 171911"/>
                <a:gd name="connsiteY437" fmla="*/ 163347 h 178772"/>
                <a:gd name="connsiteX438" fmla="*/ 52330 w 171911"/>
                <a:gd name="connsiteY438" fmla="*/ 164971 h 178772"/>
                <a:gd name="connsiteX439" fmla="*/ 50707 w 171911"/>
                <a:gd name="connsiteY439" fmla="*/ 166595 h 178772"/>
                <a:gd name="connsiteX440" fmla="*/ 49896 w 171911"/>
                <a:gd name="connsiteY440" fmla="*/ 168218 h 178772"/>
                <a:gd name="connsiteX441" fmla="*/ 52330 w 171911"/>
                <a:gd name="connsiteY441" fmla="*/ 168218 h 178772"/>
                <a:gd name="connsiteX442" fmla="*/ 54764 w 171911"/>
                <a:gd name="connsiteY442" fmla="*/ 62674 h 178772"/>
                <a:gd name="connsiteX443" fmla="*/ 54764 w 171911"/>
                <a:gd name="connsiteY443" fmla="*/ 62674 h 178772"/>
                <a:gd name="connsiteX444" fmla="*/ 56386 w 171911"/>
                <a:gd name="connsiteY444" fmla="*/ 62674 h 178772"/>
                <a:gd name="connsiteX445" fmla="*/ 56386 w 171911"/>
                <a:gd name="connsiteY445" fmla="*/ 61050 h 178772"/>
                <a:gd name="connsiteX446" fmla="*/ 54764 w 171911"/>
                <a:gd name="connsiteY446" fmla="*/ 62674 h 178772"/>
                <a:gd name="connsiteX447" fmla="*/ 54764 w 171911"/>
                <a:gd name="connsiteY447" fmla="*/ 62674 h 178772"/>
                <a:gd name="connsiteX448" fmla="*/ 57198 w 171911"/>
                <a:gd name="connsiteY448" fmla="*/ 58615 h 178772"/>
                <a:gd name="connsiteX449" fmla="*/ 57198 w 171911"/>
                <a:gd name="connsiteY449" fmla="*/ 57803 h 178772"/>
                <a:gd name="connsiteX450" fmla="*/ 56386 w 171911"/>
                <a:gd name="connsiteY450" fmla="*/ 58615 h 178772"/>
                <a:gd name="connsiteX451" fmla="*/ 57198 w 171911"/>
                <a:gd name="connsiteY451" fmla="*/ 58615 h 178772"/>
                <a:gd name="connsiteX452" fmla="*/ 60443 w 171911"/>
                <a:gd name="connsiteY452" fmla="*/ 62674 h 178772"/>
                <a:gd name="connsiteX453" fmla="*/ 61254 w 171911"/>
                <a:gd name="connsiteY453" fmla="*/ 61050 h 178772"/>
                <a:gd name="connsiteX454" fmla="*/ 60443 w 171911"/>
                <a:gd name="connsiteY454" fmla="*/ 62674 h 178772"/>
                <a:gd name="connsiteX455" fmla="*/ 58820 w 171911"/>
                <a:gd name="connsiteY455" fmla="*/ 64298 h 178772"/>
                <a:gd name="connsiteX456" fmla="*/ 60443 w 171911"/>
                <a:gd name="connsiteY456" fmla="*/ 62674 h 178772"/>
                <a:gd name="connsiteX457" fmla="*/ 59632 w 171911"/>
                <a:gd name="connsiteY457" fmla="*/ 56991 h 178772"/>
                <a:gd name="connsiteX458" fmla="*/ 61254 w 171911"/>
                <a:gd name="connsiteY458" fmla="*/ 55367 h 178772"/>
                <a:gd name="connsiteX459" fmla="*/ 61254 w 171911"/>
                <a:gd name="connsiteY459" fmla="*/ 53743 h 178772"/>
                <a:gd name="connsiteX460" fmla="*/ 62066 w 171911"/>
                <a:gd name="connsiteY460" fmla="*/ 52120 h 178772"/>
                <a:gd name="connsiteX461" fmla="*/ 62877 w 171911"/>
                <a:gd name="connsiteY461" fmla="*/ 51308 h 178772"/>
                <a:gd name="connsiteX462" fmla="*/ 62066 w 171911"/>
                <a:gd name="connsiteY462" fmla="*/ 50496 h 178772"/>
                <a:gd name="connsiteX463" fmla="*/ 59632 w 171911"/>
                <a:gd name="connsiteY463" fmla="*/ 55367 h 178772"/>
                <a:gd name="connsiteX464" fmla="*/ 59632 w 171911"/>
                <a:gd name="connsiteY464" fmla="*/ 56991 h 178772"/>
                <a:gd name="connsiteX465" fmla="*/ 66934 w 171911"/>
                <a:gd name="connsiteY465" fmla="*/ 146298 h 178772"/>
                <a:gd name="connsiteX466" fmla="*/ 70179 w 171911"/>
                <a:gd name="connsiteY466" fmla="*/ 144674 h 178772"/>
                <a:gd name="connsiteX467" fmla="*/ 71801 w 171911"/>
                <a:gd name="connsiteY467" fmla="*/ 143050 h 178772"/>
                <a:gd name="connsiteX468" fmla="*/ 66934 w 171911"/>
                <a:gd name="connsiteY468" fmla="*/ 146298 h 178772"/>
                <a:gd name="connsiteX469" fmla="*/ 74235 w 171911"/>
                <a:gd name="connsiteY469" fmla="*/ 141426 h 178772"/>
                <a:gd name="connsiteX470" fmla="*/ 75858 w 171911"/>
                <a:gd name="connsiteY470" fmla="*/ 140615 h 178772"/>
                <a:gd name="connsiteX471" fmla="*/ 76669 w 171911"/>
                <a:gd name="connsiteY471" fmla="*/ 139803 h 178772"/>
                <a:gd name="connsiteX472" fmla="*/ 81537 w 171911"/>
                <a:gd name="connsiteY472" fmla="*/ 137367 h 178772"/>
                <a:gd name="connsiteX473" fmla="*/ 108311 w 171911"/>
                <a:gd name="connsiteY473" fmla="*/ 125189 h 178772"/>
                <a:gd name="connsiteX474" fmla="*/ 121292 w 171911"/>
                <a:gd name="connsiteY474" fmla="*/ 119506 h 178772"/>
                <a:gd name="connsiteX475" fmla="*/ 113990 w 171911"/>
                <a:gd name="connsiteY475" fmla="*/ 121941 h 178772"/>
                <a:gd name="connsiteX476" fmla="*/ 109933 w 171911"/>
                <a:gd name="connsiteY476" fmla="*/ 123565 h 178772"/>
                <a:gd name="connsiteX477" fmla="*/ 84782 w 171911"/>
                <a:gd name="connsiteY477" fmla="*/ 134931 h 178772"/>
                <a:gd name="connsiteX478" fmla="*/ 79103 w 171911"/>
                <a:gd name="connsiteY478" fmla="*/ 138179 h 178772"/>
                <a:gd name="connsiteX479" fmla="*/ 74235 w 171911"/>
                <a:gd name="connsiteY479" fmla="*/ 141426 h 178772"/>
                <a:gd name="connsiteX480" fmla="*/ 85594 w 171911"/>
                <a:gd name="connsiteY480" fmla="*/ 97585 h 178772"/>
                <a:gd name="connsiteX481" fmla="*/ 92084 w 171911"/>
                <a:gd name="connsiteY481" fmla="*/ 91902 h 178772"/>
                <a:gd name="connsiteX482" fmla="*/ 96141 w 171911"/>
                <a:gd name="connsiteY482" fmla="*/ 87842 h 178772"/>
                <a:gd name="connsiteX483" fmla="*/ 100198 w 171911"/>
                <a:gd name="connsiteY483" fmla="*/ 83783 h 178772"/>
                <a:gd name="connsiteX484" fmla="*/ 102631 w 171911"/>
                <a:gd name="connsiteY484" fmla="*/ 80535 h 178772"/>
                <a:gd name="connsiteX485" fmla="*/ 97763 w 171911"/>
                <a:gd name="connsiteY485" fmla="*/ 84595 h 178772"/>
                <a:gd name="connsiteX486" fmla="*/ 85594 w 171911"/>
                <a:gd name="connsiteY486" fmla="*/ 97585 h 178772"/>
                <a:gd name="connsiteX487" fmla="*/ 86405 w 171911"/>
                <a:gd name="connsiteY487" fmla="*/ 138991 h 178772"/>
                <a:gd name="connsiteX488" fmla="*/ 86405 w 171911"/>
                <a:gd name="connsiteY488" fmla="*/ 138991 h 178772"/>
                <a:gd name="connsiteX489" fmla="*/ 87216 w 171911"/>
                <a:gd name="connsiteY489" fmla="*/ 138991 h 178772"/>
                <a:gd name="connsiteX490" fmla="*/ 86405 w 171911"/>
                <a:gd name="connsiteY490" fmla="*/ 138991 h 178772"/>
                <a:gd name="connsiteX491" fmla="*/ 86405 w 171911"/>
                <a:gd name="connsiteY491" fmla="*/ 138991 h 178772"/>
                <a:gd name="connsiteX492" fmla="*/ 96952 w 171911"/>
                <a:gd name="connsiteY492" fmla="*/ 131684 h 178772"/>
                <a:gd name="connsiteX493" fmla="*/ 98575 w 171911"/>
                <a:gd name="connsiteY493" fmla="*/ 130872 h 178772"/>
                <a:gd name="connsiteX494" fmla="*/ 98575 w 171911"/>
                <a:gd name="connsiteY494" fmla="*/ 130060 h 178772"/>
                <a:gd name="connsiteX495" fmla="*/ 96952 w 171911"/>
                <a:gd name="connsiteY495" fmla="*/ 131684 h 178772"/>
                <a:gd name="connsiteX496" fmla="*/ 96952 w 171911"/>
                <a:gd name="connsiteY496" fmla="*/ 131684 h 178772"/>
                <a:gd name="connsiteX497" fmla="*/ 98575 w 171911"/>
                <a:gd name="connsiteY497" fmla="*/ 151169 h 178772"/>
                <a:gd name="connsiteX498" fmla="*/ 100198 w 171911"/>
                <a:gd name="connsiteY498" fmla="*/ 150357 h 178772"/>
                <a:gd name="connsiteX499" fmla="*/ 99386 w 171911"/>
                <a:gd name="connsiteY499" fmla="*/ 149545 h 178772"/>
                <a:gd name="connsiteX500" fmla="*/ 99386 w 171911"/>
                <a:gd name="connsiteY500" fmla="*/ 148733 h 178772"/>
                <a:gd name="connsiteX501" fmla="*/ 99386 w 171911"/>
                <a:gd name="connsiteY501" fmla="*/ 148733 h 178772"/>
                <a:gd name="connsiteX502" fmla="*/ 98575 w 171911"/>
                <a:gd name="connsiteY502" fmla="*/ 151169 h 178772"/>
                <a:gd name="connsiteX503" fmla="*/ 98575 w 171911"/>
                <a:gd name="connsiteY503" fmla="*/ 151169 h 178772"/>
                <a:gd name="connsiteX504" fmla="*/ 103443 w 171911"/>
                <a:gd name="connsiteY504" fmla="*/ 148733 h 178772"/>
                <a:gd name="connsiteX505" fmla="*/ 103443 w 171911"/>
                <a:gd name="connsiteY505" fmla="*/ 147921 h 178772"/>
                <a:gd name="connsiteX506" fmla="*/ 103443 w 171911"/>
                <a:gd name="connsiteY506" fmla="*/ 148733 h 178772"/>
                <a:gd name="connsiteX507" fmla="*/ 103443 w 171911"/>
                <a:gd name="connsiteY507" fmla="*/ 148733 h 178772"/>
                <a:gd name="connsiteX508" fmla="*/ 104254 w 171911"/>
                <a:gd name="connsiteY508" fmla="*/ 144674 h 178772"/>
                <a:gd name="connsiteX509" fmla="*/ 105877 w 171911"/>
                <a:gd name="connsiteY509" fmla="*/ 143862 h 178772"/>
                <a:gd name="connsiteX510" fmla="*/ 107499 w 171911"/>
                <a:gd name="connsiteY510" fmla="*/ 142238 h 178772"/>
                <a:gd name="connsiteX511" fmla="*/ 108311 w 171911"/>
                <a:gd name="connsiteY511" fmla="*/ 139803 h 178772"/>
                <a:gd name="connsiteX512" fmla="*/ 104254 w 171911"/>
                <a:gd name="connsiteY512" fmla="*/ 144674 h 178772"/>
                <a:gd name="connsiteX513" fmla="*/ 110745 w 171911"/>
                <a:gd name="connsiteY513" fmla="*/ 126813 h 178772"/>
                <a:gd name="connsiteX514" fmla="*/ 113178 w 171911"/>
                <a:gd name="connsiteY514" fmla="*/ 126001 h 178772"/>
                <a:gd name="connsiteX515" fmla="*/ 113178 w 171911"/>
                <a:gd name="connsiteY515" fmla="*/ 125189 h 178772"/>
                <a:gd name="connsiteX516" fmla="*/ 110745 w 171911"/>
                <a:gd name="connsiteY516" fmla="*/ 126813 h 178772"/>
                <a:gd name="connsiteX517" fmla="*/ 110745 w 171911"/>
                <a:gd name="connsiteY517" fmla="*/ 126813 h 178772"/>
                <a:gd name="connsiteX518" fmla="*/ 112367 w 171911"/>
                <a:gd name="connsiteY518" fmla="*/ 127624 h 178772"/>
                <a:gd name="connsiteX519" fmla="*/ 112367 w 171911"/>
                <a:gd name="connsiteY519" fmla="*/ 127624 h 178772"/>
                <a:gd name="connsiteX520" fmla="*/ 112367 w 171911"/>
                <a:gd name="connsiteY520" fmla="*/ 127624 h 178772"/>
                <a:gd name="connsiteX521" fmla="*/ 112367 w 171911"/>
                <a:gd name="connsiteY521" fmla="*/ 127624 h 178772"/>
                <a:gd name="connsiteX522" fmla="*/ 113990 w 171911"/>
                <a:gd name="connsiteY522" fmla="*/ 128436 h 178772"/>
                <a:gd name="connsiteX523" fmla="*/ 114801 w 171911"/>
                <a:gd name="connsiteY523" fmla="*/ 127624 h 178772"/>
                <a:gd name="connsiteX524" fmla="*/ 113990 w 171911"/>
                <a:gd name="connsiteY524" fmla="*/ 126813 h 178772"/>
                <a:gd name="connsiteX525" fmla="*/ 113990 w 171911"/>
                <a:gd name="connsiteY525" fmla="*/ 128436 h 178772"/>
                <a:gd name="connsiteX526" fmla="*/ 113990 w 171911"/>
                <a:gd name="connsiteY526" fmla="*/ 128436 h 178772"/>
                <a:gd name="connsiteX527" fmla="*/ 136707 w 171911"/>
                <a:gd name="connsiteY527" fmla="*/ 114634 h 178772"/>
                <a:gd name="connsiteX528" fmla="*/ 147254 w 171911"/>
                <a:gd name="connsiteY528" fmla="*/ 111387 h 178772"/>
                <a:gd name="connsiteX529" fmla="*/ 150499 w 171911"/>
                <a:gd name="connsiteY529" fmla="*/ 111387 h 178772"/>
                <a:gd name="connsiteX530" fmla="*/ 152933 w 171911"/>
                <a:gd name="connsiteY530" fmla="*/ 111387 h 178772"/>
                <a:gd name="connsiteX531" fmla="*/ 157801 w 171911"/>
                <a:gd name="connsiteY531" fmla="*/ 110575 h 178772"/>
                <a:gd name="connsiteX532" fmla="*/ 159423 w 171911"/>
                <a:gd name="connsiteY532" fmla="*/ 109763 h 178772"/>
                <a:gd name="connsiteX533" fmla="*/ 139141 w 171911"/>
                <a:gd name="connsiteY533" fmla="*/ 113822 h 178772"/>
                <a:gd name="connsiteX534" fmla="*/ 136707 w 171911"/>
                <a:gd name="connsiteY534" fmla="*/ 114634 h 1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171911" h="178772">
                  <a:moveTo>
                    <a:pt x="2028" y="143862"/>
                  </a:moveTo>
                  <a:cubicBezTo>
                    <a:pt x="5274" y="135743"/>
                    <a:pt x="9330" y="128436"/>
                    <a:pt x="13387" y="120318"/>
                  </a:cubicBezTo>
                  <a:cubicBezTo>
                    <a:pt x="15009" y="117882"/>
                    <a:pt x="15821" y="115446"/>
                    <a:pt x="15821" y="115446"/>
                  </a:cubicBezTo>
                  <a:cubicBezTo>
                    <a:pt x="15821" y="115446"/>
                    <a:pt x="16632" y="114634"/>
                    <a:pt x="16632" y="113822"/>
                  </a:cubicBezTo>
                  <a:cubicBezTo>
                    <a:pt x="16632" y="113011"/>
                    <a:pt x="16632" y="113011"/>
                    <a:pt x="17443" y="113011"/>
                  </a:cubicBezTo>
                  <a:cubicBezTo>
                    <a:pt x="17443" y="113011"/>
                    <a:pt x="18255" y="112199"/>
                    <a:pt x="19066" y="111387"/>
                  </a:cubicBezTo>
                  <a:cubicBezTo>
                    <a:pt x="19877" y="110575"/>
                    <a:pt x="19877" y="109763"/>
                    <a:pt x="19877" y="110575"/>
                  </a:cubicBezTo>
                  <a:cubicBezTo>
                    <a:pt x="19877" y="110575"/>
                    <a:pt x="19877" y="111387"/>
                    <a:pt x="19066" y="112199"/>
                  </a:cubicBezTo>
                  <a:cubicBezTo>
                    <a:pt x="19066" y="113011"/>
                    <a:pt x="19066" y="113011"/>
                    <a:pt x="19066" y="113011"/>
                  </a:cubicBezTo>
                  <a:cubicBezTo>
                    <a:pt x="19877" y="113011"/>
                    <a:pt x="19877" y="113011"/>
                    <a:pt x="19877" y="113011"/>
                  </a:cubicBezTo>
                  <a:cubicBezTo>
                    <a:pt x="19877" y="113011"/>
                    <a:pt x="20688" y="111387"/>
                    <a:pt x="21500" y="109763"/>
                  </a:cubicBezTo>
                  <a:cubicBezTo>
                    <a:pt x="22311" y="107327"/>
                    <a:pt x="23123" y="106516"/>
                    <a:pt x="22311" y="106516"/>
                  </a:cubicBezTo>
                  <a:cubicBezTo>
                    <a:pt x="21500" y="105704"/>
                    <a:pt x="22311" y="105704"/>
                    <a:pt x="23123" y="105704"/>
                  </a:cubicBezTo>
                  <a:cubicBezTo>
                    <a:pt x="23123" y="105704"/>
                    <a:pt x="23934" y="104080"/>
                    <a:pt x="24745" y="102456"/>
                  </a:cubicBezTo>
                  <a:cubicBezTo>
                    <a:pt x="25556" y="100832"/>
                    <a:pt x="26368" y="99209"/>
                    <a:pt x="26368" y="99209"/>
                  </a:cubicBezTo>
                  <a:cubicBezTo>
                    <a:pt x="26368" y="99209"/>
                    <a:pt x="27990" y="97585"/>
                    <a:pt x="28802" y="95149"/>
                  </a:cubicBezTo>
                  <a:cubicBezTo>
                    <a:pt x="30424" y="92714"/>
                    <a:pt x="30424" y="91902"/>
                    <a:pt x="31236" y="91902"/>
                  </a:cubicBezTo>
                  <a:cubicBezTo>
                    <a:pt x="32047" y="92714"/>
                    <a:pt x="32047" y="92714"/>
                    <a:pt x="32047" y="91902"/>
                  </a:cubicBezTo>
                  <a:cubicBezTo>
                    <a:pt x="32047" y="91902"/>
                    <a:pt x="32047" y="91090"/>
                    <a:pt x="31236" y="90278"/>
                  </a:cubicBezTo>
                  <a:cubicBezTo>
                    <a:pt x="30424" y="90278"/>
                    <a:pt x="30424" y="89466"/>
                    <a:pt x="31236" y="89466"/>
                  </a:cubicBezTo>
                  <a:cubicBezTo>
                    <a:pt x="32047" y="89466"/>
                    <a:pt x="32047" y="89466"/>
                    <a:pt x="32047" y="88654"/>
                  </a:cubicBezTo>
                  <a:cubicBezTo>
                    <a:pt x="32047" y="87842"/>
                    <a:pt x="32858" y="87030"/>
                    <a:pt x="32858" y="87030"/>
                  </a:cubicBezTo>
                  <a:cubicBezTo>
                    <a:pt x="33670" y="86219"/>
                    <a:pt x="33670" y="86219"/>
                    <a:pt x="33670" y="85407"/>
                  </a:cubicBezTo>
                  <a:cubicBezTo>
                    <a:pt x="33670" y="85407"/>
                    <a:pt x="35292" y="82971"/>
                    <a:pt x="36103" y="80535"/>
                  </a:cubicBezTo>
                  <a:cubicBezTo>
                    <a:pt x="36915" y="78100"/>
                    <a:pt x="38538" y="75664"/>
                    <a:pt x="38538" y="74852"/>
                  </a:cubicBezTo>
                  <a:cubicBezTo>
                    <a:pt x="38538" y="74852"/>
                    <a:pt x="38538" y="74040"/>
                    <a:pt x="38538" y="74852"/>
                  </a:cubicBezTo>
                  <a:cubicBezTo>
                    <a:pt x="39349" y="74852"/>
                    <a:pt x="39349" y="74040"/>
                    <a:pt x="40160" y="73228"/>
                  </a:cubicBezTo>
                  <a:cubicBezTo>
                    <a:pt x="40971" y="71605"/>
                    <a:pt x="41783" y="70793"/>
                    <a:pt x="41783" y="70793"/>
                  </a:cubicBezTo>
                  <a:cubicBezTo>
                    <a:pt x="42594" y="70793"/>
                    <a:pt x="42594" y="70793"/>
                    <a:pt x="41783" y="69981"/>
                  </a:cubicBezTo>
                  <a:cubicBezTo>
                    <a:pt x="40971" y="69169"/>
                    <a:pt x="40971" y="69169"/>
                    <a:pt x="41783" y="69169"/>
                  </a:cubicBezTo>
                  <a:cubicBezTo>
                    <a:pt x="41783" y="69169"/>
                    <a:pt x="42594" y="69169"/>
                    <a:pt x="41783" y="68357"/>
                  </a:cubicBezTo>
                  <a:cubicBezTo>
                    <a:pt x="41783" y="68357"/>
                    <a:pt x="41783" y="67545"/>
                    <a:pt x="42594" y="66733"/>
                  </a:cubicBezTo>
                  <a:cubicBezTo>
                    <a:pt x="43405" y="65922"/>
                    <a:pt x="43405" y="65922"/>
                    <a:pt x="43405" y="65110"/>
                  </a:cubicBezTo>
                  <a:cubicBezTo>
                    <a:pt x="43405" y="65110"/>
                    <a:pt x="44217" y="63486"/>
                    <a:pt x="45028" y="63486"/>
                  </a:cubicBezTo>
                  <a:cubicBezTo>
                    <a:pt x="45839" y="62674"/>
                    <a:pt x="46651" y="61862"/>
                    <a:pt x="47462" y="60238"/>
                  </a:cubicBezTo>
                  <a:cubicBezTo>
                    <a:pt x="47462" y="59427"/>
                    <a:pt x="48273" y="58615"/>
                    <a:pt x="48273" y="58615"/>
                  </a:cubicBezTo>
                  <a:cubicBezTo>
                    <a:pt x="48273" y="58615"/>
                    <a:pt x="49085" y="57803"/>
                    <a:pt x="49085" y="57803"/>
                  </a:cubicBezTo>
                  <a:cubicBezTo>
                    <a:pt x="49085" y="56991"/>
                    <a:pt x="49896" y="56179"/>
                    <a:pt x="50707" y="55367"/>
                  </a:cubicBezTo>
                  <a:cubicBezTo>
                    <a:pt x="51519" y="54555"/>
                    <a:pt x="52330" y="53743"/>
                    <a:pt x="51519" y="53743"/>
                  </a:cubicBezTo>
                  <a:cubicBezTo>
                    <a:pt x="51519" y="53743"/>
                    <a:pt x="51519" y="52931"/>
                    <a:pt x="51519" y="52931"/>
                  </a:cubicBezTo>
                  <a:cubicBezTo>
                    <a:pt x="51519" y="52931"/>
                    <a:pt x="51519" y="52120"/>
                    <a:pt x="51519" y="52120"/>
                  </a:cubicBezTo>
                  <a:cubicBezTo>
                    <a:pt x="51519" y="51308"/>
                    <a:pt x="51519" y="51308"/>
                    <a:pt x="51519" y="51308"/>
                  </a:cubicBezTo>
                  <a:cubicBezTo>
                    <a:pt x="52330" y="51308"/>
                    <a:pt x="53952" y="48060"/>
                    <a:pt x="54764" y="47248"/>
                  </a:cubicBezTo>
                  <a:cubicBezTo>
                    <a:pt x="54764" y="46436"/>
                    <a:pt x="55575" y="45625"/>
                    <a:pt x="56386" y="44813"/>
                  </a:cubicBezTo>
                  <a:cubicBezTo>
                    <a:pt x="58009" y="43189"/>
                    <a:pt x="62066" y="35882"/>
                    <a:pt x="62066" y="35070"/>
                  </a:cubicBezTo>
                  <a:cubicBezTo>
                    <a:pt x="62066" y="35070"/>
                    <a:pt x="62066" y="34258"/>
                    <a:pt x="62877" y="34258"/>
                  </a:cubicBezTo>
                  <a:cubicBezTo>
                    <a:pt x="63688" y="34258"/>
                    <a:pt x="63688" y="33446"/>
                    <a:pt x="63688" y="33446"/>
                  </a:cubicBezTo>
                  <a:cubicBezTo>
                    <a:pt x="63688" y="33446"/>
                    <a:pt x="63688" y="32634"/>
                    <a:pt x="64499" y="32634"/>
                  </a:cubicBezTo>
                  <a:cubicBezTo>
                    <a:pt x="64499" y="32634"/>
                    <a:pt x="65311" y="31823"/>
                    <a:pt x="66122" y="31011"/>
                  </a:cubicBezTo>
                  <a:cubicBezTo>
                    <a:pt x="67745" y="27763"/>
                    <a:pt x="69367" y="25328"/>
                    <a:pt x="70179" y="24516"/>
                  </a:cubicBezTo>
                  <a:cubicBezTo>
                    <a:pt x="70990" y="23704"/>
                    <a:pt x="70990" y="22892"/>
                    <a:pt x="70990" y="22892"/>
                  </a:cubicBezTo>
                  <a:cubicBezTo>
                    <a:pt x="70990" y="22892"/>
                    <a:pt x="70990" y="22080"/>
                    <a:pt x="71801" y="21268"/>
                  </a:cubicBezTo>
                  <a:cubicBezTo>
                    <a:pt x="72613" y="20456"/>
                    <a:pt x="73424" y="19644"/>
                    <a:pt x="73424" y="18833"/>
                  </a:cubicBezTo>
                  <a:cubicBezTo>
                    <a:pt x="73424" y="18021"/>
                    <a:pt x="75047" y="15585"/>
                    <a:pt x="76669" y="13961"/>
                  </a:cubicBezTo>
                  <a:cubicBezTo>
                    <a:pt x="78292" y="12337"/>
                    <a:pt x="79103" y="9902"/>
                    <a:pt x="79915" y="9902"/>
                  </a:cubicBezTo>
                  <a:cubicBezTo>
                    <a:pt x="80726" y="9090"/>
                    <a:pt x="81537" y="8278"/>
                    <a:pt x="81537" y="7466"/>
                  </a:cubicBezTo>
                  <a:cubicBezTo>
                    <a:pt x="82348" y="6654"/>
                    <a:pt x="83160" y="5031"/>
                    <a:pt x="83971" y="4219"/>
                  </a:cubicBezTo>
                  <a:cubicBezTo>
                    <a:pt x="85594" y="1783"/>
                    <a:pt x="89650" y="-653"/>
                    <a:pt x="92895" y="159"/>
                  </a:cubicBezTo>
                  <a:cubicBezTo>
                    <a:pt x="96952" y="971"/>
                    <a:pt x="99386" y="5031"/>
                    <a:pt x="98575" y="9902"/>
                  </a:cubicBezTo>
                  <a:cubicBezTo>
                    <a:pt x="98575" y="11526"/>
                    <a:pt x="97763" y="13149"/>
                    <a:pt x="96141" y="14773"/>
                  </a:cubicBezTo>
                  <a:cubicBezTo>
                    <a:pt x="93707" y="17209"/>
                    <a:pt x="87216" y="26139"/>
                    <a:pt x="87216" y="26951"/>
                  </a:cubicBezTo>
                  <a:cubicBezTo>
                    <a:pt x="87216" y="26951"/>
                    <a:pt x="86405" y="27763"/>
                    <a:pt x="86405" y="27763"/>
                  </a:cubicBezTo>
                  <a:cubicBezTo>
                    <a:pt x="85594" y="27763"/>
                    <a:pt x="85594" y="28575"/>
                    <a:pt x="85594" y="28575"/>
                  </a:cubicBezTo>
                  <a:cubicBezTo>
                    <a:pt x="85594" y="28575"/>
                    <a:pt x="84782" y="30199"/>
                    <a:pt x="83971" y="31011"/>
                  </a:cubicBezTo>
                  <a:cubicBezTo>
                    <a:pt x="82348" y="32634"/>
                    <a:pt x="81537" y="33446"/>
                    <a:pt x="79103" y="38318"/>
                  </a:cubicBezTo>
                  <a:cubicBezTo>
                    <a:pt x="78292" y="39941"/>
                    <a:pt x="76669" y="41565"/>
                    <a:pt x="75858" y="41565"/>
                  </a:cubicBezTo>
                  <a:cubicBezTo>
                    <a:pt x="75047" y="42377"/>
                    <a:pt x="75047" y="42377"/>
                    <a:pt x="75047" y="42377"/>
                  </a:cubicBezTo>
                  <a:cubicBezTo>
                    <a:pt x="75047" y="42377"/>
                    <a:pt x="75047" y="43189"/>
                    <a:pt x="74235" y="43189"/>
                  </a:cubicBezTo>
                  <a:cubicBezTo>
                    <a:pt x="73424" y="43189"/>
                    <a:pt x="73424" y="44001"/>
                    <a:pt x="73424" y="44813"/>
                  </a:cubicBezTo>
                  <a:cubicBezTo>
                    <a:pt x="73424" y="45625"/>
                    <a:pt x="72613" y="46436"/>
                    <a:pt x="71801" y="47248"/>
                  </a:cubicBezTo>
                  <a:cubicBezTo>
                    <a:pt x="70990" y="48060"/>
                    <a:pt x="70179" y="48872"/>
                    <a:pt x="70990" y="48872"/>
                  </a:cubicBezTo>
                  <a:cubicBezTo>
                    <a:pt x="70990" y="48872"/>
                    <a:pt x="70179" y="50496"/>
                    <a:pt x="69367" y="51308"/>
                  </a:cubicBezTo>
                  <a:cubicBezTo>
                    <a:pt x="67745" y="52931"/>
                    <a:pt x="66934" y="53743"/>
                    <a:pt x="67745" y="54555"/>
                  </a:cubicBezTo>
                  <a:cubicBezTo>
                    <a:pt x="67745" y="55367"/>
                    <a:pt x="67745" y="55367"/>
                    <a:pt x="66934" y="55367"/>
                  </a:cubicBezTo>
                  <a:cubicBezTo>
                    <a:pt x="66122" y="55367"/>
                    <a:pt x="66122" y="56179"/>
                    <a:pt x="66122" y="56179"/>
                  </a:cubicBezTo>
                  <a:cubicBezTo>
                    <a:pt x="66122" y="56179"/>
                    <a:pt x="65311" y="56991"/>
                    <a:pt x="65311" y="56991"/>
                  </a:cubicBezTo>
                  <a:cubicBezTo>
                    <a:pt x="64499" y="56991"/>
                    <a:pt x="64499" y="57803"/>
                    <a:pt x="64499" y="58615"/>
                  </a:cubicBezTo>
                  <a:cubicBezTo>
                    <a:pt x="64499" y="59427"/>
                    <a:pt x="64499" y="59427"/>
                    <a:pt x="63688" y="59427"/>
                  </a:cubicBezTo>
                  <a:cubicBezTo>
                    <a:pt x="63688" y="59427"/>
                    <a:pt x="62877" y="59427"/>
                    <a:pt x="62877" y="60238"/>
                  </a:cubicBezTo>
                  <a:cubicBezTo>
                    <a:pt x="62877" y="61050"/>
                    <a:pt x="62066" y="61050"/>
                    <a:pt x="62066" y="61050"/>
                  </a:cubicBezTo>
                  <a:cubicBezTo>
                    <a:pt x="61254" y="61050"/>
                    <a:pt x="61254" y="61862"/>
                    <a:pt x="61254" y="62674"/>
                  </a:cubicBezTo>
                  <a:cubicBezTo>
                    <a:pt x="61254" y="63486"/>
                    <a:pt x="60443" y="64298"/>
                    <a:pt x="60443" y="65110"/>
                  </a:cubicBezTo>
                  <a:cubicBezTo>
                    <a:pt x="59632" y="65922"/>
                    <a:pt x="59632" y="65922"/>
                    <a:pt x="59632" y="65110"/>
                  </a:cubicBezTo>
                  <a:cubicBezTo>
                    <a:pt x="59632" y="65110"/>
                    <a:pt x="59632" y="65110"/>
                    <a:pt x="58820" y="65110"/>
                  </a:cubicBezTo>
                  <a:cubicBezTo>
                    <a:pt x="58009" y="65922"/>
                    <a:pt x="58009" y="65922"/>
                    <a:pt x="58820" y="65922"/>
                  </a:cubicBezTo>
                  <a:cubicBezTo>
                    <a:pt x="59632" y="66733"/>
                    <a:pt x="57198" y="70793"/>
                    <a:pt x="54764" y="71605"/>
                  </a:cubicBezTo>
                  <a:cubicBezTo>
                    <a:pt x="53952" y="72417"/>
                    <a:pt x="53141" y="72417"/>
                    <a:pt x="53141" y="73228"/>
                  </a:cubicBezTo>
                  <a:cubicBezTo>
                    <a:pt x="53141" y="73228"/>
                    <a:pt x="53952" y="73228"/>
                    <a:pt x="53952" y="73228"/>
                  </a:cubicBezTo>
                  <a:cubicBezTo>
                    <a:pt x="54764" y="72417"/>
                    <a:pt x="54764" y="73228"/>
                    <a:pt x="53952" y="74852"/>
                  </a:cubicBezTo>
                  <a:cubicBezTo>
                    <a:pt x="53141" y="76476"/>
                    <a:pt x="52330" y="77288"/>
                    <a:pt x="52330" y="77288"/>
                  </a:cubicBezTo>
                  <a:cubicBezTo>
                    <a:pt x="52330" y="77288"/>
                    <a:pt x="52330" y="76476"/>
                    <a:pt x="52330" y="76476"/>
                  </a:cubicBezTo>
                  <a:cubicBezTo>
                    <a:pt x="53141" y="75664"/>
                    <a:pt x="53141" y="74852"/>
                    <a:pt x="52330" y="75664"/>
                  </a:cubicBezTo>
                  <a:cubicBezTo>
                    <a:pt x="51519" y="76476"/>
                    <a:pt x="51519" y="76476"/>
                    <a:pt x="51519" y="77288"/>
                  </a:cubicBezTo>
                  <a:cubicBezTo>
                    <a:pt x="51519" y="77288"/>
                    <a:pt x="50707" y="78100"/>
                    <a:pt x="49896" y="78912"/>
                  </a:cubicBezTo>
                  <a:cubicBezTo>
                    <a:pt x="48273" y="79724"/>
                    <a:pt x="47462" y="80535"/>
                    <a:pt x="49085" y="81347"/>
                  </a:cubicBezTo>
                  <a:cubicBezTo>
                    <a:pt x="49085" y="81347"/>
                    <a:pt x="49896" y="81347"/>
                    <a:pt x="49896" y="81347"/>
                  </a:cubicBezTo>
                  <a:cubicBezTo>
                    <a:pt x="49896" y="81347"/>
                    <a:pt x="50707" y="80535"/>
                    <a:pt x="51519" y="79724"/>
                  </a:cubicBezTo>
                  <a:cubicBezTo>
                    <a:pt x="52330" y="78912"/>
                    <a:pt x="52330" y="78912"/>
                    <a:pt x="52330" y="80535"/>
                  </a:cubicBezTo>
                  <a:cubicBezTo>
                    <a:pt x="51519" y="82159"/>
                    <a:pt x="49085" y="85407"/>
                    <a:pt x="48273" y="85407"/>
                  </a:cubicBezTo>
                  <a:cubicBezTo>
                    <a:pt x="48273" y="85407"/>
                    <a:pt x="47462" y="86219"/>
                    <a:pt x="46651" y="87030"/>
                  </a:cubicBezTo>
                  <a:cubicBezTo>
                    <a:pt x="45839" y="88654"/>
                    <a:pt x="45839" y="88654"/>
                    <a:pt x="46651" y="88654"/>
                  </a:cubicBezTo>
                  <a:cubicBezTo>
                    <a:pt x="47462" y="88654"/>
                    <a:pt x="47462" y="87842"/>
                    <a:pt x="48273" y="87030"/>
                  </a:cubicBezTo>
                  <a:cubicBezTo>
                    <a:pt x="49085" y="86219"/>
                    <a:pt x="49085" y="86219"/>
                    <a:pt x="49085" y="86219"/>
                  </a:cubicBezTo>
                  <a:cubicBezTo>
                    <a:pt x="49085" y="86219"/>
                    <a:pt x="49896" y="86219"/>
                    <a:pt x="50707" y="84595"/>
                  </a:cubicBezTo>
                  <a:cubicBezTo>
                    <a:pt x="65311" y="68357"/>
                    <a:pt x="90462" y="40753"/>
                    <a:pt x="110745" y="30199"/>
                  </a:cubicBezTo>
                  <a:cubicBezTo>
                    <a:pt x="113990" y="28575"/>
                    <a:pt x="116424" y="27763"/>
                    <a:pt x="118858" y="27763"/>
                  </a:cubicBezTo>
                  <a:cubicBezTo>
                    <a:pt x="122103" y="27763"/>
                    <a:pt x="124537" y="29387"/>
                    <a:pt x="127782" y="31823"/>
                  </a:cubicBezTo>
                  <a:cubicBezTo>
                    <a:pt x="130216" y="34258"/>
                    <a:pt x="131027" y="36694"/>
                    <a:pt x="131027" y="42377"/>
                  </a:cubicBezTo>
                  <a:cubicBezTo>
                    <a:pt x="131027" y="47248"/>
                    <a:pt x="130216" y="52120"/>
                    <a:pt x="127782" y="56179"/>
                  </a:cubicBezTo>
                  <a:cubicBezTo>
                    <a:pt x="126971" y="56991"/>
                    <a:pt x="126159" y="59427"/>
                    <a:pt x="125348" y="61050"/>
                  </a:cubicBezTo>
                  <a:cubicBezTo>
                    <a:pt x="122103" y="66733"/>
                    <a:pt x="120480" y="69169"/>
                    <a:pt x="115612" y="74040"/>
                  </a:cubicBezTo>
                  <a:cubicBezTo>
                    <a:pt x="111556" y="78100"/>
                    <a:pt x="109122" y="81347"/>
                    <a:pt x="109122" y="82159"/>
                  </a:cubicBezTo>
                  <a:cubicBezTo>
                    <a:pt x="109122" y="82159"/>
                    <a:pt x="109122" y="82159"/>
                    <a:pt x="108311" y="82159"/>
                  </a:cubicBezTo>
                  <a:cubicBezTo>
                    <a:pt x="108311" y="82159"/>
                    <a:pt x="106688" y="82971"/>
                    <a:pt x="105877" y="84595"/>
                  </a:cubicBezTo>
                  <a:cubicBezTo>
                    <a:pt x="105065" y="86219"/>
                    <a:pt x="103443" y="87030"/>
                    <a:pt x="103443" y="87030"/>
                  </a:cubicBezTo>
                  <a:cubicBezTo>
                    <a:pt x="102631" y="87030"/>
                    <a:pt x="92895" y="95961"/>
                    <a:pt x="92895" y="96773"/>
                  </a:cubicBezTo>
                  <a:cubicBezTo>
                    <a:pt x="92895" y="96773"/>
                    <a:pt x="96141" y="96773"/>
                    <a:pt x="99386" y="96773"/>
                  </a:cubicBezTo>
                  <a:cubicBezTo>
                    <a:pt x="106688" y="96773"/>
                    <a:pt x="115612" y="97585"/>
                    <a:pt x="116424" y="98397"/>
                  </a:cubicBezTo>
                  <a:cubicBezTo>
                    <a:pt x="116424" y="98397"/>
                    <a:pt x="117235" y="99209"/>
                    <a:pt x="118046" y="99209"/>
                  </a:cubicBezTo>
                  <a:cubicBezTo>
                    <a:pt x="118858" y="99209"/>
                    <a:pt x="119669" y="100021"/>
                    <a:pt x="121292" y="100832"/>
                  </a:cubicBezTo>
                  <a:cubicBezTo>
                    <a:pt x="122914" y="101644"/>
                    <a:pt x="123726" y="102456"/>
                    <a:pt x="124537" y="102456"/>
                  </a:cubicBezTo>
                  <a:cubicBezTo>
                    <a:pt x="125348" y="102456"/>
                    <a:pt x="128594" y="105704"/>
                    <a:pt x="130216" y="108139"/>
                  </a:cubicBezTo>
                  <a:cubicBezTo>
                    <a:pt x="131027" y="108951"/>
                    <a:pt x="131027" y="108951"/>
                    <a:pt x="131839" y="108951"/>
                  </a:cubicBezTo>
                  <a:cubicBezTo>
                    <a:pt x="133461" y="108951"/>
                    <a:pt x="135895" y="108139"/>
                    <a:pt x="140763" y="106516"/>
                  </a:cubicBezTo>
                  <a:lnTo>
                    <a:pt x="160235" y="103268"/>
                  </a:lnTo>
                  <a:cubicBezTo>
                    <a:pt x="166725" y="102456"/>
                    <a:pt x="168348" y="104892"/>
                    <a:pt x="169970" y="105704"/>
                  </a:cubicBezTo>
                  <a:cubicBezTo>
                    <a:pt x="171593" y="106516"/>
                    <a:pt x="172405" y="108139"/>
                    <a:pt x="171593" y="107327"/>
                  </a:cubicBezTo>
                  <a:cubicBezTo>
                    <a:pt x="171593" y="107327"/>
                    <a:pt x="170782" y="107327"/>
                    <a:pt x="169970" y="108139"/>
                  </a:cubicBezTo>
                  <a:cubicBezTo>
                    <a:pt x="169159" y="108139"/>
                    <a:pt x="167537" y="108951"/>
                    <a:pt x="165914" y="108951"/>
                  </a:cubicBezTo>
                  <a:cubicBezTo>
                    <a:pt x="164291" y="108951"/>
                    <a:pt x="162669" y="109763"/>
                    <a:pt x="162669" y="109763"/>
                  </a:cubicBezTo>
                  <a:cubicBezTo>
                    <a:pt x="161857" y="109763"/>
                    <a:pt x="159423" y="110575"/>
                    <a:pt x="156178" y="111387"/>
                  </a:cubicBezTo>
                  <a:lnTo>
                    <a:pt x="148876" y="113822"/>
                  </a:lnTo>
                  <a:cubicBezTo>
                    <a:pt x="148876" y="113822"/>
                    <a:pt x="148065" y="114634"/>
                    <a:pt x="147254" y="114634"/>
                  </a:cubicBezTo>
                  <a:cubicBezTo>
                    <a:pt x="145631" y="115446"/>
                    <a:pt x="144820" y="115446"/>
                    <a:pt x="144008" y="116258"/>
                  </a:cubicBezTo>
                  <a:cubicBezTo>
                    <a:pt x="143197" y="117070"/>
                    <a:pt x="142386" y="117070"/>
                    <a:pt x="142386" y="117070"/>
                  </a:cubicBezTo>
                  <a:cubicBezTo>
                    <a:pt x="142386" y="117070"/>
                    <a:pt x="141574" y="117070"/>
                    <a:pt x="142386" y="117070"/>
                  </a:cubicBezTo>
                  <a:cubicBezTo>
                    <a:pt x="142386" y="117882"/>
                    <a:pt x="142386" y="117882"/>
                    <a:pt x="141574" y="117882"/>
                  </a:cubicBezTo>
                  <a:cubicBezTo>
                    <a:pt x="140763" y="117882"/>
                    <a:pt x="140763" y="117882"/>
                    <a:pt x="140763" y="117070"/>
                  </a:cubicBezTo>
                  <a:cubicBezTo>
                    <a:pt x="140763" y="117070"/>
                    <a:pt x="140763" y="117070"/>
                    <a:pt x="139952" y="117070"/>
                  </a:cubicBezTo>
                  <a:cubicBezTo>
                    <a:pt x="139141" y="117070"/>
                    <a:pt x="139141" y="117882"/>
                    <a:pt x="139141" y="117882"/>
                  </a:cubicBezTo>
                  <a:cubicBezTo>
                    <a:pt x="139141" y="118694"/>
                    <a:pt x="137518" y="118694"/>
                    <a:pt x="136707" y="119506"/>
                  </a:cubicBezTo>
                  <a:cubicBezTo>
                    <a:pt x="134273" y="120318"/>
                    <a:pt x="134273" y="120318"/>
                    <a:pt x="133461" y="123565"/>
                  </a:cubicBezTo>
                  <a:cubicBezTo>
                    <a:pt x="132650" y="125189"/>
                    <a:pt x="131839" y="126813"/>
                    <a:pt x="131839" y="127624"/>
                  </a:cubicBezTo>
                  <a:cubicBezTo>
                    <a:pt x="131027" y="128436"/>
                    <a:pt x="131027" y="129248"/>
                    <a:pt x="131027" y="130060"/>
                  </a:cubicBezTo>
                  <a:cubicBezTo>
                    <a:pt x="131027" y="130872"/>
                    <a:pt x="130216" y="131684"/>
                    <a:pt x="129405" y="132496"/>
                  </a:cubicBezTo>
                  <a:cubicBezTo>
                    <a:pt x="128594" y="133308"/>
                    <a:pt x="126971" y="134931"/>
                    <a:pt x="125348" y="137367"/>
                  </a:cubicBezTo>
                  <a:cubicBezTo>
                    <a:pt x="124537" y="138991"/>
                    <a:pt x="122103" y="141426"/>
                    <a:pt x="121292" y="142238"/>
                  </a:cubicBezTo>
                  <a:cubicBezTo>
                    <a:pt x="120480" y="143050"/>
                    <a:pt x="118046" y="144674"/>
                    <a:pt x="117235" y="145486"/>
                  </a:cubicBezTo>
                  <a:cubicBezTo>
                    <a:pt x="116424" y="146298"/>
                    <a:pt x="115612" y="147110"/>
                    <a:pt x="114801" y="147110"/>
                  </a:cubicBezTo>
                  <a:cubicBezTo>
                    <a:pt x="114801" y="147110"/>
                    <a:pt x="113990" y="147921"/>
                    <a:pt x="113178" y="148733"/>
                  </a:cubicBezTo>
                  <a:cubicBezTo>
                    <a:pt x="112367" y="149545"/>
                    <a:pt x="103443" y="156040"/>
                    <a:pt x="101820" y="156852"/>
                  </a:cubicBezTo>
                  <a:cubicBezTo>
                    <a:pt x="101009" y="156852"/>
                    <a:pt x="101009" y="157664"/>
                    <a:pt x="100198" y="157664"/>
                  </a:cubicBezTo>
                  <a:cubicBezTo>
                    <a:pt x="99386" y="157664"/>
                    <a:pt x="94518" y="160912"/>
                    <a:pt x="94518" y="161723"/>
                  </a:cubicBezTo>
                  <a:cubicBezTo>
                    <a:pt x="93707" y="162535"/>
                    <a:pt x="88839" y="164971"/>
                    <a:pt x="88028" y="164971"/>
                  </a:cubicBezTo>
                  <a:cubicBezTo>
                    <a:pt x="87216" y="164971"/>
                    <a:pt x="87216" y="164971"/>
                    <a:pt x="87216" y="165783"/>
                  </a:cubicBezTo>
                  <a:cubicBezTo>
                    <a:pt x="87216" y="166595"/>
                    <a:pt x="87216" y="166595"/>
                    <a:pt x="87216" y="165783"/>
                  </a:cubicBezTo>
                  <a:cubicBezTo>
                    <a:pt x="86405" y="165783"/>
                    <a:pt x="84782" y="166595"/>
                    <a:pt x="82348" y="168218"/>
                  </a:cubicBezTo>
                  <a:cubicBezTo>
                    <a:pt x="74235" y="172278"/>
                    <a:pt x="64499" y="177149"/>
                    <a:pt x="62066" y="177961"/>
                  </a:cubicBezTo>
                  <a:cubicBezTo>
                    <a:pt x="60443" y="177961"/>
                    <a:pt x="58820" y="178773"/>
                    <a:pt x="58820" y="178773"/>
                  </a:cubicBezTo>
                  <a:cubicBezTo>
                    <a:pt x="58009" y="178773"/>
                    <a:pt x="57198" y="178773"/>
                    <a:pt x="56386" y="177961"/>
                  </a:cubicBezTo>
                  <a:cubicBezTo>
                    <a:pt x="55575" y="177149"/>
                    <a:pt x="54764" y="177149"/>
                    <a:pt x="53952" y="176337"/>
                  </a:cubicBezTo>
                  <a:cubicBezTo>
                    <a:pt x="53141" y="176337"/>
                    <a:pt x="52330" y="174714"/>
                    <a:pt x="50707" y="173090"/>
                  </a:cubicBezTo>
                  <a:cubicBezTo>
                    <a:pt x="49085" y="170654"/>
                    <a:pt x="48273" y="170654"/>
                    <a:pt x="49085" y="166595"/>
                  </a:cubicBezTo>
                  <a:cubicBezTo>
                    <a:pt x="49085" y="163347"/>
                    <a:pt x="49085" y="161723"/>
                    <a:pt x="49896" y="160100"/>
                  </a:cubicBezTo>
                  <a:cubicBezTo>
                    <a:pt x="50707" y="158476"/>
                    <a:pt x="59632" y="149545"/>
                    <a:pt x="60443" y="149545"/>
                  </a:cubicBezTo>
                  <a:cubicBezTo>
                    <a:pt x="60443" y="149545"/>
                    <a:pt x="62066" y="148733"/>
                    <a:pt x="63688" y="147110"/>
                  </a:cubicBezTo>
                  <a:cubicBezTo>
                    <a:pt x="71801" y="139803"/>
                    <a:pt x="96141" y="126001"/>
                    <a:pt x="111556" y="121129"/>
                  </a:cubicBezTo>
                  <a:cubicBezTo>
                    <a:pt x="113178" y="120318"/>
                    <a:pt x="115612" y="119506"/>
                    <a:pt x="115612" y="119506"/>
                  </a:cubicBezTo>
                  <a:cubicBezTo>
                    <a:pt x="116424" y="119506"/>
                    <a:pt x="117235" y="118694"/>
                    <a:pt x="119669" y="117882"/>
                  </a:cubicBezTo>
                  <a:cubicBezTo>
                    <a:pt x="125348" y="116258"/>
                    <a:pt x="126159" y="114634"/>
                    <a:pt x="125348" y="112199"/>
                  </a:cubicBezTo>
                  <a:cubicBezTo>
                    <a:pt x="125348" y="111387"/>
                    <a:pt x="125348" y="111387"/>
                    <a:pt x="118858" y="109763"/>
                  </a:cubicBezTo>
                  <a:cubicBezTo>
                    <a:pt x="116424" y="108951"/>
                    <a:pt x="112367" y="108951"/>
                    <a:pt x="107499" y="108951"/>
                  </a:cubicBezTo>
                  <a:cubicBezTo>
                    <a:pt x="98575" y="108951"/>
                    <a:pt x="91273" y="109763"/>
                    <a:pt x="82348" y="113822"/>
                  </a:cubicBezTo>
                  <a:cubicBezTo>
                    <a:pt x="75858" y="116258"/>
                    <a:pt x="70179" y="118694"/>
                    <a:pt x="70179" y="119506"/>
                  </a:cubicBezTo>
                  <a:cubicBezTo>
                    <a:pt x="67745" y="121941"/>
                    <a:pt x="62877" y="124377"/>
                    <a:pt x="58820" y="124377"/>
                  </a:cubicBezTo>
                  <a:cubicBezTo>
                    <a:pt x="57198" y="124377"/>
                    <a:pt x="54764" y="121941"/>
                    <a:pt x="54764" y="119506"/>
                  </a:cubicBezTo>
                  <a:cubicBezTo>
                    <a:pt x="54764" y="117882"/>
                    <a:pt x="54764" y="117882"/>
                    <a:pt x="53952" y="117882"/>
                  </a:cubicBezTo>
                  <a:cubicBezTo>
                    <a:pt x="52330" y="117882"/>
                    <a:pt x="52330" y="117070"/>
                    <a:pt x="55575" y="116258"/>
                  </a:cubicBezTo>
                  <a:cubicBezTo>
                    <a:pt x="57198" y="115446"/>
                    <a:pt x="59632" y="114634"/>
                    <a:pt x="61254" y="113011"/>
                  </a:cubicBezTo>
                  <a:cubicBezTo>
                    <a:pt x="62877" y="111387"/>
                    <a:pt x="66934" y="108951"/>
                    <a:pt x="69367" y="108139"/>
                  </a:cubicBezTo>
                  <a:cubicBezTo>
                    <a:pt x="73424" y="106516"/>
                    <a:pt x="81537" y="100832"/>
                    <a:pt x="83160" y="99209"/>
                  </a:cubicBezTo>
                  <a:cubicBezTo>
                    <a:pt x="83160" y="99209"/>
                    <a:pt x="86405" y="95961"/>
                    <a:pt x="91273" y="92714"/>
                  </a:cubicBezTo>
                  <a:cubicBezTo>
                    <a:pt x="105877" y="80535"/>
                    <a:pt x="119669" y="64298"/>
                    <a:pt x="123726" y="56179"/>
                  </a:cubicBezTo>
                  <a:cubicBezTo>
                    <a:pt x="126971" y="48872"/>
                    <a:pt x="127782" y="45625"/>
                    <a:pt x="127782" y="40753"/>
                  </a:cubicBezTo>
                  <a:cubicBezTo>
                    <a:pt x="127782" y="36694"/>
                    <a:pt x="126971" y="35070"/>
                    <a:pt x="125348" y="35070"/>
                  </a:cubicBezTo>
                  <a:cubicBezTo>
                    <a:pt x="118046" y="35070"/>
                    <a:pt x="100198" y="50496"/>
                    <a:pt x="92895" y="56179"/>
                  </a:cubicBezTo>
                  <a:cubicBezTo>
                    <a:pt x="91273" y="57803"/>
                    <a:pt x="90462" y="58615"/>
                    <a:pt x="90462" y="59427"/>
                  </a:cubicBezTo>
                  <a:cubicBezTo>
                    <a:pt x="90462" y="59427"/>
                    <a:pt x="90462" y="60238"/>
                    <a:pt x="89650" y="60238"/>
                  </a:cubicBezTo>
                  <a:cubicBezTo>
                    <a:pt x="89650" y="60238"/>
                    <a:pt x="87216" y="61862"/>
                    <a:pt x="84782" y="65110"/>
                  </a:cubicBezTo>
                  <a:cubicBezTo>
                    <a:pt x="82348" y="67545"/>
                    <a:pt x="79915" y="69981"/>
                    <a:pt x="79103" y="69981"/>
                  </a:cubicBezTo>
                  <a:cubicBezTo>
                    <a:pt x="78292" y="69981"/>
                    <a:pt x="78292" y="69981"/>
                    <a:pt x="78292" y="70793"/>
                  </a:cubicBezTo>
                  <a:cubicBezTo>
                    <a:pt x="78292" y="70793"/>
                    <a:pt x="76669" y="73228"/>
                    <a:pt x="75047" y="74852"/>
                  </a:cubicBezTo>
                  <a:cubicBezTo>
                    <a:pt x="73424" y="77288"/>
                    <a:pt x="70990" y="78912"/>
                    <a:pt x="70990" y="78912"/>
                  </a:cubicBezTo>
                  <a:cubicBezTo>
                    <a:pt x="70990" y="78912"/>
                    <a:pt x="70179" y="79724"/>
                    <a:pt x="69367" y="80535"/>
                  </a:cubicBezTo>
                  <a:cubicBezTo>
                    <a:pt x="67745" y="82159"/>
                    <a:pt x="66122" y="83783"/>
                    <a:pt x="63688" y="87030"/>
                  </a:cubicBezTo>
                  <a:cubicBezTo>
                    <a:pt x="62877" y="87842"/>
                    <a:pt x="62066" y="89466"/>
                    <a:pt x="61254" y="89466"/>
                  </a:cubicBezTo>
                  <a:cubicBezTo>
                    <a:pt x="60443" y="89466"/>
                    <a:pt x="60443" y="90278"/>
                    <a:pt x="60443" y="90278"/>
                  </a:cubicBezTo>
                  <a:cubicBezTo>
                    <a:pt x="60443" y="90278"/>
                    <a:pt x="59632" y="91902"/>
                    <a:pt x="58820" y="92714"/>
                  </a:cubicBezTo>
                  <a:cubicBezTo>
                    <a:pt x="53952" y="99209"/>
                    <a:pt x="43405" y="114634"/>
                    <a:pt x="39349" y="121129"/>
                  </a:cubicBezTo>
                  <a:cubicBezTo>
                    <a:pt x="35292" y="128436"/>
                    <a:pt x="28802" y="139803"/>
                    <a:pt x="27179" y="143050"/>
                  </a:cubicBezTo>
                  <a:cubicBezTo>
                    <a:pt x="26368" y="144674"/>
                    <a:pt x="24745" y="147921"/>
                    <a:pt x="23934" y="149545"/>
                  </a:cubicBezTo>
                  <a:cubicBezTo>
                    <a:pt x="22311" y="152793"/>
                    <a:pt x="20688" y="156852"/>
                    <a:pt x="20688" y="158476"/>
                  </a:cubicBezTo>
                  <a:cubicBezTo>
                    <a:pt x="20688" y="159288"/>
                    <a:pt x="19877" y="160100"/>
                    <a:pt x="19066" y="160912"/>
                  </a:cubicBezTo>
                  <a:cubicBezTo>
                    <a:pt x="18255" y="161723"/>
                    <a:pt x="17443" y="163347"/>
                    <a:pt x="17443" y="164971"/>
                  </a:cubicBezTo>
                  <a:cubicBezTo>
                    <a:pt x="17443" y="165783"/>
                    <a:pt x="16632" y="167407"/>
                    <a:pt x="16632" y="167407"/>
                  </a:cubicBezTo>
                  <a:cubicBezTo>
                    <a:pt x="16632" y="167407"/>
                    <a:pt x="15821" y="168218"/>
                    <a:pt x="15821" y="169030"/>
                  </a:cubicBezTo>
                  <a:cubicBezTo>
                    <a:pt x="15821" y="169842"/>
                    <a:pt x="15821" y="170654"/>
                    <a:pt x="15009" y="170654"/>
                  </a:cubicBezTo>
                  <a:cubicBezTo>
                    <a:pt x="14198" y="170654"/>
                    <a:pt x="14198" y="171466"/>
                    <a:pt x="14198" y="171466"/>
                  </a:cubicBezTo>
                  <a:cubicBezTo>
                    <a:pt x="14198" y="172278"/>
                    <a:pt x="10953" y="173902"/>
                    <a:pt x="10141" y="173090"/>
                  </a:cubicBezTo>
                  <a:cubicBezTo>
                    <a:pt x="10141" y="173090"/>
                    <a:pt x="9330" y="172278"/>
                    <a:pt x="9330" y="173090"/>
                  </a:cubicBezTo>
                  <a:cubicBezTo>
                    <a:pt x="8519" y="173090"/>
                    <a:pt x="4462" y="168218"/>
                    <a:pt x="2840" y="165783"/>
                  </a:cubicBezTo>
                  <a:cubicBezTo>
                    <a:pt x="-1217" y="160912"/>
                    <a:pt x="-406" y="151169"/>
                    <a:pt x="2028" y="143862"/>
                  </a:cubicBezTo>
                  <a:close/>
                  <a:moveTo>
                    <a:pt x="6896" y="137367"/>
                  </a:moveTo>
                  <a:cubicBezTo>
                    <a:pt x="6896" y="138179"/>
                    <a:pt x="6896" y="138179"/>
                    <a:pt x="6896" y="137367"/>
                  </a:cubicBezTo>
                  <a:cubicBezTo>
                    <a:pt x="7707" y="136555"/>
                    <a:pt x="7707" y="135743"/>
                    <a:pt x="7707" y="136555"/>
                  </a:cubicBezTo>
                  <a:cubicBezTo>
                    <a:pt x="6896" y="136555"/>
                    <a:pt x="6896" y="136555"/>
                    <a:pt x="6896" y="137367"/>
                  </a:cubicBezTo>
                  <a:close/>
                  <a:moveTo>
                    <a:pt x="7707" y="145486"/>
                  </a:moveTo>
                  <a:cubicBezTo>
                    <a:pt x="8519" y="145486"/>
                    <a:pt x="8519" y="145486"/>
                    <a:pt x="8519" y="144674"/>
                  </a:cubicBezTo>
                  <a:cubicBezTo>
                    <a:pt x="8519" y="144674"/>
                    <a:pt x="8519" y="143862"/>
                    <a:pt x="8519" y="143862"/>
                  </a:cubicBezTo>
                  <a:cubicBezTo>
                    <a:pt x="8519" y="143862"/>
                    <a:pt x="8519" y="143050"/>
                    <a:pt x="9330" y="143050"/>
                  </a:cubicBezTo>
                  <a:cubicBezTo>
                    <a:pt x="10141" y="143050"/>
                    <a:pt x="10141" y="142238"/>
                    <a:pt x="9330" y="142238"/>
                  </a:cubicBezTo>
                  <a:cubicBezTo>
                    <a:pt x="9330" y="142238"/>
                    <a:pt x="8519" y="142238"/>
                    <a:pt x="9330" y="141426"/>
                  </a:cubicBezTo>
                  <a:cubicBezTo>
                    <a:pt x="10141" y="139803"/>
                    <a:pt x="9330" y="140615"/>
                    <a:pt x="7707" y="142238"/>
                  </a:cubicBezTo>
                  <a:cubicBezTo>
                    <a:pt x="6896" y="144674"/>
                    <a:pt x="6896" y="145486"/>
                    <a:pt x="7707" y="145486"/>
                  </a:cubicBezTo>
                  <a:close/>
                  <a:moveTo>
                    <a:pt x="9330" y="132496"/>
                  </a:moveTo>
                  <a:cubicBezTo>
                    <a:pt x="9330" y="132496"/>
                    <a:pt x="10141" y="131684"/>
                    <a:pt x="10141" y="131684"/>
                  </a:cubicBezTo>
                  <a:cubicBezTo>
                    <a:pt x="10953" y="130060"/>
                    <a:pt x="10141" y="130060"/>
                    <a:pt x="9330" y="131684"/>
                  </a:cubicBezTo>
                  <a:cubicBezTo>
                    <a:pt x="9330" y="131684"/>
                    <a:pt x="9330" y="132496"/>
                    <a:pt x="9330" y="132496"/>
                  </a:cubicBezTo>
                  <a:close/>
                  <a:moveTo>
                    <a:pt x="10953" y="138179"/>
                  </a:moveTo>
                  <a:cubicBezTo>
                    <a:pt x="11764" y="137367"/>
                    <a:pt x="12575" y="135743"/>
                    <a:pt x="12575" y="134120"/>
                  </a:cubicBezTo>
                  <a:cubicBezTo>
                    <a:pt x="13387" y="132496"/>
                    <a:pt x="13387" y="130872"/>
                    <a:pt x="13387" y="130872"/>
                  </a:cubicBezTo>
                  <a:cubicBezTo>
                    <a:pt x="13387" y="131684"/>
                    <a:pt x="10953" y="135743"/>
                    <a:pt x="10953" y="138179"/>
                  </a:cubicBezTo>
                  <a:cubicBezTo>
                    <a:pt x="10141" y="138991"/>
                    <a:pt x="10141" y="138991"/>
                    <a:pt x="10953" y="138179"/>
                  </a:cubicBezTo>
                  <a:close/>
                  <a:moveTo>
                    <a:pt x="13387" y="124377"/>
                  </a:moveTo>
                  <a:cubicBezTo>
                    <a:pt x="14198" y="123565"/>
                    <a:pt x="15009" y="122753"/>
                    <a:pt x="15009" y="121941"/>
                  </a:cubicBezTo>
                  <a:cubicBezTo>
                    <a:pt x="15009" y="120318"/>
                    <a:pt x="14198" y="121129"/>
                    <a:pt x="13387" y="122753"/>
                  </a:cubicBezTo>
                  <a:cubicBezTo>
                    <a:pt x="11764" y="125189"/>
                    <a:pt x="11764" y="126001"/>
                    <a:pt x="13387" y="124377"/>
                  </a:cubicBezTo>
                  <a:close/>
                  <a:moveTo>
                    <a:pt x="15009" y="138991"/>
                  </a:moveTo>
                  <a:cubicBezTo>
                    <a:pt x="15821" y="138179"/>
                    <a:pt x="15821" y="138179"/>
                    <a:pt x="15821" y="138179"/>
                  </a:cubicBezTo>
                  <a:cubicBezTo>
                    <a:pt x="15009" y="137367"/>
                    <a:pt x="14198" y="138179"/>
                    <a:pt x="15009" y="138991"/>
                  </a:cubicBezTo>
                  <a:cubicBezTo>
                    <a:pt x="14198" y="138991"/>
                    <a:pt x="14198" y="138991"/>
                    <a:pt x="15009" y="138991"/>
                  </a:cubicBezTo>
                  <a:close/>
                  <a:moveTo>
                    <a:pt x="15009" y="130060"/>
                  </a:moveTo>
                  <a:cubicBezTo>
                    <a:pt x="15009" y="130060"/>
                    <a:pt x="15821" y="130060"/>
                    <a:pt x="15009" y="130060"/>
                  </a:cubicBezTo>
                  <a:cubicBezTo>
                    <a:pt x="15821" y="129248"/>
                    <a:pt x="15821" y="128436"/>
                    <a:pt x="15821" y="128436"/>
                  </a:cubicBezTo>
                  <a:cubicBezTo>
                    <a:pt x="16632" y="128436"/>
                    <a:pt x="16632" y="127624"/>
                    <a:pt x="16632" y="126813"/>
                  </a:cubicBezTo>
                  <a:cubicBezTo>
                    <a:pt x="16632" y="126001"/>
                    <a:pt x="17443" y="124377"/>
                    <a:pt x="18255" y="123565"/>
                  </a:cubicBezTo>
                  <a:cubicBezTo>
                    <a:pt x="19066" y="121941"/>
                    <a:pt x="19877" y="121129"/>
                    <a:pt x="19877" y="120318"/>
                  </a:cubicBezTo>
                  <a:cubicBezTo>
                    <a:pt x="19877" y="119506"/>
                    <a:pt x="21500" y="118694"/>
                    <a:pt x="22311" y="118694"/>
                  </a:cubicBezTo>
                  <a:cubicBezTo>
                    <a:pt x="22311" y="118694"/>
                    <a:pt x="23123" y="118694"/>
                    <a:pt x="23123" y="117882"/>
                  </a:cubicBezTo>
                  <a:cubicBezTo>
                    <a:pt x="23123" y="117882"/>
                    <a:pt x="22311" y="117070"/>
                    <a:pt x="22311" y="117070"/>
                  </a:cubicBezTo>
                  <a:cubicBezTo>
                    <a:pt x="19877" y="117882"/>
                    <a:pt x="14198" y="129248"/>
                    <a:pt x="15009" y="130060"/>
                  </a:cubicBezTo>
                  <a:cubicBezTo>
                    <a:pt x="14198" y="130060"/>
                    <a:pt x="14198" y="130060"/>
                    <a:pt x="15009" y="130060"/>
                  </a:cubicBezTo>
                  <a:close/>
                  <a:moveTo>
                    <a:pt x="16632" y="119506"/>
                  </a:moveTo>
                  <a:cubicBezTo>
                    <a:pt x="17443" y="118694"/>
                    <a:pt x="17443" y="117882"/>
                    <a:pt x="17443" y="117882"/>
                  </a:cubicBezTo>
                  <a:cubicBezTo>
                    <a:pt x="17443" y="117882"/>
                    <a:pt x="15821" y="119506"/>
                    <a:pt x="15821" y="120318"/>
                  </a:cubicBezTo>
                  <a:cubicBezTo>
                    <a:pt x="15009" y="120318"/>
                    <a:pt x="15821" y="120318"/>
                    <a:pt x="16632" y="119506"/>
                  </a:cubicBezTo>
                  <a:close/>
                  <a:moveTo>
                    <a:pt x="15821" y="136555"/>
                  </a:moveTo>
                  <a:cubicBezTo>
                    <a:pt x="15821" y="136555"/>
                    <a:pt x="16632" y="135743"/>
                    <a:pt x="15821" y="135743"/>
                  </a:cubicBezTo>
                  <a:cubicBezTo>
                    <a:pt x="15821" y="135743"/>
                    <a:pt x="15821" y="135743"/>
                    <a:pt x="15821" y="136555"/>
                  </a:cubicBezTo>
                  <a:cubicBezTo>
                    <a:pt x="15009" y="137367"/>
                    <a:pt x="15009" y="137367"/>
                    <a:pt x="15821" y="136555"/>
                  </a:cubicBezTo>
                  <a:close/>
                  <a:moveTo>
                    <a:pt x="18255" y="132496"/>
                  </a:moveTo>
                  <a:cubicBezTo>
                    <a:pt x="19066" y="131684"/>
                    <a:pt x="19066" y="131684"/>
                    <a:pt x="19066" y="131684"/>
                  </a:cubicBezTo>
                  <a:cubicBezTo>
                    <a:pt x="19066" y="131684"/>
                    <a:pt x="17443" y="132496"/>
                    <a:pt x="17443" y="132496"/>
                  </a:cubicBezTo>
                  <a:cubicBezTo>
                    <a:pt x="17443" y="133308"/>
                    <a:pt x="17443" y="133308"/>
                    <a:pt x="18255" y="132496"/>
                  </a:cubicBezTo>
                  <a:close/>
                  <a:moveTo>
                    <a:pt x="18255" y="115446"/>
                  </a:moveTo>
                  <a:cubicBezTo>
                    <a:pt x="18255" y="115446"/>
                    <a:pt x="19066" y="114634"/>
                    <a:pt x="18255" y="114634"/>
                  </a:cubicBezTo>
                  <a:cubicBezTo>
                    <a:pt x="17443" y="114634"/>
                    <a:pt x="18255" y="114634"/>
                    <a:pt x="18255" y="115446"/>
                  </a:cubicBezTo>
                  <a:cubicBezTo>
                    <a:pt x="17443" y="116258"/>
                    <a:pt x="17443" y="116258"/>
                    <a:pt x="18255" y="115446"/>
                  </a:cubicBezTo>
                  <a:close/>
                  <a:moveTo>
                    <a:pt x="20688" y="117070"/>
                  </a:moveTo>
                  <a:cubicBezTo>
                    <a:pt x="20688" y="117882"/>
                    <a:pt x="21500" y="117882"/>
                    <a:pt x="22311" y="117070"/>
                  </a:cubicBezTo>
                  <a:cubicBezTo>
                    <a:pt x="22311" y="117070"/>
                    <a:pt x="23123" y="116258"/>
                    <a:pt x="23123" y="117070"/>
                  </a:cubicBezTo>
                  <a:cubicBezTo>
                    <a:pt x="23123" y="117070"/>
                    <a:pt x="23934" y="117070"/>
                    <a:pt x="23123" y="116258"/>
                  </a:cubicBezTo>
                  <a:cubicBezTo>
                    <a:pt x="23123" y="115446"/>
                    <a:pt x="23123" y="115446"/>
                    <a:pt x="23934" y="115446"/>
                  </a:cubicBezTo>
                  <a:cubicBezTo>
                    <a:pt x="24745" y="115446"/>
                    <a:pt x="24745" y="115446"/>
                    <a:pt x="24745" y="115446"/>
                  </a:cubicBezTo>
                  <a:cubicBezTo>
                    <a:pt x="23934" y="115446"/>
                    <a:pt x="23934" y="114634"/>
                    <a:pt x="24745" y="113822"/>
                  </a:cubicBezTo>
                  <a:cubicBezTo>
                    <a:pt x="24745" y="113011"/>
                    <a:pt x="23934" y="113822"/>
                    <a:pt x="23123" y="114634"/>
                  </a:cubicBezTo>
                  <a:cubicBezTo>
                    <a:pt x="21500" y="115446"/>
                    <a:pt x="20688" y="117070"/>
                    <a:pt x="20688" y="117070"/>
                  </a:cubicBezTo>
                  <a:close/>
                  <a:moveTo>
                    <a:pt x="23123" y="122753"/>
                  </a:moveTo>
                  <a:cubicBezTo>
                    <a:pt x="23123" y="122753"/>
                    <a:pt x="23934" y="122753"/>
                    <a:pt x="24745" y="121129"/>
                  </a:cubicBezTo>
                  <a:cubicBezTo>
                    <a:pt x="25556" y="120318"/>
                    <a:pt x="26368" y="118694"/>
                    <a:pt x="26368" y="118694"/>
                  </a:cubicBezTo>
                  <a:cubicBezTo>
                    <a:pt x="26368" y="117882"/>
                    <a:pt x="23934" y="120318"/>
                    <a:pt x="23934" y="121129"/>
                  </a:cubicBezTo>
                  <a:cubicBezTo>
                    <a:pt x="23934" y="121129"/>
                    <a:pt x="23934" y="121941"/>
                    <a:pt x="23123" y="121941"/>
                  </a:cubicBezTo>
                  <a:cubicBezTo>
                    <a:pt x="23123" y="121941"/>
                    <a:pt x="23123" y="122753"/>
                    <a:pt x="23123" y="122753"/>
                  </a:cubicBezTo>
                  <a:close/>
                  <a:moveTo>
                    <a:pt x="26368" y="109763"/>
                  </a:moveTo>
                  <a:cubicBezTo>
                    <a:pt x="27179" y="109763"/>
                    <a:pt x="27179" y="108951"/>
                    <a:pt x="27179" y="108139"/>
                  </a:cubicBezTo>
                  <a:cubicBezTo>
                    <a:pt x="27179" y="106516"/>
                    <a:pt x="27990" y="105704"/>
                    <a:pt x="27990" y="106516"/>
                  </a:cubicBezTo>
                  <a:cubicBezTo>
                    <a:pt x="27990" y="106516"/>
                    <a:pt x="27990" y="107327"/>
                    <a:pt x="27990" y="108139"/>
                  </a:cubicBezTo>
                  <a:cubicBezTo>
                    <a:pt x="27179" y="108951"/>
                    <a:pt x="27179" y="108951"/>
                    <a:pt x="27990" y="108951"/>
                  </a:cubicBezTo>
                  <a:cubicBezTo>
                    <a:pt x="28802" y="108951"/>
                    <a:pt x="28802" y="108951"/>
                    <a:pt x="28802" y="106516"/>
                  </a:cubicBezTo>
                  <a:cubicBezTo>
                    <a:pt x="28802" y="105704"/>
                    <a:pt x="28802" y="104080"/>
                    <a:pt x="29613" y="103268"/>
                  </a:cubicBezTo>
                  <a:cubicBezTo>
                    <a:pt x="30424" y="100832"/>
                    <a:pt x="29613" y="101644"/>
                    <a:pt x="27990" y="104080"/>
                  </a:cubicBezTo>
                  <a:cubicBezTo>
                    <a:pt x="27179" y="104892"/>
                    <a:pt x="26368" y="106516"/>
                    <a:pt x="26368" y="107327"/>
                  </a:cubicBezTo>
                  <a:cubicBezTo>
                    <a:pt x="24745" y="108951"/>
                    <a:pt x="24745" y="109763"/>
                    <a:pt x="26368" y="109763"/>
                  </a:cubicBezTo>
                  <a:close/>
                  <a:moveTo>
                    <a:pt x="27179" y="115446"/>
                  </a:moveTo>
                  <a:cubicBezTo>
                    <a:pt x="27179" y="116258"/>
                    <a:pt x="27179" y="116258"/>
                    <a:pt x="27179" y="115446"/>
                  </a:cubicBezTo>
                  <a:cubicBezTo>
                    <a:pt x="28802" y="114634"/>
                    <a:pt x="28802" y="113822"/>
                    <a:pt x="28802" y="113822"/>
                  </a:cubicBezTo>
                  <a:cubicBezTo>
                    <a:pt x="28802" y="113822"/>
                    <a:pt x="28802" y="113822"/>
                    <a:pt x="27990" y="113822"/>
                  </a:cubicBezTo>
                  <a:cubicBezTo>
                    <a:pt x="27990" y="113822"/>
                    <a:pt x="27179" y="114634"/>
                    <a:pt x="27179" y="115446"/>
                  </a:cubicBezTo>
                  <a:close/>
                  <a:moveTo>
                    <a:pt x="28802" y="99209"/>
                  </a:moveTo>
                  <a:cubicBezTo>
                    <a:pt x="29613" y="99209"/>
                    <a:pt x="29613" y="98397"/>
                    <a:pt x="28802" y="99209"/>
                  </a:cubicBezTo>
                  <a:cubicBezTo>
                    <a:pt x="29613" y="97585"/>
                    <a:pt x="29613" y="97585"/>
                    <a:pt x="28802" y="97585"/>
                  </a:cubicBezTo>
                  <a:cubicBezTo>
                    <a:pt x="29613" y="97585"/>
                    <a:pt x="28802" y="97585"/>
                    <a:pt x="28802" y="99209"/>
                  </a:cubicBezTo>
                  <a:cubicBezTo>
                    <a:pt x="28802" y="98397"/>
                    <a:pt x="28802" y="99209"/>
                    <a:pt x="28802" y="99209"/>
                  </a:cubicBezTo>
                  <a:close/>
                  <a:moveTo>
                    <a:pt x="29613" y="101644"/>
                  </a:moveTo>
                  <a:cubicBezTo>
                    <a:pt x="29613" y="101644"/>
                    <a:pt x="30424" y="101644"/>
                    <a:pt x="30424" y="100832"/>
                  </a:cubicBezTo>
                  <a:cubicBezTo>
                    <a:pt x="31236" y="100021"/>
                    <a:pt x="31236" y="100021"/>
                    <a:pt x="31236" y="100832"/>
                  </a:cubicBezTo>
                  <a:cubicBezTo>
                    <a:pt x="31236" y="100832"/>
                    <a:pt x="31236" y="101644"/>
                    <a:pt x="32047" y="100832"/>
                  </a:cubicBezTo>
                  <a:cubicBezTo>
                    <a:pt x="32047" y="100832"/>
                    <a:pt x="32858" y="100832"/>
                    <a:pt x="32858" y="101644"/>
                  </a:cubicBezTo>
                  <a:cubicBezTo>
                    <a:pt x="32858" y="102456"/>
                    <a:pt x="32858" y="102456"/>
                    <a:pt x="33670" y="101644"/>
                  </a:cubicBezTo>
                  <a:cubicBezTo>
                    <a:pt x="33670" y="100832"/>
                    <a:pt x="33670" y="100832"/>
                    <a:pt x="33670" y="100832"/>
                  </a:cubicBezTo>
                  <a:cubicBezTo>
                    <a:pt x="32858" y="100832"/>
                    <a:pt x="32858" y="99209"/>
                    <a:pt x="33670" y="99209"/>
                  </a:cubicBezTo>
                  <a:cubicBezTo>
                    <a:pt x="34481" y="99209"/>
                    <a:pt x="36915" y="96773"/>
                    <a:pt x="36103" y="96773"/>
                  </a:cubicBezTo>
                  <a:cubicBezTo>
                    <a:pt x="36103" y="96773"/>
                    <a:pt x="36103" y="95149"/>
                    <a:pt x="36915" y="94337"/>
                  </a:cubicBezTo>
                  <a:cubicBezTo>
                    <a:pt x="38538" y="91902"/>
                    <a:pt x="38538" y="91902"/>
                    <a:pt x="37726" y="91902"/>
                  </a:cubicBezTo>
                  <a:cubicBezTo>
                    <a:pt x="37726" y="91902"/>
                    <a:pt x="36915" y="91902"/>
                    <a:pt x="36915" y="91902"/>
                  </a:cubicBezTo>
                  <a:cubicBezTo>
                    <a:pt x="36915" y="91090"/>
                    <a:pt x="35292" y="92714"/>
                    <a:pt x="34481" y="94337"/>
                  </a:cubicBezTo>
                  <a:cubicBezTo>
                    <a:pt x="33670" y="95961"/>
                    <a:pt x="33670" y="95961"/>
                    <a:pt x="34481" y="95149"/>
                  </a:cubicBezTo>
                  <a:cubicBezTo>
                    <a:pt x="35292" y="94337"/>
                    <a:pt x="35292" y="94337"/>
                    <a:pt x="35292" y="95961"/>
                  </a:cubicBezTo>
                  <a:cubicBezTo>
                    <a:pt x="35292" y="96773"/>
                    <a:pt x="34481" y="97585"/>
                    <a:pt x="34481" y="97585"/>
                  </a:cubicBezTo>
                  <a:cubicBezTo>
                    <a:pt x="33670" y="98397"/>
                    <a:pt x="33670" y="98397"/>
                    <a:pt x="33670" y="97585"/>
                  </a:cubicBezTo>
                  <a:cubicBezTo>
                    <a:pt x="33670" y="96773"/>
                    <a:pt x="33670" y="96773"/>
                    <a:pt x="32858" y="97585"/>
                  </a:cubicBezTo>
                  <a:cubicBezTo>
                    <a:pt x="32047" y="97585"/>
                    <a:pt x="29613" y="101644"/>
                    <a:pt x="29613" y="101644"/>
                  </a:cubicBezTo>
                  <a:close/>
                  <a:moveTo>
                    <a:pt x="32047" y="108139"/>
                  </a:moveTo>
                  <a:cubicBezTo>
                    <a:pt x="32047" y="108139"/>
                    <a:pt x="32858" y="107327"/>
                    <a:pt x="32858" y="107327"/>
                  </a:cubicBezTo>
                  <a:cubicBezTo>
                    <a:pt x="32858" y="106516"/>
                    <a:pt x="32858" y="106516"/>
                    <a:pt x="32047" y="106516"/>
                  </a:cubicBezTo>
                  <a:cubicBezTo>
                    <a:pt x="32047" y="107327"/>
                    <a:pt x="32047" y="107327"/>
                    <a:pt x="32047" y="108139"/>
                  </a:cubicBezTo>
                  <a:cubicBezTo>
                    <a:pt x="31236" y="108139"/>
                    <a:pt x="31236" y="108951"/>
                    <a:pt x="32047" y="108139"/>
                  </a:cubicBezTo>
                  <a:close/>
                  <a:moveTo>
                    <a:pt x="34481" y="104892"/>
                  </a:moveTo>
                  <a:cubicBezTo>
                    <a:pt x="34481" y="104892"/>
                    <a:pt x="35292" y="104892"/>
                    <a:pt x="34481" y="104892"/>
                  </a:cubicBezTo>
                  <a:cubicBezTo>
                    <a:pt x="34481" y="104892"/>
                    <a:pt x="34481" y="104892"/>
                    <a:pt x="34481" y="104892"/>
                  </a:cubicBezTo>
                  <a:cubicBezTo>
                    <a:pt x="33670" y="104892"/>
                    <a:pt x="33670" y="104892"/>
                    <a:pt x="34481" y="104892"/>
                  </a:cubicBezTo>
                  <a:close/>
                  <a:moveTo>
                    <a:pt x="35292" y="101644"/>
                  </a:moveTo>
                  <a:cubicBezTo>
                    <a:pt x="36103" y="102456"/>
                    <a:pt x="36103" y="102456"/>
                    <a:pt x="35292" y="101644"/>
                  </a:cubicBezTo>
                  <a:cubicBezTo>
                    <a:pt x="36103" y="101644"/>
                    <a:pt x="36103" y="100832"/>
                    <a:pt x="36103" y="100021"/>
                  </a:cubicBezTo>
                  <a:cubicBezTo>
                    <a:pt x="36103" y="100021"/>
                    <a:pt x="36103" y="100021"/>
                    <a:pt x="35292" y="100021"/>
                  </a:cubicBezTo>
                  <a:cubicBezTo>
                    <a:pt x="36103" y="100832"/>
                    <a:pt x="35292" y="101644"/>
                    <a:pt x="35292" y="101644"/>
                  </a:cubicBezTo>
                  <a:close/>
                  <a:moveTo>
                    <a:pt x="36103" y="105704"/>
                  </a:moveTo>
                  <a:cubicBezTo>
                    <a:pt x="36103" y="105704"/>
                    <a:pt x="36103" y="105704"/>
                    <a:pt x="36103" y="105704"/>
                  </a:cubicBezTo>
                  <a:cubicBezTo>
                    <a:pt x="36915" y="104892"/>
                    <a:pt x="36915" y="104892"/>
                    <a:pt x="36103" y="104892"/>
                  </a:cubicBezTo>
                  <a:cubicBezTo>
                    <a:pt x="36103" y="104892"/>
                    <a:pt x="35292" y="104892"/>
                    <a:pt x="36103" y="105704"/>
                  </a:cubicBezTo>
                  <a:cubicBezTo>
                    <a:pt x="35292" y="105704"/>
                    <a:pt x="36103" y="105704"/>
                    <a:pt x="36103" y="105704"/>
                  </a:cubicBezTo>
                  <a:close/>
                  <a:moveTo>
                    <a:pt x="36915" y="100021"/>
                  </a:moveTo>
                  <a:cubicBezTo>
                    <a:pt x="37726" y="100021"/>
                    <a:pt x="41783" y="95149"/>
                    <a:pt x="41783" y="93525"/>
                  </a:cubicBezTo>
                  <a:cubicBezTo>
                    <a:pt x="41783" y="93525"/>
                    <a:pt x="42594" y="92714"/>
                    <a:pt x="42594" y="91902"/>
                  </a:cubicBezTo>
                  <a:cubicBezTo>
                    <a:pt x="43405" y="91090"/>
                    <a:pt x="43405" y="91090"/>
                    <a:pt x="43405" y="91090"/>
                  </a:cubicBezTo>
                  <a:cubicBezTo>
                    <a:pt x="42594" y="90278"/>
                    <a:pt x="45028" y="87842"/>
                    <a:pt x="45028" y="87842"/>
                  </a:cubicBezTo>
                  <a:cubicBezTo>
                    <a:pt x="45028" y="87842"/>
                    <a:pt x="45839" y="87842"/>
                    <a:pt x="45839" y="87030"/>
                  </a:cubicBezTo>
                  <a:cubicBezTo>
                    <a:pt x="46651" y="86219"/>
                    <a:pt x="46651" y="86219"/>
                    <a:pt x="45839" y="86219"/>
                  </a:cubicBezTo>
                  <a:cubicBezTo>
                    <a:pt x="45028" y="86219"/>
                    <a:pt x="45839" y="84595"/>
                    <a:pt x="47462" y="82971"/>
                  </a:cubicBezTo>
                  <a:cubicBezTo>
                    <a:pt x="48273" y="81347"/>
                    <a:pt x="49085" y="79724"/>
                    <a:pt x="49085" y="79724"/>
                  </a:cubicBezTo>
                  <a:cubicBezTo>
                    <a:pt x="49085" y="79724"/>
                    <a:pt x="50707" y="76476"/>
                    <a:pt x="52330" y="74040"/>
                  </a:cubicBezTo>
                  <a:cubicBezTo>
                    <a:pt x="55575" y="69169"/>
                    <a:pt x="57198" y="66733"/>
                    <a:pt x="56386" y="66733"/>
                  </a:cubicBezTo>
                  <a:cubicBezTo>
                    <a:pt x="55575" y="66733"/>
                    <a:pt x="54764" y="68357"/>
                    <a:pt x="54764" y="69169"/>
                  </a:cubicBezTo>
                  <a:cubicBezTo>
                    <a:pt x="53952" y="70793"/>
                    <a:pt x="48273" y="79724"/>
                    <a:pt x="47462" y="79724"/>
                  </a:cubicBezTo>
                  <a:cubicBezTo>
                    <a:pt x="47462" y="79724"/>
                    <a:pt x="46651" y="81347"/>
                    <a:pt x="45839" y="82159"/>
                  </a:cubicBezTo>
                  <a:cubicBezTo>
                    <a:pt x="45028" y="83783"/>
                    <a:pt x="44217" y="85407"/>
                    <a:pt x="42594" y="87030"/>
                  </a:cubicBezTo>
                  <a:cubicBezTo>
                    <a:pt x="41783" y="87842"/>
                    <a:pt x="40971" y="89466"/>
                    <a:pt x="40971" y="89466"/>
                  </a:cubicBezTo>
                  <a:cubicBezTo>
                    <a:pt x="40971" y="89466"/>
                    <a:pt x="40160" y="91090"/>
                    <a:pt x="38538" y="93525"/>
                  </a:cubicBezTo>
                  <a:cubicBezTo>
                    <a:pt x="36915" y="95149"/>
                    <a:pt x="36103" y="96773"/>
                    <a:pt x="36103" y="97585"/>
                  </a:cubicBezTo>
                  <a:cubicBezTo>
                    <a:pt x="36103" y="98397"/>
                    <a:pt x="35292" y="98397"/>
                    <a:pt x="35292" y="99209"/>
                  </a:cubicBezTo>
                  <a:cubicBezTo>
                    <a:pt x="36103" y="99209"/>
                    <a:pt x="36103" y="100021"/>
                    <a:pt x="36915" y="100021"/>
                  </a:cubicBezTo>
                  <a:close/>
                  <a:moveTo>
                    <a:pt x="37726" y="88654"/>
                  </a:moveTo>
                  <a:cubicBezTo>
                    <a:pt x="38538" y="87842"/>
                    <a:pt x="38538" y="87842"/>
                    <a:pt x="39349" y="87842"/>
                  </a:cubicBezTo>
                  <a:cubicBezTo>
                    <a:pt x="39349" y="87842"/>
                    <a:pt x="40160" y="87842"/>
                    <a:pt x="40160" y="87030"/>
                  </a:cubicBezTo>
                  <a:cubicBezTo>
                    <a:pt x="40160" y="86219"/>
                    <a:pt x="40160" y="85407"/>
                    <a:pt x="40160" y="84595"/>
                  </a:cubicBezTo>
                  <a:cubicBezTo>
                    <a:pt x="40971" y="82971"/>
                    <a:pt x="40160" y="83783"/>
                    <a:pt x="38538" y="87030"/>
                  </a:cubicBezTo>
                  <a:cubicBezTo>
                    <a:pt x="37726" y="88654"/>
                    <a:pt x="37726" y="89466"/>
                    <a:pt x="37726" y="88654"/>
                  </a:cubicBezTo>
                  <a:close/>
                  <a:moveTo>
                    <a:pt x="41783" y="86219"/>
                  </a:moveTo>
                  <a:cubicBezTo>
                    <a:pt x="42594" y="86219"/>
                    <a:pt x="42594" y="85407"/>
                    <a:pt x="42594" y="85407"/>
                  </a:cubicBezTo>
                  <a:cubicBezTo>
                    <a:pt x="42594" y="84595"/>
                    <a:pt x="43405" y="84595"/>
                    <a:pt x="43405" y="84595"/>
                  </a:cubicBezTo>
                  <a:cubicBezTo>
                    <a:pt x="44217" y="84595"/>
                    <a:pt x="44217" y="82159"/>
                    <a:pt x="43405" y="82159"/>
                  </a:cubicBezTo>
                  <a:cubicBezTo>
                    <a:pt x="42594" y="82159"/>
                    <a:pt x="42594" y="82971"/>
                    <a:pt x="41783" y="82971"/>
                  </a:cubicBezTo>
                  <a:cubicBezTo>
                    <a:pt x="41783" y="83783"/>
                    <a:pt x="40971" y="83783"/>
                    <a:pt x="40971" y="83783"/>
                  </a:cubicBezTo>
                  <a:cubicBezTo>
                    <a:pt x="40971" y="83783"/>
                    <a:pt x="41783" y="82159"/>
                    <a:pt x="41783" y="81347"/>
                  </a:cubicBezTo>
                  <a:lnTo>
                    <a:pt x="42594" y="79724"/>
                  </a:lnTo>
                  <a:lnTo>
                    <a:pt x="40971" y="81347"/>
                  </a:lnTo>
                  <a:cubicBezTo>
                    <a:pt x="40160" y="82159"/>
                    <a:pt x="39349" y="82971"/>
                    <a:pt x="40160" y="84595"/>
                  </a:cubicBezTo>
                  <a:cubicBezTo>
                    <a:pt x="40160" y="85407"/>
                    <a:pt x="40160" y="86219"/>
                    <a:pt x="40160" y="86219"/>
                  </a:cubicBezTo>
                  <a:cubicBezTo>
                    <a:pt x="40160" y="86219"/>
                    <a:pt x="40971" y="86219"/>
                    <a:pt x="41783" y="86219"/>
                  </a:cubicBezTo>
                  <a:close/>
                  <a:moveTo>
                    <a:pt x="42594" y="95149"/>
                  </a:moveTo>
                  <a:cubicBezTo>
                    <a:pt x="42594" y="95149"/>
                    <a:pt x="43405" y="95961"/>
                    <a:pt x="42594" y="95149"/>
                  </a:cubicBezTo>
                  <a:cubicBezTo>
                    <a:pt x="43405" y="95961"/>
                    <a:pt x="43405" y="95149"/>
                    <a:pt x="43405" y="95149"/>
                  </a:cubicBezTo>
                  <a:cubicBezTo>
                    <a:pt x="43405" y="95149"/>
                    <a:pt x="43405" y="94337"/>
                    <a:pt x="42594" y="95149"/>
                  </a:cubicBezTo>
                  <a:cubicBezTo>
                    <a:pt x="42594" y="94337"/>
                    <a:pt x="42594" y="95149"/>
                    <a:pt x="42594" y="95149"/>
                  </a:cubicBezTo>
                  <a:close/>
                  <a:moveTo>
                    <a:pt x="45028" y="78100"/>
                  </a:moveTo>
                  <a:cubicBezTo>
                    <a:pt x="45028" y="78100"/>
                    <a:pt x="45028" y="78912"/>
                    <a:pt x="45028" y="78100"/>
                  </a:cubicBezTo>
                  <a:cubicBezTo>
                    <a:pt x="44217" y="80535"/>
                    <a:pt x="45839" y="79724"/>
                    <a:pt x="46651" y="77288"/>
                  </a:cubicBezTo>
                  <a:cubicBezTo>
                    <a:pt x="47462" y="75664"/>
                    <a:pt x="48273" y="74852"/>
                    <a:pt x="47462" y="74040"/>
                  </a:cubicBezTo>
                  <a:cubicBezTo>
                    <a:pt x="47462" y="73228"/>
                    <a:pt x="47462" y="72417"/>
                    <a:pt x="47462" y="72417"/>
                  </a:cubicBezTo>
                  <a:cubicBezTo>
                    <a:pt x="48273" y="71605"/>
                    <a:pt x="48273" y="71605"/>
                    <a:pt x="47462" y="71605"/>
                  </a:cubicBezTo>
                  <a:cubicBezTo>
                    <a:pt x="46651" y="71605"/>
                    <a:pt x="46651" y="71605"/>
                    <a:pt x="46651" y="72417"/>
                  </a:cubicBezTo>
                  <a:cubicBezTo>
                    <a:pt x="46651" y="72417"/>
                    <a:pt x="46651" y="73228"/>
                    <a:pt x="46651" y="73228"/>
                  </a:cubicBezTo>
                  <a:cubicBezTo>
                    <a:pt x="45839" y="74040"/>
                    <a:pt x="44217" y="78100"/>
                    <a:pt x="45028" y="78100"/>
                  </a:cubicBezTo>
                  <a:close/>
                  <a:moveTo>
                    <a:pt x="49085" y="70793"/>
                  </a:moveTo>
                  <a:cubicBezTo>
                    <a:pt x="49085" y="70793"/>
                    <a:pt x="49896" y="69981"/>
                    <a:pt x="50707" y="69169"/>
                  </a:cubicBezTo>
                  <a:cubicBezTo>
                    <a:pt x="51519" y="68357"/>
                    <a:pt x="52330" y="67545"/>
                    <a:pt x="52330" y="67545"/>
                  </a:cubicBezTo>
                  <a:cubicBezTo>
                    <a:pt x="53141" y="67545"/>
                    <a:pt x="53141" y="67545"/>
                    <a:pt x="53952" y="65922"/>
                  </a:cubicBezTo>
                  <a:cubicBezTo>
                    <a:pt x="54764" y="64298"/>
                    <a:pt x="54764" y="64298"/>
                    <a:pt x="53952" y="65110"/>
                  </a:cubicBezTo>
                  <a:cubicBezTo>
                    <a:pt x="53141" y="65922"/>
                    <a:pt x="53141" y="65922"/>
                    <a:pt x="53141" y="65110"/>
                  </a:cubicBezTo>
                  <a:cubicBezTo>
                    <a:pt x="53141" y="64298"/>
                    <a:pt x="53141" y="64298"/>
                    <a:pt x="52330" y="65110"/>
                  </a:cubicBezTo>
                  <a:cubicBezTo>
                    <a:pt x="51519" y="65110"/>
                    <a:pt x="51519" y="65922"/>
                    <a:pt x="51519" y="66733"/>
                  </a:cubicBezTo>
                  <a:cubicBezTo>
                    <a:pt x="51519" y="67545"/>
                    <a:pt x="50707" y="67545"/>
                    <a:pt x="50707" y="68357"/>
                  </a:cubicBezTo>
                  <a:cubicBezTo>
                    <a:pt x="48273" y="69169"/>
                    <a:pt x="48273" y="70793"/>
                    <a:pt x="49085" y="70793"/>
                  </a:cubicBezTo>
                  <a:close/>
                  <a:moveTo>
                    <a:pt x="49085" y="72417"/>
                  </a:moveTo>
                  <a:cubicBezTo>
                    <a:pt x="49085" y="72417"/>
                    <a:pt x="49896" y="72417"/>
                    <a:pt x="49085" y="72417"/>
                  </a:cubicBezTo>
                  <a:cubicBezTo>
                    <a:pt x="49896" y="71605"/>
                    <a:pt x="49896" y="71605"/>
                    <a:pt x="49085" y="71605"/>
                  </a:cubicBezTo>
                  <a:cubicBezTo>
                    <a:pt x="49085" y="71605"/>
                    <a:pt x="49085" y="71605"/>
                    <a:pt x="49085" y="72417"/>
                  </a:cubicBezTo>
                  <a:cubicBezTo>
                    <a:pt x="49085" y="72417"/>
                    <a:pt x="49085" y="72417"/>
                    <a:pt x="49085" y="72417"/>
                  </a:cubicBezTo>
                  <a:close/>
                  <a:moveTo>
                    <a:pt x="50707" y="69981"/>
                  </a:moveTo>
                  <a:cubicBezTo>
                    <a:pt x="51519" y="69169"/>
                    <a:pt x="51519" y="68357"/>
                    <a:pt x="51519" y="68357"/>
                  </a:cubicBezTo>
                  <a:cubicBezTo>
                    <a:pt x="51519" y="67545"/>
                    <a:pt x="51519" y="68357"/>
                    <a:pt x="50707" y="69981"/>
                  </a:cubicBezTo>
                  <a:cubicBezTo>
                    <a:pt x="49896" y="70793"/>
                    <a:pt x="49896" y="70793"/>
                    <a:pt x="50707" y="69981"/>
                  </a:cubicBezTo>
                  <a:close/>
                  <a:moveTo>
                    <a:pt x="52330" y="168218"/>
                  </a:moveTo>
                  <a:cubicBezTo>
                    <a:pt x="62877" y="168218"/>
                    <a:pt x="95330" y="145486"/>
                    <a:pt x="103443" y="138179"/>
                  </a:cubicBezTo>
                  <a:cubicBezTo>
                    <a:pt x="105065" y="136555"/>
                    <a:pt x="106688" y="135743"/>
                    <a:pt x="107499" y="135743"/>
                  </a:cubicBezTo>
                  <a:cubicBezTo>
                    <a:pt x="108311" y="135743"/>
                    <a:pt x="109122" y="134120"/>
                    <a:pt x="110745" y="132496"/>
                  </a:cubicBezTo>
                  <a:cubicBezTo>
                    <a:pt x="113178" y="130060"/>
                    <a:pt x="113990" y="130060"/>
                    <a:pt x="112367" y="129248"/>
                  </a:cubicBezTo>
                  <a:cubicBezTo>
                    <a:pt x="111556" y="129248"/>
                    <a:pt x="110745" y="129248"/>
                    <a:pt x="110745" y="129248"/>
                  </a:cubicBezTo>
                  <a:cubicBezTo>
                    <a:pt x="110745" y="129248"/>
                    <a:pt x="109933" y="129248"/>
                    <a:pt x="109933" y="129248"/>
                  </a:cubicBezTo>
                  <a:cubicBezTo>
                    <a:pt x="109933" y="129248"/>
                    <a:pt x="108311" y="129248"/>
                    <a:pt x="107499" y="130060"/>
                  </a:cubicBezTo>
                  <a:cubicBezTo>
                    <a:pt x="106688" y="130872"/>
                    <a:pt x="105065" y="131684"/>
                    <a:pt x="104254" y="131684"/>
                  </a:cubicBezTo>
                  <a:cubicBezTo>
                    <a:pt x="102631" y="132496"/>
                    <a:pt x="98575" y="133308"/>
                    <a:pt x="99386" y="134120"/>
                  </a:cubicBezTo>
                  <a:cubicBezTo>
                    <a:pt x="99386" y="134931"/>
                    <a:pt x="96141" y="135743"/>
                    <a:pt x="95330" y="135743"/>
                  </a:cubicBezTo>
                  <a:cubicBezTo>
                    <a:pt x="95330" y="135743"/>
                    <a:pt x="94518" y="135743"/>
                    <a:pt x="94518" y="136555"/>
                  </a:cubicBezTo>
                  <a:cubicBezTo>
                    <a:pt x="94518" y="136555"/>
                    <a:pt x="93707" y="137367"/>
                    <a:pt x="92895" y="136555"/>
                  </a:cubicBezTo>
                  <a:cubicBezTo>
                    <a:pt x="92084" y="136555"/>
                    <a:pt x="92084" y="136555"/>
                    <a:pt x="92084" y="136555"/>
                  </a:cubicBezTo>
                  <a:cubicBezTo>
                    <a:pt x="92084" y="136555"/>
                    <a:pt x="92084" y="137367"/>
                    <a:pt x="91273" y="137367"/>
                  </a:cubicBezTo>
                  <a:cubicBezTo>
                    <a:pt x="90462" y="137367"/>
                    <a:pt x="90462" y="137367"/>
                    <a:pt x="90462" y="138179"/>
                  </a:cubicBezTo>
                  <a:cubicBezTo>
                    <a:pt x="90462" y="138179"/>
                    <a:pt x="90462" y="138991"/>
                    <a:pt x="89650" y="138179"/>
                  </a:cubicBezTo>
                  <a:cubicBezTo>
                    <a:pt x="88839" y="138179"/>
                    <a:pt x="88028" y="138179"/>
                    <a:pt x="88028" y="138991"/>
                  </a:cubicBezTo>
                  <a:cubicBezTo>
                    <a:pt x="87216" y="139803"/>
                    <a:pt x="86405" y="140615"/>
                    <a:pt x="86405" y="140615"/>
                  </a:cubicBezTo>
                  <a:cubicBezTo>
                    <a:pt x="85594" y="140615"/>
                    <a:pt x="84782" y="141426"/>
                    <a:pt x="84782" y="141426"/>
                  </a:cubicBezTo>
                  <a:cubicBezTo>
                    <a:pt x="83971" y="142238"/>
                    <a:pt x="83160" y="142238"/>
                    <a:pt x="82348" y="142238"/>
                  </a:cubicBezTo>
                  <a:cubicBezTo>
                    <a:pt x="80726" y="142238"/>
                    <a:pt x="77481" y="143862"/>
                    <a:pt x="75047" y="146298"/>
                  </a:cubicBezTo>
                  <a:cubicBezTo>
                    <a:pt x="74235" y="147110"/>
                    <a:pt x="73424" y="147921"/>
                    <a:pt x="72613" y="147921"/>
                  </a:cubicBezTo>
                  <a:cubicBezTo>
                    <a:pt x="70990" y="147921"/>
                    <a:pt x="64499" y="152793"/>
                    <a:pt x="61254" y="156040"/>
                  </a:cubicBezTo>
                  <a:cubicBezTo>
                    <a:pt x="59632" y="157664"/>
                    <a:pt x="57198" y="160100"/>
                    <a:pt x="56386" y="160912"/>
                  </a:cubicBezTo>
                  <a:cubicBezTo>
                    <a:pt x="55575" y="161723"/>
                    <a:pt x="54764" y="162535"/>
                    <a:pt x="53952" y="163347"/>
                  </a:cubicBezTo>
                  <a:cubicBezTo>
                    <a:pt x="53952" y="164159"/>
                    <a:pt x="53141" y="164159"/>
                    <a:pt x="52330" y="164971"/>
                  </a:cubicBezTo>
                  <a:cubicBezTo>
                    <a:pt x="51519" y="164971"/>
                    <a:pt x="50707" y="165783"/>
                    <a:pt x="50707" y="166595"/>
                  </a:cubicBezTo>
                  <a:cubicBezTo>
                    <a:pt x="50707" y="167407"/>
                    <a:pt x="50707" y="168218"/>
                    <a:pt x="49896" y="168218"/>
                  </a:cubicBezTo>
                  <a:cubicBezTo>
                    <a:pt x="50707" y="167407"/>
                    <a:pt x="51519" y="168218"/>
                    <a:pt x="52330" y="168218"/>
                  </a:cubicBezTo>
                  <a:close/>
                  <a:moveTo>
                    <a:pt x="54764" y="62674"/>
                  </a:moveTo>
                  <a:cubicBezTo>
                    <a:pt x="55575" y="61050"/>
                    <a:pt x="55575" y="61050"/>
                    <a:pt x="54764" y="62674"/>
                  </a:cubicBezTo>
                  <a:cubicBezTo>
                    <a:pt x="55575" y="63486"/>
                    <a:pt x="55575" y="63486"/>
                    <a:pt x="56386" y="62674"/>
                  </a:cubicBezTo>
                  <a:cubicBezTo>
                    <a:pt x="57198" y="61862"/>
                    <a:pt x="57198" y="61050"/>
                    <a:pt x="56386" y="61050"/>
                  </a:cubicBezTo>
                  <a:cubicBezTo>
                    <a:pt x="55575" y="60238"/>
                    <a:pt x="54764" y="60238"/>
                    <a:pt x="54764" y="62674"/>
                  </a:cubicBezTo>
                  <a:cubicBezTo>
                    <a:pt x="53141" y="63486"/>
                    <a:pt x="53141" y="64298"/>
                    <a:pt x="54764" y="62674"/>
                  </a:cubicBezTo>
                  <a:close/>
                  <a:moveTo>
                    <a:pt x="57198" y="58615"/>
                  </a:moveTo>
                  <a:cubicBezTo>
                    <a:pt x="58009" y="57803"/>
                    <a:pt x="58009" y="57803"/>
                    <a:pt x="57198" y="57803"/>
                  </a:cubicBezTo>
                  <a:cubicBezTo>
                    <a:pt x="56386" y="57803"/>
                    <a:pt x="56386" y="58615"/>
                    <a:pt x="56386" y="58615"/>
                  </a:cubicBezTo>
                  <a:cubicBezTo>
                    <a:pt x="55575" y="60238"/>
                    <a:pt x="56386" y="60238"/>
                    <a:pt x="57198" y="58615"/>
                  </a:cubicBezTo>
                  <a:close/>
                  <a:moveTo>
                    <a:pt x="60443" y="62674"/>
                  </a:moveTo>
                  <a:lnTo>
                    <a:pt x="61254" y="61050"/>
                  </a:lnTo>
                  <a:lnTo>
                    <a:pt x="60443" y="62674"/>
                  </a:lnTo>
                  <a:cubicBezTo>
                    <a:pt x="59632" y="62674"/>
                    <a:pt x="58820" y="63486"/>
                    <a:pt x="58820" y="64298"/>
                  </a:cubicBezTo>
                  <a:cubicBezTo>
                    <a:pt x="58820" y="65110"/>
                    <a:pt x="58820" y="65110"/>
                    <a:pt x="60443" y="62674"/>
                  </a:cubicBezTo>
                  <a:close/>
                  <a:moveTo>
                    <a:pt x="59632" y="56991"/>
                  </a:moveTo>
                  <a:cubicBezTo>
                    <a:pt x="59632" y="56991"/>
                    <a:pt x="60443" y="56179"/>
                    <a:pt x="61254" y="55367"/>
                  </a:cubicBezTo>
                  <a:cubicBezTo>
                    <a:pt x="62066" y="53743"/>
                    <a:pt x="62066" y="53743"/>
                    <a:pt x="61254" y="53743"/>
                  </a:cubicBezTo>
                  <a:cubicBezTo>
                    <a:pt x="60443" y="53743"/>
                    <a:pt x="61254" y="52931"/>
                    <a:pt x="62066" y="52120"/>
                  </a:cubicBezTo>
                  <a:cubicBezTo>
                    <a:pt x="62877" y="51308"/>
                    <a:pt x="63688" y="50496"/>
                    <a:pt x="62877" y="51308"/>
                  </a:cubicBezTo>
                  <a:cubicBezTo>
                    <a:pt x="62066" y="52120"/>
                    <a:pt x="62066" y="51308"/>
                    <a:pt x="62066" y="50496"/>
                  </a:cubicBezTo>
                  <a:cubicBezTo>
                    <a:pt x="62066" y="49684"/>
                    <a:pt x="59632" y="53743"/>
                    <a:pt x="59632" y="55367"/>
                  </a:cubicBezTo>
                  <a:cubicBezTo>
                    <a:pt x="59632" y="56179"/>
                    <a:pt x="59632" y="56991"/>
                    <a:pt x="59632" y="56991"/>
                  </a:cubicBezTo>
                  <a:close/>
                  <a:moveTo>
                    <a:pt x="66934" y="146298"/>
                  </a:moveTo>
                  <a:cubicBezTo>
                    <a:pt x="66934" y="146298"/>
                    <a:pt x="68556" y="145486"/>
                    <a:pt x="70179" y="144674"/>
                  </a:cubicBezTo>
                  <a:cubicBezTo>
                    <a:pt x="72613" y="143050"/>
                    <a:pt x="73424" y="142238"/>
                    <a:pt x="71801" y="143050"/>
                  </a:cubicBezTo>
                  <a:cubicBezTo>
                    <a:pt x="70179" y="143862"/>
                    <a:pt x="66934" y="146298"/>
                    <a:pt x="66934" y="146298"/>
                  </a:cubicBezTo>
                  <a:close/>
                  <a:moveTo>
                    <a:pt x="74235" y="141426"/>
                  </a:moveTo>
                  <a:cubicBezTo>
                    <a:pt x="74235" y="141426"/>
                    <a:pt x="75047" y="140615"/>
                    <a:pt x="75858" y="140615"/>
                  </a:cubicBezTo>
                  <a:cubicBezTo>
                    <a:pt x="76669" y="139803"/>
                    <a:pt x="76669" y="139803"/>
                    <a:pt x="76669" y="139803"/>
                  </a:cubicBezTo>
                  <a:cubicBezTo>
                    <a:pt x="76669" y="139803"/>
                    <a:pt x="79103" y="138179"/>
                    <a:pt x="81537" y="137367"/>
                  </a:cubicBezTo>
                  <a:cubicBezTo>
                    <a:pt x="89650" y="132496"/>
                    <a:pt x="99386" y="128436"/>
                    <a:pt x="108311" y="125189"/>
                  </a:cubicBezTo>
                  <a:cubicBezTo>
                    <a:pt x="120480" y="120318"/>
                    <a:pt x="121292" y="120318"/>
                    <a:pt x="121292" y="119506"/>
                  </a:cubicBezTo>
                  <a:cubicBezTo>
                    <a:pt x="121292" y="118694"/>
                    <a:pt x="118858" y="119506"/>
                    <a:pt x="113990" y="121941"/>
                  </a:cubicBezTo>
                  <a:cubicBezTo>
                    <a:pt x="112367" y="122753"/>
                    <a:pt x="109933" y="123565"/>
                    <a:pt x="109933" y="123565"/>
                  </a:cubicBezTo>
                  <a:cubicBezTo>
                    <a:pt x="107499" y="124377"/>
                    <a:pt x="88028" y="133308"/>
                    <a:pt x="84782" y="134931"/>
                  </a:cubicBezTo>
                  <a:cubicBezTo>
                    <a:pt x="83971" y="134931"/>
                    <a:pt x="81537" y="136555"/>
                    <a:pt x="79103" y="138179"/>
                  </a:cubicBezTo>
                  <a:cubicBezTo>
                    <a:pt x="74235" y="140615"/>
                    <a:pt x="72613" y="141426"/>
                    <a:pt x="74235" y="141426"/>
                  </a:cubicBezTo>
                  <a:close/>
                  <a:moveTo>
                    <a:pt x="85594" y="97585"/>
                  </a:moveTo>
                  <a:cubicBezTo>
                    <a:pt x="85594" y="97585"/>
                    <a:pt x="88028" y="95961"/>
                    <a:pt x="92084" y="91902"/>
                  </a:cubicBezTo>
                  <a:cubicBezTo>
                    <a:pt x="93707" y="90278"/>
                    <a:pt x="96141" y="88654"/>
                    <a:pt x="96141" y="87842"/>
                  </a:cubicBezTo>
                  <a:cubicBezTo>
                    <a:pt x="96141" y="87842"/>
                    <a:pt x="98575" y="86219"/>
                    <a:pt x="100198" y="83783"/>
                  </a:cubicBezTo>
                  <a:cubicBezTo>
                    <a:pt x="101820" y="81347"/>
                    <a:pt x="103443" y="80535"/>
                    <a:pt x="102631" y="80535"/>
                  </a:cubicBezTo>
                  <a:cubicBezTo>
                    <a:pt x="102631" y="80535"/>
                    <a:pt x="101009" y="82159"/>
                    <a:pt x="97763" y="84595"/>
                  </a:cubicBezTo>
                  <a:cubicBezTo>
                    <a:pt x="89650" y="92714"/>
                    <a:pt x="85594" y="97585"/>
                    <a:pt x="85594" y="97585"/>
                  </a:cubicBezTo>
                  <a:close/>
                  <a:moveTo>
                    <a:pt x="86405" y="138991"/>
                  </a:moveTo>
                  <a:cubicBezTo>
                    <a:pt x="86405" y="139803"/>
                    <a:pt x="87216" y="139803"/>
                    <a:pt x="86405" y="138991"/>
                  </a:cubicBezTo>
                  <a:cubicBezTo>
                    <a:pt x="87216" y="139803"/>
                    <a:pt x="87216" y="138991"/>
                    <a:pt x="87216" y="138991"/>
                  </a:cubicBezTo>
                  <a:cubicBezTo>
                    <a:pt x="87216" y="138991"/>
                    <a:pt x="87216" y="138991"/>
                    <a:pt x="86405" y="138991"/>
                  </a:cubicBezTo>
                  <a:cubicBezTo>
                    <a:pt x="86405" y="138991"/>
                    <a:pt x="86405" y="138991"/>
                    <a:pt x="86405" y="138991"/>
                  </a:cubicBezTo>
                  <a:close/>
                  <a:moveTo>
                    <a:pt x="96952" y="131684"/>
                  </a:moveTo>
                  <a:cubicBezTo>
                    <a:pt x="96952" y="131684"/>
                    <a:pt x="97763" y="131684"/>
                    <a:pt x="98575" y="130872"/>
                  </a:cubicBezTo>
                  <a:cubicBezTo>
                    <a:pt x="98575" y="130872"/>
                    <a:pt x="99386" y="130060"/>
                    <a:pt x="98575" y="130060"/>
                  </a:cubicBezTo>
                  <a:cubicBezTo>
                    <a:pt x="98575" y="130872"/>
                    <a:pt x="97763" y="130872"/>
                    <a:pt x="96952" y="131684"/>
                  </a:cubicBezTo>
                  <a:cubicBezTo>
                    <a:pt x="96952" y="131684"/>
                    <a:pt x="96952" y="131684"/>
                    <a:pt x="96952" y="131684"/>
                  </a:cubicBezTo>
                  <a:close/>
                  <a:moveTo>
                    <a:pt x="98575" y="151169"/>
                  </a:moveTo>
                  <a:cubicBezTo>
                    <a:pt x="99386" y="151169"/>
                    <a:pt x="100198" y="151169"/>
                    <a:pt x="100198" y="150357"/>
                  </a:cubicBezTo>
                  <a:cubicBezTo>
                    <a:pt x="100198" y="149545"/>
                    <a:pt x="100198" y="149545"/>
                    <a:pt x="99386" y="149545"/>
                  </a:cubicBezTo>
                  <a:cubicBezTo>
                    <a:pt x="98575" y="149545"/>
                    <a:pt x="99386" y="148733"/>
                    <a:pt x="99386" y="148733"/>
                  </a:cubicBezTo>
                  <a:cubicBezTo>
                    <a:pt x="100198" y="147921"/>
                    <a:pt x="100198" y="147921"/>
                    <a:pt x="99386" y="148733"/>
                  </a:cubicBezTo>
                  <a:cubicBezTo>
                    <a:pt x="99386" y="149545"/>
                    <a:pt x="98575" y="149545"/>
                    <a:pt x="98575" y="151169"/>
                  </a:cubicBezTo>
                  <a:cubicBezTo>
                    <a:pt x="96952" y="151169"/>
                    <a:pt x="96952" y="151169"/>
                    <a:pt x="98575" y="151169"/>
                  </a:cubicBezTo>
                  <a:close/>
                  <a:moveTo>
                    <a:pt x="103443" y="148733"/>
                  </a:moveTo>
                  <a:cubicBezTo>
                    <a:pt x="103443" y="148733"/>
                    <a:pt x="103443" y="147921"/>
                    <a:pt x="103443" y="147921"/>
                  </a:cubicBezTo>
                  <a:cubicBezTo>
                    <a:pt x="103443" y="147110"/>
                    <a:pt x="103443" y="147110"/>
                    <a:pt x="103443" y="148733"/>
                  </a:cubicBezTo>
                  <a:cubicBezTo>
                    <a:pt x="103443" y="147921"/>
                    <a:pt x="103443" y="148733"/>
                    <a:pt x="103443" y="148733"/>
                  </a:cubicBezTo>
                  <a:close/>
                  <a:moveTo>
                    <a:pt x="104254" y="144674"/>
                  </a:moveTo>
                  <a:cubicBezTo>
                    <a:pt x="104254" y="144674"/>
                    <a:pt x="105065" y="144674"/>
                    <a:pt x="105877" y="143862"/>
                  </a:cubicBezTo>
                  <a:cubicBezTo>
                    <a:pt x="106688" y="143050"/>
                    <a:pt x="107499" y="142238"/>
                    <a:pt x="107499" y="142238"/>
                  </a:cubicBezTo>
                  <a:cubicBezTo>
                    <a:pt x="108311" y="142238"/>
                    <a:pt x="109122" y="140615"/>
                    <a:pt x="108311" y="139803"/>
                  </a:cubicBezTo>
                  <a:cubicBezTo>
                    <a:pt x="108311" y="140615"/>
                    <a:pt x="104254" y="143862"/>
                    <a:pt x="104254" y="144674"/>
                  </a:cubicBezTo>
                  <a:close/>
                  <a:moveTo>
                    <a:pt x="110745" y="126813"/>
                  </a:moveTo>
                  <a:cubicBezTo>
                    <a:pt x="111556" y="126813"/>
                    <a:pt x="112367" y="126001"/>
                    <a:pt x="113178" y="126001"/>
                  </a:cubicBezTo>
                  <a:cubicBezTo>
                    <a:pt x="113990" y="125189"/>
                    <a:pt x="113990" y="125189"/>
                    <a:pt x="113178" y="125189"/>
                  </a:cubicBezTo>
                  <a:cubicBezTo>
                    <a:pt x="111556" y="125189"/>
                    <a:pt x="110745" y="126001"/>
                    <a:pt x="110745" y="126813"/>
                  </a:cubicBezTo>
                  <a:cubicBezTo>
                    <a:pt x="109122" y="126001"/>
                    <a:pt x="109122" y="126813"/>
                    <a:pt x="110745" y="126813"/>
                  </a:cubicBezTo>
                  <a:close/>
                  <a:moveTo>
                    <a:pt x="112367" y="127624"/>
                  </a:moveTo>
                  <a:cubicBezTo>
                    <a:pt x="113178" y="126813"/>
                    <a:pt x="113178" y="126813"/>
                    <a:pt x="112367" y="127624"/>
                  </a:cubicBezTo>
                  <a:cubicBezTo>
                    <a:pt x="113178" y="126001"/>
                    <a:pt x="112367" y="126813"/>
                    <a:pt x="112367" y="127624"/>
                  </a:cubicBezTo>
                  <a:cubicBezTo>
                    <a:pt x="111556" y="127624"/>
                    <a:pt x="111556" y="127624"/>
                    <a:pt x="112367" y="127624"/>
                  </a:cubicBezTo>
                  <a:close/>
                  <a:moveTo>
                    <a:pt x="113990" y="128436"/>
                  </a:moveTo>
                  <a:cubicBezTo>
                    <a:pt x="113990" y="128436"/>
                    <a:pt x="114801" y="128436"/>
                    <a:pt x="114801" y="127624"/>
                  </a:cubicBezTo>
                  <a:cubicBezTo>
                    <a:pt x="114801" y="127624"/>
                    <a:pt x="114801" y="126813"/>
                    <a:pt x="113990" y="126813"/>
                  </a:cubicBezTo>
                  <a:cubicBezTo>
                    <a:pt x="113178" y="126813"/>
                    <a:pt x="113990" y="127624"/>
                    <a:pt x="113990" y="128436"/>
                  </a:cubicBezTo>
                  <a:cubicBezTo>
                    <a:pt x="113990" y="127624"/>
                    <a:pt x="113990" y="128436"/>
                    <a:pt x="113990" y="128436"/>
                  </a:cubicBezTo>
                  <a:close/>
                  <a:moveTo>
                    <a:pt x="136707" y="114634"/>
                  </a:moveTo>
                  <a:cubicBezTo>
                    <a:pt x="137518" y="114634"/>
                    <a:pt x="140763" y="113822"/>
                    <a:pt x="147254" y="111387"/>
                  </a:cubicBezTo>
                  <a:lnTo>
                    <a:pt x="150499" y="111387"/>
                  </a:lnTo>
                  <a:cubicBezTo>
                    <a:pt x="150499" y="111387"/>
                    <a:pt x="151310" y="111387"/>
                    <a:pt x="152933" y="111387"/>
                  </a:cubicBezTo>
                  <a:cubicBezTo>
                    <a:pt x="153744" y="111387"/>
                    <a:pt x="156178" y="110575"/>
                    <a:pt x="157801" y="110575"/>
                  </a:cubicBezTo>
                  <a:cubicBezTo>
                    <a:pt x="161857" y="109763"/>
                    <a:pt x="162669" y="108951"/>
                    <a:pt x="159423" y="109763"/>
                  </a:cubicBezTo>
                  <a:cubicBezTo>
                    <a:pt x="152933" y="110575"/>
                    <a:pt x="141574" y="112199"/>
                    <a:pt x="139141" y="113822"/>
                  </a:cubicBezTo>
                  <a:cubicBezTo>
                    <a:pt x="137518" y="113011"/>
                    <a:pt x="135895" y="114634"/>
                    <a:pt x="136707" y="114634"/>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0" name="Freeform 899">
              <a:extLst>
                <a:ext uri="{FF2B5EF4-FFF2-40B4-BE49-F238E27FC236}">
                  <a16:creationId xmlns:a16="http://schemas.microsoft.com/office/drawing/2014/main" id="{AAC35ECC-E107-AD12-9583-C8D1EA2F95F7}"/>
                </a:ext>
              </a:extLst>
            </p:cNvPr>
            <p:cNvSpPr/>
            <p:nvPr/>
          </p:nvSpPr>
          <p:spPr>
            <a:xfrm>
              <a:off x="1547971" y="-1771192"/>
              <a:ext cx="110702" cy="68198"/>
            </a:xfrm>
            <a:custGeom>
              <a:avLst/>
              <a:gdLst>
                <a:gd name="connsiteX0" fmla="*/ 7665 w 110702"/>
                <a:gd name="connsiteY0" fmla="*/ 28416 h 68198"/>
                <a:gd name="connsiteX1" fmla="*/ 14156 w 110702"/>
                <a:gd name="connsiteY1" fmla="*/ 20297 h 68198"/>
                <a:gd name="connsiteX2" fmla="*/ 16590 w 110702"/>
                <a:gd name="connsiteY2" fmla="*/ 17861 h 68198"/>
                <a:gd name="connsiteX3" fmla="*/ 34439 w 110702"/>
                <a:gd name="connsiteY3" fmla="*/ 2436 h 68198"/>
                <a:gd name="connsiteX4" fmla="*/ 38495 w 110702"/>
                <a:gd name="connsiteY4" fmla="*/ 0 h 68198"/>
                <a:gd name="connsiteX5" fmla="*/ 42552 w 110702"/>
                <a:gd name="connsiteY5" fmla="*/ 0 h 68198"/>
                <a:gd name="connsiteX6" fmla="*/ 49042 w 110702"/>
                <a:gd name="connsiteY6" fmla="*/ 1624 h 68198"/>
                <a:gd name="connsiteX7" fmla="*/ 52288 w 110702"/>
                <a:gd name="connsiteY7" fmla="*/ 2436 h 68198"/>
                <a:gd name="connsiteX8" fmla="*/ 52288 w 110702"/>
                <a:gd name="connsiteY8" fmla="*/ 2436 h 68198"/>
                <a:gd name="connsiteX9" fmla="*/ 52288 w 110702"/>
                <a:gd name="connsiteY9" fmla="*/ 4059 h 68198"/>
                <a:gd name="connsiteX10" fmla="*/ 55533 w 110702"/>
                <a:gd name="connsiteY10" fmla="*/ 14614 h 68198"/>
                <a:gd name="connsiteX11" fmla="*/ 55533 w 110702"/>
                <a:gd name="connsiteY11" fmla="*/ 14614 h 68198"/>
                <a:gd name="connsiteX12" fmla="*/ 53099 w 110702"/>
                <a:gd name="connsiteY12" fmla="*/ 19485 h 68198"/>
                <a:gd name="connsiteX13" fmla="*/ 51476 w 110702"/>
                <a:gd name="connsiteY13" fmla="*/ 21109 h 68198"/>
                <a:gd name="connsiteX14" fmla="*/ 44175 w 110702"/>
                <a:gd name="connsiteY14" fmla="*/ 27604 h 68198"/>
                <a:gd name="connsiteX15" fmla="*/ 42552 w 110702"/>
                <a:gd name="connsiteY15" fmla="*/ 28416 h 68198"/>
                <a:gd name="connsiteX16" fmla="*/ 29571 w 110702"/>
                <a:gd name="connsiteY16" fmla="*/ 34099 h 68198"/>
                <a:gd name="connsiteX17" fmla="*/ 27137 w 110702"/>
                <a:gd name="connsiteY17" fmla="*/ 34911 h 68198"/>
                <a:gd name="connsiteX18" fmla="*/ 14156 w 110702"/>
                <a:gd name="connsiteY18" fmla="*/ 41406 h 68198"/>
                <a:gd name="connsiteX19" fmla="*/ 13344 w 110702"/>
                <a:gd name="connsiteY19" fmla="*/ 40594 h 68198"/>
                <a:gd name="connsiteX20" fmla="*/ 7665 w 110702"/>
                <a:gd name="connsiteY20" fmla="*/ 52772 h 68198"/>
                <a:gd name="connsiteX21" fmla="*/ 10099 w 110702"/>
                <a:gd name="connsiteY21" fmla="*/ 59267 h 68198"/>
                <a:gd name="connsiteX22" fmla="*/ 19835 w 110702"/>
                <a:gd name="connsiteY22" fmla="*/ 60079 h 68198"/>
                <a:gd name="connsiteX23" fmla="*/ 26326 w 110702"/>
                <a:gd name="connsiteY23" fmla="*/ 59267 h 68198"/>
                <a:gd name="connsiteX24" fmla="*/ 38495 w 110702"/>
                <a:gd name="connsiteY24" fmla="*/ 56020 h 68198"/>
                <a:gd name="connsiteX25" fmla="*/ 75816 w 110702"/>
                <a:gd name="connsiteY25" fmla="*/ 38970 h 68198"/>
                <a:gd name="connsiteX26" fmla="*/ 77438 w 110702"/>
                <a:gd name="connsiteY26" fmla="*/ 38158 h 68198"/>
                <a:gd name="connsiteX27" fmla="*/ 81495 w 110702"/>
                <a:gd name="connsiteY27" fmla="*/ 35723 h 68198"/>
                <a:gd name="connsiteX28" fmla="*/ 83929 w 110702"/>
                <a:gd name="connsiteY28" fmla="*/ 34099 h 68198"/>
                <a:gd name="connsiteX29" fmla="*/ 88797 w 110702"/>
                <a:gd name="connsiteY29" fmla="*/ 30851 h 68198"/>
                <a:gd name="connsiteX30" fmla="*/ 110702 w 110702"/>
                <a:gd name="connsiteY30" fmla="*/ 16238 h 68198"/>
                <a:gd name="connsiteX31" fmla="*/ 105023 w 110702"/>
                <a:gd name="connsiteY31" fmla="*/ 21921 h 68198"/>
                <a:gd name="connsiteX32" fmla="*/ 101778 w 110702"/>
                <a:gd name="connsiteY32" fmla="*/ 25168 h 68198"/>
                <a:gd name="connsiteX33" fmla="*/ 100967 w 110702"/>
                <a:gd name="connsiteY33" fmla="*/ 26792 h 68198"/>
                <a:gd name="connsiteX34" fmla="*/ 99344 w 110702"/>
                <a:gd name="connsiteY34" fmla="*/ 28416 h 68198"/>
                <a:gd name="connsiteX35" fmla="*/ 91231 w 110702"/>
                <a:gd name="connsiteY35" fmla="*/ 35723 h 68198"/>
                <a:gd name="connsiteX36" fmla="*/ 86363 w 110702"/>
                <a:gd name="connsiteY36" fmla="*/ 38970 h 68198"/>
                <a:gd name="connsiteX37" fmla="*/ 81495 w 110702"/>
                <a:gd name="connsiteY37" fmla="*/ 42218 h 68198"/>
                <a:gd name="connsiteX38" fmla="*/ 79061 w 110702"/>
                <a:gd name="connsiteY38" fmla="*/ 43842 h 68198"/>
                <a:gd name="connsiteX39" fmla="*/ 76627 w 110702"/>
                <a:gd name="connsiteY39" fmla="*/ 45465 h 68198"/>
                <a:gd name="connsiteX40" fmla="*/ 70948 w 110702"/>
                <a:gd name="connsiteY40" fmla="*/ 49525 h 68198"/>
                <a:gd name="connsiteX41" fmla="*/ 72571 w 110702"/>
                <a:gd name="connsiteY41" fmla="*/ 48713 h 68198"/>
                <a:gd name="connsiteX42" fmla="*/ 75004 w 110702"/>
                <a:gd name="connsiteY42" fmla="*/ 47089 h 68198"/>
                <a:gd name="connsiteX43" fmla="*/ 76627 w 110702"/>
                <a:gd name="connsiteY43" fmla="*/ 46277 h 68198"/>
                <a:gd name="connsiteX44" fmla="*/ 78250 w 110702"/>
                <a:gd name="connsiteY44" fmla="*/ 45465 h 68198"/>
                <a:gd name="connsiteX45" fmla="*/ 77438 w 110702"/>
                <a:gd name="connsiteY45" fmla="*/ 47089 h 68198"/>
                <a:gd name="connsiteX46" fmla="*/ 76627 w 110702"/>
                <a:gd name="connsiteY46" fmla="*/ 47901 h 68198"/>
                <a:gd name="connsiteX47" fmla="*/ 70136 w 110702"/>
                <a:gd name="connsiteY47" fmla="*/ 53584 h 68198"/>
                <a:gd name="connsiteX48" fmla="*/ 62023 w 110702"/>
                <a:gd name="connsiteY48" fmla="*/ 57644 h 68198"/>
                <a:gd name="connsiteX49" fmla="*/ 58778 w 110702"/>
                <a:gd name="connsiteY49" fmla="*/ 59267 h 68198"/>
                <a:gd name="connsiteX50" fmla="*/ 58778 w 110702"/>
                <a:gd name="connsiteY50" fmla="*/ 59267 h 68198"/>
                <a:gd name="connsiteX51" fmla="*/ 58778 w 110702"/>
                <a:gd name="connsiteY51" fmla="*/ 59267 h 68198"/>
                <a:gd name="connsiteX52" fmla="*/ 40118 w 110702"/>
                <a:gd name="connsiteY52" fmla="*/ 65762 h 68198"/>
                <a:gd name="connsiteX53" fmla="*/ 34439 w 110702"/>
                <a:gd name="connsiteY53" fmla="*/ 66574 h 68198"/>
                <a:gd name="connsiteX54" fmla="*/ 35250 w 110702"/>
                <a:gd name="connsiteY54" fmla="*/ 66574 h 68198"/>
                <a:gd name="connsiteX55" fmla="*/ 35250 w 110702"/>
                <a:gd name="connsiteY55" fmla="*/ 67386 h 68198"/>
                <a:gd name="connsiteX56" fmla="*/ 28759 w 110702"/>
                <a:gd name="connsiteY56" fmla="*/ 68198 h 68198"/>
                <a:gd name="connsiteX57" fmla="*/ 14156 w 110702"/>
                <a:gd name="connsiteY57" fmla="*/ 66574 h 68198"/>
                <a:gd name="connsiteX58" fmla="*/ 3609 w 110702"/>
                <a:gd name="connsiteY58" fmla="*/ 58455 h 68198"/>
                <a:gd name="connsiteX59" fmla="*/ 363 w 110702"/>
                <a:gd name="connsiteY59" fmla="*/ 50337 h 68198"/>
                <a:gd name="connsiteX60" fmla="*/ 7665 w 110702"/>
                <a:gd name="connsiteY60" fmla="*/ 28416 h 68198"/>
                <a:gd name="connsiteX61" fmla="*/ 25514 w 110702"/>
                <a:gd name="connsiteY61" fmla="*/ 25980 h 68198"/>
                <a:gd name="connsiteX62" fmla="*/ 32005 w 110702"/>
                <a:gd name="connsiteY62" fmla="*/ 22733 h 68198"/>
                <a:gd name="connsiteX63" fmla="*/ 27948 w 110702"/>
                <a:gd name="connsiteY63" fmla="*/ 25980 h 68198"/>
                <a:gd name="connsiteX64" fmla="*/ 28759 w 110702"/>
                <a:gd name="connsiteY64" fmla="*/ 26792 h 68198"/>
                <a:gd name="connsiteX65" fmla="*/ 29571 w 110702"/>
                <a:gd name="connsiteY65" fmla="*/ 26792 h 68198"/>
                <a:gd name="connsiteX66" fmla="*/ 31193 w 110702"/>
                <a:gd name="connsiteY66" fmla="*/ 25980 h 68198"/>
                <a:gd name="connsiteX67" fmla="*/ 36061 w 110702"/>
                <a:gd name="connsiteY67" fmla="*/ 23545 h 68198"/>
                <a:gd name="connsiteX68" fmla="*/ 44175 w 110702"/>
                <a:gd name="connsiteY68" fmla="*/ 18673 h 68198"/>
                <a:gd name="connsiteX69" fmla="*/ 47420 w 110702"/>
                <a:gd name="connsiteY69" fmla="*/ 16238 h 68198"/>
                <a:gd name="connsiteX70" fmla="*/ 47420 w 110702"/>
                <a:gd name="connsiteY70" fmla="*/ 16238 h 68198"/>
                <a:gd name="connsiteX71" fmla="*/ 49042 w 110702"/>
                <a:gd name="connsiteY71" fmla="*/ 13802 h 68198"/>
                <a:gd name="connsiteX72" fmla="*/ 48231 w 110702"/>
                <a:gd name="connsiteY72" fmla="*/ 13802 h 68198"/>
                <a:gd name="connsiteX73" fmla="*/ 40118 w 110702"/>
                <a:gd name="connsiteY73" fmla="*/ 16238 h 68198"/>
                <a:gd name="connsiteX74" fmla="*/ 25514 w 110702"/>
                <a:gd name="connsiteY74" fmla="*/ 25980 h 68198"/>
                <a:gd name="connsiteX75" fmla="*/ 26326 w 110702"/>
                <a:gd name="connsiteY75" fmla="*/ 28416 h 68198"/>
                <a:gd name="connsiteX76" fmla="*/ 27137 w 110702"/>
                <a:gd name="connsiteY76" fmla="*/ 26792 h 68198"/>
                <a:gd name="connsiteX77" fmla="*/ 26326 w 110702"/>
                <a:gd name="connsiteY77" fmla="*/ 26792 h 68198"/>
                <a:gd name="connsiteX78" fmla="*/ 26326 w 110702"/>
                <a:gd name="connsiteY78" fmla="*/ 28416 h 68198"/>
                <a:gd name="connsiteX79" fmla="*/ 26326 w 110702"/>
                <a:gd name="connsiteY79" fmla="*/ 28416 h 68198"/>
                <a:gd name="connsiteX80" fmla="*/ 52288 w 110702"/>
                <a:gd name="connsiteY80" fmla="*/ 59267 h 68198"/>
                <a:gd name="connsiteX81" fmla="*/ 52288 w 110702"/>
                <a:gd name="connsiteY81" fmla="*/ 59267 h 68198"/>
                <a:gd name="connsiteX82" fmla="*/ 52288 w 110702"/>
                <a:gd name="connsiteY82" fmla="*/ 59267 h 68198"/>
                <a:gd name="connsiteX83" fmla="*/ 52288 w 110702"/>
                <a:gd name="connsiteY83" fmla="*/ 59267 h 68198"/>
                <a:gd name="connsiteX84" fmla="*/ 53910 w 110702"/>
                <a:gd name="connsiteY84" fmla="*/ 58455 h 68198"/>
                <a:gd name="connsiteX85" fmla="*/ 55533 w 110702"/>
                <a:gd name="connsiteY85" fmla="*/ 57644 h 68198"/>
                <a:gd name="connsiteX86" fmla="*/ 55533 w 110702"/>
                <a:gd name="connsiteY86" fmla="*/ 56832 h 68198"/>
                <a:gd name="connsiteX87" fmla="*/ 53910 w 110702"/>
                <a:gd name="connsiteY87" fmla="*/ 58455 h 68198"/>
                <a:gd name="connsiteX88" fmla="*/ 73382 w 110702"/>
                <a:gd name="connsiteY88" fmla="*/ 49525 h 68198"/>
                <a:gd name="connsiteX89" fmla="*/ 73382 w 110702"/>
                <a:gd name="connsiteY89" fmla="*/ 49525 h 68198"/>
                <a:gd name="connsiteX90" fmla="*/ 73382 w 110702"/>
                <a:gd name="connsiteY90" fmla="*/ 49525 h 68198"/>
                <a:gd name="connsiteX91" fmla="*/ 73382 w 110702"/>
                <a:gd name="connsiteY91" fmla="*/ 49525 h 68198"/>
                <a:gd name="connsiteX92" fmla="*/ 81495 w 110702"/>
                <a:gd name="connsiteY92" fmla="*/ 38158 h 68198"/>
                <a:gd name="connsiteX93" fmla="*/ 85551 w 110702"/>
                <a:gd name="connsiteY93" fmla="*/ 35723 h 68198"/>
                <a:gd name="connsiteX94" fmla="*/ 83118 w 110702"/>
                <a:gd name="connsiteY94" fmla="*/ 36535 h 68198"/>
                <a:gd name="connsiteX95" fmla="*/ 81495 w 110702"/>
                <a:gd name="connsiteY95" fmla="*/ 38158 h 68198"/>
                <a:gd name="connsiteX96" fmla="*/ 92042 w 110702"/>
                <a:gd name="connsiteY96" fmla="*/ 30851 h 68198"/>
                <a:gd name="connsiteX97" fmla="*/ 92853 w 110702"/>
                <a:gd name="connsiteY97" fmla="*/ 30040 h 68198"/>
                <a:gd name="connsiteX98" fmla="*/ 92042 w 110702"/>
                <a:gd name="connsiteY98" fmla="*/ 30851 h 68198"/>
                <a:gd name="connsiteX99" fmla="*/ 92042 w 110702"/>
                <a:gd name="connsiteY99" fmla="*/ 30851 h 6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0702" h="68198">
                  <a:moveTo>
                    <a:pt x="7665" y="28416"/>
                  </a:moveTo>
                  <a:cubicBezTo>
                    <a:pt x="8476" y="25980"/>
                    <a:pt x="12533" y="21921"/>
                    <a:pt x="14156" y="20297"/>
                  </a:cubicBezTo>
                  <a:cubicBezTo>
                    <a:pt x="15779" y="18673"/>
                    <a:pt x="16590" y="17861"/>
                    <a:pt x="16590" y="17861"/>
                  </a:cubicBezTo>
                  <a:cubicBezTo>
                    <a:pt x="16590" y="16238"/>
                    <a:pt x="32005" y="4059"/>
                    <a:pt x="34439" y="2436"/>
                  </a:cubicBezTo>
                  <a:lnTo>
                    <a:pt x="38495" y="0"/>
                  </a:lnTo>
                  <a:lnTo>
                    <a:pt x="42552" y="0"/>
                  </a:lnTo>
                  <a:cubicBezTo>
                    <a:pt x="45797" y="0"/>
                    <a:pt x="47420" y="0"/>
                    <a:pt x="49042" y="1624"/>
                  </a:cubicBezTo>
                  <a:cubicBezTo>
                    <a:pt x="50665" y="2436"/>
                    <a:pt x="51476" y="3248"/>
                    <a:pt x="52288" y="2436"/>
                  </a:cubicBezTo>
                  <a:cubicBezTo>
                    <a:pt x="53099" y="1624"/>
                    <a:pt x="53099" y="1624"/>
                    <a:pt x="52288" y="2436"/>
                  </a:cubicBezTo>
                  <a:cubicBezTo>
                    <a:pt x="51476" y="3248"/>
                    <a:pt x="51476" y="3248"/>
                    <a:pt x="52288" y="4059"/>
                  </a:cubicBezTo>
                  <a:cubicBezTo>
                    <a:pt x="54722" y="5683"/>
                    <a:pt x="57155" y="12990"/>
                    <a:pt x="55533" y="14614"/>
                  </a:cubicBezTo>
                  <a:lnTo>
                    <a:pt x="55533" y="14614"/>
                  </a:lnTo>
                  <a:cubicBezTo>
                    <a:pt x="55533" y="15426"/>
                    <a:pt x="53910" y="19485"/>
                    <a:pt x="53099" y="19485"/>
                  </a:cubicBezTo>
                  <a:cubicBezTo>
                    <a:pt x="52288" y="19485"/>
                    <a:pt x="52288" y="20297"/>
                    <a:pt x="51476" y="21109"/>
                  </a:cubicBezTo>
                  <a:cubicBezTo>
                    <a:pt x="50665" y="21921"/>
                    <a:pt x="48231" y="24356"/>
                    <a:pt x="44175" y="27604"/>
                  </a:cubicBezTo>
                  <a:cubicBezTo>
                    <a:pt x="43363" y="28416"/>
                    <a:pt x="42552" y="28416"/>
                    <a:pt x="42552" y="28416"/>
                  </a:cubicBezTo>
                  <a:cubicBezTo>
                    <a:pt x="41740" y="28416"/>
                    <a:pt x="31193" y="32475"/>
                    <a:pt x="29571" y="34099"/>
                  </a:cubicBezTo>
                  <a:cubicBezTo>
                    <a:pt x="28759" y="34911"/>
                    <a:pt x="27137" y="34911"/>
                    <a:pt x="27137" y="34911"/>
                  </a:cubicBezTo>
                  <a:cubicBezTo>
                    <a:pt x="22269" y="35723"/>
                    <a:pt x="17401" y="37347"/>
                    <a:pt x="14156" y="41406"/>
                  </a:cubicBezTo>
                  <a:lnTo>
                    <a:pt x="13344" y="40594"/>
                  </a:lnTo>
                  <a:cubicBezTo>
                    <a:pt x="11722" y="43030"/>
                    <a:pt x="7665" y="50337"/>
                    <a:pt x="7665" y="52772"/>
                  </a:cubicBezTo>
                  <a:cubicBezTo>
                    <a:pt x="6854" y="56020"/>
                    <a:pt x="7665" y="58455"/>
                    <a:pt x="10099" y="59267"/>
                  </a:cubicBezTo>
                  <a:cubicBezTo>
                    <a:pt x="11722" y="60079"/>
                    <a:pt x="15779" y="60079"/>
                    <a:pt x="19835" y="60079"/>
                  </a:cubicBezTo>
                  <a:cubicBezTo>
                    <a:pt x="22269" y="60079"/>
                    <a:pt x="24703" y="60079"/>
                    <a:pt x="26326" y="59267"/>
                  </a:cubicBezTo>
                  <a:cubicBezTo>
                    <a:pt x="29571" y="58455"/>
                    <a:pt x="36061" y="56832"/>
                    <a:pt x="38495" y="56020"/>
                  </a:cubicBezTo>
                  <a:cubicBezTo>
                    <a:pt x="45797" y="54396"/>
                    <a:pt x="72571" y="43030"/>
                    <a:pt x="75816" y="38970"/>
                  </a:cubicBezTo>
                  <a:cubicBezTo>
                    <a:pt x="75816" y="38158"/>
                    <a:pt x="76627" y="38158"/>
                    <a:pt x="77438" y="38158"/>
                  </a:cubicBezTo>
                  <a:cubicBezTo>
                    <a:pt x="78250" y="38158"/>
                    <a:pt x="80684" y="36535"/>
                    <a:pt x="81495" y="35723"/>
                  </a:cubicBezTo>
                  <a:cubicBezTo>
                    <a:pt x="81495" y="35723"/>
                    <a:pt x="82306" y="34911"/>
                    <a:pt x="83929" y="34099"/>
                  </a:cubicBezTo>
                  <a:cubicBezTo>
                    <a:pt x="85551" y="33287"/>
                    <a:pt x="87174" y="31663"/>
                    <a:pt x="88797" y="30851"/>
                  </a:cubicBezTo>
                  <a:cubicBezTo>
                    <a:pt x="96099" y="25168"/>
                    <a:pt x="110702" y="15426"/>
                    <a:pt x="110702" y="16238"/>
                  </a:cubicBezTo>
                  <a:cubicBezTo>
                    <a:pt x="110702" y="17861"/>
                    <a:pt x="105834" y="21109"/>
                    <a:pt x="105023" y="21921"/>
                  </a:cubicBezTo>
                  <a:cubicBezTo>
                    <a:pt x="102589" y="23545"/>
                    <a:pt x="101778" y="24356"/>
                    <a:pt x="101778" y="25168"/>
                  </a:cubicBezTo>
                  <a:cubicBezTo>
                    <a:pt x="101778" y="25168"/>
                    <a:pt x="100967" y="25980"/>
                    <a:pt x="100967" y="26792"/>
                  </a:cubicBezTo>
                  <a:cubicBezTo>
                    <a:pt x="100155" y="27604"/>
                    <a:pt x="99344" y="27604"/>
                    <a:pt x="99344" y="28416"/>
                  </a:cubicBezTo>
                  <a:cubicBezTo>
                    <a:pt x="99344" y="29228"/>
                    <a:pt x="92853" y="34911"/>
                    <a:pt x="91231" y="35723"/>
                  </a:cubicBezTo>
                  <a:cubicBezTo>
                    <a:pt x="90419" y="36535"/>
                    <a:pt x="88797" y="37347"/>
                    <a:pt x="86363" y="38970"/>
                  </a:cubicBezTo>
                  <a:cubicBezTo>
                    <a:pt x="84740" y="40594"/>
                    <a:pt x="82306" y="41406"/>
                    <a:pt x="81495" y="42218"/>
                  </a:cubicBezTo>
                  <a:cubicBezTo>
                    <a:pt x="80684" y="42218"/>
                    <a:pt x="79872" y="43030"/>
                    <a:pt x="79061" y="43842"/>
                  </a:cubicBezTo>
                  <a:cubicBezTo>
                    <a:pt x="78250" y="44653"/>
                    <a:pt x="77438" y="45465"/>
                    <a:pt x="76627" y="45465"/>
                  </a:cubicBezTo>
                  <a:cubicBezTo>
                    <a:pt x="75816" y="45465"/>
                    <a:pt x="70948" y="49525"/>
                    <a:pt x="70948" y="49525"/>
                  </a:cubicBezTo>
                  <a:cubicBezTo>
                    <a:pt x="70948" y="49525"/>
                    <a:pt x="71759" y="49525"/>
                    <a:pt x="72571" y="48713"/>
                  </a:cubicBezTo>
                  <a:cubicBezTo>
                    <a:pt x="73382" y="47901"/>
                    <a:pt x="75004" y="47901"/>
                    <a:pt x="75004" y="47089"/>
                  </a:cubicBezTo>
                  <a:cubicBezTo>
                    <a:pt x="75004" y="46277"/>
                    <a:pt x="75816" y="46277"/>
                    <a:pt x="76627" y="46277"/>
                  </a:cubicBezTo>
                  <a:cubicBezTo>
                    <a:pt x="76627" y="46277"/>
                    <a:pt x="77438" y="45465"/>
                    <a:pt x="78250" y="45465"/>
                  </a:cubicBezTo>
                  <a:cubicBezTo>
                    <a:pt x="79872" y="45465"/>
                    <a:pt x="78250" y="47089"/>
                    <a:pt x="77438" y="47089"/>
                  </a:cubicBezTo>
                  <a:cubicBezTo>
                    <a:pt x="76627" y="47089"/>
                    <a:pt x="76627" y="47901"/>
                    <a:pt x="76627" y="47901"/>
                  </a:cubicBezTo>
                  <a:cubicBezTo>
                    <a:pt x="76627" y="49525"/>
                    <a:pt x="75004" y="51148"/>
                    <a:pt x="70136" y="53584"/>
                  </a:cubicBezTo>
                  <a:cubicBezTo>
                    <a:pt x="66891" y="55208"/>
                    <a:pt x="63646" y="56832"/>
                    <a:pt x="62023" y="57644"/>
                  </a:cubicBezTo>
                  <a:cubicBezTo>
                    <a:pt x="60401" y="58455"/>
                    <a:pt x="59589" y="59267"/>
                    <a:pt x="58778" y="59267"/>
                  </a:cubicBezTo>
                  <a:cubicBezTo>
                    <a:pt x="57967" y="60079"/>
                    <a:pt x="57967" y="60079"/>
                    <a:pt x="58778" y="59267"/>
                  </a:cubicBezTo>
                  <a:cubicBezTo>
                    <a:pt x="59589" y="58455"/>
                    <a:pt x="58778" y="58455"/>
                    <a:pt x="58778" y="59267"/>
                  </a:cubicBezTo>
                  <a:cubicBezTo>
                    <a:pt x="54722" y="62515"/>
                    <a:pt x="45797" y="64950"/>
                    <a:pt x="40118" y="65762"/>
                  </a:cubicBezTo>
                  <a:cubicBezTo>
                    <a:pt x="36873" y="65762"/>
                    <a:pt x="35250" y="66574"/>
                    <a:pt x="34439" y="66574"/>
                  </a:cubicBezTo>
                  <a:cubicBezTo>
                    <a:pt x="34439" y="66574"/>
                    <a:pt x="34439" y="66574"/>
                    <a:pt x="35250" y="66574"/>
                  </a:cubicBezTo>
                  <a:cubicBezTo>
                    <a:pt x="36873" y="66574"/>
                    <a:pt x="36873" y="66574"/>
                    <a:pt x="35250" y="67386"/>
                  </a:cubicBezTo>
                  <a:cubicBezTo>
                    <a:pt x="34439" y="67386"/>
                    <a:pt x="32005" y="68198"/>
                    <a:pt x="28759" y="68198"/>
                  </a:cubicBezTo>
                  <a:cubicBezTo>
                    <a:pt x="23892" y="68198"/>
                    <a:pt x="17401" y="67386"/>
                    <a:pt x="14156" y="66574"/>
                  </a:cubicBezTo>
                  <a:cubicBezTo>
                    <a:pt x="9288" y="64950"/>
                    <a:pt x="7665" y="64139"/>
                    <a:pt x="3609" y="58455"/>
                  </a:cubicBezTo>
                  <a:cubicBezTo>
                    <a:pt x="1175" y="54396"/>
                    <a:pt x="363" y="52772"/>
                    <a:pt x="363" y="50337"/>
                  </a:cubicBezTo>
                  <a:cubicBezTo>
                    <a:pt x="-1259" y="43842"/>
                    <a:pt x="2797" y="35723"/>
                    <a:pt x="7665" y="28416"/>
                  </a:cubicBezTo>
                  <a:close/>
                  <a:moveTo>
                    <a:pt x="25514" y="25980"/>
                  </a:moveTo>
                  <a:lnTo>
                    <a:pt x="32005" y="22733"/>
                  </a:lnTo>
                  <a:cubicBezTo>
                    <a:pt x="31193" y="23545"/>
                    <a:pt x="28759" y="25168"/>
                    <a:pt x="27948" y="25980"/>
                  </a:cubicBezTo>
                  <a:cubicBezTo>
                    <a:pt x="27948" y="26792"/>
                    <a:pt x="27948" y="27604"/>
                    <a:pt x="28759" y="26792"/>
                  </a:cubicBezTo>
                  <a:cubicBezTo>
                    <a:pt x="28759" y="26792"/>
                    <a:pt x="29571" y="26792"/>
                    <a:pt x="29571" y="26792"/>
                  </a:cubicBezTo>
                  <a:cubicBezTo>
                    <a:pt x="29571" y="26792"/>
                    <a:pt x="30382" y="26792"/>
                    <a:pt x="31193" y="25980"/>
                  </a:cubicBezTo>
                  <a:cubicBezTo>
                    <a:pt x="32816" y="25168"/>
                    <a:pt x="36061" y="23545"/>
                    <a:pt x="36061" y="23545"/>
                  </a:cubicBezTo>
                  <a:cubicBezTo>
                    <a:pt x="36061" y="23545"/>
                    <a:pt x="42552" y="20297"/>
                    <a:pt x="44175" y="18673"/>
                  </a:cubicBezTo>
                  <a:cubicBezTo>
                    <a:pt x="46608" y="17050"/>
                    <a:pt x="46608" y="16238"/>
                    <a:pt x="47420" y="16238"/>
                  </a:cubicBezTo>
                  <a:cubicBezTo>
                    <a:pt x="47420" y="16238"/>
                    <a:pt x="47420" y="15426"/>
                    <a:pt x="47420" y="16238"/>
                  </a:cubicBezTo>
                  <a:cubicBezTo>
                    <a:pt x="47420" y="16238"/>
                    <a:pt x="48231" y="14614"/>
                    <a:pt x="49042" y="13802"/>
                  </a:cubicBezTo>
                  <a:cubicBezTo>
                    <a:pt x="49042" y="13802"/>
                    <a:pt x="48231" y="13802"/>
                    <a:pt x="48231" y="13802"/>
                  </a:cubicBezTo>
                  <a:cubicBezTo>
                    <a:pt x="46608" y="14614"/>
                    <a:pt x="42552" y="15426"/>
                    <a:pt x="40118" y="16238"/>
                  </a:cubicBezTo>
                  <a:cubicBezTo>
                    <a:pt x="34439" y="18673"/>
                    <a:pt x="28759" y="22733"/>
                    <a:pt x="25514" y="25980"/>
                  </a:cubicBezTo>
                  <a:close/>
                  <a:moveTo>
                    <a:pt x="26326" y="28416"/>
                  </a:moveTo>
                  <a:cubicBezTo>
                    <a:pt x="27137" y="28416"/>
                    <a:pt x="27948" y="26792"/>
                    <a:pt x="27137" y="26792"/>
                  </a:cubicBezTo>
                  <a:cubicBezTo>
                    <a:pt x="27137" y="26792"/>
                    <a:pt x="26326" y="26792"/>
                    <a:pt x="26326" y="26792"/>
                  </a:cubicBezTo>
                  <a:cubicBezTo>
                    <a:pt x="27137" y="26792"/>
                    <a:pt x="26326" y="27604"/>
                    <a:pt x="26326" y="28416"/>
                  </a:cubicBezTo>
                  <a:cubicBezTo>
                    <a:pt x="25514" y="28416"/>
                    <a:pt x="26326" y="28416"/>
                    <a:pt x="26326" y="28416"/>
                  </a:cubicBezTo>
                  <a:close/>
                  <a:moveTo>
                    <a:pt x="52288" y="59267"/>
                  </a:moveTo>
                  <a:cubicBezTo>
                    <a:pt x="53099" y="59267"/>
                    <a:pt x="53910" y="58455"/>
                    <a:pt x="52288" y="59267"/>
                  </a:cubicBezTo>
                  <a:cubicBezTo>
                    <a:pt x="52288" y="58455"/>
                    <a:pt x="52288" y="58455"/>
                    <a:pt x="52288" y="59267"/>
                  </a:cubicBezTo>
                  <a:cubicBezTo>
                    <a:pt x="52288" y="58455"/>
                    <a:pt x="52288" y="59267"/>
                    <a:pt x="52288" y="59267"/>
                  </a:cubicBezTo>
                  <a:close/>
                  <a:moveTo>
                    <a:pt x="53910" y="58455"/>
                  </a:moveTo>
                  <a:cubicBezTo>
                    <a:pt x="53910" y="58455"/>
                    <a:pt x="55533" y="58455"/>
                    <a:pt x="55533" y="57644"/>
                  </a:cubicBezTo>
                  <a:cubicBezTo>
                    <a:pt x="55533" y="57644"/>
                    <a:pt x="55533" y="56832"/>
                    <a:pt x="55533" y="56832"/>
                  </a:cubicBezTo>
                  <a:cubicBezTo>
                    <a:pt x="54722" y="56832"/>
                    <a:pt x="53910" y="58455"/>
                    <a:pt x="53910" y="58455"/>
                  </a:cubicBezTo>
                  <a:close/>
                  <a:moveTo>
                    <a:pt x="73382" y="49525"/>
                  </a:moveTo>
                  <a:cubicBezTo>
                    <a:pt x="74193" y="49525"/>
                    <a:pt x="74193" y="48713"/>
                    <a:pt x="73382" y="49525"/>
                  </a:cubicBezTo>
                  <a:cubicBezTo>
                    <a:pt x="74193" y="48713"/>
                    <a:pt x="73382" y="48713"/>
                    <a:pt x="73382" y="49525"/>
                  </a:cubicBezTo>
                  <a:cubicBezTo>
                    <a:pt x="72571" y="49525"/>
                    <a:pt x="72571" y="49525"/>
                    <a:pt x="73382" y="49525"/>
                  </a:cubicBezTo>
                  <a:close/>
                  <a:moveTo>
                    <a:pt x="81495" y="38158"/>
                  </a:moveTo>
                  <a:cubicBezTo>
                    <a:pt x="81495" y="38158"/>
                    <a:pt x="85551" y="35723"/>
                    <a:pt x="85551" y="35723"/>
                  </a:cubicBezTo>
                  <a:cubicBezTo>
                    <a:pt x="85551" y="35723"/>
                    <a:pt x="84740" y="35723"/>
                    <a:pt x="83118" y="36535"/>
                  </a:cubicBezTo>
                  <a:cubicBezTo>
                    <a:pt x="82306" y="37347"/>
                    <a:pt x="81495" y="37347"/>
                    <a:pt x="81495" y="38158"/>
                  </a:cubicBezTo>
                  <a:close/>
                  <a:moveTo>
                    <a:pt x="92042" y="30851"/>
                  </a:moveTo>
                  <a:cubicBezTo>
                    <a:pt x="92853" y="30040"/>
                    <a:pt x="93665" y="30040"/>
                    <a:pt x="92853" y="30040"/>
                  </a:cubicBezTo>
                  <a:cubicBezTo>
                    <a:pt x="92853" y="30040"/>
                    <a:pt x="92853" y="30040"/>
                    <a:pt x="92042" y="30851"/>
                  </a:cubicBezTo>
                  <a:cubicBezTo>
                    <a:pt x="91231" y="31663"/>
                    <a:pt x="91231" y="31663"/>
                    <a:pt x="92042" y="30851"/>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1" name="Freeform 900">
              <a:extLst>
                <a:ext uri="{FF2B5EF4-FFF2-40B4-BE49-F238E27FC236}">
                  <a16:creationId xmlns:a16="http://schemas.microsoft.com/office/drawing/2014/main" id="{42EAB1E4-B518-3C67-7545-748D9BA35040}"/>
                </a:ext>
              </a:extLst>
            </p:cNvPr>
            <p:cNvSpPr/>
            <p:nvPr/>
          </p:nvSpPr>
          <p:spPr>
            <a:xfrm>
              <a:off x="1617192" y="-1844261"/>
              <a:ext cx="114500" cy="172118"/>
            </a:xfrm>
            <a:custGeom>
              <a:avLst/>
              <a:gdLst>
                <a:gd name="connsiteX0" fmla="*/ 7407 w 114500"/>
                <a:gd name="connsiteY0" fmla="*/ 121782 h 172118"/>
                <a:gd name="connsiteX1" fmla="*/ 18765 w 114500"/>
                <a:gd name="connsiteY1" fmla="*/ 100673 h 172118"/>
                <a:gd name="connsiteX2" fmla="*/ 22822 w 114500"/>
                <a:gd name="connsiteY2" fmla="*/ 93366 h 172118"/>
                <a:gd name="connsiteX3" fmla="*/ 27690 w 114500"/>
                <a:gd name="connsiteY3" fmla="*/ 86871 h 172118"/>
                <a:gd name="connsiteX4" fmla="*/ 28501 w 114500"/>
                <a:gd name="connsiteY4" fmla="*/ 85247 h 172118"/>
                <a:gd name="connsiteX5" fmla="*/ 29312 w 114500"/>
                <a:gd name="connsiteY5" fmla="*/ 83624 h 172118"/>
                <a:gd name="connsiteX6" fmla="*/ 30935 w 114500"/>
                <a:gd name="connsiteY6" fmla="*/ 81188 h 172118"/>
                <a:gd name="connsiteX7" fmla="*/ 33369 w 114500"/>
                <a:gd name="connsiteY7" fmla="*/ 77129 h 172118"/>
                <a:gd name="connsiteX8" fmla="*/ 38237 w 114500"/>
                <a:gd name="connsiteY8" fmla="*/ 69822 h 172118"/>
                <a:gd name="connsiteX9" fmla="*/ 43104 w 114500"/>
                <a:gd name="connsiteY9" fmla="*/ 63327 h 172118"/>
                <a:gd name="connsiteX10" fmla="*/ 46350 w 114500"/>
                <a:gd name="connsiteY10" fmla="*/ 57644 h 172118"/>
                <a:gd name="connsiteX11" fmla="*/ 45538 w 114500"/>
                <a:gd name="connsiteY11" fmla="*/ 57644 h 172118"/>
                <a:gd name="connsiteX12" fmla="*/ 43104 w 114500"/>
                <a:gd name="connsiteY12" fmla="*/ 58455 h 172118"/>
                <a:gd name="connsiteX13" fmla="*/ 39048 w 114500"/>
                <a:gd name="connsiteY13" fmla="*/ 59267 h 172118"/>
                <a:gd name="connsiteX14" fmla="*/ 31746 w 114500"/>
                <a:gd name="connsiteY14" fmla="*/ 60891 h 172118"/>
                <a:gd name="connsiteX15" fmla="*/ 23633 w 114500"/>
                <a:gd name="connsiteY15" fmla="*/ 61703 h 172118"/>
                <a:gd name="connsiteX16" fmla="*/ 15520 w 114500"/>
                <a:gd name="connsiteY16" fmla="*/ 54396 h 172118"/>
                <a:gd name="connsiteX17" fmla="*/ 17142 w 114500"/>
                <a:gd name="connsiteY17" fmla="*/ 53584 h 172118"/>
                <a:gd name="connsiteX18" fmla="*/ 25255 w 114500"/>
                <a:gd name="connsiteY18" fmla="*/ 51960 h 172118"/>
                <a:gd name="connsiteX19" fmla="*/ 54463 w 114500"/>
                <a:gd name="connsiteY19" fmla="*/ 45465 h 172118"/>
                <a:gd name="connsiteX20" fmla="*/ 56897 w 114500"/>
                <a:gd name="connsiteY20" fmla="*/ 43842 h 172118"/>
                <a:gd name="connsiteX21" fmla="*/ 58519 w 114500"/>
                <a:gd name="connsiteY21" fmla="*/ 41406 h 172118"/>
                <a:gd name="connsiteX22" fmla="*/ 60142 w 114500"/>
                <a:gd name="connsiteY22" fmla="*/ 39782 h 172118"/>
                <a:gd name="connsiteX23" fmla="*/ 60142 w 114500"/>
                <a:gd name="connsiteY23" fmla="*/ 38970 h 172118"/>
                <a:gd name="connsiteX24" fmla="*/ 62576 w 114500"/>
                <a:gd name="connsiteY24" fmla="*/ 38158 h 172118"/>
                <a:gd name="connsiteX25" fmla="*/ 61765 w 114500"/>
                <a:gd name="connsiteY25" fmla="*/ 38158 h 172118"/>
                <a:gd name="connsiteX26" fmla="*/ 60953 w 114500"/>
                <a:gd name="connsiteY26" fmla="*/ 38158 h 172118"/>
                <a:gd name="connsiteX27" fmla="*/ 70689 w 114500"/>
                <a:gd name="connsiteY27" fmla="*/ 25168 h 172118"/>
                <a:gd name="connsiteX28" fmla="*/ 73123 w 114500"/>
                <a:gd name="connsiteY28" fmla="*/ 21921 h 172118"/>
                <a:gd name="connsiteX29" fmla="*/ 74746 w 114500"/>
                <a:gd name="connsiteY29" fmla="*/ 20297 h 172118"/>
                <a:gd name="connsiteX30" fmla="*/ 82859 w 114500"/>
                <a:gd name="connsiteY30" fmla="*/ 10554 h 172118"/>
                <a:gd name="connsiteX31" fmla="*/ 95029 w 114500"/>
                <a:gd name="connsiteY31" fmla="*/ 0 h 172118"/>
                <a:gd name="connsiteX32" fmla="*/ 98274 w 114500"/>
                <a:gd name="connsiteY32" fmla="*/ 812 h 172118"/>
                <a:gd name="connsiteX33" fmla="*/ 103142 w 114500"/>
                <a:gd name="connsiteY33" fmla="*/ 6495 h 172118"/>
                <a:gd name="connsiteX34" fmla="*/ 103142 w 114500"/>
                <a:gd name="connsiteY34" fmla="*/ 8931 h 172118"/>
                <a:gd name="connsiteX35" fmla="*/ 102330 w 114500"/>
                <a:gd name="connsiteY35" fmla="*/ 11366 h 172118"/>
                <a:gd name="connsiteX36" fmla="*/ 100708 w 114500"/>
                <a:gd name="connsiteY36" fmla="*/ 14614 h 172118"/>
                <a:gd name="connsiteX37" fmla="*/ 94217 w 114500"/>
                <a:gd name="connsiteY37" fmla="*/ 21921 h 172118"/>
                <a:gd name="connsiteX38" fmla="*/ 87727 w 114500"/>
                <a:gd name="connsiteY38" fmla="*/ 29228 h 172118"/>
                <a:gd name="connsiteX39" fmla="*/ 81236 w 114500"/>
                <a:gd name="connsiteY39" fmla="*/ 36535 h 172118"/>
                <a:gd name="connsiteX40" fmla="*/ 79614 w 114500"/>
                <a:gd name="connsiteY40" fmla="*/ 38970 h 172118"/>
                <a:gd name="connsiteX41" fmla="*/ 77991 w 114500"/>
                <a:gd name="connsiteY41" fmla="*/ 41406 h 172118"/>
                <a:gd name="connsiteX42" fmla="*/ 77991 w 114500"/>
                <a:gd name="connsiteY42" fmla="*/ 42218 h 172118"/>
                <a:gd name="connsiteX43" fmla="*/ 84482 w 114500"/>
                <a:gd name="connsiteY43" fmla="*/ 42218 h 172118"/>
                <a:gd name="connsiteX44" fmla="*/ 109632 w 114500"/>
                <a:gd name="connsiteY44" fmla="*/ 42218 h 172118"/>
                <a:gd name="connsiteX45" fmla="*/ 114500 w 114500"/>
                <a:gd name="connsiteY45" fmla="*/ 44653 h 172118"/>
                <a:gd name="connsiteX46" fmla="*/ 108821 w 114500"/>
                <a:gd name="connsiteY46" fmla="*/ 44653 h 172118"/>
                <a:gd name="connsiteX47" fmla="*/ 88538 w 114500"/>
                <a:gd name="connsiteY47" fmla="*/ 46277 h 172118"/>
                <a:gd name="connsiteX48" fmla="*/ 82047 w 114500"/>
                <a:gd name="connsiteY48" fmla="*/ 47901 h 172118"/>
                <a:gd name="connsiteX49" fmla="*/ 80425 w 114500"/>
                <a:gd name="connsiteY49" fmla="*/ 47901 h 172118"/>
                <a:gd name="connsiteX50" fmla="*/ 77991 w 114500"/>
                <a:gd name="connsiteY50" fmla="*/ 47901 h 172118"/>
                <a:gd name="connsiteX51" fmla="*/ 76368 w 114500"/>
                <a:gd name="connsiteY51" fmla="*/ 48713 h 172118"/>
                <a:gd name="connsiteX52" fmla="*/ 70689 w 114500"/>
                <a:gd name="connsiteY52" fmla="*/ 50337 h 172118"/>
                <a:gd name="connsiteX53" fmla="*/ 69878 w 114500"/>
                <a:gd name="connsiteY53" fmla="*/ 51148 h 172118"/>
                <a:gd name="connsiteX54" fmla="*/ 68255 w 114500"/>
                <a:gd name="connsiteY54" fmla="*/ 52772 h 172118"/>
                <a:gd name="connsiteX55" fmla="*/ 66633 w 114500"/>
                <a:gd name="connsiteY55" fmla="*/ 55208 h 172118"/>
                <a:gd name="connsiteX56" fmla="*/ 62576 w 114500"/>
                <a:gd name="connsiteY56" fmla="*/ 60891 h 172118"/>
                <a:gd name="connsiteX57" fmla="*/ 56897 w 114500"/>
                <a:gd name="connsiteY57" fmla="*/ 68198 h 172118"/>
                <a:gd name="connsiteX58" fmla="*/ 56086 w 114500"/>
                <a:gd name="connsiteY58" fmla="*/ 69010 h 172118"/>
                <a:gd name="connsiteX59" fmla="*/ 52840 w 114500"/>
                <a:gd name="connsiteY59" fmla="*/ 73069 h 172118"/>
                <a:gd name="connsiteX60" fmla="*/ 49595 w 114500"/>
                <a:gd name="connsiteY60" fmla="*/ 77941 h 172118"/>
                <a:gd name="connsiteX61" fmla="*/ 44727 w 114500"/>
                <a:gd name="connsiteY61" fmla="*/ 84436 h 172118"/>
                <a:gd name="connsiteX62" fmla="*/ 40670 w 114500"/>
                <a:gd name="connsiteY62" fmla="*/ 91742 h 172118"/>
                <a:gd name="connsiteX63" fmla="*/ 37425 w 114500"/>
                <a:gd name="connsiteY63" fmla="*/ 97426 h 172118"/>
                <a:gd name="connsiteX64" fmla="*/ 26067 w 114500"/>
                <a:gd name="connsiteY64" fmla="*/ 113663 h 172118"/>
                <a:gd name="connsiteX65" fmla="*/ 26067 w 114500"/>
                <a:gd name="connsiteY65" fmla="*/ 113663 h 172118"/>
                <a:gd name="connsiteX66" fmla="*/ 25255 w 114500"/>
                <a:gd name="connsiteY66" fmla="*/ 116911 h 172118"/>
                <a:gd name="connsiteX67" fmla="*/ 21199 w 114500"/>
                <a:gd name="connsiteY67" fmla="*/ 122594 h 172118"/>
                <a:gd name="connsiteX68" fmla="*/ 21199 w 114500"/>
                <a:gd name="connsiteY68" fmla="*/ 123406 h 172118"/>
                <a:gd name="connsiteX69" fmla="*/ 21199 w 114500"/>
                <a:gd name="connsiteY69" fmla="*/ 125841 h 172118"/>
                <a:gd name="connsiteX70" fmla="*/ 17954 w 114500"/>
                <a:gd name="connsiteY70" fmla="*/ 129089 h 172118"/>
                <a:gd name="connsiteX71" fmla="*/ 17142 w 114500"/>
                <a:gd name="connsiteY71" fmla="*/ 129089 h 172118"/>
                <a:gd name="connsiteX72" fmla="*/ 16331 w 114500"/>
                <a:gd name="connsiteY72" fmla="*/ 129901 h 172118"/>
                <a:gd name="connsiteX73" fmla="*/ 16331 w 114500"/>
                <a:gd name="connsiteY73" fmla="*/ 129901 h 172118"/>
                <a:gd name="connsiteX74" fmla="*/ 15520 w 114500"/>
                <a:gd name="connsiteY74" fmla="*/ 129089 h 172118"/>
                <a:gd name="connsiteX75" fmla="*/ 13897 w 114500"/>
                <a:gd name="connsiteY75" fmla="*/ 130713 h 172118"/>
                <a:gd name="connsiteX76" fmla="*/ 13086 w 114500"/>
                <a:gd name="connsiteY76" fmla="*/ 133148 h 172118"/>
                <a:gd name="connsiteX77" fmla="*/ 13897 w 114500"/>
                <a:gd name="connsiteY77" fmla="*/ 132337 h 172118"/>
                <a:gd name="connsiteX78" fmla="*/ 14708 w 114500"/>
                <a:gd name="connsiteY78" fmla="*/ 131525 h 172118"/>
                <a:gd name="connsiteX79" fmla="*/ 15520 w 114500"/>
                <a:gd name="connsiteY79" fmla="*/ 130713 h 172118"/>
                <a:gd name="connsiteX80" fmla="*/ 16331 w 114500"/>
                <a:gd name="connsiteY80" fmla="*/ 129901 h 172118"/>
                <a:gd name="connsiteX81" fmla="*/ 17142 w 114500"/>
                <a:gd name="connsiteY81" fmla="*/ 130713 h 172118"/>
                <a:gd name="connsiteX82" fmla="*/ 17142 w 114500"/>
                <a:gd name="connsiteY82" fmla="*/ 132337 h 172118"/>
                <a:gd name="connsiteX83" fmla="*/ 16331 w 114500"/>
                <a:gd name="connsiteY83" fmla="*/ 133960 h 172118"/>
                <a:gd name="connsiteX84" fmla="*/ 16331 w 114500"/>
                <a:gd name="connsiteY84" fmla="*/ 136396 h 172118"/>
                <a:gd name="connsiteX85" fmla="*/ 15520 w 114500"/>
                <a:gd name="connsiteY85" fmla="*/ 138832 h 172118"/>
                <a:gd name="connsiteX86" fmla="*/ 12274 w 114500"/>
                <a:gd name="connsiteY86" fmla="*/ 149386 h 172118"/>
                <a:gd name="connsiteX87" fmla="*/ 10652 w 114500"/>
                <a:gd name="connsiteY87" fmla="*/ 152634 h 172118"/>
                <a:gd name="connsiteX88" fmla="*/ 9840 w 114500"/>
                <a:gd name="connsiteY88" fmla="*/ 154257 h 172118"/>
                <a:gd name="connsiteX89" fmla="*/ 10652 w 114500"/>
                <a:gd name="connsiteY89" fmla="*/ 155881 h 172118"/>
                <a:gd name="connsiteX90" fmla="*/ 10652 w 114500"/>
                <a:gd name="connsiteY90" fmla="*/ 156693 h 172118"/>
                <a:gd name="connsiteX91" fmla="*/ 11463 w 114500"/>
                <a:gd name="connsiteY91" fmla="*/ 164000 h 172118"/>
                <a:gd name="connsiteX92" fmla="*/ 17142 w 114500"/>
                <a:gd name="connsiteY92" fmla="*/ 170495 h 172118"/>
                <a:gd name="connsiteX93" fmla="*/ 17142 w 114500"/>
                <a:gd name="connsiteY93" fmla="*/ 172119 h 172118"/>
                <a:gd name="connsiteX94" fmla="*/ 6595 w 114500"/>
                <a:gd name="connsiteY94" fmla="*/ 167247 h 172118"/>
                <a:gd name="connsiteX95" fmla="*/ 7407 w 114500"/>
                <a:gd name="connsiteY95" fmla="*/ 121782 h 172118"/>
                <a:gd name="connsiteX96" fmla="*/ 6595 w 114500"/>
                <a:gd name="connsiteY96" fmla="*/ 131525 h 172118"/>
                <a:gd name="connsiteX97" fmla="*/ 7407 w 114500"/>
                <a:gd name="connsiteY97" fmla="*/ 129901 h 172118"/>
                <a:gd name="connsiteX98" fmla="*/ 6595 w 114500"/>
                <a:gd name="connsiteY98" fmla="*/ 129089 h 172118"/>
                <a:gd name="connsiteX99" fmla="*/ 6595 w 114500"/>
                <a:gd name="connsiteY99" fmla="*/ 131525 h 172118"/>
                <a:gd name="connsiteX100" fmla="*/ 9840 w 114500"/>
                <a:gd name="connsiteY100" fmla="*/ 153445 h 172118"/>
                <a:gd name="connsiteX101" fmla="*/ 10652 w 114500"/>
                <a:gd name="connsiteY101" fmla="*/ 151010 h 172118"/>
                <a:gd name="connsiteX102" fmla="*/ 11463 w 114500"/>
                <a:gd name="connsiteY102" fmla="*/ 146950 h 172118"/>
                <a:gd name="connsiteX103" fmla="*/ 11463 w 114500"/>
                <a:gd name="connsiteY103" fmla="*/ 142891 h 172118"/>
                <a:gd name="connsiteX104" fmla="*/ 9840 w 114500"/>
                <a:gd name="connsiteY104" fmla="*/ 149386 h 172118"/>
                <a:gd name="connsiteX105" fmla="*/ 9840 w 114500"/>
                <a:gd name="connsiteY105" fmla="*/ 152634 h 172118"/>
                <a:gd name="connsiteX106" fmla="*/ 9840 w 114500"/>
                <a:gd name="connsiteY106" fmla="*/ 153445 h 172118"/>
                <a:gd name="connsiteX107" fmla="*/ 10652 w 114500"/>
                <a:gd name="connsiteY107" fmla="*/ 121782 h 172118"/>
                <a:gd name="connsiteX108" fmla="*/ 12274 w 114500"/>
                <a:gd name="connsiteY108" fmla="*/ 120970 h 172118"/>
                <a:gd name="connsiteX109" fmla="*/ 11463 w 114500"/>
                <a:gd name="connsiteY109" fmla="*/ 120158 h 172118"/>
                <a:gd name="connsiteX110" fmla="*/ 11463 w 114500"/>
                <a:gd name="connsiteY110" fmla="*/ 120158 h 172118"/>
                <a:gd name="connsiteX111" fmla="*/ 10652 w 114500"/>
                <a:gd name="connsiteY111" fmla="*/ 121782 h 172118"/>
                <a:gd name="connsiteX112" fmla="*/ 10652 w 114500"/>
                <a:gd name="connsiteY112" fmla="*/ 121782 h 172118"/>
                <a:gd name="connsiteX113" fmla="*/ 13086 w 114500"/>
                <a:gd name="connsiteY113" fmla="*/ 138832 h 172118"/>
                <a:gd name="connsiteX114" fmla="*/ 13897 w 114500"/>
                <a:gd name="connsiteY114" fmla="*/ 136396 h 172118"/>
                <a:gd name="connsiteX115" fmla="*/ 13086 w 114500"/>
                <a:gd name="connsiteY115" fmla="*/ 138832 h 172118"/>
                <a:gd name="connsiteX116" fmla="*/ 13086 w 114500"/>
                <a:gd name="connsiteY116" fmla="*/ 138832 h 172118"/>
                <a:gd name="connsiteX117" fmla="*/ 13086 w 114500"/>
                <a:gd name="connsiteY117" fmla="*/ 127465 h 172118"/>
                <a:gd name="connsiteX118" fmla="*/ 13897 w 114500"/>
                <a:gd name="connsiteY118" fmla="*/ 125841 h 172118"/>
                <a:gd name="connsiteX119" fmla="*/ 13086 w 114500"/>
                <a:gd name="connsiteY119" fmla="*/ 126653 h 172118"/>
                <a:gd name="connsiteX120" fmla="*/ 13086 w 114500"/>
                <a:gd name="connsiteY120" fmla="*/ 127465 h 172118"/>
                <a:gd name="connsiteX121" fmla="*/ 13897 w 114500"/>
                <a:gd name="connsiteY121" fmla="*/ 116911 h 172118"/>
                <a:gd name="connsiteX122" fmla="*/ 13897 w 114500"/>
                <a:gd name="connsiteY122" fmla="*/ 115287 h 172118"/>
                <a:gd name="connsiteX123" fmla="*/ 13897 w 114500"/>
                <a:gd name="connsiteY123" fmla="*/ 116911 h 172118"/>
                <a:gd name="connsiteX124" fmla="*/ 13897 w 114500"/>
                <a:gd name="connsiteY124" fmla="*/ 116911 h 172118"/>
                <a:gd name="connsiteX125" fmla="*/ 13897 w 114500"/>
                <a:gd name="connsiteY125" fmla="*/ 123406 h 172118"/>
                <a:gd name="connsiteX126" fmla="*/ 15520 w 114500"/>
                <a:gd name="connsiteY126" fmla="*/ 122594 h 172118"/>
                <a:gd name="connsiteX127" fmla="*/ 16331 w 114500"/>
                <a:gd name="connsiteY127" fmla="*/ 120158 h 172118"/>
                <a:gd name="connsiteX128" fmla="*/ 14708 w 114500"/>
                <a:gd name="connsiteY128" fmla="*/ 122594 h 172118"/>
                <a:gd name="connsiteX129" fmla="*/ 13897 w 114500"/>
                <a:gd name="connsiteY129" fmla="*/ 123406 h 172118"/>
                <a:gd name="connsiteX130" fmla="*/ 13897 w 114500"/>
                <a:gd name="connsiteY130" fmla="*/ 123406 h 172118"/>
                <a:gd name="connsiteX131" fmla="*/ 14708 w 114500"/>
                <a:gd name="connsiteY131" fmla="*/ 138832 h 172118"/>
                <a:gd name="connsiteX132" fmla="*/ 14708 w 114500"/>
                <a:gd name="connsiteY132" fmla="*/ 138832 h 172118"/>
                <a:gd name="connsiteX133" fmla="*/ 14708 w 114500"/>
                <a:gd name="connsiteY133" fmla="*/ 138020 h 172118"/>
                <a:gd name="connsiteX134" fmla="*/ 14708 w 114500"/>
                <a:gd name="connsiteY134" fmla="*/ 138832 h 172118"/>
                <a:gd name="connsiteX135" fmla="*/ 14708 w 114500"/>
                <a:gd name="connsiteY135" fmla="*/ 138832 h 172118"/>
                <a:gd name="connsiteX136" fmla="*/ 17954 w 114500"/>
                <a:gd name="connsiteY136" fmla="*/ 108792 h 172118"/>
                <a:gd name="connsiteX137" fmla="*/ 17954 w 114500"/>
                <a:gd name="connsiteY137" fmla="*/ 108792 h 172118"/>
                <a:gd name="connsiteX138" fmla="*/ 17954 w 114500"/>
                <a:gd name="connsiteY138" fmla="*/ 108792 h 172118"/>
                <a:gd name="connsiteX139" fmla="*/ 17954 w 114500"/>
                <a:gd name="connsiteY139" fmla="*/ 108792 h 172118"/>
                <a:gd name="connsiteX140" fmla="*/ 17954 w 114500"/>
                <a:gd name="connsiteY140" fmla="*/ 108792 h 172118"/>
                <a:gd name="connsiteX141" fmla="*/ 17954 w 114500"/>
                <a:gd name="connsiteY141" fmla="*/ 128277 h 172118"/>
                <a:gd name="connsiteX142" fmla="*/ 20387 w 114500"/>
                <a:gd name="connsiteY142" fmla="*/ 124218 h 172118"/>
                <a:gd name="connsiteX143" fmla="*/ 21199 w 114500"/>
                <a:gd name="connsiteY143" fmla="*/ 123406 h 172118"/>
                <a:gd name="connsiteX144" fmla="*/ 22010 w 114500"/>
                <a:gd name="connsiteY144" fmla="*/ 123406 h 172118"/>
                <a:gd name="connsiteX145" fmla="*/ 21199 w 114500"/>
                <a:gd name="connsiteY145" fmla="*/ 123406 h 172118"/>
                <a:gd name="connsiteX146" fmla="*/ 20387 w 114500"/>
                <a:gd name="connsiteY146" fmla="*/ 124218 h 172118"/>
                <a:gd name="connsiteX147" fmla="*/ 20387 w 114500"/>
                <a:gd name="connsiteY147" fmla="*/ 125030 h 172118"/>
                <a:gd name="connsiteX148" fmla="*/ 19576 w 114500"/>
                <a:gd name="connsiteY148" fmla="*/ 125841 h 172118"/>
                <a:gd name="connsiteX149" fmla="*/ 17954 w 114500"/>
                <a:gd name="connsiteY149" fmla="*/ 128277 h 172118"/>
                <a:gd name="connsiteX150" fmla="*/ 17954 w 114500"/>
                <a:gd name="connsiteY150" fmla="*/ 128277 h 172118"/>
                <a:gd name="connsiteX151" fmla="*/ 18765 w 114500"/>
                <a:gd name="connsiteY151" fmla="*/ 106356 h 172118"/>
                <a:gd name="connsiteX152" fmla="*/ 19576 w 114500"/>
                <a:gd name="connsiteY152" fmla="*/ 106356 h 172118"/>
                <a:gd name="connsiteX153" fmla="*/ 20387 w 114500"/>
                <a:gd name="connsiteY153" fmla="*/ 104733 h 172118"/>
                <a:gd name="connsiteX154" fmla="*/ 19576 w 114500"/>
                <a:gd name="connsiteY154" fmla="*/ 104733 h 172118"/>
                <a:gd name="connsiteX155" fmla="*/ 18765 w 114500"/>
                <a:gd name="connsiteY155" fmla="*/ 106356 h 172118"/>
                <a:gd name="connsiteX156" fmla="*/ 18765 w 114500"/>
                <a:gd name="connsiteY156" fmla="*/ 113663 h 172118"/>
                <a:gd name="connsiteX157" fmla="*/ 18765 w 114500"/>
                <a:gd name="connsiteY157" fmla="*/ 113663 h 172118"/>
                <a:gd name="connsiteX158" fmla="*/ 18765 w 114500"/>
                <a:gd name="connsiteY158" fmla="*/ 113663 h 172118"/>
                <a:gd name="connsiteX159" fmla="*/ 18765 w 114500"/>
                <a:gd name="connsiteY159" fmla="*/ 113663 h 172118"/>
                <a:gd name="connsiteX160" fmla="*/ 20387 w 114500"/>
                <a:gd name="connsiteY160" fmla="*/ 103109 h 172118"/>
                <a:gd name="connsiteX161" fmla="*/ 22822 w 114500"/>
                <a:gd name="connsiteY161" fmla="*/ 99861 h 172118"/>
                <a:gd name="connsiteX162" fmla="*/ 22010 w 114500"/>
                <a:gd name="connsiteY162" fmla="*/ 100673 h 172118"/>
                <a:gd name="connsiteX163" fmla="*/ 21199 w 114500"/>
                <a:gd name="connsiteY163" fmla="*/ 100673 h 172118"/>
                <a:gd name="connsiteX164" fmla="*/ 19576 w 114500"/>
                <a:gd name="connsiteY164" fmla="*/ 101485 h 172118"/>
                <a:gd name="connsiteX165" fmla="*/ 20387 w 114500"/>
                <a:gd name="connsiteY165" fmla="*/ 103109 h 172118"/>
                <a:gd name="connsiteX166" fmla="*/ 21199 w 114500"/>
                <a:gd name="connsiteY166" fmla="*/ 120158 h 172118"/>
                <a:gd name="connsiteX167" fmla="*/ 22010 w 114500"/>
                <a:gd name="connsiteY167" fmla="*/ 119346 h 172118"/>
                <a:gd name="connsiteX168" fmla="*/ 21199 w 114500"/>
                <a:gd name="connsiteY168" fmla="*/ 120158 h 172118"/>
                <a:gd name="connsiteX169" fmla="*/ 21199 w 114500"/>
                <a:gd name="connsiteY169" fmla="*/ 120158 h 172118"/>
                <a:gd name="connsiteX170" fmla="*/ 21199 w 114500"/>
                <a:gd name="connsiteY170" fmla="*/ 120158 h 172118"/>
                <a:gd name="connsiteX171" fmla="*/ 21199 w 114500"/>
                <a:gd name="connsiteY171" fmla="*/ 120158 h 172118"/>
                <a:gd name="connsiteX172" fmla="*/ 21199 w 114500"/>
                <a:gd name="connsiteY172" fmla="*/ 116099 h 172118"/>
                <a:gd name="connsiteX173" fmla="*/ 22010 w 114500"/>
                <a:gd name="connsiteY173" fmla="*/ 116911 h 172118"/>
                <a:gd name="connsiteX174" fmla="*/ 22822 w 114500"/>
                <a:gd name="connsiteY174" fmla="*/ 117723 h 172118"/>
                <a:gd name="connsiteX175" fmla="*/ 23633 w 114500"/>
                <a:gd name="connsiteY175" fmla="*/ 117723 h 172118"/>
                <a:gd name="connsiteX176" fmla="*/ 24444 w 114500"/>
                <a:gd name="connsiteY176" fmla="*/ 118535 h 172118"/>
                <a:gd name="connsiteX177" fmla="*/ 23633 w 114500"/>
                <a:gd name="connsiteY177" fmla="*/ 116911 h 172118"/>
                <a:gd name="connsiteX178" fmla="*/ 21199 w 114500"/>
                <a:gd name="connsiteY178" fmla="*/ 116099 h 172118"/>
                <a:gd name="connsiteX179" fmla="*/ 21199 w 114500"/>
                <a:gd name="connsiteY179" fmla="*/ 116099 h 172118"/>
                <a:gd name="connsiteX180" fmla="*/ 21199 w 114500"/>
                <a:gd name="connsiteY180" fmla="*/ 111228 h 172118"/>
                <a:gd name="connsiteX181" fmla="*/ 21199 w 114500"/>
                <a:gd name="connsiteY181" fmla="*/ 111228 h 172118"/>
                <a:gd name="connsiteX182" fmla="*/ 22010 w 114500"/>
                <a:gd name="connsiteY182" fmla="*/ 109604 h 172118"/>
                <a:gd name="connsiteX183" fmla="*/ 21199 w 114500"/>
                <a:gd name="connsiteY183" fmla="*/ 111228 h 172118"/>
                <a:gd name="connsiteX184" fmla="*/ 21199 w 114500"/>
                <a:gd name="connsiteY184" fmla="*/ 111228 h 172118"/>
                <a:gd name="connsiteX185" fmla="*/ 22010 w 114500"/>
                <a:gd name="connsiteY185" fmla="*/ 99049 h 172118"/>
                <a:gd name="connsiteX186" fmla="*/ 22010 w 114500"/>
                <a:gd name="connsiteY186" fmla="*/ 99049 h 172118"/>
                <a:gd name="connsiteX187" fmla="*/ 22822 w 114500"/>
                <a:gd name="connsiteY187" fmla="*/ 99049 h 172118"/>
                <a:gd name="connsiteX188" fmla="*/ 22010 w 114500"/>
                <a:gd name="connsiteY188" fmla="*/ 99049 h 172118"/>
                <a:gd name="connsiteX189" fmla="*/ 22010 w 114500"/>
                <a:gd name="connsiteY189" fmla="*/ 99049 h 172118"/>
                <a:gd name="connsiteX190" fmla="*/ 22010 w 114500"/>
                <a:gd name="connsiteY190" fmla="*/ 113663 h 172118"/>
                <a:gd name="connsiteX191" fmla="*/ 22010 w 114500"/>
                <a:gd name="connsiteY191" fmla="*/ 113663 h 172118"/>
                <a:gd name="connsiteX192" fmla="*/ 24444 w 114500"/>
                <a:gd name="connsiteY192" fmla="*/ 113663 h 172118"/>
                <a:gd name="connsiteX193" fmla="*/ 25255 w 114500"/>
                <a:gd name="connsiteY193" fmla="*/ 114475 h 172118"/>
                <a:gd name="connsiteX194" fmla="*/ 26067 w 114500"/>
                <a:gd name="connsiteY194" fmla="*/ 113663 h 172118"/>
                <a:gd name="connsiteX195" fmla="*/ 26067 w 114500"/>
                <a:gd name="connsiteY195" fmla="*/ 112851 h 172118"/>
                <a:gd name="connsiteX196" fmla="*/ 24444 w 114500"/>
                <a:gd name="connsiteY196" fmla="*/ 112039 h 172118"/>
                <a:gd name="connsiteX197" fmla="*/ 24444 w 114500"/>
                <a:gd name="connsiteY197" fmla="*/ 111228 h 172118"/>
                <a:gd name="connsiteX198" fmla="*/ 22010 w 114500"/>
                <a:gd name="connsiteY198" fmla="*/ 113663 h 172118"/>
                <a:gd name="connsiteX199" fmla="*/ 22822 w 114500"/>
                <a:gd name="connsiteY199" fmla="*/ 98238 h 172118"/>
                <a:gd name="connsiteX200" fmla="*/ 24444 w 114500"/>
                <a:gd name="connsiteY200" fmla="*/ 97426 h 172118"/>
                <a:gd name="connsiteX201" fmla="*/ 25255 w 114500"/>
                <a:gd name="connsiteY201" fmla="*/ 96614 h 172118"/>
                <a:gd name="connsiteX202" fmla="*/ 25255 w 114500"/>
                <a:gd name="connsiteY202" fmla="*/ 96614 h 172118"/>
                <a:gd name="connsiteX203" fmla="*/ 24444 w 114500"/>
                <a:gd name="connsiteY203" fmla="*/ 96614 h 172118"/>
                <a:gd name="connsiteX204" fmla="*/ 22822 w 114500"/>
                <a:gd name="connsiteY204" fmla="*/ 96614 h 172118"/>
                <a:gd name="connsiteX205" fmla="*/ 22822 w 114500"/>
                <a:gd name="connsiteY205" fmla="*/ 98238 h 172118"/>
                <a:gd name="connsiteX206" fmla="*/ 22822 w 114500"/>
                <a:gd name="connsiteY206" fmla="*/ 107980 h 172118"/>
                <a:gd name="connsiteX207" fmla="*/ 22822 w 114500"/>
                <a:gd name="connsiteY207" fmla="*/ 107980 h 172118"/>
                <a:gd name="connsiteX208" fmla="*/ 23633 w 114500"/>
                <a:gd name="connsiteY208" fmla="*/ 107168 h 172118"/>
                <a:gd name="connsiteX209" fmla="*/ 22822 w 114500"/>
                <a:gd name="connsiteY209" fmla="*/ 107980 h 172118"/>
                <a:gd name="connsiteX210" fmla="*/ 22822 w 114500"/>
                <a:gd name="connsiteY210" fmla="*/ 107980 h 172118"/>
                <a:gd name="connsiteX211" fmla="*/ 23633 w 114500"/>
                <a:gd name="connsiteY211" fmla="*/ 95802 h 172118"/>
                <a:gd name="connsiteX212" fmla="*/ 24444 w 114500"/>
                <a:gd name="connsiteY212" fmla="*/ 95802 h 172118"/>
                <a:gd name="connsiteX213" fmla="*/ 25255 w 114500"/>
                <a:gd name="connsiteY213" fmla="*/ 95802 h 172118"/>
                <a:gd name="connsiteX214" fmla="*/ 26067 w 114500"/>
                <a:gd name="connsiteY214" fmla="*/ 94990 h 172118"/>
                <a:gd name="connsiteX215" fmla="*/ 26067 w 114500"/>
                <a:gd name="connsiteY215" fmla="*/ 94178 h 172118"/>
                <a:gd name="connsiteX216" fmla="*/ 25255 w 114500"/>
                <a:gd name="connsiteY216" fmla="*/ 93366 h 172118"/>
                <a:gd name="connsiteX217" fmla="*/ 26067 w 114500"/>
                <a:gd name="connsiteY217" fmla="*/ 92554 h 172118"/>
                <a:gd name="connsiteX218" fmla="*/ 27690 w 114500"/>
                <a:gd name="connsiteY218" fmla="*/ 92554 h 172118"/>
                <a:gd name="connsiteX219" fmla="*/ 28501 w 114500"/>
                <a:gd name="connsiteY219" fmla="*/ 91742 h 172118"/>
                <a:gd name="connsiteX220" fmla="*/ 28501 w 114500"/>
                <a:gd name="connsiteY220" fmla="*/ 90931 h 172118"/>
                <a:gd name="connsiteX221" fmla="*/ 28501 w 114500"/>
                <a:gd name="connsiteY221" fmla="*/ 88495 h 172118"/>
                <a:gd name="connsiteX222" fmla="*/ 28501 w 114500"/>
                <a:gd name="connsiteY222" fmla="*/ 87683 h 172118"/>
                <a:gd name="connsiteX223" fmla="*/ 30123 w 114500"/>
                <a:gd name="connsiteY223" fmla="*/ 87683 h 172118"/>
                <a:gd name="connsiteX224" fmla="*/ 30123 w 114500"/>
                <a:gd name="connsiteY224" fmla="*/ 85247 h 172118"/>
                <a:gd name="connsiteX225" fmla="*/ 30935 w 114500"/>
                <a:gd name="connsiteY225" fmla="*/ 85247 h 172118"/>
                <a:gd name="connsiteX226" fmla="*/ 31746 w 114500"/>
                <a:gd name="connsiteY226" fmla="*/ 85247 h 172118"/>
                <a:gd name="connsiteX227" fmla="*/ 30935 w 114500"/>
                <a:gd name="connsiteY227" fmla="*/ 84436 h 172118"/>
                <a:gd name="connsiteX228" fmla="*/ 30123 w 114500"/>
                <a:gd name="connsiteY228" fmla="*/ 84436 h 172118"/>
                <a:gd name="connsiteX229" fmla="*/ 31746 w 114500"/>
                <a:gd name="connsiteY229" fmla="*/ 84436 h 172118"/>
                <a:gd name="connsiteX230" fmla="*/ 33369 w 114500"/>
                <a:gd name="connsiteY230" fmla="*/ 83624 h 172118"/>
                <a:gd name="connsiteX231" fmla="*/ 34180 w 114500"/>
                <a:gd name="connsiteY231" fmla="*/ 82000 h 172118"/>
                <a:gd name="connsiteX232" fmla="*/ 34991 w 114500"/>
                <a:gd name="connsiteY232" fmla="*/ 80376 h 172118"/>
                <a:gd name="connsiteX233" fmla="*/ 35803 w 114500"/>
                <a:gd name="connsiteY233" fmla="*/ 79564 h 172118"/>
                <a:gd name="connsiteX234" fmla="*/ 36614 w 114500"/>
                <a:gd name="connsiteY234" fmla="*/ 77941 h 172118"/>
                <a:gd name="connsiteX235" fmla="*/ 37425 w 114500"/>
                <a:gd name="connsiteY235" fmla="*/ 76317 h 172118"/>
                <a:gd name="connsiteX236" fmla="*/ 37425 w 114500"/>
                <a:gd name="connsiteY236" fmla="*/ 74693 h 172118"/>
                <a:gd name="connsiteX237" fmla="*/ 34991 w 114500"/>
                <a:gd name="connsiteY237" fmla="*/ 76317 h 172118"/>
                <a:gd name="connsiteX238" fmla="*/ 33369 w 114500"/>
                <a:gd name="connsiteY238" fmla="*/ 78752 h 172118"/>
                <a:gd name="connsiteX239" fmla="*/ 32557 w 114500"/>
                <a:gd name="connsiteY239" fmla="*/ 80376 h 172118"/>
                <a:gd name="connsiteX240" fmla="*/ 32557 w 114500"/>
                <a:gd name="connsiteY240" fmla="*/ 80376 h 172118"/>
                <a:gd name="connsiteX241" fmla="*/ 33369 w 114500"/>
                <a:gd name="connsiteY241" fmla="*/ 79564 h 172118"/>
                <a:gd name="connsiteX242" fmla="*/ 32557 w 114500"/>
                <a:gd name="connsiteY242" fmla="*/ 79564 h 172118"/>
                <a:gd name="connsiteX243" fmla="*/ 32557 w 114500"/>
                <a:gd name="connsiteY243" fmla="*/ 81188 h 172118"/>
                <a:gd name="connsiteX244" fmla="*/ 32557 w 114500"/>
                <a:gd name="connsiteY244" fmla="*/ 82812 h 172118"/>
                <a:gd name="connsiteX245" fmla="*/ 31746 w 114500"/>
                <a:gd name="connsiteY245" fmla="*/ 82812 h 172118"/>
                <a:gd name="connsiteX246" fmla="*/ 31746 w 114500"/>
                <a:gd name="connsiteY246" fmla="*/ 82000 h 172118"/>
                <a:gd name="connsiteX247" fmla="*/ 29312 w 114500"/>
                <a:gd name="connsiteY247" fmla="*/ 86871 h 172118"/>
                <a:gd name="connsiteX248" fmla="*/ 29312 w 114500"/>
                <a:gd name="connsiteY248" fmla="*/ 86871 h 172118"/>
                <a:gd name="connsiteX249" fmla="*/ 27690 w 114500"/>
                <a:gd name="connsiteY249" fmla="*/ 88495 h 172118"/>
                <a:gd name="connsiteX250" fmla="*/ 26878 w 114500"/>
                <a:gd name="connsiteY250" fmla="*/ 90119 h 172118"/>
                <a:gd name="connsiteX251" fmla="*/ 23633 w 114500"/>
                <a:gd name="connsiteY251" fmla="*/ 95802 h 172118"/>
                <a:gd name="connsiteX252" fmla="*/ 24444 w 114500"/>
                <a:gd name="connsiteY252" fmla="*/ 104733 h 172118"/>
                <a:gd name="connsiteX253" fmla="*/ 26067 w 114500"/>
                <a:gd name="connsiteY253" fmla="*/ 103109 h 172118"/>
                <a:gd name="connsiteX254" fmla="*/ 25255 w 114500"/>
                <a:gd name="connsiteY254" fmla="*/ 103109 h 172118"/>
                <a:gd name="connsiteX255" fmla="*/ 24444 w 114500"/>
                <a:gd name="connsiteY255" fmla="*/ 104733 h 172118"/>
                <a:gd name="connsiteX256" fmla="*/ 25255 w 114500"/>
                <a:gd name="connsiteY256" fmla="*/ 102297 h 172118"/>
                <a:gd name="connsiteX257" fmla="*/ 25255 w 114500"/>
                <a:gd name="connsiteY257" fmla="*/ 102297 h 172118"/>
                <a:gd name="connsiteX258" fmla="*/ 26878 w 114500"/>
                <a:gd name="connsiteY258" fmla="*/ 102297 h 172118"/>
                <a:gd name="connsiteX259" fmla="*/ 25255 w 114500"/>
                <a:gd name="connsiteY259" fmla="*/ 102297 h 172118"/>
                <a:gd name="connsiteX260" fmla="*/ 25255 w 114500"/>
                <a:gd name="connsiteY260" fmla="*/ 102297 h 172118"/>
                <a:gd name="connsiteX261" fmla="*/ 25255 w 114500"/>
                <a:gd name="connsiteY261" fmla="*/ 107168 h 172118"/>
                <a:gd name="connsiteX262" fmla="*/ 25255 w 114500"/>
                <a:gd name="connsiteY262" fmla="*/ 107168 h 172118"/>
                <a:gd name="connsiteX263" fmla="*/ 26067 w 114500"/>
                <a:gd name="connsiteY263" fmla="*/ 107168 h 172118"/>
                <a:gd name="connsiteX264" fmla="*/ 25255 w 114500"/>
                <a:gd name="connsiteY264" fmla="*/ 107168 h 172118"/>
                <a:gd name="connsiteX265" fmla="*/ 25255 w 114500"/>
                <a:gd name="connsiteY265" fmla="*/ 107168 h 172118"/>
                <a:gd name="connsiteX266" fmla="*/ 26067 w 114500"/>
                <a:gd name="connsiteY266" fmla="*/ 110416 h 172118"/>
                <a:gd name="connsiteX267" fmla="*/ 26067 w 114500"/>
                <a:gd name="connsiteY267" fmla="*/ 111228 h 172118"/>
                <a:gd name="connsiteX268" fmla="*/ 26067 w 114500"/>
                <a:gd name="connsiteY268" fmla="*/ 112039 h 172118"/>
                <a:gd name="connsiteX269" fmla="*/ 26878 w 114500"/>
                <a:gd name="connsiteY269" fmla="*/ 110416 h 172118"/>
                <a:gd name="connsiteX270" fmla="*/ 26067 w 114500"/>
                <a:gd name="connsiteY270" fmla="*/ 110416 h 172118"/>
                <a:gd name="connsiteX271" fmla="*/ 26067 w 114500"/>
                <a:gd name="connsiteY271" fmla="*/ 110416 h 172118"/>
                <a:gd name="connsiteX272" fmla="*/ 27690 w 114500"/>
                <a:gd name="connsiteY272" fmla="*/ 100673 h 172118"/>
                <a:gd name="connsiteX273" fmla="*/ 27690 w 114500"/>
                <a:gd name="connsiteY273" fmla="*/ 100673 h 172118"/>
                <a:gd name="connsiteX274" fmla="*/ 27690 w 114500"/>
                <a:gd name="connsiteY274" fmla="*/ 100673 h 172118"/>
                <a:gd name="connsiteX275" fmla="*/ 27690 w 114500"/>
                <a:gd name="connsiteY275" fmla="*/ 100673 h 172118"/>
                <a:gd name="connsiteX276" fmla="*/ 27690 w 114500"/>
                <a:gd name="connsiteY276" fmla="*/ 100673 h 172118"/>
                <a:gd name="connsiteX277" fmla="*/ 27690 w 114500"/>
                <a:gd name="connsiteY277" fmla="*/ 107980 h 172118"/>
                <a:gd name="connsiteX278" fmla="*/ 27690 w 114500"/>
                <a:gd name="connsiteY278" fmla="*/ 107980 h 172118"/>
                <a:gd name="connsiteX279" fmla="*/ 27690 w 114500"/>
                <a:gd name="connsiteY279" fmla="*/ 107168 h 172118"/>
                <a:gd name="connsiteX280" fmla="*/ 27690 w 114500"/>
                <a:gd name="connsiteY280" fmla="*/ 107980 h 172118"/>
                <a:gd name="connsiteX281" fmla="*/ 27690 w 114500"/>
                <a:gd name="connsiteY281" fmla="*/ 107980 h 172118"/>
                <a:gd name="connsiteX282" fmla="*/ 27690 w 114500"/>
                <a:gd name="connsiteY282" fmla="*/ 103921 h 172118"/>
                <a:gd name="connsiteX283" fmla="*/ 28501 w 114500"/>
                <a:gd name="connsiteY283" fmla="*/ 102297 h 172118"/>
                <a:gd name="connsiteX284" fmla="*/ 28501 w 114500"/>
                <a:gd name="connsiteY284" fmla="*/ 102297 h 172118"/>
                <a:gd name="connsiteX285" fmla="*/ 27690 w 114500"/>
                <a:gd name="connsiteY285" fmla="*/ 103109 h 172118"/>
                <a:gd name="connsiteX286" fmla="*/ 27690 w 114500"/>
                <a:gd name="connsiteY286" fmla="*/ 103921 h 172118"/>
                <a:gd name="connsiteX287" fmla="*/ 27690 w 114500"/>
                <a:gd name="connsiteY287" fmla="*/ 103921 h 172118"/>
                <a:gd name="connsiteX288" fmla="*/ 30123 w 114500"/>
                <a:gd name="connsiteY288" fmla="*/ 101485 h 172118"/>
                <a:gd name="connsiteX289" fmla="*/ 31746 w 114500"/>
                <a:gd name="connsiteY289" fmla="*/ 101485 h 172118"/>
                <a:gd name="connsiteX290" fmla="*/ 31746 w 114500"/>
                <a:gd name="connsiteY290" fmla="*/ 100673 h 172118"/>
                <a:gd name="connsiteX291" fmla="*/ 30935 w 114500"/>
                <a:gd name="connsiteY291" fmla="*/ 99861 h 172118"/>
                <a:gd name="connsiteX292" fmla="*/ 31746 w 114500"/>
                <a:gd name="connsiteY292" fmla="*/ 99049 h 172118"/>
                <a:gd name="connsiteX293" fmla="*/ 32557 w 114500"/>
                <a:gd name="connsiteY293" fmla="*/ 98238 h 172118"/>
                <a:gd name="connsiteX294" fmla="*/ 30123 w 114500"/>
                <a:gd name="connsiteY294" fmla="*/ 99861 h 172118"/>
                <a:gd name="connsiteX295" fmla="*/ 30123 w 114500"/>
                <a:gd name="connsiteY295" fmla="*/ 101485 h 172118"/>
                <a:gd name="connsiteX296" fmla="*/ 33369 w 114500"/>
                <a:gd name="connsiteY296" fmla="*/ 94990 h 172118"/>
                <a:gd name="connsiteX297" fmla="*/ 34180 w 114500"/>
                <a:gd name="connsiteY297" fmla="*/ 94178 h 172118"/>
                <a:gd name="connsiteX298" fmla="*/ 33369 w 114500"/>
                <a:gd name="connsiteY298" fmla="*/ 94178 h 172118"/>
                <a:gd name="connsiteX299" fmla="*/ 32557 w 114500"/>
                <a:gd name="connsiteY299" fmla="*/ 94990 h 172118"/>
                <a:gd name="connsiteX300" fmla="*/ 33369 w 114500"/>
                <a:gd name="connsiteY300" fmla="*/ 94990 h 172118"/>
                <a:gd name="connsiteX301" fmla="*/ 33369 w 114500"/>
                <a:gd name="connsiteY301" fmla="*/ 90931 h 172118"/>
                <a:gd name="connsiteX302" fmla="*/ 34180 w 114500"/>
                <a:gd name="connsiteY302" fmla="*/ 90119 h 172118"/>
                <a:gd name="connsiteX303" fmla="*/ 34991 w 114500"/>
                <a:gd name="connsiteY303" fmla="*/ 88495 h 172118"/>
                <a:gd name="connsiteX304" fmla="*/ 34180 w 114500"/>
                <a:gd name="connsiteY304" fmla="*/ 89307 h 172118"/>
                <a:gd name="connsiteX305" fmla="*/ 33369 w 114500"/>
                <a:gd name="connsiteY305" fmla="*/ 90931 h 172118"/>
                <a:gd name="connsiteX306" fmla="*/ 35803 w 114500"/>
                <a:gd name="connsiteY306" fmla="*/ 90931 h 172118"/>
                <a:gd name="connsiteX307" fmla="*/ 37425 w 114500"/>
                <a:gd name="connsiteY307" fmla="*/ 88495 h 172118"/>
                <a:gd name="connsiteX308" fmla="*/ 36614 w 114500"/>
                <a:gd name="connsiteY308" fmla="*/ 89307 h 172118"/>
                <a:gd name="connsiteX309" fmla="*/ 35803 w 114500"/>
                <a:gd name="connsiteY309" fmla="*/ 90931 h 172118"/>
                <a:gd name="connsiteX310" fmla="*/ 36614 w 114500"/>
                <a:gd name="connsiteY310" fmla="*/ 75505 h 172118"/>
                <a:gd name="connsiteX311" fmla="*/ 37425 w 114500"/>
                <a:gd name="connsiteY311" fmla="*/ 75505 h 172118"/>
                <a:gd name="connsiteX312" fmla="*/ 38237 w 114500"/>
                <a:gd name="connsiteY312" fmla="*/ 75505 h 172118"/>
                <a:gd name="connsiteX313" fmla="*/ 38237 w 114500"/>
                <a:gd name="connsiteY313" fmla="*/ 73881 h 172118"/>
                <a:gd name="connsiteX314" fmla="*/ 36614 w 114500"/>
                <a:gd name="connsiteY314" fmla="*/ 73069 h 172118"/>
                <a:gd name="connsiteX315" fmla="*/ 36614 w 114500"/>
                <a:gd name="connsiteY315" fmla="*/ 73881 h 172118"/>
                <a:gd name="connsiteX316" fmla="*/ 36614 w 114500"/>
                <a:gd name="connsiteY316" fmla="*/ 74693 h 172118"/>
                <a:gd name="connsiteX317" fmla="*/ 36614 w 114500"/>
                <a:gd name="connsiteY317" fmla="*/ 75505 h 172118"/>
                <a:gd name="connsiteX318" fmla="*/ 36614 w 114500"/>
                <a:gd name="connsiteY318" fmla="*/ 75505 h 172118"/>
                <a:gd name="connsiteX319" fmla="*/ 37425 w 114500"/>
                <a:gd name="connsiteY319" fmla="*/ 88495 h 172118"/>
                <a:gd name="connsiteX320" fmla="*/ 40670 w 114500"/>
                <a:gd name="connsiteY320" fmla="*/ 85247 h 172118"/>
                <a:gd name="connsiteX321" fmla="*/ 40670 w 114500"/>
                <a:gd name="connsiteY321" fmla="*/ 84436 h 172118"/>
                <a:gd name="connsiteX322" fmla="*/ 39859 w 114500"/>
                <a:gd name="connsiteY322" fmla="*/ 84436 h 172118"/>
                <a:gd name="connsiteX323" fmla="*/ 39048 w 114500"/>
                <a:gd name="connsiteY323" fmla="*/ 86059 h 172118"/>
                <a:gd name="connsiteX324" fmla="*/ 37425 w 114500"/>
                <a:gd name="connsiteY324" fmla="*/ 87683 h 172118"/>
                <a:gd name="connsiteX325" fmla="*/ 37425 w 114500"/>
                <a:gd name="connsiteY325" fmla="*/ 88495 h 172118"/>
                <a:gd name="connsiteX326" fmla="*/ 40670 w 114500"/>
                <a:gd name="connsiteY326" fmla="*/ 71445 h 172118"/>
                <a:gd name="connsiteX327" fmla="*/ 40670 w 114500"/>
                <a:gd name="connsiteY327" fmla="*/ 71445 h 172118"/>
                <a:gd name="connsiteX328" fmla="*/ 39048 w 114500"/>
                <a:gd name="connsiteY328" fmla="*/ 71445 h 172118"/>
                <a:gd name="connsiteX329" fmla="*/ 40670 w 114500"/>
                <a:gd name="connsiteY329" fmla="*/ 71445 h 172118"/>
                <a:gd name="connsiteX330" fmla="*/ 39859 w 114500"/>
                <a:gd name="connsiteY330" fmla="*/ 73069 h 172118"/>
                <a:gd name="connsiteX331" fmla="*/ 39859 w 114500"/>
                <a:gd name="connsiteY331" fmla="*/ 73069 h 172118"/>
                <a:gd name="connsiteX332" fmla="*/ 40670 w 114500"/>
                <a:gd name="connsiteY332" fmla="*/ 73069 h 172118"/>
                <a:gd name="connsiteX333" fmla="*/ 39859 w 114500"/>
                <a:gd name="connsiteY333" fmla="*/ 73069 h 172118"/>
                <a:gd name="connsiteX334" fmla="*/ 39859 w 114500"/>
                <a:gd name="connsiteY334" fmla="*/ 73069 h 172118"/>
                <a:gd name="connsiteX335" fmla="*/ 40670 w 114500"/>
                <a:gd name="connsiteY335" fmla="*/ 90119 h 172118"/>
                <a:gd name="connsiteX336" fmla="*/ 40670 w 114500"/>
                <a:gd name="connsiteY336" fmla="*/ 89307 h 172118"/>
                <a:gd name="connsiteX337" fmla="*/ 40670 w 114500"/>
                <a:gd name="connsiteY337" fmla="*/ 90119 h 172118"/>
                <a:gd name="connsiteX338" fmla="*/ 40670 w 114500"/>
                <a:gd name="connsiteY338" fmla="*/ 90119 h 172118"/>
                <a:gd name="connsiteX339" fmla="*/ 40670 w 114500"/>
                <a:gd name="connsiteY339" fmla="*/ 69010 h 172118"/>
                <a:gd name="connsiteX340" fmla="*/ 42293 w 114500"/>
                <a:gd name="connsiteY340" fmla="*/ 68198 h 172118"/>
                <a:gd name="connsiteX341" fmla="*/ 42293 w 114500"/>
                <a:gd name="connsiteY341" fmla="*/ 67386 h 172118"/>
                <a:gd name="connsiteX342" fmla="*/ 40670 w 114500"/>
                <a:gd name="connsiteY342" fmla="*/ 69010 h 172118"/>
                <a:gd name="connsiteX343" fmla="*/ 40670 w 114500"/>
                <a:gd name="connsiteY343" fmla="*/ 69010 h 172118"/>
                <a:gd name="connsiteX344" fmla="*/ 42293 w 114500"/>
                <a:gd name="connsiteY344" fmla="*/ 82000 h 172118"/>
                <a:gd name="connsiteX345" fmla="*/ 42293 w 114500"/>
                <a:gd name="connsiteY345" fmla="*/ 80376 h 172118"/>
                <a:gd name="connsiteX346" fmla="*/ 41482 w 114500"/>
                <a:gd name="connsiteY346" fmla="*/ 81188 h 172118"/>
                <a:gd name="connsiteX347" fmla="*/ 42293 w 114500"/>
                <a:gd name="connsiteY347" fmla="*/ 82000 h 172118"/>
                <a:gd name="connsiteX348" fmla="*/ 42293 w 114500"/>
                <a:gd name="connsiteY348" fmla="*/ 69822 h 172118"/>
                <a:gd name="connsiteX349" fmla="*/ 42293 w 114500"/>
                <a:gd name="connsiteY349" fmla="*/ 69822 h 172118"/>
                <a:gd name="connsiteX350" fmla="*/ 42293 w 114500"/>
                <a:gd name="connsiteY350" fmla="*/ 69822 h 172118"/>
                <a:gd name="connsiteX351" fmla="*/ 42293 w 114500"/>
                <a:gd name="connsiteY351" fmla="*/ 69822 h 172118"/>
                <a:gd name="connsiteX352" fmla="*/ 42293 w 114500"/>
                <a:gd name="connsiteY352" fmla="*/ 69822 h 172118"/>
                <a:gd name="connsiteX353" fmla="*/ 42293 w 114500"/>
                <a:gd name="connsiteY353" fmla="*/ 66574 h 172118"/>
                <a:gd name="connsiteX354" fmla="*/ 43916 w 114500"/>
                <a:gd name="connsiteY354" fmla="*/ 64950 h 172118"/>
                <a:gd name="connsiteX355" fmla="*/ 43104 w 114500"/>
                <a:gd name="connsiteY355" fmla="*/ 65762 h 172118"/>
                <a:gd name="connsiteX356" fmla="*/ 42293 w 114500"/>
                <a:gd name="connsiteY356" fmla="*/ 66574 h 172118"/>
                <a:gd name="connsiteX357" fmla="*/ 44727 w 114500"/>
                <a:gd name="connsiteY357" fmla="*/ 80376 h 172118"/>
                <a:gd name="connsiteX358" fmla="*/ 44727 w 114500"/>
                <a:gd name="connsiteY358" fmla="*/ 80376 h 172118"/>
                <a:gd name="connsiteX359" fmla="*/ 44727 w 114500"/>
                <a:gd name="connsiteY359" fmla="*/ 80376 h 172118"/>
                <a:gd name="connsiteX360" fmla="*/ 44727 w 114500"/>
                <a:gd name="connsiteY360" fmla="*/ 80376 h 172118"/>
                <a:gd name="connsiteX361" fmla="*/ 44727 w 114500"/>
                <a:gd name="connsiteY361" fmla="*/ 80376 h 172118"/>
                <a:gd name="connsiteX362" fmla="*/ 43916 w 114500"/>
                <a:gd name="connsiteY362" fmla="*/ 64139 h 172118"/>
                <a:gd name="connsiteX363" fmla="*/ 45538 w 114500"/>
                <a:gd name="connsiteY363" fmla="*/ 62515 h 172118"/>
                <a:gd name="connsiteX364" fmla="*/ 46350 w 114500"/>
                <a:gd name="connsiteY364" fmla="*/ 60891 h 172118"/>
                <a:gd name="connsiteX365" fmla="*/ 46350 w 114500"/>
                <a:gd name="connsiteY365" fmla="*/ 61703 h 172118"/>
                <a:gd name="connsiteX366" fmla="*/ 46350 w 114500"/>
                <a:gd name="connsiteY366" fmla="*/ 62515 h 172118"/>
                <a:gd name="connsiteX367" fmla="*/ 49595 w 114500"/>
                <a:gd name="connsiteY367" fmla="*/ 59267 h 172118"/>
                <a:gd name="connsiteX368" fmla="*/ 48784 w 114500"/>
                <a:gd name="connsiteY368" fmla="*/ 60079 h 172118"/>
                <a:gd name="connsiteX369" fmla="*/ 47161 w 114500"/>
                <a:gd name="connsiteY369" fmla="*/ 60079 h 172118"/>
                <a:gd name="connsiteX370" fmla="*/ 45538 w 114500"/>
                <a:gd name="connsiteY370" fmla="*/ 60891 h 172118"/>
                <a:gd name="connsiteX371" fmla="*/ 44727 w 114500"/>
                <a:gd name="connsiteY371" fmla="*/ 62515 h 172118"/>
                <a:gd name="connsiteX372" fmla="*/ 43916 w 114500"/>
                <a:gd name="connsiteY372" fmla="*/ 64139 h 172118"/>
                <a:gd name="connsiteX373" fmla="*/ 43916 w 114500"/>
                <a:gd name="connsiteY373" fmla="*/ 64139 h 172118"/>
                <a:gd name="connsiteX374" fmla="*/ 44727 w 114500"/>
                <a:gd name="connsiteY374" fmla="*/ 75505 h 172118"/>
                <a:gd name="connsiteX375" fmla="*/ 44727 w 114500"/>
                <a:gd name="connsiteY375" fmla="*/ 75505 h 172118"/>
                <a:gd name="connsiteX376" fmla="*/ 45538 w 114500"/>
                <a:gd name="connsiteY376" fmla="*/ 75505 h 172118"/>
                <a:gd name="connsiteX377" fmla="*/ 44727 w 114500"/>
                <a:gd name="connsiteY377" fmla="*/ 75505 h 172118"/>
                <a:gd name="connsiteX378" fmla="*/ 44727 w 114500"/>
                <a:gd name="connsiteY378" fmla="*/ 75505 h 172118"/>
                <a:gd name="connsiteX379" fmla="*/ 47972 w 114500"/>
                <a:gd name="connsiteY379" fmla="*/ 59267 h 172118"/>
                <a:gd name="connsiteX380" fmla="*/ 47972 w 114500"/>
                <a:gd name="connsiteY380" fmla="*/ 59267 h 172118"/>
                <a:gd name="connsiteX381" fmla="*/ 48784 w 114500"/>
                <a:gd name="connsiteY381" fmla="*/ 58455 h 172118"/>
                <a:gd name="connsiteX382" fmla="*/ 47972 w 114500"/>
                <a:gd name="connsiteY382" fmla="*/ 59267 h 172118"/>
                <a:gd name="connsiteX383" fmla="*/ 48784 w 114500"/>
                <a:gd name="connsiteY383" fmla="*/ 73069 h 172118"/>
                <a:gd name="connsiteX384" fmla="*/ 49595 w 114500"/>
                <a:gd name="connsiteY384" fmla="*/ 72257 h 172118"/>
                <a:gd name="connsiteX385" fmla="*/ 48784 w 114500"/>
                <a:gd name="connsiteY385" fmla="*/ 73069 h 172118"/>
                <a:gd name="connsiteX386" fmla="*/ 48784 w 114500"/>
                <a:gd name="connsiteY386" fmla="*/ 73069 h 172118"/>
                <a:gd name="connsiteX387" fmla="*/ 56897 w 114500"/>
                <a:gd name="connsiteY387" fmla="*/ 63327 h 172118"/>
                <a:gd name="connsiteX388" fmla="*/ 56897 w 114500"/>
                <a:gd name="connsiteY388" fmla="*/ 63327 h 172118"/>
                <a:gd name="connsiteX389" fmla="*/ 56897 w 114500"/>
                <a:gd name="connsiteY389" fmla="*/ 63327 h 172118"/>
                <a:gd name="connsiteX390" fmla="*/ 56897 w 114500"/>
                <a:gd name="connsiteY390" fmla="*/ 63327 h 172118"/>
                <a:gd name="connsiteX391" fmla="*/ 56897 w 114500"/>
                <a:gd name="connsiteY391" fmla="*/ 63327 h 172118"/>
                <a:gd name="connsiteX392" fmla="*/ 58519 w 114500"/>
                <a:gd name="connsiteY392" fmla="*/ 61703 h 172118"/>
                <a:gd name="connsiteX393" fmla="*/ 58519 w 114500"/>
                <a:gd name="connsiteY393" fmla="*/ 61703 h 172118"/>
                <a:gd name="connsiteX394" fmla="*/ 58519 w 114500"/>
                <a:gd name="connsiteY394" fmla="*/ 61703 h 172118"/>
                <a:gd name="connsiteX395" fmla="*/ 58519 w 114500"/>
                <a:gd name="connsiteY395" fmla="*/ 61703 h 172118"/>
                <a:gd name="connsiteX396" fmla="*/ 60142 w 114500"/>
                <a:gd name="connsiteY396" fmla="*/ 60079 h 172118"/>
                <a:gd name="connsiteX397" fmla="*/ 60953 w 114500"/>
                <a:gd name="connsiteY397" fmla="*/ 59267 h 172118"/>
                <a:gd name="connsiteX398" fmla="*/ 60142 w 114500"/>
                <a:gd name="connsiteY398" fmla="*/ 60079 h 172118"/>
                <a:gd name="connsiteX399" fmla="*/ 60142 w 114500"/>
                <a:gd name="connsiteY399" fmla="*/ 60079 h 172118"/>
                <a:gd name="connsiteX400" fmla="*/ 60953 w 114500"/>
                <a:gd name="connsiteY400" fmla="*/ 43030 h 172118"/>
                <a:gd name="connsiteX401" fmla="*/ 60953 w 114500"/>
                <a:gd name="connsiteY401" fmla="*/ 42218 h 172118"/>
                <a:gd name="connsiteX402" fmla="*/ 60142 w 114500"/>
                <a:gd name="connsiteY402" fmla="*/ 42218 h 172118"/>
                <a:gd name="connsiteX403" fmla="*/ 60953 w 114500"/>
                <a:gd name="connsiteY403" fmla="*/ 43030 h 172118"/>
                <a:gd name="connsiteX404" fmla="*/ 60953 w 114500"/>
                <a:gd name="connsiteY404" fmla="*/ 43030 h 172118"/>
                <a:gd name="connsiteX405" fmla="*/ 65010 w 114500"/>
                <a:gd name="connsiteY405" fmla="*/ 38970 h 172118"/>
                <a:gd name="connsiteX406" fmla="*/ 65010 w 114500"/>
                <a:gd name="connsiteY406" fmla="*/ 38970 h 172118"/>
                <a:gd name="connsiteX407" fmla="*/ 64199 w 114500"/>
                <a:gd name="connsiteY407" fmla="*/ 38158 h 172118"/>
                <a:gd name="connsiteX408" fmla="*/ 65010 w 114500"/>
                <a:gd name="connsiteY408" fmla="*/ 38970 h 172118"/>
                <a:gd name="connsiteX409" fmla="*/ 66633 w 114500"/>
                <a:gd name="connsiteY409" fmla="*/ 36535 h 172118"/>
                <a:gd name="connsiteX410" fmla="*/ 66633 w 114500"/>
                <a:gd name="connsiteY410" fmla="*/ 36535 h 172118"/>
                <a:gd name="connsiteX411" fmla="*/ 67444 w 114500"/>
                <a:gd name="connsiteY411" fmla="*/ 34911 h 172118"/>
                <a:gd name="connsiteX412" fmla="*/ 67444 w 114500"/>
                <a:gd name="connsiteY412" fmla="*/ 33287 h 172118"/>
                <a:gd name="connsiteX413" fmla="*/ 66633 w 114500"/>
                <a:gd name="connsiteY413" fmla="*/ 34099 h 172118"/>
                <a:gd name="connsiteX414" fmla="*/ 66633 w 114500"/>
                <a:gd name="connsiteY414" fmla="*/ 36535 h 172118"/>
                <a:gd name="connsiteX415" fmla="*/ 66633 w 114500"/>
                <a:gd name="connsiteY415" fmla="*/ 36535 h 17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14500" h="172118">
                  <a:moveTo>
                    <a:pt x="7407" y="121782"/>
                  </a:moveTo>
                  <a:cubicBezTo>
                    <a:pt x="9029" y="116911"/>
                    <a:pt x="16331" y="103109"/>
                    <a:pt x="18765" y="100673"/>
                  </a:cubicBezTo>
                  <a:cubicBezTo>
                    <a:pt x="19576" y="99861"/>
                    <a:pt x="21199" y="96614"/>
                    <a:pt x="22822" y="93366"/>
                  </a:cubicBezTo>
                  <a:cubicBezTo>
                    <a:pt x="24444" y="90119"/>
                    <a:pt x="26878" y="87683"/>
                    <a:pt x="27690" y="86871"/>
                  </a:cubicBezTo>
                  <a:cubicBezTo>
                    <a:pt x="28501" y="86059"/>
                    <a:pt x="28501" y="86059"/>
                    <a:pt x="28501" y="85247"/>
                  </a:cubicBezTo>
                  <a:cubicBezTo>
                    <a:pt x="28501" y="85247"/>
                    <a:pt x="28501" y="84436"/>
                    <a:pt x="29312" y="83624"/>
                  </a:cubicBezTo>
                  <a:cubicBezTo>
                    <a:pt x="30123" y="82812"/>
                    <a:pt x="30935" y="82000"/>
                    <a:pt x="30935" y="81188"/>
                  </a:cubicBezTo>
                  <a:cubicBezTo>
                    <a:pt x="30935" y="80376"/>
                    <a:pt x="32557" y="77941"/>
                    <a:pt x="33369" y="77129"/>
                  </a:cubicBezTo>
                  <a:cubicBezTo>
                    <a:pt x="34180" y="76317"/>
                    <a:pt x="38237" y="69822"/>
                    <a:pt x="38237" y="69822"/>
                  </a:cubicBezTo>
                  <a:cubicBezTo>
                    <a:pt x="38237" y="69010"/>
                    <a:pt x="43104" y="63327"/>
                    <a:pt x="43104" y="63327"/>
                  </a:cubicBezTo>
                  <a:cubicBezTo>
                    <a:pt x="43104" y="63327"/>
                    <a:pt x="46350" y="58455"/>
                    <a:pt x="46350" y="57644"/>
                  </a:cubicBezTo>
                  <a:cubicBezTo>
                    <a:pt x="46350" y="57644"/>
                    <a:pt x="45538" y="57644"/>
                    <a:pt x="45538" y="57644"/>
                  </a:cubicBezTo>
                  <a:cubicBezTo>
                    <a:pt x="44727" y="57644"/>
                    <a:pt x="43916" y="58455"/>
                    <a:pt x="43104" y="58455"/>
                  </a:cubicBezTo>
                  <a:cubicBezTo>
                    <a:pt x="42293" y="58455"/>
                    <a:pt x="40670" y="59267"/>
                    <a:pt x="39048" y="59267"/>
                  </a:cubicBezTo>
                  <a:cubicBezTo>
                    <a:pt x="38237" y="59267"/>
                    <a:pt x="31746" y="60891"/>
                    <a:pt x="31746" y="60891"/>
                  </a:cubicBezTo>
                  <a:cubicBezTo>
                    <a:pt x="30935" y="61703"/>
                    <a:pt x="26067" y="61703"/>
                    <a:pt x="23633" y="61703"/>
                  </a:cubicBezTo>
                  <a:cubicBezTo>
                    <a:pt x="18765" y="60891"/>
                    <a:pt x="14708" y="57644"/>
                    <a:pt x="15520" y="54396"/>
                  </a:cubicBezTo>
                  <a:cubicBezTo>
                    <a:pt x="15520" y="53584"/>
                    <a:pt x="16331" y="52772"/>
                    <a:pt x="17142" y="53584"/>
                  </a:cubicBezTo>
                  <a:cubicBezTo>
                    <a:pt x="17954" y="53584"/>
                    <a:pt x="21199" y="52772"/>
                    <a:pt x="25255" y="51960"/>
                  </a:cubicBezTo>
                  <a:cubicBezTo>
                    <a:pt x="35803" y="49525"/>
                    <a:pt x="38237" y="48713"/>
                    <a:pt x="54463" y="45465"/>
                  </a:cubicBezTo>
                  <a:cubicBezTo>
                    <a:pt x="55274" y="45465"/>
                    <a:pt x="56897" y="44653"/>
                    <a:pt x="56897" y="43842"/>
                  </a:cubicBezTo>
                  <a:cubicBezTo>
                    <a:pt x="56897" y="43030"/>
                    <a:pt x="58519" y="42218"/>
                    <a:pt x="58519" y="41406"/>
                  </a:cubicBezTo>
                  <a:cubicBezTo>
                    <a:pt x="58519" y="40594"/>
                    <a:pt x="60142" y="39782"/>
                    <a:pt x="60142" y="39782"/>
                  </a:cubicBezTo>
                  <a:cubicBezTo>
                    <a:pt x="60142" y="39782"/>
                    <a:pt x="60142" y="38970"/>
                    <a:pt x="60142" y="38970"/>
                  </a:cubicBezTo>
                  <a:cubicBezTo>
                    <a:pt x="61765" y="38970"/>
                    <a:pt x="62576" y="38970"/>
                    <a:pt x="62576" y="38158"/>
                  </a:cubicBezTo>
                  <a:cubicBezTo>
                    <a:pt x="62576" y="38158"/>
                    <a:pt x="61765" y="38158"/>
                    <a:pt x="61765" y="38158"/>
                  </a:cubicBezTo>
                  <a:cubicBezTo>
                    <a:pt x="61765" y="38158"/>
                    <a:pt x="60953" y="38158"/>
                    <a:pt x="60953" y="38158"/>
                  </a:cubicBezTo>
                  <a:cubicBezTo>
                    <a:pt x="60953" y="38158"/>
                    <a:pt x="69066" y="26792"/>
                    <a:pt x="70689" y="25168"/>
                  </a:cubicBezTo>
                  <a:cubicBezTo>
                    <a:pt x="71500" y="24356"/>
                    <a:pt x="72312" y="22733"/>
                    <a:pt x="73123" y="21921"/>
                  </a:cubicBezTo>
                  <a:cubicBezTo>
                    <a:pt x="73934" y="21109"/>
                    <a:pt x="74746" y="20297"/>
                    <a:pt x="74746" y="20297"/>
                  </a:cubicBezTo>
                  <a:cubicBezTo>
                    <a:pt x="75557" y="18673"/>
                    <a:pt x="82047" y="12178"/>
                    <a:pt x="82859" y="10554"/>
                  </a:cubicBezTo>
                  <a:cubicBezTo>
                    <a:pt x="85293" y="8119"/>
                    <a:pt x="90972" y="0"/>
                    <a:pt x="95029" y="0"/>
                  </a:cubicBezTo>
                  <a:cubicBezTo>
                    <a:pt x="95840" y="0"/>
                    <a:pt x="96651" y="0"/>
                    <a:pt x="98274" y="812"/>
                  </a:cubicBezTo>
                  <a:cubicBezTo>
                    <a:pt x="101519" y="1624"/>
                    <a:pt x="103142" y="4059"/>
                    <a:pt x="103142" y="6495"/>
                  </a:cubicBezTo>
                  <a:cubicBezTo>
                    <a:pt x="103142" y="7307"/>
                    <a:pt x="103142" y="8931"/>
                    <a:pt x="103142" y="8931"/>
                  </a:cubicBezTo>
                  <a:cubicBezTo>
                    <a:pt x="103142" y="8931"/>
                    <a:pt x="103142" y="10554"/>
                    <a:pt x="102330" y="11366"/>
                  </a:cubicBezTo>
                  <a:cubicBezTo>
                    <a:pt x="101519" y="12178"/>
                    <a:pt x="100708" y="13802"/>
                    <a:pt x="100708" y="14614"/>
                  </a:cubicBezTo>
                  <a:cubicBezTo>
                    <a:pt x="100708" y="15426"/>
                    <a:pt x="97462" y="18673"/>
                    <a:pt x="94217" y="21921"/>
                  </a:cubicBezTo>
                  <a:cubicBezTo>
                    <a:pt x="90972" y="25168"/>
                    <a:pt x="87727" y="28416"/>
                    <a:pt x="87727" y="29228"/>
                  </a:cubicBezTo>
                  <a:cubicBezTo>
                    <a:pt x="86915" y="30851"/>
                    <a:pt x="82047" y="36535"/>
                    <a:pt x="81236" y="36535"/>
                  </a:cubicBezTo>
                  <a:cubicBezTo>
                    <a:pt x="81236" y="36535"/>
                    <a:pt x="80425" y="37347"/>
                    <a:pt x="79614" y="38970"/>
                  </a:cubicBezTo>
                  <a:cubicBezTo>
                    <a:pt x="78802" y="40594"/>
                    <a:pt x="77991" y="41406"/>
                    <a:pt x="77991" y="41406"/>
                  </a:cubicBezTo>
                  <a:cubicBezTo>
                    <a:pt x="77991" y="41406"/>
                    <a:pt x="77991" y="41406"/>
                    <a:pt x="77991" y="42218"/>
                  </a:cubicBezTo>
                  <a:cubicBezTo>
                    <a:pt x="77991" y="42218"/>
                    <a:pt x="79614" y="43030"/>
                    <a:pt x="84482" y="42218"/>
                  </a:cubicBezTo>
                  <a:cubicBezTo>
                    <a:pt x="94217" y="41406"/>
                    <a:pt x="106387" y="42218"/>
                    <a:pt x="109632" y="42218"/>
                  </a:cubicBezTo>
                  <a:cubicBezTo>
                    <a:pt x="112878" y="43030"/>
                    <a:pt x="114500" y="43842"/>
                    <a:pt x="114500" y="44653"/>
                  </a:cubicBezTo>
                  <a:cubicBezTo>
                    <a:pt x="114500" y="44653"/>
                    <a:pt x="112066" y="44653"/>
                    <a:pt x="108821" y="44653"/>
                  </a:cubicBezTo>
                  <a:cubicBezTo>
                    <a:pt x="103953" y="44653"/>
                    <a:pt x="96651" y="45465"/>
                    <a:pt x="88538" y="46277"/>
                  </a:cubicBezTo>
                  <a:cubicBezTo>
                    <a:pt x="86104" y="47089"/>
                    <a:pt x="82047" y="47901"/>
                    <a:pt x="82047" y="47901"/>
                  </a:cubicBezTo>
                  <a:cubicBezTo>
                    <a:pt x="82047" y="47901"/>
                    <a:pt x="81236" y="47901"/>
                    <a:pt x="80425" y="47901"/>
                  </a:cubicBezTo>
                  <a:cubicBezTo>
                    <a:pt x="79614" y="47901"/>
                    <a:pt x="78802" y="47901"/>
                    <a:pt x="77991" y="47901"/>
                  </a:cubicBezTo>
                  <a:cubicBezTo>
                    <a:pt x="77991" y="47901"/>
                    <a:pt x="77180" y="48713"/>
                    <a:pt x="76368" y="48713"/>
                  </a:cubicBezTo>
                  <a:cubicBezTo>
                    <a:pt x="73934" y="48713"/>
                    <a:pt x="70689" y="49525"/>
                    <a:pt x="70689" y="50337"/>
                  </a:cubicBezTo>
                  <a:cubicBezTo>
                    <a:pt x="70689" y="50337"/>
                    <a:pt x="69878" y="51148"/>
                    <a:pt x="69878" y="51148"/>
                  </a:cubicBezTo>
                  <a:cubicBezTo>
                    <a:pt x="69066" y="51148"/>
                    <a:pt x="69066" y="51960"/>
                    <a:pt x="68255" y="52772"/>
                  </a:cubicBezTo>
                  <a:cubicBezTo>
                    <a:pt x="68255" y="53584"/>
                    <a:pt x="67444" y="54396"/>
                    <a:pt x="66633" y="55208"/>
                  </a:cubicBezTo>
                  <a:cubicBezTo>
                    <a:pt x="65821" y="56020"/>
                    <a:pt x="64199" y="58455"/>
                    <a:pt x="62576" y="60891"/>
                  </a:cubicBezTo>
                  <a:cubicBezTo>
                    <a:pt x="60142" y="64139"/>
                    <a:pt x="59331" y="65762"/>
                    <a:pt x="56897" y="68198"/>
                  </a:cubicBezTo>
                  <a:cubicBezTo>
                    <a:pt x="56897" y="68198"/>
                    <a:pt x="56086" y="69010"/>
                    <a:pt x="56086" y="69010"/>
                  </a:cubicBezTo>
                  <a:cubicBezTo>
                    <a:pt x="56086" y="69010"/>
                    <a:pt x="54463" y="71445"/>
                    <a:pt x="52840" y="73069"/>
                  </a:cubicBezTo>
                  <a:cubicBezTo>
                    <a:pt x="51218" y="75505"/>
                    <a:pt x="49595" y="77129"/>
                    <a:pt x="49595" y="77941"/>
                  </a:cubicBezTo>
                  <a:cubicBezTo>
                    <a:pt x="49595" y="78752"/>
                    <a:pt x="45538" y="84436"/>
                    <a:pt x="44727" y="84436"/>
                  </a:cubicBezTo>
                  <a:cubicBezTo>
                    <a:pt x="44727" y="84436"/>
                    <a:pt x="40670" y="90931"/>
                    <a:pt x="40670" y="91742"/>
                  </a:cubicBezTo>
                  <a:cubicBezTo>
                    <a:pt x="39859" y="92554"/>
                    <a:pt x="39048" y="94178"/>
                    <a:pt x="37425" y="97426"/>
                  </a:cubicBezTo>
                  <a:cubicBezTo>
                    <a:pt x="30935" y="107980"/>
                    <a:pt x="26878" y="113663"/>
                    <a:pt x="26067" y="113663"/>
                  </a:cubicBezTo>
                  <a:cubicBezTo>
                    <a:pt x="25255" y="113663"/>
                    <a:pt x="25255" y="113663"/>
                    <a:pt x="26067" y="113663"/>
                  </a:cubicBezTo>
                  <a:cubicBezTo>
                    <a:pt x="26878" y="114475"/>
                    <a:pt x="26878" y="114475"/>
                    <a:pt x="25255" y="116911"/>
                  </a:cubicBezTo>
                  <a:cubicBezTo>
                    <a:pt x="23633" y="120970"/>
                    <a:pt x="22010" y="123406"/>
                    <a:pt x="21199" y="122594"/>
                  </a:cubicBezTo>
                  <a:cubicBezTo>
                    <a:pt x="21199" y="122594"/>
                    <a:pt x="21199" y="122594"/>
                    <a:pt x="21199" y="123406"/>
                  </a:cubicBezTo>
                  <a:cubicBezTo>
                    <a:pt x="21199" y="124218"/>
                    <a:pt x="21199" y="125030"/>
                    <a:pt x="21199" y="125841"/>
                  </a:cubicBezTo>
                  <a:cubicBezTo>
                    <a:pt x="19576" y="128277"/>
                    <a:pt x="18765" y="129901"/>
                    <a:pt x="17954" y="129089"/>
                  </a:cubicBezTo>
                  <a:cubicBezTo>
                    <a:pt x="17954" y="129089"/>
                    <a:pt x="17142" y="129089"/>
                    <a:pt x="17142" y="129089"/>
                  </a:cubicBezTo>
                  <a:cubicBezTo>
                    <a:pt x="17142" y="129089"/>
                    <a:pt x="17142" y="129901"/>
                    <a:pt x="16331" y="129901"/>
                  </a:cubicBezTo>
                  <a:cubicBezTo>
                    <a:pt x="16331" y="129901"/>
                    <a:pt x="15520" y="129901"/>
                    <a:pt x="16331" y="129901"/>
                  </a:cubicBezTo>
                  <a:cubicBezTo>
                    <a:pt x="16331" y="129901"/>
                    <a:pt x="16331" y="129089"/>
                    <a:pt x="15520" y="129089"/>
                  </a:cubicBezTo>
                  <a:cubicBezTo>
                    <a:pt x="14708" y="128277"/>
                    <a:pt x="14708" y="129089"/>
                    <a:pt x="13897" y="130713"/>
                  </a:cubicBezTo>
                  <a:cubicBezTo>
                    <a:pt x="13086" y="132337"/>
                    <a:pt x="13086" y="133148"/>
                    <a:pt x="13086" y="133148"/>
                  </a:cubicBezTo>
                  <a:cubicBezTo>
                    <a:pt x="13086" y="133148"/>
                    <a:pt x="13897" y="133148"/>
                    <a:pt x="13897" y="132337"/>
                  </a:cubicBezTo>
                  <a:cubicBezTo>
                    <a:pt x="13897" y="131525"/>
                    <a:pt x="14708" y="131525"/>
                    <a:pt x="14708" y="131525"/>
                  </a:cubicBezTo>
                  <a:cubicBezTo>
                    <a:pt x="15520" y="131525"/>
                    <a:pt x="15520" y="131525"/>
                    <a:pt x="15520" y="130713"/>
                  </a:cubicBezTo>
                  <a:cubicBezTo>
                    <a:pt x="15520" y="129901"/>
                    <a:pt x="15520" y="129901"/>
                    <a:pt x="16331" y="129901"/>
                  </a:cubicBezTo>
                  <a:cubicBezTo>
                    <a:pt x="17142" y="129901"/>
                    <a:pt x="17142" y="129901"/>
                    <a:pt x="17142" y="130713"/>
                  </a:cubicBezTo>
                  <a:cubicBezTo>
                    <a:pt x="17142" y="131525"/>
                    <a:pt x="17142" y="131525"/>
                    <a:pt x="17142" y="132337"/>
                  </a:cubicBezTo>
                  <a:cubicBezTo>
                    <a:pt x="17142" y="132337"/>
                    <a:pt x="16331" y="133148"/>
                    <a:pt x="16331" y="133960"/>
                  </a:cubicBezTo>
                  <a:cubicBezTo>
                    <a:pt x="15520" y="134772"/>
                    <a:pt x="15520" y="135584"/>
                    <a:pt x="16331" y="136396"/>
                  </a:cubicBezTo>
                  <a:cubicBezTo>
                    <a:pt x="17142" y="137208"/>
                    <a:pt x="17142" y="138020"/>
                    <a:pt x="15520" y="138832"/>
                  </a:cubicBezTo>
                  <a:cubicBezTo>
                    <a:pt x="13897" y="139643"/>
                    <a:pt x="12274" y="147762"/>
                    <a:pt x="12274" y="149386"/>
                  </a:cubicBezTo>
                  <a:cubicBezTo>
                    <a:pt x="12274" y="151010"/>
                    <a:pt x="11463" y="152634"/>
                    <a:pt x="10652" y="152634"/>
                  </a:cubicBezTo>
                  <a:cubicBezTo>
                    <a:pt x="10652" y="152634"/>
                    <a:pt x="9840" y="153445"/>
                    <a:pt x="9840" y="154257"/>
                  </a:cubicBezTo>
                  <a:cubicBezTo>
                    <a:pt x="9840" y="155069"/>
                    <a:pt x="9840" y="155881"/>
                    <a:pt x="10652" y="155881"/>
                  </a:cubicBezTo>
                  <a:cubicBezTo>
                    <a:pt x="11463" y="155881"/>
                    <a:pt x="11463" y="155881"/>
                    <a:pt x="10652" y="156693"/>
                  </a:cubicBezTo>
                  <a:cubicBezTo>
                    <a:pt x="9840" y="157505"/>
                    <a:pt x="9840" y="159940"/>
                    <a:pt x="11463" y="164000"/>
                  </a:cubicBezTo>
                  <a:cubicBezTo>
                    <a:pt x="13086" y="168871"/>
                    <a:pt x="13897" y="169683"/>
                    <a:pt x="17142" y="170495"/>
                  </a:cubicBezTo>
                  <a:cubicBezTo>
                    <a:pt x="20387" y="171307"/>
                    <a:pt x="20387" y="172119"/>
                    <a:pt x="17142" y="172119"/>
                  </a:cubicBezTo>
                  <a:cubicBezTo>
                    <a:pt x="13086" y="172119"/>
                    <a:pt x="8218" y="169683"/>
                    <a:pt x="6595" y="167247"/>
                  </a:cubicBezTo>
                  <a:cubicBezTo>
                    <a:pt x="-2329" y="157505"/>
                    <a:pt x="-2329" y="143703"/>
                    <a:pt x="7407" y="121782"/>
                  </a:cubicBezTo>
                  <a:close/>
                  <a:moveTo>
                    <a:pt x="6595" y="131525"/>
                  </a:moveTo>
                  <a:cubicBezTo>
                    <a:pt x="6595" y="131525"/>
                    <a:pt x="7407" y="130713"/>
                    <a:pt x="7407" y="129901"/>
                  </a:cubicBezTo>
                  <a:cubicBezTo>
                    <a:pt x="7407" y="129089"/>
                    <a:pt x="7407" y="129089"/>
                    <a:pt x="6595" y="129089"/>
                  </a:cubicBezTo>
                  <a:cubicBezTo>
                    <a:pt x="6595" y="129901"/>
                    <a:pt x="6595" y="131525"/>
                    <a:pt x="6595" y="131525"/>
                  </a:cubicBezTo>
                  <a:close/>
                  <a:moveTo>
                    <a:pt x="9840" y="153445"/>
                  </a:moveTo>
                  <a:cubicBezTo>
                    <a:pt x="9840" y="153445"/>
                    <a:pt x="10652" y="152634"/>
                    <a:pt x="10652" y="151010"/>
                  </a:cubicBezTo>
                  <a:cubicBezTo>
                    <a:pt x="10652" y="149386"/>
                    <a:pt x="11463" y="147762"/>
                    <a:pt x="11463" y="146950"/>
                  </a:cubicBezTo>
                  <a:cubicBezTo>
                    <a:pt x="12274" y="144515"/>
                    <a:pt x="12274" y="142891"/>
                    <a:pt x="11463" y="142891"/>
                  </a:cubicBezTo>
                  <a:cubicBezTo>
                    <a:pt x="10652" y="142891"/>
                    <a:pt x="9840" y="146950"/>
                    <a:pt x="9840" y="149386"/>
                  </a:cubicBezTo>
                  <a:cubicBezTo>
                    <a:pt x="9840" y="150198"/>
                    <a:pt x="9840" y="151822"/>
                    <a:pt x="9840" y="152634"/>
                  </a:cubicBezTo>
                  <a:cubicBezTo>
                    <a:pt x="9840" y="152634"/>
                    <a:pt x="9840" y="153445"/>
                    <a:pt x="9840" y="153445"/>
                  </a:cubicBezTo>
                  <a:close/>
                  <a:moveTo>
                    <a:pt x="10652" y="121782"/>
                  </a:moveTo>
                  <a:cubicBezTo>
                    <a:pt x="10652" y="121782"/>
                    <a:pt x="12274" y="121782"/>
                    <a:pt x="12274" y="120970"/>
                  </a:cubicBezTo>
                  <a:cubicBezTo>
                    <a:pt x="12274" y="120970"/>
                    <a:pt x="12274" y="120970"/>
                    <a:pt x="11463" y="120158"/>
                  </a:cubicBezTo>
                  <a:cubicBezTo>
                    <a:pt x="11463" y="120158"/>
                    <a:pt x="11463" y="120158"/>
                    <a:pt x="11463" y="120158"/>
                  </a:cubicBezTo>
                  <a:cubicBezTo>
                    <a:pt x="10652" y="120970"/>
                    <a:pt x="10652" y="120970"/>
                    <a:pt x="10652" y="121782"/>
                  </a:cubicBezTo>
                  <a:cubicBezTo>
                    <a:pt x="9840" y="120970"/>
                    <a:pt x="9840" y="120970"/>
                    <a:pt x="10652" y="121782"/>
                  </a:cubicBezTo>
                  <a:close/>
                  <a:moveTo>
                    <a:pt x="13086" y="138832"/>
                  </a:moveTo>
                  <a:cubicBezTo>
                    <a:pt x="13897" y="137208"/>
                    <a:pt x="13897" y="137208"/>
                    <a:pt x="13897" y="136396"/>
                  </a:cubicBezTo>
                  <a:cubicBezTo>
                    <a:pt x="13897" y="136396"/>
                    <a:pt x="13086" y="136396"/>
                    <a:pt x="13086" y="138832"/>
                  </a:cubicBezTo>
                  <a:cubicBezTo>
                    <a:pt x="11463" y="140455"/>
                    <a:pt x="12274" y="140455"/>
                    <a:pt x="13086" y="138832"/>
                  </a:cubicBezTo>
                  <a:close/>
                  <a:moveTo>
                    <a:pt x="13086" y="127465"/>
                  </a:moveTo>
                  <a:cubicBezTo>
                    <a:pt x="13897" y="127465"/>
                    <a:pt x="13897" y="125841"/>
                    <a:pt x="13897" y="125841"/>
                  </a:cubicBezTo>
                  <a:cubicBezTo>
                    <a:pt x="13897" y="125841"/>
                    <a:pt x="13897" y="125841"/>
                    <a:pt x="13086" y="126653"/>
                  </a:cubicBezTo>
                  <a:cubicBezTo>
                    <a:pt x="12274" y="126653"/>
                    <a:pt x="12274" y="127465"/>
                    <a:pt x="13086" y="127465"/>
                  </a:cubicBezTo>
                  <a:close/>
                  <a:moveTo>
                    <a:pt x="13897" y="116911"/>
                  </a:moveTo>
                  <a:cubicBezTo>
                    <a:pt x="14708" y="116099"/>
                    <a:pt x="14708" y="115287"/>
                    <a:pt x="13897" y="115287"/>
                  </a:cubicBezTo>
                  <a:cubicBezTo>
                    <a:pt x="13897" y="116099"/>
                    <a:pt x="13086" y="116099"/>
                    <a:pt x="13897" y="116911"/>
                  </a:cubicBezTo>
                  <a:cubicBezTo>
                    <a:pt x="13086" y="117723"/>
                    <a:pt x="13086" y="117723"/>
                    <a:pt x="13897" y="116911"/>
                  </a:cubicBezTo>
                  <a:close/>
                  <a:moveTo>
                    <a:pt x="13897" y="123406"/>
                  </a:moveTo>
                  <a:cubicBezTo>
                    <a:pt x="13897" y="125030"/>
                    <a:pt x="14708" y="124218"/>
                    <a:pt x="15520" y="122594"/>
                  </a:cubicBezTo>
                  <a:cubicBezTo>
                    <a:pt x="16331" y="120970"/>
                    <a:pt x="16331" y="120158"/>
                    <a:pt x="16331" y="120158"/>
                  </a:cubicBezTo>
                  <a:cubicBezTo>
                    <a:pt x="15520" y="120158"/>
                    <a:pt x="14708" y="121782"/>
                    <a:pt x="14708" y="122594"/>
                  </a:cubicBezTo>
                  <a:cubicBezTo>
                    <a:pt x="14708" y="121782"/>
                    <a:pt x="14708" y="122594"/>
                    <a:pt x="13897" y="123406"/>
                  </a:cubicBezTo>
                  <a:cubicBezTo>
                    <a:pt x="14708" y="122594"/>
                    <a:pt x="13897" y="122594"/>
                    <a:pt x="13897" y="123406"/>
                  </a:cubicBezTo>
                  <a:close/>
                  <a:moveTo>
                    <a:pt x="14708" y="138832"/>
                  </a:moveTo>
                  <a:cubicBezTo>
                    <a:pt x="15520" y="138832"/>
                    <a:pt x="15520" y="138832"/>
                    <a:pt x="14708" y="138832"/>
                  </a:cubicBezTo>
                  <a:cubicBezTo>
                    <a:pt x="15520" y="138020"/>
                    <a:pt x="15520" y="138020"/>
                    <a:pt x="14708" y="138020"/>
                  </a:cubicBezTo>
                  <a:cubicBezTo>
                    <a:pt x="14708" y="138020"/>
                    <a:pt x="14708" y="138020"/>
                    <a:pt x="14708" y="138832"/>
                  </a:cubicBezTo>
                  <a:cubicBezTo>
                    <a:pt x="13897" y="138832"/>
                    <a:pt x="14708" y="138832"/>
                    <a:pt x="14708" y="138832"/>
                  </a:cubicBezTo>
                  <a:close/>
                  <a:moveTo>
                    <a:pt x="17954" y="108792"/>
                  </a:moveTo>
                  <a:cubicBezTo>
                    <a:pt x="17954" y="107980"/>
                    <a:pt x="18765" y="107980"/>
                    <a:pt x="17954" y="108792"/>
                  </a:cubicBezTo>
                  <a:cubicBezTo>
                    <a:pt x="18765" y="107980"/>
                    <a:pt x="18765" y="107980"/>
                    <a:pt x="17954" y="108792"/>
                  </a:cubicBezTo>
                  <a:cubicBezTo>
                    <a:pt x="17954" y="107980"/>
                    <a:pt x="17142" y="108792"/>
                    <a:pt x="17954" y="108792"/>
                  </a:cubicBezTo>
                  <a:cubicBezTo>
                    <a:pt x="17142" y="108792"/>
                    <a:pt x="17954" y="108792"/>
                    <a:pt x="17954" y="108792"/>
                  </a:cubicBezTo>
                  <a:close/>
                  <a:moveTo>
                    <a:pt x="17954" y="128277"/>
                  </a:moveTo>
                  <a:cubicBezTo>
                    <a:pt x="18765" y="128277"/>
                    <a:pt x="20387" y="125841"/>
                    <a:pt x="20387" y="124218"/>
                  </a:cubicBezTo>
                  <a:cubicBezTo>
                    <a:pt x="20387" y="124218"/>
                    <a:pt x="20387" y="123406"/>
                    <a:pt x="21199" y="123406"/>
                  </a:cubicBezTo>
                  <a:cubicBezTo>
                    <a:pt x="21199" y="123406"/>
                    <a:pt x="22010" y="123406"/>
                    <a:pt x="22010" y="123406"/>
                  </a:cubicBezTo>
                  <a:cubicBezTo>
                    <a:pt x="22010" y="123406"/>
                    <a:pt x="21199" y="123406"/>
                    <a:pt x="21199" y="123406"/>
                  </a:cubicBezTo>
                  <a:cubicBezTo>
                    <a:pt x="20387" y="123406"/>
                    <a:pt x="20387" y="123406"/>
                    <a:pt x="20387" y="124218"/>
                  </a:cubicBezTo>
                  <a:cubicBezTo>
                    <a:pt x="20387" y="125030"/>
                    <a:pt x="20387" y="125030"/>
                    <a:pt x="20387" y="125030"/>
                  </a:cubicBezTo>
                  <a:cubicBezTo>
                    <a:pt x="20387" y="125030"/>
                    <a:pt x="19576" y="125841"/>
                    <a:pt x="19576" y="125841"/>
                  </a:cubicBezTo>
                  <a:cubicBezTo>
                    <a:pt x="17954" y="126653"/>
                    <a:pt x="17954" y="127465"/>
                    <a:pt x="17954" y="128277"/>
                  </a:cubicBezTo>
                  <a:cubicBezTo>
                    <a:pt x="17142" y="128277"/>
                    <a:pt x="17142" y="128277"/>
                    <a:pt x="17954" y="128277"/>
                  </a:cubicBezTo>
                  <a:close/>
                  <a:moveTo>
                    <a:pt x="18765" y="106356"/>
                  </a:moveTo>
                  <a:cubicBezTo>
                    <a:pt x="18765" y="107168"/>
                    <a:pt x="19576" y="107168"/>
                    <a:pt x="19576" y="106356"/>
                  </a:cubicBezTo>
                  <a:cubicBezTo>
                    <a:pt x="19576" y="105544"/>
                    <a:pt x="20387" y="104733"/>
                    <a:pt x="20387" y="104733"/>
                  </a:cubicBezTo>
                  <a:lnTo>
                    <a:pt x="19576" y="104733"/>
                  </a:lnTo>
                  <a:cubicBezTo>
                    <a:pt x="17954" y="104733"/>
                    <a:pt x="17954" y="105544"/>
                    <a:pt x="18765" y="106356"/>
                  </a:cubicBezTo>
                  <a:close/>
                  <a:moveTo>
                    <a:pt x="18765" y="113663"/>
                  </a:moveTo>
                  <a:cubicBezTo>
                    <a:pt x="18765" y="113663"/>
                    <a:pt x="19576" y="113663"/>
                    <a:pt x="18765" y="113663"/>
                  </a:cubicBezTo>
                  <a:cubicBezTo>
                    <a:pt x="20387" y="112851"/>
                    <a:pt x="20387" y="112851"/>
                    <a:pt x="18765" y="113663"/>
                  </a:cubicBezTo>
                  <a:cubicBezTo>
                    <a:pt x="18765" y="112851"/>
                    <a:pt x="18765" y="113663"/>
                    <a:pt x="18765" y="113663"/>
                  </a:cubicBezTo>
                  <a:close/>
                  <a:moveTo>
                    <a:pt x="20387" y="103109"/>
                  </a:moveTo>
                  <a:cubicBezTo>
                    <a:pt x="21199" y="103109"/>
                    <a:pt x="22822" y="100673"/>
                    <a:pt x="22822" y="99861"/>
                  </a:cubicBezTo>
                  <a:cubicBezTo>
                    <a:pt x="22822" y="99861"/>
                    <a:pt x="22822" y="99861"/>
                    <a:pt x="22010" y="100673"/>
                  </a:cubicBezTo>
                  <a:cubicBezTo>
                    <a:pt x="21199" y="101485"/>
                    <a:pt x="21199" y="101485"/>
                    <a:pt x="21199" y="100673"/>
                  </a:cubicBezTo>
                  <a:cubicBezTo>
                    <a:pt x="21199" y="99861"/>
                    <a:pt x="20387" y="99861"/>
                    <a:pt x="19576" y="101485"/>
                  </a:cubicBezTo>
                  <a:cubicBezTo>
                    <a:pt x="20387" y="102297"/>
                    <a:pt x="20387" y="103109"/>
                    <a:pt x="20387" y="103109"/>
                  </a:cubicBezTo>
                  <a:close/>
                  <a:moveTo>
                    <a:pt x="21199" y="120158"/>
                  </a:moveTo>
                  <a:cubicBezTo>
                    <a:pt x="22010" y="120158"/>
                    <a:pt x="22010" y="120158"/>
                    <a:pt x="22010" y="119346"/>
                  </a:cubicBezTo>
                  <a:cubicBezTo>
                    <a:pt x="22010" y="120158"/>
                    <a:pt x="22010" y="120158"/>
                    <a:pt x="21199" y="120158"/>
                  </a:cubicBezTo>
                  <a:cubicBezTo>
                    <a:pt x="21199" y="120158"/>
                    <a:pt x="21199" y="120158"/>
                    <a:pt x="21199" y="120158"/>
                  </a:cubicBezTo>
                  <a:cubicBezTo>
                    <a:pt x="21199" y="119346"/>
                    <a:pt x="21199" y="119346"/>
                    <a:pt x="21199" y="120158"/>
                  </a:cubicBezTo>
                  <a:cubicBezTo>
                    <a:pt x="20387" y="120158"/>
                    <a:pt x="20387" y="120158"/>
                    <a:pt x="21199" y="120158"/>
                  </a:cubicBezTo>
                  <a:close/>
                  <a:moveTo>
                    <a:pt x="21199" y="116099"/>
                  </a:moveTo>
                  <a:cubicBezTo>
                    <a:pt x="21199" y="116099"/>
                    <a:pt x="22010" y="116911"/>
                    <a:pt x="22010" y="116911"/>
                  </a:cubicBezTo>
                  <a:cubicBezTo>
                    <a:pt x="22010" y="117723"/>
                    <a:pt x="22010" y="117723"/>
                    <a:pt x="22822" y="117723"/>
                  </a:cubicBezTo>
                  <a:cubicBezTo>
                    <a:pt x="23633" y="117723"/>
                    <a:pt x="23633" y="116911"/>
                    <a:pt x="23633" y="117723"/>
                  </a:cubicBezTo>
                  <a:cubicBezTo>
                    <a:pt x="23633" y="117723"/>
                    <a:pt x="24444" y="118535"/>
                    <a:pt x="24444" y="118535"/>
                  </a:cubicBezTo>
                  <a:cubicBezTo>
                    <a:pt x="24444" y="118535"/>
                    <a:pt x="24444" y="117723"/>
                    <a:pt x="23633" y="116911"/>
                  </a:cubicBezTo>
                  <a:cubicBezTo>
                    <a:pt x="22010" y="116099"/>
                    <a:pt x="21199" y="115287"/>
                    <a:pt x="21199" y="116099"/>
                  </a:cubicBezTo>
                  <a:cubicBezTo>
                    <a:pt x="20387" y="115287"/>
                    <a:pt x="21199" y="116099"/>
                    <a:pt x="21199" y="116099"/>
                  </a:cubicBezTo>
                  <a:close/>
                  <a:moveTo>
                    <a:pt x="21199" y="111228"/>
                  </a:moveTo>
                  <a:cubicBezTo>
                    <a:pt x="22010" y="111228"/>
                    <a:pt x="22010" y="110416"/>
                    <a:pt x="21199" y="111228"/>
                  </a:cubicBezTo>
                  <a:cubicBezTo>
                    <a:pt x="22010" y="110416"/>
                    <a:pt x="22010" y="109604"/>
                    <a:pt x="22010" y="109604"/>
                  </a:cubicBezTo>
                  <a:cubicBezTo>
                    <a:pt x="22010" y="109604"/>
                    <a:pt x="21199" y="109604"/>
                    <a:pt x="21199" y="111228"/>
                  </a:cubicBezTo>
                  <a:cubicBezTo>
                    <a:pt x="21199" y="110416"/>
                    <a:pt x="21199" y="111228"/>
                    <a:pt x="21199" y="111228"/>
                  </a:cubicBezTo>
                  <a:close/>
                  <a:moveTo>
                    <a:pt x="22010" y="99049"/>
                  </a:moveTo>
                  <a:cubicBezTo>
                    <a:pt x="22010" y="99049"/>
                    <a:pt x="22010" y="99861"/>
                    <a:pt x="22010" y="99049"/>
                  </a:cubicBezTo>
                  <a:cubicBezTo>
                    <a:pt x="22822" y="99049"/>
                    <a:pt x="22822" y="99049"/>
                    <a:pt x="22822" y="99049"/>
                  </a:cubicBezTo>
                  <a:cubicBezTo>
                    <a:pt x="22822" y="99049"/>
                    <a:pt x="22822" y="98238"/>
                    <a:pt x="22010" y="99049"/>
                  </a:cubicBezTo>
                  <a:cubicBezTo>
                    <a:pt x="22010" y="98238"/>
                    <a:pt x="22010" y="99049"/>
                    <a:pt x="22010" y="99049"/>
                  </a:cubicBezTo>
                  <a:close/>
                  <a:moveTo>
                    <a:pt x="22010" y="113663"/>
                  </a:moveTo>
                  <a:cubicBezTo>
                    <a:pt x="22010" y="114475"/>
                    <a:pt x="22822" y="114475"/>
                    <a:pt x="22010" y="113663"/>
                  </a:cubicBezTo>
                  <a:cubicBezTo>
                    <a:pt x="23633" y="112851"/>
                    <a:pt x="24444" y="112851"/>
                    <a:pt x="24444" y="113663"/>
                  </a:cubicBezTo>
                  <a:cubicBezTo>
                    <a:pt x="24444" y="113663"/>
                    <a:pt x="24444" y="114475"/>
                    <a:pt x="25255" y="114475"/>
                  </a:cubicBezTo>
                  <a:cubicBezTo>
                    <a:pt x="25255" y="114475"/>
                    <a:pt x="26067" y="114475"/>
                    <a:pt x="26067" y="113663"/>
                  </a:cubicBezTo>
                  <a:cubicBezTo>
                    <a:pt x="26067" y="112851"/>
                    <a:pt x="26067" y="112851"/>
                    <a:pt x="26067" y="112851"/>
                  </a:cubicBezTo>
                  <a:cubicBezTo>
                    <a:pt x="25255" y="112851"/>
                    <a:pt x="24444" y="112851"/>
                    <a:pt x="24444" y="112039"/>
                  </a:cubicBezTo>
                  <a:cubicBezTo>
                    <a:pt x="24444" y="112039"/>
                    <a:pt x="24444" y="111228"/>
                    <a:pt x="24444" y="111228"/>
                  </a:cubicBezTo>
                  <a:cubicBezTo>
                    <a:pt x="22822" y="112851"/>
                    <a:pt x="21199" y="113663"/>
                    <a:pt x="22010" y="113663"/>
                  </a:cubicBezTo>
                  <a:close/>
                  <a:moveTo>
                    <a:pt x="22822" y="98238"/>
                  </a:moveTo>
                  <a:cubicBezTo>
                    <a:pt x="23633" y="99049"/>
                    <a:pt x="23633" y="99049"/>
                    <a:pt x="24444" y="97426"/>
                  </a:cubicBezTo>
                  <a:cubicBezTo>
                    <a:pt x="24444" y="96614"/>
                    <a:pt x="25255" y="96614"/>
                    <a:pt x="25255" y="96614"/>
                  </a:cubicBezTo>
                  <a:cubicBezTo>
                    <a:pt x="25255" y="96614"/>
                    <a:pt x="26067" y="96614"/>
                    <a:pt x="25255" y="96614"/>
                  </a:cubicBezTo>
                  <a:cubicBezTo>
                    <a:pt x="25255" y="95802"/>
                    <a:pt x="24444" y="95802"/>
                    <a:pt x="24444" y="96614"/>
                  </a:cubicBezTo>
                  <a:cubicBezTo>
                    <a:pt x="24444" y="96614"/>
                    <a:pt x="23633" y="97426"/>
                    <a:pt x="22822" y="96614"/>
                  </a:cubicBezTo>
                  <a:cubicBezTo>
                    <a:pt x="22010" y="96614"/>
                    <a:pt x="22010" y="97426"/>
                    <a:pt x="22822" y="98238"/>
                  </a:cubicBezTo>
                  <a:close/>
                  <a:moveTo>
                    <a:pt x="22822" y="107980"/>
                  </a:moveTo>
                  <a:cubicBezTo>
                    <a:pt x="22822" y="107980"/>
                    <a:pt x="22822" y="107980"/>
                    <a:pt x="22822" y="107980"/>
                  </a:cubicBezTo>
                  <a:cubicBezTo>
                    <a:pt x="23633" y="107980"/>
                    <a:pt x="23633" y="107980"/>
                    <a:pt x="23633" y="107168"/>
                  </a:cubicBezTo>
                  <a:cubicBezTo>
                    <a:pt x="23633" y="107168"/>
                    <a:pt x="23633" y="106356"/>
                    <a:pt x="22822" y="107980"/>
                  </a:cubicBezTo>
                  <a:cubicBezTo>
                    <a:pt x="22822" y="107168"/>
                    <a:pt x="22822" y="107168"/>
                    <a:pt x="22822" y="107980"/>
                  </a:cubicBezTo>
                  <a:close/>
                  <a:moveTo>
                    <a:pt x="23633" y="95802"/>
                  </a:moveTo>
                  <a:cubicBezTo>
                    <a:pt x="23633" y="95802"/>
                    <a:pt x="24444" y="95802"/>
                    <a:pt x="24444" y="95802"/>
                  </a:cubicBezTo>
                  <a:cubicBezTo>
                    <a:pt x="24444" y="95802"/>
                    <a:pt x="25255" y="94990"/>
                    <a:pt x="25255" y="95802"/>
                  </a:cubicBezTo>
                  <a:cubicBezTo>
                    <a:pt x="25255" y="95802"/>
                    <a:pt x="26067" y="95802"/>
                    <a:pt x="26067" y="94990"/>
                  </a:cubicBezTo>
                  <a:cubicBezTo>
                    <a:pt x="26067" y="94178"/>
                    <a:pt x="26067" y="94178"/>
                    <a:pt x="26067" y="94178"/>
                  </a:cubicBezTo>
                  <a:cubicBezTo>
                    <a:pt x="26067" y="94178"/>
                    <a:pt x="25255" y="94178"/>
                    <a:pt x="25255" y="93366"/>
                  </a:cubicBezTo>
                  <a:cubicBezTo>
                    <a:pt x="25255" y="91742"/>
                    <a:pt x="25255" y="91742"/>
                    <a:pt x="26067" y="92554"/>
                  </a:cubicBezTo>
                  <a:cubicBezTo>
                    <a:pt x="26878" y="93366"/>
                    <a:pt x="26878" y="93366"/>
                    <a:pt x="27690" y="92554"/>
                  </a:cubicBezTo>
                  <a:cubicBezTo>
                    <a:pt x="28501" y="91742"/>
                    <a:pt x="28501" y="91742"/>
                    <a:pt x="28501" y="91742"/>
                  </a:cubicBezTo>
                  <a:cubicBezTo>
                    <a:pt x="28501" y="91742"/>
                    <a:pt x="28501" y="90931"/>
                    <a:pt x="28501" y="90931"/>
                  </a:cubicBezTo>
                  <a:cubicBezTo>
                    <a:pt x="29312" y="90119"/>
                    <a:pt x="28501" y="89307"/>
                    <a:pt x="28501" y="88495"/>
                  </a:cubicBezTo>
                  <a:cubicBezTo>
                    <a:pt x="27690" y="87683"/>
                    <a:pt x="27690" y="87683"/>
                    <a:pt x="28501" y="87683"/>
                  </a:cubicBezTo>
                  <a:cubicBezTo>
                    <a:pt x="29312" y="88495"/>
                    <a:pt x="29312" y="88495"/>
                    <a:pt x="30123" y="87683"/>
                  </a:cubicBezTo>
                  <a:cubicBezTo>
                    <a:pt x="30935" y="86871"/>
                    <a:pt x="30935" y="86059"/>
                    <a:pt x="30123" y="85247"/>
                  </a:cubicBezTo>
                  <a:cubicBezTo>
                    <a:pt x="30123" y="85247"/>
                    <a:pt x="30123" y="85247"/>
                    <a:pt x="30935" y="85247"/>
                  </a:cubicBezTo>
                  <a:cubicBezTo>
                    <a:pt x="31746" y="85247"/>
                    <a:pt x="32557" y="85247"/>
                    <a:pt x="31746" y="85247"/>
                  </a:cubicBezTo>
                  <a:cubicBezTo>
                    <a:pt x="31746" y="85247"/>
                    <a:pt x="30935" y="84436"/>
                    <a:pt x="30935" y="84436"/>
                  </a:cubicBezTo>
                  <a:cubicBezTo>
                    <a:pt x="30935" y="84436"/>
                    <a:pt x="30123" y="84436"/>
                    <a:pt x="30123" y="84436"/>
                  </a:cubicBezTo>
                  <a:cubicBezTo>
                    <a:pt x="30123" y="84436"/>
                    <a:pt x="30935" y="83624"/>
                    <a:pt x="31746" y="84436"/>
                  </a:cubicBezTo>
                  <a:cubicBezTo>
                    <a:pt x="32557" y="84436"/>
                    <a:pt x="33369" y="84436"/>
                    <a:pt x="33369" y="83624"/>
                  </a:cubicBezTo>
                  <a:cubicBezTo>
                    <a:pt x="33369" y="82812"/>
                    <a:pt x="34180" y="82000"/>
                    <a:pt x="34180" y="82000"/>
                  </a:cubicBezTo>
                  <a:cubicBezTo>
                    <a:pt x="34991" y="82000"/>
                    <a:pt x="34991" y="81188"/>
                    <a:pt x="34991" y="80376"/>
                  </a:cubicBezTo>
                  <a:cubicBezTo>
                    <a:pt x="34991" y="80376"/>
                    <a:pt x="34991" y="79564"/>
                    <a:pt x="35803" y="79564"/>
                  </a:cubicBezTo>
                  <a:cubicBezTo>
                    <a:pt x="35803" y="79564"/>
                    <a:pt x="36614" y="78752"/>
                    <a:pt x="36614" y="77941"/>
                  </a:cubicBezTo>
                  <a:cubicBezTo>
                    <a:pt x="36614" y="77129"/>
                    <a:pt x="37425" y="76317"/>
                    <a:pt x="37425" y="76317"/>
                  </a:cubicBezTo>
                  <a:cubicBezTo>
                    <a:pt x="38237" y="76317"/>
                    <a:pt x="38237" y="74693"/>
                    <a:pt x="37425" y="74693"/>
                  </a:cubicBezTo>
                  <a:cubicBezTo>
                    <a:pt x="37425" y="74693"/>
                    <a:pt x="35803" y="75505"/>
                    <a:pt x="34991" y="76317"/>
                  </a:cubicBezTo>
                  <a:cubicBezTo>
                    <a:pt x="33369" y="77941"/>
                    <a:pt x="33369" y="77941"/>
                    <a:pt x="33369" y="78752"/>
                  </a:cubicBezTo>
                  <a:cubicBezTo>
                    <a:pt x="34180" y="80376"/>
                    <a:pt x="33369" y="80376"/>
                    <a:pt x="32557" y="80376"/>
                  </a:cubicBezTo>
                  <a:cubicBezTo>
                    <a:pt x="31746" y="80376"/>
                    <a:pt x="31746" y="80376"/>
                    <a:pt x="32557" y="80376"/>
                  </a:cubicBezTo>
                  <a:cubicBezTo>
                    <a:pt x="33369" y="80376"/>
                    <a:pt x="33369" y="79564"/>
                    <a:pt x="33369" y="79564"/>
                  </a:cubicBezTo>
                  <a:cubicBezTo>
                    <a:pt x="33369" y="78752"/>
                    <a:pt x="33369" y="78752"/>
                    <a:pt x="32557" y="79564"/>
                  </a:cubicBezTo>
                  <a:cubicBezTo>
                    <a:pt x="31746" y="80376"/>
                    <a:pt x="31746" y="81188"/>
                    <a:pt x="32557" y="81188"/>
                  </a:cubicBezTo>
                  <a:cubicBezTo>
                    <a:pt x="33369" y="81188"/>
                    <a:pt x="33369" y="82000"/>
                    <a:pt x="32557" y="82812"/>
                  </a:cubicBezTo>
                  <a:cubicBezTo>
                    <a:pt x="31746" y="82812"/>
                    <a:pt x="31746" y="82812"/>
                    <a:pt x="31746" y="82812"/>
                  </a:cubicBezTo>
                  <a:cubicBezTo>
                    <a:pt x="31746" y="82812"/>
                    <a:pt x="31746" y="82000"/>
                    <a:pt x="31746" y="82000"/>
                  </a:cubicBezTo>
                  <a:cubicBezTo>
                    <a:pt x="30935" y="82000"/>
                    <a:pt x="29312" y="85247"/>
                    <a:pt x="29312" y="86871"/>
                  </a:cubicBezTo>
                  <a:cubicBezTo>
                    <a:pt x="29312" y="86871"/>
                    <a:pt x="29312" y="87683"/>
                    <a:pt x="29312" y="86871"/>
                  </a:cubicBezTo>
                  <a:cubicBezTo>
                    <a:pt x="28501" y="86871"/>
                    <a:pt x="27690" y="87683"/>
                    <a:pt x="27690" y="88495"/>
                  </a:cubicBezTo>
                  <a:cubicBezTo>
                    <a:pt x="27690" y="88495"/>
                    <a:pt x="26878" y="89307"/>
                    <a:pt x="26878" y="90119"/>
                  </a:cubicBezTo>
                  <a:cubicBezTo>
                    <a:pt x="25255" y="92554"/>
                    <a:pt x="23633" y="95802"/>
                    <a:pt x="23633" y="95802"/>
                  </a:cubicBezTo>
                  <a:close/>
                  <a:moveTo>
                    <a:pt x="24444" y="104733"/>
                  </a:moveTo>
                  <a:cubicBezTo>
                    <a:pt x="24444" y="104733"/>
                    <a:pt x="26067" y="103109"/>
                    <a:pt x="26067" y="103109"/>
                  </a:cubicBezTo>
                  <a:cubicBezTo>
                    <a:pt x="26067" y="103109"/>
                    <a:pt x="25255" y="103109"/>
                    <a:pt x="25255" y="103109"/>
                  </a:cubicBezTo>
                  <a:cubicBezTo>
                    <a:pt x="24444" y="103921"/>
                    <a:pt x="23633" y="104733"/>
                    <a:pt x="24444" y="104733"/>
                  </a:cubicBezTo>
                  <a:close/>
                  <a:moveTo>
                    <a:pt x="25255" y="102297"/>
                  </a:moveTo>
                  <a:cubicBezTo>
                    <a:pt x="25255" y="102297"/>
                    <a:pt x="25255" y="102297"/>
                    <a:pt x="25255" y="102297"/>
                  </a:cubicBezTo>
                  <a:cubicBezTo>
                    <a:pt x="26878" y="102297"/>
                    <a:pt x="26878" y="102297"/>
                    <a:pt x="26878" y="102297"/>
                  </a:cubicBezTo>
                  <a:cubicBezTo>
                    <a:pt x="26878" y="101485"/>
                    <a:pt x="26878" y="101485"/>
                    <a:pt x="25255" y="102297"/>
                  </a:cubicBezTo>
                  <a:cubicBezTo>
                    <a:pt x="25255" y="102297"/>
                    <a:pt x="25255" y="102297"/>
                    <a:pt x="25255" y="102297"/>
                  </a:cubicBezTo>
                  <a:close/>
                  <a:moveTo>
                    <a:pt x="25255" y="107168"/>
                  </a:moveTo>
                  <a:cubicBezTo>
                    <a:pt x="25255" y="107168"/>
                    <a:pt x="25255" y="107980"/>
                    <a:pt x="25255" y="107168"/>
                  </a:cubicBezTo>
                  <a:cubicBezTo>
                    <a:pt x="26067" y="107980"/>
                    <a:pt x="26067" y="107168"/>
                    <a:pt x="26067" y="107168"/>
                  </a:cubicBezTo>
                  <a:cubicBezTo>
                    <a:pt x="26067" y="107168"/>
                    <a:pt x="26067" y="106356"/>
                    <a:pt x="25255" y="107168"/>
                  </a:cubicBezTo>
                  <a:cubicBezTo>
                    <a:pt x="25255" y="106356"/>
                    <a:pt x="25255" y="107168"/>
                    <a:pt x="25255" y="107168"/>
                  </a:cubicBezTo>
                  <a:close/>
                  <a:moveTo>
                    <a:pt x="26067" y="110416"/>
                  </a:moveTo>
                  <a:cubicBezTo>
                    <a:pt x="26067" y="110416"/>
                    <a:pt x="26878" y="111228"/>
                    <a:pt x="26067" y="111228"/>
                  </a:cubicBezTo>
                  <a:cubicBezTo>
                    <a:pt x="26067" y="111228"/>
                    <a:pt x="26067" y="112039"/>
                    <a:pt x="26067" y="112039"/>
                  </a:cubicBezTo>
                  <a:cubicBezTo>
                    <a:pt x="27690" y="112851"/>
                    <a:pt x="27690" y="111228"/>
                    <a:pt x="26878" y="110416"/>
                  </a:cubicBezTo>
                  <a:cubicBezTo>
                    <a:pt x="27690" y="110416"/>
                    <a:pt x="26878" y="110416"/>
                    <a:pt x="26067" y="110416"/>
                  </a:cubicBezTo>
                  <a:cubicBezTo>
                    <a:pt x="26067" y="110416"/>
                    <a:pt x="25255" y="110416"/>
                    <a:pt x="26067" y="110416"/>
                  </a:cubicBezTo>
                  <a:close/>
                  <a:moveTo>
                    <a:pt x="27690" y="100673"/>
                  </a:moveTo>
                  <a:cubicBezTo>
                    <a:pt x="27690" y="100673"/>
                    <a:pt x="27690" y="100673"/>
                    <a:pt x="27690" y="100673"/>
                  </a:cubicBezTo>
                  <a:cubicBezTo>
                    <a:pt x="27690" y="99861"/>
                    <a:pt x="27690" y="99861"/>
                    <a:pt x="27690" y="100673"/>
                  </a:cubicBezTo>
                  <a:cubicBezTo>
                    <a:pt x="26878" y="99861"/>
                    <a:pt x="26878" y="100673"/>
                    <a:pt x="27690" y="100673"/>
                  </a:cubicBezTo>
                  <a:cubicBezTo>
                    <a:pt x="26878" y="100673"/>
                    <a:pt x="26878" y="100673"/>
                    <a:pt x="27690" y="100673"/>
                  </a:cubicBezTo>
                  <a:close/>
                  <a:moveTo>
                    <a:pt x="27690" y="107980"/>
                  </a:moveTo>
                  <a:cubicBezTo>
                    <a:pt x="27690" y="107980"/>
                    <a:pt x="27690" y="107980"/>
                    <a:pt x="27690" y="107980"/>
                  </a:cubicBezTo>
                  <a:cubicBezTo>
                    <a:pt x="28501" y="107168"/>
                    <a:pt x="28501" y="107168"/>
                    <a:pt x="27690" y="107168"/>
                  </a:cubicBezTo>
                  <a:cubicBezTo>
                    <a:pt x="26878" y="107168"/>
                    <a:pt x="27690" y="107168"/>
                    <a:pt x="27690" y="107980"/>
                  </a:cubicBezTo>
                  <a:cubicBezTo>
                    <a:pt x="26878" y="107980"/>
                    <a:pt x="26878" y="107980"/>
                    <a:pt x="27690" y="107980"/>
                  </a:cubicBezTo>
                  <a:close/>
                  <a:moveTo>
                    <a:pt x="27690" y="103921"/>
                  </a:moveTo>
                  <a:cubicBezTo>
                    <a:pt x="28501" y="103921"/>
                    <a:pt x="28501" y="103109"/>
                    <a:pt x="28501" y="102297"/>
                  </a:cubicBezTo>
                  <a:cubicBezTo>
                    <a:pt x="28501" y="101485"/>
                    <a:pt x="28501" y="101485"/>
                    <a:pt x="28501" y="102297"/>
                  </a:cubicBezTo>
                  <a:cubicBezTo>
                    <a:pt x="28501" y="103109"/>
                    <a:pt x="27690" y="103109"/>
                    <a:pt x="27690" y="103109"/>
                  </a:cubicBezTo>
                  <a:cubicBezTo>
                    <a:pt x="27690" y="103109"/>
                    <a:pt x="27690" y="103109"/>
                    <a:pt x="27690" y="103921"/>
                  </a:cubicBezTo>
                  <a:cubicBezTo>
                    <a:pt x="27690" y="103921"/>
                    <a:pt x="27690" y="103921"/>
                    <a:pt x="27690" y="103921"/>
                  </a:cubicBezTo>
                  <a:close/>
                  <a:moveTo>
                    <a:pt x="30123" y="101485"/>
                  </a:moveTo>
                  <a:cubicBezTo>
                    <a:pt x="30935" y="101485"/>
                    <a:pt x="31746" y="101485"/>
                    <a:pt x="31746" y="101485"/>
                  </a:cubicBezTo>
                  <a:cubicBezTo>
                    <a:pt x="32557" y="100673"/>
                    <a:pt x="32557" y="100673"/>
                    <a:pt x="31746" y="100673"/>
                  </a:cubicBezTo>
                  <a:cubicBezTo>
                    <a:pt x="30935" y="100673"/>
                    <a:pt x="30935" y="100673"/>
                    <a:pt x="30935" y="99861"/>
                  </a:cubicBezTo>
                  <a:cubicBezTo>
                    <a:pt x="30935" y="99049"/>
                    <a:pt x="31746" y="99049"/>
                    <a:pt x="31746" y="99049"/>
                  </a:cubicBezTo>
                  <a:cubicBezTo>
                    <a:pt x="31746" y="99049"/>
                    <a:pt x="32557" y="98238"/>
                    <a:pt x="32557" y="98238"/>
                  </a:cubicBezTo>
                  <a:cubicBezTo>
                    <a:pt x="32557" y="96614"/>
                    <a:pt x="30935" y="98238"/>
                    <a:pt x="30123" y="99861"/>
                  </a:cubicBezTo>
                  <a:cubicBezTo>
                    <a:pt x="29312" y="100673"/>
                    <a:pt x="29312" y="100673"/>
                    <a:pt x="30123" y="101485"/>
                  </a:cubicBezTo>
                  <a:close/>
                  <a:moveTo>
                    <a:pt x="33369" y="94990"/>
                  </a:moveTo>
                  <a:cubicBezTo>
                    <a:pt x="34180" y="94990"/>
                    <a:pt x="34180" y="94990"/>
                    <a:pt x="34180" y="94178"/>
                  </a:cubicBezTo>
                  <a:cubicBezTo>
                    <a:pt x="34180" y="92554"/>
                    <a:pt x="34180" y="92554"/>
                    <a:pt x="33369" y="94178"/>
                  </a:cubicBezTo>
                  <a:cubicBezTo>
                    <a:pt x="32557" y="94990"/>
                    <a:pt x="32557" y="94990"/>
                    <a:pt x="32557" y="94990"/>
                  </a:cubicBezTo>
                  <a:cubicBezTo>
                    <a:pt x="32557" y="94990"/>
                    <a:pt x="32557" y="94990"/>
                    <a:pt x="33369" y="94990"/>
                  </a:cubicBezTo>
                  <a:close/>
                  <a:moveTo>
                    <a:pt x="33369" y="90931"/>
                  </a:moveTo>
                  <a:lnTo>
                    <a:pt x="34180" y="90119"/>
                  </a:lnTo>
                  <a:cubicBezTo>
                    <a:pt x="34991" y="89307"/>
                    <a:pt x="35803" y="88495"/>
                    <a:pt x="34991" y="88495"/>
                  </a:cubicBezTo>
                  <a:cubicBezTo>
                    <a:pt x="34991" y="88495"/>
                    <a:pt x="34180" y="89307"/>
                    <a:pt x="34180" y="89307"/>
                  </a:cubicBezTo>
                  <a:lnTo>
                    <a:pt x="33369" y="90931"/>
                  </a:lnTo>
                  <a:close/>
                  <a:moveTo>
                    <a:pt x="35803" y="90931"/>
                  </a:moveTo>
                  <a:cubicBezTo>
                    <a:pt x="35803" y="91742"/>
                    <a:pt x="36614" y="90931"/>
                    <a:pt x="37425" y="88495"/>
                  </a:cubicBezTo>
                  <a:cubicBezTo>
                    <a:pt x="37425" y="88495"/>
                    <a:pt x="37425" y="88495"/>
                    <a:pt x="36614" y="89307"/>
                  </a:cubicBezTo>
                  <a:cubicBezTo>
                    <a:pt x="35803" y="90119"/>
                    <a:pt x="35803" y="90119"/>
                    <a:pt x="35803" y="90931"/>
                  </a:cubicBezTo>
                  <a:close/>
                  <a:moveTo>
                    <a:pt x="36614" y="75505"/>
                  </a:moveTo>
                  <a:cubicBezTo>
                    <a:pt x="37425" y="74693"/>
                    <a:pt x="37425" y="74693"/>
                    <a:pt x="37425" y="75505"/>
                  </a:cubicBezTo>
                  <a:cubicBezTo>
                    <a:pt x="37425" y="75505"/>
                    <a:pt x="38237" y="75505"/>
                    <a:pt x="38237" y="75505"/>
                  </a:cubicBezTo>
                  <a:cubicBezTo>
                    <a:pt x="39048" y="74693"/>
                    <a:pt x="39048" y="74693"/>
                    <a:pt x="38237" y="73881"/>
                  </a:cubicBezTo>
                  <a:cubicBezTo>
                    <a:pt x="38237" y="73881"/>
                    <a:pt x="37425" y="73069"/>
                    <a:pt x="36614" y="73069"/>
                  </a:cubicBezTo>
                  <a:cubicBezTo>
                    <a:pt x="36614" y="73069"/>
                    <a:pt x="36614" y="73069"/>
                    <a:pt x="36614" y="73881"/>
                  </a:cubicBezTo>
                  <a:cubicBezTo>
                    <a:pt x="37425" y="74693"/>
                    <a:pt x="37425" y="74693"/>
                    <a:pt x="36614" y="74693"/>
                  </a:cubicBezTo>
                  <a:cubicBezTo>
                    <a:pt x="37425" y="73881"/>
                    <a:pt x="36614" y="73881"/>
                    <a:pt x="36614" y="75505"/>
                  </a:cubicBezTo>
                  <a:cubicBezTo>
                    <a:pt x="35803" y="76317"/>
                    <a:pt x="35803" y="76317"/>
                    <a:pt x="36614" y="75505"/>
                  </a:cubicBezTo>
                  <a:close/>
                  <a:moveTo>
                    <a:pt x="37425" y="88495"/>
                  </a:moveTo>
                  <a:cubicBezTo>
                    <a:pt x="38237" y="89307"/>
                    <a:pt x="40670" y="86059"/>
                    <a:pt x="40670" y="85247"/>
                  </a:cubicBezTo>
                  <a:cubicBezTo>
                    <a:pt x="40670" y="84436"/>
                    <a:pt x="40670" y="84436"/>
                    <a:pt x="40670" y="84436"/>
                  </a:cubicBezTo>
                  <a:cubicBezTo>
                    <a:pt x="40670" y="84436"/>
                    <a:pt x="40670" y="84436"/>
                    <a:pt x="39859" y="84436"/>
                  </a:cubicBezTo>
                  <a:cubicBezTo>
                    <a:pt x="39048" y="84436"/>
                    <a:pt x="39048" y="85247"/>
                    <a:pt x="39048" y="86059"/>
                  </a:cubicBezTo>
                  <a:cubicBezTo>
                    <a:pt x="39048" y="86871"/>
                    <a:pt x="38237" y="87683"/>
                    <a:pt x="37425" y="87683"/>
                  </a:cubicBezTo>
                  <a:cubicBezTo>
                    <a:pt x="37425" y="87683"/>
                    <a:pt x="36614" y="87683"/>
                    <a:pt x="37425" y="88495"/>
                  </a:cubicBezTo>
                  <a:close/>
                  <a:moveTo>
                    <a:pt x="40670" y="71445"/>
                  </a:moveTo>
                  <a:cubicBezTo>
                    <a:pt x="41482" y="70634"/>
                    <a:pt x="41482" y="70634"/>
                    <a:pt x="40670" y="71445"/>
                  </a:cubicBezTo>
                  <a:cubicBezTo>
                    <a:pt x="39859" y="70634"/>
                    <a:pt x="39048" y="70634"/>
                    <a:pt x="39048" y="71445"/>
                  </a:cubicBezTo>
                  <a:cubicBezTo>
                    <a:pt x="38237" y="71445"/>
                    <a:pt x="39048" y="72257"/>
                    <a:pt x="40670" y="71445"/>
                  </a:cubicBezTo>
                  <a:close/>
                  <a:moveTo>
                    <a:pt x="39859" y="73069"/>
                  </a:moveTo>
                  <a:cubicBezTo>
                    <a:pt x="39859" y="73881"/>
                    <a:pt x="39859" y="73881"/>
                    <a:pt x="39859" y="73069"/>
                  </a:cubicBezTo>
                  <a:cubicBezTo>
                    <a:pt x="40670" y="73881"/>
                    <a:pt x="40670" y="73069"/>
                    <a:pt x="40670" y="73069"/>
                  </a:cubicBezTo>
                  <a:cubicBezTo>
                    <a:pt x="40670" y="72257"/>
                    <a:pt x="40670" y="72257"/>
                    <a:pt x="39859" y="73069"/>
                  </a:cubicBezTo>
                  <a:cubicBezTo>
                    <a:pt x="39859" y="73069"/>
                    <a:pt x="39859" y="73069"/>
                    <a:pt x="39859" y="73069"/>
                  </a:cubicBezTo>
                  <a:close/>
                  <a:moveTo>
                    <a:pt x="40670" y="90119"/>
                  </a:moveTo>
                  <a:cubicBezTo>
                    <a:pt x="41482" y="89307"/>
                    <a:pt x="41482" y="89307"/>
                    <a:pt x="40670" y="89307"/>
                  </a:cubicBezTo>
                  <a:cubicBezTo>
                    <a:pt x="39859" y="89307"/>
                    <a:pt x="39859" y="90119"/>
                    <a:pt x="40670" y="90119"/>
                  </a:cubicBezTo>
                  <a:cubicBezTo>
                    <a:pt x="39859" y="90931"/>
                    <a:pt x="39859" y="90931"/>
                    <a:pt x="40670" y="90119"/>
                  </a:cubicBezTo>
                  <a:close/>
                  <a:moveTo>
                    <a:pt x="40670" y="69010"/>
                  </a:moveTo>
                  <a:cubicBezTo>
                    <a:pt x="41482" y="68198"/>
                    <a:pt x="42293" y="68198"/>
                    <a:pt x="42293" y="68198"/>
                  </a:cubicBezTo>
                  <a:cubicBezTo>
                    <a:pt x="43916" y="68198"/>
                    <a:pt x="43916" y="67386"/>
                    <a:pt x="42293" y="67386"/>
                  </a:cubicBezTo>
                  <a:cubicBezTo>
                    <a:pt x="42293" y="67386"/>
                    <a:pt x="41482" y="67386"/>
                    <a:pt x="40670" y="69010"/>
                  </a:cubicBezTo>
                  <a:cubicBezTo>
                    <a:pt x="39859" y="69010"/>
                    <a:pt x="39859" y="69010"/>
                    <a:pt x="40670" y="69010"/>
                  </a:cubicBezTo>
                  <a:close/>
                  <a:moveTo>
                    <a:pt x="42293" y="82000"/>
                  </a:moveTo>
                  <a:cubicBezTo>
                    <a:pt x="43104" y="82000"/>
                    <a:pt x="43104" y="81188"/>
                    <a:pt x="42293" y="80376"/>
                  </a:cubicBezTo>
                  <a:cubicBezTo>
                    <a:pt x="42293" y="80376"/>
                    <a:pt x="41482" y="80376"/>
                    <a:pt x="41482" y="81188"/>
                  </a:cubicBezTo>
                  <a:cubicBezTo>
                    <a:pt x="41482" y="81188"/>
                    <a:pt x="42293" y="82000"/>
                    <a:pt x="42293" y="82000"/>
                  </a:cubicBezTo>
                  <a:close/>
                  <a:moveTo>
                    <a:pt x="42293" y="69822"/>
                  </a:moveTo>
                  <a:cubicBezTo>
                    <a:pt x="43104" y="69010"/>
                    <a:pt x="43104" y="69010"/>
                    <a:pt x="42293" y="69822"/>
                  </a:cubicBezTo>
                  <a:cubicBezTo>
                    <a:pt x="43104" y="69010"/>
                    <a:pt x="43104" y="69010"/>
                    <a:pt x="42293" y="69822"/>
                  </a:cubicBezTo>
                  <a:cubicBezTo>
                    <a:pt x="42293" y="69010"/>
                    <a:pt x="42293" y="69010"/>
                    <a:pt x="42293" y="69822"/>
                  </a:cubicBezTo>
                  <a:cubicBezTo>
                    <a:pt x="42293" y="69822"/>
                    <a:pt x="42293" y="69822"/>
                    <a:pt x="42293" y="69822"/>
                  </a:cubicBezTo>
                  <a:close/>
                  <a:moveTo>
                    <a:pt x="42293" y="66574"/>
                  </a:moveTo>
                  <a:cubicBezTo>
                    <a:pt x="42293" y="66574"/>
                    <a:pt x="43916" y="64950"/>
                    <a:pt x="43916" y="64950"/>
                  </a:cubicBezTo>
                  <a:cubicBezTo>
                    <a:pt x="43916" y="64950"/>
                    <a:pt x="43104" y="64950"/>
                    <a:pt x="43104" y="65762"/>
                  </a:cubicBezTo>
                  <a:cubicBezTo>
                    <a:pt x="43104" y="66574"/>
                    <a:pt x="42293" y="66574"/>
                    <a:pt x="42293" y="66574"/>
                  </a:cubicBezTo>
                  <a:close/>
                  <a:moveTo>
                    <a:pt x="44727" y="80376"/>
                  </a:moveTo>
                  <a:cubicBezTo>
                    <a:pt x="44727" y="80376"/>
                    <a:pt x="44727" y="79564"/>
                    <a:pt x="44727" y="80376"/>
                  </a:cubicBezTo>
                  <a:cubicBezTo>
                    <a:pt x="44727" y="79564"/>
                    <a:pt x="44727" y="79564"/>
                    <a:pt x="44727" y="80376"/>
                  </a:cubicBezTo>
                  <a:cubicBezTo>
                    <a:pt x="43916" y="78752"/>
                    <a:pt x="43916" y="79564"/>
                    <a:pt x="44727" y="80376"/>
                  </a:cubicBezTo>
                  <a:cubicBezTo>
                    <a:pt x="43916" y="80376"/>
                    <a:pt x="43916" y="80376"/>
                    <a:pt x="44727" y="80376"/>
                  </a:cubicBezTo>
                  <a:close/>
                  <a:moveTo>
                    <a:pt x="43916" y="64139"/>
                  </a:moveTo>
                  <a:cubicBezTo>
                    <a:pt x="44727" y="64950"/>
                    <a:pt x="45538" y="64139"/>
                    <a:pt x="45538" y="62515"/>
                  </a:cubicBezTo>
                  <a:cubicBezTo>
                    <a:pt x="45538" y="61703"/>
                    <a:pt x="45538" y="61703"/>
                    <a:pt x="46350" y="60891"/>
                  </a:cubicBezTo>
                  <a:cubicBezTo>
                    <a:pt x="46350" y="60891"/>
                    <a:pt x="46350" y="60891"/>
                    <a:pt x="46350" y="61703"/>
                  </a:cubicBezTo>
                  <a:cubicBezTo>
                    <a:pt x="46350" y="62515"/>
                    <a:pt x="46350" y="62515"/>
                    <a:pt x="46350" y="62515"/>
                  </a:cubicBezTo>
                  <a:cubicBezTo>
                    <a:pt x="47161" y="62515"/>
                    <a:pt x="49595" y="60079"/>
                    <a:pt x="49595" y="59267"/>
                  </a:cubicBezTo>
                  <a:cubicBezTo>
                    <a:pt x="49595" y="59267"/>
                    <a:pt x="49595" y="59267"/>
                    <a:pt x="48784" y="60079"/>
                  </a:cubicBezTo>
                  <a:cubicBezTo>
                    <a:pt x="47972" y="61703"/>
                    <a:pt x="47161" y="61703"/>
                    <a:pt x="47161" y="60079"/>
                  </a:cubicBezTo>
                  <a:cubicBezTo>
                    <a:pt x="47161" y="59267"/>
                    <a:pt x="47161" y="59267"/>
                    <a:pt x="45538" y="60891"/>
                  </a:cubicBezTo>
                  <a:cubicBezTo>
                    <a:pt x="44727" y="61703"/>
                    <a:pt x="44727" y="62515"/>
                    <a:pt x="44727" y="62515"/>
                  </a:cubicBezTo>
                  <a:cubicBezTo>
                    <a:pt x="44727" y="63327"/>
                    <a:pt x="44727" y="63327"/>
                    <a:pt x="43916" y="64139"/>
                  </a:cubicBezTo>
                  <a:cubicBezTo>
                    <a:pt x="43916" y="64139"/>
                    <a:pt x="43916" y="64139"/>
                    <a:pt x="43916" y="64139"/>
                  </a:cubicBezTo>
                  <a:close/>
                  <a:moveTo>
                    <a:pt x="44727" y="75505"/>
                  </a:moveTo>
                  <a:cubicBezTo>
                    <a:pt x="44727" y="76317"/>
                    <a:pt x="45538" y="76317"/>
                    <a:pt x="44727" y="75505"/>
                  </a:cubicBezTo>
                  <a:cubicBezTo>
                    <a:pt x="45538" y="75505"/>
                    <a:pt x="45538" y="75505"/>
                    <a:pt x="45538" y="75505"/>
                  </a:cubicBezTo>
                  <a:cubicBezTo>
                    <a:pt x="46350" y="75505"/>
                    <a:pt x="45538" y="75505"/>
                    <a:pt x="44727" y="75505"/>
                  </a:cubicBezTo>
                  <a:cubicBezTo>
                    <a:pt x="45538" y="75505"/>
                    <a:pt x="44727" y="75505"/>
                    <a:pt x="44727" y="75505"/>
                  </a:cubicBezTo>
                  <a:close/>
                  <a:moveTo>
                    <a:pt x="47972" y="59267"/>
                  </a:moveTo>
                  <a:cubicBezTo>
                    <a:pt x="47972" y="60079"/>
                    <a:pt x="47972" y="59267"/>
                    <a:pt x="47972" y="59267"/>
                  </a:cubicBezTo>
                  <a:cubicBezTo>
                    <a:pt x="48784" y="58455"/>
                    <a:pt x="48784" y="57644"/>
                    <a:pt x="48784" y="58455"/>
                  </a:cubicBezTo>
                  <a:cubicBezTo>
                    <a:pt x="47972" y="58455"/>
                    <a:pt x="47972" y="59267"/>
                    <a:pt x="47972" y="59267"/>
                  </a:cubicBezTo>
                  <a:close/>
                  <a:moveTo>
                    <a:pt x="48784" y="73069"/>
                  </a:moveTo>
                  <a:cubicBezTo>
                    <a:pt x="49595" y="73069"/>
                    <a:pt x="50406" y="72257"/>
                    <a:pt x="49595" y="72257"/>
                  </a:cubicBezTo>
                  <a:cubicBezTo>
                    <a:pt x="49595" y="71445"/>
                    <a:pt x="48784" y="71445"/>
                    <a:pt x="48784" y="73069"/>
                  </a:cubicBezTo>
                  <a:cubicBezTo>
                    <a:pt x="47972" y="72257"/>
                    <a:pt x="47972" y="73069"/>
                    <a:pt x="48784" y="73069"/>
                  </a:cubicBezTo>
                  <a:close/>
                  <a:moveTo>
                    <a:pt x="56897" y="63327"/>
                  </a:moveTo>
                  <a:cubicBezTo>
                    <a:pt x="56897" y="63327"/>
                    <a:pt x="56897" y="63327"/>
                    <a:pt x="56897" y="63327"/>
                  </a:cubicBezTo>
                  <a:cubicBezTo>
                    <a:pt x="56897" y="62515"/>
                    <a:pt x="56897" y="62515"/>
                    <a:pt x="56897" y="63327"/>
                  </a:cubicBezTo>
                  <a:cubicBezTo>
                    <a:pt x="56897" y="62515"/>
                    <a:pt x="56086" y="62515"/>
                    <a:pt x="56897" y="63327"/>
                  </a:cubicBezTo>
                  <a:cubicBezTo>
                    <a:pt x="56086" y="63327"/>
                    <a:pt x="56086" y="63327"/>
                    <a:pt x="56897" y="63327"/>
                  </a:cubicBezTo>
                  <a:close/>
                  <a:moveTo>
                    <a:pt x="58519" y="61703"/>
                  </a:moveTo>
                  <a:cubicBezTo>
                    <a:pt x="59331" y="61703"/>
                    <a:pt x="59331" y="61703"/>
                    <a:pt x="58519" y="61703"/>
                  </a:cubicBezTo>
                  <a:cubicBezTo>
                    <a:pt x="58519" y="60891"/>
                    <a:pt x="58519" y="60891"/>
                    <a:pt x="58519" y="61703"/>
                  </a:cubicBezTo>
                  <a:cubicBezTo>
                    <a:pt x="57708" y="61703"/>
                    <a:pt x="57708" y="61703"/>
                    <a:pt x="58519" y="61703"/>
                  </a:cubicBezTo>
                  <a:close/>
                  <a:moveTo>
                    <a:pt x="60142" y="60079"/>
                  </a:moveTo>
                  <a:cubicBezTo>
                    <a:pt x="60953" y="59267"/>
                    <a:pt x="60953" y="59267"/>
                    <a:pt x="60953" y="59267"/>
                  </a:cubicBezTo>
                  <a:cubicBezTo>
                    <a:pt x="60142" y="58455"/>
                    <a:pt x="60142" y="59267"/>
                    <a:pt x="60142" y="60079"/>
                  </a:cubicBezTo>
                  <a:cubicBezTo>
                    <a:pt x="59331" y="60079"/>
                    <a:pt x="59331" y="60079"/>
                    <a:pt x="60142" y="60079"/>
                  </a:cubicBezTo>
                  <a:close/>
                  <a:moveTo>
                    <a:pt x="60953" y="43030"/>
                  </a:moveTo>
                  <a:cubicBezTo>
                    <a:pt x="61765" y="42218"/>
                    <a:pt x="61765" y="41406"/>
                    <a:pt x="60953" y="42218"/>
                  </a:cubicBezTo>
                  <a:cubicBezTo>
                    <a:pt x="60953" y="42218"/>
                    <a:pt x="60142" y="42218"/>
                    <a:pt x="60142" y="42218"/>
                  </a:cubicBezTo>
                  <a:cubicBezTo>
                    <a:pt x="60953" y="40594"/>
                    <a:pt x="60142" y="41406"/>
                    <a:pt x="60953" y="43030"/>
                  </a:cubicBezTo>
                  <a:cubicBezTo>
                    <a:pt x="60142" y="43030"/>
                    <a:pt x="60953" y="43030"/>
                    <a:pt x="60953" y="43030"/>
                  </a:cubicBezTo>
                  <a:close/>
                  <a:moveTo>
                    <a:pt x="65010" y="38970"/>
                  </a:moveTo>
                  <a:cubicBezTo>
                    <a:pt x="65821" y="38158"/>
                    <a:pt x="65821" y="38158"/>
                    <a:pt x="65010" y="38970"/>
                  </a:cubicBezTo>
                  <a:cubicBezTo>
                    <a:pt x="65010" y="38158"/>
                    <a:pt x="64199" y="38158"/>
                    <a:pt x="64199" y="38158"/>
                  </a:cubicBezTo>
                  <a:cubicBezTo>
                    <a:pt x="64199" y="38970"/>
                    <a:pt x="65010" y="38970"/>
                    <a:pt x="65010" y="38970"/>
                  </a:cubicBezTo>
                  <a:close/>
                  <a:moveTo>
                    <a:pt x="66633" y="36535"/>
                  </a:moveTo>
                  <a:cubicBezTo>
                    <a:pt x="66633" y="35723"/>
                    <a:pt x="67444" y="35723"/>
                    <a:pt x="66633" y="36535"/>
                  </a:cubicBezTo>
                  <a:cubicBezTo>
                    <a:pt x="66633" y="35723"/>
                    <a:pt x="67444" y="34911"/>
                    <a:pt x="67444" y="34911"/>
                  </a:cubicBezTo>
                  <a:cubicBezTo>
                    <a:pt x="68255" y="34911"/>
                    <a:pt x="68255" y="34099"/>
                    <a:pt x="67444" y="33287"/>
                  </a:cubicBezTo>
                  <a:cubicBezTo>
                    <a:pt x="67444" y="33287"/>
                    <a:pt x="66633" y="33287"/>
                    <a:pt x="66633" y="34099"/>
                  </a:cubicBezTo>
                  <a:cubicBezTo>
                    <a:pt x="66633" y="34099"/>
                    <a:pt x="66633" y="34911"/>
                    <a:pt x="66633" y="36535"/>
                  </a:cubicBezTo>
                  <a:cubicBezTo>
                    <a:pt x="65010" y="36535"/>
                    <a:pt x="65010" y="36535"/>
                    <a:pt x="66633" y="36535"/>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2" name="Freeform 901">
              <a:extLst>
                <a:ext uri="{FF2B5EF4-FFF2-40B4-BE49-F238E27FC236}">
                  <a16:creationId xmlns:a16="http://schemas.microsoft.com/office/drawing/2014/main" id="{34B8813A-A44F-B7BC-51DB-15DE9B9D42B1}"/>
                </a:ext>
              </a:extLst>
            </p:cNvPr>
            <p:cNvSpPr/>
            <p:nvPr/>
          </p:nvSpPr>
          <p:spPr>
            <a:xfrm>
              <a:off x="1678452" y="-1826400"/>
              <a:ext cx="110031" cy="160752"/>
            </a:xfrm>
            <a:custGeom>
              <a:avLst/>
              <a:gdLst>
                <a:gd name="connsiteX0" fmla="*/ 6183 w 110031"/>
                <a:gd name="connsiteY0" fmla="*/ 109604 h 160752"/>
                <a:gd name="connsiteX1" fmla="*/ 16730 w 110031"/>
                <a:gd name="connsiteY1" fmla="*/ 90119 h 160752"/>
                <a:gd name="connsiteX2" fmla="*/ 20787 w 110031"/>
                <a:gd name="connsiteY2" fmla="*/ 83624 h 160752"/>
                <a:gd name="connsiteX3" fmla="*/ 24844 w 110031"/>
                <a:gd name="connsiteY3" fmla="*/ 77941 h 160752"/>
                <a:gd name="connsiteX4" fmla="*/ 25655 w 110031"/>
                <a:gd name="connsiteY4" fmla="*/ 77129 h 160752"/>
                <a:gd name="connsiteX5" fmla="*/ 26466 w 110031"/>
                <a:gd name="connsiteY5" fmla="*/ 75505 h 160752"/>
                <a:gd name="connsiteX6" fmla="*/ 28089 w 110031"/>
                <a:gd name="connsiteY6" fmla="*/ 73881 h 160752"/>
                <a:gd name="connsiteX7" fmla="*/ 30523 w 110031"/>
                <a:gd name="connsiteY7" fmla="*/ 70634 h 160752"/>
                <a:gd name="connsiteX8" fmla="*/ 34579 w 110031"/>
                <a:gd name="connsiteY8" fmla="*/ 64139 h 160752"/>
                <a:gd name="connsiteX9" fmla="*/ 39447 w 110031"/>
                <a:gd name="connsiteY9" fmla="*/ 57644 h 160752"/>
                <a:gd name="connsiteX10" fmla="*/ 41881 w 110031"/>
                <a:gd name="connsiteY10" fmla="*/ 52772 h 160752"/>
                <a:gd name="connsiteX11" fmla="*/ 41070 w 110031"/>
                <a:gd name="connsiteY11" fmla="*/ 52772 h 160752"/>
                <a:gd name="connsiteX12" fmla="*/ 39447 w 110031"/>
                <a:gd name="connsiteY12" fmla="*/ 53584 h 160752"/>
                <a:gd name="connsiteX13" fmla="*/ 36202 w 110031"/>
                <a:gd name="connsiteY13" fmla="*/ 54396 h 160752"/>
                <a:gd name="connsiteX14" fmla="*/ 29712 w 110031"/>
                <a:gd name="connsiteY14" fmla="*/ 56020 h 160752"/>
                <a:gd name="connsiteX15" fmla="*/ 22410 w 110031"/>
                <a:gd name="connsiteY15" fmla="*/ 56832 h 160752"/>
                <a:gd name="connsiteX16" fmla="*/ 15108 w 110031"/>
                <a:gd name="connsiteY16" fmla="*/ 50337 h 160752"/>
                <a:gd name="connsiteX17" fmla="*/ 16730 w 110031"/>
                <a:gd name="connsiteY17" fmla="*/ 49525 h 160752"/>
                <a:gd name="connsiteX18" fmla="*/ 24032 w 110031"/>
                <a:gd name="connsiteY18" fmla="*/ 47901 h 160752"/>
                <a:gd name="connsiteX19" fmla="*/ 50806 w 110031"/>
                <a:gd name="connsiteY19" fmla="*/ 42218 h 160752"/>
                <a:gd name="connsiteX20" fmla="*/ 53240 w 110031"/>
                <a:gd name="connsiteY20" fmla="*/ 40594 h 160752"/>
                <a:gd name="connsiteX21" fmla="*/ 54862 w 110031"/>
                <a:gd name="connsiteY21" fmla="*/ 38158 h 160752"/>
                <a:gd name="connsiteX22" fmla="*/ 56485 w 110031"/>
                <a:gd name="connsiteY22" fmla="*/ 36535 h 160752"/>
                <a:gd name="connsiteX23" fmla="*/ 56485 w 110031"/>
                <a:gd name="connsiteY23" fmla="*/ 35723 h 160752"/>
                <a:gd name="connsiteX24" fmla="*/ 58919 w 110031"/>
                <a:gd name="connsiteY24" fmla="*/ 34911 h 160752"/>
                <a:gd name="connsiteX25" fmla="*/ 58108 w 110031"/>
                <a:gd name="connsiteY25" fmla="*/ 34911 h 160752"/>
                <a:gd name="connsiteX26" fmla="*/ 57296 w 110031"/>
                <a:gd name="connsiteY26" fmla="*/ 34911 h 160752"/>
                <a:gd name="connsiteX27" fmla="*/ 66221 w 110031"/>
                <a:gd name="connsiteY27" fmla="*/ 22733 h 160752"/>
                <a:gd name="connsiteX28" fmla="*/ 68655 w 110031"/>
                <a:gd name="connsiteY28" fmla="*/ 20297 h 160752"/>
                <a:gd name="connsiteX29" fmla="*/ 70277 w 110031"/>
                <a:gd name="connsiteY29" fmla="*/ 18673 h 160752"/>
                <a:gd name="connsiteX30" fmla="*/ 78390 w 110031"/>
                <a:gd name="connsiteY30" fmla="*/ 9743 h 160752"/>
                <a:gd name="connsiteX31" fmla="*/ 89749 w 110031"/>
                <a:gd name="connsiteY31" fmla="*/ 0 h 160752"/>
                <a:gd name="connsiteX32" fmla="*/ 92994 w 110031"/>
                <a:gd name="connsiteY32" fmla="*/ 812 h 160752"/>
                <a:gd name="connsiteX33" fmla="*/ 97862 w 110031"/>
                <a:gd name="connsiteY33" fmla="*/ 5683 h 160752"/>
                <a:gd name="connsiteX34" fmla="*/ 97862 w 110031"/>
                <a:gd name="connsiteY34" fmla="*/ 8119 h 160752"/>
                <a:gd name="connsiteX35" fmla="*/ 97051 w 110031"/>
                <a:gd name="connsiteY35" fmla="*/ 10554 h 160752"/>
                <a:gd name="connsiteX36" fmla="*/ 95428 w 110031"/>
                <a:gd name="connsiteY36" fmla="*/ 13802 h 160752"/>
                <a:gd name="connsiteX37" fmla="*/ 89749 w 110031"/>
                <a:gd name="connsiteY37" fmla="*/ 20297 h 160752"/>
                <a:gd name="connsiteX38" fmla="*/ 84070 w 110031"/>
                <a:gd name="connsiteY38" fmla="*/ 26792 h 160752"/>
                <a:gd name="connsiteX39" fmla="*/ 78390 w 110031"/>
                <a:gd name="connsiteY39" fmla="*/ 33287 h 160752"/>
                <a:gd name="connsiteX40" fmla="*/ 76768 w 110031"/>
                <a:gd name="connsiteY40" fmla="*/ 35723 h 160752"/>
                <a:gd name="connsiteX41" fmla="*/ 75145 w 110031"/>
                <a:gd name="connsiteY41" fmla="*/ 38158 h 160752"/>
                <a:gd name="connsiteX42" fmla="*/ 75145 w 110031"/>
                <a:gd name="connsiteY42" fmla="*/ 38970 h 160752"/>
                <a:gd name="connsiteX43" fmla="*/ 81636 w 110031"/>
                <a:gd name="connsiteY43" fmla="*/ 38970 h 160752"/>
                <a:gd name="connsiteX44" fmla="*/ 105164 w 110031"/>
                <a:gd name="connsiteY44" fmla="*/ 38970 h 160752"/>
                <a:gd name="connsiteX45" fmla="*/ 110032 w 110031"/>
                <a:gd name="connsiteY45" fmla="*/ 41406 h 160752"/>
                <a:gd name="connsiteX46" fmla="*/ 105164 w 110031"/>
                <a:gd name="connsiteY46" fmla="*/ 41406 h 160752"/>
                <a:gd name="connsiteX47" fmla="*/ 86504 w 110031"/>
                <a:gd name="connsiteY47" fmla="*/ 43030 h 160752"/>
                <a:gd name="connsiteX48" fmla="*/ 80824 w 110031"/>
                <a:gd name="connsiteY48" fmla="*/ 44653 h 160752"/>
                <a:gd name="connsiteX49" fmla="*/ 79202 w 110031"/>
                <a:gd name="connsiteY49" fmla="*/ 44653 h 160752"/>
                <a:gd name="connsiteX50" fmla="*/ 77579 w 110031"/>
                <a:gd name="connsiteY50" fmla="*/ 44653 h 160752"/>
                <a:gd name="connsiteX51" fmla="*/ 75957 w 110031"/>
                <a:gd name="connsiteY51" fmla="*/ 45465 h 160752"/>
                <a:gd name="connsiteX52" fmla="*/ 71089 w 110031"/>
                <a:gd name="connsiteY52" fmla="*/ 47089 h 160752"/>
                <a:gd name="connsiteX53" fmla="*/ 70277 w 110031"/>
                <a:gd name="connsiteY53" fmla="*/ 47901 h 160752"/>
                <a:gd name="connsiteX54" fmla="*/ 68655 w 110031"/>
                <a:gd name="connsiteY54" fmla="*/ 48713 h 160752"/>
                <a:gd name="connsiteX55" fmla="*/ 67032 w 110031"/>
                <a:gd name="connsiteY55" fmla="*/ 51148 h 160752"/>
                <a:gd name="connsiteX56" fmla="*/ 62976 w 110031"/>
                <a:gd name="connsiteY56" fmla="*/ 56832 h 160752"/>
                <a:gd name="connsiteX57" fmla="*/ 57296 w 110031"/>
                <a:gd name="connsiteY57" fmla="*/ 64139 h 160752"/>
                <a:gd name="connsiteX58" fmla="*/ 56485 w 110031"/>
                <a:gd name="connsiteY58" fmla="*/ 64950 h 160752"/>
                <a:gd name="connsiteX59" fmla="*/ 53240 w 110031"/>
                <a:gd name="connsiteY59" fmla="*/ 69010 h 160752"/>
                <a:gd name="connsiteX60" fmla="*/ 49994 w 110031"/>
                <a:gd name="connsiteY60" fmla="*/ 73069 h 160752"/>
                <a:gd name="connsiteX61" fmla="*/ 45938 w 110031"/>
                <a:gd name="connsiteY61" fmla="*/ 79564 h 160752"/>
                <a:gd name="connsiteX62" fmla="*/ 41881 w 110031"/>
                <a:gd name="connsiteY62" fmla="*/ 86059 h 160752"/>
                <a:gd name="connsiteX63" fmla="*/ 38636 w 110031"/>
                <a:gd name="connsiteY63" fmla="*/ 90931 h 160752"/>
                <a:gd name="connsiteX64" fmla="*/ 28900 w 110031"/>
                <a:gd name="connsiteY64" fmla="*/ 105544 h 160752"/>
                <a:gd name="connsiteX65" fmla="*/ 28900 w 110031"/>
                <a:gd name="connsiteY65" fmla="*/ 105544 h 160752"/>
                <a:gd name="connsiteX66" fmla="*/ 28089 w 110031"/>
                <a:gd name="connsiteY66" fmla="*/ 108792 h 160752"/>
                <a:gd name="connsiteX67" fmla="*/ 24032 w 110031"/>
                <a:gd name="connsiteY67" fmla="*/ 114475 h 160752"/>
                <a:gd name="connsiteX68" fmla="*/ 24032 w 110031"/>
                <a:gd name="connsiteY68" fmla="*/ 115287 h 160752"/>
                <a:gd name="connsiteX69" fmla="*/ 24032 w 110031"/>
                <a:gd name="connsiteY69" fmla="*/ 117723 h 160752"/>
                <a:gd name="connsiteX70" fmla="*/ 21598 w 110031"/>
                <a:gd name="connsiteY70" fmla="*/ 120970 h 160752"/>
                <a:gd name="connsiteX71" fmla="*/ 20787 w 110031"/>
                <a:gd name="connsiteY71" fmla="*/ 120970 h 160752"/>
                <a:gd name="connsiteX72" fmla="*/ 19976 w 110031"/>
                <a:gd name="connsiteY72" fmla="*/ 121782 h 160752"/>
                <a:gd name="connsiteX73" fmla="*/ 19976 w 110031"/>
                <a:gd name="connsiteY73" fmla="*/ 121782 h 160752"/>
                <a:gd name="connsiteX74" fmla="*/ 19165 w 110031"/>
                <a:gd name="connsiteY74" fmla="*/ 120970 h 160752"/>
                <a:gd name="connsiteX75" fmla="*/ 17542 w 110031"/>
                <a:gd name="connsiteY75" fmla="*/ 122594 h 160752"/>
                <a:gd name="connsiteX76" fmla="*/ 16730 w 110031"/>
                <a:gd name="connsiteY76" fmla="*/ 125030 h 160752"/>
                <a:gd name="connsiteX77" fmla="*/ 17542 w 110031"/>
                <a:gd name="connsiteY77" fmla="*/ 124218 h 160752"/>
                <a:gd name="connsiteX78" fmla="*/ 18353 w 110031"/>
                <a:gd name="connsiteY78" fmla="*/ 123406 h 160752"/>
                <a:gd name="connsiteX79" fmla="*/ 19165 w 110031"/>
                <a:gd name="connsiteY79" fmla="*/ 122594 h 160752"/>
                <a:gd name="connsiteX80" fmla="*/ 19976 w 110031"/>
                <a:gd name="connsiteY80" fmla="*/ 121782 h 160752"/>
                <a:gd name="connsiteX81" fmla="*/ 20787 w 110031"/>
                <a:gd name="connsiteY81" fmla="*/ 122594 h 160752"/>
                <a:gd name="connsiteX82" fmla="*/ 20787 w 110031"/>
                <a:gd name="connsiteY82" fmla="*/ 123406 h 160752"/>
                <a:gd name="connsiteX83" fmla="*/ 19976 w 110031"/>
                <a:gd name="connsiteY83" fmla="*/ 125030 h 160752"/>
                <a:gd name="connsiteX84" fmla="*/ 19976 w 110031"/>
                <a:gd name="connsiteY84" fmla="*/ 127465 h 160752"/>
                <a:gd name="connsiteX85" fmla="*/ 19165 w 110031"/>
                <a:gd name="connsiteY85" fmla="*/ 129089 h 160752"/>
                <a:gd name="connsiteX86" fmla="*/ 15919 w 110031"/>
                <a:gd name="connsiteY86" fmla="*/ 138832 h 160752"/>
                <a:gd name="connsiteX87" fmla="*/ 14297 w 110031"/>
                <a:gd name="connsiteY87" fmla="*/ 142079 h 160752"/>
                <a:gd name="connsiteX88" fmla="*/ 13485 w 110031"/>
                <a:gd name="connsiteY88" fmla="*/ 143703 h 160752"/>
                <a:gd name="connsiteX89" fmla="*/ 14297 w 110031"/>
                <a:gd name="connsiteY89" fmla="*/ 145327 h 160752"/>
                <a:gd name="connsiteX90" fmla="*/ 14297 w 110031"/>
                <a:gd name="connsiteY90" fmla="*/ 146138 h 160752"/>
                <a:gd name="connsiteX91" fmla="*/ 15108 w 110031"/>
                <a:gd name="connsiteY91" fmla="*/ 152634 h 160752"/>
                <a:gd name="connsiteX92" fmla="*/ 20787 w 110031"/>
                <a:gd name="connsiteY92" fmla="*/ 159129 h 160752"/>
                <a:gd name="connsiteX93" fmla="*/ 20787 w 110031"/>
                <a:gd name="connsiteY93" fmla="*/ 160752 h 160752"/>
                <a:gd name="connsiteX94" fmla="*/ 11051 w 110031"/>
                <a:gd name="connsiteY94" fmla="*/ 155881 h 160752"/>
                <a:gd name="connsiteX95" fmla="*/ 6183 w 110031"/>
                <a:gd name="connsiteY95" fmla="*/ 109604 h 160752"/>
                <a:gd name="connsiteX96" fmla="*/ 5372 w 110031"/>
                <a:gd name="connsiteY96" fmla="*/ 118535 h 160752"/>
                <a:gd name="connsiteX97" fmla="*/ 6183 w 110031"/>
                <a:gd name="connsiteY97" fmla="*/ 116911 h 160752"/>
                <a:gd name="connsiteX98" fmla="*/ 5372 w 110031"/>
                <a:gd name="connsiteY98" fmla="*/ 116099 h 160752"/>
                <a:gd name="connsiteX99" fmla="*/ 5372 w 110031"/>
                <a:gd name="connsiteY99" fmla="*/ 118535 h 160752"/>
                <a:gd name="connsiteX100" fmla="*/ 8617 w 110031"/>
                <a:gd name="connsiteY100" fmla="*/ 138020 h 160752"/>
                <a:gd name="connsiteX101" fmla="*/ 9429 w 110031"/>
                <a:gd name="connsiteY101" fmla="*/ 135584 h 160752"/>
                <a:gd name="connsiteX102" fmla="*/ 10240 w 110031"/>
                <a:gd name="connsiteY102" fmla="*/ 131525 h 160752"/>
                <a:gd name="connsiteX103" fmla="*/ 10240 w 110031"/>
                <a:gd name="connsiteY103" fmla="*/ 127465 h 160752"/>
                <a:gd name="connsiteX104" fmla="*/ 8617 w 110031"/>
                <a:gd name="connsiteY104" fmla="*/ 133148 h 160752"/>
                <a:gd name="connsiteX105" fmla="*/ 8617 w 110031"/>
                <a:gd name="connsiteY105" fmla="*/ 136396 h 160752"/>
                <a:gd name="connsiteX106" fmla="*/ 8617 w 110031"/>
                <a:gd name="connsiteY106" fmla="*/ 138020 h 160752"/>
                <a:gd name="connsiteX107" fmla="*/ 8617 w 110031"/>
                <a:gd name="connsiteY107" fmla="*/ 109604 h 160752"/>
                <a:gd name="connsiteX108" fmla="*/ 10240 w 110031"/>
                <a:gd name="connsiteY108" fmla="*/ 108792 h 160752"/>
                <a:gd name="connsiteX109" fmla="*/ 9429 w 110031"/>
                <a:gd name="connsiteY109" fmla="*/ 107980 h 160752"/>
                <a:gd name="connsiteX110" fmla="*/ 9429 w 110031"/>
                <a:gd name="connsiteY110" fmla="*/ 107980 h 160752"/>
                <a:gd name="connsiteX111" fmla="*/ 8617 w 110031"/>
                <a:gd name="connsiteY111" fmla="*/ 109604 h 160752"/>
                <a:gd name="connsiteX112" fmla="*/ 8617 w 110031"/>
                <a:gd name="connsiteY112" fmla="*/ 109604 h 160752"/>
                <a:gd name="connsiteX113" fmla="*/ 11863 w 110031"/>
                <a:gd name="connsiteY113" fmla="*/ 125030 h 160752"/>
                <a:gd name="connsiteX114" fmla="*/ 12674 w 110031"/>
                <a:gd name="connsiteY114" fmla="*/ 123406 h 160752"/>
                <a:gd name="connsiteX115" fmla="*/ 11863 w 110031"/>
                <a:gd name="connsiteY115" fmla="*/ 125030 h 160752"/>
                <a:gd name="connsiteX116" fmla="*/ 11863 w 110031"/>
                <a:gd name="connsiteY116" fmla="*/ 125030 h 160752"/>
                <a:gd name="connsiteX117" fmla="*/ 11051 w 110031"/>
                <a:gd name="connsiteY117" fmla="*/ 114475 h 160752"/>
                <a:gd name="connsiteX118" fmla="*/ 11863 w 110031"/>
                <a:gd name="connsiteY118" fmla="*/ 112851 h 160752"/>
                <a:gd name="connsiteX119" fmla="*/ 11051 w 110031"/>
                <a:gd name="connsiteY119" fmla="*/ 113663 h 160752"/>
                <a:gd name="connsiteX120" fmla="*/ 11051 w 110031"/>
                <a:gd name="connsiteY120" fmla="*/ 114475 h 160752"/>
                <a:gd name="connsiteX121" fmla="*/ 11863 w 110031"/>
                <a:gd name="connsiteY121" fmla="*/ 105544 h 160752"/>
                <a:gd name="connsiteX122" fmla="*/ 11863 w 110031"/>
                <a:gd name="connsiteY122" fmla="*/ 103921 h 160752"/>
                <a:gd name="connsiteX123" fmla="*/ 11863 w 110031"/>
                <a:gd name="connsiteY123" fmla="*/ 105544 h 160752"/>
                <a:gd name="connsiteX124" fmla="*/ 11863 w 110031"/>
                <a:gd name="connsiteY124" fmla="*/ 105544 h 160752"/>
                <a:gd name="connsiteX125" fmla="*/ 12674 w 110031"/>
                <a:gd name="connsiteY125" fmla="*/ 110416 h 160752"/>
                <a:gd name="connsiteX126" fmla="*/ 14297 w 110031"/>
                <a:gd name="connsiteY126" fmla="*/ 109604 h 160752"/>
                <a:gd name="connsiteX127" fmla="*/ 15108 w 110031"/>
                <a:gd name="connsiteY127" fmla="*/ 107168 h 160752"/>
                <a:gd name="connsiteX128" fmla="*/ 13485 w 110031"/>
                <a:gd name="connsiteY128" fmla="*/ 109604 h 160752"/>
                <a:gd name="connsiteX129" fmla="*/ 12674 w 110031"/>
                <a:gd name="connsiteY129" fmla="*/ 110416 h 160752"/>
                <a:gd name="connsiteX130" fmla="*/ 12674 w 110031"/>
                <a:gd name="connsiteY130" fmla="*/ 110416 h 160752"/>
                <a:gd name="connsiteX131" fmla="*/ 12674 w 110031"/>
                <a:gd name="connsiteY131" fmla="*/ 125030 h 160752"/>
                <a:gd name="connsiteX132" fmla="*/ 12674 w 110031"/>
                <a:gd name="connsiteY132" fmla="*/ 125030 h 160752"/>
                <a:gd name="connsiteX133" fmla="*/ 12674 w 110031"/>
                <a:gd name="connsiteY133" fmla="*/ 124218 h 160752"/>
                <a:gd name="connsiteX134" fmla="*/ 12674 w 110031"/>
                <a:gd name="connsiteY134" fmla="*/ 125030 h 160752"/>
                <a:gd name="connsiteX135" fmla="*/ 12674 w 110031"/>
                <a:gd name="connsiteY135" fmla="*/ 125030 h 160752"/>
                <a:gd name="connsiteX136" fmla="*/ 15919 w 110031"/>
                <a:gd name="connsiteY136" fmla="*/ 97426 h 160752"/>
                <a:gd name="connsiteX137" fmla="*/ 15919 w 110031"/>
                <a:gd name="connsiteY137" fmla="*/ 97426 h 160752"/>
                <a:gd name="connsiteX138" fmla="*/ 15919 w 110031"/>
                <a:gd name="connsiteY138" fmla="*/ 97426 h 160752"/>
                <a:gd name="connsiteX139" fmla="*/ 15919 w 110031"/>
                <a:gd name="connsiteY139" fmla="*/ 97426 h 160752"/>
                <a:gd name="connsiteX140" fmla="*/ 15919 w 110031"/>
                <a:gd name="connsiteY140" fmla="*/ 97426 h 160752"/>
                <a:gd name="connsiteX141" fmla="*/ 15108 w 110031"/>
                <a:gd name="connsiteY141" fmla="*/ 115287 h 160752"/>
                <a:gd name="connsiteX142" fmla="*/ 16730 w 110031"/>
                <a:gd name="connsiteY142" fmla="*/ 112039 h 160752"/>
                <a:gd name="connsiteX143" fmla="*/ 17542 w 110031"/>
                <a:gd name="connsiteY143" fmla="*/ 111228 h 160752"/>
                <a:gd name="connsiteX144" fmla="*/ 18353 w 110031"/>
                <a:gd name="connsiteY144" fmla="*/ 111228 h 160752"/>
                <a:gd name="connsiteX145" fmla="*/ 17542 w 110031"/>
                <a:gd name="connsiteY145" fmla="*/ 111228 h 160752"/>
                <a:gd name="connsiteX146" fmla="*/ 16730 w 110031"/>
                <a:gd name="connsiteY146" fmla="*/ 112039 h 160752"/>
                <a:gd name="connsiteX147" fmla="*/ 16730 w 110031"/>
                <a:gd name="connsiteY147" fmla="*/ 112851 h 160752"/>
                <a:gd name="connsiteX148" fmla="*/ 15919 w 110031"/>
                <a:gd name="connsiteY148" fmla="*/ 113663 h 160752"/>
                <a:gd name="connsiteX149" fmla="*/ 15108 w 110031"/>
                <a:gd name="connsiteY149" fmla="*/ 115287 h 160752"/>
                <a:gd name="connsiteX150" fmla="*/ 15108 w 110031"/>
                <a:gd name="connsiteY150" fmla="*/ 115287 h 160752"/>
                <a:gd name="connsiteX151" fmla="*/ 15919 w 110031"/>
                <a:gd name="connsiteY151" fmla="*/ 95802 h 160752"/>
                <a:gd name="connsiteX152" fmla="*/ 16730 w 110031"/>
                <a:gd name="connsiteY152" fmla="*/ 95802 h 160752"/>
                <a:gd name="connsiteX153" fmla="*/ 17542 w 110031"/>
                <a:gd name="connsiteY153" fmla="*/ 94178 h 160752"/>
                <a:gd name="connsiteX154" fmla="*/ 16730 w 110031"/>
                <a:gd name="connsiteY154" fmla="*/ 94178 h 160752"/>
                <a:gd name="connsiteX155" fmla="*/ 15919 w 110031"/>
                <a:gd name="connsiteY155" fmla="*/ 95802 h 160752"/>
                <a:gd name="connsiteX156" fmla="*/ 16730 w 110031"/>
                <a:gd name="connsiteY156" fmla="*/ 101485 h 160752"/>
                <a:gd name="connsiteX157" fmla="*/ 16730 w 110031"/>
                <a:gd name="connsiteY157" fmla="*/ 101485 h 160752"/>
                <a:gd name="connsiteX158" fmla="*/ 16730 w 110031"/>
                <a:gd name="connsiteY158" fmla="*/ 101485 h 160752"/>
                <a:gd name="connsiteX159" fmla="*/ 16730 w 110031"/>
                <a:gd name="connsiteY159" fmla="*/ 101485 h 160752"/>
                <a:gd name="connsiteX160" fmla="*/ 18353 w 110031"/>
                <a:gd name="connsiteY160" fmla="*/ 91742 h 160752"/>
                <a:gd name="connsiteX161" fmla="*/ 20787 w 110031"/>
                <a:gd name="connsiteY161" fmla="*/ 89307 h 160752"/>
                <a:gd name="connsiteX162" fmla="*/ 19976 w 110031"/>
                <a:gd name="connsiteY162" fmla="*/ 90119 h 160752"/>
                <a:gd name="connsiteX163" fmla="*/ 19165 w 110031"/>
                <a:gd name="connsiteY163" fmla="*/ 90119 h 160752"/>
                <a:gd name="connsiteX164" fmla="*/ 17542 w 110031"/>
                <a:gd name="connsiteY164" fmla="*/ 90931 h 160752"/>
                <a:gd name="connsiteX165" fmla="*/ 18353 w 110031"/>
                <a:gd name="connsiteY165" fmla="*/ 91742 h 160752"/>
                <a:gd name="connsiteX166" fmla="*/ 18353 w 110031"/>
                <a:gd name="connsiteY166" fmla="*/ 107980 h 160752"/>
                <a:gd name="connsiteX167" fmla="*/ 19165 w 110031"/>
                <a:gd name="connsiteY167" fmla="*/ 107168 h 160752"/>
                <a:gd name="connsiteX168" fmla="*/ 18353 w 110031"/>
                <a:gd name="connsiteY168" fmla="*/ 107980 h 160752"/>
                <a:gd name="connsiteX169" fmla="*/ 18353 w 110031"/>
                <a:gd name="connsiteY169" fmla="*/ 107980 h 160752"/>
                <a:gd name="connsiteX170" fmla="*/ 18353 w 110031"/>
                <a:gd name="connsiteY170" fmla="*/ 107980 h 160752"/>
                <a:gd name="connsiteX171" fmla="*/ 18353 w 110031"/>
                <a:gd name="connsiteY171" fmla="*/ 107980 h 160752"/>
                <a:gd name="connsiteX172" fmla="*/ 18353 w 110031"/>
                <a:gd name="connsiteY172" fmla="*/ 103921 h 160752"/>
                <a:gd name="connsiteX173" fmla="*/ 19165 w 110031"/>
                <a:gd name="connsiteY173" fmla="*/ 104733 h 160752"/>
                <a:gd name="connsiteX174" fmla="*/ 19976 w 110031"/>
                <a:gd name="connsiteY174" fmla="*/ 105544 h 160752"/>
                <a:gd name="connsiteX175" fmla="*/ 20787 w 110031"/>
                <a:gd name="connsiteY175" fmla="*/ 105544 h 160752"/>
                <a:gd name="connsiteX176" fmla="*/ 21598 w 110031"/>
                <a:gd name="connsiteY176" fmla="*/ 106356 h 160752"/>
                <a:gd name="connsiteX177" fmla="*/ 20787 w 110031"/>
                <a:gd name="connsiteY177" fmla="*/ 104733 h 160752"/>
                <a:gd name="connsiteX178" fmla="*/ 18353 w 110031"/>
                <a:gd name="connsiteY178" fmla="*/ 103921 h 160752"/>
                <a:gd name="connsiteX179" fmla="*/ 18353 w 110031"/>
                <a:gd name="connsiteY179" fmla="*/ 103921 h 160752"/>
                <a:gd name="connsiteX180" fmla="*/ 19165 w 110031"/>
                <a:gd name="connsiteY180" fmla="*/ 99861 h 160752"/>
                <a:gd name="connsiteX181" fmla="*/ 19165 w 110031"/>
                <a:gd name="connsiteY181" fmla="*/ 99861 h 160752"/>
                <a:gd name="connsiteX182" fmla="*/ 19976 w 110031"/>
                <a:gd name="connsiteY182" fmla="*/ 98238 h 160752"/>
                <a:gd name="connsiteX183" fmla="*/ 19165 w 110031"/>
                <a:gd name="connsiteY183" fmla="*/ 99861 h 160752"/>
                <a:gd name="connsiteX184" fmla="*/ 19165 w 110031"/>
                <a:gd name="connsiteY184" fmla="*/ 99861 h 160752"/>
                <a:gd name="connsiteX185" fmla="*/ 19165 w 110031"/>
                <a:gd name="connsiteY185" fmla="*/ 88495 h 160752"/>
                <a:gd name="connsiteX186" fmla="*/ 19165 w 110031"/>
                <a:gd name="connsiteY186" fmla="*/ 88495 h 160752"/>
                <a:gd name="connsiteX187" fmla="*/ 19976 w 110031"/>
                <a:gd name="connsiteY187" fmla="*/ 88495 h 160752"/>
                <a:gd name="connsiteX188" fmla="*/ 19165 w 110031"/>
                <a:gd name="connsiteY188" fmla="*/ 88495 h 160752"/>
                <a:gd name="connsiteX189" fmla="*/ 19165 w 110031"/>
                <a:gd name="connsiteY189" fmla="*/ 88495 h 160752"/>
                <a:gd name="connsiteX190" fmla="*/ 19165 w 110031"/>
                <a:gd name="connsiteY190" fmla="*/ 102297 h 160752"/>
                <a:gd name="connsiteX191" fmla="*/ 19165 w 110031"/>
                <a:gd name="connsiteY191" fmla="*/ 102297 h 160752"/>
                <a:gd name="connsiteX192" fmla="*/ 21598 w 110031"/>
                <a:gd name="connsiteY192" fmla="*/ 102297 h 160752"/>
                <a:gd name="connsiteX193" fmla="*/ 22410 w 110031"/>
                <a:gd name="connsiteY193" fmla="*/ 103109 h 160752"/>
                <a:gd name="connsiteX194" fmla="*/ 23221 w 110031"/>
                <a:gd name="connsiteY194" fmla="*/ 102297 h 160752"/>
                <a:gd name="connsiteX195" fmla="*/ 23221 w 110031"/>
                <a:gd name="connsiteY195" fmla="*/ 101485 h 160752"/>
                <a:gd name="connsiteX196" fmla="*/ 21598 w 110031"/>
                <a:gd name="connsiteY196" fmla="*/ 100673 h 160752"/>
                <a:gd name="connsiteX197" fmla="*/ 21598 w 110031"/>
                <a:gd name="connsiteY197" fmla="*/ 99861 h 160752"/>
                <a:gd name="connsiteX198" fmla="*/ 19165 w 110031"/>
                <a:gd name="connsiteY198" fmla="*/ 102297 h 160752"/>
                <a:gd name="connsiteX199" fmla="*/ 20787 w 110031"/>
                <a:gd name="connsiteY199" fmla="*/ 88495 h 160752"/>
                <a:gd name="connsiteX200" fmla="*/ 21598 w 110031"/>
                <a:gd name="connsiteY200" fmla="*/ 87683 h 160752"/>
                <a:gd name="connsiteX201" fmla="*/ 22410 w 110031"/>
                <a:gd name="connsiteY201" fmla="*/ 86871 h 160752"/>
                <a:gd name="connsiteX202" fmla="*/ 22410 w 110031"/>
                <a:gd name="connsiteY202" fmla="*/ 86871 h 160752"/>
                <a:gd name="connsiteX203" fmla="*/ 21598 w 110031"/>
                <a:gd name="connsiteY203" fmla="*/ 86871 h 160752"/>
                <a:gd name="connsiteX204" fmla="*/ 19976 w 110031"/>
                <a:gd name="connsiteY204" fmla="*/ 86871 h 160752"/>
                <a:gd name="connsiteX205" fmla="*/ 20787 w 110031"/>
                <a:gd name="connsiteY205" fmla="*/ 88495 h 160752"/>
                <a:gd name="connsiteX206" fmla="*/ 19976 w 110031"/>
                <a:gd name="connsiteY206" fmla="*/ 96614 h 160752"/>
                <a:gd name="connsiteX207" fmla="*/ 19976 w 110031"/>
                <a:gd name="connsiteY207" fmla="*/ 96614 h 160752"/>
                <a:gd name="connsiteX208" fmla="*/ 20787 w 110031"/>
                <a:gd name="connsiteY208" fmla="*/ 95802 h 160752"/>
                <a:gd name="connsiteX209" fmla="*/ 19976 w 110031"/>
                <a:gd name="connsiteY209" fmla="*/ 96614 h 160752"/>
                <a:gd name="connsiteX210" fmla="*/ 19976 w 110031"/>
                <a:gd name="connsiteY210" fmla="*/ 96614 h 160752"/>
                <a:gd name="connsiteX211" fmla="*/ 20787 w 110031"/>
                <a:gd name="connsiteY211" fmla="*/ 86059 h 160752"/>
                <a:gd name="connsiteX212" fmla="*/ 21598 w 110031"/>
                <a:gd name="connsiteY212" fmla="*/ 86059 h 160752"/>
                <a:gd name="connsiteX213" fmla="*/ 22410 w 110031"/>
                <a:gd name="connsiteY213" fmla="*/ 86059 h 160752"/>
                <a:gd name="connsiteX214" fmla="*/ 23221 w 110031"/>
                <a:gd name="connsiteY214" fmla="*/ 85247 h 160752"/>
                <a:gd name="connsiteX215" fmla="*/ 23221 w 110031"/>
                <a:gd name="connsiteY215" fmla="*/ 84436 h 160752"/>
                <a:gd name="connsiteX216" fmla="*/ 22410 w 110031"/>
                <a:gd name="connsiteY216" fmla="*/ 83624 h 160752"/>
                <a:gd name="connsiteX217" fmla="*/ 23221 w 110031"/>
                <a:gd name="connsiteY217" fmla="*/ 82812 h 160752"/>
                <a:gd name="connsiteX218" fmla="*/ 24844 w 110031"/>
                <a:gd name="connsiteY218" fmla="*/ 82812 h 160752"/>
                <a:gd name="connsiteX219" fmla="*/ 25655 w 110031"/>
                <a:gd name="connsiteY219" fmla="*/ 82000 h 160752"/>
                <a:gd name="connsiteX220" fmla="*/ 25655 w 110031"/>
                <a:gd name="connsiteY220" fmla="*/ 81188 h 160752"/>
                <a:gd name="connsiteX221" fmla="*/ 25655 w 110031"/>
                <a:gd name="connsiteY221" fmla="*/ 79564 h 160752"/>
                <a:gd name="connsiteX222" fmla="*/ 25655 w 110031"/>
                <a:gd name="connsiteY222" fmla="*/ 78752 h 160752"/>
                <a:gd name="connsiteX223" fmla="*/ 27278 w 110031"/>
                <a:gd name="connsiteY223" fmla="*/ 78752 h 160752"/>
                <a:gd name="connsiteX224" fmla="*/ 27278 w 110031"/>
                <a:gd name="connsiteY224" fmla="*/ 76317 h 160752"/>
                <a:gd name="connsiteX225" fmla="*/ 28089 w 110031"/>
                <a:gd name="connsiteY225" fmla="*/ 76317 h 160752"/>
                <a:gd name="connsiteX226" fmla="*/ 28900 w 110031"/>
                <a:gd name="connsiteY226" fmla="*/ 76317 h 160752"/>
                <a:gd name="connsiteX227" fmla="*/ 28089 w 110031"/>
                <a:gd name="connsiteY227" fmla="*/ 75505 h 160752"/>
                <a:gd name="connsiteX228" fmla="*/ 27278 w 110031"/>
                <a:gd name="connsiteY228" fmla="*/ 75505 h 160752"/>
                <a:gd name="connsiteX229" fmla="*/ 28900 w 110031"/>
                <a:gd name="connsiteY229" fmla="*/ 75505 h 160752"/>
                <a:gd name="connsiteX230" fmla="*/ 30523 w 110031"/>
                <a:gd name="connsiteY230" fmla="*/ 74693 h 160752"/>
                <a:gd name="connsiteX231" fmla="*/ 31334 w 110031"/>
                <a:gd name="connsiteY231" fmla="*/ 73069 h 160752"/>
                <a:gd name="connsiteX232" fmla="*/ 32145 w 110031"/>
                <a:gd name="connsiteY232" fmla="*/ 71445 h 160752"/>
                <a:gd name="connsiteX233" fmla="*/ 32957 w 110031"/>
                <a:gd name="connsiteY233" fmla="*/ 70634 h 160752"/>
                <a:gd name="connsiteX234" fmla="*/ 33768 w 110031"/>
                <a:gd name="connsiteY234" fmla="*/ 69010 h 160752"/>
                <a:gd name="connsiteX235" fmla="*/ 34579 w 110031"/>
                <a:gd name="connsiteY235" fmla="*/ 68198 h 160752"/>
                <a:gd name="connsiteX236" fmla="*/ 34579 w 110031"/>
                <a:gd name="connsiteY236" fmla="*/ 66574 h 160752"/>
                <a:gd name="connsiteX237" fmla="*/ 32145 w 110031"/>
                <a:gd name="connsiteY237" fmla="*/ 68198 h 160752"/>
                <a:gd name="connsiteX238" fmla="*/ 30523 w 110031"/>
                <a:gd name="connsiteY238" fmla="*/ 70634 h 160752"/>
                <a:gd name="connsiteX239" fmla="*/ 29712 w 110031"/>
                <a:gd name="connsiteY239" fmla="*/ 72257 h 160752"/>
                <a:gd name="connsiteX240" fmla="*/ 29712 w 110031"/>
                <a:gd name="connsiteY240" fmla="*/ 72257 h 160752"/>
                <a:gd name="connsiteX241" fmla="*/ 30523 w 110031"/>
                <a:gd name="connsiteY241" fmla="*/ 71445 h 160752"/>
                <a:gd name="connsiteX242" fmla="*/ 29712 w 110031"/>
                <a:gd name="connsiteY242" fmla="*/ 71445 h 160752"/>
                <a:gd name="connsiteX243" fmla="*/ 29712 w 110031"/>
                <a:gd name="connsiteY243" fmla="*/ 73069 h 160752"/>
                <a:gd name="connsiteX244" fmla="*/ 29712 w 110031"/>
                <a:gd name="connsiteY244" fmla="*/ 73881 h 160752"/>
                <a:gd name="connsiteX245" fmla="*/ 28900 w 110031"/>
                <a:gd name="connsiteY245" fmla="*/ 73881 h 160752"/>
                <a:gd name="connsiteX246" fmla="*/ 28900 w 110031"/>
                <a:gd name="connsiteY246" fmla="*/ 73069 h 160752"/>
                <a:gd name="connsiteX247" fmla="*/ 27278 w 110031"/>
                <a:gd name="connsiteY247" fmla="*/ 77129 h 160752"/>
                <a:gd name="connsiteX248" fmla="*/ 27278 w 110031"/>
                <a:gd name="connsiteY248" fmla="*/ 77129 h 160752"/>
                <a:gd name="connsiteX249" fmla="*/ 25655 w 110031"/>
                <a:gd name="connsiteY249" fmla="*/ 78752 h 160752"/>
                <a:gd name="connsiteX250" fmla="*/ 24844 w 110031"/>
                <a:gd name="connsiteY250" fmla="*/ 80376 h 160752"/>
                <a:gd name="connsiteX251" fmla="*/ 20787 w 110031"/>
                <a:gd name="connsiteY251" fmla="*/ 86059 h 160752"/>
                <a:gd name="connsiteX252" fmla="*/ 21598 w 110031"/>
                <a:gd name="connsiteY252" fmla="*/ 94178 h 160752"/>
                <a:gd name="connsiteX253" fmla="*/ 23221 w 110031"/>
                <a:gd name="connsiteY253" fmla="*/ 92554 h 160752"/>
                <a:gd name="connsiteX254" fmla="*/ 22410 w 110031"/>
                <a:gd name="connsiteY254" fmla="*/ 92554 h 160752"/>
                <a:gd name="connsiteX255" fmla="*/ 21598 w 110031"/>
                <a:gd name="connsiteY255" fmla="*/ 94178 h 160752"/>
                <a:gd name="connsiteX256" fmla="*/ 22410 w 110031"/>
                <a:gd name="connsiteY256" fmla="*/ 91742 h 160752"/>
                <a:gd name="connsiteX257" fmla="*/ 22410 w 110031"/>
                <a:gd name="connsiteY257" fmla="*/ 91742 h 160752"/>
                <a:gd name="connsiteX258" fmla="*/ 24032 w 110031"/>
                <a:gd name="connsiteY258" fmla="*/ 91742 h 160752"/>
                <a:gd name="connsiteX259" fmla="*/ 22410 w 110031"/>
                <a:gd name="connsiteY259" fmla="*/ 91742 h 160752"/>
                <a:gd name="connsiteX260" fmla="*/ 22410 w 110031"/>
                <a:gd name="connsiteY260" fmla="*/ 91742 h 160752"/>
                <a:gd name="connsiteX261" fmla="*/ 22410 w 110031"/>
                <a:gd name="connsiteY261" fmla="*/ 95802 h 160752"/>
                <a:gd name="connsiteX262" fmla="*/ 22410 w 110031"/>
                <a:gd name="connsiteY262" fmla="*/ 95802 h 160752"/>
                <a:gd name="connsiteX263" fmla="*/ 23221 w 110031"/>
                <a:gd name="connsiteY263" fmla="*/ 95802 h 160752"/>
                <a:gd name="connsiteX264" fmla="*/ 22410 w 110031"/>
                <a:gd name="connsiteY264" fmla="*/ 95802 h 160752"/>
                <a:gd name="connsiteX265" fmla="*/ 22410 w 110031"/>
                <a:gd name="connsiteY265" fmla="*/ 95802 h 160752"/>
                <a:gd name="connsiteX266" fmla="*/ 23221 w 110031"/>
                <a:gd name="connsiteY266" fmla="*/ 99049 h 160752"/>
                <a:gd name="connsiteX267" fmla="*/ 23221 w 110031"/>
                <a:gd name="connsiteY267" fmla="*/ 99861 h 160752"/>
                <a:gd name="connsiteX268" fmla="*/ 23221 w 110031"/>
                <a:gd name="connsiteY268" fmla="*/ 100673 h 160752"/>
                <a:gd name="connsiteX269" fmla="*/ 24032 w 110031"/>
                <a:gd name="connsiteY269" fmla="*/ 99049 h 160752"/>
                <a:gd name="connsiteX270" fmla="*/ 23221 w 110031"/>
                <a:gd name="connsiteY270" fmla="*/ 99049 h 160752"/>
                <a:gd name="connsiteX271" fmla="*/ 23221 w 110031"/>
                <a:gd name="connsiteY271" fmla="*/ 99049 h 160752"/>
                <a:gd name="connsiteX272" fmla="*/ 24032 w 110031"/>
                <a:gd name="connsiteY272" fmla="*/ 90119 h 160752"/>
                <a:gd name="connsiteX273" fmla="*/ 24032 w 110031"/>
                <a:gd name="connsiteY273" fmla="*/ 90119 h 160752"/>
                <a:gd name="connsiteX274" fmla="*/ 24032 w 110031"/>
                <a:gd name="connsiteY274" fmla="*/ 90119 h 160752"/>
                <a:gd name="connsiteX275" fmla="*/ 24032 w 110031"/>
                <a:gd name="connsiteY275" fmla="*/ 90119 h 160752"/>
                <a:gd name="connsiteX276" fmla="*/ 24032 w 110031"/>
                <a:gd name="connsiteY276" fmla="*/ 90119 h 160752"/>
                <a:gd name="connsiteX277" fmla="*/ 24032 w 110031"/>
                <a:gd name="connsiteY277" fmla="*/ 96614 h 160752"/>
                <a:gd name="connsiteX278" fmla="*/ 24032 w 110031"/>
                <a:gd name="connsiteY278" fmla="*/ 96614 h 160752"/>
                <a:gd name="connsiteX279" fmla="*/ 24032 w 110031"/>
                <a:gd name="connsiteY279" fmla="*/ 95802 h 160752"/>
                <a:gd name="connsiteX280" fmla="*/ 24032 w 110031"/>
                <a:gd name="connsiteY280" fmla="*/ 96614 h 160752"/>
                <a:gd name="connsiteX281" fmla="*/ 24032 w 110031"/>
                <a:gd name="connsiteY281" fmla="*/ 96614 h 160752"/>
                <a:gd name="connsiteX282" fmla="*/ 24844 w 110031"/>
                <a:gd name="connsiteY282" fmla="*/ 93366 h 160752"/>
                <a:gd name="connsiteX283" fmla="*/ 25655 w 110031"/>
                <a:gd name="connsiteY283" fmla="*/ 91742 h 160752"/>
                <a:gd name="connsiteX284" fmla="*/ 25655 w 110031"/>
                <a:gd name="connsiteY284" fmla="*/ 91742 h 160752"/>
                <a:gd name="connsiteX285" fmla="*/ 24844 w 110031"/>
                <a:gd name="connsiteY285" fmla="*/ 92554 h 160752"/>
                <a:gd name="connsiteX286" fmla="*/ 24844 w 110031"/>
                <a:gd name="connsiteY286" fmla="*/ 93366 h 160752"/>
                <a:gd name="connsiteX287" fmla="*/ 24844 w 110031"/>
                <a:gd name="connsiteY287" fmla="*/ 93366 h 160752"/>
                <a:gd name="connsiteX288" fmla="*/ 26466 w 110031"/>
                <a:gd name="connsiteY288" fmla="*/ 90931 h 160752"/>
                <a:gd name="connsiteX289" fmla="*/ 28089 w 110031"/>
                <a:gd name="connsiteY289" fmla="*/ 90931 h 160752"/>
                <a:gd name="connsiteX290" fmla="*/ 28089 w 110031"/>
                <a:gd name="connsiteY290" fmla="*/ 90119 h 160752"/>
                <a:gd name="connsiteX291" fmla="*/ 27278 w 110031"/>
                <a:gd name="connsiteY291" fmla="*/ 89307 h 160752"/>
                <a:gd name="connsiteX292" fmla="*/ 28089 w 110031"/>
                <a:gd name="connsiteY292" fmla="*/ 88495 h 160752"/>
                <a:gd name="connsiteX293" fmla="*/ 28900 w 110031"/>
                <a:gd name="connsiteY293" fmla="*/ 87683 h 160752"/>
                <a:gd name="connsiteX294" fmla="*/ 26466 w 110031"/>
                <a:gd name="connsiteY294" fmla="*/ 89307 h 160752"/>
                <a:gd name="connsiteX295" fmla="*/ 26466 w 110031"/>
                <a:gd name="connsiteY295" fmla="*/ 90931 h 160752"/>
                <a:gd name="connsiteX296" fmla="*/ 29712 w 110031"/>
                <a:gd name="connsiteY296" fmla="*/ 85247 h 160752"/>
                <a:gd name="connsiteX297" fmla="*/ 30523 w 110031"/>
                <a:gd name="connsiteY297" fmla="*/ 84436 h 160752"/>
                <a:gd name="connsiteX298" fmla="*/ 29712 w 110031"/>
                <a:gd name="connsiteY298" fmla="*/ 84436 h 160752"/>
                <a:gd name="connsiteX299" fmla="*/ 28900 w 110031"/>
                <a:gd name="connsiteY299" fmla="*/ 85247 h 160752"/>
                <a:gd name="connsiteX300" fmla="*/ 29712 w 110031"/>
                <a:gd name="connsiteY300" fmla="*/ 85247 h 160752"/>
                <a:gd name="connsiteX301" fmla="*/ 29712 w 110031"/>
                <a:gd name="connsiteY301" fmla="*/ 81188 h 160752"/>
                <a:gd name="connsiteX302" fmla="*/ 30523 w 110031"/>
                <a:gd name="connsiteY302" fmla="*/ 80376 h 160752"/>
                <a:gd name="connsiteX303" fmla="*/ 31334 w 110031"/>
                <a:gd name="connsiteY303" fmla="*/ 78752 h 160752"/>
                <a:gd name="connsiteX304" fmla="*/ 30523 w 110031"/>
                <a:gd name="connsiteY304" fmla="*/ 79564 h 160752"/>
                <a:gd name="connsiteX305" fmla="*/ 29712 w 110031"/>
                <a:gd name="connsiteY305" fmla="*/ 81188 h 160752"/>
                <a:gd name="connsiteX306" fmla="*/ 32145 w 110031"/>
                <a:gd name="connsiteY306" fmla="*/ 81188 h 160752"/>
                <a:gd name="connsiteX307" fmla="*/ 32957 w 110031"/>
                <a:gd name="connsiteY307" fmla="*/ 79564 h 160752"/>
                <a:gd name="connsiteX308" fmla="*/ 32145 w 110031"/>
                <a:gd name="connsiteY308" fmla="*/ 80376 h 160752"/>
                <a:gd name="connsiteX309" fmla="*/ 32145 w 110031"/>
                <a:gd name="connsiteY309" fmla="*/ 81188 h 160752"/>
                <a:gd name="connsiteX310" fmla="*/ 32957 w 110031"/>
                <a:gd name="connsiteY310" fmla="*/ 66574 h 160752"/>
                <a:gd name="connsiteX311" fmla="*/ 33768 w 110031"/>
                <a:gd name="connsiteY311" fmla="*/ 66574 h 160752"/>
                <a:gd name="connsiteX312" fmla="*/ 34579 w 110031"/>
                <a:gd name="connsiteY312" fmla="*/ 66574 h 160752"/>
                <a:gd name="connsiteX313" fmla="*/ 34579 w 110031"/>
                <a:gd name="connsiteY313" fmla="*/ 64950 h 160752"/>
                <a:gd name="connsiteX314" fmla="*/ 33768 w 110031"/>
                <a:gd name="connsiteY314" fmla="*/ 64139 h 160752"/>
                <a:gd name="connsiteX315" fmla="*/ 33768 w 110031"/>
                <a:gd name="connsiteY315" fmla="*/ 64139 h 160752"/>
                <a:gd name="connsiteX316" fmla="*/ 33768 w 110031"/>
                <a:gd name="connsiteY316" fmla="*/ 64950 h 160752"/>
                <a:gd name="connsiteX317" fmla="*/ 32957 w 110031"/>
                <a:gd name="connsiteY317" fmla="*/ 66574 h 160752"/>
                <a:gd name="connsiteX318" fmla="*/ 32957 w 110031"/>
                <a:gd name="connsiteY318" fmla="*/ 66574 h 160752"/>
                <a:gd name="connsiteX319" fmla="*/ 32957 w 110031"/>
                <a:gd name="connsiteY319" fmla="*/ 78752 h 160752"/>
                <a:gd name="connsiteX320" fmla="*/ 36202 w 110031"/>
                <a:gd name="connsiteY320" fmla="*/ 75505 h 160752"/>
                <a:gd name="connsiteX321" fmla="*/ 36202 w 110031"/>
                <a:gd name="connsiteY321" fmla="*/ 74693 h 160752"/>
                <a:gd name="connsiteX322" fmla="*/ 35391 w 110031"/>
                <a:gd name="connsiteY322" fmla="*/ 74693 h 160752"/>
                <a:gd name="connsiteX323" fmla="*/ 34579 w 110031"/>
                <a:gd name="connsiteY323" fmla="*/ 76317 h 160752"/>
                <a:gd name="connsiteX324" fmla="*/ 32957 w 110031"/>
                <a:gd name="connsiteY324" fmla="*/ 77941 h 160752"/>
                <a:gd name="connsiteX325" fmla="*/ 32957 w 110031"/>
                <a:gd name="connsiteY325" fmla="*/ 78752 h 160752"/>
                <a:gd name="connsiteX326" fmla="*/ 36202 w 110031"/>
                <a:gd name="connsiteY326" fmla="*/ 63327 h 160752"/>
                <a:gd name="connsiteX327" fmla="*/ 36202 w 110031"/>
                <a:gd name="connsiteY327" fmla="*/ 63327 h 160752"/>
                <a:gd name="connsiteX328" fmla="*/ 34579 w 110031"/>
                <a:gd name="connsiteY328" fmla="*/ 63327 h 160752"/>
                <a:gd name="connsiteX329" fmla="*/ 36202 w 110031"/>
                <a:gd name="connsiteY329" fmla="*/ 63327 h 160752"/>
                <a:gd name="connsiteX330" fmla="*/ 35391 w 110031"/>
                <a:gd name="connsiteY330" fmla="*/ 64950 h 160752"/>
                <a:gd name="connsiteX331" fmla="*/ 35391 w 110031"/>
                <a:gd name="connsiteY331" fmla="*/ 64950 h 160752"/>
                <a:gd name="connsiteX332" fmla="*/ 36202 w 110031"/>
                <a:gd name="connsiteY332" fmla="*/ 64950 h 160752"/>
                <a:gd name="connsiteX333" fmla="*/ 35391 w 110031"/>
                <a:gd name="connsiteY333" fmla="*/ 64950 h 160752"/>
                <a:gd name="connsiteX334" fmla="*/ 35391 w 110031"/>
                <a:gd name="connsiteY334" fmla="*/ 64950 h 160752"/>
                <a:gd name="connsiteX335" fmla="*/ 36202 w 110031"/>
                <a:gd name="connsiteY335" fmla="*/ 80376 h 160752"/>
                <a:gd name="connsiteX336" fmla="*/ 36202 w 110031"/>
                <a:gd name="connsiteY336" fmla="*/ 79564 h 160752"/>
                <a:gd name="connsiteX337" fmla="*/ 36202 w 110031"/>
                <a:gd name="connsiteY337" fmla="*/ 80376 h 160752"/>
                <a:gd name="connsiteX338" fmla="*/ 36202 w 110031"/>
                <a:gd name="connsiteY338" fmla="*/ 80376 h 160752"/>
                <a:gd name="connsiteX339" fmla="*/ 36202 w 110031"/>
                <a:gd name="connsiteY339" fmla="*/ 60891 h 160752"/>
                <a:gd name="connsiteX340" fmla="*/ 37825 w 110031"/>
                <a:gd name="connsiteY340" fmla="*/ 60079 h 160752"/>
                <a:gd name="connsiteX341" fmla="*/ 37825 w 110031"/>
                <a:gd name="connsiteY341" fmla="*/ 59267 h 160752"/>
                <a:gd name="connsiteX342" fmla="*/ 36202 w 110031"/>
                <a:gd name="connsiteY342" fmla="*/ 60891 h 160752"/>
                <a:gd name="connsiteX343" fmla="*/ 36202 w 110031"/>
                <a:gd name="connsiteY343" fmla="*/ 60891 h 160752"/>
                <a:gd name="connsiteX344" fmla="*/ 37825 w 110031"/>
                <a:gd name="connsiteY344" fmla="*/ 72257 h 160752"/>
                <a:gd name="connsiteX345" fmla="*/ 37825 w 110031"/>
                <a:gd name="connsiteY345" fmla="*/ 70634 h 160752"/>
                <a:gd name="connsiteX346" fmla="*/ 37013 w 110031"/>
                <a:gd name="connsiteY346" fmla="*/ 71445 h 160752"/>
                <a:gd name="connsiteX347" fmla="*/ 37825 w 110031"/>
                <a:gd name="connsiteY347" fmla="*/ 72257 h 160752"/>
                <a:gd name="connsiteX348" fmla="*/ 38636 w 110031"/>
                <a:gd name="connsiteY348" fmla="*/ 61703 h 160752"/>
                <a:gd name="connsiteX349" fmla="*/ 38636 w 110031"/>
                <a:gd name="connsiteY349" fmla="*/ 61703 h 160752"/>
                <a:gd name="connsiteX350" fmla="*/ 38636 w 110031"/>
                <a:gd name="connsiteY350" fmla="*/ 61703 h 160752"/>
                <a:gd name="connsiteX351" fmla="*/ 38636 w 110031"/>
                <a:gd name="connsiteY351" fmla="*/ 61703 h 160752"/>
                <a:gd name="connsiteX352" fmla="*/ 38636 w 110031"/>
                <a:gd name="connsiteY352" fmla="*/ 61703 h 160752"/>
                <a:gd name="connsiteX353" fmla="*/ 37825 w 110031"/>
                <a:gd name="connsiteY353" fmla="*/ 58455 h 160752"/>
                <a:gd name="connsiteX354" fmla="*/ 39447 w 110031"/>
                <a:gd name="connsiteY354" fmla="*/ 56832 h 160752"/>
                <a:gd name="connsiteX355" fmla="*/ 38636 w 110031"/>
                <a:gd name="connsiteY355" fmla="*/ 57644 h 160752"/>
                <a:gd name="connsiteX356" fmla="*/ 37825 w 110031"/>
                <a:gd name="connsiteY356" fmla="*/ 58455 h 160752"/>
                <a:gd name="connsiteX357" fmla="*/ 40259 w 110031"/>
                <a:gd name="connsiteY357" fmla="*/ 71445 h 160752"/>
                <a:gd name="connsiteX358" fmla="*/ 40259 w 110031"/>
                <a:gd name="connsiteY358" fmla="*/ 71445 h 160752"/>
                <a:gd name="connsiteX359" fmla="*/ 40259 w 110031"/>
                <a:gd name="connsiteY359" fmla="*/ 71445 h 160752"/>
                <a:gd name="connsiteX360" fmla="*/ 40259 w 110031"/>
                <a:gd name="connsiteY360" fmla="*/ 71445 h 160752"/>
                <a:gd name="connsiteX361" fmla="*/ 40259 w 110031"/>
                <a:gd name="connsiteY361" fmla="*/ 71445 h 160752"/>
                <a:gd name="connsiteX362" fmla="*/ 40259 w 110031"/>
                <a:gd name="connsiteY362" fmla="*/ 56832 h 160752"/>
                <a:gd name="connsiteX363" fmla="*/ 41881 w 110031"/>
                <a:gd name="connsiteY363" fmla="*/ 56020 h 160752"/>
                <a:gd name="connsiteX364" fmla="*/ 42693 w 110031"/>
                <a:gd name="connsiteY364" fmla="*/ 55208 h 160752"/>
                <a:gd name="connsiteX365" fmla="*/ 42693 w 110031"/>
                <a:gd name="connsiteY365" fmla="*/ 56020 h 160752"/>
                <a:gd name="connsiteX366" fmla="*/ 42693 w 110031"/>
                <a:gd name="connsiteY366" fmla="*/ 56832 h 160752"/>
                <a:gd name="connsiteX367" fmla="*/ 45938 w 110031"/>
                <a:gd name="connsiteY367" fmla="*/ 53584 h 160752"/>
                <a:gd name="connsiteX368" fmla="*/ 45126 w 110031"/>
                <a:gd name="connsiteY368" fmla="*/ 54396 h 160752"/>
                <a:gd name="connsiteX369" fmla="*/ 43504 w 110031"/>
                <a:gd name="connsiteY369" fmla="*/ 54396 h 160752"/>
                <a:gd name="connsiteX370" fmla="*/ 42693 w 110031"/>
                <a:gd name="connsiteY370" fmla="*/ 55208 h 160752"/>
                <a:gd name="connsiteX371" fmla="*/ 41881 w 110031"/>
                <a:gd name="connsiteY371" fmla="*/ 56832 h 160752"/>
                <a:gd name="connsiteX372" fmla="*/ 40259 w 110031"/>
                <a:gd name="connsiteY372" fmla="*/ 56832 h 160752"/>
                <a:gd name="connsiteX373" fmla="*/ 40259 w 110031"/>
                <a:gd name="connsiteY373" fmla="*/ 56832 h 160752"/>
                <a:gd name="connsiteX374" fmla="*/ 41070 w 110031"/>
                <a:gd name="connsiteY374" fmla="*/ 67386 h 160752"/>
                <a:gd name="connsiteX375" fmla="*/ 41070 w 110031"/>
                <a:gd name="connsiteY375" fmla="*/ 67386 h 160752"/>
                <a:gd name="connsiteX376" fmla="*/ 41881 w 110031"/>
                <a:gd name="connsiteY376" fmla="*/ 67386 h 160752"/>
                <a:gd name="connsiteX377" fmla="*/ 41070 w 110031"/>
                <a:gd name="connsiteY377" fmla="*/ 67386 h 160752"/>
                <a:gd name="connsiteX378" fmla="*/ 41070 w 110031"/>
                <a:gd name="connsiteY378" fmla="*/ 67386 h 160752"/>
                <a:gd name="connsiteX379" fmla="*/ 42693 w 110031"/>
                <a:gd name="connsiteY379" fmla="*/ 51960 h 160752"/>
                <a:gd name="connsiteX380" fmla="*/ 42693 w 110031"/>
                <a:gd name="connsiteY380" fmla="*/ 51960 h 160752"/>
                <a:gd name="connsiteX381" fmla="*/ 43504 w 110031"/>
                <a:gd name="connsiteY381" fmla="*/ 51148 h 160752"/>
                <a:gd name="connsiteX382" fmla="*/ 42693 w 110031"/>
                <a:gd name="connsiteY382" fmla="*/ 51960 h 160752"/>
                <a:gd name="connsiteX383" fmla="*/ 43504 w 110031"/>
                <a:gd name="connsiteY383" fmla="*/ 64139 h 160752"/>
                <a:gd name="connsiteX384" fmla="*/ 44315 w 110031"/>
                <a:gd name="connsiteY384" fmla="*/ 63327 h 160752"/>
                <a:gd name="connsiteX385" fmla="*/ 43504 w 110031"/>
                <a:gd name="connsiteY385" fmla="*/ 64139 h 160752"/>
                <a:gd name="connsiteX386" fmla="*/ 43504 w 110031"/>
                <a:gd name="connsiteY386" fmla="*/ 64139 h 160752"/>
                <a:gd name="connsiteX387" fmla="*/ 50806 w 110031"/>
                <a:gd name="connsiteY387" fmla="*/ 56020 h 160752"/>
                <a:gd name="connsiteX388" fmla="*/ 50806 w 110031"/>
                <a:gd name="connsiteY388" fmla="*/ 56020 h 160752"/>
                <a:gd name="connsiteX389" fmla="*/ 50806 w 110031"/>
                <a:gd name="connsiteY389" fmla="*/ 56020 h 160752"/>
                <a:gd name="connsiteX390" fmla="*/ 50806 w 110031"/>
                <a:gd name="connsiteY390" fmla="*/ 56020 h 160752"/>
                <a:gd name="connsiteX391" fmla="*/ 50806 w 110031"/>
                <a:gd name="connsiteY391" fmla="*/ 56020 h 160752"/>
                <a:gd name="connsiteX392" fmla="*/ 53240 w 110031"/>
                <a:gd name="connsiteY392" fmla="*/ 54396 h 160752"/>
                <a:gd name="connsiteX393" fmla="*/ 53240 w 110031"/>
                <a:gd name="connsiteY393" fmla="*/ 54396 h 160752"/>
                <a:gd name="connsiteX394" fmla="*/ 53240 w 110031"/>
                <a:gd name="connsiteY394" fmla="*/ 54396 h 160752"/>
                <a:gd name="connsiteX395" fmla="*/ 53240 w 110031"/>
                <a:gd name="connsiteY395" fmla="*/ 54396 h 160752"/>
                <a:gd name="connsiteX396" fmla="*/ 54051 w 110031"/>
                <a:gd name="connsiteY396" fmla="*/ 52772 h 160752"/>
                <a:gd name="connsiteX397" fmla="*/ 54862 w 110031"/>
                <a:gd name="connsiteY397" fmla="*/ 51960 h 160752"/>
                <a:gd name="connsiteX398" fmla="*/ 54051 w 110031"/>
                <a:gd name="connsiteY398" fmla="*/ 52772 h 160752"/>
                <a:gd name="connsiteX399" fmla="*/ 54051 w 110031"/>
                <a:gd name="connsiteY399" fmla="*/ 52772 h 160752"/>
                <a:gd name="connsiteX400" fmla="*/ 55674 w 110031"/>
                <a:gd name="connsiteY400" fmla="*/ 36535 h 160752"/>
                <a:gd name="connsiteX401" fmla="*/ 55674 w 110031"/>
                <a:gd name="connsiteY401" fmla="*/ 35723 h 160752"/>
                <a:gd name="connsiteX402" fmla="*/ 54862 w 110031"/>
                <a:gd name="connsiteY402" fmla="*/ 35723 h 160752"/>
                <a:gd name="connsiteX403" fmla="*/ 55674 w 110031"/>
                <a:gd name="connsiteY403" fmla="*/ 36535 h 160752"/>
                <a:gd name="connsiteX404" fmla="*/ 55674 w 110031"/>
                <a:gd name="connsiteY404" fmla="*/ 36535 h 160752"/>
                <a:gd name="connsiteX405" fmla="*/ 58919 w 110031"/>
                <a:gd name="connsiteY405" fmla="*/ 33287 h 160752"/>
                <a:gd name="connsiteX406" fmla="*/ 58919 w 110031"/>
                <a:gd name="connsiteY406" fmla="*/ 33287 h 160752"/>
                <a:gd name="connsiteX407" fmla="*/ 58108 w 110031"/>
                <a:gd name="connsiteY407" fmla="*/ 32475 h 160752"/>
                <a:gd name="connsiteX408" fmla="*/ 58919 w 110031"/>
                <a:gd name="connsiteY408" fmla="*/ 33287 h 160752"/>
                <a:gd name="connsiteX409" fmla="*/ 60541 w 110031"/>
                <a:gd name="connsiteY409" fmla="*/ 30851 h 160752"/>
                <a:gd name="connsiteX410" fmla="*/ 60541 w 110031"/>
                <a:gd name="connsiteY410" fmla="*/ 30851 h 160752"/>
                <a:gd name="connsiteX411" fmla="*/ 61353 w 110031"/>
                <a:gd name="connsiteY411" fmla="*/ 30040 h 160752"/>
                <a:gd name="connsiteX412" fmla="*/ 61353 w 110031"/>
                <a:gd name="connsiteY412" fmla="*/ 28416 h 160752"/>
                <a:gd name="connsiteX413" fmla="*/ 60541 w 110031"/>
                <a:gd name="connsiteY413" fmla="*/ 29228 h 160752"/>
                <a:gd name="connsiteX414" fmla="*/ 60541 w 110031"/>
                <a:gd name="connsiteY414" fmla="*/ 30851 h 160752"/>
                <a:gd name="connsiteX415" fmla="*/ 60541 w 110031"/>
                <a:gd name="connsiteY415" fmla="*/ 30851 h 16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10031" h="160752">
                  <a:moveTo>
                    <a:pt x="6183" y="109604"/>
                  </a:moveTo>
                  <a:cubicBezTo>
                    <a:pt x="7806" y="105544"/>
                    <a:pt x="14297" y="92554"/>
                    <a:pt x="16730" y="90119"/>
                  </a:cubicBezTo>
                  <a:cubicBezTo>
                    <a:pt x="17542" y="89307"/>
                    <a:pt x="19165" y="86871"/>
                    <a:pt x="20787" y="83624"/>
                  </a:cubicBezTo>
                  <a:cubicBezTo>
                    <a:pt x="22410" y="81188"/>
                    <a:pt x="24844" y="77941"/>
                    <a:pt x="24844" y="77941"/>
                  </a:cubicBezTo>
                  <a:cubicBezTo>
                    <a:pt x="25655" y="77129"/>
                    <a:pt x="25655" y="77129"/>
                    <a:pt x="25655" y="77129"/>
                  </a:cubicBezTo>
                  <a:cubicBezTo>
                    <a:pt x="25655" y="77129"/>
                    <a:pt x="25655" y="76317"/>
                    <a:pt x="26466" y="75505"/>
                  </a:cubicBezTo>
                  <a:cubicBezTo>
                    <a:pt x="27278" y="74693"/>
                    <a:pt x="28089" y="73881"/>
                    <a:pt x="28089" y="73881"/>
                  </a:cubicBezTo>
                  <a:cubicBezTo>
                    <a:pt x="28089" y="73069"/>
                    <a:pt x="29712" y="70634"/>
                    <a:pt x="30523" y="70634"/>
                  </a:cubicBezTo>
                  <a:cubicBezTo>
                    <a:pt x="31334" y="69822"/>
                    <a:pt x="34579" y="64139"/>
                    <a:pt x="34579" y="64139"/>
                  </a:cubicBezTo>
                  <a:cubicBezTo>
                    <a:pt x="34579" y="63327"/>
                    <a:pt x="38636" y="57644"/>
                    <a:pt x="39447" y="57644"/>
                  </a:cubicBezTo>
                  <a:cubicBezTo>
                    <a:pt x="39447" y="57644"/>
                    <a:pt x="41881" y="52772"/>
                    <a:pt x="41881" y="52772"/>
                  </a:cubicBezTo>
                  <a:cubicBezTo>
                    <a:pt x="41881" y="52772"/>
                    <a:pt x="41070" y="52772"/>
                    <a:pt x="41070" y="52772"/>
                  </a:cubicBezTo>
                  <a:cubicBezTo>
                    <a:pt x="41070" y="52772"/>
                    <a:pt x="39447" y="53584"/>
                    <a:pt x="39447" y="53584"/>
                  </a:cubicBezTo>
                  <a:cubicBezTo>
                    <a:pt x="38636" y="53584"/>
                    <a:pt x="37013" y="54396"/>
                    <a:pt x="36202" y="54396"/>
                  </a:cubicBezTo>
                  <a:cubicBezTo>
                    <a:pt x="35391" y="54396"/>
                    <a:pt x="29712" y="56020"/>
                    <a:pt x="29712" y="56020"/>
                  </a:cubicBezTo>
                  <a:cubicBezTo>
                    <a:pt x="28900" y="56832"/>
                    <a:pt x="24844" y="56832"/>
                    <a:pt x="22410" y="56832"/>
                  </a:cubicBezTo>
                  <a:cubicBezTo>
                    <a:pt x="17542" y="56020"/>
                    <a:pt x="13485" y="52772"/>
                    <a:pt x="15108" y="50337"/>
                  </a:cubicBezTo>
                  <a:cubicBezTo>
                    <a:pt x="15108" y="49525"/>
                    <a:pt x="15919" y="49525"/>
                    <a:pt x="16730" y="49525"/>
                  </a:cubicBezTo>
                  <a:cubicBezTo>
                    <a:pt x="17542" y="49525"/>
                    <a:pt x="20787" y="48713"/>
                    <a:pt x="24032" y="47901"/>
                  </a:cubicBezTo>
                  <a:cubicBezTo>
                    <a:pt x="33768" y="45465"/>
                    <a:pt x="35391" y="44653"/>
                    <a:pt x="50806" y="42218"/>
                  </a:cubicBezTo>
                  <a:cubicBezTo>
                    <a:pt x="51617" y="42218"/>
                    <a:pt x="52428" y="41406"/>
                    <a:pt x="53240" y="40594"/>
                  </a:cubicBezTo>
                  <a:cubicBezTo>
                    <a:pt x="53240" y="39782"/>
                    <a:pt x="54051" y="38970"/>
                    <a:pt x="54862" y="38158"/>
                  </a:cubicBezTo>
                  <a:cubicBezTo>
                    <a:pt x="55674" y="37347"/>
                    <a:pt x="56485" y="36535"/>
                    <a:pt x="56485" y="36535"/>
                  </a:cubicBezTo>
                  <a:cubicBezTo>
                    <a:pt x="56485" y="36535"/>
                    <a:pt x="56485" y="35723"/>
                    <a:pt x="56485" y="35723"/>
                  </a:cubicBezTo>
                  <a:cubicBezTo>
                    <a:pt x="57296" y="35723"/>
                    <a:pt x="58919" y="35723"/>
                    <a:pt x="58919" y="34911"/>
                  </a:cubicBezTo>
                  <a:cubicBezTo>
                    <a:pt x="58919" y="34911"/>
                    <a:pt x="58108" y="34911"/>
                    <a:pt x="58108" y="34911"/>
                  </a:cubicBezTo>
                  <a:cubicBezTo>
                    <a:pt x="58108" y="34911"/>
                    <a:pt x="57296" y="34911"/>
                    <a:pt x="57296" y="34911"/>
                  </a:cubicBezTo>
                  <a:cubicBezTo>
                    <a:pt x="57296" y="34911"/>
                    <a:pt x="64598" y="24356"/>
                    <a:pt x="66221" y="22733"/>
                  </a:cubicBezTo>
                  <a:cubicBezTo>
                    <a:pt x="67032" y="21921"/>
                    <a:pt x="67843" y="20297"/>
                    <a:pt x="68655" y="20297"/>
                  </a:cubicBezTo>
                  <a:cubicBezTo>
                    <a:pt x="69466" y="19485"/>
                    <a:pt x="70277" y="18673"/>
                    <a:pt x="70277" y="18673"/>
                  </a:cubicBezTo>
                  <a:cubicBezTo>
                    <a:pt x="71089" y="17050"/>
                    <a:pt x="76768" y="10554"/>
                    <a:pt x="78390" y="9743"/>
                  </a:cubicBezTo>
                  <a:cubicBezTo>
                    <a:pt x="80824" y="7307"/>
                    <a:pt x="86504" y="0"/>
                    <a:pt x="89749" y="0"/>
                  </a:cubicBezTo>
                  <a:cubicBezTo>
                    <a:pt x="90560" y="0"/>
                    <a:pt x="91372" y="0"/>
                    <a:pt x="92994" y="812"/>
                  </a:cubicBezTo>
                  <a:cubicBezTo>
                    <a:pt x="96239" y="1624"/>
                    <a:pt x="97862" y="3248"/>
                    <a:pt x="97862" y="5683"/>
                  </a:cubicBezTo>
                  <a:cubicBezTo>
                    <a:pt x="97862" y="6495"/>
                    <a:pt x="97862" y="7307"/>
                    <a:pt x="97862" y="8119"/>
                  </a:cubicBezTo>
                  <a:cubicBezTo>
                    <a:pt x="97862" y="8119"/>
                    <a:pt x="97862" y="9743"/>
                    <a:pt x="97051" y="10554"/>
                  </a:cubicBezTo>
                  <a:cubicBezTo>
                    <a:pt x="96239" y="11366"/>
                    <a:pt x="95428" y="12990"/>
                    <a:pt x="95428" y="13802"/>
                  </a:cubicBezTo>
                  <a:cubicBezTo>
                    <a:pt x="95428" y="14614"/>
                    <a:pt x="92183" y="17861"/>
                    <a:pt x="89749" y="20297"/>
                  </a:cubicBezTo>
                  <a:cubicBezTo>
                    <a:pt x="86504" y="23545"/>
                    <a:pt x="84070" y="25980"/>
                    <a:pt x="84070" y="26792"/>
                  </a:cubicBezTo>
                  <a:cubicBezTo>
                    <a:pt x="83258" y="28416"/>
                    <a:pt x="79202" y="33287"/>
                    <a:pt x="78390" y="33287"/>
                  </a:cubicBezTo>
                  <a:cubicBezTo>
                    <a:pt x="78390" y="33287"/>
                    <a:pt x="77579" y="34099"/>
                    <a:pt x="76768" y="35723"/>
                  </a:cubicBezTo>
                  <a:cubicBezTo>
                    <a:pt x="75957" y="36535"/>
                    <a:pt x="75145" y="38158"/>
                    <a:pt x="75145" y="38158"/>
                  </a:cubicBezTo>
                  <a:cubicBezTo>
                    <a:pt x="75145" y="38158"/>
                    <a:pt x="75145" y="38158"/>
                    <a:pt x="75145" y="38970"/>
                  </a:cubicBezTo>
                  <a:cubicBezTo>
                    <a:pt x="75145" y="39782"/>
                    <a:pt x="76768" y="39782"/>
                    <a:pt x="81636" y="38970"/>
                  </a:cubicBezTo>
                  <a:cubicBezTo>
                    <a:pt x="90560" y="38158"/>
                    <a:pt x="101919" y="38970"/>
                    <a:pt x="105164" y="38970"/>
                  </a:cubicBezTo>
                  <a:cubicBezTo>
                    <a:pt x="107598" y="39782"/>
                    <a:pt x="110032" y="40594"/>
                    <a:pt x="110032" y="41406"/>
                  </a:cubicBezTo>
                  <a:cubicBezTo>
                    <a:pt x="110032" y="41406"/>
                    <a:pt x="107598" y="41406"/>
                    <a:pt x="105164" y="41406"/>
                  </a:cubicBezTo>
                  <a:cubicBezTo>
                    <a:pt x="100296" y="41406"/>
                    <a:pt x="93805" y="42218"/>
                    <a:pt x="86504" y="43030"/>
                  </a:cubicBezTo>
                  <a:cubicBezTo>
                    <a:pt x="84070" y="43842"/>
                    <a:pt x="80824" y="44653"/>
                    <a:pt x="80824" y="44653"/>
                  </a:cubicBezTo>
                  <a:cubicBezTo>
                    <a:pt x="80824" y="44653"/>
                    <a:pt x="80013" y="44653"/>
                    <a:pt x="79202" y="44653"/>
                  </a:cubicBezTo>
                  <a:cubicBezTo>
                    <a:pt x="78390" y="44653"/>
                    <a:pt x="77579" y="44653"/>
                    <a:pt x="77579" y="44653"/>
                  </a:cubicBezTo>
                  <a:cubicBezTo>
                    <a:pt x="77579" y="44653"/>
                    <a:pt x="76768" y="45465"/>
                    <a:pt x="75957" y="45465"/>
                  </a:cubicBezTo>
                  <a:cubicBezTo>
                    <a:pt x="73523" y="45465"/>
                    <a:pt x="71089" y="46277"/>
                    <a:pt x="71089" y="47089"/>
                  </a:cubicBezTo>
                  <a:cubicBezTo>
                    <a:pt x="71089" y="47089"/>
                    <a:pt x="70277" y="47901"/>
                    <a:pt x="70277" y="47901"/>
                  </a:cubicBezTo>
                  <a:cubicBezTo>
                    <a:pt x="70277" y="47901"/>
                    <a:pt x="69466" y="48713"/>
                    <a:pt x="68655" y="48713"/>
                  </a:cubicBezTo>
                  <a:cubicBezTo>
                    <a:pt x="67843" y="48713"/>
                    <a:pt x="67843" y="50337"/>
                    <a:pt x="67032" y="51148"/>
                  </a:cubicBezTo>
                  <a:cubicBezTo>
                    <a:pt x="66221" y="51960"/>
                    <a:pt x="64598" y="54396"/>
                    <a:pt x="62976" y="56832"/>
                  </a:cubicBezTo>
                  <a:cubicBezTo>
                    <a:pt x="60541" y="60079"/>
                    <a:pt x="60541" y="60891"/>
                    <a:pt x="57296" y="64139"/>
                  </a:cubicBezTo>
                  <a:cubicBezTo>
                    <a:pt x="57296" y="64139"/>
                    <a:pt x="56485" y="64950"/>
                    <a:pt x="56485" y="64950"/>
                  </a:cubicBezTo>
                  <a:cubicBezTo>
                    <a:pt x="56485" y="64950"/>
                    <a:pt x="54862" y="67386"/>
                    <a:pt x="53240" y="69010"/>
                  </a:cubicBezTo>
                  <a:cubicBezTo>
                    <a:pt x="51617" y="71445"/>
                    <a:pt x="49994" y="73069"/>
                    <a:pt x="49994" y="73069"/>
                  </a:cubicBezTo>
                  <a:cubicBezTo>
                    <a:pt x="49994" y="73881"/>
                    <a:pt x="45938" y="78752"/>
                    <a:pt x="45938" y="79564"/>
                  </a:cubicBezTo>
                  <a:cubicBezTo>
                    <a:pt x="45938" y="79564"/>
                    <a:pt x="42693" y="85247"/>
                    <a:pt x="41881" y="86059"/>
                  </a:cubicBezTo>
                  <a:cubicBezTo>
                    <a:pt x="41070" y="86871"/>
                    <a:pt x="40259" y="87683"/>
                    <a:pt x="38636" y="90931"/>
                  </a:cubicBezTo>
                  <a:cubicBezTo>
                    <a:pt x="32957" y="100673"/>
                    <a:pt x="28900" y="105544"/>
                    <a:pt x="28900" y="105544"/>
                  </a:cubicBezTo>
                  <a:cubicBezTo>
                    <a:pt x="28089" y="105544"/>
                    <a:pt x="28089" y="105544"/>
                    <a:pt x="28900" y="105544"/>
                  </a:cubicBezTo>
                  <a:cubicBezTo>
                    <a:pt x="29712" y="105544"/>
                    <a:pt x="29712" y="106356"/>
                    <a:pt x="28089" y="108792"/>
                  </a:cubicBezTo>
                  <a:cubicBezTo>
                    <a:pt x="26466" y="112039"/>
                    <a:pt x="24844" y="114475"/>
                    <a:pt x="24032" y="114475"/>
                  </a:cubicBezTo>
                  <a:cubicBezTo>
                    <a:pt x="24032" y="114475"/>
                    <a:pt x="24032" y="114475"/>
                    <a:pt x="24032" y="115287"/>
                  </a:cubicBezTo>
                  <a:cubicBezTo>
                    <a:pt x="24032" y="116099"/>
                    <a:pt x="24032" y="116911"/>
                    <a:pt x="24032" y="117723"/>
                  </a:cubicBezTo>
                  <a:cubicBezTo>
                    <a:pt x="23221" y="120158"/>
                    <a:pt x="21598" y="120970"/>
                    <a:pt x="21598" y="120970"/>
                  </a:cubicBezTo>
                  <a:cubicBezTo>
                    <a:pt x="21598" y="120970"/>
                    <a:pt x="20787" y="120970"/>
                    <a:pt x="20787" y="120970"/>
                  </a:cubicBezTo>
                  <a:cubicBezTo>
                    <a:pt x="20787" y="120970"/>
                    <a:pt x="20787" y="121782"/>
                    <a:pt x="19976" y="121782"/>
                  </a:cubicBezTo>
                  <a:cubicBezTo>
                    <a:pt x="19976" y="121782"/>
                    <a:pt x="19165" y="121782"/>
                    <a:pt x="19976" y="121782"/>
                  </a:cubicBezTo>
                  <a:cubicBezTo>
                    <a:pt x="20787" y="121782"/>
                    <a:pt x="19976" y="120970"/>
                    <a:pt x="19165" y="120970"/>
                  </a:cubicBezTo>
                  <a:cubicBezTo>
                    <a:pt x="18353" y="120158"/>
                    <a:pt x="18353" y="120970"/>
                    <a:pt x="17542" y="122594"/>
                  </a:cubicBezTo>
                  <a:cubicBezTo>
                    <a:pt x="16730" y="124218"/>
                    <a:pt x="16730" y="125030"/>
                    <a:pt x="16730" y="125030"/>
                  </a:cubicBezTo>
                  <a:cubicBezTo>
                    <a:pt x="16730" y="125030"/>
                    <a:pt x="17542" y="125030"/>
                    <a:pt x="17542" y="124218"/>
                  </a:cubicBezTo>
                  <a:cubicBezTo>
                    <a:pt x="17542" y="123406"/>
                    <a:pt x="18353" y="123406"/>
                    <a:pt x="18353" y="123406"/>
                  </a:cubicBezTo>
                  <a:cubicBezTo>
                    <a:pt x="19165" y="123406"/>
                    <a:pt x="19165" y="123406"/>
                    <a:pt x="19165" y="122594"/>
                  </a:cubicBezTo>
                  <a:cubicBezTo>
                    <a:pt x="19165" y="121782"/>
                    <a:pt x="19165" y="121782"/>
                    <a:pt x="19976" y="121782"/>
                  </a:cubicBezTo>
                  <a:cubicBezTo>
                    <a:pt x="20787" y="121782"/>
                    <a:pt x="20787" y="121782"/>
                    <a:pt x="20787" y="122594"/>
                  </a:cubicBezTo>
                  <a:cubicBezTo>
                    <a:pt x="20787" y="123406"/>
                    <a:pt x="20787" y="123406"/>
                    <a:pt x="20787" y="123406"/>
                  </a:cubicBezTo>
                  <a:cubicBezTo>
                    <a:pt x="20787" y="123406"/>
                    <a:pt x="19976" y="124218"/>
                    <a:pt x="19976" y="125030"/>
                  </a:cubicBezTo>
                  <a:cubicBezTo>
                    <a:pt x="19165" y="125841"/>
                    <a:pt x="19165" y="125841"/>
                    <a:pt x="19976" y="127465"/>
                  </a:cubicBezTo>
                  <a:cubicBezTo>
                    <a:pt x="20787" y="128277"/>
                    <a:pt x="20787" y="129089"/>
                    <a:pt x="19165" y="129089"/>
                  </a:cubicBezTo>
                  <a:cubicBezTo>
                    <a:pt x="17542" y="129901"/>
                    <a:pt x="15919" y="137208"/>
                    <a:pt x="15919" y="138832"/>
                  </a:cubicBezTo>
                  <a:cubicBezTo>
                    <a:pt x="15919" y="139643"/>
                    <a:pt x="15108" y="142079"/>
                    <a:pt x="14297" y="142079"/>
                  </a:cubicBezTo>
                  <a:cubicBezTo>
                    <a:pt x="14297" y="142079"/>
                    <a:pt x="13485" y="142891"/>
                    <a:pt x="13485" y="143703"/>
                  </a:cubicBezTo>
                  <a:cubicBezTo>
                    <a:pt x="13485" y="144515"/>
                    <a:pt x="13485" y="145327"/>
                    <a:pt x="14297" y="145327"/>
                  </a:cubicBezTo>
                  <a:cubicBezTo>
                    <a:pt x="15108" y="145327"/>
                    <a:pt x="15108" y="145327"/>
                    <a:pt x="14297" y="146138"/>
                  </a:cubicBezTo>
                  <a:cubicBezTo>
                    <a:pt x="13485" y="146950"/>
                    <a:pt x="13485" y="149386"/>
                    <a:pt x="15108" y="152634"/>
                  </a:cubicBezTo>
                  <a:cubicBezTo>
                    <a:pt x="16730" y="156693"/>
                    <a:pt x="17542" y="157505"/>
                    <a:pt x="20787" y="159129"/>
                  </a:cubicBezTo>
                  <a:cubicBezTo>
                    <a:pt x="24032" y="159941"/>
                    <a:pt x="24032" y="160752"/>
                    <a:pt x="20787" y="160752"/>
                  </a:cubicBezTo>
                  <a:cubicBezTo>
                    <a:pt x="17542" y="160752"/>
                    <a:pt x="12674" y="158317"/>
                    <a:pt x="11051" y="155881"/>
                  </a:cubicBezTo>
                  <a:cubicBezTo>
                    <a:pt x="-2741" y="142891"/>
                    <a:pt x="-2741" y="129901"/>
                    <a:pt x="6183" y="109604"/>
                  </a:cubicBezTo>
                  <a:close/>
                  <a:moveTo>
                    <a:pt x="5372" y="118535"/>
                  </a:moveTo>
                  <a:cubicBezTo>
                    <a:pt x="5372" y="118535"/>
                    <a:pt x="6183" y="117723"/>
                    <a:pt x="6183" y="116911"/>
                  </a:cubicBezTo>
                  <a:cubicBezTo>
                    <a:pt x="6183" y="116099"/>
                    <a:pt x="6183" y="116099"/>
                    <a:pt x="5372" y="116099"/>
                  </a:cubicBezTo>
                  <a:cubicBezTo>
                    <a:pt x="5372" y="116911"/>
                    <a:pt x="5372" y="118535"/>
                    <a:pt x="5372" y="118535"/>
                  </a:cubicBezTo>
                  <a:close/>
                  <a:moveTo>
                    <a:pt x="8617" y="138020"/>
                  </a:moveTo>
                  <a:cubicBezTo>
                    <a:pt x="8617" y="138020"/>
                    <a:pt x="9429" y="137208"/>
                    <a:pt x="9429" y="135584"/>
                  </a:cubicBezTo>
                  <a:cubicBezTo>
                    <a:pt x="9429" y="133960"/>
                    <a:pt x="10240" y="132337"/>
                    <a:pt x="10240" y="131525"/>
                  </a:cubicBezTo>
                  <a:cubicBezTo>
                    <a:pt x="11051" y="129089"/>
                    <a:pt x="11051" y="127465"/>
                    <a:pt x="10240" y="127465"/>
                  </a:cubicBezTo>
                  <a:cubicBezTo>
                    <a:pt x="9429" y="127465"/>
                    <a:pt x="8617" y="131525"/>
                    <a:pt x="8617" y="133148"/>
                  </a:cubicBezTo>
                  <a:cubicBezTo>
                    <a:pt x="8617" y="133960"/>
                    <a:pt x="8617" y="135584"/>
                    <a:pt x="8617" y="136396"/>
                  </a:cubicBezTo>
                  <a:cubicBezTo>
                    <a:pt x="7806" y="138020"/>
                    <a:pt x="7806" y="138020"/>
                    <a:pt x="8617" y="138020"/>
                  </a:cubicBezTo>
                  <a:close/>
                  <a:moveTo>
                    <a:pt x="8617" y="109604"/>
                  </a:moveTo>
                  <a:cubicBezTo>
                    <a:pt x="8617" y="109604"/>
                    <a:pt x="10240" y="109604"/>
                    <a:pt x="10240" y="108792"/>
                  </a:cubicBezTo>
                  <a:cubicBezTo>
                    <a:pt x="10240" y="108792"/>
                    <a:pt x="10240" y="108792"/>
                    <a:pt x="9429" y="107980"/>
                  </a:cubicBezTo>
                  <a:cubicBezTo>
                    <a:pt x="9429" y="107980"/>
                    <a:pt x="9429" y="107980"/>
                    <a:pt x="9429" y="107980"/>
                  </a:cubicBezTo>
                  <a:cubicBezTo>
                    <a:pt x="9429" y="108792"/>
                    <a:pt x="9429" y="108792"/>
                    <a:pt x="8617" y="109604"/>
                  </a:cubicBezTo>
                  <a:cubicBezTo>
                    <a:pt x="8617" y="108792"/>
                    <a:pt x="8617" y="108792"/>
                    <a:pt x="8617" y="109604"/>
                  </a:cubicBezTo>
                  <a:close/>
                  <a:moveTo>
                    <a:pt x="11863" y="125030"/>
                  </a:moveTo>
                  <a:cubicBezTo>
                    <a:pt x="12674" y="123406"/>
                    <a:pt x="12674" y="123406"/>
                    <a:pt x="12674" y="123406"/>
                  </a:cubicBezTo>
                  <a:cubicBezTo>
                    <a:pt x="11863" y="122594"/>
                    <a:pt x="11051" y="123406"/>
                    <a:pt x="11863" y="125030"/>
                  </a:cubicBezTo>
                  <a:cubicBezTo>
                    <a:pt x="10240" y="126653"/>
                    <a:pt x="10240" y="126653"/>
                    <a:pt x="11863" y="125030"/>
                  </a:cubicBezTo>
                  <a:close/>
                  <a:moveTo>
                    <a:pt x="11051" y="114475"/>
                  </a:moveTo>
                  <a:cubicBezTo>
                    <a:pt x="11863" y="114475"/>
                    <a:pt x="11863" y="112851"/>
                    <a:pt x="11863" y="112851"/>
                  </a:cubicBezTo>
                  <a:cubicBezTo>
                    <a:pt x="11863" y="112851"/>
                    <a:pt x="11863" y="112851"/>
                    <a:pt x="11051" y="113663"/>
                  </a:cubicBezTo>
                  <a:cubicBezTo>
                    <a:pt x="11051" y="113663"/>
                    <a:pt x="11051" y="114475"/>
                    <a:pt x="11051" y="114475"/>
                  </a:cubicBezTo>
                  <a:close/>
                  <a:moveTo>
                    <a:pt x="11863" y="105544"/>
                  </a:moveTo>
                  <a:cubicBezTo>
                    <a:pt x="12674" y="104733"/>
                    <a:pt x="12674" y="103921"/>
                    <a:pt x="11863" y="103921"/>
                  </a:cubicBezTo>
                  <a:cubicBezTo>
                    <a:pt x="11863" y="103921"/>
                    <a:pt x="11863" y="104733"/>
                    <a:pt x="11863" y="105544"/>
                  </a:cubicBezTo>
                  <a:cubicBezTo>
                    <a:pt x="11051" y="105544"/>
                    <a:pt x="11863" y="105544"/>
                    <a:pt x="11863" y="105544"/>
                  </a:cubicBezTo>
                  <a:close/>
                  <a:moveTo>
                    <a:pt x="12674" y="110416"/>
                  </a:moveTo>
                  <a:cubicBezTo>
                    <a:pt x="12674" y="112039"/>
                    <a:pt x="13485" y="111228"/>
                    <a:pt x="14297" y="109604"/>
                  </a:cubicBezTo>
                  <a:cubicBezTo>
                    <a:pt x="15108" y="107980"/>
                    <a:pt x="15108" y="107168"/>
                    <a:pt x="15108" y="107168"/>
                  </a:cubicBezTo>
                  <a:cubicBezTo>
                    <a:pt x="14297" y="107168"/>
                    <a:pt x="13485" y="108792"/>
                    <a:pt x="13485" y="109604"/>
                  </a:cubicBezTo>
                  <a:cubicBezTo>
                    <a:pt x="13485" y="109604"/>
                    <a:pt x="12674" y="109604"/>
                    <a:pt x="12674" y="110416"/>
                  </a:cubicBezTo>
                  <a:cubicBezTo>
                    <a:pt x="12674" y="109604"/>
                    <a:pt x="12674" y="110416"/>
                    <a:pt x="12674" y="110416"/>
                  </a:cubicBezTo>
                  <a:close/>
                  <a:moveTo>
                    <a:pt x="12674" y="125030"/>
                  </a:moveTo>
                  <a:cubicBezTo>
                    <a:pt x="13485" y="125030"/>
                    <a:pt x="13485" y="125030"/>
                    <a:pt x="12674" y="125030"/>
                  </a:cubicBezTo>
                  <a:cubicBezTo>
                    <a:pt x="13485" y="124218"/>
                    <a:pt x="13485" y="124218"/>
                    <a:pt x="12674" y="124218"/>
                  </a:cubicBezTo>
                  <a:cubicBezTo>
                    <a:pt x="12674" y="124218"/>
                    <a:pt x="12674" y="124218"/>
                    <a:pt x="12674" y="125030"/>
                  </a:cubicBezTo>
                  <a:cubicBezTo>
                    <a:pt x="12674" y="125030"/>
                    <a:pt x="12674" y="125030"/>
                    <a:pt x="12674" y="125030"/>
                  </a:cubicBezTo>
                  <a:close/>
                  <a:moveTo>
                    <a:pt x="15919" y="97426"/>
                  </a:moveTo>
                  <a:cubicBezTo>
                    <a:pt x="15919" y="97426"/>
                    <a:pt x="16730" y="96614"/>
                    <a:pt x="15919" y="97426"/>
                  </a:cubicBezTo>
                  <a:cubicBezTo>
                    <a:pt x="16730" y="96614"/>
                    <a:pt x="15919" y="96614"/>
                    <a:pt x="15919" y="97426"/>
                  </a:cubicBezTo>
                  <a:cubicBezTo>
                    <a:pt x="15108" y="96614"/>
                    <a:pt x="15108" y="97426"/>
                    <a:pt x="15919" y="97426"/>
                  </a:cubicBezTo>
                  <a:cubicBezTo>
                    <a:pt x="15108" y="97426"/>
                    <a:pt x="15108" y="97426"/>
                    <a:pt x="15919" y="97426"/>
                  </a:cubicBezTo>
                  <a:close/>
                  <a:moveTo>
                    <a:pt x="15108" y="115287"/>
                  </a:moveTo>
                  <a:cubicBezTo>
                    <a:pt x="15919" y="115287"/>
                    <a:pt x="16730" y="112851"/>
                    <a:pt x="16730" y="112039"/>
                  </a:cubicBezTo>
                  <a:cubicBezTo>
                    <a:pt x="16730" y="112039"/>
                    <a:pt x="16730" y="111228"/>
                    <a:pt x="17542" y="111228"/>
                  </a:cubicBezTo>
                  <a:cubicBezTo>
                    <a:pt x="17542" y="111228"/>
                    <a:pt x="18353" y="111228"/>
                    <a:pt x="18353" y="111228"/>
                  </a:cubicBezTo>
                  <a:cubicBezTo>
                    <a:pt x="18353" y="111228"/>
                    <a:pt x="17542" y="111228"/>
                    <a:pt x="17542" y="111228"/>
                  </a:cubicBezTo>
                  <a:cubicBezTo>
                    <a:pt x="16730" y="111228"/>
                    <a:pt x="16730" y="111228"/>
                    <a:pt x="16730" y="112039"/>
                  </a:cubicBezTo>
                  <a:cubicBezTo>
                    <a:pt x="16730" y="112851"/>
                    <a:pt x="16730" y="112851"/>
                    <a:pt x="16730" y="112851"/>
                  </a:cubicBezTo>
                  <a:cubicBezTo>
                    <a:pt x="16730" y="112851"/>
                    <a:pt x="15919" y="113663"/>
                    <a:pt x="15919" y="113663"/>
                  </a:cubicBezTo>
                  <a:cubicBezTo>
                    <a:pt x="15919" y="113663"/>
                    <a:pt x="15108" y="114475"/>
                    <a:pt x="15108" y="115287"/>
                  </a:cubicBezTo>
                  <a:cubicBezTo>
                    <a:pt x="15108" y="115287"/>
                    <a:pt x="15108" y="115287"/>
                    <a:pt x="15108" y="115287"/>
                  </a:cubicBezTo>
                  <a:close/>
                  <a:moveTo>
                    <a:pt x="15919" y="95802"/>
                  </a:moveTo>
                  <a:cubicBezTo>
                    <a:pt x="15919" y="96614"/>
                    <a:pt x="16730" y="96614"/>
                    <a:pt x="16730" y="95802"/>
                  </a:cubicBezTo>
                  <a:cubicBezTo>
                    <a:pt x="16730" y="94990"/>
                    <a:pt x="17542" y="94178"/>
                    <a:pt x="17542" y="94178"/>
                  </a:cubicBezTo>
                  <a:lnTo>
                    <a:pt x="16730" y="94178"/>
                  </a:lnTo>
                  <a:cubicBezTo>
                    <a:pt x="15919" y="94178"/>
                    <a:pt x="15919" y="94178"/>
                    <a:pt x="15919" y="95802"/>
                  </a:cubicBezTo>
                  <a:close/>
                  <a:moveTo>
                    <a:pt x="16730" y="101485"/>
                  </a:moveTo>
                  <a:cubicBezTo>
                    <a:pt x="16730" y="102297"/>
                    <a:pt x="16730" y="102297"/>
                    <a:pt x="16730" y="101485"/>
                  </a:cubicBezTo>
                  <a:cubicBezTo>
                    <a:pt x="18353" y="101485"/>
                    <a:pt x="17542" y="101485"/>
                    <a:pt x="16730" y="101485"/>
                  </a:cubicBezTo>
                  <a:cubicBezTo>
                    <a:pt x="16730" y="101485"/>
                    <a:pt x="16730" y="101485"/>
                    <a:pt x="16730" y="101485"/>
                  </a:cubicBezTo>
                  <a:close/>
                  <a:moveTo>
                    <a:pt x="18353" y="91742"/>
                  </a:moveTo>
                  <a:cubicBezTo>
                    <a:pt x="19165" y="91742"/>
                    <a:pt x="20787" y="89307"/>
                    <a:pt x="20787" y="89307"/>
                  </a:cubicBezTo>
                  <a:cubicBezTo>
                    <a:pt x="20787" y="89307"/>
                    <a:pt x="20787" y="89307"/>
                    <a:pt x="19976" y="90119"/>
                  </a:cubicBezTo>
                  <a:cubicBezTo>
                    <a:pt x="19165" y="90931"/>
                    <a:pt x="19165" y="90931"/>
                    <a:pt x="19165" y="90119"/>
                  </a:cubicBezTo>
                  <a:cubicBezTo>
                    <a:pt x="19165" y="89307"/>
                    <a:pt x="18353" y="89307"/>
                    <a:pt x="17542" y="90931"/>
                  </a:cubicBezTo>
                  <a:cubicBezTo>
                    <a:pt x="17542" y="91742"/>
                    <a:pt x="17542" y="91742"/>
                    <a:pt x="18353" y="91742"/>
                  </a:cubicBezTo>
                  <a:close/>
                  <a:moveTo>
                    <a:pt x="18353" y="107980"/>
                  </a:moveTo>
                  <a:cubicBezTo>
                    <a:pt x="19165" y="107980"/>
                    <a:pt x="19165" y="107980"/>
                    <a:pt x="19165" y="107168"/>
                  </a:cubicBezTo>
                  <a:cubicBezTo>
                    <a:pt x="19976" y="107980"/>
                    <a:pt x="19165" y="107980"/>
                    <a:pt x="18353" y="107980"/>
                  </a:cubicBezTo>
                  <a:cubicBezTo>
                    <a:pt x="19165" y="107980"/>
                    <a:pt x="19165" y="107980"/>
                    <a:pt x="18353" y="107980"/>
                  </a:cubicBezTo>
                  <a:cubicBezTo>
                    <a:pt x="18353" y="107168"/>
                    <a:pt x="18353" y="107168"/>
                    <a:pt x="18353" y="107980"/>
                  </a:cubicBezTo>
                  <a:cubicBezTo>
                    <a:pt x="18353" y="107980"/>
                    <a:pt x="18353" y="107980"/>
                    <a:pt x="18353" y="107980"/>
                  </a:cubicBezTo>
                  <a:close/>
                  <a:moveTo>
                    <a:pt x="18353" y="103921"/>
                  </a:moveTo>
                  <a:cubicBezTo>
                    <a:pt x="18353" y="103921"/>
                    <a:pt x="19165" y="104733"/>
                    <a:pt x="19165" y="104733"/>
                  </a:cubicBezTo>
                  <a:cubicBezTo>
                    <a:pt x="19165" y="105544"/>
                    <a:pt x="19165" y="105544"/>
                    <a:pt x="19976" y="105544"/>
                  </a:cubicBezTo>
                  <a:cubicBezTo>
                    <a:pt x="19976" y="104733"/>
                    <a:pt x="20787" y="104733"/>
                    <a:pt x="20787" y="105544"/>
                  </a:cubicBezTo>
                  <a:cubicBezTo>
                    <a:pt x="20787" y="105544"/>
                    <a:pt x="21598" y="106356"/>
                    <a:pt x="21598" y="106356"/>
                  </a:cubicBezTo>
                  <a:cubicBezTo>
                    <a:pt x="21598" y="106356"/>
                    <a:pt x="21598" y="105544"/>
                    <a:pt x="20787" y="104733"/>
                  </a:cubicBezTo>
                  <a:cubicBezTo>
                    <a:pt x="19165" y="103921"/>
                    <a:pt x="18353" y="103109"/>
                    <a:pt x="18353" y="103921"/>
                  </a:cubicBezTo>
                  <a:cubicBezTo>
                    <a:pt x="18353" y="103921"/>
                    <a:pt x="18353" y="103921"/>
                    <a:pt x="18353" y="103921"/>
                  </a:cubicBezTo>
                  <a:close/>
                  <a:moveTo>
                    <a:pt x="19165" y="99861"/>
                  </a:moveTo>
                  <a:cubicBezTo>
                    <a:pt x="19165" y="99861"/>
                    <a:pt x="19976" y="99049"/>
                    <a:pt x="19165" y="99861"/>
                  </a:cubicBezTo>
                  <a:cubicBezTo>
                    <a:pt x="19976" y="99049"/>
                    <a:pt x="19976" y="98238"/>
                    <a:pt x="19976" y="98238"/>
                  </a:cubicBezTo>
                  <a:cubicBezTo>
                    <a:pt x="19976" y="98238"/>
                    <a:pt x="19165" y="98238"/>
                    <a:pt x="19165" y="99861"/>
                  </a:cubicBezTo>
                  <a:cubicBezTo>
                    <a:pt x="18353" y="99049"/>
                    <a:pt x="18353" y="99861"/>
                    <a:pt x="19165" y="99861"/>
                  </a:cubicBezTo>
                  <a:close/>
                  <a:moveTo>
                    <a:pt x="19165" y="88495"/>
                  </a:moveTo>
                  <a:cubicBezTo>
                    <a:pt x="19165" y="89307"/>
                    <a:pt x="19165" y="89307"/>
                    <a:pt x="19165" y="88495"/>
                  </a:cubicBezTo>
                  <a:cubicBezTo>
                    <a:pt x="19976" y="88495"/>
                    <a:pt x="19976" y="88495"/>
                    <a:pt x="19976" y="88495"/>
                  </a:cubicBezTo>
                  <a:cubicBezTo>
                    <a:pt x="19976" y="88495"/>
                    <a:pt x="19976" y="88495"/>
                    <a:pt x="19165" y="88495"/>
                  </a:cubicBezTo>
                  <a:cubicBezTo>
                    <a:pt x="19165" y="88495"/>
                    <a:pt x="19165" y="88495"/>
                    <a:pt x="19165" y="88495"/>
                  </a:cubicBezTo>
                  <a:close/>
                  <a:moveTo>
                    <a:pt x="19165" y="102297"/>
                  </a:moveTo>
                  <a:cubicBezTo>
                    <a:pt x="19976" y="102297"/>
                    <a:pt x="19976" y="102297"/>
                    <a:pt x="19165" y="102297"/>
                  </a:cubicBezTo>
                  <a:cubicBezTo>
                    <a:pt x="19976" y="101485"/>
                    <a:pt x="21598" y="101485"/>
                    <a:pt x="21598" y="102297"/>
                  </a:cubicBezTo>
                  <a:cubicBezTo>
                    <a:pt x="21598" y="102297"/>
                    <a:pt x="21598" y="103109"/>
                    <a:pt x="22410" y="103109"/>
                  </a:cubicBezTo>
                  <a:cubicBezTo>
                    <a:pt x="22410" y="103109"/>
                    <a:pt x="23221" y="103109"/>
                    <a:pt x="23221" y="102297"/>
                  </a:cubicBezTo>
                  <a:cubicBezTo>
                    <a:pt x="23221" y="101485"/>
                    <a:pt x="23221" y="101485"/>
                    <a:pt x="23221" y="101485"/>
                  </a:cubicBezTo>
                  <a:cubicBezTo>
                    <a:pt x="22410" y="101485"/>
                    <a:pt x="21598" y="101485"/>
                    <a:pt x="21598" y="100673"/>
                  </a:cubicBezTo>
                  <a:cubicBezTo>
                    <a:pt x="21598" y="100673"/>
                    <a:pt x="21598" y="99861"/>
                    <a:pt x="21598" y="99861"/>
                  </a:cubicBezTo>
                  <a:cubicBezTo>
                    <a:pt x="19976" y="100673"/>
                    <a:pt x="19165" y="102297"/>
                    <a:pt x="19165" y="102297"/>
                  </a:cubicBezTo>
                  <a:close/>
                  <a:moveTo>
                    <a:pt x="20787" y="88495"/>
                  </a:moveTo>
                  <a:cubicBezTo>
                    <a:pt x="21598" y="89307"/>
                    <a:pt x="21598" y="89307"/>
                    <a:pt x="21598" y="87683"/>
                  </a:cubicBezTo>
                  <a:cubicBezTo>
                    <a:pt x="21598" y="86871"/>
                    <a:pt x="22410" y="86871"/>
                    <a:pt x="22410" y="86871"/>
                  </a:cubicBezTo>
                  <a:cubicBezTo>
                    <a:pt x="22410" y="86871"/>
                    <a:pt x="23221" y="86871"/>
                    <a:pt x="22410" y="86871"/>
                  </a:cubicBezTo>
                  <a:cubicBezTo>
                    <a:pt x="22410" y="86059"/>
                    <a:pt x="21598" y="86059"/>
                    <a:pt x="21598" y="86871"/>
                  </a:cubicBezTo>
                  <a:cubicBezTo>
                    <a:pt x="21598" y="86871"/>
                    <a:pt x="20787" y="87683"/>
                    <a:pt x="19976" y="86871"/>
                  </a:cubicBezTo>
                  <a:cubicBezTo>
                    <a:pt x="19165" y="86871"/>
                    <a:pt x="19976" y="87683"/>
                    <a:pt x="20787" y="88495"/>
                  </a:cubicBezTo>
                  <a:close/>
                  <a:moveTo>
                    <a:pt x="19976" y="96614"/>
                  </a:moveTo>
                  <a:cubicBezTo>
                    <a:pt x="19976" y="96614"/>
                    <a:pt x="20787" y="96614"/>
                    <a:pt x="19976" y="96614"/>
                  </a:cubicBezTo>
                  <a:cubicBezTo>
                    <a:pt x="20787" y="96614"/>
                    <a:pt x="20787" y="96614"/>
                    <a:pt x="20787" y="95802"/>
                  </a:cubicBezTo>
                  <a:cubicBezTo>
                    <a:pt x="20787" y="95802"/>
                    <a:pt x="20787" y="95802"/>
                    <a:pt x="19976" y="96614"/>
                  </a:cubicBezTo>
                  <a:cubicBezTo>
                    <a:pt x="20787" y="95802"/>
                    <a:pt x="19976" y="96614"/>
                    <a:pt x="19976" y="96614"/>
                  </a:cubicBezTo>
                  <a:close/>
                  <a:moveTo>
                    <a:pt x="20787" y="86059"/>
                  </a:moveTo>
                  <a:cubicBezTo>
                    <a:pt x="20787" y="86059"/>
                    <a:pt x="21598" y="86059"/>
                    <a:pt x="21598" y="86059"/>
                  </a:cubicBezTo>
                  <a:cubicBezTo>
                    <a:pt x="21598" y="86059"/>
                    <a:pt x="22410" y="85247"/>
                    <a:pt x="22410" y="86059"/>
                  </a:cubicBezTo>
                  <a:cubicBezTo>
                    <a:pt x="22410" y="86059"/>
                    <a:pt x="23221" y="86059"/>
                    <a:pt x="23221" y="85247"/>
                  </a:cubicBezTo>
                  <a:cubicBezTo>
                    <a:pt x="23221" y="84436"/>
                    <a:pt x="23221" y="84436"/>
                    <a:pt x="23221" y="84436"/>
                  </a:cubicBezTo>
                  <a:cubicBezTo>
                    <a:pt x="23221" y="84436"/>
                    <a:pt x="22410" y="84436"/>
                    <a:pt x="22410" y="83624"/>
                  </a:cubicBezTo>
                  <a:cubicBezTo>
                    <a:pt x="22410" y="82812"/>
                    <a:pt x="22410" y="82000"/>
                    <a:pt x="23221" y="82812"/>
                  </a:cubicBezTo>
                  <a:cubicBezTo>
                    <a:pt x="24032" y="83624"/>
                    <a:pt x="24032" y="83624"/>
                    <a:pt x="24844" y="82812"/>
                  </a:cubicBezTo>
                  <a:cubicBezTo>
                    <a:pt x="25655" y="82000"/>
                    <a:pt x="25655" y="82000"/>
                    <a:pt x="25655" y="82000"/>
                  </a:cubicBezTo>
                  <a:cubicBezTo>
                    <a:pt x="25655" y="82000"/>
                    <a:pt x="25655" y="81188"/>
                    <a:pt x="25655" y="81188"/>
                  </a:cubicBezTo>
                  <a:cubicBezTo>
                    <a:pt x="26466" y="80376"/>
                    <a:pt x="25655" y="79564"/>
                    <a:pt x="25655" y="79564"/>
                  </a:cubicBezTo>
                  <a:cubicBezTo>
                    <a:pt x="24844" y="78752"/>
                    <a:pt x="24844" y="78752"/>
                    <a:pt x="25655" y="78752"/>
                  </a:cubicBezTo>
                  <a:cubicBezTo>
                    <a:pt x="26466" y="79564"/>
                    <a:pt x="26466" y="79564"/>
                    <a:pt x="27278" y="78752"/>
                  </a:cubicBezTo>
                  <a:cubicBezTo>
                    <a:pt x="28089" y="77941"/>
                    <a:pt x="28089" y="77129"/>
                    <a:pt x="27278" y="76317"/>
                  </a:cubicBezTo>
                  <a:cubicBezTo>
                    <a:pt x="27278" y="76317"/>
                    <a:pt x="27278" y="76317"/>
                    <a:pt x="28089" y="76317"/>
                  </a:cubicBezTo>
                  <a:cubicBezTo>
                    <a:pt x="28900" y="76317"/>
                    <a:pt x="28900" y="76317"/>
                    <a:pt x="28900" y="76317"/>
                  </a:cubicBezTo>
                  <a:cubicBezTo>
                    <a:pt x="28900" y="76317"/>
                    <a:pt x="28089" y="75505"/>
                    <a:pt x="28089" y="75505"/>
                  </a:cubicBezTo>
                  <a:cubicBezTo>
                    <a:pt x="28089" y="75505"/>
                    <a:pt x="27278" y="75505"/>
                    <a:pt x="27278" y="75505"/>
                  </a:cubicBezTo>
                  <a:cubicBezTo>
                    <a:pt x="27278" y="75505"/>
                    <a:pt x="28089" y="74693"/>
                    <a:pt x="28900" y="75505"/>
                  </a:cubicBezTo>
                  <a:cubicBezTo>
                    <a:pt x="29712" y="75505"/>
                    <a:pt x="30523" y="75505"/>
                    <a:pt x="30523" y="74693"/>
                  </a:cubicBezTo>
                  <a:cubicBezTo>
                    <a:pt x="30523" y="73881"/>
                    <a:pt x="31334" y="73069"/>
                    <a:pt x="31334" y="73069"/>
                  </a:cubicBezTo>
                  <a:cubicBezTo>
                    <a:pt x="31334" y="73069"/>
                    <a:pt x="32145" y="72257"/>
                    <a:pt x="32145" y="71445"/>
                  </a:cubicBezTo>
                  <a:cubicBezTo>
                    <a:pt x="32145" y="71445"/>
                    <a:pt x="32145" y="70634"/>
                    <a:pt x="32957" y="70634"/>
                  </a:cubicBezTo>
                  <a:cubicBezTo>
                    <a:pt x="32957" y="70634"/>
                    <a:pt x="33768" y="69822"/>
                    <a:pt x="33768" y="69010"/>
                  </a:cubicBezTo>
                  <a:cubicBezTo>
                    <a:pt x="33768" y="68198"/>
                    <a:pt x="34579" y="68198"/>
                    <a:pt x="34579" y="68198"/>
                  </a:cubicBezTo>
                  <a:cubicBezTo>
                    <a:pt x="35391" y="68198"/>
                    <a:pt x="35391" y="67386"/>
                    <a:pt x="34579" y="66574"/>
                  </a:cubicBezTo>
                  <a:cubicBezTo>
                    <a:pt x="34579" y="66574"/>
                    <a:pt x="33768" y="67386"/>
                    <a:pt x="32145" y="68198"/>
                  </a:cubicBezTo>
                  <a:cubicBezTo>
                    <a:pt x="30523" y="69822"/>
                    <a:pt x="30523" y="69822"/>
                    <a:pt x="30523" y="70634"/>
                  </a:cubicBezTo>
                  <a:cubicBezTo>
                    <a:pt x="31334" y="72257"/>
                    <a:pt x="30523" y="72257"/>
                    <a:pt x="29712" y="72257"/>
                  </a:cubicBezTo>
                  <a:cubicBezTo>
                    <a:pt x="28900" y="72257"/>
                    <a:pt x="28900" y="72257"/>
                    <a:pt x="29712" y="72257"/>
                  </a:cubicBezTo>
                  <a:cubicBezTo>
                    <a:pt x="30523" y="72257"/>
                    <a:pt x="30523" y="71445"/>
                    <a:pt x="30523" y="71445"/>
                  </a:cubicBezTo>
                  <a:cubicBezTo>
                    <a:pt x="30523" y="70634"/>
                    <a:pt x="30523" y="70634"/>
                    <a:pt x="29712" y="71445"/>
                  </a:cubicBezTo>
                  <a:cubicBezTo>
                    <a:pt x="28900" y="72257"/>
                    <a:pt x="28900" y="73069"/>
                    <a:pt x="29712" y="73069"/>
                  </a:cubicBezTo>
                  <a:cubicBezTo>
                    <a:pt x="30523" y="73069"/>
                    <a:pt x="30523" y="73881"/>
                    <a:pt x="29712" y="73881"/>
                  </a:cubicBezTo>
                  <a:cubicBezTo>
                    <a:pt x="28900" y="73881"/>
                    <a:pt x="28900" y="73881"/>
                    <a:pt x="28900" y="73881"/>
                  </a:cubicBezTo>
                  <a:cubicBezTo>
                    <a:pt x="28900" y="73881"/>
                    <a:pt x="28900" y="73069"/>
                    <a:pt x="28900" y="73069"/>
                  </a:cubicBezTo>
                  <a:cubicBezTo>
                    <a:pt x="28089" y="73069"/>
                    <a:pt x="27278" y="76317"/>
                    <a:pt x="27278" y="77129"/>
                  </a:cubicBezTo>
                  <a:cubicBezTo>
                    <a:pt x="27278" y="77129"/>
                    <a:pt x="27278" y="77941"/>
                    <a:pt x="27278" y="77129"/>
                  </a:cubicBezTo>
                  <a:cubicBezTo>
                    <a:pt x="26466" y="77129"/>
                    <a:pt x="25655" y="77941"/>
                    <a:pt x="25655" y="78752"/>
                  </a:cubicBezTo>
                  <a:cubicBezTo>
                    <a:pt x="25655" y="78752"/>
                    <a:pt x="24844" y="79564"/>
                    <a:pt x="24844" y="80376"/>
                  </a:cubicBezTo>
                  <a:cubicBezTo>
                    <a:pt x="22410" y="82000"/>
                    <a:pt x="20787" y="85247"/>
                    <a:pt x="20787" y="86059"/>
                  </a:cubicBezTo>
                  <a:close/>
                  <a:moveTo>
                    <a:pt x="21598" y="94178"/>
                  </a:moveTo>
                  <a:cubicBezTo>
                    <a:pt x="21598" y="94178"/>
                    <a:pt x="23221" y="93366"/>
                    <a:pt x="23221" y="92554"/>
                  </a:cubicBezTo>
                  <a:cubicBezTo>
                    <a:pt x="23221" y="92554"/>
                    <a:pt x="22410" y="92554"/>
                    <a:pt x="22410" y="92554"/>
                  </a:cubicBezTo>
                  <a:cubicBezTo>
                    <a:pt x="21598" y="93366"/>
                    <a:pt x="21598" y="94178"/>
                    <a:pt x="21598" y="94178"/>
                  </a:cubicBezTo>
                  <a:close/>
                  <a:moveTo>
                    <a:pt x="22410" y="91742"/>
                  </a:moveTo>
                  <a:cubicBezTo>
                    <a:pt x="22410" y="91742"/>
                    <a:pt x="22410" y="91742"/>
                    <a:pt x="22410" y="91742"/>
                  </a:cubicBezTo>
                  <a:cubicBezTo>
                    <a:pt x="23221" y="91742"/>
                    <a:pt x="24032" y="91742"/>
                    <a:pt x="24032" y="91742"/>
                  </a:cubicBezTo>
                  <a:cubicBezTo>
                    <a:pt x="24032" y="90931"/>
                    <a:pt x="23221" y="90931"/>
                    <a:pt x="22410" y="91742"/>
                  </a:cubicBezTo>
                  <a:cubicBezTo>
                    <a:pt x="22410" y="90931"/>
                    <a:pt x="22410" y="91742"/>
                    <a:pt x="22410" y="91742"/>
                  </a:cubicBezTo>
                  <a:close/>
                  <a:moveTo>
                    <a:pt x="22410" y="95802"/>
                  </a:moveTo>
                  <a:cubicBezTo>
                    <a:pt x="22410" y="96614"/>
                    <a:pt x="22410" y="96614"/>
                    <a:pt x="22410" y="95802"/>
                  </a:cubicBezTo>
                  <a:cubicBezTo>
                    <a:pt x="23221" y="96614"/>
                    <a:pt x="23221" y="95802"/>
                    <a:pt x="23221" y="95802"/>
                  </a:cubicBezTo>
                  <a:cubicBezTo>
                    <a:pt x="23221" y="95802"/>
                    <a:pt x="23221" y="95802"/>
                    <a:pt x="22410" y="95802"/>
                  </a:cubicBezTo>
                  <a:cubicBezTo>
                    <a:pt x="22410" y="95802"/>
                    <a:pt x="22410" y="95802"/>
                    <a:pt x="22410" y="95802"/>
                  </a:cubicBezTo>
                  <a:close/>
                  <a:moveTo>
                    <a:pt x="23221" y="99049"/>
                  </a:moveTo>
                  <a:cubicBezTo>
                    <a:pt x="23221" y="99049"/>
                    <a:pt x="24032" y="99861"/>
                    <a:pt x="23221" y="99861"/>
                  </a:cubicBezTo>
                  <a:cubicBezTo>
                    <a:pt x="22410" y="99861"/>
                    <a:pt x="23221" y="100673"/>
                    <a:pt x="23221" y="100673"/>
                  </a:cubicBezTo>
                  <a:cubicBezTo>
                    <a:pt x="24844" y="101485"/>
                    <a:pt x="24844" y="99861"/>
                    <a:pt x="24032" y="99049"/>
                  </a:cubicBezTo>
                  <a:cubicBezTo>
                    <a:pt x="24032" y="99049"/>
                    <a:pt x="24032" y="99049"/>
                    <a:pt x="23221" y="99049"/>
                  </a:cubicBezTo>
                  <a:cubicBezTo>
                    <a:pt x="23221" y="99049"/>
                    <a:pt x="22410" y="99049"/>
                    <a:pt x="23221" y="99049"/>
                  </a:cubicBezTo>
                  <a:close/>
                  <a:moveTo>
                    <a:pt x="24032" y="90119"/>
                  </a:moveTo>
                  <a:cubicBezTo>
                    <a:pt x="24844" y="90119"/>
                    <a:pt x="24844" y="90119"/>
                    <a:pt x="24032" y="90119"/>
                  </a:cubicBezTo>
                  <a:cubicBezTo>
                    <a:pt x="24844" y="89307"/>
                    <a:pt x="24844" y="89307"/>
                    <a:pt x="24032" y="90119"/>
                  </a:cubicBezTo>
                  <a:cubicBezTo>
                    <a:pt x="24032" y="89307"/>
                    <a:pt x="24032" y="90119"/>
                    <a:pt x="24032" y="90119"/>
                  </a:cubicBezTo>
                  <a:cubicBezTo>
                    <a:pt x="24032" y="90119"/>
                    <a:pt x="24032" y="90119"/>
                    <a:pt x="24032" y="90119"/>
                  </a:cubicBezTo>
                  <a:close/>
                  <a:moveTo>
                    <a:pt x="24032" y="96614"/>
                  </a:moveTo>
                  <a:cubicBezTo>
                    <a:pt x="24844" y="96614"/>
                    <a:pt x="24844" y="96614"/>
                    <a:pt x="24032" y="96614"/>
                  </a:cubicBezTo>
                  <a:cubicBezTo>
                    <a:pt x="24844" y="95802"/>
                    <a:pt x="24844" y="95802"/>
                    <a:pt x="24032" y="95802"/>
                  </a:cubicBezTo>
                  <a:cubicBezTo>
                    <a:pt x="23221" y="95802"/>
                    <a:pt x="24032" y="96614"/>
                    <a:pt x="24032" y="96614"/>
                  </a:cubicBezTo>
                  <a:cubicBezTo>
                    <a:pt x="24032" y="96614"/>
                    <a:pt x="24032" y="96614"/>
                    <a:pt x="24032" y="96614"/>
                  </a:cubicBezTo>
                  <a:close/>
                  <a:moveTo>
                    <a:pt x="24844" y="93366"/>
                  </a:moveTo>
                  <a:cubicBezTo>
                    <a:pt x="25655" y="93366"/>
                    <a:pt x="25655" y="92554"/>
                    <a:pt x="25655" y="91742"/>
                  </a:cubicBezTo>
                  <a:cubicBezTo>
                    <a:pt x="25655" y="90931"/>
                    <a:pt x="25655" y="90931"/>
                    <a:pt x="25655" y="91742"/>
                  </a:cubicBezTo>
                  <a:cubicBezTo>
                    <a:pt x="25655" y="92554"/>
                    <a:pt x="24844" y="92554"/>
                    <a:pt x="24844" y="92554"/>
                  </a:cubicBezTo>
                  <a:cubicBezTo>
                    <a:pt x="24844" y="92554"/>
                    <a:pt x="24032" y="92554"/>
                    <a:pt x="24844" y="93366"/>
                  </a:cubicBezTo>
                  <a:cubicBezTo>
                    <a:pt x="24032" y="92554"/>
                    <a:pt x="24844" y="93366"/>
                    <a:pt x="24844" y="93366"/>
                  </a:cubicBezTo>
                  <a:close/>
                  <a:moveTo>
                    <a:pt x="26466" y="90931"/>
                  </a:moveTo>
                  <a:cubicBezTo>
                    <a:pt x="27278" y="90931"/>
                    <a:pt x="28089" y="90931"/>
                    <a:pt x="28089" y="90931"/>
                  </a:cubicBezTo>
                  <a:cubicBezTo>
                    <a:pt x="28900" y="90119"/>
                    <a:pt x="28900" y="90119"/>
                    <a:pt x="28089" y="90119"/>
                  </a:cubicBezTo>
                  <a:cubicBezTo>
                    <a:pt x="27278" y="90119"/>
                    <a:pt x="27278" y="90119"/>
                    <a:pt x="27278" y="89307"/>
                  </a:cubicBezTo>
                  <a:cubicBezTo>
                    <a:pt x="27278" y="88495"/>
                    <a:pt x="28089" y="88495"/>
                    <a:pt x="28089" y="88495"/>
                  </a:cubicBezTo>
                  <a:cubicBezTo>
                    <a:pt x="28089" y="88495"/>
                    <a:pt x="28900" y="87683"/>
                    <a:pt x="28900" y="87683"/>
                  </a:cubicBezTo>
                  <a:cubicBezTo>
                    <a:pt x="28900" y="86871"/>
                    <a:pt x="27278" y="87683"/>
                    <a:pt x="26466" y="89307"/>
                  </a:cubicBezTo>
                  <a:cubicBezTo>
                    <a:pt x="25655" y="90119"/>
                    <a:pt x="25655" y="90119"/>
                    <a:pt x="26466" y="90931"/>
                  </a:cubicBezTo>
                  <a:close/>
                  <a:moveTo>
                    <a:pt x="29712" y="85247"/>
                  </a:moveTo>
                  <a:cubicBezTo>
                    <a:pt x="30523" y="85247"/>
                    <a:pt x="30523" y="85247"/>
                    <a:pt x="30523" y="84436"/>
                  </a:cubicBezTo>
                  <a:cubicBezTo>
                    <a:pt x="30523" y="83624"/>
                    <a:pt x="30523" y="83624"/>
                    <a:pt x="29712" y="84436"/>
                  </a:cubicBezTo>
                  <a:cubicBezTo>
                    <a:pt x="28900" y="85247"/>
                    <a:pt x="28900" y="85247"/>
                    <a:pt x="28900" y="85247"/>
                  </a:cubicBezTo>
                  <a:cubicBezTo>
                    <a:pt x="28900" y="85247"/>
                    <a:pt x="29712" y="85247"/>
                    <a:pt x="29712" y="85247"/>
                  </a:cubicBezTo>
                  <a:close/>
                  <a:moveTo>
                    <a:pt x="29712" y="81188"/>
                  </a:moveTo>
                  <a:lnTo>
                    <a:pt x="30523" y="80376"/>
                  </a:lnTo>
                  <a:cubicBezTo>
                    <a:pt x="31334" y="79564"/>
                    <a:pt x="32145" y="78752"/>
                    <a:pt x="31334" y="78752"/>
                  </a:cubicBezTo>
                  <a:cubicBezTo>
                    <a:pt x="31334" y="78752"/>
                    <a:pt x="30523" y="79564"/>
                    <a:pt x="30523" y="79564"/>
                  </a:cubicBezTo>
                  <a:lnTo>
                    <a:pt x="29712" y="81188"/>
                  </a:lnTo>
                  <a:close/>
                  <a:moveTo>
                    <a:pt x="32145" y="81188"/>
                  </a:moveTo>
                  <a:cubicBezTo>
                    <a:pt x="32145" y="82000"/>
                    <a:pt x="32957" y="81188"/>
                    <a:pt x="32957" y="79564"/>
                  </a:cubicBezTo>
                  <a:cubicBezTo>
                    <a:pt x="32957" y="79564"/>
                    <a:pt x="32957" y="79564"/>
                    <a:pt x="32145" y="80376"/>
                  </a:cubicBezTo>
                  <a:cubicBezTo>
                    <a:pt x="32145" y="80376"/>
                    <a:pt x="32145" y="80376"/>
                    <a:pt x="32145" y="81188"/>
                  </a:cubicBezTo>
                  <a:close/>
                  <a:moveTo>
                    <a:pt x="32957" y="66574"/>
                  </a:moveTo>
                  <a:cubicBezTo>
                    <a:pt x="33768" y="65762"/>
                    <a:pt x="33768" y="65762"/>
                    <a:pt x="33768" y="66574"/>
                  </a:cubicBezTo>
                  <a:cubicBezTo>
                    <a:pt x="33768" y="67386"/>
                    <a:pt x="34579" y="66574"/>
                    <a:pt x="34579" y="66574"/>
                  </a:cubicBezTo>
                  <a:cubicBezTo>
                    <a:pt x="35391" y="65762"/>
                    <a:pt x="35391" y="65762"/>
                    <a:pt x="34579" y="64950"/>
                  </a:cubicBezTo>
                  <a:cubicBezTo>
                    <a:pt x="34579" y="64950"/>
                    <a:pt x="33768" y="64139"/>
                    <a:pt x="33768" y="64139"/>
                  </a:cubicBezTo>
                  <a:cubicBezTo>
                    <a:pt x="33768" y="64139"/>
                    <a:pt x="33768" y="64139"/>
                    <a:pt x="33768" y="64139"/>
                  </a:cubicBezTo>
                  <a:cubicBezTo>
                    <a:pt x="34579" y="64950"/>
                    <a:pt x="34579" y="64950"/>
                    <a:pt x="33768" y="64950"/>
                  </a:cubicBezTo>
                  <a:cubicBezTo>
                    <a:pt x="33768" y="65762"/>
                    <a:pt x="32957" y="65762"/>
                    <a:pt x="32957" y="66574"/>
                  </a:cubicBezTo>
                  <a:cubicBezTo>
                    <a:pt x="32145" y="67386"/>
                    <a:pt x="32145" y="67386"/>
                    <a:pt x="32957" y="66574"/>
                  </a:cubicBezTo>
                  <a:close/>
                  <a:moveTo>
                    <a:pt x="32957" y="78752"/>
                  </a:moveTo>
                  <a:cubicBezTo>
                    <a:pt x="33768" y="79564"/>
                    <a:pt x="36202" y="76317"/>
                    <a:pt x="36202" y="75505"/>
                  </a:cubicBezTo>
                  <a:cubicBezTo>
                    <a:pt x="36202" y="74693"/>
                    <a:pt x="36202" y="74693"/>
                    <a:pt x="36202" y="74693"/>
                  </a:cubicBezTo>
                  <a:cubicBezTo>
                    <a:pt x="36202" y="74693"/>
                    <a:pt x="36202" y="74693"/>
                    <a:pt x="35391" y="74693"/>
                  </a:cubicBezTo>
                  <a:cubicBezTo>
                    <a:pt x="34579" y="74693"/>
                    <a:pt x="34579" y="75505"/>
                    <a:pt x="34579" y="76317"/>
                  </a:cubicBezTo>
                  <a:cubicBezTo>
                    <a:pt x="34579" y="77129"/>
                    <a:pt x="33768" y="77941"/>
                    <a:pt x="32957" y="77941"/>
                  </a:cubicBezTo>
                  <a:cubicBezTo>
                    <a:pt x="33768" y="77941"/>
                    <a:pt x="32957" y="78752"/>
                    <a:pt x="32957" y="78752"/>
                  </a:cubicBezTo>
                  <a:close/>
                  <a:moveTo>
                    <a:pt x="36202" y="63327"/>
                  </a:moveTo>
                  <a:cubicBezTo>
                    <a:pt x="37013" y="62515"/>
                    <a:pt x="37013" y="62515"/>
                    <a:pt x="36202" y="63327"/>
                  </a:cubicBezTo>
                  <a:cubicBezTo>
                    <a:pt x="35391" y="62515"/>
                    <a:pt x="35391" y="62515"/>
                    <a:pt x="34579" y="63327"/>
                  </a:cubicBezTo>
                  <a:cubicBezTo>
                    <a:pt x="34579" y="63327"/>
                    <a:pt x="34579" y="63327"/>
                    <a:pt x="36202" y="63327"/>
                  </a:cubicBezTo>
                  <a:close/>
                  <a:moveTo>
                    <a:pt x="35391" y="64950"/>
                  </a:moveTo>
                  <a:cubicBezTo>
                    <a:pt x="35391" y="64950"/>
                    <a:pt x="35391" y="65762"/>
                    <a:pt x="35391" y="64950"/>
                  </a:cubicBezTo>
                  <a:cubicBezTo>
                    <a:pt x="36202" y="65762"/>
                    <a:pt x="36202" y="64950"/>
                    <a:pt x="36202" y="64950"/>
                  </a:cubicBezTo>
                  <a:cubicBezTo>
                    <a:pt x="36202" y="64139"/>
                    <a:pt x="36202" y="64139"/>
                    <a:pt x="35391" y="64950"/>
                  </a:cubicBezTo>
                  <a:cubicBezTo>
                    <a:pt x="35391" y="64139"/>
                    <a:pt x="35391" y="64950"/>
                    <a:pt x="35391" y="64950"/>
                  </a:cubicBezTo>
                  <a:close/>
                  <a:moveTo>
                    <a:pt x="36202" y="80376"/>
                  </a:moveTo>
                  <a:cubicBezTo>
                    <a:pt x="37013" y="79564"/>
                    <a:pt x="37013" y="79564"/>
                    <a:pt x="36202" y="79564"/>
                  </a:cubicBezTo>
                  <a:cubicBezTo>
                    <a:pt x="36202" y="79564"/>
                    <a:pt x="36202" y="80376"/>
                    <a:pt x="36202" y="80376"/>
                  </a:cubicBezTo>
                  <a:cubicBezTo>
                    <a:pt x="36202" y="81188"/>
                    <a:pt x="36202" y="81188"/>
                    <a:pt x="36202" y="80376"/>
                  </a:cubicBezTo>
                  <a:close/>
                  <a:moveTo>
                    <a:pt x="36202" y="60891"/>
                  </a:moveTo>
                  <a:cubicBezTo>
                    <a:pt x="37013" y="60079"/>
                    <a:pt x="37013" y="60079"/>
                    <a:pt x="37825" y="60079"/>
                  </a:cubicBezTo>
                  <a:cubicBezTo>
                    <a:pt x="39447" y="60079"/>
                    <a:pt x="39447" y="59267"/>
                    <a:pt x="37825" y="59267"/>
                  </a:cubicBezTo>
                  <a:cubicBezTo>
                    <a:pt x="37825" y="60079"/>
                    <a:pt x="37013" y="60079"/>
                    <a:pt x="36202" y="60891"/>
                  </a:cubicBezTo>
                  <a:cubicBezTo>
                    <a:pt x="36202" y="60891"/>
                    <a:pt x="36202" y="60891"/>
                    <a:pt x="36202" y="60891"/>
                  </a:cubicBezTo>
                  <a:close/>
                  <a:moveTo>
                    <a:pt x="37825" y="72257"/>
                  </a:moveTo>
                  <a:cubicBezTo>
                    <a:pt x="38636" y="72257"/>
                    <a:pt x="38636" y="71445"/>
                    <a:pt x="37825" y="70634"/>
                  </a:cubicBezTo>
                  <a:cubicBezTo>
                    <a:pt x="37825" y="70634"/>
                    <a:pt x="37013" y="70634"/>
                    <a:pt x="37013" y="71445"/>
                  </a:cubicBezTo>
                  <a:cubicBezTo>
                    <a:pt x="37825" y="72257"/>
                    <a:pt x="37825" y="73069"/>
                    <a:pt x="37825" y="72257"/>
                  </a:cubicBezTo>
                  <a:close/>
                  <a:moveTo>
                    <a:pt x="38636" y="61703"/>
                  </a:moveTo>
                  <a:cubicBezTo>
                    <a:pt x="38636" y="60891"/>
                    <a:pt x="38636" y="60891"/>
                    <a:pt x="38636" y="61703"/>
                  </a:cubicBezTo>
                  <a:cubicBezTo>
                    <a:pt x="38636" y="60891"/>
                    <a:pt x="38636" y="60891"/>
                    <a:pt x="38636" y="61703"/>
                  </a:cubicBezTo>
                  <a:cubicBezTo>
                    <a:pt x="37825" y="60891"/>
                    <a:pt x="37825" y="60891"/>
                    <a:pt x="38636" y="61703"/>
                  </a:cubicBezTo>
                  <a:cubicBezTo>
                    <a:pt x="37825" y="61703"/>
                    <a:pt x="37825" y="61703"/>
                    <a:pt x="38636" y="61703"/>
                  </a:cubicBezTo>
                  <a:close/>
                  <a:moveTo>
                    <a:pt x="37825" y="58455"/>
                  </a:moveTo>
                  <a:cubicBezTo>
                    <a:pt x="37825" y="58455"/>
                    <a:pt x="39447" y="57644"/>
                    <a:pt x="39447" y="56832"/>
                  </a:cubicBezTo>
                  <a:cubicBezTo>
                    <a:pt x="39447" y="56832"/>
                    <a:pt x="38636" y="56832"/>
                    <a:pt x="38636" y="57644"/>
                  </a:cubicBezTo>
                  <a:cubicBezTo>
                    <a:pt x="37825" y="58455"/>
                    <a:pt x="37825" y="58455"/>
                    <a:pt x="37825" y="58455"/>
                  </a:cubicBezTo>
                  <a:close/>
                  <a:moveTo>
                    <a:pt x="40259" y="71445"/>
                  </a:moveTo>
                  <a:cubicBezTo>
                    <a:pt x="40259" y="71445"/>
                    <a:pt x="41070" y="70634"/>
                    <a:pt x="40259" y="71445"/>
                  </a:cubicBezTo>
                  <a:cubicBezTo>
                    <a:pt x="41070" y="70634"/>
                    <a:pt x="40259" y="70634"/>
                    <a:pt x="40259" y="71445"/>
                  </a:cubicBezTo>
                  <a:cubicBezTo>
                    <a:pt x="39447" y="70634"/>
                    <a:pt x="39447" y="70634"/>
                    <a:pt x="40259" y="71445"/>
                  </a:cubicBezTo>
                  <a:cubicBezTo>
                    <a:pt x="39447" y="71445"/>
                    <a:pt x="39447" y="71445"/>
                    <a:pt x="40259" y="71445"/>
                  </a:cubicBezTo>
                  <a:close/>
                  <a:moveTo>
                    <a:pt x="40259" y="56832"/>
                  </a:moveTo>
                  <a:cubicBezTo>
                    <a:pt x="41070" y="57644"/>
                    <a:pt x="41881" y="56832"/>
                    <a:pt x="41881" y="56020"/>
                  </a:cubicBezTo>
                  <a:cubicBezTo>
                    <a:pt x="41881" y="55208"/>
                    <a:pt x="41881" y="55208"/>
                    <a:pt x="42693" y="55208"/>
                  </a:cubicBezTo>
                  <a:cubicBezTo>
                    <a:pt x="43504" y="55208"/>
                    <a:pt x="42693" y="55208"/>
                    <a:pt x="42693" y="56020"/>
                  </a:cubicBezTo>
                  <a:cubicBezTo>
                    <a:pt x="42693" y="56832"/>
                    <a:pt x="42693" y="56832"/>
                    <a:pt x="42693" y="56832"/>
                  </a:cubicBezTo>
                  <a:cubicBezTo>
                    <a:pt x="43504" y="56832"/>
                    <a:pt x="45938" y="54396"/>
                    <a:pt x="45938" y="53584"/>
                  </a:cubicBezTo>
                  <a:cubicBezTo>
                    <a:pt x="45938" y="53584"/>
                    <a:pt x="45938" y="53584"/>
                    <a:pt x="45126" y="54396"/>
                  </a:cubicBezTo>
                  <a:cubicBezTo>
                    <a:pt x="44315" y="56020"/>
                    <a:pt x="43504" y="56020"/>
                    <a:pt x="43504" y="54396"/>
                  </a:cubicBezTo>
                  <a:cubicBezTo>
                    <a:pt x="43504" y="53584"/>
                    <a:pt x="43504" y="53584"/>
                    <a:pt x="42693" y="55208"/>
                  </a:cubicBezTo>
                  <a:cubicBezTo>
                    <a:pt x="41881" y="56020"/>
                    <a:pt x="41881" y="56832"/>
                    <a:pt x="41881" y="56832"/>
                  </a:cubicBezTo>
                  <a:cubicBezTo>
                    <a:pt x="40259" y="56020"/>
                    <a:pt x="40259" y="56020"/>
                    <a:pt x="40259" y="56832"/>
                  </a:cubicBezTo>
                  <a:cubicBezTo>
                    <a:pt x="39447" y="56020"/>
                    <a:pt x="39447" y="56832"/>
                    <a:pt x="40259" y="56832"/>
                  </a:cubicBezTo>
                  <a:close/>
                  <a:moveTo>
                    <a:pt x="41070" y="67386"/>
                  </a:moveTo>
                  <a:cubicBezTo>
                    <a:pt x="41070" y="67386"/>
                    <a:pt x="41070" y="67386"/>
                    <a:pt x="41070" y="67386"/>
                  </a:cubicBezTo>
                  <a:cubicBezTo>
                    <a:pt x="41881" y="67386"/>
                    <a:pt x="41881" y="67386"/>
                    <a:pt x="41881" y="67386"/>
                  </a:cubicBezTo>
                  <a:cubicBezTo>
                    <a:pt x="41881" y="67386"/>
                    <a:pt x="41070" y="66574"/>
                    <a:pt x="41070" y="67386"/>
                  </a:cubicBezTo>
                  <a:cubicBezTo>
                    <a:pt x="41070" y="66574"/>
                    <a:pt x="41070" y="67386"/>
                    <a:pt x="41070" y="67386"/>
                  </a:cubicBezTo>
                  <a:close/>
                  <a:moveTo>
                    <a:pt x="42693" y="51960"/>
                  </a:moveTo>
                  <a:cubicBezTo>
                    <a:pt x="42693" y="52772"/>
                    <a:pt x="43504" y="51960"/>
                    <a:pt x="42693" y="51960"/>
                  </a:cubicBezTo>
                  <a:cubicBezTo>
                    <a:pt x="43504" y="51148"/>
                    <a:pt x="43504" y="50337"/>
                    <a:pt x="43504" y="51148"/>
                  </a:cubicBezTo>
                  <a:cubicBezTo>
                    <a:pt x="43504" y="51148"/>
                    <a:pt x="42693" y="51960"/>
                    <a:pt x="42693" y="51960"/>
                  </a:cubicBezTo>
                  <a:close/>
                  <a:moveTo>
                    <a:pt x="43504" y="64139"/>
                  </a:moveTo>
                  <a:cubicBezTo>
                    <a:pt x="44315" y="64139"/>
                    <a:pt x="44315" y="63327"/>
                    <a:pt x="44315" y="63327"/>
                  </a:cubicBezTo>
                  <a:cubicBezTo>
                    <a:pt x="44315" y="63327"/>
                    <a:pt x="44315" y="63327"/>
                    <a:pt x="43504" y="64139"/>
                  </a:cubicBezTo>
                  <a:cubicBezTo>
                    <a:pt x="43504" y="64139"/>
                    <a:pt x="43504" y="64139"/>
                    <a:pt x="43504" y="64139"/>
                  </a:cubicBezTo>
                  <a:close/>
                  <a:moveTo>
                    <a:pt x="50806" y="56020"/>
                  </a:moveTo>
                  <a:cubicBezTo>
                    <a:pt x="51617" y="56020"/>
                    <a:pt x="51617" y="56020"/>
                    <a:pt x="50806" y="56020"/>
                  </a:cubicBezTo>
                  <a:cubicBezTo>
                    <a:pt x="51617" y="55208"/>
                    <a:pt x="51617" y="55208"/>
                    <a:pt x="50806" y="56020"/>
                  </a:cubicBezTo>
                  <a:cubicBezTo>
                    <a:pt x="50806" y="55208"/>
                    <a:pt x="50806" y="55208"/>
                    <a:pt x="50806" y="56020"/>
                  </a:cubicBezTo>
                  <a:cubicBezTo>
                    <a:pt x="50806" y="56020"/>
                    <a:pt x="50806" y="56020"/>
                    <a:pt x="50806" y="56020"/>
                  </a:cubicBezTo>
                  <a:close/>
                  <a:moveTo>
                    <a:pt x="53240" y="54396"/>
                  </a:moveTo>
                  <a:cubicBezTo>
                    <a:pt x="53240" y="54396"/>
                    <a:pt x="54051" y="54396"/>
                    <a:pt x="53240" y="54396"/>
                  </a:cubicBezTo>
                  <a:cubicBezTo>
                    <a:pt x="53240" y="53584"/>
                    <a:pt x="53240" y="53584"/>
                    <a:pt x="53240" y="54396"/>
                  </a:cubicBezTo>
                  <a:cubicBezTo>
                    <a:pt x="52428" y="54396"/>
                    <a:pt x="52428" y="54396"/>
                    <a:pt x="53240" y="54396"/>
                  </a:cubicBezTo>
                  <a:close/>
                  <a:moveTo>
                    <a:pt x="54051" y="52772"/>
                  </a:moveTo>
                  <a:cubicBezTo>
                    <a:pt x="54862" y="51960"/>
                    <a:pt x="54862" y="51960"/>
                    <a:pt x="54862" y="51960"/>
                  </a:cubicBezTo>
                  <a:cubicBezTo>
                    <a:pt x="54862" y="51148"/>
                    <a:pt x="54862" y="51960"/>
                    <a:pt x="54051" y="52772"/>
                  </a:cubicBezTo>
                  <a:cubicBezTo>
                    <a:pt x="53240" y="52772"/>
                    <a:pt x="53240" y="52772"/>
                    <a:pt x="54051" y="52772"/>
                  </a:cubicBezTo>
                  <a:close/>
                  <a:moveTo>
                    <a:pt x="55674" y="36535"/>
                  </a:moveTo>
                  <a:cubicBezTo>
                    <a:pt x="56485" y="35723"/>
                    <a:pt x="56485" y="35723"/>
                    <a:pt x="55674" y="35723"/>
                  </a:cubicBezTo>
                  <a:cubicBezTo>
                    <a:pt x="55674" y="35723"/>
                    <a:pt x="54862" y="35723"/>
                    <a:pt x="54862" y="35723"/>
                  </a:cubicBezTo>
                  <a:cubicBezTo>
                    <a:pt x="54862" y="35723"/>
                    <a:pt x="54862" y="35723"/>
                    <a:pt x="55674" y="36535"/>
                  </a:cubicBezTo>
                  <a:cubicBezTo>
                    <a:pt x="54862" y="37347"/>
                    <a:pt x="54862" y="37347"/>
                    <a:pt x="55674" y="36535"/>
                  </a:cubicBezTo>
                  <a:close/>
                  <a:moveTo>
                    <a:pt x="58919" y="33287"/>
                  </a:moveTo>
                  <a:cubicBezTo>
                    <a:pt x="59730" y="33287"/>
                    <a:pt x="59730" y="32475"/>
                    <a:pt x="58919" y="33287"/>
                  </a:cubicBezTo>
                  <a:cubicBezTo>
                    <a:pt x="58919" y="32475"/>
                    <a:pt x="58108" y="32475"/>
                    <a:pt x="58108" y="32475"/>
                  </a:cubicBezTo>
                  <a:cubicBezTo>
                    <a:pt x="58108" y="33287"/>
                    <a:pt x="58919" y="33287"/>
                    <a:pt x="58919" y="33287"/>
                  </a:cubicBezTo>
                  <a:close/>
                  <a:moveTo>
                    <a:pt x="60541" y="30851"/>
                  </a:moveTo>
                  <a:cubicBezTo>
                    <a:pt x="60541" y="30851"/>
                    <a:pt x="61353" y="30040"/>
                    <a:pt x="60541" y="30851"/>
                  </a:cubicBezTo>
                  <a:cubicBezTo>
                    <a:pt x="60541" y="30040"/>
                    <a:pt x="61353" y="30040"/>
                    <a:pt x="61353" y="30040"/>
                  </a:cubicBezTo>
                  <a:cubicBezTo>
                    <a:pt x="62164" y="30040"/>
                    <a:pt x="62164" y="29228"/>
                    <a:pt x="61353" y="28416"/>
                  </a:cubicBezTo>
                  <a:cubicBezTo>
                    <a:pt x="61353" y="28416"/>
                    <a:pt x="60541" y="28416"/>
                    <a:pt x="60541" y="29228"/>
                  </a:cubicBezTo>
                  <a:cubicBezTo>
                    <a:pt x="60541" y="29228"/>
                    <a:pt x="60541" y="30040"/>
                    <a:pt x="60541" y="30851"/>
                  </a:cubicBezTo>
                  <a:cubicBezTo>
                    <a:pt x="58919" y="30851"/>
                    <a:pt x="58919" y="31663"/>
                    <a:pt x="60541" y="30851"/>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3" name="Freeform 902">
              <a:extLst>
                <a:ext uri="{FF2B5EF4-FFF2-40B4-BE49-F238E27FC236}">
                  <a16:creationId xmlns:a16="http://schemas.microsoft.com/office/drawing/2014/main" id="{FD98A70E-B815-38A5-9E4D-0F961F5DA362}"/>
                </a:ext>
              </a:extLst>
            </p:cNvPr>
            <p:cNvSpPr/>
            <p:nvPr/>
          </p:nvSpPr>
          <p:spPr>
            <a:xfrm>
              <a:off x="1724300" y="-1876736"/>
              <a:ext cx="569632" cy="267920"/>
            </a:xfrm>
            <a:custGeom>
              <a:avLst/>
              <a:gdLst>
                <a:gd name="connsiteX0" fmla="*/ 8203 w 569632"/>
                <a:gd name="connsiteY0" fmla="*/ 133960 h 267920"/>
                <a:gd name="connsiteX1" fmla="*/ 14693 w 569632"/>
                <a:gd name="connsiteY1" fmla="*/ 125841 h 267920"/>
                <a:gd name="connsiteX2" fmla="*/ 17127 w 569632"/>
                <a:gd name="connsiteY2" fmla="*/ 123406 h 267920"/>
                <a:gd name="connsiteX3" fmla="*/ 34976 w 569632"/>
                <a:gd name="connsiteY3" fmla="*/ 107980 h 267920"/>
                <a:gd name="connsiteX4" fmla="*/ 39032 w 569632"/>
                <a:gd name="connsiteY4" fmla="*/ 105544 h 267920"/>
                <a:gd name="connsiteX5" fmla="*/ 43089 w 569632"/>
                <a:gd name="connsiteY5" fmla="*/ 105544 h 267920"/>
                <a:gd name="connsiteX6" fmla="*/ 49580 w 569632"/>
                <a:gd name="connsiteY6" fmla="*/ 107168 h 267920"/>
                <a:gd name="connsiteX7" fmla="*/ 52825 w 569632"/>
                <a:gd name="connsiteY7" fmla="*/ 107980 h 267920"/>
                <a:gd name="connsiteX8" fmla="*/ 52825 w 569632"/>
                <a:gd name="connsiteY8" fmla="*/ 107980 h 267920"/>
                <a:gd name="connsiteX9" fmla="*/ 52825 w 569632"/>
                <a:gd name="connsiteY9" fmla="*/ 109604 h 267920"/>
                <a:gd name="connsiteX10" fmla="*/ 56070 w 569632"/>
                <a:gd name="connsiteY10" fmla="*/ 120158 h 267920"/>
                <a:gd name="connsiteX11" fmla="*/ 56070 w 569632"/>
                <a:gd name="connsiteY11" fmla="*/ 120158 h 267920"/>
                <a:gd name="connsiteX12" fmla="*/ 53636 w 569632"/>
                <a:gd name="connsiteY12" fmla="*/ 125030 h 267920"/>
                <a:gd name="connsiteX13" fmla="*/ 52014 w 569632"/>
                <a:gd name="connsiteY13" fmla="*/ 126653 h 267920"/>
                <a:gd name="connsiteX14" fmla="*/ 44712 w 569632"/>
                <a:gd name="connsiteY14" fmla="*/ 133148 h 267920"/>
                <a:gd name="connsiteX15" fmla="*/ 43089 w 569632"/>
                <a:gd name="connsiteY15" fmla="*/ 133960 h 267920"/>
                <a:gd name="connsiteX16" fmla="*/ 30108 w 569632"/>
                <a:gd name="connsiteY16" fmla="*/ 139643 h 267920"/>
                <a:gd name="connsiteX17" fmla="*/ 27674 w 569632"/>
                <a:gd name="connsiteY17" fmla="*/ 140455 h 267920"/>
                <a:gd name="connsiteX18" fmla="*/ 14693 w 569632"/>
                <a:gd name="connsiteY18" fmla="*/ 146950 h 267920"/>
                <a:gd name="connsiteX19" fmla="*/ 13882 w 569632"/>
                <a:gd name="connsiteY19" fmla="*/ 146138 h 267920"/>
                <a:gd name="connsiteX20" fmla="*/ 8203 w 569632"/>
                <a:gd name="connsiteY20" fmla="*/ 158317 h 267920"/>
                <a:gd name="connsiteX21" fmla="*/ 10636 w 569632"/>
                <a:gd name="connsiteY21" fmla="*/ 164812 h 267920"/>
                <a:gd name="connsiteX22" fmla="*/ 20372 w 569632"/>
                <a:gd name="connsiteY22" fmla="*/ 165624 h 267920"/>
                <a:gd name="connsiteX23" fmla="*/ 26863 w 569632"/>
                <a:gd name="connsiteY23" fmla="*/ 164812 h 267920"/>
                <a:gd name="connsiteX24" fmla="*/ 38221 w 569632"/>
                <a:gd name="connsiteY24" fmla="*/ 161564 h 267920"/>
                <a:gd name="connsiteX25" fmla="*/ 75542 w 569632"/>
                <a:gd name="connsiteY25" fmla="*/ 144515 h 267920"/>
                <a:gd name="connsiteX26" fmla="*/ 77164 w 569632"/>
                <a:gd name="connsiteY26" fmla="*/ 143703 h 267920"/>
                <a:gd name="connsiteX27" fmla="*/ 81221 w 569632"/>
                <a:gd name="connsiteY27" fmla="*/ 141267 h 267920"/>
                <a:gd name="connsiteX28" fmla="*/ 83655 w 569632"/>
                <a:gd name="connsiteY28" fmla="*/ 139643 h 267920"/>
                <a:gd name="connsiteX29" fmla="*/ 88523 w 569632"/>
                <a:gd name="connsiteY29" fmla="*/ 136396 h 267920"/>
                <a:gd name="connsiteX30" fmla="*/ 110428 w 569632"/>
                <a:gd name="connsiteY30" fmla="*/ 121782 h 267920"/>
                <a:gd name="connsiteX31" fmla="*/ 104749 w 569632"/>
                <a:gd name="connsiteY31" fmla="*/ 127465 h 267920"/>
                <a:gd name="connsiteX32" fmla="*/ 101504 w 569632"/>
                <a:gd name="connsiteY32" fmla="*/ 130713 h 267920"/>
                <a:gd name="connsiteX33" fmla="*/ 100693 w 569632"/>
                <a:gd name="connsiteY33" fmla="*/ 132337 h 267920"/>
                <a:gd name="connsiteX34" fmla="*/ 99070 w 569632"/>
                <a:gd name="connsiteY34" fmla="*/ 133960 h 267920"/>
                <a:gd name="connsiteX35" fmla="*/ 90957 w 569632"/>
                <a:gd name="connsiteY35" fmla="*/ 141267 h 267920"/>
                <a:gd name="connsiteX36" fmla="*/ 86089 w 569632"/>
                <a:gd name="connsiteY36" fmla="*/ 144515 h 267920"/>
                <a:gd name="connsiteX37" fmla="*/ 81221 w 569632"/>
                <a:gd name="connsiteY37" fmla="*/ 147762 h 267920"/>
                <a:gd name="connsiteX38" fmla="*/ 78787 w 569632"/>
                <a:gd name="connsiteY38" fmla="*/ 149386 h 267920"/>
                <a:gd name="connsiteX39" fmla="*/ 76353 w 569632"/>
                <a:gd name="connsiteY39" fmla="*/ 151010 h 267920"/>
                <a:gd name="connsiteX40" fmla="*/ 70674 w 569632"/>
                <a:gd name="connsiteY40" fmla="*/ 155069 h 267920"/>
                <a:gd name="connsiteX41" fmla="*/ 72296 w 569632"/>
                <a:gd name="connsiteY41" fmla="*/ 154257 h 267920"/>
                <a:gd name="connsiteX42" fmla="*/ 74731 w 569632"/>
                <a:gd name="connsiteY42" fmla="*/ 152634 h 267920"/>
                <a:gd name="connsiteX43" fmla="*/ 76353 w 569632"/>
                <a:gd name="connsiteY43" fmla="*/ 151822 h 267920"/>
                <a:gd name="connsiteX44" fmla="*/ 77976 w 569632"/>
                <a:gd name="connsiteY44" fmla="*/ 151010 h 267920"/>
                <a:gd name="connsiteX45" fmla="*/ 77164 w 569632"/>
                <a:gd name="connsiteY45" fmla="*/ 152634 h 267920"/>
                <a:gd name="connsiteX46" fmla="*/ 76353 w 569632"/>
                <a:gd name="connsiteY46" fmla="*/ 153445 h 267920"/>
                <a:gd name="connsiteX47" fmla="*/ 69863 w 569632"/>
                <a:gd name="connsiteY47" fmla="*/ 159129 h 267920"/>
                <a:gd name="connsiteX48" fmla="*/ 61749 w 569632"/>
                <a:gd name="connsiteY48" fmla="*/ 163188 h 267920"/>
                <a:gd name="connsiteX49" fmla="*/ 58504 w 569632"/>
                <a:gd name="connsiteY49" fmla="*/ 164812 h 267920"/>
                <a:gd name="connsiteX50" fmla="*/ 58504 w 569632"/>
                <a:gd name="connsiteY50" fmla="*/ 164812 h 267920"/>
                <a:gd name="connsiteX51" fmla="*/ 58504 w 569632"/>
                <a:gd name="connsiteY51" fmla="*/ 164812 h 267920"/>
                <a:gd name="connsiteX52" fmla="*/ 39844 w 569632"/>
                <a:gd name="connsiteY52" fmla="*/ 171307 h 267920"/>
                <a:gd name="connsiteX53" fmla="*/ 34165 w 569632"/>
                <a:gd name="connsiteY53" fmla="*/ 172119 h 267920"/>
                <a:gd name="connsiteX54" fmla="*/ 34976 w 569632"/>
                <a:gd name="connsiteY54" fmla="*/ 172119 h 267920"/>
                <a:gd name="connsiteX55" fmla="*/ 34976 w 569632"/>
                <a:gd name="connsiteY55" fmla="*/ 172931 h 267920"/>
                <a:gd name="connsiteX56" fmla="*/ 28485 w 569632"/>
                <a:gd name="connsiteY56" fmla="*/ 173742 h 267920"/>
                <a:gd name="connsiteX57" fmla="*/ 13882 w 569632"/>
                <a:gd name="connsiteY57" fmla="*/ 172119 h 267920"/>
                <a:gd name="connsiteX58" fmla="*/ 3335 w 569632"/>
                <a:gd name="connsiteY58" fmla="*/ 164000 h 267920"/>
                <a:gd name="connsiteX59" fmla="*/ 89 w 569632"/>
                <a:gd name="connsiteY59" fmla="*/ 155881 h 267920"/>
                <a:gd name="connsiteX60" fmla="*/ 8203 w 569632"/>
                <a:gd name="connsiteY60" fmla="*/ 133960 h 267920"/>
                <a:gd name="connsiteX61" fmla="*/ 26052 w 569632"/>
                <a:gd name="connsiteY61" fmla="*/ 131525 h 267920"/>
                <a:gd name="connsiteX62" fmla="*/ 32542 w 569632"/>
                <a:gd name="connsiteY62" fmla="*/ 128277 h 267920"/>
                <a:gd name="connsiteX63" fmla="*/ 28485 w 569632"/>
                <a:gd name="connsiteY63" fmla="*/ 131525 h 267920"/>
                <a:gd name="connsiteX64" fmla="*/ 29297 w 569632"/>
                <a:gd name="connsiteY64" fmla="*/ 132337 h 267920"/>
                <a:gd name="connsiteX65" fmla="*/ 30108 w 569632"/>
                <a:gd name="connsiteY65" fmla="*/ 132337 h 267920"/>
                <a:gd name="connsiteX66" fmla="*/ 31731 w 569632"/>
                <a:gd name="connsiteY66" fmla="*/ 131525 h 267920"/>
                <a:gd name="connsiteX67" fmla="*/ 36599 w 569632"/>
                <a:gd name="connsiteY67" fmla="*/ 129089 h 267920"/>
                <a:gd name="connsiteX68" fmla="*/ 44712 w 569632"/>
                <a:gd name="connsiteY68" fmla="*/ 124218 h 267920"/>
                <a:gd name="connsiteX69" fmla="*/ 47957 w 569632"/>
                <a:gd name="connsiteY69" fmla="*/ 121782 h 267920"/>
                <a:gd name="connsiteX70" fmla="*/ 47957 w 569632"/>
                <a:gd name="connsiteY70" fmla="*/ 121782 h 267920"/>
                <a:gd name="connsiteX71" fmla="*/ 49580 w 569632"/>
                <a:gd name="connsiteY71" fmla="*/ 119346 h 267920"/>
                <a:gd name="connsiteX72" fmla="*/ 48768 w 569632"/>
                <a:gd name="connsiteY72" fmla="*/ 119346 h 267920"/>
                <a:gd name="connsiteX73" fmla="*/ 40655 w 569632"/>
                <a:gd name="connsiteY73" fmla="*/ 121782 h 267920"/>
                <a:gd name="connsiteX74" fmla="*/ 26052 w 569632"/>
                <a:gd name="connsiteY74" fmla="*/ 131525 h 267920"/>
                <a:gd name="connsiteX75" fmla="*/ 27674 w 569632"/>
                <a:gd name="connsiteY75" fmla="*/ 133960 h 267920"/>
                <a:gd name="connsiteX76" fmla="*/ 28485 w 569632"/>
                <a:gd name="connsiteY76" fmla="*/ 132337 h 267920"/>
                <a:gd name="connsiteX77" fmla="*/ 27674 w 569632"/>
                <a:gd name="connsiteY77" fmla="*/ 132337 h 267920"/>
                <a:gd name="connsiteX78" fmla="*/ 27674 w 569632"/>
                <a:gd name="connsiteY78" fmla="*/ 133960 h 267920"/>
                <a:gd name="connsiteX79" fmla="*/ 27674 w 569632"/>
                <a:gd name="connsiteY79" fmla="*/ 133960 h 267920"/>
                <a:gd name="connsiteX80" fmla="*/ 53636 w 569632"/>
                <a:gd name="connsiteY80" fmla="*/ 164812 h 267920"/>
                <a:gd name="connsiteX81" fmla="*/ 53636 w 569632"/>
                <a:gd name="connsiteY81" fmla="*/ 164812 h 267920"/>
                <a:gd name="connsiteX82" fmla="*/ 53636 w 569632"/>
                <a:gd name="connsiteY82" fmla="*/ 164812 h 267920"/>
                <a:gd name="connsiteX83" fmla="*/ 53636 w 569632"/>
                <a:gd name="connsiteY83" fmla="*/ 164812 h 267920"/>
                <a:gd name="connsiteX84" fmla="*/ 55259 w 569632"/>
                <a:gd name="connsiteY84" fmla="*/ 164000 h 267920"/>
                <a:gd name="connsiteX85" fmla="*/ 56882 w 569632"/>
                <a:gd name="connsiteY85" fmla="*/ 163188 h 267920"/>
                <a:gd name="connsiteX86" fmla="*/ 56882 w 569632"/>
                <a:gd name="connsiteY86" fmla="*/ 162376 h 267920"/>
                <a:gd name="connsiteX87" fmla="*/ 55259 w 569632"/>
                <a:gd name="connsiteY87" fmla="*/ 164000 h 267920"/>
                <a:gd name="connsiteX88" fmla="*/ 73919 w 569632"/>
                <a:gd name="connsiteY88" fmla="*/ 155069 h 267920"/>
                <a:gd name="connsiteX89" fmla="*/ 73919 w 569632"/>
                <a:gd name="connsiteY89" fmla="*/ 155069 h 267920"/>
                <a:gd name="connsiteX90" fmla="*/ 73919 w 569632"/>
                <a:gd name="connsiteY90" fmla="*/ 155069 h 267920"/>
                <a:gd name="connsiteX91" fmla="*/ 73919 w 569632"/>
                <a:gd name="connsiteY91" fmla="*/ 155069 h 267920"/>
                <a:gd name="connsiteX92" fmla="*/ 80410 w 569632"/>
                <a:gd name="connsiteY92" fmla="*/ 155069 h 267920"/>
                <a:gd name="connsiteX93" fmla="*/ 86089 w 569632"/>
                <a:gd name="connsiteY93" fmla="*/ 143703 h 267920"/>
                <a:gd name="connsiteX94" fmla="*/ 86900 w 569632"/>
                <a:gd name="connsiteY94" fmla="*/ 142891 h 267920"/>
                <a:gd name="connsiteX95" fmla="*/ 89334 w 569632"/>
                <a:gd name="connsiteY95" fmla="*/ 138020 h 267920"/>
                <a:gd name="connsiteX96" fmla="*/ 90146 w 569632"/>
                <a:gd name="connsiteY96" fmla="*/ 137208 h 267920"/>
                <a:gd name="connsiteX97" fmla="*/ 91768 w 569632"/>
                <a:gd name="connsiteY97" fmla="*/ 134772 h 267920"/>
                <a:gd name="connsiteX98" fmla="*/ 96636 w 569632"/>
                <a:gd name="connsiteY98" fmla="*/ 125841 h 267920"/>
                <a:gd name="connsiteX99" fmla="*/ 101504 w 569632"/>
                <a:gd name="connsiteY99" fmla="*/ 116911 h 267920"/>
                <a:gd name="connsiteX100" fmla="*/ 103127 w 569632"/>
                <a:gd name="connsiteY100" fmla="*/ 114475 h 267920"/>
                <a:gd name="connsiteX101" fmla="*/ 103938 w 569632"/>
                <a:gd name="connsiteY101" fmla="*/ 112851 h 267920"/>
                <a:gd name="connsiteX102" fmla="*/ 105560 w 569632"/>
                <a:gd name="connsiteY102" fmla="*/ 111228 h 267920"/>
                <a:gd name="connsiteX103" fmla="*/ 106372 w 569632"/>
                <a:gd name="connsiteY103" fmla="*/ 110416 h 267920"/>
                <a:gd name="connsiteX104" fmla="*/ 107994 w 569632"/>
                <a:gd name="connsiteY104" fmla="*/ 107168 h 267920"/>
                <a:gd name="connsiteX105" fmla="*/ 109617 w 569632"/>
                <a:gd name="connsiteY105" fmla="*/ 105544 h 267920"/>
                <a:gd name="connsiteX106" fmla="*/ 110428 w 569632"/>
                <a:gd name="connsiteY106" fmla="*/ 105544 h 267920"/>
                <a:gd name="connsiteX107" fmla="*/ 113674 w 569632"/>
                <a:gd name="connsiteY107" fmla="*/ 104733 h 267920"/>
                <a:gd name="connsiteX108" fmla="*/ 117730 w 569632"/>
                <a:gd name="connsiteY108" fmla="*/ 105544 h 267920"/>
                <a:gd name="connsiteX109" fmla="*/ 120164 w 569632"/>
                <a:gd name="connsiteY109" fmla="*/ 111228 h 267920"/>
                <a:gd name="connsiteX110" fmla="*/ 116919 w 569632"/>
                <a:gd name="connsiteY110" fmla="*/ 118535 h 267920"/>
                <a:gd name="connsiteX111" fmla="*/ 115296 w 569632"/>
                <a:gd name="connsiteY111" fmla="*/ 120158 h 267920"/>
                <a:gd name="connsiteX112" fmla="*/ 114485 w 569632"/>
                <a:gd name="connsiteY112" fmla="*/ 121782 h 267920"/>
                <a:gd name="connsiteX113" fmla="*/ 107994 w 569632"/>
                <a:gd name="connsiteY113" fmla="*/ 133148 h 267920"/>
                <a:gd name="connsiteX114" fmla="*/ 107994 w 569632"/>
                <a:gd name="connsiteY114" fmla="*/ 133960 h 267920"/>
                <a:gd name="connsiteX115" fmla="*/ 107183 w 569632"/>
                <a:gd name="connsiteY115" fmla="*/ 135584 h 267920"/>
                <a:gd name="connsiteX116" fmla="*/ 108806 w 569632"/>
                <a:gd name="connsiteY116" fmla="*/ 135584 h 267920"/>
                <a:gd name="connsiteX117" fmla="*/ 112862 w 569632"/>
                <a:gd name="connsiteY117" fmla="*/ 132337 h 267920"/>
                <a:gd name="connsiteX118" fmla="*/ 125032 w 569632"/>
                <a:gd name="connsiteY118" fmla="*/ 124218 h 267920"/>
                <a:gd name="connsiteX119" fmla="*/ 128277 w 569632"/>
                <a:gd name="connsiteY119" fmla="*/ 124218 h 267920"/>
                <a:gd name="connsiteX120" fmla="*/ 131523 w 569632"/>
                <a:gd name="connsiteY120" fmla="*/ 124218 h 267920"/>
                <a:gd name="connsiteX121" fmla="*/ 133145 w 569632"/>
                <a:gd name="connsiteY121" fmla="*/ 125030 h 267920"/>
                <a:gd name="connsiteX122" fmla="*/ 134768 w 569632"/>
                <a:gd name="connsiteY122" fmla="*/ 125841 h 267920"/>
                <a:gd name="connsiteX123" fmla="*/ 136390 w 569632"/>
                <a:gd name="connsiteY123" fmla="*/ 126653 h 267920"/>
                <a:gd name="connsiteX124" fmla="*/ 137202 w 569632"/>
                <a:gd name="connsiteY124" fmla="*/ 127465 h 267920"/>
                <a:gd name="connsiteX125" fmla="*/ 139636 w 569632"/>
                <a:gd name="connsiteY125" fmla="*/ 129901 h 267920"/>
                <a:gd name="connsiteX126" fmla="*/ 147749 w 569632"/>
                <a:gd name="connsiteY126" fmla="*/ 138832 h 267920"/>
                <a:gd name="connsiteX127" fmla="*/ 163975 w 569632"/>
                <a:gd name="connsiteY127" fmla="*/ 133960 h 267920"/>
                <a:gd name="connsiteX128" fmla="*/ 169654 w 569632"/>
                <a:gd name="connsiteY128" fmla="*/ 131525 h 267920"/>
                <a:gd name="connsiteX129" fmla="*/ 176145 w 569632"/>
                <a:gd name="connsiteY129" fmla="*/ 128277 h 267920"/>
                <a:gd name="connsiteX130" fmla="*/ 185069 w 569632"/>
                <a:gd name="connsiteY130" fmla="*/ 125030 h 267920"/>
                <a:gd name="connsiteX131" fmla="*/ 185069 w 569632"/>
                <a:gd name="connsiteY131" fmla="*/ 126653 h 267920"/>
                <a:gd name="connsiteX132" fmla="*/ 185069 w 569632"/>
                <a:gd name="connsiteY132" fmla="*/ 127465 h 267920"/>
                <a:gd name="connsiteX133" fmla="*/ 181013 w 569632"/>
                <a:gd name="connsiteY133" fmla="*/ 130713 h 267920"/>
                <a:gd name="connsiteX134" fmla="*/ 150183 w 569632"/>
                <a:gd name="connsiteY134" fmla="*/ 144515 h 267920"/>
                <a:gd name="connsiteX135" fmla="*/ 133956 w 569632"/>
                <a:gd name="connsiteY135" fmla="*/ 137208 h 267920"/>
                <a:gd name="connsiteX136" fmla="*/ 130711 w 569632"/>
                <a:gd name="connsiteY136" fmla="*/ 133960 h 267920"/>
                <a:gd name="connsiteX137" fmla="*/ 129089 w 569632"/>
                <a:gd name="connsiteY137" fmla="*/ 134772 h 267920"/>
                <a:gd name="connsiteX138" fmla="*/ 126655 w 569632"/>
                <a:gd name="connsiteY138" fmla="*/ 136396 h 267920"/>
                <a:gd name="connsiteX139" fmla="*/ 120164 w 569632"/>
                <a:gd name="connsiteY139" fmla="*/ 142079 h 267920"/>
                <a:gd name="connsiteX140" fmla="*/ 96636 w 569632"/>
                <a:gd name="connsiteY140" fmla="*/ 167247 h 267920"/>
                <a:gd name="connsiteX141" fmla="*/ 90146 w 569632"/>
                <a:gd name="connsiteY141" fmla="*/ 173742 h 267920"/>
                <a:gd name="connsiteX142" fmla="*/ 83655 w 569632"/>
                <a:gd name="connsiteY142" fmla="*/ 176990 h 267920"/>
                <a:gd name="connsiteX143" fmla="*/ 80410 w 569632"/>
                <a:gd name="connsiteY143" fmla="*/ 172931 h 267920"/>
                <a:gd name="connsiteX144" fmla="*/ 77976 w 569632"/>
                <a:gd name="connsiteY144" fmla="*/ 170495 h 267920"/>
                <a:gd name="connsiteX145" fmla="*/ 80410 w 569632"/>
                <a:gd name="connsiteY145" fmla="*/ 155069 h 267920"/>
                <a:gd name="connsiteX146" fmla="*/ 82032 w 569632"/>
                <a:gd name="connsiteY146" fmla="*/ 143703 h 267920"/>
                <a:gd name="connsiteX147" fmla="*/ 86089 w 569632"/>
                <a:gd name="connsiteY147" fmla="*/ 141267 h 267920"/>
                <a:gd name="connsiteX148" fmla="*/ 83655 w 569632"/>
                <a:gd name="connsiteY148" fmla="*/ 142079 h 267920"/>
                <a:gd name="connsiteX149" fmla="*/ 82032 w 569632"/>
                <a:gd name="connsiteY149" fmla="*/ 143703 h 267920"/>
                <a:gd name="connsiteX150" fmla="*/ 92579 w 569632"/>
                <a:gd name="connsiteY150" fmla="*/ 136396 h 267920"/>
                <a:gd name="connsiteX151" fmla="*/ 93391 w 569632"/>
                <a:gd name="connsiteY151" fmla="*/ 135584 h 267920"/>
                <a:gd name="connsiteX152" fmla="*/ 92579 w 569632"/>
                <a:gd name="connsiteY152" fmla="*/ 136396 h 267920"/>
                <a:gd name="connsiteX153" fmla="*/ 92579 w 569632"/>
                <a:gd name="connsiteY153" fmla="*/ 136396 h 267920"/>
                <a:gd name="connsiteX154" fmla="*/ 225635 w 569632"/>
                <a:gd name="connsiteY154" fmla="*/ 149386 h 267920"/>
                <a:gd name="connsiteX155" fmla="*/ 226446 w 569632"/>
                <a:gd name="connsiteY155" fmla="*/ 145327 h 267920"/>
                <a:gd name="connsiteX156" fmla="*/ 228069 w 569632"/>
                <a:gd name="connsiteY156" fmla="*/ 142079 h 267920"/>
                <a:gd name="connsiteX157" fmla="*/ 229692 w 569632"/>
                <a:gd name="connsiteY157" fmla="*/ 139643 h 267920"/>
                <a:gd name="connsiteX158" fmla="*/ 230503 w 569632"/>
                <a:gd name="connsiteY158" fmla="*/ 137208 h 267920"/>
                <a:gd name="connsiteX159" fmla="*/ 231314 w 569632"/>
                <a:gd name="connsiteY159" fmla="*/ 136396 h 267920"/>
                <a:gd name="connsiteX160" fmla="*/ 232126 w 569632"/>
                <a:gd name="connsiteY160" fmla="*/ 132337 h 267920"/>
                <a:gd name="connsiteX161" fmla="*/ 231314 w 569632"/>
                <a:gd name="connsiteY161" fmla="*/ 133148 h 267920"/>
                <a:gd name="connsiteX162" fmla="*/ 230503 w 569632"/>
                <a:gd name="connsiteY162" fmla="*/ 133960 h 267920"/>
                <a:gd name="connsiteX163" fmla="*/ 230503 w 569632"/>
                <a:gd name="connsiteY163" fmla="*/ 132337 h 267920"/>
                <a:gd name="connsiteX164" fmla="*/ 232126 w 569632"/>
                <a:gd name="connsiteY164" fmla="*/ 131525 h 267920"/>
                <a:gd name="connsiteX165" fmla="*/ 233748 w 569632"/>
                <a:gd name="connsiteY165" fmla="*/ 130713 h 267920"/>
                <a:gd name="connsiteX166" fmla="*/ 235371 w 569632"/>
                <a:gd name="connsiteY166" fmla="*/ 127465 h 267920"/>
                <a:gd name="connsiteX167" fmla="*/ 236182 w 569632"/>
                <a:gd name="connsiteY167" fmla="*/ 124218 h 267920"/>
                <a:gd name="connsiteX168" fmla="*/ 236994 w 569632"/>
                <a:gd name="connsiteY168" fmla="*/ 123406 h 267920"/>
                <a:gd name="connsiteX169" fmla="*/ 237805 w 569632"/>
                <a:gd name="connsiteY169" fmla="*/ 122594 h 267920"/>
                <a:gd name="connsiteX170" fmla="*/ 238616 w 569632"/>
                <a:gd name="connsiteY170" fmla="*/ 120970 h 267920"/>
                <a:gd name="connsiteX171" fmla="*/ 239427 w 569632"/>
                <a:gd name="connsiteY171" fmla="*/ 116911 h 267920"/>
                <a:gd name="connsiteX172" fmla="*/ 238616 w 569632"/>
                <a:gd name="connsiteY172" fmla="*/ 116099 h 267920"/>
                <a:gd name="connsiteX173" fmla="*/ 240239 w 569632"/>
                <a:gd name="connsiteY173" fmla="*/ 115287 h 267920"/>
                <a:gd name="connsiteX174" fmla="*/ 241861 w 569632"/>
                <a:gd name="connsiteY174" fmla="*/ 113663 h 267920"/>
                <a:gd name="connsiteX175" fmla="*/ 242673 w 569632"/>
                <a:gd name="connsiteY175" fmla="*/ 111228 h 267920"/>
                <a:gd name="connsiteX176" fmla="*/ 243484 w 569632"/>
                <a:gd name="connsiteY176" fmla="*/ 108792 h 267920"/>
                <a:gd name="connsiteX177" fmla="*/ 244295 w 569632"/>
                <a:gd name="connsiteY177" fmla="*/ 106356 h 267920"/>
                <a:gd name="connsiteX178" fmla="*/ 245107 w 569632"/>
                <a:gd name="connsiteY178" fmla="*/ 104733 h 267920"/>
                <a:gd name="connsiteX179" fmla="*/ 245918 w 569632"/>
                <a:gd name="connsiteY179" fmla="*/ 102297 h 267920"/>
                <a:gd name="connsiteX180" fmla="*/ 247541 w 569632"/>
                <a:gd name="connsiteY180" fmla="*/ 99861 h 267920"/>
                <a:gd name="connsiteX181" fmla="*/ 248352 w 569632"/>
                <a:gd name="connsiteY181" fmla="*/ 99049 h 267920"/>
                <a:gd name="connsiteX182" fmla="*/ 247541 w 569632"/>
                <a:gd name="connsiteY182" fmla="*/ 98238 h 267920"/>
                <a:gd name="connsiteX183" fmla="*/ 246729 w 569632"/>
                <a:gd name="connsiteY183" fmla="*/ 97426 h 267920"/>
                <a:gd name="connsiteX184" fmla="*/ 249974 w 569632"/>
                <a:gd name="connsiteY184" fmla="*/ 94990 h 267920"/>
                <a:gd name="connsiteX185" fmla="*/ 249974 w 569632"/>
                <a:gd name="connsiteY185" fmla="*/ 94178 h 267920"/>
                <a:gd name="connsiteX186" fmla="*/ 249974 w 569632"/>
                <a:gd name="connsiteY186" fmla="*/ 93366 h 267920"/>
                <a:gd name="connsiteX187" fmla="*/ 253220 w 569632"/>
                <a:gd name="connsiteY187" fmla="*/ 89307 h 267920"/>
                <a:gd name="connsiteX188" fmla="*/ 254031 w 569632"/>
                <a:gd name="connsiteY188" fmla="*/ 88495 h 267920"/>
                <a:gd name="connsiteX189" fmla="*/ 254842 w 569632"/>
                <a:gd name="connsiteY189" fmla="*/ 86059 h 267920"/>
                <a:gd name="connsiteX190" fmla="*/ 256465 w 569632"/>
                <a:gd name="connsiteY190" fmla="*/ 81188 h 267920"/>
                <a:gd name="connsiteX191" fmla="*/ 257276 w 569632"/>
                <a:gd name="connsiteY191" fmla="*/ 79564 h 267920"/>
                <a:gd name="connsiteX192" fmla="*/ 257276 w 569632"/>
                <a:gd name="connsiteY192" fmla="*/ 77941 h 267920"/>
                <a:gd name="connsiteX193" fmla="*/ 258899 w 569632"/>
                <a:gd name="connsiteY193" fmla="*/ 77129 h 267920"/>
                <a:gd name="connsiteX194" fmla="*/ 259710 w 569632"/>
                <a:gd name="connsiteY194" fmla="*/ 76317 h 267920"/>
                <a:gd name="connsiteX195" fmla="*/ 260522 w 569632"/>
                <a:gd name="connsiteY195" fmla="*/ 74693 h 267920"/>
                <a:gd name="connsiteX196" fmla="*/ 261333 w 569632"/>
                <a:gd name="connsiteY196" fmla="*/ 73881 h 267920"/>
                <a:gd name="connsiteX197" fmla="*/ 261333 w 569632"/>
                <a:gd name="connsiteY197" fmla="*/ 72257 h 267920"/>
                <a:gd name="connsiteX198" fmla="*/ 262144 w 569632"/>
                <a:gd name="connsiteY198" fmla="*/ 71445 h 267920"/>
                <a:gd name="connsiteX199" fmla="*/ 262956 w 569632"/>
                <a:gd name="connsiteY199" fmla="*/ 70634 h 267920"/>
                <a:gd name="connsiteX200" fmla="*/ 262956 w 569632"/>
                <a:gd name="connsiteY200" fmla="*/ 70634 h 267920"/>
                <a:gd name="connsiteX201" fmla="*/ 262956 w 569632"/>
                <a:gd name="connsiteY201" fmla="*/ 69822 h 267920"/>
                <a:gd name="connsiteX202" fmla="*/ 263767 w 569632"/>
                <a:gd name="connsiteY202" fmla="*/ 68198 h 267920"/>
                <a:gd name="connsiteX203" fmla="*/ 264578 w 569632"/>
                <a:gd name="connsiteY203" fmla="*/ 67386 h 267920"/>
                <a:gd name="connsiteX204" fmla="*/ 265390 w 569632"/>
                <a:gd name="connsiteY204" fmla="*/ 65762 h 267920"/>
                <a:gd name="connsiteX205" fmla="*/ 266201 w 569632"/>
                <a:gd name="connsiteY205" fmla="*/ 64950 h 267920"/>
                <a:gd name="connsiteX206" fmla="*/ 266201 w 569632"/>
                <a:gd name="connsiteY206" fmla="*/ 64139 h 267920"/>
                <a:gd name="connsiteX207" fmla="*/ 266201 w 569632"/>
                <a:gd name="connsiteY207" fmla="*/ 63327 h 267920"/>
                <a:gd name="connsiteX208" fmla="*/ 267012 w 569632"/>
                <a:gd name="connsiteY208" fmla="*/ 62515 h 267920"/>
                <a:gd name="connsiteX209" fmla="*/ 267824 w 569632"/>
                <a:gd name="connsiteY209" fmla="*/ 60891 h 267920"/>
                <a:gd name="connsiteX210" fmla="*/ 268635 w 569632"/>
                <a:gd name="connsiteY210" fmla="*/ 60079 h 267920"/>
                <a:gd name="connsiteX211" fmla="*/ 270257 w 569632"/>
                <a:gd name="connsiteY211" fmla="*/ 57644 h 267920"/>
                <a:gd name="connsiteX212" fmla="*/ 271880 w 569632"/>
                <a:gd name="connsiteY212" fmla="*/ 55208 h 267920"/>
                <a:gd name="connsiteX213" fmla="*/ 279182 w 569632"/>
                <a:gd name="connsiteY213" fmla="*/ 43030 h 267920"/>
                <a:gd name="connsiteX214" fmla="*/ 283238 w 569632"/>
                <a:gd name="connsiteY214" fmla="*/ 37347 h 267920"/>
                <a:gd name="connsiteX215" fmla="*/ 291352 w 569632"/>
                <a:gd name="connsiteY215" fmla="*/ 33287 h 267920"/>
                <a:gd name="connsiteX216" fmla="*/ 302710 w 569632"/>
                <a:gd name="connsiteY216" fmla="*/ 38158 h 267920"/>
                <a:gd name="connsiteX217" fmla="*/ 300276 w 569632"/>
                <a:gd name="connsiteY217" fmla="*/ 44653 h 267920"/>
                <a:gd name="connsiteX218" fmla="*/ 293786 w 569632"/>
                <a:gd name="connsiteY218" fmla="*/ 51960 h 267920"/>
                <a:gd name="connsiteX219" fmla="*/ 289729 w 569632"/>
                <a:gd name="connsiteY219" fmla="*/ 56832 h 267920"/>
                <a:gd name="connsiteX220" fmla="*/ 284861 w 569632"/>
                <a:gd name="connsiteY220" fmla="*/ 64139 h 267920"/>
                <a:gd name="connsiteX221" fmla="*/ 261333 w 569632"/>
                <a:gd name="connsiteY221" fmla="*/ 104733 h 267920"/>
                <a:gd name="connsiteX222" fmla="*/ 256465 w 569632"/>
                <a:gd name="connsiteY222" fmla="*/ 108792 h 267920"/>
                <a:gd name="connsiteX223" fmla="*/ 256465 w 569632"/>
                <a:gd name="connsiteY223" fmla="*/ 108792 h 267920"/>
                <a:gd name="connsiteX224" fmla="*/ 258088 w 569632"/>
                <a:gd name="connsiteY224" fmla="*/ 110416 h 267920"/>
                <a:gd name="connsiteX225" fmla="*/ 256465 w 569632"/>
                <a:gd name="connsiteY225" fmla="*/ 113663 h 267920"/>
                <a:gd name="connsiteX226" fmla="*/ 254842 w 569632"/>
                <a:gd name="connsiteY226" fmla="*/ 116911 h 267920"/>
                <a:gd name="connsiteX227" fmla="*/ 253220 w 569632"/>
                <a:gd name="connsiteY227" fmla="*/ 120970 h 267920"/>
                <a:gd name="connsiteX228" fmla="*/ 248352 w 569632"/>
                <a:gd name="connsiteY228" fmla="*/ 132337 h 267920"/>
                <a:gd name="connsiteX229" fmla="*/ 245918 w 569632"/>
                <a:gd name="connsiteY229" fmla="*/ 138020 h 267920"/>
                <a:gd name="connsiteX230" fmla="*/ 243484 w 569632"/>
                <a:gd name="connsiteY230" fmla="*/ 144515 h 267920"/>
                <a:gd name="connsiteX231" fmla="*/ 241050 w 569632"/>
                <a:gd name="connsiteY231" fmla="*/ 151010 h 267920"/>
                <a:gd name="connsiteX232" fmla="*/ 239427 w 569632"/>
                <a:gd name="connsiteY232" fmla="*/ 155069 h 267920"/>
                <a:gd name="connsiteX233" fmla="*/ 239427 w 569632"/>
                <a:gd name="connsiteY233" fmla="*/ 164812 h 267920"/>
                <a:gd name="connsiteX234" fmla="*/ 241861 w 569632"/>
                <a:gd name="connsiteY234" fmla="*/ 165624 h 267920"/>
                <a:gd name="connsiteX235" fmla="*/ 242673 w 569632"/>
                <a:gd name="connsiteY235" fmla="*/ 165624 h 267920"/>
                <a:gd name="connsiteX236" fmla="*/ 255654 w 569632"/>
                <a:gd name="connsiteY236" fmla="*/ 149386 h 267920"/>
                <a:gd name="connsiteX237" fmla="*/ 266201 w 569632"/>
                <a:gd name="connsiteY237" fmla="*/ 135584 h 267920"/>
                <a:gd name="connsiteX238" fmla="*/ 268635 w 569632"/>
                <a:gd name="connsiteY238" fmla="*/ 132337 h 267920"/>
                <a:gd name="connsiteX239" fmla="*/ 274314 w 569632"/>
                <a:gd name="connsiteY239" fmla="*/ 124218 h 267920"/>
                <a:gd name="connsiteX240" fmla="*/ 285673 w 569632"/>
                <a:gd name="connsiteY240" fmla="*/ 107980 h 267920"/>
                <a:gd name="connsiteX241" fmla="*/ 308389 w 569632"/>
                <a:gd name="connsiteY241" fmla="*/ 77941 h 267920"/>
                <a:gd name="connsiteX242" fmla="*/ 331917 w 569632"/>
                <a:gd name="connsiteY242" fmla="*/ 47089 h 267920"/>
                <a:gd name="connsiteX243" fmla="*/ 333540 w 569632"/>
                <a:gd name="connsiteY243" fmla="*/ 47901 h 267920"/>
                <a:gd name="connsiteX244" fmla="*/ 334351 w 569632"/>
                <a:gd name="connsiteY244" fmla="*/ 49525 h 267920"/>
                <a:gd name="connsiteX245" fmla="*/ 339219 w 569632"/>
                <a:gd name="connsiteY245" fmla="*/ 48713 h 267920"/>
                <a:gd name="connsiteX246" fmla="*/ 341653 w 569632"/>
                <a:gd name="connsiteY246" fmla="*/ 49525 h 267920"/>
                <a:gd name="connsiteX247" fmla="*/ 348144 w 569632"/>
                <a:gd name="connsiteY247" fmla="*/ 53584 h 267920"/>
                <a:gd name="connsiteX248" fmla="*/ 348144 w 569632"/>
                <a:gd name="connsiteY248" fmla="*/ 63327 h 267920"/>
                <a:gd name="connsiteX249" fmla="*/ 344087 w 569632"/>
                <a:gd name="connsiteY249" fmla="*/ 69822 h 267920"/>
                <a:gd name="connsiteX250" fmla="*/ 341653 w 569632"/>
                <a:gd name="connsiteY250" fmla="*/ 73069 h 267920"/>
                <a:gd name="connsiteX251" fmla="*/ 335163 w 569632"/>
                <a:gd name="connsiteY251" fmla="*/ 82000 h 267920"/>
                <a:gd name="connsiteX252" fmla="*/ 324616 w 569632"/>
                <a:gd name="connsiteY252" fmla="*/ 95802 h 267920"/>
                <a:gd name="connsiteX253" fmla="*/ 319748 w 569632"/>
                <a:gd name="connsiteY253" fmla="*/ 102297 h 267920"/>
                <a:gd name="connsiteX254" fmla="*/ 318125 w 569632"/>
                <a:gd name="connsiteY254" fmla="*/ 104733 h 267920"/>
                <a:gd name="connsiteX255" fmla="*/ 317314 w 569632"/>
                <a:gd name="connsiteY255" fmla="*/ 107168 h 267920"/>
                <a:gd name="connsiteX256" fmla="*/ 315691 w 569632"/>
                <a:gd name="connsiteY256" fmla="*/ 109604 h 267920"/>
                <a:gd name="connsiteX257" fmla="*/ 314880 w 569632"/>
                <a:gd name="connsiteY257" fmla="*/ 110416 h 267920"/>
                <a:gd name="connsiteX258" fmla="*/ 314069 w 569632"/>
                <a:gd name="connsiteY258" fmla="*/ 111228 h 267920"/>
                <a:gd name="connsiteX259" fmla="*/ 310823 w 569632"/>
                <a:gd name="connsiteY259" fmla="*/ 117723 h 267920"/>
                <a:gd name="connsiteX260" fmla="*/ 310823 w 569632"/>
                <a:gd name="connsiteY260" fmla="*/ 118535 h 267920"/>
                <a:gd name="connsiteX261" fmla="*/ 310823 w 569632"/>
                <a:gd name="connsiteY261" fmla="*/ 117723 h 267920"/>
                <a:gd name="connsiteX262" fmla="*/ 310012 w 569632"/>
                <a:gd name="connsiteY262" fmla="*/ 118535 h 267920"/>
                <a:gd name="connsiteX263" fmla="*/ 309201 w 569632"/>
                <a:gd name="connsiteY263" fmla="*/ 120158 h 267920"/>
                <a:gd name="connsiteX264" fmla="*/ 305144 w 569632"/>
                <a:gd name="connsiteY264" fmla="*/ 128277 h 267920"/>
                <a:gd name="connsiteX265" fmla="*/ 299465 w 569632"/>
                <a:gd name="connsiteY265" fmla="*/ 139643 h 267920"/>
                <a:gd name="connsiteX266" fmla="*/ 296220 w 569632"/>
                <a:gd name="connsiteY266" fmla="*/ 153445 h 267920"/>
                <a:gd name="connsiteX267" fmla="*/ 296220 w 569632"/>
                <a:gd name="connsiteY267" fmla="*/ 155881 h 267920"/>
                <a:gd name="connsiteX268" fmla="*/ 296220 w 569632"/>
                <a:gd name="connsiteY268" fmla="*/ 158317 h 267920"/>
                <a:gd name="connsiteX269" fmla="*/ 300276 w 569632"/>
                <a:gd name="connsiteY269" fmla="*/ 159129 h 267920"/>
                <a:gd name="connsiteX270" fmla="*/ 322182 w 569632"/>
                <a:gd name="connsiteY270" fmla="*/ 140455 h 267920"/>
                <a:gd name="connsiteX271" fmla="*/ 340031 w 569632"/>
                <a:gd name="connsiteY271" fmla="*/ 120158 h 267920"/>
                <a:gd name="connsiteX272" fmla="*/ 346521 w 569632"/>
                <a:gd name="connsiteY272" fmla="*/ 112039 h 267920"/>
                <a:gd name="connsiteX273" fmla="*/ 350578 w 569632"/>
                <a:gd name="connsiteY273" fmla="*/ 107168 h 267920"/>
                <a:gd name="connsiteX274" fmla="*/ 350578 w 569632"/>
                <a:gd name="connsiteY274" fmla="*/ 107168 h 267920"/>
                <a:gd name="connsiteX275" fmla="*/ 352200 w 569632"/>
                <a:gd name="connsiteY275" fmla="*/ 106356 h 267920"/>
                <a:gd name="connsiteX276" fmla="*/ 353012 w 569632"/>
                <a:gd name="connsiteY276" fmla="*/ 106356 h 267920"/>
                <a:gd name="connsiteX277" fmla="*/ 353823 w 569632"/>
                <a:gd name="connsiteY277" fmla="*/ 104733 h 267920"/>
                <a:gd name="connsiteX278" fmla="*/ 353823 w 569632"/>
                <a:gd name="connsiteY278" fmla="*/ 103921 h 267920"/>
                <a:gd name="connsiteX279" fmla="*/ 355445 w 569632"/>
                <a:gd name="connsiteY279" fmla="*/ 102297 h 267920"/>
                <a:gd name="connsiteX280" fmla="*/ 357880 w 569632"/>
                <a:gd name="connsiteY280" fmla="*/ 99861 h 267920"/>
                <a:gd name="connsiteX281" fmla="*/ 358691 w 569632"/>
                <a:gd name="connsiteY281" fmla="*/ 98238 h 267920"/>
                <a:gd name="connsiteX282" fmla="*/ 359502 w 569632"/>
                <a:gd name="connsiteY282" fmla="*/ 97426 h 267920"/>
                <a:gd name="connsiteX283" fmla="*/ 359502 w 569632"/>
                <a:gd name="connsiteY283" fmla="*/ 97426 h 267920"/>
                <a:gd name="connsiteX284" fmla="*/ 361936 w 569632"/>
                <a:gd name="connsiteY284" fmla="*/ 94178 h 267920"/>
                <a:gd name="connsiteX285" fmla="*/ 363559 w 569632"/>
                <a:gd name="connsiteY285" fmla="*/ 92554 h 267920"/>
                <a:gd name="connsiteX286" fmla="*/ 364370 w 569632"/>
                <a:gd name="connsiteY286" fmla="*/ 91742 h 267920"/>
                <a:gd name="connsiteX287" fmla="*/ 364370 w 569632"/>
                <a:gd name="connsiteY287" fmla="*/ 91742 h 267920"/>
                <a:gd name="connsiteX288" fmla="*/ 365181 w 569632"/>
                <a:gd name="connsiteY288" fmla="*/ 90931 h 267920"/>
                <a:gd name="connsiteX289" fmla="*/ 365993 w 569632"/>
                <a:gd name="connsiteY289" fmla="*/ 90119 h 267920"/>
                <a:gd name="connsiteX290" fmla="*/ 366804 w 569632"/>
                <a:gd name="connsiteY290" fmla="*/ 90119 h 267920"/>
                <a:gd name="connsiteX291" fmla="*/ 367615 w 569632"/>
                <a:gd name="connsiteY291" fmla="*/ 89307 h 267920"/>
                <a:gd name="connsiteX292" fmla="*/ 368427 w 569632"/>
                <a:gd name="connsiteY292" fmla="*/ 87683 h 267920"/>
                <a:gd name="connsiteX293" fmla="*/ 369238 w 569632"/>
                <a:gd name="connsiteY293" fmla="*/ 86871 h 267920"/>
                <a:gd name="connsiteX294" fmla="*/ 370049 w 569632"/>
                <a:gd name="connsiteY294" fmla="*/ 85247 h 267920"/>
                <a:gd name="connsiteX295" fmla="*/ 371672 w 569632"/>
                <a:gd name="connsiteY295" fmla="*/ 83624 h 267920"/>
                <a:gd name="connsiteX296" fmla="*/ 376540 w 569632"/>
                <a:gd name="connsiteY296" fmla="*/ 74693 h 267920"/>
                <a:gd name="connsiteX297" fmla="*/ 396823 w 569632"/>
                <a:gd name="connsiteY297" fmla="*/ 30851 h 267920"/>
                <a:gd name="connsiteX298" fmla="*/ 397634 w 569632"/>
                <a:gd name="connsiteY298" fmla="*/ 22733 h 267920"/>
                <a:gd name="connsiteX299" fmla="*/ 396011 w 569632"/>
                <a:gd name="connsiteY299" fmla="*/ 13802 h 267920"/>
                <a:gd name="connsiteX300" fmla="*/ 383030 w 569632"/>
                <a:gd name="connsiteY300" fmla="*/ 3248 h 267920"/>
                <a:gd name="connsiteX301" fmla="*/ 379785 w 569632"/>
                <a:gd name="connsiteY301" fmla="*/ 2436 h 267920"/>
                <a:gd name="connsiteX302" fmla="*/ 374917 w 569632"/>
                <a:gd name="connsiteY302" fmla="*/ 2436 h 267920"/>
                <a:gd name="connsiteX303" fmla="*/ 370049 w 569632"/>
                <a:gd name="connsiteY303" fmla="*/ 2436 h 267920"/>
                <a:gd name="connsiteX304" fmla="*/ 368427 w 569632"/>
                <a:gd name="connsiteY304" fmla="*/ 2436 h 267920"/>
                <a:gd name="connsiteX305" fmla="*/ 367615 w 569632"/>
                <a:gd name="connsiteY305" fmla="*/ 2436 h 267920"/>
                <a:gd name="connsiteX306" fmla="*/ 378974 w 569632"/>
                <a:gd name="connsiteY306" fmla="*/ 0 h 267920"/>
                <a:gd name="connsiteX307" fmla="*/ 391144 w 569632"/>
                <a:gd name="connsiteY307" fmla="*/ 3248 h 267920"/>
                <a:gd name="connsiteX308" fmla="*/ 404124 w 569632"/>
                <a:gd name="connsiteY308" fmla="*/ 22733 h 267920"/>
                <a:gd name="connsiteX309" fmla="*/ 403313 w 569632"/>
                <a:gd name="connsiteY309" fmla="*/ 32475 h 267920"/>
                <a:gd name="connsiteX310" fmla="*/ 402502 w 569632"/>
                <a:gd name="connsiteY310" fmla="*/ 37347 h 267920"/>
                <a:gd name="connsiteX311" fmla="*/ 403313 w 569632"/>
                <a:gd name="connsiteY311" fmla="*/ 36535 h 267920"/>
                <a:gd name="connsiteX312" fmla="*/ 404124 w 569632"/>
                <a:gd name="connsiteY312" fmla="*/ 36535 h 267920"/>
                <a:gd name="connsiteX313" fmla="*/ 403313 w 569632"/>
                <a:gd name="connsiteY313" fmla="*/ 38158 h 267920"/>
                <a:gd name="connsiteX314" fmla="*/ 402502 w 569632"/>
                <a:gd name="connsiteY314" fmla="*/ 40594 h 267920"/>
                <a:gd name="connsiteX315" fmla="*/ 403313 w 569632"/>
                <a:gd name="connsiteY315" fmla="*/ 42218 h 267920"/>
                <a:gd name="connsiteX316" fmla="*/ 404936 w 569632"/>
                <a:gd name="connsiteY316" fmla="*/ 41406 h 267920"/>
                <a:gd name="connsiteX317" fmla="*/ 404936 w 569632"/>
                <a:gd name="connsiteY317" fmla="*/ 40594 h 267920"/>
                <a:gd name="connsiteX318" fmla="*/ 404936 w 569632"/>
                <a:gd name="connsiteY318" fmla="*/ 39782 h 267920"/>
                <a:gd name="connsiteX319" fmla="*/ 404936 w 569632"/>
                <a:gd name="connsiteY319" fmla="*/ 39782 h 267920"/>
                <a:gd name="connsiteX320" fmla="*/ 406558 w 569632"/>
                <a:gd name="connsiteY320" fmla="*/ 30851 h 267920"/>
                <a:gd name="connsiteX321" fmla="*/ 407370 w 569632"/>
                <a:gd name="connsiteY321" fmla="*/ 21109 h 267920"/>
                <a:gd name="connsiteX322" fmla="*/ 407370 w 569632"/>
                <a:gd name="connsiteY322" fmla="*/ 18673 h 267920"/>
                <a:gd name="connsiteX323" fmla="*/ 408992 w 569632"/>
                <a:gd name="connsiteY323" fmla="*/ 21109 h 267920"/>
                <a:gd name="connsiteX324" fmla="*/ 409804 w 569632"/>
                <a:gd name="connsiteY324" fmla="*/ 27604 h 267920"/>
                <a:gd name="connsiteX325" fmla="*/ 409804 w 569632"/>
                <a:gd name="connsiteY325" fmla="*/ 31663 h 267920"/>
                <a:gd name="connsiteX326" fmla="*/ 408992 w 569632"/>
                <a:gd name="connsiteY326" fmla="*/ 33287 h 267920"/>
                <a:gd name="connsiteX327" fmla="*/ 408181 w 569632"/>
                <a:gd name="connsiteY327" fmla="*/ 35723 h 267920"/>
                <a:gd name="connsiteX328" fmla="*/ 408181 w 569632"/>
                <a:gd name="connsiteY328" fmla="*/ 34911 h 267920"/>
                <a:gd name="connsiteX329" fmla="*/ 408181 w 569632"/>
                <a:gd name="connsiteY329" fmla="*/ 33287 h 267920"/>
                <a:gd name="connsiteX330" fmla="*/ 408992 w 569632"/>
                <a:gd name="connsiteY330" fmla="*/ 34099 h 267920"/>
                <a:gd name="connsiteX331" fmla="*/ 408181 w 569632"/>
                <a:gd name="connsiteY331" fmla="*/ 35723 h 267920"/>
                <a:gd name="connsiteX332" fmla="*/ 407370 w 569632"/>
                <a:gd name="connsiteY332" fmla="*/ 38970 h 267920"/>
                <a:gd name="connsiteX333" fmla="*/ 405747 w 569632"/>
                <a:gd name="connsiteY333" fmla="*/ 47089 h 267920"/>
                <a:gd name="connsiteX334" fmla="*/ 404936 w 569632"/>
                <a:gd name="connsiteY334" fmla="*/ 48713 h 267920"/>
                <a:gd name="connsiteX335" fmla="*/ 404124 w 569632"/>
                <a:gd name="connsiteY335" fmla="*/ 51960 h 267920"/>
                <a:gd name="connsiteX336" fmla="*/ 403313 w 569632"/>
                <a:gd name="connsiteY336" fmla="*/ 54396 h 267920"/>
                <a:gd name="connsiteX337" fmla="*/ 402502 w 569632"/>
                <a:gd name="connsiteY337" fmla="*/ 56020 h 267920"/>
                <a:gd name="connsiteX338" fmla="*/ 401691 w 569632"/>
                <a:gd name="connsiteY338" fmla="*/ 56020 h 267920"/>
                <a:gd name="connsiteX339" fmla="*/ 400879 w 569632"/>
                <a:gd name="connsiteY339" fmla="*/ 56020 h 267920"/>
                <a:gd name="connsiteX340" fmla="*/ 400879 w 569632"/>
                <a:gd name="connsiteY340" fmla="*/ 57644 h 267920"/>
                <a:gd name="connsiteX341" fmla="*/ 399257 w 569632"/>
                <a:gd name="connsiteY341" fmla="*/ 63327 h 267920"/>
                <a:gd name="connsiteX342" fmla="*/ 398445 w 569632"/>
                <a:gd name="connsiteY342" fmla="*/ 64950 h 267920"/>
                <a:gd name="connsiteX343" fmla="*/ 397634 w 569632"/>
                <a:gd name="connsiteY343" fmla="*/ 66574 h 267920"/>
                <a:gd name="connsiteX344" fmla="*/ 396823 w 569632"/>
                <a:gd name="connsiteY344" fmla="*/ 67386 h 267920"/>
                <a:gd name="connsiteX345" fmla="*/ 391955 w 569632"/>
                <a:gd name="connsiteY345" fmla="*/ 75505 h 267920"/>
                <a:gd name="connsiteX346" fmla="*/ 391144 w 569632"/>
                <a:gd name="connsiteY346" fmla="*/ 77941 h 267920"/>
                <a:gd name="connsiteX347" fmla="*/ 389521 w 569632"/>
                <a:gd name="connsiteY347" fmla="*/ 80376 h 267920"/>
                <a:gd name="connsiteX348" fmla="*/ 387087 w 569632"/>
                <a:gd name="connsiteY348" fmla="*/ 82812 h 267920"/>
                <a:gd name="connsiteX349" fmla="*/ 386276 w 569632"/>
                <a:gd name="connsiteY349" fmla="*/ 85247 h 267920"/>
                <a:gd name="connsiteX350" fmla="*/ 386276 w 569632"/>
                <a:gd name="connsiteY350" fmla="*/ 86059 h 267920"/>
                <a:gd name="connsiteX351" fmla="*/ 385464 w 569632"/>
                <a:gd name="connsiteY351" fmla="*/ 86059 h 267920"/>
                <a:gd name="connsiteX352" fmla="*/ 384653 w 569632"/>
                <a:gd name="connsiteY352" fmla="*/ 86059 h 267920"/>
                <a:gd name="connsiteX353" fmla="*/ 383030 w 569632"/>
                <a:gd name="connsiteY353" fmla="*/ 86871 h 267920"/>
                <a:gd name="connsiteX354" fmla="*/ 382219 w 569632"/>
                <a:gd name="connsiteY354" fmla="*/ 87683 h 267920"/>
                <a:gd name="connsiteX355" fmla="*/ 379785 w 569632"/>
                <a:gd name="connsiteY355" fmla="*/ 92554 h 267920"/>
                <a:gd name="connsiteX356" fmla="*/ 378974 w 569632"/>
                <a:gd name="connsiteY356" fmla="*/ 93366 h 267920"/>
                <a:gd name="connsiteX357" fmla="*/ 377351 w 569632"/>
                <a:gd name="connsiteY357" fmla="*/ 94990 h 267920"/>
                <a:gd name="connsiteX358" fmla="*/ 375728 w 569632"/>
                <a:gd name="connsiteY358" fmla="*/ 95802 h 267920"/>
                <a:gd name="connsiteX359" fmla="*/ 376540 w 569632"/>
                <a:gd name="connsiteY359" fmla="*/ 95802 h 267920"/>
                <a:gd name="connsiteX360" fmla="*/ 377351 w 569632"/>
                <a:gd name="connsiteY360" fmla="*/ 96614 h 267920"/>
                <a:gd name="connsiteX361" fmla="*/ 376540 w 569632"/>
                <a:gd name="connsiteY361" fmla="*/ 97426 h 267920"/>
                <a:gd name="connsiteX362" fmla="*/ 374917 w 569632"/>
                <a:gd name="connsiteY362" fmla="*/ 99049 h 267920"/>
                <a:gd name="connsiteX363" fmla="*/ 374106 w 569632"/>
                <a:gd name="connsiteY363" fmla="*/ 100673 h 267920"/>
                <a:gd name="connsiteX364" fmla="*/ 374917 w 569632"/>
                <a:gd name="connsiteY364" fmla="*/ 99861 h 267920"/>
                <a:gd name="connsiteX365" fmla="*/ 375728 w 569632"/>
                <a:gd name="connsiteY365" fmla="*/ 99049 h 267920"/>
                <a:gd name="connsiteX366" fmla="*/ 374917 w 569632"/>
                <a:gd name="connsiteY366" fmla="*/ 100673 h 267920"/>
                <a:gd name="connsiteX367" fmla="*/ 373294 w 569632"/>
                <a:gd name="connsiteY367" fmla="*/ 103109 h 267920"/>
                <a:gd name="connsiteX368" fmla="*/ 372483 w 569632"/>
                <a:gd name="connsiteY368" fmla="*/ 104733 h 267920"/>
                <a:gd name="connsiteX369" fmla="*/ 370049 w 569632"/>
                <a:gd name="connsiteY369" fmla="*/ 107168 h 267920"/>
                <a:gd name="connsiteX370" fmla="*/ 366804 w 569632"/>
                <a:gd name="connsiteY370" fmla="*/ 111228 h 267920"/>
                <a:gd name="connsiteX371" fmla="*/ 365181 w 569632"/>
                <a:gd name="connsiteY371" fmla="*/ 113663 h 267920"/>
                <a:gd name="connsiteX372" fmla="*/ 361125 w 569632"/>
                <a:gd name="connsiteY372" fmla="*/ 119346 h 267920"/>
                <a:gd name="connsiteX373" fmla="*/ 357880 w 569632"/>
                <a:gd name="connsiteY373" fmla="*/ 124218 h 267920"/>
                <a:gd name="connsiteX374" fmla="*/ 354634 w 569632"/>
                <a:gd name="connsiteY374" fmla="*/ 128277 h 267920"/>
                <a:gd name="connsiteX375" fmla="*/ 350578 w 569632"/>
                <a:gd name="connsiteY375" fmla="*/ 133960 h 267920"/>
                <a:gd name="connsiteX376" fmla="*/ 347332 w 569632"/>
                <a:gd name="connsiteY376" fmla="*/ 138020 h 267920"/>
                <a:gd name="connsiteX377" fmla="*/ 332729 w 569632"/>
                <a:gd name="connsiteY377" fmla="*/ 155881 h 267920"/>
                <a:gd name="connsiteX378" fmla="*/ 316502 w 569632"/>
                <a:gd name="connsiteY378" fmla="*/ 170495 h 267920"/>
                <a:gd name="connsiteX379" fmla="*/ 310012 w 569632"/>
                <a:gd name="connsiteY379" fmla="*/ 172119 h 267920"/>
                <a:gd name="connsiteX380" fmla="*/ 302710 w 569632"/>
                <a:gd name="connsiteY380" fmla="*/ 169683 h 267920"/>
                <a:gd name="connsiteX381" fmla="*/ 301087 w 569632"/>
                <a:gd name="connsiteY381" fmla="*/ 168871 h 267920"/>
                <a:gd name="connsiteX382" fmla="*/ 293786 w 569632"/>
                <a:gd name="connsiteY382" fmla="*/ 162376 h 267920"/>
                <a:gd name="connsiteX383" fmla="*/ 290540 w 569632"/>
                <a:gd name="connsiteY383" fmla="*/ 159940 h 267920"/>
                <a:gd name="connsiteX384" fmla="*/ 288106 w 569632"/>
                <a:gd name="connsiteY384" fmla="*/ 156693 h 267920"/>
                <a:gd name="connsiteX385" fmla="*/ 284861 w 569632"/>
                <a:gd name="connsiteY385" fmla="*/ 139643 h 267920"/>
                <a:gd name="connsiteX386" fmla="*/ 285673 w 569632"/>
                <a:gd name="connsiteY386" fmla="*/ 134772 h 267920"/>
                <a:gd name="connsiteX387" fmla="*/ 286484 w 569632"/>
                <a:gd name="connsiteY387" fmla="*/ 133960 h 267920"/>
                <a:gd name="connsiteX388" fmla="*/ 287295 w 569632"/>
                <a:gd name="connsiteY388" fmla="*/ 131525 h 267920"/>
                <a:gd name="connsiteX389" fmla="*/ 287295 w 569632"/>
                <a:gd name="connsiteY389" fmla="*/ 133148 h 267920"/>
                <a:gd name="connsiteX390" fmla="*/ 287295 w 569632"/>
                <a:gd name="connsiteY390" fmla="*/ 133960 h 267920"/>
                <a:gd name="connsiteX391" fmla="*/ 287295 w 569632"/>
                <a:gd name="connsiteY391" fmla="*/ 130713 h 267920"/>
                <a:gd name="connsiteX392" fmla="*/ 286484 w 569632"/>
                <a:gd name="connsiteY392" fmla="*/ 129901 h 267920"/>
                <a:gd name="connsiteX393" fmla="*/ 288106 w 569632"/>
                <a:gd name="connsiteY393" fmla="*/ 129901 h 267920"/>
                <a:gd name="connsiteX394" fmla="*/ 289729 w 569632"/>
                <a:gd name="connsiteY394" fmla="*/ 129901 h 267920"/>
                <a:gd name="connsiteX395" fmla="*/ 293786 w 569632"/>
                <a:gd name="connsiteY395" fmla="*/ 120158 h 267920"/>
                <a:gd name="connsiteX396" fmla="*/ 294597 w 569632"/>
                <a:gd name="connsiteY396" fmla="*/ 117723 h 267920"/>
                <a:gd name="connsiteX397" fmla="*/ 297842 w 569632"/>
                <a:gd name="connsiteY397" fmla="*/ 110416 h 267920"/>
                <a:gd name="connsiteX398" fmla="*/ 297842 w 569632"/>
                <a:gd name="connsiteY398" fmla="*/ 109604 h 267920"/>
                <a:gd name="connsiteX399" fmla="*/ 297842 w 569632"/>
                <a:gd name="connsiteY399" fmla="*/ 108792 h 267920"/>
                <a:gd name="connsiteX400" fmla="*/ 298653 w 569632"/>
                <a:gd name="connsiteY400" fmla="*/ 107168 h 267920"/>
                <a:gd name="connsiteX401" fmla="*/ 297031 w 569632"/>
                <a:gd name="connsiteY401" fmla="*/ 109604 h 267920"/>
                <a:gd name="connsiteX402" fmla="*/ 295408 w 569632"/>
                <a:gd name="connsiteY402" fmla="*/ 112039 h 267920"/>
                <a:gd name="connsiteX403" fmla="*/ 296220 w 569632"/>
                <a:gd name="connsiteY403" fmla="*/ 109604 h 267920"/>
                <a:gd name="connsiteX404" fmla="*/ 297031 w 569632"/>
                <a:gd name="connsiteY404" fmla="*/ 107168 h 267920"/>
                <a:gd name="connsiteX405" fmla="*/ 294597 w 569632"/>
                <a:gd name="connsiteY405" fmla="*/ 110416 h 267920"/>
                <a:gd name="connsiteX406" fmla="*/ 292163 w 569632"/>
                <a:gd name="connsiteY406" fmla="*/ 113663 h 267920"/>
                <a:gd name="connsiteX407" fmla="*/ 291352 w 569632"/>
                <a:gd name="connsiteY407" fmla="*/ 114475 h 267920"/>
                <a:gd name="connsiteX408" fmla="*/ 288918 w 569632"/>
                <a:gd name="connsiteY408" fmla="*/ 119346 h 267920"/>
                <a:gd name="connsiteX409" fmla="*/ 285673 w 569632"/>
                <a:gd name="connsiteY409" fmla="*/ 124218 h 267920"/>
                <a:gd name="connsiteX410" fmla="*/ 282427 w 569632"/>
                <a:gd name="connsiteY410" fmla="*/ 129089 h 267920"/>
                <a:gd name="connsiteX411" fmla="*/ 282427 w 569632"/>
                <a:gd name="connsiteY411" fmla="*/ 129089 h 267920"/>
                <a:gd name="connsiteX412" fmla="*/ 280805 w 569632"/>
                <a:gd name="connsiteY412" fmla="*/ 131525 h 267920"/>
                <a:gd name="connsiteX413" fmla="*/ 279182 w 569632"/>
                <a:gd name="connsiteY413" fmla="*/ 133960 h 267920"/>
                <a:gd name="connsiteX414" fmla="*/ 275125 w 569632"/>
                <a:gd name="connsiteY414" fmla="*/ 138020 h 267920"/>
                <a:gd name="connsiteX415" fmla="*/ 274314 w 569632"/>
                <a:gd name="connsiteY415" fmla="*/ 138832 h 267920"/>
                <a:gd name="connsiteX416" fmla="*/ 273503 w 569632"/>
                <a:gd name="connsiteY416" fmla="*/ 141267 h 267920"/>
                <a:gd name="connsiteX417" fmla="*/ 271880 w 569632"/>
                <a:gd name="connsiteY417" fmla="*/ 143703 h 267920"/>
                <a:gd name="connsiteX418" fmla="*/ 267824 w 569632"/>
                <a:gd name="connsiteY418" fmla="*/ 149386 h 267920"/>
                <a:gd name="connsiteX419" fmla="*/ 265390 w 569632"/>
                <a:gd name="connsiteY419" fmla="*/ 154257 h 267920"/>
                <a:gd name="connsiteX420" fmla="*/ 265390 w 569632"/>
                <a:gd name="connsiteY420" fmla="*/ 154257 h 267920"/>
                <a:gd name="connsiteX421" fmla="*/ 264578 w 569632"/>
                <a:gd name="connsiteY421" fmla="*/ 154257 h 267920"/>
                <a:gd name="connsiteX422" fmla="*/ 262144 w 569632"/>
                <a:gd name="connsiteY422" fmla="*/ 156693 h 267920"/>
                <a:gd name="connsiteX423" fmla="*/ 262956 w 569632"/>
                <a:gd name="connsiteY423" fmla="*/ 156693 h 267920"/>
                <a:gd name="connsiteX424" fmla="*/ 262956 w 569632"/>
                <a:gd name="connsiteY424" fmla="*/ 157505 h 267920"/>
                <a:gd name="connsiteX425" fmla="*/ 262144 w 569632"/>
                <a:gd name="connsiteY425" fmla="*/ 158317 h 267920"/>
                <a:gd name="connsiteX426" fmla="*/ 259710 w 569632"/>
                <a:gd name="connsiteY426" fmla="*/ 160752 h 267920"/>
                <a:gd name="connsiteX427" fmla="*/ 254842 w 569632"/>
                <a:gd name="connsiteY427" fmla="*/ 168059 h 267920"/>
                <a:gd name="connsiteX428" fmla="*/ 244295 w 569632"/>
                <a:gd name="connsiteY428" fmla="*/ 173742 h 267920"/>
                <a:gd name="connsiteX429" fmla="*/ 239427 w 569632"/>
                <a:gd name="connsiteY429" fmla="*/ 173742 h 267920"/>
                <a:gd name="connsiteX430" fmla="*/ 239427 w 569632"/>
                <a:gd name="connsiteY430" fmla="*/ 173742 h 267920"/>
                <a:gd name="connsiteX431" fmla="*/ 238616 w 569632"/>
                <a:gd name="connsiteY431" fmla="*/ 173742 h 267920"/>
                <a:gd name="connsiteX432" fmla="*/ 236994 w 569632"/>
                <a:gd name="connsiteY432" fmla="*/ 172931 h 267920"/>
                <a:gd name="connsiteX433" fmla="*/ 236994 w 569632"/>
                <a:gd name="connsiteY433" fmla="*/ 172119 h 267920"/>
                <a:gd name="connsiteX434" fmla="*/ 226446 w 569632"/>
                <a:gd name="connsiteY434" fmla="*/ 156693 h 267920"/>
                <a:gd name="connsiteX435" fmla="*/ 226446 w 569632"/>
                <a:gd name="connsiteY435" fmla="*/ 150198 h 267920"/>
                <a:gd name="connsiteX436" fmla="*/ 225635 w 569632"/>
                <a:gd name="connsiteY436" fmla="*/ 149386 h 267920"/>
                <a:gd name="connsiteX437" fmla="*/ 228069 w 569632"/>
                <a:gd name="connsiteY437" fmla="*/ 146138 h 267920"/>
                <a:gd name="connsiteX438" fmla="*/ 228880 w 569632"/>
                <a:gd name="connsiteY438" fmla="*/ 144515 h 267920"/>
                <a:gd name="connsiteX439" fmla="*/ 229692 w 569632"/>
                <a:gd name="connsiteY439" fmla="*/ 144515 h 267920"/>
                <a:gd name="connsiteX440" fmla="*/ 228880 w 569632"/>
                <a:gd name="connsiteY440" fmla="*/ 144515 h 267920"/>
                <a:gd name="connsiteX441" fmla="*/ 228069 w 569632"/>
                <a:gd name="connsiteY441" fmla="*/ 146138 h 267920"/>
                <a:gd name="connsiteX442" fmla="*/ 228069 w 569632"/>
                <a:gd name="connsiteY442" fmla="*/ 146138 h 267920"/>
                <a:gd name="connsiteX443" fmla="*/ 229692 w 569632"/>
                <a:gd name="connsiteY443" fmla="*/ 150198 h 267920"/>
                <a:gd name="connsiteX444" fmla="*/ 228880 w 569632"/>
                <a:gd name="connsiteY444" fmla="*/ 151010 h 267920"/>
                <a:gd name="connsiteX445" fmla="*/ 229692 w 569632"/>
                <a:gd name="connsiteY445" fmla="*/ 151822 h 267920"/>
                <a:gd name="connsiteX446" fmla="*/ 229692 w 569632"/>
                <a:gd name="connsiteY446" fmla="*/ 150198 h 267920"/>
                <a:gd name="connsiteX447" fmla="*/ 229692 w 569632"/>
                <a:gd name="connsiteY447" fmla="*/ 150198 h 267920"/>
                <a:gd name="connsiteX448" fmla="*/ 228880 w 569632"/>
                <a:gd name="connsiteY448" fmla="*/ 149386 h 267920"/>
                <a:gd name="connsiteX449" fmla="*/ 230503 w 569632"/>
                <a:gd name="connsiteY449" fmla="*/ 147762 h 267920"/>
                <a:gd name="connsiteX450" fmla="*/ 231314 w 569632"/>
                <a:gd name="connsiteY450" fmla="*/ 145327 h 267920"/>
                <a:gd name="connsiteX451" fmla="*/ 232126 w 569632"/>
                <a:gd name="connsiteY451" fmla="*/ 143703 h 267920"/>
                <a:gd name="connsiteX452" fmla="*/ 232126 w 569632"/>
                <a:gd name="connsiteY452" fmla="*/ 142079 h 267920"/>
                <a:gd name="connsiteX453" fmla="*/ 233748 w 569632"/>
                <a:gd name="connsiteY453" fmla="*/ 138832 h 267920"/>
                <a:gd name="connsiteX454" fmla="*/ 236994 w 569632"/>
                <a:gd name="connsiteY454" fmla="*/ 136396 h 267920"/>
                <a:gd name="connsiteX455" fmla="*/ 236182 w 569632"/>
                <a:gd name="connsiteY455" fmla="*/ 135584 h 267920"/>
                <a:gd name="connsiteX456" fmla="*/ 235371 w 569632"/>
                <a:gd name="connsiteY456" fmla="*/ 133960 h 267920"/>
                <a:gd name="connsiteX457" fmla="*/ 236182 w 569632"/>
                <a:gd name="connsiteY457" fmla="*/ 133148 h 267920"/>
                <a:gd name="connsiteX458" fmla="*/ 236182 w 569632"/>
                <a:gd name="connsiteY458" fmla="*/ 133148 h 267920"/>
                <a:gd name="connsiteX459" fmla="*/ 237805 w 569632"/>
                <a:gd name="connsiteY459" fmla="*/ 133148 h 267920"/>
                <a:gd name="connsiteX460" fmla="*/ 238616 w 569632"/>
                <a:gd name="connsiteY460" fmla="*/ 130713 h 267920"/>
                <a:gd name="connsiteX461" fmla="*/ 239427 w 569632"/>
                <a:gd name="connsiteY461" fmla="*/ 129089 h 267920"/>
                <a:gd name="connsiteX462" fmla="*/ 240239 w 569632"/>
                <a:gd name="connsiteY462" fmla="*/ 127465 h 267920"/>
                <a:gd name="connsiteX463" fmla="*/ 239427 w 569632"/>
                <a:gd name="connsiteY463" fmla="*/ 129089 h 267920"/>
                <a:gd name="connsiteX464" fmla="*/ 238616 w 569632"/>
                <a:gd name="connsiteY464" fmla="*/ 129901 h 267920"/>
                <a:gd name="connsiteX465" fmla="*/ 236994 w 569632"/>
                <a:gd name="connsiteY465" fmla="*/ 129901 h 267920"/>
                <a:gd name="connsiteX466" fmla="*/ 237805 w 569632"/>
                <a:gd name="connsiteY466" fmla="*/ 128277 h 267920"/>
                <a:gd name="connsiteX467" fmla="*/ 238616 w 569632"/>
                <a:gd name="connsiteY467" fmla="*/ 126653 h 267920"/>
                <a:gd name="connsiteX468" fmla="*/ 238616 w 569632"/>
                <a:gd name="connsiteY468" fmla="*/ 125841 h 267920"/>
                <a:gd name="connsiteX469" fmla="*/ 239427 w 569632"/>
                <a:gd name="connsiteY469" fmla="*/ 125030 h 267920"/>
                <a:gd name="connsiteX470" fmla="*/ 241050 w 569632"/>
                <a:gd name="connsiteY470" fmla="*/ 121782 h 267920"/>
                <a:gd name="connsiteX471" fmla="*/ 240239 w 569632"/>
                <a:gd name="connsiteY471" fmla="*/ 123406 h 267920"/>
                <a:gd name="connsiteX472" fmla="*/ 241050 w 569632"/>
                <a:gd name="connsiteY472" fmla="*/ 124218 h 267920"/>
                <a:gd name="connsiteX473" fmla="*/ 242673 w 569632"/>
                <a:gd name="connsiteY473" fmla="*/ 122594 h 267920"/>
                <a:gd name="connsiteX474" fmla="*/ 242673 w 569632"/>
                <a:gd name="connsiteY474" fmla="*/ 121782 h 267920"/>
                <a:gd name="connsiteX475" fmla="*/ 243484 w 569632"/>
                <a:gd name="connsiteY475" fmla="*/ 117723 h 267920"/>
                <a:gd name="connsiteX476" fmla="*/ 243484 w 569632"/>
                <a:gd name="connsiteY476" fmla="*/ 116099 h 267920"/>
                <a:gd name="connsiteX477" fmla="*/ 244295 w 569632"/>
                <a:gd name="connsiteY477" fmla="*/ 113663 h 267920"/>
                <a:gd name="connsiteX478" fmla="*/ 245107 w 569632"/>
                <a:gd name="connsiteY478" fmla="*/ 112039 h 267920"/>
                <a:gd name="connsiteX479" fmla="*/ 245107 w 569632"/>
                <a:gd name="connsiteY479" fmla="*/ 110416 h 267920"/>
                <a:gd name="connsiteX480" fmla="*/ 245107 w 569632"/>
                <a:gd name="connsiteY480" fmla="*/ 108792 h 267920"/>
                <a:gd name="connsiteX481" fmla="*/ 246729 w 569632"/>
                <a:gd name="connsiteY481" fmla="*/ 107980 h 267920"/>
                <a:gd name="connsiteX482" fmla="*/ 245918 w 569632"/>
                <a:gd name="connsiteY482" fmla="*/ 107168 h 267920"/>
                <a:gd name="connsiteX483" fmla="*/ 245918 w 569632"/>
                <a:gd name="connsiteY483" fmla="*/ 106356 h 267920"/>
                <a:gd name="connsiteX484" fmla="*/ 246729 w 569632"/>
                <a:gd name="connsiteY484" fmla="*/ 105544 h 267920"/>
                <a:gd name="connsiteX485" fmla="*/ 247541 w 569632"/>
                <a:gd name="connsiteY485" fmla="*/ 104733 h 267920"/>
                <a:gd name="connsiteX486" fmla="*/ 248352 w 569632"/>
                <a:gd name="connsiteY486" fmla="*/ 103921 h 267920"/>
                <a:gd name="connsiteX487" fmla="*/ 249974 w 569632"/>
                <a:gd name="connsiteY487" fmla="*/ 102297 h 267920"/>
                <a:gd name="connsiteX488" fmla="*/ 249974 w 569632"/>
                <a:gd name="connsiteY488" fmla="*/ 101485 h 267920"/>
                <a:gd name="connsiteX489" fmla="*/ 249974 w 569632"/>
                <a:gd name="connsiteY489" fmla="*/ 99861 h 267920"/>
                <a:gd name="connsiteX490" fmla="*/ 249974 w 569632"/>
                <a:gd name="connsiteY490" fmla="*/ 99049 h 267920"/>
                <a:gd name="connsiteX491" fmla="*/ 250786 w 569632"/>
                <a:gd name="connsiteY491" fmla="*/ 97426 h 267920"/>
                <a:gd name="connsiteX492" fmla="*/ 252409 w 569632"/>
                <a:gd name="connsiteY492" fmla="*/ 95802 h 267920"/>
                <a:gd name="connsiteX493" fmla="*/ 254031 w 569632"/>
                <a:gd name="connsiteY493" fmla="*/ 94990 h 267920"/>
                <a:gd name="connsiteX494" fmla="*/ 254842 w 569632"/>
                <a:gd name="connsiteY494" fmla="*/ 95802 h 267920"/>
                <a:gd name="connsiteX495" fmla="*/ 254842 w 569632"/>
                <a:gd name="connsiteY495" fmla="*/ 95802 h 267920"/>
                <a:gd name="connsiteX496" fmla="*/ 254842 w 569632"/>
                <a:gd name="connsiteY496" fmla="*/ 94178 h 267920"/>
                <a:gd name="connsiteX497" fmla="*/ 254031 w 569632"/>
                <a:gd name="connsiteY497" fmla="*/ 92554 h 267920"/>
                <a:gd name="connsiteX498" fmla="*/ 254842 w 569632"/>
                <a:gd name="connsiteY498" fmla="*/ 90931 h 267920"/>
                <a:gd name="connsiteX499" fmla="*/ 254842 w 569632"/>
                <a:gd name="connsiteY499" fmla="*/ 90119 h 267920"/>
                <a:gd name="connsiteX500" fmla="*/ 255654 w 569632"/>
                <a:gd name="connsiteY500" fmla="*/ 89307 h 267920"/>
                <a:gd name="connsiteX501" fmla="*/ 257276 w 569632"/>
                <a:gd name="connsiteY501" fmla="*/ 87683 h 267920"/>
                <a:gd name="connsiteX502" fmla="*/ 257276 w 569632"/>
                <a:gd name="connsiteY502" fmla="*/ 86871 h 267920"/>
                <a:gd name="connsiteX503" fmla="*/ 257276 w 569632"/>
                <a:gd name="connsiteY503" fmla="*/ 86059 h 267920"/>
                <a:gd name="connsiteX504" fmla="*/ 257276 w 569632"/>
                <a:gd name="connsiteY504" fmla="*/ 84436 h 267920"/>
                <a:gd name="connsiteX505" fmla="*/ 257276 w 569632"/>
                <a:gd name="connsiteY505" fmla="*/ 83624 h 267920"/>
                <a:gd name="connsiteX506" fmla="*/ 258899 w 569632"/>
                <a:gd name="connsiteY506" fmla="*/ 82000 h 267920"/>
                <a:gd name="connsiteX507" fmla="*/ 258899 w 569632"/>
                <a:gd name="connsiteY507" fmla="*/ 80376 h 267920"/>
                <a:gd name="connsiteX508" fmla="*/ 258088 w 569632"/>
                <a:gd name="connsiteY508" fmla="*/ 79564 h 267920"/>
                <a:gd name="connsiteX509" fmla="*/ 258088 w 569632"/>
                <a:gd name="connsiteY509" fmla="*/ 78752 h 267920"/>
                <a:gd name="connsiteX510" fmla="*/ 256465 w 569632"/>
                <a:gd name="connsiteY510" fmla="*/ 82000 h 267920"/>
                <a:gd name="connsiteX511" fmla="*/ 254031 w 569632"/>
                <a:gd name="connsiteY511" fmla="*/ 86059 h 267920"/>
                <a:gd name="connsiteX512" fmla="*/ 253220 w 569632"/>
                <a:gd name="connsiteY512" fmla="*/ 86871 h 267920"/>
                <a:gd name="connsiteX513" fmla="*/ 249974 w 569632"/>
                <a:gd name="connsiteY513" fmla="*/ 90931 h 267920"/>
                <a:gd name="connsiteX514" fmla="*/ 249974 w 569632"/>
                <a:gd name="connsiteY514" fmla="*/ 91742 h 267920"/>
                <a:gd name="connsiteX515" fmla="*/ 249974 w 569632"/>
                <a:gd name="connsiteY515" fmla="*/ 92554 h 267920"/>
                <a:gd name="connsiteX516" fmla="*/ 249974 w 569632"/>
                <a:gd name="connsiteY516" fmla="*/ 92554 h 267920"/>
                <a:gd name="connsiteX517" fmla="*/ 249974 w 569632"/>
                <a:gd name="connsiteY517" fmla="*/ 93366 h 267920"/>
                <a:gd name="connsiteX518" fmla="*/ 248352 w 569632"/>
                <a:gd name="connsiteY518" fmla="*/ 96614 h 267920"/>
                <a:gd name="connsiteX519" fmla="*/ 247541 w 569632"/>
                <a:gd name="connsiteY519" fmla="*/ 99049 h 267920"/>
                <a:gd name="connsiteX520" fmla="*/ 246729 w 569632"/>
                <a:gd name="connsiteY520" fmla="*/ 101485 h 267920"/>
                <a:gd name="connsiteX521" fmla="*/ 245918 w 569632"/>
                <a:gd name="connsiteY521" fmla="*/ 102297 h 267920"/>
                <a:gd name="connsiteX522" fmla="*/ 245107 w 569632"/>
                <a:gd name="connsiteY522" fmla="*/ 103109 h 267920"/>
                <a:gd name="connsiteX523" fmla="*/ 243484 w 569632"/>
                <a:gd name="connsiteY523" fmla="*/ 105544 h 267920"/>
                <a:gd name="connsiteX524" fmla="*/ 242673 w 569632"/>
                <a:gd name="connsiteY524" fmla="*/ 107168 h 267920"/>
                <a:gd name="connsiteX525" fmla="*/ 241861 w 569632"/>
                <a:gd name="connsiteY525" fmla="*/ 108792 h 267920"/>
                <a:gd name="connsiteX526" fmla="*/ 241050 w 569632"/>
                <a:gd name="connsiteY526" fmla="*/ 109604 h 267920"/>
                <a:gd name="connsiteX527" fmla="*/ 240239 w 569632"/>
                <a:gd name="connsiteY527" fmla="*/ 110416 h 267920"/>
                <a:gd name="connsiteX528" fmla="*/ 239427 w 569632"/>
                <a:gd name="connsiteY528" fmla="*/ 111228 h 267920"/>
                <a:gd name="connsiteX529" fmla="*/ 237805 w 569632"/>
                <a:gd name="connsiteY529" fmla="*/ 115287 h 267920"/>
                <a:gd name="connsiteX530" fmla="*/ 236994 w 569632"/>
                <a:gd name="connsiteY530" fmla="*/ 116099 h 267920"/>
                <a:gd name="connsiteX531" fmla="*/ 236182 w 569632"/>
                <a:gd name="connsiteY531" fmla="*/ 116911 h 267920"/>
                <a:gd name="connsiteX532" fmla="*/ 235371 w 569632"/>
                <a:gd name="connsiteY532" fmla="*/ 117723 h 267920"/>
                <a:gd name="connsiteX533" fmla="*/ 235371 w 569632"/>
                <a:gd name="connsiteY533" fmla="*/ 118535 h 267920"/>
                <a:gd name="connsiteX534" fmla="*/ 235371 w 569632"/>
                <a:gd name="connsiteY534" fmla="*/ 120158 h 267920"/>
                <a:gd name="connsiteX535" fmla="*/ 235371 w 569632"/>
                <a:gd name="connsiteY535" fmla="*/ 121782 h 267920"/>
                <a:gd name="connsiteX536" fmla="*/ 235371 w 569632"/>
                <a:gd name="connsiteY536" fmla="*/ 122594 h 267920"/>
                <a:gd name="connsiteX537" fmla="*/ 235371 w 569632"/>
                <a:gd name="connsiteY537" fmla="*/ 123406 h 267920"/>
                <a:gd name="connsiteX538" fmla="*/ 234560 w 569632"/>
                <a:gd name="connsiteY538" fmla="*/ 125030 h 267920"/>
                <a:gd name="connsiteX539" fmla="*/ 232937 w 569632"/>
                <a:gd name="connsiteY539" fmla="*/ 127465 h 267920"/>
                <a:gd name="connsiteX540" fmla="*/ 232126 w 569632"/>
                <a:gd name="connsiteY540" fmla="*/ 129089 h 267920"/>
                <a:gd name="connsiteX541" fmla="*/ 231314 w 569632"/>
                <a:gd name="connsiteY541" fmla="*/ 131525 h 267920"/>
                <a:gd name="connsiteX542" fmla="*/ 230503 w 569632"/>
                <a:gd name="connsiteY542" fmla="*/ 133960 h 267920"/>
                <a:gd name="connsiteX543" fmla="*/ 229692 w 569632"/>
                <a:gd name="connsiteY543" fmla="*/ 135584 h 267920"/>
                <a:gd name="connsiteX544" fmla="*/ 228880 w 569632"/>
                <a:gd name="connsiteY544" fmla="*/ 137208 h 267920"/>
                <a:gd name="connsiteX545" fmla="*/ 228069 w 569632"/>
                <a:gd name="connsiteY545" fmla="*/ 138832 h 267920"/>
                <a:gd name="connsiteX546" fmla="*/ 226446 w 569632"/>
                <a:gd name="connsiteY546" fmla="*/ 145327 h 267920"/>
                <a:gd name="connsiteX547" fmla="*/ 225635 w 569632"/>
                <a:gd name="connsiteY547" fmla="*/ 146138 h 267920"/>
                <a:gd name="connsiteX548" fmla="*/ 228880 w 569632"/>
                <a:gd name="connsiteY548" fmla="*/ 149386 h 267920"/>
                <a:gd name="connsiteX549" fmla="*/ 228880 w 569632"/>
                <a:gd name="connsiteY549" fmla="*/ 153445 h 267920"/>
                <a:gd name="connsiteX550" fmla="*/ 229692 w 569632"/>
                <a:gd name="connsiteY550" fmla="*/ 151822 h 267920"/>
                <a:gd name="connsiteX551" fmla="*/ 228880 w 569632"/>
                <a:gd name="connsiteY551" fmla="*/ 153445 h 267920"/>
                <a:gd name="connsiteX552" fmla="*/ 228880 w 569632"/>
                <a:gd name="connsiteY552" fmla="*/ 153445 h 267920"/>
                <a:gd name="connsiteX553" fmla="*/ 232126 w 569632"/>
                <a:gd name="connsiteY553" fmla="*/ 129901 h 267920"/>
                <a:gd name="connsiteX554" fmla="*/ 232126 w 569632"/>
                <a:gd name="connsiteY554" fmla="*/ 129901 h 267920"/>
                <a:gd name="connsiteX555" fmla="*/ 232937 w 569632"/>
                <a:gd name="connsiteY555" fmla="*/ 129089 h 267920"/>
                <a:gd name="connsiteX556" fmla="*/ 232126 w 569632"/>
                <a:gd name="connsiteY556" fmla="*/ 129901 h 267920"/>
                <a:gd name="connsiteX557" fmla="*/ 233748 w 569632"/>
                <a:gd name="connsiteY557" fmla="*/ 127465 h 267920"/>
                <a:gd name="connsiteX558" fmla="*/ 233748 w 569632"/>
                <a:gd name="connsiteY558" fmla="*/ 127465 h 267920"/>
                <a:gd name="connsiteX559" fmla="*/ 233748 w 569632"/>
                <a:gd name="connsiteY559" fmla="*/ 126653 h 267920"/>
                <a:gd name="connsiteX560" fmla="*/ 233748 w 569632"/>
                <a:gd name="connsiteY560" fmla="*/ 127465 h 267920"/>
                <a:gd name="connsiteX561" fmla="*/ 234560 w 569632"/>
                <a:gd name="connsiteY561" fmla="*/ 124218 h 267920"/>
                <a:gd name="connsiteX562" fmla="*/ 234560 w 569632"/>
                <a:gd name="connsiteY562" fmla="*/ 124218 h 267920"/>
                <a:gd name="connsiteX563" fmla="*/ 234560 w 569632"/>
                <a:gd name="connsiteY563" fmla="*/ 124218 h 267920"/>
                <a:gd name="connsiteX564" fmla="*/ 234560 w 569632"/>
                <a:gd name="connsiteY564" fmla="*/ 124218 h 267920"/>
                <a:gd name="connsiteX565" fmla="*/ 236182 w 569632"/>
                <a:gd name="connsiteY565" fmla="*/ 140455 h 267920"/>
                <a:gd name="connsiteX566" fmla="*/ 236182 w 569632"/>
                <a:gd name="connsiteY566" fmla="*/ 140455 h 267920"/>
                <a:gd name="connsiteX567" fmla="*/ 234560 w 569632"/>
                <a:gd name="connsiteY567" fmla="*/ 140455 h 267920"/>
                <a:gd name="connsiteX568" fmla="*/ 236182 w 569632"/>
                <a:gd name="connsiteY568" fmla="*/ 140455 h 267920"/>
                <a:gd name="connsiteX569" fmla="*/ 236182 w 569632"/>
                <a:gd name="connsiteY569" fmla="*/ 140455 h 267920"/>
                <a:gd name="connsiteX570" fmla="*/ 236182 w 569632"/>
                <a:gd name="connsiteY570" fmla="*/ 151010 h 267920"/>
                <a:gd name="connsiteX571" fmla="*/ 235371 w 569632"/>
                <a:gd name="connsiteY571" fmla="*/ 152634 h 267920"/>
                <a:gd name="connsiteX572" fmla="*/ 235371 w 569632"/>
                <a:gd name="connsiteY572" fmla="*/ 154257 h 267920"/>
                <a:gd name="connsiteX573" fmla="*/ 236182 w 569632"/>
                <a:gd name="connsiteY573" fmla="*/ 152634 h 267920"/>
                <a:gd name="connsiteX574" fmla="*/ 236182 w 569632"/>
                <a:gd name="connsiteY574" fmla="*/ 151010 h 267920"/>
                <a:gd name="connsiteX575" fmla="*/ 237805 w 569632"/>
                <a:gd name="connsiteY575" fmla="*/ 146950 h 267920"/>
                <a:gd name="connsiteX576" fmla="*/ 236994 w 569632"/>
                <a:gd name="connsiteY576" fmla="*/ 147762 h 267920"/>
                <a:gd name="connsiteX577" fmla="*/ 237805 w 569632"/>
                <a:gd name="connsiteY577" fmla="*/ 148574 h 267920"/>
                <a:gd name="connsiteX578" fmla="*/ 237805 w 569632"/>
                <a:gd name="connsiteY578" fmla="*/ 146950 h 267920"/>
                <a:gd name="connsiteX579" fmla="*/ 237805 w 569632"/>
                <a:gd name="connsiteY579" fmla="*/ 146950 h 267920"/>
                <a:gd name="connsiteX580" fmla="*/ 237805 w 569632"/>
                <a:gd name="connsiteY580" fmla="*/ 130713 h 267920"/>
                <a:gd name="connsiteX581" fmla="*/ 238616 w 569632"/>
                <a:gd name="connsiteY581" fmla="*/ 130713 h 267920"/>
                <a:gd name="connsiteX582" fmla="*/ 237805 w 569632"/>
                <a:gd name="connsiteY582" fmla="*/ 131525 h 267920"/>
                <a:gd name="connsiteX583" fmla="*/ 237805 w 569632"/>
                <a:gd name="connsiteY583" fmla="*/ 130713 h 267920"/>
                <a:gd name="connsiteX584" fmla="*/ 240239 w 569632"/>
                <a:gd name="connsiteY584" fmla="*/ 164812 h 267920"/>
                <a:gd name="connsiteX585" fmla="*/ 238616 w 569632"/>
                <a:gd name="connsiteY585" fmla="*/ 167247 h 267920"/>
                <a:gd name="connsiteX586" fmla="*/ 240239 w 569632"/>
                <a:gd name="connsiteY586" fmla="*/ 164812 h 267920"/>
                <a:gd name="connsiteX587" fmla="*/ 241861 w 569632"/>
                <a:gd name="connsiteY587" fmla="*/ 134772 h 267920"/>
                <a:gd name="connsiteX588" fmla="*/ 241050 w 569632"/>
                <a:gd name="connsiteY588" fmla="*/ 139643 h 267920"/>
                <a:gd name="connsiteX589" fmla="*/ 241050 w 569632"/>
                <a:gd name="connsiteY589" fmla="*/ 139643 h 267920"/>
                <a:gd name="connsiteX590" fmla="*/ 239427 w 569632"/>
                <a:gd name="connsiteY590" fmla="*/ 141267 h 267920"/>
                <a:gd name="connsiteX591" fmla="*/ 239427 w 569632"/>
                <a:gd name="connsiteY591" fmla="*/ 144515 h 267920"/>
                <a:gd name="connsiteX592" fmla="*/ 241050 w 569632"/>
                <a:gd name="connsiteY592" fmla="*/ 141267 h 267920"/>
                <a:gd name="connsiteX593" fmla="*/ 241050 w 569632"/>
                <a:gd name="connsiteY593" fmla="*/ 140455 h 267920"/>
                <a:gd name="connsiteX594" fmla="*/ 241861 w 569632"/>
                <a:gd name="connsiteY594" fmla="*/ 138020 h 267920"/>
                <a:gd name="connsiteX595" fmla="*/ 242673 w 569632"/>
                <a:gd name="connsiteY595" fmla="*/ 136396 h 267920"/>
                <a:gd name="connsiteX596" fmla="*/ 242673 w 569632"/>
                <a:gd name="connsiteY596" fmla="*/ 135584 h 267920"/>
                <a:gd name="connsiteX597" fmla="*/ 241861 w 569632"/>
                <a:gd name="connsiteY597" fmla="*/ 134772 h 267920"/>
                <a:gd name="connsiteX598" fmla="*/ 240239 w 569632"/>
                <a:gd name="connsiteY598" fmla="*/ 110416 h 267920"/>
                <a:gd name="connsiteX599" fmla="*/ 239427 w 569632"/>
                <a:gd name="connsiteY599" fmla="*/ 111228 h 267920"/>
                <a:gd name="connsiteX600" fmla="*/ 240239 w 569632"/>
                <a:gd name="connsiteY600" fmla="*/ 110416 h 267920"/>
                <a:gd name="connsiteX601" fmla="*/ 240239 w 569632"/>
                <a:gd name="connsiteY601" fmla="*/ 110416 h 267920"/>
                <a:gd name="connsiteX602" fmla="*/ 243484 w 569632"/>
                <a:gd name="connsiteY602" fmla="*/ 121782 h 267920"/>
                <a:gd name="connsiteX603" fmla="*/ 243484 w 569632"/>
                <a:gd name="connsiteY603" fmla="*/ 121782 h 267920"/>
                <a:gd name="connsiteX604" fmla="*/ 243484 w 569632"/>
                <a:gd name="connsiteY604" fmla="*/ 120970 h 267920"/>
                <a:gd name="connsiteX605" fmla="*/ 244295 w 569632"/>
                <a:gd name="connsiteY605" fmla="*/ 120970 h 267920"/>
                <a:gd name="connsiteX606" fmla="*/ 243484 w 569632"/>
                <a:gd name="connsiteY606" fmla="*/ 121782 h 267920"/>
                <a:gd name="connsiteX607" fmla="*/ 244295 w 569632"/>
                <a:gd name="connsiteY607" fmla="*/ 119346 h 267920"/>
                <a:gd name="connsiteX608" fmla="*/ 243484 w 569632"/>
                <a:gd name="connsiteY608" fmla="*/ 116911 h 267920"/>
                <a:gd name="connsiteX609" fmla="*/ 243484 w 569632"/>
                <a:gd name="connsiteY609" fmla="*/ 116911 h 267920"/>
                <a:gd name="connsiteX610" fmla="*/ 243484 w 569632"/>
                <a:gd name="connsiteY610" fmla="*/ 117723 h 267920"/>
                <a:gd name="connsiteX611" fmla="*/ 244295 w 569632"/>
                <a:gd name="connsiteY611" fmla="*/ 119346 h 267920"/>
                <a:gd name="connsiteX612" fmla="*/ 244295 w 569632"/>
                <a:gd name="connsiteY612" fmla="*/ 119346 h 267920"/>
                <a:gd name="connsiteX613" fmla="*/ 244295 w 569632"/>
                <a:gd name="connsiteY613" fmla="*/ 130713 h 267920"/>
                <a:gd name="connsiteX614" fmla="*/ 244295 w 569632"/>
                <a:gd name="connsiteY614" fmla="*/ 129901 h 267920"/>
                <a:gd name="connsiteX615" fmla="*/ 244295 w 569632"/>
                <a:gd name="connsiteY615" fmla="*/ 128277 h 267920"/>
                <a:gd name="connsiteX616" fmla="*/ 243484 w 569632"/>
                <a:gd name="connsiteY616" fmla="*/ 129089 h 267920"/>
                <a:gd name="connsiteX617" fmla="*/ 244295 w 569632"/>
                <a:gd name="connsiteY617" fmla="*/ 131525 h 267920"/>
                <a:gd name="connsiteX618" fmla="*/ 244295 w 569632"/>
                <a:gd name="connsiteY618" fmla="*/ 130713 h 267920"/>
                <a:gd name="connsiteX619" fmla="*/ 244295 w 569632"/>
                <a:gd name="connsiteY619" fmla="*/ 130713 h 267920"/>
                <a:gd name="connsiteX620" fmla="*/ 245918 w 569632"/>
                <a:gd name="connsiteY620" fmla="*/ 128277 h 267920"/>
                <a:gd name="connsiteX621" fmla="*/ 245918 w 569632"/>
                <a:gd name="connsiteY621" fmla="*/ 130713 h 267920"/>
                <a:gd name="connsiteX622" fmla="*/ 246729 w 569632"/>
                <a:gd name="connsiteY622" fmla="*/ 129901 h 267920"/>
                <a:gd name="connsiteX623" fmla="*/ 245918 w 569632"/>
                <a:gd name="connsiteY623" fmla="*/ 128277 h 267920"/>
                <a:gd name="connsiteX624" fmla="*/ 246729 w 569632"/>
                <a:gd name="connsiteY624" fmla="*/ 127465 h 267920"/>
                <a:gd name="connsiteX625" fmla="*/ 245918 w 569632"/>
                <a:gd name="connsiteY625" fmla="*/ 128277 h 267920"/>
                <a:gd name="connsiteX626" fmla="*/ 248352 w 569632"/>
                <a:gd name="connsiteY626" fmla="*/ 120970 h 267920"/>
                <a:gd name="connsiteX627" fmla="*/ 246729 w 569632"/>
                <a:gd name="connsiteY627" fmla="*/ 123406 h 267920"/>
                <a:gd name="connsiteX628" fmla="*/ 246729 w 569632"/>
                <a:gd name="connsiteY628" fmla="*/ 125841 h 267920"/>
                <a:gd name="connsiteX629" fmla="*/ 246729 w 569632"/>
                <a:gd name="connsiteY629" fmla="*/ 125030 h 267920"/>
                <a:gd name="connsiteX630" fmla="*/ 246729 w 569632"/>
                <a:gd name="connsiteY630" fmla="*/ 124218 h 267920"/>
                <a:gd name="connsiteX631" fmla="*/ 247541 w 569632"/>
                <a:gd name="connsiteY631" fmla="*/ 125030 h 267920"/>
                <a:gd name="connsiteX632" fmla="*/ 248352 w 569632"/>
                <a:gd name="connsiteY632" fmla="*/ 124218 h 267920"/>
                <a:gd name="connsiteX633" fmla="*/ 248352 w 569632"/>
                <a:gd name="connsiteY633" fmla="*/ 120970 h 267920"/>
                <a:gd name="connsiteX634" fmla="*/ 249163 w 569632"/>
                <a:gd name="connsiteY634" fmla="*/ 110416 h 267920"/>
                <a:gd name="connsiteX635" fmla="*/ 248352 w 569632"/>
                <a:gd name="connsiteY635" fmla="*/ 112039 h 267920"/>
                <a:gd name="connsiteX636" fmla="*/ 247541 w 569632"/>
                <a:gd name="connsiteY636" fmla="*/ 112851 h 267920"/>
                <a:gd name="connsiteX637" fmla="*/ 246729 w 569632"/>
                <a:gd name="connsiteY637" fmla="*/ 113663 h 267920"/>
                <a:gd name="connsiteX638" fmla="*/ 245918 w 569632"/>
                <a:gd name="connsiteY638" fmla="*/ 115287 h 267920"/>
                <a:gd name="connsiteX639" fmla="*/ 245107 w 569632"/>
                <a:gd name="connsiteY639" fmla="*/ 117723 h 267920"/>
                <a:gd name="connsiteX640" fmla="*/ 245107 w 569632"/>
                <a:gd name="connsiteY640" fmla="*/ 116911 h 267920"/>
                <a:gd name="connsiteX641" fmla="*/ 245107 w 569632"/>
                <a:gd name="connsiteY641" fmla="*/ 116099 h 267920"/>
                <a:gd name="connsiteX642" fmla="*/ 246729 w 569632"/>
                <a:gd name="connsiteY642" fmla="*/ 113663 h 267920"/>
                <a:gd name="connsiteX643" fmla="*/ 249163 w 569632"/>
                <a:gd name="connsiteY643" fmla="*/ 110416 h 267920"/>
                <a:gd name="connsiteX644" fmla="*/ 249974 w 569632"/>
                <a:gd name="connsiteY644" fmla="*/ 110416 h 267920"/>
                <a:gd name="connsiteX645" fmla="*/ 249163 w 569632"/>
                <a:gd name="connsiteY645" fmla="*/ 110416 h 267920"/>
                <a:gd name="connsiteX646" fmla="*/ 247541 w 569632"/>
                <a:gd name="connsiteY646" fmla="*/ 99049 h 267920"/>
                <a:gd name="connsiteX647" fmla="*/ 247541 w 569632"/>
                <a:gd name="connsiteY647" fmla="*/ 99049 h 267920"/>
                <a:gd name="connsiteX648" fmla="*/ 246729 w 569632"/>
                <a:gd name="connsiteY648" fmla="*/ 98238 h 267920"/>
                <a:gd name="connsiteX649" fmla="*/ 247541 w 569632"/>
                <a:gd name="connsiteY649" fmla="*/ 99049 h 267920"/>
                <a:gd name="connsiteX650" fmla="*/ 248352 w 569632"/>
                <a:gd name="connsiteY650" fmla="*/ 119346 h 267920"/>
                <a:gd name="connsiteX651" fmla="*/ 248352 w 569632"/>
                <a:gd name="connsiteY651" fmla="*/ 119346 h 267920"/>
                <a:gd name="connsiteX652" fmla="*/ 249974 w 569632"/>
                <a:gd name="connsiteY652" fmla="*/ 119346 h 267920"/>
                <a:gd name="connsiteX653" fmla="*/ 248352 w 569632"/>
                <a:gd name="connsiteY653" fmla="*/ 119346 h 267920"/>
                <a:gd name="connsiteX654" fmla="*/ 250786 w 569632"/>
                <a:gd name="connsiteY654" fmla="*/ 114475 h 267920"/>
                <a:gd name="connsiteX655" fmla="*/ 250786 w 569632"/>
                <a:gd name="connsiteY655" fmla="*/ 114475 h 267920"/>
                <a:gd name="connsiteX656" fmla="*/ 251597 w 569632"/>
                <a:gd name="connsiteY656" fmla="*/ 113663 h 267920"/>
                <a:gd name="connsiteX657" fmla="*/ 250786 w 569632"/>
                <a:gd name="connsiteY657" fmla="*/ 114475 h 267920"/>
                <a:gd name="connsiteX658" fmla="*/ 253220 w 569632"/>
                <a:gd name="connsiteY658" fmla="*/ 103109 h 267920"/>
                <a:gd name="connsiteX659" fmla="*/ 252409 w 569632"/>
                <a:gd name="connsiteY659" fmla="*/ 104733 h 267920"/>
                <a:gd name="connsiteX660" fmla="*/ 252409 w 569632"/>
                <a:gd name="connsiteY660" fmla="*/ 104733 h 267920"/>
                <a:gd name="connsiteX661" fmla="*/ 253220 w 569632"/>
                <a:gd name="connsiteY661" fmla="*/ 103109 h 267920"/>
                <a:gd name="connsiteX662" fmla="*/ 255654 w 569632"/>
                <a:gd name="connsiteY662" fmla="*/ 104733 h 267920"/>
                <a:gd name="connsiteX663" fmla="*/ 255654 w 569632"/>
                <a:gd name="connsiteY663" fmla="*/ 104733 h 267920"/>
                <a:gd name="connsiteX664" fmla="*/ 256465 w 569632"/>
                <a:gd name="connsiteY664" fmla="*/ 104733 h 267920"/>
                <a:gd name="connsiteX665" fmla="*/ 255654 w 569632"/>
                <a:gd name="connsiteY665" fmla="*/ 104733 h 267920"/>
                <a:gd name="connsiteX666" fmla="*/ 255654 w 569632"/>
                <a:gd name="connsiteY666" fmla="*/ 97426 h 267920"/>
                <a:gd name="connsiteX667" fmla="*/ 254842 w 569632"/>
                <a:gd name="connsiteY667" fmla="*/ 98238 h 267920"/>
                <a:gd name="connsiteX668" fmla="*/ 255654 w 569632"/>
                <a:gd name="connsiteY668" fmla="*/ 98238 h 267920"/>
                <a:gd name="connsiteX669" fmla="*/ 255654 w 569632"/>
                <a:gd name="connsiteY669" fmla="*/ 97426 h 267920"/>
                <a:gd name="connsiteX670" fmla="*/ 262956 w 569632"/>
                <a:gd name="connsiteY670" fmla="*/ 80376 h 267920"/>
                <a:gd name="connsiteX671" fmla="*/ 262956 w 569632"/>
                <a:gd name="connsiteY671" fmla="*/ 79564 h 267920"/>
                <a:gd name="connsiteX672" fmla="*/ 262144 w 569632"/>
                <a:gd name="connsiteY672" fmla="*/ 79564 h 267920"/>
                <a:gd name="connsiteX673" fmla="*/ 262956 w 569632"/>
                <a:gd name="connsiteY673" fmla="*/ 78752 h 267920"/>
                <a:gd name="connsiteX674" fmla="*/ 263767 w 569632"/>
                <a:gd name="connsiteY674" fmla="*/ 77941 h 267920"/>
                <a:gd name="connsiteX675" fmla="*/ 264578 w 569632"/>
                <a:gd name="connsiteY675" fmla="*/ 77129 h 267920"/>
                <a:gd name="connsiteX676" fmla="*/ 265390 w 569632"/>
                <a:gd name="connsiteY676" fmla="*/ 75505 h 267920"/>
                <a:gd name="connsiteX677" fmla="*/ 263767 w 569632"/>
                <a:gd name="connsiteY677" fmla="*/ 75505 h 267920"/>
                <a:gd name="connsiteX678" fmla="*/ 262956 w 569632"/>
                <a:gd name="connsiteY678" fmla="*/ 76317 h 267920"/>
                <a:gd name="connsiteX679" fmla="*/ 262144 w 569632"/>
                <a:gd name="connsiteY679" fmla="*/ 77129 h 267920"/>
                <a:gd name="connsiteX680" fmla="*/ 262144 w 569632"/>
                <a:gd name="connsiteY680" fmla="*/ 79564 h 267920"/>
                <a:gd name="connsiteX681" fmla="*/ 262956 w 569632"/>
                <a:gd name="connsiteY681" fmla="*/ 80376 h 267920"/>
                <a:gd name="connsiteX682" fmla="*/ 267012 w 569632"/>
                <a:gd name="connsiteY682" fmla="*/ 73069 h 267920"/>
                <a:gd name="connsiteX683" fmla="*/ 267012 w 569632"/>
                <a:gd name="connsiteY683" fmla="*/ 73069 h 267920"/>
                <a:gd name="connsiteX684" fmla="*/ 267012 w 569632"/>
                <a:gd name="connsiteY684" fmla="*/ 72257 h 267920"/>
                <a:gd name="connsiteX685" fmla="*/ 267012 w 569632"/>
                <a:gd name="connsiteY685" fmla="*/ 73069 h 267920"/>
                <a:gd name="connsiteX686" fmla="*/ 267012 w 569632"/>
                <a:gd name="connsiteY686" fmla="*/ 73069 h 267920"/>
                <a:gd name="connsiteX687" fmla="*/ 267824 w 569632"/>
                <a:gd name="connsiteY687" fmla="*/ 71445 h 267920"/>
                <a:gd name="connsiteX688" fmla="*/ 267824 w 569632"/>
                <a:gd name="connsiteY688" fmla="*/ 71445 h 267920"/>
                <a:gd name="connsiteX689" fmla="*/ 267824 w 569632"/>
                <a:gd name="connsiteY689" fmla="*/ 71445 h 267920"/>
                <a:gd name="connsiteX690" fmla="*/ 267824 w 569632"/>
                <a:gd name="connsiteY690" fmla="*/ 71445 h 267920"/>
                <a:gd name="connsiteX691" fmla="*/ 288918 w 569632"/>
                <a:gd name="connsiteY691" fmla="*/ 150198 h 267920"/>
                <a:gd name="connsiteX692" fmla="*/ 288918 w 569632"/>
                <a:gd name="connsiteY692" fmla="*/ 147762 h 267920"/>
                <a:gd name="connsiteX693" fmla="*/ 288918 w 569632"/>
                <a:gd name="connsiteY693" fmla="*/ 148574 h 267920"/>
                <a:gd name="connsiteX694" fmla="*/ 288918 w 569632"/>
                <a:gd name="connsiteY694" fmla="*/ 150198 h 267920"/>
                <a:gd name="connsiteX695" fmla="*/ 288918 w 569632"/>
                <a:gd name="connsiteY695" fmla="*/ 150198 h 267920"/>
                <a:gd name="connsiteX696" fmla="*/ 289729 w 569632"/>
                <a:gd name="connsiteY696" fmla="*/ 143703 h 267920"/>
                <a:gd name="connsiteX697" fmla="*/ 289729 w 569632"/>
                <a:gd name="connsiteY697" fmla="*/ 143703 h 267920"/>
                <a:gd name="connsiteX698" fmla="*/ 291352 w 569632"/>
                <a:gd name="connsiteY698" fmla="*/ 141267 h 267920"/>
                <a:gd name="connsiteX699" fmla="*/ 293786 w 569632"/>
                <a:gd name="connsiteY699" fmla="*/ 136396 h 267920"/>
                <a:gd name="connsiteX700" fmla="*/ 294597 w 569632"/>
                <a:gd name="connsiteY700" fmla="*/ 134772 h 267920"/>
                <a:gd name="connsiteX701" fmla="*/ 295408 w 569632"/>
                <a:gd name="connsiteY701" fmla="*/ 132337 h 267920"/>
                <a:gd name="connsiteX702" fmla="*/ 296220 w 569632"/>
                <a:gd name="connsiteY702" fmla="*/ 130713 h 267920"/>
                <a:gd name="connsiteX703" fmla="*/ 297031 w 569632"/>
                <a:gd name="connsiteY703" fmla="*/ 129089 h 267920"/>
                <a:gd name="connsiteX704" fmla="*/ 297031 w 569632"/>
                <a:gd name="connsiteY704" fmla="*/ 127465 h 267920"/>
                <a:gd name="connsiteX705" fmla="*/ 296220 w 569632"/>
                <a:gd name="connsiteY705" fmla="*/ 128277 h 267920"/>
                <a:gd name="connsiteX706" fmla="*/ 296220 w 569632"/>
                <a:gd name="connsiteY706" fmla="*/ 129089 h 267920"/>
                <a:gd name="connsiteX707" fmla="*/ 295408 w 569632"/>
                <a:gd name="connsiteY707" fmla="*/ 130713 h 267920"/>
                <a:gd name="connsiteX708" fmla="*/ 294597 w 569632"/>
                <a:gd name="connsiteY708" fmla="*/ 132337 h 267920"/>
                <a:gd name="connsiteX709" fmla="*/ 290540 w 569632"/>
                <a:gd name="connsiteY709" fmla="*/ 140455 h 267920"/>
                <a:gd name="connsiteX710" fmla="*/ 288918 w 569632"/>
                <a:gd name="connsiteY710" fmla="*/ 142079 h 267920"/>
                <a:gd name="connsiteX711" fmla="*/ 287295 w 569632"/>
                <a:gd name="connsiteY711" fmla="*/ 144515 h 267920"/>
                <a:gd name="connsiteX712" fmla="*/ 289729 w 569632"/>
                <a:gd name="connsiteY712" fmla="*/ 143703 h 267920"/>
                <a:gd name="connsiteX713" fmla="*/ 290540 w 569632"/>
                <a:gd name="connsiteY713" fmla="*/ 129901 h 267920"/>
                <a:gd name="connsiteX714" fmla="*/ 291352 w 569632"/>
                <a:gd name="connsiteY714" fmla="*/ 129089 h 267920"/>
                <a:gd name="connsiteX715" fmla="*/ 292163 w 569632"/>
                <a:gd name="connsiteY715" fmla="*/ 129089 h 267920"/>
                <a:gd name="connsiteX716" fmla="*/ 292974 w 569632"/>
                <a:gd name="connsiteY716" fmla="*/ 128277 h 267920"/>
                <a:gd name="connsiteX717" fmla="*/ 292163 w 569632"/>
                <a:gd name="connsiteY717" fmla="*/ 126653 h 267920"/>
                <a:gd name="connsiteX718" fmla="*/ 291352 w 569632"/>
                <a:gd name="connsiteY718" fmla="*/ 126653 h 267920"/>
                <a:gd name="connsiteX719" fmla="*/ 291352 w 569632"/>
                <a:gd name="connsiteY719" fmla="*/ 127465 h 267920"/>
                <a:gd name="connsiteX720" fmla="*/ 291352 w 569632"/>
                <a:gd name="connsiteY720" fmla="*/ 128277 h 267920"/>
                <a:gd name="connsiteX721" fmla="*/ 290540 w 569632"/>
                <a:gd name="connsiteY721" fmla="*/ 129901 h 267920"/>
                <a:gd name="connsiteX722" fmla="*/ 290540 w 569632"/>
                <a:gd name="connsiteY722" fmla="*/ 129901 h 267920"/>
                <a:gd name="connsiteX723" fmla="*/ 290540 w 569632"/>
                <a:gd name="connsiteY723" fmla="*/ 129901 h 267920"/>
                <a:gd name="connsiteX724" fmla="*/ 289729 w 569632"/>
                <a:gd name="connsiteY724" fmla="*/ 125841 h 267920"/>
                <a:gd name="connsiteX725" fmla="*/ 291352 w 569632"/>
                <a:gd name="connsiteY725" fmla="*/ 124218 h 267920"/>
                <a:gd name="connsiteX726" fmla="*/ 292974 w 569632"/>
                <a:gd name="connsiteY726" fmla="*/ 124218 h 267920"/>
                <a:gd name="connsiteX727" fmla="*/ 293786 w 569632"/>
                <a:gd name="connsiteY727" fmla="*/ 125030 h 267920"/>
                <a:gd name="connsiteX728" fmla="*/ 292974 w 569632"/>
                <a:gd name="connsiteY728" fmla="*/ 124218 h 267920"/>
                <a:gd name="connsiteX729" fmla="*/ 291352 w 569632"/>
                <a:gd name="connsiteY729" fmla="*/ 123406 h 267920"/>
                <a:gd name="connsiteX730" fmla="*/ 291352 w 569632"/>
                <a:gd name="connsiteY730" fmla="*/ 122594 h 267920"/>
                <a:gd name="connsiteX731" fmla="*/ 291352 w 569632"/>
                <a:gd name="connsiteY731" fmla="*/ 120970 h 267920"/>
                <a:gd name="connsiteX732" fmla="*/ 289729 w 569632"/>
                <a:gd name="connsiteY732" fmla="*/ 123406 h 267920"/>
                <a:gd name="connsiteX733" fmla="*/ 289729 w 569632"/>
                <a:gd name="connsiteY733" fmla="*/ 125841 h 267920"/>
                <a:gd name="connsiteX734" fmla="*/ 295408 w 569632"/>
                <a:gd name="connsiteY734" fmla="*/ 120158 h 267920"/>
                <a:gd name="connsiteX735" fmla="*/ 294597 w 569632"/>
                <a:gd name="connsiteY735" fmla="*/ 118535 h 267920"/>
                <a:gd name="connsiteX736" fmla="*/ 292974 w 569632"/>
                <a:gd name="connsiteY736" fmla="*/ 119346 h 267920"/>
                <a:gd name="connsiteX737" fmla="*/ 293786 w 569632"/>
                <a:gd name="connsiteY737" fmla="*/ 119346 h 267920"/>
                <a:gd name="connsiteX738" fmla="*/ 295408 w 569632"/>
                <a:gd name="connsiteY738" fmla="*/ 120158 h 267920"/>
                <a:gd name="connsiteX739" fmla="*/ 295408 w 569632"/>
                <a:gd name="connsiteY739" fmla="*/ 120158 h 267920"/>
                <a:gd name="connsiteX740" fmla="*/ 297031 w 569632"/>
                <a:gd name="connsiteY740" fmla="*/ 117723 h 267920"/>
                <a:gd name="connsiteX741" fmla="*/ 297031 w 569632"/>
                <a:gd name="connsiteY741" fmla="*/ 117723 h 267920"/>
                <a:gd name="connsiteX742" fmla="*/ 297031 w 569632"/>
                <a:gd name="connsiteY742" fmla="*/ 117723 h 267920"/>
                <a:gd name="connsiteX743" fmla="*/ 297031 w 569632"/>
                <a:gd name="connsiteY743" fmla="*/ 117723 h 267920"/>
                <a:gd name="connsiteX744" fmla="*/ 295408 w 569632"/>
                <a:gd name="connsiteY744" fmla="*/ 105544 h 267920"/>
                <a:gd name="connsiteX745" fmla="*/ 299465 w 569632"/>
                <a:gd name="connsiteY745" fmla="*/ 99049 h 267920"/>
                <a:gd name="connsiteX746" fmla="*/ 300276 w 569632"/>
                <a:gd name="connsiteY746" fmla="*/ 97426 h 267920"/>
                <a:gd name="connsiteX747" fmla="*/ 301087 w 569632"/>
                <a:gd name="connsiteY747" fmla="*/ 95802 h 267920"/>
                <a:gd name="connsiteX748" fmla="*/ 299465 w 569632"/>
                <a:gd name="connsiteY748" fmla="*/ 96614 h 267920"/>
                <a:gd name="connsiteX749" fmla="*/ 297842 w 569632"/>
                <a:gd name="connsiteY749" fmla="*/ 99861 h 267920"/>
                <a:gd name="connsiteX750" fmla="*/ 296220 w 569632"/>
                <a:gd name="connsiteY750" fmla="*/ 103109 h 267920"/>
                <a:gd name="connsiteX751" fmla="*/ 295408 w 569632"/>
                <a:gd name="connsiteY751" fmla="*/ 105544 h 267920"/>
                <a:gd name="connsiteX752" fmla="*/ 300276 w 569632"/>
                <a:gd name="connsiteY752" fmla="*/ 111228 h 267920"/>
                <a:gd name="connsiteX753" fmla="*/ 300276 w 569632"/>
                <a:gd name="connsiteY753" fmla="*/ 111228 h 267920"/>
                <a:gd name="connsiteX754" fmla="*/ 300276 w 569632"/>
                <a:gd name="connsiteY754" fmla="*/ 108792 h 267920"/>
                <a:gd name="connsiteX755" fmla="*/ 299465 w 569632"/>
                <a:gd name="connsiteY755" fmla="*/ 107168 h 267920"/>
                <a:gd name="connsiteX756" fmla="*/ 298653 w 569632"/>
                <a:gd name="connsiteY756" fmla="*/ 108792 h 267920"/>
                <a:gd name="connsiteX757" fmla="*/ 298653 w 569632"/>
                <a:gd name="connsiteY757" fmla="*/ 110416 h 267920"/>
                <a:gd name="connsiteX758" fmla="*/ 299465 w 569632"/>
                <a:gd name="connsiteY758" fmla="*/ 111228 h 267920"/>
                <a:gd name="connsiteX759" fmla="*/ 300276 w 569632"/>
                <a:gd name="connsiteY759" fmla="*/ 111228 h 267920"/>
                <a:gd name="connsiteX760" fmla="*/ 301899 w 569632"/>
                <a:gd name="connsiteY760" fmla="*/ 106356 h 267920"/>
                <a:gd name="connsiteX761" fmla="*/ 300276 w 569632"/>
                <a:gd name="connsiteY761" fmla="*/ 107168 h 267920"/>
                <a:gd name="connsiteX762" fmla="*/ 301899 w 569632"/>
                <a:gd name="connsiteY762" fmla="*/ 106356 h 267920"/>
                <a:gd name="connsiteX763" fmla="*/ 301899 w 569632"/>
                <a:gd name="connsiteY763" fmla="*/ 106356 h 267920"/>
                <a:gd name="connsiteX764" fmla="*/ 304333 w 569632"/>
                <a:gd name="connsiteY764" fmla="*/ 110416 h 267920"/>
                <a:gd name="connsiteX765" fmla="*/ 305955 w 569632"/>
                <a:gd name="connsiteY765" fmla="*/ 107168 h 267920"/>
                <a:gd name="connsiteX766" fmla="*/ 304333 w 569632"/>
                <a:gd name="connsiteY766" fmla="*/ 108792 h 267920"/>
                <a:gd name="connsiteX767" fmla="*/ 302710 w 569632"/>
                <a:gd name="connsiteY767" fmla="*/ 112851 h 267920"/>
                <a:gd name="connsiteX768" fmla="*/ 304333 w 569632"/>
                <a:gd name="connsiteY768" fmla="*/ 110416 h 267920"/>
                <a:gd name="connsiteX769" fmla="*/ 304333 w 569632"/>
                <a:gd name="connsiteY769" fmla="*/ 101485 h 267920"/>
                <a:gd name="connsiteX770" fmla="*/ 303521 w 569632"/>
                <a:gd name="connsiteY770" fmla="*/ 102297 h 267920"/>
                <a:gd name="connsiteX771" fmla="*/ 305144 w 569632"/>
                <a:gd name="connsiteY771" fmla="*/ 103109 h 267920"/>
                <a:gd name="connsiteX772" fmla="*/ 304333 w 569632"/>
                <a:gd name="connsiteY772" fmla="*/ 101485 h 267920"/>
                <a:gd name="connsiteX773" fmla="*/ 305144 w 569632"/>
                <a:gd name="connsiteY773" fmla="*/ 117723 h 267920"/>
                <a:gd name="connsiteX774" fmla="*/ 305955 w 569632"/>
                <a:gd name="connsiteY774" fmla="*/ 116911 h 267920"/>
                <a:gd name="connsiteX775" fmla="*/ 305955 w 569632"/>
                <a:gd name="connsiteY775" fmla="*/ 116099 h 267920"/>
                <a:gd name="connsiteX776" fmla="*/ 305144 w 569632"/>
                <a:gd name="connsiteY776" fmla="*/ 116911 h 267920"/>
                <a:gd name="connsiteX777" fmla="*/ 305144 w 569632"/>
                <a:gd name="connsiteY777" fmla="*/ 117723 h 267920"/>
                <a:gd name="connsiteX778" fmla="*/ 310012 w 569632"/>
                <a:gd name="connsiteY778" fmla="*/ 94178 h 267920"/>
                <a:gd name="connsiteX779" fmla="*/ 310012 w 569632"/>
                <a:gd name="connsiteY779" fmla="*/ 93366 h 267920"/>
                <a:gd name="connsiteX780" fmla="*/ 309201 w 569632"/>
                <a:gd name="connsiteY780" fmla="*/ 93366 h 267920"/>
                <a:gd name="connsiteX781" fmla="*/ 310012 w 569632"/>
                <a:gd name="connsiteY781" fmla="*/ 94178 h 267920"/>
                <a:gd name="connsiteX782" fmla="*/ 349766 w 569632"/>
                <a:gd name="connsiteY782" fmla="*/ 154257 h 267920"/>
                <a:gd name="connsiteX783" fmla="*/ 350578 w 569632"/>
                <a:gd name="connsiteY783" fmla="*/ 151010 h 267920"/>
                <a:gd name="connsiteX784" fmla="*/ 352200 w 569632"/>
                <a:gd name="connsiteY784" fmla="*/ 146950 h 267920"/>
                <a:gd name="connsiteX785" fmla="*/ 365181 w 569632"/>
                <a:gd name="connsiteY785" fmla="*/ 128277 h 267920"/>
                <a:gd name="connsiteX786" fmla="*/ 368427 w 569632"/>
                <a:gd name="connsiteY786" fmla="*/ 124218 h 267920"/>
                <a:gd name="connsiteX787" fmla="*/ 378974 w 569632"/>
                <a:gd name="connsiteY787" fmla="*/ 113663 h 267920"/>
                <a:gd name="connsiteX788" fmla="*/ 383841 w 569632"/>
                <a:gd name="connsiteY788" fmla="*/ 112851 h 267920"/>
                <a:gd name="connsiteX789" fmla="*/ 392766 w 569632"/>
                <a:gd name="connsiteY789" fmla="*/ 114475 h 267920"/>
                <a:gd name="connsiteX790" fmla="*/ 396011 w 569632"/>
                <a:gd name="connsiteY790" fmla="*/ 115287 h 267920"/>
                <a:gd name="connsiteX791" fmla="*/ 399257 w 569632"/>
                <a:gd name="connsiteY791" fmla="*/ 116911 h 267920"/>
                <a:gd name="connsiteX792" fmla="*/ 404124 w 569632"/>
                <a:gd name="connsiteY792" fmla="*/ 118535 h 267920"/>
                <a:gd name="connsiteX793" fmla="*/ 410615 w 569632"/>
                <a:gd name="connsiteY793" fmla="*/ 120970 h 267920"/>
                <a:gd name="connsiteX794" fmla="*/ 412238 w 569632"/>
                <a:gd name="connsiteY794" fmla="*/ 124218 h 267920"/>
                <a:gd name="connsiteX795" fmla="*/ 407370 w 569632"/>
                <a:gd name="connsiteY795" fmla="*/ 134772 h 267920"/>
                <a:gd name="connsiteX796" fmla="*/ 403313 w 569632"/>
                <a:gd name="connsiteY796" fmla="*/ 142891 h 267920"/>
                <a:gd name="connsiteX797" fmla="*/ 402502 w 569632"/>
                <a:gd name="connsiteY797" fmla="*/ 156693 h 267920"/>
                <a:gd name="connsiteX798" fmla="*/ 410615 w 569632"/>
                <a:gd name="connsiteY798" fmla="*/ 159129 h 267920"/>
                <a:gd name="connsiteX799" fmla="*/ 447124 w 569632"/>
                <a:gd name="connsiteY799" fmla="*/ 143703 h 267920"/>
                <a:gd name="connsiteX800" fmla="*/ 456049 w 569632"/>
                <a:gd name="connsiteY800" fmla="*/ 138020 h 267920"/>
                <a:gd name="connsiteX801" fmla="*/ 460105 w 569632"/>
                <a:gd name="connsiteY801" fmla="*/ 135584 h 267920"/>
                <a:gd name="connsiteX802" fmla="*/ 469030 w 569632"/>
                <a:gd name="connsiteY802" fmla="*/ 129901 h 267920"/>
                <a:gd name="connsiteX803" fmla="*/ 460916 w 569632"/>
                <a:gd name="connsiteY803" fmla="*/ 141267 h 267920"/>
                <a:gd name="connsiteX804" fmla="*/ 458483 w 569632"/>
                <a:gd name="connsiteY804" fmla="*/ 143703 h 267920"/>
                <a:gd name="connsiteX805" fmla="*/ 459294 w 569632"/>
                <a:gd name="connsiteY805" fmla="*/ 143703 h 267920"/>
                <a:gd name="connsiteX806" fmla="*/ 453615 w 569632"/>
                <a:gd name="connsiteY806" fmla="*/ 148574 h 267920"/>
                <a:gd name="connsiteX807" fmla="*/ 447936 w 569632"/>
                <a:gd name="connsiteY807" fmla="*/ 152634 h 267920"/>
                <a:gd name="connsiteX808" fmla="*/ 451181 w 569632"/>
                <a:gd name="connsiteY808" fmla="*/ 151010 h 267920"/>
                <a:gd name="connsiteX809" fmla="*/ 456049 w 569632"/>
                <a:gd name="connsiteY809" fmla="*/ 147762 h 267920"/>
                <a:gd name="connsiteX810" fmla="*/ 445501 w 569632"/>
                <a:gd name="connsiteY810" fmla="*/ 156693 h 267920"/>
                <a:gd name="connsiteX811" fmla="*/ 443879 w 569632"/>
                <a:gd name="connsiteY811" fmla="*/ 157505 h 267920"/>
                <a:gd name="connsiteX812" fmla="*/ 441445 w 569632"/>
                <a:gd name="connsiteY812" fmla="*/ 159129 h 267920"/>
                <a:gd name="connsiteX813" fmla="*/ 438200 w 569632"/>
                <a:gd name="connsiteY813" fmla="*/ 160752 h 267920"/>
                <a:gd name="connsiteX814" fmla="*/ 434954 w 569632"/>
                <a:gd name="connsiteY814" fmla="*/ 162376 h 267920"/>
                <a:gd name="connsiteX815" fmla="*/ 433332 w 569632"/>
                <a:gd name="connsiteY815" fmla="*/ 163188 h 267920"/>
                <a:gd name="connsiteX816" fmla="*/ 430898 w 569632"/>
                <a:gd name="connsiteY816" fmla="*/ 164812 h 267920"/>
                <a:gd name="connsiteX817" fmla="*/ 416294 w 569632"/>
                <a:gd name="connsiteY817" fmla="*/ 167247 h 267920"/>
                <a:gd name="connsiteX818" fmla="*/ 406558 w 569632"/>
                <a:gd name="connsiteY818" fmla="*/ 165624 h 267920"/>
                <a:gd name="connsiteX819" fmla="*/ 393577 w 569632"/>
                <a:gd name="connsiteY819" fmla="*/ 152634 h 267920"/>
                <a:gd name="connsiteX820" fmla="*/ 392766 w 569632"/>
                <a:gd name="connsiteY820" fmla="*/ 152634 h 267920"/>
                <a:gd name="connsiteX821" fmla="*/ 392766 w 569632"/>
                <a:gd name="connsiteY821" fmla="*/ 152634 h 267920"/>
                <a:gd name="connsiteX822" fmla="*/ 392766 w 569632"/>
                <a:gd name="connsiteY822" fmla="*/ 151010 h 267920"/>
                <a:gd name="connsiteX823" fmla="*/ 391144 w 569632"/>
                <a:gd name="connsiteY823" fmla="*/ 142891 h 267920"/>
                <a:gd name="connsiteX824" fmla="*/ 389521 w 569632"/>
                <a:gd name="connsiteY824" fmla="*/ 138832 h 267920"/>
                <a:gd name="connsiteX825" fmla="*/ 387087 w 569632"/>
                <a:gd name="connsiteY825" fmla="*/ 142891 h 267920"/>
                <a:gd name="connsiteX826" fmla="*/ 386276 w 569632"/>
                <a:gd name="connsiteY826" fmla="*/ 143703 h 267920"/>
                <a:gd name="connsiteX827" fmla="*/ 385464 w 569632"/>
                <a:gd name="connsiteY827" fmla="*/ 144515 h 267920"/>
                <a:gd name="connsiteX828" fmla="*/ 384653 w 569632"/>
                <a:gd name="connsiteY828" fmla="*/ 146138 h 267920"/>
                <a:gd name="connsiteX829" fmla="*/ 383841 w 569632"/>
                <a:gd name="connsiteY829" fmla="*/ 147762 h 267920"/>
                <a:gd name="connsiteX830" fmla="*/ 383841 w 569632"/>
                <a:gd name="connsiteY830" fmla="*/ 147762 h 267920"/>
                <a:gd name="connsiteX831" fmla="*/ 381408 w 569632"/>
                <a:gd name="connsiteY831" fmla="*/ 150198 h 267920"/>
                <a:gd name="connsiteX832" fmla="*/ 370049 w 569632"/>
                <a:gd name="connsiteY832" fmla="*/ 161564 h 267920"/>
                <a:gd name="connsiteX833" fmla="*/ 368427 w 569632"/>
                <a:gd name="connsiteY833" fmla="*/ 162376 h 267920"/>
                <a:gd name="connsiteX834" fmla="*/ 366804 w 569632"/>
                <a:gd name="connsiteY834" fmla="*/ 163188 h 267920"/>
                <a:gd name="connsiteX835" fmla="*/ 366804 w 569632"/>
                <a:gd name="connsiteY835" fmla="*/ 163188 h 267920"/>
                <a:gd name="connsiteX836" fmla="*/ 362747 w 569632"/>
                <a:gd name="connsiteY836" fmla="*/ 165624 h 267920"/>
                <a:gd name="connsiteX837" fmla="*/ 360313 w 569632"/>
                <a:gd name="connsiteY837" fmla="*/ 166435 h 267920"/>
                <a:gd name="connsiteX838" fmla="*/ 358691 w 569632"/>
                <a:gd name="connsiteY838" fmla="*/ 166435 h 267920"/>
                <a:gd name="connsiteX839" fmla="*/ 353012 w 569632"/>
                <a:gd name="connsiteY839" fmla="*/ 161564 h 267920"/>
                <a:gd name="connsiteX840" fmla="*/ 351389 w 569632"/>
                <a:gd name="connsiteY840" fmla="*/ 159940 h 267920"/>
                <a:gd name="connsiteX841" fmla="*/ 349766 w 569632"/>
                <a:gd name="connsiteY841" fmla="*/ 157505 h 267920"/>
                <a:gd name="connsiteX842" fmla="*/ 349766 w 569632"/>
                <a:gd name="connsiteY842" fmla="*/ 154257 h 267920"/>
                <a:gd name="connsiteX843" fmla="*/ 357880 w 569632"/>
                <a:gd name="connsiteY843" fmla="*/ 99049 h 267920"/>
                <a:gd name="connsiteX844" fmla="*/ 357068 w 569632"/>
                <a:gd name="connsiteY844" fmla="*/ 100673 h 267920"/>
                <a:gd name="connsiteX845" fmla="*/ 357880 w 569632"/>
                <a:gd name="connsiteY845" fmla="*/ 100673 h 267920"/>
                <a:gd name="connsiteX846" fmla="*/ 358691 w 569632"/>
                <a:gd name="connsiteY846" fmla="*/ 99049 h 267920"/>
                <a:gd name="connsiteX847" fmla="*/ 357880 w 569632"/>
                <a:gd name="connsiteY847" fmla="*/ 99049 h 267920"/>
                <a:gd name="connsiteX848" fmla="*/ 362747 w 569632"/>
                <a:gd name="connsiteY848" fmla="*/ 156693 h 267920"/>
                <a:gd name="connsiteX849" fmla="*/ 369238 w 569632"/>
                <a:gd name="connsiteY849" fmla="*/ 152634 h 267920"/>
                <a:gd name="connsiteX850" fmla="*/ 383841 w 569632"/>
                <a:gd name="connsiteY850" fmla="*/ 138832 h 267920"/>
                <a:gd name="connsiteX851" fmla="*/ 395200 w 569632"/>
                <a:gd name="connsiteY851" fmla="*/ 124218 h 267920"/>
                <a:gd name="connsiteX852" fmla="*/ 391955 w 569632"/>
                <a:gd name="connsiteY852" fmla="*/ 124218 h 267920"/>
                <a:gd name="connsiteX853" fmla="*/ 389521 w 569632"/>
                <a:gd name="connsiteY853" fmla="*/ 125030 h 267920"/>
                <a:gd name="connsiteX854" fmla="*/ 388709 w 569632"/>
                <a:gd name="connsiteY854" fmla="*/ 125030 h 267920"/>
                <a:gd name="connsiteX855" fmla="*/ 367615 w 569632"/>
                <a:gd name="connsiteY855" fmla="*/ 146138 h 267920"/>
                <a:gd name="connsiteX856" fmla="*/ 365993 w 569632"/>
                <a:gd name="connsiteY856" fmla="*/ 148574 h 267920"/>
                <a:gd name="connsiteX857" fmla="*/ 362747 w 569632"/>
                <a:gd name="connsiteY857" fmla="*/ 156693 h 267920"/>
                <a:gd name="connsiteX858" fmla="*/ 370861 w 569632"/>
                <a:gd name="connsiteY858" fmla="*/ 89307 h 267920"/>
                <a:gd name="connsiteX859" fmla="*/ 370861 w 569632"/>
                <a:gd name="connsiteY859" fmla="*/ 89307 h 267920"/>
                <a:gd name="connsiteX860" fmla="*/ 370861 w 569632"/>
                <a:gd name="connsiteY860" fmla="*/ 88495 h 267920"/>
                <a:gd name="connsiteX861" fmla="*/ 370861 w 569632"/>
                <a:gd name="connsiteY861" fmla="*/ 89307 h 267920"/>
                <a:gd name="connsiteX862" fmla="*/ 370861 w 569632"/>
                <a:gd name="connsiteY862" fmla="*/ 89307 h 267920"/>
                <a:gd name="connsiteX863" fmla="*/ 371672 w 569632"/>
                <a:gd name="connsiteY863" fmla="*/ 86871 h 267920"/>
                <a:gd name="connsiteX864" fmla="*/ 371672 w 569632"/>
                <a:gd name="connsiteY864" fmla="*/ 86871 h 267920"/>
                <a:gd name="connsiteX865" fmla="*/ 372483 w 569632"/>
                <a:gd name="connsiteY865" fmla="*/ 86059 h 267920"/>
                <a:gd name="connsiteX866" fmla="*/ 371672 w 569632"/>
                <a:gd name="connsiteY866" fmla="*/ 86871 h 267920"/>
                <a:gd name="connsiteX867" fmla="*/ 372483 w 569632"/>
                <a:gd name="connsiteY867" fmla="*/ 80376 h 267920"/>
                <a:gd name="connsiteX868" fmla="*/ 375728 w 569632"/>
                <a:gd name="connsiteY868" fmla="*/ 75505 h 267920"/>
                <a:gd name="connsiteX869" fmla="*/ 374917 w 569632"/>
                <a:gd name="connsiteY869" fmla="*/ 75505 h 267920"/>
                <a:gd name="connsiteX870" fmla="*/ 374106 w 569632"/>
                <a:gd name="connsiteY870" fmla="*/ 76317 h 267920"/>
                <a:gd name="connsiteX871" fmla="*/ 373294 w 569632"/>
                <a:gd name="connsiteY871" fmla="*/ 77129 h 267920"/>
                <a:gd name="connsiteX872" fmla="*/ 372483 w 569632"/>
                <a:gd name="connsiteY872" fmla="*/ 80376 h 267920"/>
                <a:gd name="connsiteX873" fmla="*/ 374917 w 569632"/>
                <a:gd name="connsiteY873" fmla="*/ 82000 h 267920"/>
                <a:gd name="connsiteX874" fmla="*/ 374106 w 569632"/>
                <a:gd name="connsiteY874" fmla="*/ 82812 h 267920"/>
                <a:gd name="connsiteX875" fmla="*/ 373294 w 569632"/>
                <a:gd name="connsiteY875" fmla="*/ 84436 h 267920"/>
                <a:gd name="connsiteX876" fmla="*/ 373294 w 569632"/>
                <a:gd name="connsiteY876" fmla="*/ 85247 h 267920"/>
                <a:gd name="connsiteX877" fmla="*/ 374917 w 569632"/>
                <a:gd name="connsiteY877" fmla="*/ 82000 h 267920"/>
                <a:gd name="connsiteX878" fmla="*/ 374917 w 569632"/>
                <a:gd name="connsiteY878" fmla="*/ 88495 h 267920"/>
                <a:gd name="connsiteX879" fmla="*/ 374917 w 569632"/>
                <a:gd name="connsiteY879" fmla="*/ 89307 h 267920"/>
                <a:gd name="connsiteX880" fmla="*/ 374106 w 569632"/>
                <a:gd name="connsiteY880" fmla="*/ 90119 h 267920"/>
                <a:gd name="connsiteX881" fmla="*/ 374917 w 569632"/>
                <a:gd name="connsiteY881" fmla="*/ 89307 h 267920"/>
                <a:gd name="connsiteX882" fmla="*/ 374917 w 569632"/>
                <a:gd name="connsiteY882" fmla="*/ 88495 h 267920"/>
                <a:gd name="connsiteX883" fmla="*/ 374917 w 569632"/>
                <a:gd name="connsiteY883" fmla="*/ 88495 h 267920"/>
                <a:gd name="connsiteX884" fmla="*/ 396823 w 569632"/>
                <a:gd name="connsiteY884" fmla="*/ 25980 h 267920"/>
                <a:gd name="connsiteX885" fmla="*/ 396011 w 569632"/>
                <a:gd name="connsiteY885" fmla="*/ 27604 h 267920"/>
                <a:gd name="connsiteX886" fmla="*/ 382219 w 569632"/>
                <a:gd name="connsiteY886" fmla="*/ 61703 h 267920"/>
                <a:gd name="connsiteX887" fmla="*/ 381408 w 569632"/>
                <a:gd name="connsiteY887" fmla="*/ 63327 h 267920"/>
                <a:gd name="connsiteX888" fmla="*/ 381408 w 569632"/>
                <a:gd name="connsiteY888" fmla="*/ 64139 h 267920"/>
                <a:gd name="connsiteX889" fmla="*/ 381408 w 569632"/>
                <a:gd name="connsiteY889" fmla="*/ 64950 h 267920"/>
                <a:gd name="connsiteX890" fmla="*/ 380596 w 569632"/>
                <a:gd name="connsiteY890" fmla="*/ 65762 h 267920"/>
                <a:gd name="connsiteX891" fmla="*/ 379785 w 569632"/>
                <a:gd name="connsiteY891" fmla="*/ 66574 h 267920"/>
                <a:gd name="connsiteX892" fmla="*/ 378162 w 569632"/>
                <a:gd name="connsiteY892" fmla="*/ 70634 h 267920"/>
                <a:gd name="connsiteX893" fmla="*/ 376540 w 569632"/>
                <a:gd name="connsiteY893" fmla="*/ 73069 h 267920"/>
                <a:gd name="connsiteX894" fmla="*/ 375728 w 569632"/>
                <a:gd name="connsiteY894" fmla="*/ 73881 h 267920"/>
                <a:gd name="connsiteX895" fmla="*/ 374917 w 569632"/>
                <a:gd name="connsiteY895" fmla="*/ 74693 h 267920"/>
                <a:gd name="connsiteX896" fmla="*/ 378974 w 569632"/>
                <a:gd name="connsiteY896" fmla="*/ 69822 h 267920"/>
                <a:gd name="connsiteX897" fmla="*/ 381408 w 569632"/>
                <a:gd name="connsiteY897" fmla="*/ 65762 h 267920"/>
                <a:gd name="connsiteX898" fmla="*/ 383030 w 569632"/>
                <a:gd name="connsiteY898" fmla="*/ 63327 h 267920"/>
                <a:gd name="connsiteX899" fmla="*/ 383841 w 569632"/>
                <a:gd name="connsiteY899" fmla="*/ 61703 h 267920"/>
                <a:gd name="connsiteX900" fmla="*/ 384653 w 569632"/>
                <a:gd name="connsiteY900" fmla="*/ 60079 h 267920"/>
                <a:gd name="connsiteX901" fmla="*/ 385464 w 569632"/>
                <a:gd name="connsiteY901" fmla="*/ 58455 h 267920"/>
                <a:gd name="connsiteX902" fmla="*/ 387898 w 569632"/>
                <a:gd name="connsiteY902" fmla="*/ 53584 h 267920"/>
                <a:gd name="connsiteX903" fmla="*/ 390332 w 569632"/>
                <a:gd name="connsiteY903" fmla="*/ 48713 h 267920"/>
                <a:gd name="connsiteX904" fmla="*/ 396823 w 569632"/>
                <a:gd name="connsiteY904" fmla="*/ 29228 h 267920"/>
                <a:gd name="connsiteX905" fmla="*/ 396823 w 569632"/>
                <a:gd name="connsiteY905" fmla="*/ 25980 h 267920"/>
                <a:gd name="connsiteX906" fmla="*/ 396823 w 569632"/>
                <a:gd name="connsiteY906" fmla="*/ 25980 h 267920"/>
                <a:gd name="connsiteX907" fmla="*/ 396823 w 569632"/>
                <a:gd name="connsiteY907" fmla="*/ 25980 h 267920"/>
                <a:gd name="connsiteX908" fmla="*/ 378162 w 569632"/>
                <a:gd name="connsiteY908" fmla="*/ 84436 h 267920"/>
                <a:gd name="connsiteX909" fmla="*/ 378162 w 569632"/>
                <a:gd name="connsiteY909" fmla="*/ 84436 h 267920"/>
                <a:gd name="connsiteX910" fmla="*/ 379785 w 569632"/>
                <a:gd name="connsiteY910" fmla="*/ 83624 h 267920"/>
                <a:gd name="connsiteX911" fmla="*/ 378162 w 569632"/>
                <a:gd name="connsiteY911" fmla="*/ 84436 h 267920"/>
                <a:gd name="connsiteX912" fmla="*/ 391144 w 569632"/>
                <a:gd name="connsiteY912" fmla="*/ 55208 h 267920"/>
                <a:gd name="connsiteX913" fmla="*/ 387087 w 569632"/>
                <a:gd name="connsiteY913" fmla="*/ 61703 h 267920"/>
                <a:gd name="connsiteX914" fmla="*/ 384653 w 569632"/>
                <a:gd name="connsiteY914" fmla="*/ 65762 h 267920"/>
                <a:gd name="connsiteX915" fmla="*/ 382219 w 569632"/>
                <a:gd name="connsiteY915" fmla="*/ 69010 h 267920"/>
                <a:gd name="connsiteX916" fmla="*/ 378974 w 569632"/>
                <a:gd name="connsiteY916" fmla="*/ 75505 h 267920"/>
                <a:gd name="connsiteX917" fmla="*/ 377351 w 569632"/>
                <a:gd name="connsiteY917" fmla="*/ 77129 h 267920"/>
                <a:gd name="connsiteX918" fmla="*/ 377351 w 569632"/>
                <a:gd name="connsiteY918" fmla="*/ 77941 h 267920"/>
                <a:gd name="connsiteX919" fmla="*/ 377351 w 569632"/>
                <a:gd name="connsiteY919" fmla="*/ 79564 h 267920"/>
                <a:gd name="connsiteX920" fmla="*/ 378162 w 569632"/>
                <a:gd name="connsiteY920" fmla="*/ 79564 h 267920"/>
                <a:gd name="connsiteX921" fmla="*/ 380596 w 569632"/>
                <a:gd name="connsiteY921" fmla="*/ 79564 h 267920"/>
                <a:gd name="connsiteX922" fmla="*/ 379785 w 569632"/>
                <a:gd name="connsiteY922" fmla="*/ 80376 h 267920"/>
                <a:gd name="connsiteX923" fmla="*/ 378974 w 569632"/>
                <a:gd name="connsiteY923" fmla="*/ 82000 h 267920"/>
                <a:gd name="connsiteX924" fmla="*/ 378974 w 569632"/>
                <a:gd name="connsiteY924" fmla="*/ 83624 h 267920"/>
                <a:gd name="connsiteX925" fmla="*/ 379785 w 569632"/>
                <a:gd name="connsiteY925" fmla="*/ 82000 h 267920"/>
                <a:gd name="connsiteX926" fmla="*/ 381408 w 569632"/>
                <a:gd name="connsiteY926" fmla="*/ 79564 h 267920"/>
                <a:gd name="connsiteX927" fmla="*/ 382219 w 569632"/>
                <a:gd name="connsiteY927" fmla="*/ 77941 h 267920"/>
                <a:gd name="connsiteX928" fmla="*/ 383030 w 569632"/>
                <a:gd name="connsiteY928" fmla="*/ 76317 h 267920"/>
                <a:gd name="connsiteX929" fmla="*/ 381408 w 569632"/>
                <a:gd name="connsiteY929" fmla="*/ 77941 h 267920"/>
                <a:gd name="connsiteX930" fmla="*/ 379785 w 569632"/>
                <a:gd name="connsiteY930" fmla="*/ 79564 h 267920"/>
                <a:gd name="connsiteX931" fmla="*/ 380596 w 569632"/>
                <a:gd name="connsiteY931" fmla="*/ 76317 h 267920"/>
                <a:gd name="connsiteX932" fmla="*/ 384653 w 569632"/>
                <a:gd name="connsiteY932" fmla="*/ 72257 h 267920"/>
                <a:gd name="connsiteX933" fmla="*/ 387087 w 569632"/>
                <a:gd name="connsiteY933" fmla="*/ 70634 h 267920"/>
                <a:gd name="connsiteX934" fmla="*/ 387898 w 569632"/>
                <a:gd name="connsiteY934" fmla="*/ 69010 h 267920"/>
                <a:gd name="connsiteX935" fmla="*/ 386276 w 569632"/>
                <a:gd name="connsiteY935" fmla="*/ 69010 h 267920"/>
                <a:gd name="connsiteX936" fmla="*/ 386276 w 569632"/>
                <a:gd name="connsiteY936" fmla="*/ 69822 h 267920"/>
                <a:gd name="connsiteX937" fmla="*/ 386276 w 569632"/>
                <a:gd name="connsiteY937" fmla="*/ 70634 h 267920"/>
                <a:gd name="connsiteX938" fmla="*/ 385464 w 569632"/>
                <a:gd name="connsiteY938" fmla="*/ 69822 h 267920"/>
                <a:gd name="connsiteX939" fmla="*/ 390332 w 569632"/>
                <a:gd name="connsiteY939" fmla="*/ 59267 h 267920"/>
                <a:gd name="connsiteX940" fmla="*/ 391144 w 569632"/>
                <a:gd name="connsiteY940" fmla="*/ 55208 h 267920"/>
                <a:gd name="connsiteX941" fmla="*/ 385464 w 569632"/>
                <a:gd name="connsiteY941" fmla="*/ 78752 h 267920"/>
                <a:gd name="connsiteX942" fmla="*/ 385464 w 569632"/>
                <a:gd name="connsiteY942" fmla="*/ 78752 h 267920"/>
                <a:gd name="connsiteX943" fmla="*/ 385464 w 569632"/>
                <a:gd name="connsiteY943" fmla="*/ 79564 h 267920"/>
                <a:gd name="connsiteX944" fmla="*/ 385464 w 569632"/>
                <a:gd name="connsiteY944" fmla="*/ 78752 h 267920"/>
                <a:gd name="connsiteX945" fmla="*/ 385464 w 569632"/>
                <a:gd name="connsiteY945" fmla="*/ 78752 h 267920"/>
                <a:gd name="connsiteX946" fmla="*/ 389521 w 569632"/>
                <a:gd name="connsiteY946" fmla="*/ 64139 h 267920"/>
                <a:gd name="connsiteX947" fmla="*/ 388709 w 569632"/>
                <a:gd name="connsiteY947" fmla="*/ 65762 h 267920"/>
                <a:gd name="connsiteX948" fmla="*/ 390332 w 569632"/>
                <a:gd name="connsiteY948" fmla="*/ 63327 h 267920"/>
                <a:gd name="connsiteX949" fmla="*/ 389521 w 569632"/>
                <a:gd name="connsiteY949" fmla="*/ 64139 h 267920"/>
                <a:gd name="connsiteX950" fmla="*/ 391955 w 569632"/>
                <a:gd name="connsiteY950" fmla="*/ 57644 h 267920"/>
                <a:gd name="connsiteX951" fmla="*/ 391955 w 569632"/>
                <a:gd name="connsiteY951" fmla="*/ 57644 h 267920"/>
                <a:gd name="connsiteX952" fmla="*/ 391955 w 569632"/>
                <a:gd name="connsiteY952" fmla="*/ 59267 h 267920"/>
                <a:gd name="connsiteX953" fmla="*/ 391955 w 569632"/>
                <a:gd name="connsiteY953" fmla="*/ 57644 h 267920"/>
                <a:gd name="connsiteX954" fmla="*/ 391955 w 569632"/>
                <a:gd name="connsiteY954" fmla="*/ 57644 h 267920"/>
                <a:gd name="connsiteX955" fmla="*/ 391955 w 569632"/>
                <a:gd name="connsiteY955" fmla="*/ 52772 h 267920"/>
                <a:gd name="connsiteX956" fmla="*/ 392766 w 569632"/>
                <a:gd name="connsiteY956" fmla="*/ 52772 h 267920"/>
                <a:gd name="connsiteX957" fmla="*/ 392766 w 569632"/>
                <a:gd name="connsiteY957" fmla="*/ 50337 h 267920"/>
                <a:gd name="connsiteX958" fmla="*/ 391955 w 569632"/>
                <a:gd name="connsiteY958" fmla="*/ 52772 h 267920"/>
                <a:gd name="connsiteX959" fmla="*/ 396011 w 569632"/>
                <a:gd name="connsiteY959" fmla="*/ 44653 h 267920"/>
                <a:gd name="connsiteX960" fmla="*/ 396011 w 569632"/>
                <a:gd name="connsiteY960" fmla="*/ 44653 h 267920"/>
                <a:gd name="connsiteX961" fmla="*/ 394389 w 569632"/>
                <a:gd name="connsiteY961" fmla="*/ 45465 h 267920"/>
                <a:gd name="connsiteX962" fmla="*/ 393577 w 569632"/>
                <a:gd name="connsiteY962" fmla="*/ 46277 h 267920"/>
                <a:gd name="connsiteX963" fmla="*/ 393577 w 569632"/>
                <a:gd name="connsiteY963" fmla="*/ 47089 h 267920"/>
                <a:gd name="connsiteX964" fmla="*/ 393577 w 569632"/>
                <a:gd name="connsiteY964" fmla="*/ 47089 h 267920"/>
                <a:gd name="connsiteX965" fmla="*/ 394389 w 569632"/>
                <a:gd name="connsiteY965" fmla="*/ 47901 h 267920"/>
                <a:gd name="connsiteX966" fmla="*/ 396011 w 569632"/>
                <a:gd name="connsiteY966" fmla="*/ 44653 h 267920"/>
                <a:gd name="connsiteX967" fmla="*/ 396011 w 569632"/>
                <a:gd name="connsiteY967" fmla="*/ 47089 h 267920"/>
                <a:gd name="connsiteX968" fmla="*/ 396011 w 569632"/>
                <a:gd name="connsiteY968" fmla="*/ 48713 h 267920"/>
                <a:gd name="connsiteX969" fmla="*/ 396823 w 569632"/>
                <a:gd name="connsiteY969" fmla="*/ 47901 h 267920"/>
                <a:gd name="connsiteX970" fmla="*/ 396011 w 569632"/>
                <a:gd name="connsiteY970" fmla="*/ 47089 h 267920"/>
                <a:gd name="connsiteX971" fmla="*/ 397634 w 569632"/>
                <a:gd name="connsiteY971" fmla="*/ 44653 h 267920"/>
                <a:gd name="connsiteX972" fmla="*/ 396823 w 569632"/>
                <a:gd name="connsiteY972" fmla="*/ 45465 h 267920"/>
                <a:gd name="connsiteX973" fmla="*/ 397634 w 569632"/>
                <a:gd name="connsiteY973" fmla="*/ 45465 h 267920"/>
                <a:gd name="connsiteX974" fmla="*/ 397634 w 569632"/>
                <a:gd name="connsiteY974" fmla="*/ 44653 h 267920"/>
                <a:gd name="connsiteX975" fmla="*/ 397634 w 569632"/>
                <a:gd name="connsiteY975" fmla="*/ 44653 h 267920"/>
                <a:gd name="connsiteX976" fmla="*/ 400068 w 569632"/>
                <a:gd name="connsiteY976" fmla="*/ 43030 h 267920"/>
                <a:gd name="connsiteX977" fmla="*/ 399257 w 569632"/>
                <a:gd name="connsiteY977" fmla="*/ 43842 h 267920"/>
                <a:gd name="connsiteX978" fmla="*/ 399257 w 569632"/>
                <a:gd name="connsiteY978" fmla="*/ 44653 h 267920"/>
                <a:gd name="connsiteX979" fmla="*/ 400068 w 569632"/>
                <a:gd name="connsiteY979" fmla="*/ 43030 h 267920"/>
                <a:gd name="connsiteX980" fmla="*/ 428464 w 569632"/>
                <a:gd name="connsiteY980" fmla="*/ 164812 h 267920"/>
                <a:gd name="connsiteX981" fmla="*/ 429275 w 569632"/>
                <a:gd name="connsiteY981" fmla="*/ 164812 h 267920"/>
                <a:gd name="connsiteX982" fmla="*/ 428464 w 569632"/>
                <a:gd name="connsiteY982" fmla="*/ 164812 h 267920"/>
                <a:gd name="connsiteX983" fmla="*/ 428464 w 569632"/>
                <a:gd name="connsiteY983" fmla="*/ 164812 h 267920"/>
                <a:gd name="connsiteX984" fmla="*/ 435766 w 569632"/>
                <a:gd name="connsiteY984" fmla="*/ 159940 h 267920"/>
                <a:gd name="connsiteX985" fmla="*/ 437388 w 569632"/>
                <a:gd name="connsiteY985" fmla="*/ 159129 h 267920"/>
                <a:gd name="connsiteX986" fmla="*/ 435766 w 569632"/>
                <a:gd name="connsiteY986" fmla="*/ 159940 h 267920"/>
                <a:gd name="connsiteX987" fmla="*/ 435766 w 569632"/>
                <a:gd name="connsiteY987" fmla="*/ 159940 h 267920"/>
                <a:gd name="connsiteX988" fmla="*/ 443068 w 569632"/>
                <a:gd name="connsiteY988" fmla="*/ 155069 h 267920"/>
                <a:gd name="connsiteX989" fmla="*/ 444690 w 569632"/>
                <a:gd name="connsiteY989" fmla="*/ 154257 h 267920"/>
                <a:gd name="connsiteX990" fmla="*/ 446313 w 569632"/>
                <a:gd name="connsiteY990" fmla="*/ 153445 h 267920"/>
                <a:gd name="connsiteX991" fmla="*/ 447124 w 569632"/>
                <a:gd name="connsiteY991" fmla="*/ 152634 h 267920"/>
                <a:gd name="connsiteX992" fmla="*/ 447124 w 569632"/>
                <a:gd name="connsiteY992" fmla="*/ 152634 h 267920"/>
                <a:gd name="connsiteX993" fmla="*/ 446313 w 569632"/>
                <a:gd name="connsiteY993" fmla="*/ 153445 h 267920"/>
                <a:gd name="connsiteX994" fmla="*/ 444690 w 569632"/>
                <a:gd name="connsiteY994" fmla="*/ 154257 h 267920"/>
                <a:gd name="connsiteX995" fmla="*/ 443068 w 569632"/>
                <a:gd name="connsiteY995" fmla="*/ 155069 h 267920"/>
                <a:gd name="connsiteX996" fmla="*/ 457671 w 569632"/>
                <a:gd name="connsiteY996" fmla="*/ 141267 h 267920"/>
                <a:gd name="connsiteX997" fmla="*/ 468218 w 569632"/>
                <a:gd name="connsiteY997" fmla="*/ 123406 h 267920"/>
                <a:gd name="connsiteX998" fmla="*/ 473086 w 569632"/>
                <a:gd name="connsiteY998" fmla="*/ 117723 h 267920"/>
                <a:gd name="connsiteX999" fmla="*/ 478765 w 569632"/>
                <a:gd name="connsiteY999" fmla="*/ 111228 h 267920"/>
                <a:gd name="connsiteX1000" fmla="*/ 485256 w 569632"/>
                <a:gd name="connsiteY1000" fmla="*/ 121782 h 267920"/>
                <a:gd name="connsiteX1001" fmla="*/ 468218 w 569632"/>
                <a:gd name="connsiteY1001" fmla="*/ 142079 h 267920"/>
                <a:gd name="connsiteX1002" fmla="*/ 464162 w 569632"/>
                <a:gd name="connsiteY1002" fmla="*/ 153445 h 267920"/>
                <a:gd name="connsiteX1003" fmla="*/ 469030 w 569632"/>
                <a:gd name="connsiteY1003" fmla="*/ 154257 h 267920"/>
                <a:gd name="connsiteX1004" fmla="*/ 490935 w 569632"/>
                <a:gd name="connsiteY1004" fmla="*/ 147762 h 267920"/>
                <a:gd name="connsiteX1005" fmla="*/ 508784 w 569632"/>
                <a:gd name="connsiteY1005" fmla="*/ 136396 h 267920"/>
                <a:gd name="connsiteX1006" fmla="*/ 512841 w 569632"/>
                <a:gd name="connsiteY1006" fmla="*/ 133960 h 267920"/>
                <a:gd name="connsiteX1007" fmla="*/ 525011 w 569632"/>
                <a:gd name="connsiteY1007" fmla="*/ 125030 h 267920"/>
                <a:gd name="connsiteX1008" fmla="*/ 544482 w 569632"/>
                <a:gd name="connsiteY1008" fmla="*/ 112039 h 267920"/>
                <a:gd name="connsiteX1009" fmla="*/ 552595 w 569632"/>
                <a:gd name="connsiteY1009" fmla="*/ 105544 h 267920"/>
                <a:gd name="connsiteX1010" fmla="*/ 559897 w 569632"/>
                <a:gd name="connsiteY1010" fmla="*/ 100673 h 267920"/>
                <a:gd name="connsiteX1011" fmla="*/ 561520 w 569632"/>
                <a:gd name="connsiteY1011" fmla="*/ 99861 h 267920"/>
                <a:gd name="connsiteX1012" fmla="*/ 564765 w 569632"/>
                <a:gd name="connsiteY1012" fmla="*/ 101485 h 267920"/>
                <a:gd name="connsiteX1013" fmla="*/ 569633 w 569632"/>
                <a:gd name="connsiteY1013" fmla="*/ 107980 h 267920"/>
                <a:gd name="connsiteX1014" fmla="*/ 565576 w 569632"/>
                <a:gd name="connsiteY1014" fmla="*/ 113663 h 267920"/>
                <a:gd name="connsiteX1015" fmla="*/ 553407 w 569632"/>
                <a:gd name="connsiteY1015" fmla="*/ 126653 h 267920"/>
                <a:gd name="connsiteX1016" fmla="*/ 550161 w 569632"/>
                <a:gd name="connsiteY1016" fmla="*/ 130713 h 267920"/>
                <a:gd name="connsiteX1017" fmla="*/ 549350 w 569632"/>
                <a:gd name="connsiteY1017" fmla="*/ 131525 h 267920"/>
                <a:gd name="connsiteX1018" fmla="*/ 543671 w 569632"/>
                <a:gd name="connsiteY1018" fmla="*/ 138832 h 267920"/>
                <a:gd name="connsiteX1019" fmla="*/ 537991 w 569632"/>
                <a:gd name="connsiteY1019" fmla="*/ 146950 h 267920"/>
                <a:gd name="connsiteX1020" fmla="*/ 536369 w 569632"/>
                <a:gd name="connsiteY1020" fmla="*/ 148574 h 267920"/>
                <a:gd name="connsiteX1021" fmla="*/ 528256 w 569632"/>
                <a:gd name="connsiteY1021" fmla="*/ 159129 h 267920"/>
                <a:gd name="connsiteX1022" fmla="*/ 525822 w 569632"/>
                <a:gd name="connsiteY1022" fmla="*/ 162376 h 267920"/>
                <a:gd name="connsiteX1023" fmla="*/ 525011 w 569632"/>
                <a:gd name="connsiteY1023" fmla="*/ 163188 h 267920"/>
                <a:gd name="connsiteX1024" fmla="*/ 524199 w 569632"/>
                <a:gd name="connsiteY1024" fmla="*/ 164812 h 267920"/>
                <a:gd name="connsiteX1025" fmla="*/ 522576 w 569632"/>
                <a:gd name="connsiteY1025" fmla="*/ 166435 h 267920"/>
                <a:gd name="connsiteX1026" fmla="*/ 520954 w 569632"/>
                <a:gd name="connsiteY1026" fmla="*/ 168871 h 267920"/>
                <a:gd name="connsiteX1027" fmla="*/ 520954 w 569632"/>
                <a:gd name="connsiteY1027" fmla="*/ 170495 h 267920"/>
                <a:gd name="connsiteX1028" fmla="*/ 520954 w 569632"/>
                <a:gd name="connsiteY1028" fmla="*/ 170495 h 267920"/>
                <a:gd name="connsiteX1029" fmla="*/ 520143 w 569632"/>
                <a:gd name="connsiteY1029" fmla="*/ 171307 h 267920"/>
                <a:gd name="connsiteX1030" fmla="*/ 516897 w 569632"/>
                <a:gd name="connsiteY1030" fmla="*/ 175366 h 267920"/>
                <a:gd name="connsiteX1031" fmla="*/ 513652 w 569632"/>
                <a:gd name="connsiteY1031" fmla="*/ 180237 h 267920"/>
                <a:gd name="connsiteX1032" fmla="*/ 511218 w 569632"/>
                <a:gd name="connsiteY1032" fmla="*/ 184297 h 267920"/>
                <a:gd name="connsiteX1033" fmla="*/ 508784 w 569632"/>
                <a:gd name="connsiteY1033" fmla="*/ 186732 h 267920"/>
                <a:gd name="connsiteX1034" fmla="*/ 507973 w 569632"/>
                <a:gd name="connsiteY1034" fmla="*/ 186732 h 267920"/>
                <a:gd name="connsiteX1035" fmla="*/ 507973 w 569632"/>
                <a:gd name="connsiteY1035" fmla="*/ 187544 h 267920"/>
                <a:gd name="connsiteX1036" fmla="*/ 507162 w 569632"/>
                <a:gd name="connsiteY1036" fmla="*/ 189168 h 267920"/>
                <a:gd name="connsiteX1037" fmla="*/ 504728 w 569632"/>
                <a:gd name="connsiteY1037" fmla="*/ 192416 h 267920"/>
                <a:gd name="connsiteX1038" fmla="*/ 503105 w 569632"/>
                <a:gd name="connsiteY1038" fmla="*/ 194851 h 267920"/>
                <a:gd name="connsiteX1039" fmla="*/ 501482 w 569632"/>
                <a:gd name="connsiteY1039" fmla="*/ 194851 h 267920"/>
                <a:gd name="connsiteX1040" fmla="*/ 501482 w 569632"/>
                <a:gd name="connsiteY1040" fmla="*/ 194039 h 267920"/>
                <a:gd name="connsiteX1041" fmla="*/ 500671 w 569632"/>
                <a:gd name="connsiteY1041" fmla="*/ 194851 h 267920"/>
                <a:gd name="connsiteX1042" fmla="*/ 499860 w 569632"/>
                <a:gd name="connsiteY1042" fmla="*/ 196475 h 267920"/>
                <a:gd name="connsiteX1043" fmla="*/ 499860 w 569632"/>
                <a:gd name="connsiteY1043" fmla="*/ 196475 h 267920"/>
                <a:gd name="connsiteX1044" fmla="*/ 503105 w 569632"/>
                <a:gd name="connsiteY1044" fmla="*/ 195663 h 267920"/>
                <a:gd name="connsiteX1045" fmla="*/ 498237 w 569632"/>
                <a:gd name="connsiteY1045" fmla="*/ 202970 h 267920"/>
                <a:gd name="connsiteX1046" fmla="*/ 498237 w 569632"/>
                <a:gd name="connsiteY1046" fmla="*/ 202970 h 267920"/>
                <a:gd name="connsiteX1047" fmla="*/ 496615 w 569632"/>
                <a:gd name="connsiteY1047" fmla="*/ 205406 h 267920"/>
                <a:gd name="connsiteX1048" fmla="*/ 495803 w 569632"/>
                <a:gd name="connsiteY1048" fmla="*/ 205406 h 267920"/>
                <a:gd name="connsiteX1049" fmla="*/ 496615 w 569632"/>
                <a:gd name="connsiteY1049" fmla="*/ 205406 h 267920"/>
                <a:gd name="connsiteX1050" fmla="*/ 497426 w 569632"/>
                <a:gd name="connsiteY1050" fmla="*/ 206218 h 267920"/>
                <a:gd name="connsiteX1051" fmla="*/ 497426 w 569632"/>
                <a:gd name="connsiteY1051" fmla="*/ 207029 h 267920"/>
                <a:gd name="connsiteX1052" fmla="*/ 496615 w 569632"/>
                <a:gd name="connsiteY1052" fmla="*/ 207029 h 267920"/>
                <a:gd name="connsiteX1053" fmla="*/ 495803 w 569632"/>
                <a:gd name="connsiteY1053" fmla="*/ 207029 h 267920"/>
                <a:gd name="connsiteX1054" fmla="*/ 494992 w 569632"/>
                <a:gd name="connsiteY1054" fmla="*/ 207029 h 267920"/>
                <a:gd name="connsiteX1055" fmla="*/ 494180 w 569632"/>
                <a:gd name="connsiteY1055" fmla="*/ 207029 h 267920"/>
                <a:gd name="connsiteX1056" fmla="*/ 494180 w 569632"/>
                <a:gd name="connsiteY1056" fmla="*/ 207841 h 267920"/>
                <a:gd name="connsiteX1057" fmla="*/ 494992 w 569632"/>
                <a:gd name="connsiteY1057" fmla="*/ 208653 h 267920"/>
                <a:gd name="connsiteX1058" fmla="*/ 494180 w 569632"/>
                <a:gd name="connsiteY1058" fmla="*/ 209465 h 267920"/>
                <a:gd name="connsiteX1059" fmla="*/ 493369 w 569632"/>
                <a:gd name="connsiteY1059" fmla="*/ 209465 h 267920"/>
                <a:gd name="connsiteX1060" fmla="*/ 492558 w 569632"/>
                <a:gd name="connsiteY1060" fmla="*/ 211901 h 267920"/>
                <a:gd name="connsiteX1061" fmla="*/ 490935 w 569632"/>
                <a:gd name="connsiteY1061" fmla="*/ 212713 h 267920"/>
                <a:gd name="connsiteX1062" fmla="*/ 489312 w 569632"/>
                <a:gd name="connsiteY1062" fmla="*/ 215148 h 267920"/>
                <a:gd name="connsiteX1063" fmla="*/ 488501 w 569632"/>
                <a:gd name="connsiteY1063" fmla="*/ 216772 h 267920"/>
                <a:gd name="connsiteX1064" fmla="*/ 488501 w 569632"/>
                <a:gd name="connsiteY1064" fmla="*/ 216772 h 267920"/>
                <a:gd name="connsiteX1065" fmla="*/ 488501 w 569632"/>
                <a:gd name="connsiteY1065" fmla="*/ 216772 h 267920"/>
                <a:gd name="connsiteX1066" fmla="*/ 487690 w 569632"/>
                <a:gd name="connsiteY1066" fmla="*/ 217584 h 267920"/>
                <a:gd name="connsiteX1067" fmla="*/ 486879 w 569632"/>
                <a:gd name="connsiteY1067" fmla="*/ 218396 h 267920"/>
                <a:gd name="connsiteX1068" fmla="*/ 487690 w 569632"/>
                <a:gd name="connsiteY1068" fmla="*/ 218396 h 267920"/>
                <a:gd name="connsiteX1069" fmla="*/ 488501 w 569632"/>
                <a:gd name="connsiteY1069" fmla="*/ 218396 h 267920"/>
                <a:gd name="connsiteX1070" fmla="*/ 487690 w 569632"/>
                <a:gd name="connsiteY1070" fmla="*/ 219208 h 267920"/>
                <a:gd name="connsiteX1071" fmla="*/ 486879 w 569632"/>
                <a:gd name="connsiteY1071" fmla="*/ 220020 h 267920"/>
                <a:gd name="connsiteX1072" fmla="*/ 486067 w 569632"/>
                <a:gd name="connsiteY1072" fmla="*/ 221643 h 267920"/>
                <a:gd name="connsiteX1073" fmla="*/ 485256 w 569632"/>
                <a:gd name="connsiteY1073" fmla="*/ 223267 h 267920"/>
                <a:gd name="connsiteX1074" fmla="*/ 484445 w 569632"/>
                <a:gd name="connsiteY1074" fmla="*/ 224079 h 267920"/>
                <a:gd name="connsiteX1075" fmla="*/ 483633 w 569632"/>
                <a:gd name="connsiteY1075" fmla="*/ 224891 h 267920"/>
                <a:gd name="connsiteX1076" fmla="*/ 483633 w 569632"/>
                <a:gd name="connsiteY1076" fmla="*/ 224891 h 267920"/>
                <a:gd name="connsiteX1077" fmla="*/ 482011 w 569632"/>
                <a:gd name="connsiteY1077" fmla="*/ 225703 h 267920"/>
                <a:gd name="connsiteX1078" fmla="*/ 482011 w 569632"/>
                <a:gd name="connsiteY1078" fmla="*/ 227326 h 267920"/>
                <a:gd name="connsiteX1079" fmla="*/ 482822 w 569632"/>
                <a:gd name="connsiteY1079" fmla="*/ 226515 h 267920"/>
                <a:gd name="connsiteX1080" fmla="*/ 484445 w 569632"/>
                <a:gd name="connsiteY1080" fmla="*/ 225703 h 267920"/>
                <a:gd name="connsiteX1081" fmla="*/ 484445 w 569632"/>
                <a:gd name="connsiteY1081" fmla="*/ 225703 h 267920"/>
                <a:gd name="connsiteX1082" fmla="*/ 483633 w 569632"/>
                <a:gd name="connsiteY1082" fmla="*/ 227326 h 267920"/>
                <a:gd name="connsiteX1083" fmla="*/ 482822 w 569632"/>
                <a:gd name="connsiteY1083" fmla="*/ 228950 h 267920"/>
                <a:gd name="connsiteX1084" fmla="*/ 482822 w 569632"/>
                <a:gd name="connsiteY1084" fmla="*/ 229762 h 267920"/>
                <a:gd name="connsiteX1085" fmla="*/ 482011 w 569632"/>
                <a:gd name="connsiteY1085" fmla="*/ 231386 h 267920"/>
                <a:gd name="connsiteX1086" fmla="*/ 480388 w 569632"/>
                <a:gd name="connsiteY1086" fmla="*/ 233010 h 267920"/>
                <a:gd name="connsiteX1087" fmla="*/ 479577 w 569632"/>
                <a:gd name="connsiteY1087" fmla="*/ 233822 h 267920"/>
                <a:gd name="connsiteX1088" fmla="*/ 479577 w 569632"/>
                <a:gd name="connsiteY1088" fmla="*/ 233010 h 267920"/>
                <a:gd name="connsiteX1089" fmla="*/ 481199 w 569632"/>
                <a:gd name="connsiteY1089" fmla="*/ 228950 h 267920"/>
                <a:gd name="connsiteX1090" fmla="*/ 482011 w 569632"/>
                <a:gd name="connsiteY1090" fmla="*/ 227326 h 267920"/>
                <a:gd name="connsiteX1091" fmla="*/ 478765 w 569632"/>
                <a:gd name="connsiteY1091" fmla="*/ 234633 h 267920"/>
                <a:gd name="connsiteX1092" fmla="*/ 479577 w 569632"/>
                <a:gd name="connsiteY1092" fmla="*/ 235445 h 267920"/>
                <a:gd name="connsiteX1093" fmla="*/ 479577 w 569632"/>
                <a:gd name="connsiteY1093" fmla="*/ 236257 h 267920"/>
                <a:gd name="connsiteX1094" fmla="*/ 478765 w 569632"/>
                <a:gd name="connsiteY1094" fmla="*/ 236257 h 267920"/>
                <a:gd name="connsiteX1095" fmla="*/ 477954 w 569632"/>
                <a:gd name="connsiteY1095" fmla="*/ 236257 h 267920"/>
                <a:gd name="connsiteX1096" fmla="*/ 477954 w 569632"/>
                <a:gd name="connsiteY1096" fmla="*/ 237881 h 267920"/>
                <a:gd name="connsiteX1097" fmla="*/ 477143 w 569632"/>
                <a:gd name="connsiteY1097" fmla="*/ 238693 h 267920"/>
                <a:gd name="connsiteX1098" fmla="*/ 476332 w 569632"/>
                <a:gd name="connsiteY1098" fmla="*/ 240317 h 267920"/>
                <a:gd name="connsiteX1099" fmla="*/ 476332 w 569632"/>
                <a:gd name="connsiteY1099" fmla="*/ 240317 h 267920"/>
                <a:gd name="connsiteX1100" fmla="*/ 476332 w 569632"/>
                <a:gd name="connsiteY1100" fmla="*/ 241940 h 267920"/>
                <a:gd name="connsiteX1101" fmla="*/ 476332 w 569632"/>
                <a:gd name="connsiteY1101" fmla="*/ 241940 h 267920"/>
                <a:gd name="connsiteX1102" fmla="*/ 475520 w 569632"/>
                <a:gd name="connsiteY1102" fmla="*/ 241128 h 267920"/>
                <a:gd name="connsiteX1103" fmla="*/ 474709 w 569632"/>
                <a:gd name="connsiteY1103" fmla="*/ 242752 h 267920"/>
                <a:gd name="connsiteX1104" fmla="*/ 473086 w 569632"/>
                <a:gd name="connsiteY1104" fmla="*/ 246812 h 267920"/>
                <a:gd name="connsiteX1105" fmla="*/ 472275 w 569632"/>
                <a:gd name="connsiteY1105" fmla="*/ 247623 h 267920"/>
                <a:gd name="connsiteX1106" fmla="*/ 470652 w 569632"/>
                <a:gd name="connsiteY1106" fmla="*/ 249247 h 267920"/>
                <a:gd name="connsiteX1107" fmla="*/ 469841 w 569632"/>
                <a:gd name="connsiteY1107" fmla="*/ 250059 h 267920"/>
                <a:gd name="connsiteX1108" fmla="*/ 470652 w 569632"/>
                <a:gd name="connsiteY1108" fmla="*/ 250059 h 267920"/>
                <a:gd name="connsiteX1109" fmla="*/ 471464 w 569632"/>
                <a:gd name="connsiteY1109" fmla="*/ 250059 h 267920"/>
                <a:gd name="connsiteX1110" fmla="*/ 470652 w 569632"/>
                <a:gd name="connsiteY1110" fmla="*/ 253307 h 267920"/>
                <a:gd name="connsiteX1111" fmla="*/ 469841 w 569632"/>
                <a:gd name="connsiteY1111" fmla="*/ 254930 h 267920"/>
                <a:gd name="connsiteX1112" fmla="*/ 469030 w 569632"/>
                <a:gd name="connsiteY1112" fmla="*/ 256554 h 267920"/>
                <a:gd name="connsiteX1113" fmla="*/ 469030 w 569632"/>
                <a:gd name="connsiteY1113" fmla="*/ 255742 h 267920"/>
                <a:gd name="connsiteX1114" fmla="*/ 469841 w 569632"/>
                <a:gd name="connsiteY1114" fmla="*/ 254119 h 267920"/>
                <a:gd name="connsiteX1115" fmla="*/ 469030 w 569632"/>
                <a:gd name="connsiteY1115" fmla="*/ 254119 h 267920"/>
                <a:gd name="connsiteX1116" fmla="*/ 468218 w 569632"/>
                <a:gd name="connsiteY1116" fmla="*/ 254119 h 267920"/>
                <a:gd name="connsiteX1117" fmla="*/ 467407 w 569632"/>
                <a:gd name="connsiteY1117" fmla="*/ 254119 h 267920"/>
                <a:gd name="connsiteX1118" fmla="*/ 467407 w 569632"/>
                <a:gd name="connsiteY1118" fmla="*/ 254930 h 267920"/>
                <a:gd name="connsiteX1119" fmla="*/ 467407 w 569632"/>
                <a:gd name="connsiteY1119" fmla="*/ 255742 h 267920"/>
                <a:gd name="connsiteX1120" fmla="*/ 466596 w 569632"/>
                <a:gd name="connsiteY1120" fmla="*/ 257366 h 267920"/>
                <a:gd name="connsiteX1121" fmla="*/ 465784 w 569632"/>
                <a:gd name="connsiteY1121" fmla="*/ 259802 h 267920"/>
                <a:gd name="connsiteX1122" fmla="*/ 465784 w 569632"/>
                <a:gd name="connsiteY1122" fmla="*/ 259802 h 267920"/>
                <a:gd name="connsiteX1123" fmla="*/ 466596 w 569632"/>
                <a:gd name="connsiteY1123" fmla="*/ 257366 h 267920"/>
                <a:gd name="connsiteX1124" fmla="*/ 468218 w 569632"/>
                <a:gd name="connsiteY1124" fmla="*/ 255742 h 267920"/>
                <a:gd name="connsiteX1125" fmla="*/ 469030 w 569632"/>
                <a:gd name="connsiteY1125" fmla="*/ 255742 h 267920"/>
                <a:gd name="connsiteX1126" fmla="*/ 467407 w 569632"/>
                <a:gd name="connsiteY1126" fmla="*/ 259802 h 267920"/>
                <a:gd name="connsiteX1127" fmla="*/ 466596 w 569632"/>
                <a:gd name="connsiteY1127" fmla="*/ 261425 h 267920"/>
                <a:gd name="connsiteX1128" fmla="*/ 466596 w 569632"/>
                <a:gd name="connsiteY1128" fmla="*/ 262237 h 267920"/>
                <a:gd name="connsiteX1129" fmla="*/ 465784 w 569632"/>
                <a:gd name="connsiteY1129" fmla="*/ 263049 h 267920"/>
                <a:gd name="connsiteX1130" fmla="*/ 465784 w 569632"/>
                <a:gd name="connsiteY1130" fmla="*/ 263861 h 267920"/>
                <a:gd name="connsiteX1131" fmla="*/ 465784 w 569632"/>
                <a:gd name="connsiteY1131" fmla="*/ 264673 h 267920"/>
                <a:gd name="connsiteX1132" fmla="*/ 465784 w 569632"/>
                <a:gd name="connsiteY1132" fmla="*/ 266297 h 267920"/>
                <a:gd name="connsiteX1133" fmla="*/ 465784 w 569632"/>
                <a:gd name="connsiteY1133" fmla="*/ 267920 h 267920"/>
                <a:gd name="connsiteX1134" fmla="*/ 462539 w 569632"/>
                <a:gd name="connsiteY1134" fmla="*/ 266297 h 267920"/>
                <a:gd name="connsiteX1135" fmla="*/ 457671 w 569632"/>
                <a:gd name="connsiteY1135" fmla="*/ 259802 h 267920"/>
                <a:gd name="connsiteX1136" fmla="*/ 460105 w 569632"/>
                <a:gd name="connsiteY1136" fmla="*/ 246000 h 267920"/>
                <a:gd name="connsiteX1137" fmla="*/ 461728 w 569632"/>
                <a:gd name="connsiteY1137" fmla="*/ 241128 h 267920"/>
                <a:gd name="connsiteX1138" fmla="*/ 468218 w 569632"/>
                <a:gd name="connsiteY1138" fmla="*/ 227326 h 267920"/>
                <a:gd name="connsiteX1139" fmla="*/ 469030 w 569632"/>
                <a:gd name="connsiteY1139" fmla="*/ 225703 h 267920"/>
                <a:gd name="connsiteX1140" fmla="*/ 469841 w 569632"/>
                <a:gd name="connsiteY1140" fmla="*/ 224079 h 267920"/>
                <a:gd name="connsiteX1141" fmla="*/ 470652 w 569632"/>
                <a:gd name="connsiteY1141" fmla="*/ 222455 h 267920"/>
                <a:gd name="connsiteX1142" fmla="*/ 483633 w 569632"/>
                <a:gd name="connsiteY1142" fmla="*/ 198099 h 267920"/>
                <a:gd name="connsiteX1143" fmla="*/ 490124 w 569632"/>
                <a:gd name="connsiteY1143" fmla="*/ 186732 h 267920"/>
                <a:gd name="connsiteX1144" fmla="*/ 492558 w 569632"/>
                <a:gd name="connsiteY1144" fmla="*/ 182673 h 267920"/>
                <a:gd name="connsiteX1145" fmla="*/ 494180 w 569632"/>
                <a:gd name="connsiteY1145" fmla="*/ 181049 h 267920"/>
                <a:gd name="connsiteX1146" fmla="*/ 499048 w 569632"/>
                <a:gd name="connsiteY1146" fmla="*/ 173742 h 267920"/>
                <a:gd name="connsiteX1147" fmla="*/ 500671 w 569632"/>
                <a:gd name="connsiteY1147" fmla="*/ 171307 h 267920"/>
                <a:gd name="connsiteX1148" fmla="*/ 503105 w 569632"/>
                <a:gd name="connsiteY1148" fmla="*/ 167247 h 267920"/>
                <a:gd name="connsiteX1149" fmla="*/ 505539 w 569632"/>
                <a:gd name="connsiteY1149" fmla="*/ 164000 h 267920"/>
                <a:gd name="connsiteX1150" fmla="*/ 507162 w 569632"/>
                <a:gd name="connsiteY1150" fmla="*/ 162376 h 267920"/>
                <a:gd name="connsiteX1151" fmla="*/ 505539 w 569632"/>
                <a:gd name="connsiteY1151" fmla="*/ 164812 h 267920"/>
                <a:gd name="connsiteX1152" fmla="*/ 503916 w 569632"/>
                <a:gd name="connsiteY1152" fmla="*/ 167247 h 267920"/>
                <a:gd name="connsiteX1153" fmla="*/ 507973 w 569632"/>
                <a:gd name="connsiteY1153" fmla="*/ 162376 h 267920"/>
                <a:gd name="connsiteX1154" fmla="*/ 507973 w 569632"/>
                <a:gd name="connsiteY1154" fmla="*/ 160752 h 267920"/>
                <a:gd name="connsiteX1155" fmla="*/ 507162 w 569632"/>
                <a:gd name="connsiteY1155" fmla="*/ 160752 h 267920"/>
                <a:gd name="connsiteX1156" fmla="*/ 507162 w 569632"/>
                <a:gd name="connsiteY1156" fmla="*/ 159940 h 267920"/>
                <a:gd name="connsiteX1157" fmla="*/ 508784 w 569632"/>
                <a:gd name="connsiteY1157" fmla="*/ 158317 h 267920"/>
                <a:gd name="connsiteX1158" fmla="*/ 514463 w 569632"/>
                <a:gd name="connsiteY1158" fmla="*/ 151010 h 267920"/>
                <a:gd name="connsiteX1159" fmla="*/ 512841 w 569632"/>
                <a:gd name="connsiteY1159" fmla="*/ 153445 h 267920"/>
                <a:gd name="connsiteX1160" fmla="*/ 511218 w 569632"/>
                <a:gd name="connsiteY1160" fmla="*/ 155881 h 267920"/>
                <a:gd name="connsiteX1161" fmla="*/ 512841 w 569632"/>
                <a:gd name="connsiteY1161" fmla="*/ 153445 h 267920"/>
                <a:gd name="connsiteX1162" fmla="*/ 514463 w 569632"/>
                <a:gd name="connsiteY1162" fmla="*/ 151010 h 267920"/>
                <a:gd name="connsiteX1163" fmla="*/ 516086 w 569632"/>
                <a:gd name="connsiteY1163" fmla="*/ 148574 h 267920"/>
                <a:gd name="connsiteX1164" fmla="*/ 515275 w 569632"/>
                <a:gd name="connsiteY1164" fmla="*/ 149386 h 267920"/>
                <a:gd name="connsiteX1165" fmla="*/ 513652 w 569632"/>
                <a:gd name="connsiteY1165" fmla="*/ 151010 h 267920"/>
                <a:gd name="connsiteX1166" fmla="*/ 514463 w 569632"/>
                <a:gd name="connsiteY1166" fmla="*/ 149386 h 267920"/>
                <a:gd name="connsiteX1167" fmla="*/ 516086 w 569632"/>
                <a:gd name="connsiteY1167" fmla="*/ 146950 h 267920"/>
                <a:gd name="connsiteX1168" fmla="*/ 516897 w 569632"/>
                <a:gd name="connsiteY1168" fmla="*/ 146138 h 267920"/>
                <a:gd name="connsiteX1169" fmla="*/ 520954 w 569632"/>
                <a:gd name="connsiteY1169" fmla="*/ 142079 h 267920"/>
                <a:gd name="connsiteX1170" fmla="*/ 519331 w 569632"/>
                <a:gd name="connsiteY1170" fmla="*/ 143703 h 267920"/>
                <a:gd name="connsiteX1171" fmla="*/ 517708 w 569632"/>
                <a:gd name="connsiteY1171" fmla="*/ 145327 h 267920"/>
                <a:gd name="connsiteX1172" fmla="*/ 523388 w 569632"/>
                <a:gd name="connsiteY1172" fmla="*/ 137208 h 267920"/>
                <a:gd name="connsiteX1173" fmla="*/ 524199 w 569632"/>
                <a:gd name="connsiteY1173" fmla="*/ 135584 h 267920"/>
                <a:gd name="connsiteX1174" fmla="*/ 525822 w 569632"/>
                <a:gd name="connsiteY1174" fmla="*/ 133960 h 267920"/>
                <a:gd name="connsiteX1175" fmla="*/ 528256 w 569632"/>
                <a:gd name="connsiteY1175" fmla="*/ 130713 h 267920"/>
                <a:gd name="connsiteX1176" fmla="*/ 527444 w 569632"/>
                <a:gd name="connsiteY1176" fmla="*/ 129901 h 267920"/>
                <a:gd name="connsiteX1177" fmla="*/ 525011 w 569632"/>
                <a:gd name="connsiteY1177" fmla="*/ 131525 h 267920"/>
                <a:gd name="connsiteX1178" fmla="*/ 522576 w 569632"/>
                <a:gd name="connsiteY1178" fmla="*/ 133148 h 267920"/>
                <a:gd name="connsiteX1179" fmla="*/ 521765 w 569632"/>
                <a:gd name="connsiteY1179" fmla="*/ 133960 h 267920"/>
                <a:gd name="connsiteX1180" fmla="*/ 520954 w 569632"/>
                <a:gd name="connsiteY1180" fmla="*/ 134772 h 267920"/>
                <a:gd name="connsiteX1181" fmla="*/ 519331 w 569632"/>
                <a:gd name="connsiteY1181" fmla="*/ 134772 h 267920"/>
                <a:gd name="connsiteX1182" fmla="*/ 519331 w 569632"/>
                <a:gd name="connsiteY1182" fmla="*/ 134772 h 267920"/>
                <a:gd name="connsiteX1183" fmla="*/ 519331 w 569632"/>
                <a:gd name="connsiteY1183" fmla="*/ 135584 h 267920"/>
                <a:gd name="connsiteX1184" fmla="*/ 517708 w 569632"/>
                <a:gd name="connsiteY1184" fmla="*/ 137208 h 267920"/>
                <a:gd name="connsiteX1185" fmla="*/ 514463 w 569632"/>
                <a:gd name="connsiteY1185" fmla="*/ 139643 h 267920"/>
                <a:gd name="connsiteX1186" fmla="*/ 512029 w 569632"/>
                <a:gd name="connsiteY1186" fmla="*/ 142079 h 267920"/>
                <a:gd name="connsiteX1187" fmla="*/ 510407 w 569632"/>
                <a:gd name="connsiteY1187" fmla="*/ 143703 h 267920"/>
                <a:gd name="connsiteX1188" fmla="*/ 507162 w 569632"/>
                <a:gd name="connsiteY1188" fmla="*/ 145327 h 267920"/>
                <a:gd name="connsiteX1189" fmla="*/ 504728 w 569632"/>
                <a:gd name="connsiteY1189" fmla="*/ 146950 h 267920"/>
                <a:gd name="connsiteX1190" fmla="*/ 502294 w 569632"/>
                <a:gd name="connsiteY1190" fmla="*/ 148574 h 267920"/>
                <a:gd name="connsiteX1191" fmla="*/ 500671 w 569632"/>
                <a:gd name="connsiteY1191" fmla="*/ 149386 h 267920"/>
                <a:gd name="connsiteX1192" fmla="*/ 498237 w 569632"/>
                <a:gd name="connsiteY1192" fmla="*/ 151010 h 267920"/>
                <a:gd name="connsiteX1193" fmla="*/ 488501 w 569632"/>
                <a:gd name="connsiteY1193" fmla="*/ 156693 h 267920"/>
                <a:gd name="connsiteX1194" fmla="*/ 486879 w 569632"/>
                <a:gd name="connsiteY1194" fmla="*/ 157505 h 267920"/>
                <a:gd name="connsiteX1195" fmla="*/ 477143 w 569632"/>
                <a:gd name="connsiteY1195" fmla="*/ 160752 h 267920"/>
                <a:gd name="connsiteX1196" fmla="*/ 469030 w 569632"/>
                <a:gd name="connsiteY1196" fmla="*/ 161564 h 267920"/>
                <a:gd name="connsiteX1197" fmla="*/ 461728 w 569632"/>
                <a:gd name="connsiteY1197" fmla="*/ 159129 h 267920"/>
                <a:gd name="connsiteX1198" fmla="*/ 454426 w 569632"/>
                <a:gd name="connsiteY1198" fmla="*/ 145327 h 267920"/>
                <a:gd name="connsiteX1199" fmla="*/ 457671 w 569632"/>
                <a:gd name="connsiteY1199" fmla="*/ 141267 h 267920"/>
                <a:gd name="connsiteX1200" fmla="*/ 461728 w 569632"/>
                <a:gd name="connsiteY1200" fmla="*/ 250871 h 267920"/>
                <a:gd name="connsiteX1201" fmla="*/ 461728 w 569632"/>
                <a:gd name="connsiteY1201" fmla="*/ 250871 h 267920"/>
                <a:gd name="connsiteX1202" fmla="*/ 461728 w 569632"/>
                <a:gd name="connsiteY1202" fmla="*/ 250871 h 267920"/>
                <a:gd name="connsiteX1203" fmla="*/ 461728 w 569632"/>
                <a:gd name="connsiteY1203" fmla="*/ 250871 h 267920"/>
                <a:gd name="connsiteX1204" fmla="*/ 462539 w 569632"/>
                <a:gd name="connsiteY1204" fmla="*/ 252495 h 267920"/>
                <a:gd name="connsiteX1205" fmla="*/ 462539 w 569632"/>
                <a:gd name="connsiteY1205" fmla="*/ 252495 h 267920"/>
                <a:gd name="connsiteX1206" fmla="*/ 462539 w 569632"/>
                <a:gd name="connsiteY1206" fmla="*/ 252495 h 267920"/>
                <a:gd name="connsiteX1207" fmla="*/ 462539 w 569632"/>
                <a:gd name="connsiteY1207" fmla="*/ 252495 h 267920"/>
                <a:gd name="connsiteX1208" fmla="*/ 462539 w 569632"/>
                <a:gd name="connsiteY1208" fmla="*/ 252495 h 267920"/>
                <a:gd name="connsiteX1209" fmla="*/ 463351 w 569632"/>
                <a:gd name="connsiteY1209" fmla="*/ 246812 h 267920"/>
                <a:gd name="connsiteX1210" fmla="*/ 463351 w 569632"/>
                <a:gd name="connsiteY1210" fmla="*/ 245188 h 267920"/>
                <a:gd name="connsiteX1211" fmla="*/ 462539 w 569632"/>
                <a:gd name="connsiteY1211" fmla="*/ 246000 h 267920"/>
                <a:gd name="connsiteX1212" fmla="*/ 463351 w 569632"/>
                <a:gd name="connsiteY1212" fmla="*/ 246812 h 267920"/>
                <a:gd name="connsiteX1213" fmla="*/ 463351 w 569632"/>
                <a:gd name="connsiteY1213" fmla="*/ 250871 h 267920"/>
                <a:gd name="connsiteX1214" fmla="*/ 463351 w 569632"/>
                <a:gd name="connsiteY1214" fmla="*/ 250871 h 267920"/>
                <a:gd name="connsiteX1215" fmla="*/ 463351 w 569632"/>
                <a:gd name="connsiteY1215" fmla="*/ 250871 h 267920"/>
                <a:gd name="connsiteX1216" fmla="*/ 463351 w 569632"/>
                <a:gd name="connsiteY1216" fmla="*/ 250871 h 267920"/>
                <a:gd name="connsiteX1217" fmla="*/ 464162 w 569632"/>
                <a:gd name="connsiteY1217" fmla="*/ 249247 h 267920"/>
                <a:gd name="connsiteX1218" fmla="*/ 464162 w 569632"/>
                <a:gd name="connsiteY1218" fmla="*/ 249247 h 267920"/>
                <a:gd name="connsiteX1219" fmla="*/ 464162 w 569632"/>
                <a:gd name="connsiteY1219" fmla="*/ 249247 h 267920"/>
                <a:gd name="connsiteX1220" fmla="*/ 464162 w 569632"/>
                <a:gd name="connsiteY1220" fmla="*/ 248435 h 267920"/>
                <a:gd name="connsiteX1221" fmla="*/ 464162 w 569632"/>
                <a:gd name="connsiteY1221" fmla="*/ 249247 h 267920"/>
                <a:gd name="connsiteX1222" fmla="*/ 464162 w 569632"/>
                <a:gd name="connsiteY1222" fmla="*/ 242752 h 267920"/>
                <a:gd name="connsiteX1223" fmla="*/ 465784 w 569632"/>
                <a:gd name="connsiteY1223" fmla="*/ 241940 h 267920"/>
                <a:gd name="connsiteX1224" fmla="*/ 464973 w 569632"/>
                <a:gd name="connsiteY1224" fmla="*/ 241128 h 267920"/>
                <a:gd name="connsiteX1225" fmla="*/ 464973 w 569632"/>
                <a:gd name="connsiteY1225" fmla="*/ 241940 h 267920"/>
                <a:gd name="connsiteX1226" fmla="*/ 464162 w 569632"/>
                <a:gd name="connsiteY1226" fmla="*/ 242752 h 267920"/>
                <a:gd name="connsiteX1227" fmla="*/ 464162 w 569632"/>
                <a:gd name="connsiteY1227" fmla="*/ 242752 h 267920"/>
                <a:gd name="connsiteX1228" fmla="*/ 466596 w 569632"/>
                <a:gd name="connsiteY1228" fmla="*/ 246000 h 267920"/>
                <a:gd name="connsiteX1229" fmla="*/ 466596 w 569632"/>
                <a:gd name="connsiteY1229" fmla="*/ 246000 h 267920"/>
                <a:gd name="connsiteX1230" fmla="*/ 467407 w 569632"/>
                <a:gd name="connsiteY1230" fmla="*/ 242752 h 267920"/>
                <a:gd name="connsiteX1231" fmla="*/ 467407 w 569632"/>
                <a:gd name="connsiteY1231" fmla="*/ 241940 h 267920"/>
                <a:gd name="connsiteX1232" fmla="*/ 467407 w 569632"/>
                <a:gd name="connsiteY1232" fmla="*/ 241128 h 267920"/>
                <a:gd name="connsiteX1233" fmla="*/ 467407 w 569632"/>
                <a:gd name="connsiteY1233" fmla="*/ 240317 h 267920"/>
                <a:gd name="connsiteX1234" fmla="*/ 466596 w 569632"/>
                <a:gd name="connsiteY1234" fmla="*/ 241128 h 267920"/>
                <a:gd name="connsiteX1235" fmla="*/ 465784 w 569632"/>
                <a:gd name="connsiteY1235" fmla="*/ 242752 h 267920"/>
                <a:gd name="connsiteX1236" fmla="*/ 465784 w 569632"/>
                <a:gd name="connsiteY1236" fmla="*/ 243564 h 267920"/>
                <a:gd name="connsiteX1237" fmla="*/ 466596 w 569632"/>
                <a:gd name="connsiteY1237" fmla="*/ 246000 h 267920"/>
                <a:gd name="connsiteX1238" fmla="*/ 467407 w 569632"/>
                <a:gd name="connsiteY1238" fmla="*/ 253307 h 267920"/>
                <a:gd name="connsiteX1239" fmla="*/ 467407 w 569632"/>
                <a:gd name="connsiteY1239" fmla="*/ 253307 h 267920"/>
                <a:gd name="connsiteX1240" fmla="*/ 467407 w 569632"/>
                <a:gd name="connsiteY1240" fmla="*/ 253307 h 267920"/>
                <a:gd name="connsiteX1241" fmla="*/ 467407 w 569632"/>
                <a:gd name="connsiteY1241" fmla="*/ 253307 h 267920"/>
                <a:gd name="connsiteX1242" fmla="*/ 467407 w 569632"/>
                <a:gd name="connsiteY1242" fmla="*/ 237069 h 267920"/>
                <a:gd name="connsiteX1243" fmla="*/ 467407 w 569632"/>
                <a:gd name="connsiteY1243" fmla="*/ 237069 h 267920"/>
                <a:gd name="connsiteX1244" fmla="*/ 467407 w 569632"/>
                <a:gd name="connsiteY1244" fmla="*/ 237069 h 267920"/>
                <a:gd name="connsiteX1245" fmla="*/ 469030 w 569632"/>
                <a:gd name="connsiteY1245" fmla="*/ 235445 h 267920"/>
                <a:gd name="connsiteX1246" fmla="*/ 469030 w 569632"/>
                <a:gd name="connsiteY1246" fmla="*/ 233822 h 267920"/>
                <a:gd name="connsiteX1247" fmla="*/ 468218 w 569632"/>
                <a:gd name="connsiteY1247" fmla="*/ 234633 h 267920"/>
                <a:gd name="connsiteX1248" fmla="*/ 467407 w 569632"/>
                <a:gd name="connsiteY1248" fmla="*/ 235445 h 267920"/>
                <a:gd name="connsiteX1249" fmla="*/ 467407 w 569632"/>
                <a:gd name="connsiteY1249" fmla="*/ 237069 h 267920"/>
                <a:gd name="connsiteX1250" fmla="*/ 468218 w 569632"/>
                <a:gd name="connsiteY1250" fmla="*/ 250871 h 267920"/>
                <a:gd name="connsiteX1251" fmla="*/ 468218 w 569632"/>
                <a:gd name="connsiteY1251" fmla="*/ 250871 h 267920"/>
                <a:gd name="connsiteX1252" fmla="*/ 468218 w 569632"/>
                <a:gd name="connsiteY1252" fmla="*/ 250871 h 267920"/>
                <a:gd name="connsiteX1253" fmla="*/ 468218 w 569632"/>
                <a:gd name="connsiteY1253" fmla="*/ 250871 h 267920"/>
                <a:gd name="connsiteX1254" fmla="*/ 468218 w 569632"/>
                <a:gd name="connsiteY1254" fmla="*/ 250871 h 267920"/>
                <a:gd name="connsiteX1255" fmla="*/ 468218 w 569632"/>
                <a:gd name="connsiteY1255" fmla="*/ 238693 h 267920"/>
                <a:gd name="connsiteX1256" fmla="*/ 468218 w 569632"/>
                <a:gd name="connsiteY1256" fmla="*/ 238693 h 267920"/>
                <a:gd name="connsiteX1257" fmla="*/ 468218 w 569632"/>
                <a:gd name="connsiteY1257" fmla="*/ 238693 h 267920"/>
                <a:gd name="connsiteX1258" fmla="*/ 468218 w 569632"/>
                <a:gd name="connsiteY1258" fmla="*/ 238693 h 267920"/>
                <a:gd name="connsiteX1259" fmla="*/ 468218 w 569632"/>
                <a:gd name="connsiteY1259" fmla="*/ 238693 h 267920"/>
                <a:gd name="connsiteX1260" fmla="*/ 469841 w 569632"/>
                <a:gd name="connsiteY1260" fmla="*/ 237069 h 267920"/>
                <a:gd name="connsiteX1261" fmla="*/ 470652 w 569632"/>
                <a:gd name="connsiteY1261" fmla="*/ 235445 h 267920"/>
                <a:gd name="connsiteX1262" fmla="*/ 469841 w 569632"/>
                <a:gd name="connsiteY1262" fmla="*/ 235445 h 267920"/>
                <a:gd name="connsiteX1263" fmla="*/ 469841 w 569632"/>
                <a:gd name="connsiteY1263" fmla="*/ 236257 h 267920"/>
                <a:gd name="connsiteX1264" fmla="*/ 469030 w 569632"/>
                <a:gd name="connsiteY1264" fmla="*/ 236257 h 267920"/>
                <a:gd name="connsiteX1265" fmla="*/ 469030 w 569632"/>
                <a:gd name="connsiteY1265" fmla="*/ 237069 h 267920"/>
                <a:gd name="connsiteX1266" fmla="*/ 469841 w 569632"/>
                <a:gd name="connsiteY1266" fmla="*/ 237069 h 267920"/>
                <a:gd name="connsiteX1267" fmla="*/ 469841 w 569632"/>
                <a:gd name="connsiteY1267" fmla="*/ 247623 h 267920"/>
                <a:gd name="connsiteX1268" fmla="*/ 469841 w 569632"/>
                <a:gd name="connsiteY1268" fmla="*/ 247623 h 267920"/>
                <a:gd name="connsiteX1269" fmla="*/ 469841 w 569632"/>
                <a:gd name="connsiteY1269" fmla="*/ 247623 h 267920"/>
                <a:gd name="connsiteX1270" fmla="*/ 469841 w 569632"/>
                <a:gd name="connsiteY1270" fmla="*/ 247623 h 267920"/>
                <a:gd name="connsiteX1271" fmla="*/ 469841 w 569632"/>
                <a:gd name="connsiteY1271" fmla="*/ 247623 h 267920"/>
                <a:gd name="connsiteX1272" fmla="*/ 469841 w 569632"/>
                <a:gd name="connsiteY1272" fmla="*/ 242752 h 267920"/>
                <a:gd name="connsiteX1273" fmla="*/ 469841 w 569632"/>
                <a:gd name="connsiteY1273" fmla="*/ 242752 h 267920"/>
                <a:gd name="connsiteX1274" fmla="*/ 469841 w 569632"/>
                <a:gd name="connsiteY1274" fmla="*/ 242752 h 267920"/>
                <a:gd name="connsiteX1275" fmla="*/ 469841 w 569632"/>
                <a:gd name="connsiteY1275" fmla="*/ 242752 h 267920"/>
                <a:gd name="connsiteX1276" fmla="*/ 469841 w 569632"/>
                <a:gd name="connsiteY1276" fmla="*/ 242752 h 267920"/>
                <a:gd name="connsiteX1277" fmla="*/ 470652 w 569632"/>
                <a:gd name="connsiteY1277" fmla="*/ 233822 h 267920"/>
                <a:gd name="connsiteX1278" fmla="*/ 470652 w 569632"/>
                <a:gd name="connsiteY1278" fmla="*/ 233822 h 267920"/>
                <a:gd name="connsiteX1279" fmla="*/ 470652 w 569632"/>
                <a:gd name="connsiteY1279" fmla="*/ 233822 h 267920"/>
                <a:gd name="connsiteX1280" fmla="*/ 470652 w 569632"/>
                <a:gd name="connsiteY1280" fmla="*/ 233822 h 267920"/>
                <a:gd name="connsiteX1281" fmla="*/ 470652 w 569632"/>
                <a:gd name="connsiteY1281" fmla="*/ 233822 h 267920"/>
                <a:gd name="connsiteX1282" fmla="*/ 470652 w 569632"/>
                <a:gd name="connsiteY1282" fmla="*/ 233010 h 267920"/>
                <a:gd name="connsiteX1283" fmla="*/ 470652 w 569632"/>
                <a:gd name="connsiteY1283" fmla="*/ 233010 h 267920"/>
                <a:gd name="connsiteX1284" fmla="*/ 471464 w 569632"/>
                <a:gd name="connsiteY1284" fmla="*/ 232198 h 267920"/>
                <a:gd name="connsiteX1285" fmla="*/ 473086 w 569632"/>
                <a:gd name="connsiteY1285" fmla="*/ 230574 h 267920"/>
                <a:gd name="connsiteX1286" fmla="*/ 473898 w 569632"/>
                <a:gd name="connsiteY1286" fmla="*/ 229762 h 267920"/>
                <a:gd name="connsiteX1287" fmla="*/ 473898 w 569632"/>
                <a:gd name="connsiteY1287" fmla="*/ 229762 h 267920"/>
                <a:gd name="connsiteX1288" fmla="*/ 473898 w 569632"/>
                <a:gd name="connsiteY1288" fmla="*/ 229762 h 267920"/>
                <a:gd name="connsiteX1289" fmla="*/ 474709 w 569632"/>
                <a:gd name="connsiteY1289" fmla="*/ 228950 h 267920"/>
                <a:gd name="connsiteX1290" fmla="*/ 474709 w 569632"/>
                <a:gd name="connsiteY1290" fmla="*/ 227326 h 267920"/>
                <a:gd name="connsiteX1291" fmla="*/ 474709 w 569632"/>
                <a:gd name="connsiteY1291" fmla="*/ 226515 h 267920"/>
                <a:gd name="connsiteX1292" fmla="*/ 474709 w 569632"/>
                <a:gd name="connsiteY1292" fmla="*/ 227326 h 267920"/>
                <a:gd name="connsiteX1293" fmla="*/ 474709 w 569632"/>
                <a:gd name="connsiteY1293" fmla="*/ 228138 h 267920"/>
                <a:gd name="connsiteX1294" fmla="*/ 473898 w 569632"/>
                <a:gd name="connsiteY1294" fmla="*/ 228950 h 267920"/>
                <a:gd name="connsiteX1295" fmla="*/ 473898 w 569632"/>
                <a:gd name="connsiteY1295" fmla="*/ 229762 h 267920"/>
                <a:gd name="connsiteX1296" fmla="*/ 470652 w 569632"/>
                <a:gd name="connsiteY1296" fmla="*/ 233010 h 267920"/>
                <a:gd name="connsiteX1297" fmla="*/ 470652 w 569632"/>
                <a:gd name="connsiteY1297" fmla="*/ 246000 h 267920"/>
                <a:gd name="connsiteX1298" fmla="*/ 470652 w 569632"/>
                <a:gd name="connsiteY1298" fmla="*/ 246000 h 267920"/>
                <a:gd name="connsiteX1299" fmla="*/ 472275 w 569632"/>
                <a:gd name="connsiteY1299" fmla="*/ 244376 h 267920"/>
                <a:gd name="connsiteX1300" fmla="*/ 473086 w 569632"/>
                <a:gd name="connsiteY1300" fmla="*/ 243564 h 267920"/>
                <a:gd name="connsiteX1301" fmla="*/ 473898 w 569632"/>
                <a:gd name="connsiteY1301" fmla="*/ 243564 h 267920"/>
                <a:gd name="connsiteX1302" fmla="*/ 472275 w 569632"/>
                <a:gd name="connsiteY1302" fmla="*/ 241940 h 267920"/>
                <a:gd name="connsiteX1303" fmla="*/ 472275 w 569632"/>
                <a:gd name="connsiteY1303" fmla="*/ 242752 h 267920"/>
                <a:gd name="connsiteX1304" fmla="*/ 471464 w 569632"/>
                <a:gd name="connsiteY1304" fmla="*/ 244376 h 267920"/>
                <a:gd name="connsiteX1305" fmla="*/ 470652 w 569632"/>
                <a:gd name="connsiteY1305" fmla="*/ 246000 h 267920"/>
                <a:gd name="connsiteX1306" fmla="*/ 471464 w 569632"/>
                <a:gd name="connsiteY1306" fmla="*/ 239505 h 267920"/>
                <a:gd name="connsiteX1307" fmla="*/ 473898 w 569632"/>
                <a:gd name="connsiteY1307" fmla="*/ 239505 h 267920"/>
                <a:gd name="connsiteX1308" fmla="*/ 474709 w 569632"/>
                <a:gd name="connsiteY1308" fmla="*/ 237881 h 267920"/>
                <a:gd name="connsiteX1309" fmla="*/ 473898 w 569632"/>
                <a:gd name="connsiteY1309" fmla="*/ 237881 h 267920"/>
                <a:gd name="connsiteX1310" fmla="*/ 471464 w 569632"/>
                <a:gd name="connsiteY1310" fmla="*/ 239505 h 267920"/>
                <a:gd name="connsiteX1311" fmla="*/ 471464 w 569632"/>
                <a:gd name="connsiteY1311" fmla="*/ 239505 h 267920"/>
                <a:gd name="connsiteX1312" fmla="*/ 472275 w 569632"/>
                <a:gd name="connsiteY1312" fmla="*/ 246812 h 267920"/>
                <a:gd name="connsiteX1313" fmla="*/ 472275 w 569632"/>
                <a:gd name="connsiteY1313" fmla="*/ 246812 h 267920"/>
                <a:gd name="connsiteX1314" fmla="*/ 472275 w 569632"/>
                <a:gd name="connsiteY1314" fmla="*/ 246000 h 267920"/>
                <a:gd name="connsiteX1315" fmla="*/ 472275 w 569632"/>
                <a:gd name="connsiteY1315" fmla="*/ 246812 h 267920"/>
                <a:gd name="connsiteX1316" fmla="*/ 472275 w 569632"/>
                <a:gd name="connsiteY1316" fmla="*/ 246812 h 267920"/>
                <a:gd name="connsiteX1317" fmla="*/ 473898 w 569632"/>
                <a:gd name="connsiteY1317" fmla="*/ 233822 h 267920"/>
                <a:gd name="connsiteX1318" fmla="*/ 473898 w 569632"/>
                <a:gd name="connsiteY1318" fmla="*/ 233822 h 267920"/>
                <a:gd name="connsiteX1319" fmla="*/ 474709 w 569632"/>
                <a:gd name="connsiteY1319" fmla="*/ 233822 h 267920"/>
                <a:gd name="connsiteX1320" fmla="*/ 473898 w 569632"/>
                <a:gd name="connsiteY1320" fmla="*/ 233822 h 267920"/>
                <a:gd name="connsiteX1321" fmla="*/ 473898 w 569632"/>
                <a:gd name="connsiteY1321" fmla="*/ 233822 h 267920"/>
                <a:gd name="connsiteX1322" fmla="*/ 474709 w 569632"/>
                <a:gd name="connsiteY1322" fmla="*/ 220020 h 267920"/>
                <a:gd name="connsiteX1323" fmla="*/ 475520 w 569632"/>
                <a:gd name="connsiteY1323" fmla="*/ 219208 h 267920"/>
                <a:gd name="connsiteX1324" fmla="*/ 476332 w 569632"/>
                <a:gd name="connsiteY1324" fmla="*/ 218396 h 267920"/>
                <a:gd name="connsiteX1325" fmla="*/ 476332 w 569632"/>
                <a:gd name="connsiteY1325" fmla="*/ 216772 h 267920"/>
                <a:gd name="connsiteX1326" fmla="*/ 475520 w 569632"/>
                <a:gd name="connsiteY1326" fmla="*/ 218396 h 267920"/>
                <a:gd name="connsiteX1327" fmla="*/ 474709 w 569632"/>
                <a:gd name="connsiteY1327" fmla="*/ 220020 h 267920"/>
                <a:gd name="connsiteX1328" fmla="*/ 474709 w 569632"/>
                <a:gd name="connsiteY1328" fmla="*/ 220020 h 267920"/>
                <a:gd name="connsiteX1329" fmla="*/ 474709 w 569632"/>
                <a:gd name="connsiteY1329" fmla="*/ 225703 h 267920"/>
                <a:gd name="connsiteX1330" fmla="*/ 475520 w 569632"/>
                <a:gd name="connsiteY1330" fmla="*/ 224891 h 267920"/>
                <a:gd name="connsiteX1331" fmla="*/ 474709 w 569632"/>
                <a:gd name="connsiteY1331" fmla="*/ 224891 h 267920"/>
                <a:gd name="connsiteX1332" fmla="*/ 474709 w 569632"/>
                <a:gd name="connsiteY1332" fmla="*/ 225703 h 267920"/>
                <a:gd name="connsiteX1333" fmla="*/ 475520 w 569632"/>
                <a:gd name="connsiteY1333" fmla="*/ 233010 h 267920"/>
                <a:gd name="connsiteX1334" fmla="*/ 475520 w 569632"/>
                <a:gd name="connsiteY1334" fmla="*/ 233010 h 267920"/>
                <a:gd name="connsiteX1335" fmla="*/ 475520 w 569632"/>
                <a:gd name="connsiteY1335" fmla="*/ 233010 h 267920"/>
                <a:gd name="connsiteX1336" fmla="*/ 475520 w 569632"/>
                <a:gd name="connsiteY1336" fmla="*/ 233010 h 267920"/>
                <a:gd name="connsiteX1337" fmla="*/ 477143 w 569632"/>
                <a:gd name="connsiteY1337" fmla="*/ 233822 h 267920"/>
                <a:gd name="connsiteX1338" fmla="*/ 477954 w 569632"/>
                <a:gd name="connsiteY1338" fmla="*/ 232198 h 267920"/>
                <a:gd name="connsiteX1339" fmla="*/ 476332 w 569632"/>
                <a:gd name="connsiteY1339" fmla="*/ 235445 h 267920"/>
                <a:gd name="connsiteX1340" fmla="*/ 477143 w 569632"/>
                <a:gd name="connsiteY1340" fmla="*/ 233822 h 267920"/>
                <a:gd name="connsiteX1341" fmla="*/ 476332 w 569632"/>
                <a:gd name="connsiteY1341" fmla="*/ 222455 h 267920"/>
                <a:gd name="connsiteX1342" fmla="*/ 477143 w 569632"/>
                <a:gd name="connsiteY1342" fmla="*/ 222455 h 267920"/>
                <a:gd name="connsiteX1343" fmla="*/ 476332 w 569632"/>
                <a:gd name="connsiteY1343" fmla="*/ 222455 h 267920"/>
                <a:gd name="connsiteX1344" fmla="*/ 476332 w 569632"/>
                <a:gd name="connsiteY1344" fmla="*/ 222455 h 267920"/>
                <a:gd name="connsiteX1345" fmla="*/ 477954 w 569632"/>
                <a:gd name="connsiteY1345" fmla="*/ 222455 h 267920"/>
                <a:gd name="connsiteX1346" fmla="*/ 479577 w 569632"/>
                <a:gd name="connsiteY1346" fmla="*/ 221643 h 267920"/>
                <a:gd name="connsiteX1347" fmla="*/ 480388 w 569632"/>
                <a:gd name="connsiteY1347" fmla="*/ 218396 h 267920"/>
                <a:gd name="connsiteX1348" fmla="*/ 479577 w 569632"/>
                <a:gd name="connsiteY1348" fmla="*/ 219208 h 267920"/>
                <a:gd name="connsiteX1349" fmla="*/ 478765 w 569632"/>
                <a:gd name="connsiteY1349" fmla="*/ 220831 h 267920"/>
                <a:gd name="connsiteX1350" fmla="*/ 478765 w 569632"/>
                <a:gd name="connsiteY1350" fmla="*/ 220831 h 267920"/>
                <a:gd name="connsiteX1351" fmla="*/ 477954 w 569632"/>
                <a:gd name="connsiteY1351" fmla="*/ 222455 h 267920"/>
                <a:gd name="connsiteX1352" fmla="*/ 477954 w 569632"/>
                <a:gd name="connsiteY1352" fmla="*/ 222455 h 267920"/>
                <a:gd name="connsiteX1353" fmla="*/ 477954 w 569632"/>
                <a:gd name="connsiteY1353" fmla="*/ 228950 h 267920"/>
                <a:gd name="connsiteX1354" fmla="*/ 478765 w 569632"/>
                <a:gd name="connsiteY1354" fmla="*/ 227326 h 267920"/>
                <a:gd name="connsiteX1355" fmla="*/ 478765 w 569632"/>
                <a:gd name="connsiteY1355" fmla="*/ 226515 h 267920"/>
                <a:gd name="connsiteX1356" fmla="*/ 477954 w 569632"/>
                <a:gd name="connsiteY1356" fmla="*/ 228950 h 267920"/>
                <a:gd name="connsiteX1357" fmla="*/ 477954 w 569632"/>
                <a:gd name="connsiteY1357" fmla="*/ 228950 h 267920"/>
                <a:gd name="connsiteX1358" fmla="*/ 478765 w 569632"/>
                <a:gd name="connsiteY1358" fmla="*/ 212713 h 267920"/>
                <a:gd name="connsiteX1359" fmla="*/ 478765 w 569632"/>
                <a:gd name="connsiteY1359" fmla="*/ 212713 h 267920"/>
                <a:gd name="connsiteX1360" fmla="*/ 478765 w 569632"/>
                <a:gd name="connsiteY1360" fmla="*/ 212713 h 267920"/>
                <a:gd name="connsiteX1361" fmla="*/ 478765 w 569632"/>
                <a:gd name="connsiteY1361" fmla="*/ 212713 h 267920"/>
                <a:gd name="connsiteX1362" fmla="*/ 478765 w 569632"/>
                <a:gd name="connsiteY1362" fmla="*/ 212713 h 267920"/>
                <a:gd name="connsiteX1363" fmla="*/ 479577 w 569632"/>
                <a:gd name="connsiteY1363" fmla="*/ 226515 h 267920"/>
                <a:gd name="connsiteX1364" fmla="*/ 480388 w 569632"/>
                <a:gd name="connsiteY1364" fmla="*/ 224891 h 267920"/>
                <a:gd name="connsiteX1365" fmla="*/ 479577 w 569632"/>
                <a:gd name="connsiteY1365" fmla="*/ 224891 h 267920"/>
                <a:gd name="connsiteX1366" fmla="*/ 479577 w 569632"/>
                <a:gd name="connsiteY1366" fmla="*/ 226515 h 267920"/>
                <a:gd name="connsiteX1367" fmla="*/ 479577 w 569632"/>
                <a:gd name="connsiteY1367" fmla="*/ 215148 h 267920"/>
                <a:gd name="connsiteX1368" fmla="*/ 479577 w 569632"/>
                <a:gd name="connsiteY1368" fmla="*/ 215148 h 267920"/>
                <a:gd name="connsiteX1369" fmla="*/ 479577 w 569632"/>
                <a:gd name="connsiteY1369" fmla="*/ 213525 h 267920"/>
                <a:gd name="connsiteX1370" fmla="*/ 479577 w 569632"/>
                <a:gd name="connsiteY1370" fmla="*/ 215148 h 267920"/>
                <a:gd name="connsiteX1371" fmla="*/ 480388 w 569632"/>
                <a:gd name="connsiteY1371" fmla="*/ 227326 h 267920"/>
                <a:gd name="connsiteX1372" fmla="*/ 480388 w 569632"/>
                <a:gd name="connsiteY1372" fmla="*/ 227326 h 267920"/>
                <a:gd name="connsiteX1373" fmla="*/ 480388 w 569632"/>
                <a:gd name="connsiteY1373" fmla="*/ 227326 h 267920"/>
                <a:gd name="connsiteX1374" fmla="*/ 480388 w 569632"/>
                <a:gd name="connsiteY1374" fmla="*/ 227326 h 267920"/>
                <a:gd name="connsiteX1375" fmla="*/ 480388 w 569632"/>
                <a:gd name="connsiteY1375" fmla="*/ 227326 h 267920"/>
                <a:gd name="connsiteX1376" fmla="*/ 481199 w 569632"/>
                <a:gd name="connsiteY1376" fmla="*/ 214336 h 267920"/>
                <a:gd name="connsiteX1377" fmla="*/ 481199 w 569632"/>
                <a:gd name="connsiteY1377" fmla="*/ 214336 h 267920"/>
                <a:gd name="connsiteX1378" fmla="*/ 481199 w 569632"/>
                <a:gd name="connsiteY1378" fmla="*/ 212713 h 267920"/>
                <a:gd name="connsiteX1379" fmla="*/ 481199 w 569632"/>
                <a:gd name="connsiteY1379" fmla="*/ 211901 h 267920"/>
                <a:gd name="connsiteX1380" fmla="*/ 480388 w 569632"/>
                <a:gd name="connsiteY1380" fmla="*/ 211901 h 267920"/>
                <a:gd name="connsiteX1381" fmla="*/ 481199 w 569632"/>
                <a:gd name="connsiteY1381" fmla="*/ 214336 h 267920"/>
                <a:gd name="connsiteX1382" fmla="*/ 482011 w 569632"/>
                <a:gd name="connsiteY1382" fmla="*/ 222455 h 267920"/>
                <a:gd name="connsiteX1383" fmla="*/ 483633 w 569632"/>
                <a:gd name="connsiteY1383" fmla="*/ 220831 h 267920"/>
                <a:gd name="connsiteX1384" fmla="*/ 483633 w 569632"/>
                <a:gd name="connsiteY1384" fmla="*/ 220020 h 267920"/>
                <a:gd name="connsiteX1385" fmla="*/ 482822 w 569632"/>
                <a:gd name="connsiteY1385" fmla="*/ 220831 h 267920"/>
                <a:gd name="connsiteX1386" fmla="*/ 482011 w 569632"/>
                <a:gd name="connsiteY1386" fmla="*/ 222455 h 267920"/>
                <a:gd name="connsiteX1387" fmla="*/ 482011 w 569632"/>
                <a:gd name="connsiteY1387" fmla="*/ 221643 h 267920"/>
                <a:gd name="connsiteX1388" fmla="*/ 482011 w 569632"/>
                <a:gd name="connsiteY1388" fmla="*/ 220831 h 267920"/>
                <a:gd name="connsiteX1389" fmla="*/ 482011 w 569632"/>
                <a:gd name="connsiteY1389" fmla="*/ 222455 h 267920"/>
                <a:gd name="connsiteX1390" fmla="*/ 482011 w 569632"/>
                <a:gd name="connsiteY1390" fmla="*/ 222455 h 267920"/>
                <a:gd name="connsiteX1391" fmla="*/ 482011 w 569632"/>
                <a:gd name="connsiteY1391" fmla="*/ 206218 h 267920"/>
                <a:gd name="connsiteX1392" fmla="*/ 482822 w 569632"/>
                <a:gd name="connsiteY1392" fmla="*/ 205406 h 267920"/>
                <a:gd name="connsiteX1393" fmla="*/ 482011 w 569632"/>
                <a:gd name="connsiteY1393" fmla="*/ 206218 h 267920"/>
                <a:gd name="connsiteX1394" fmla="*/ 482011 w 569632"/>
                <a:gd name="connsiteY1394" fmla="*/ 206218 h 267920"/>
                <a:gd name="connsiteX1395" fmla="*/ 482011 w 569632"/>
                <a:gd name="connsiteY1395" fmla="*/ 214336 h 267920"/>
                <a:gd name="connsiteX1396" fmla="*/ 482011 w 569632"/>
                <a:gd name="connsiteY1396" fmla="*/ 214336 h 267920"/>
                <a:gd name="connsiteX1397" fmla="*/ 482011 w 569632"/>
                <a:gd name="connsiteY1397" fmla="*/ 215148 h 267920"/>
                <a:gd name="connsiteX1398" fmla="*/ 482822 w 569632"/>
                <a:gd name="connsiteY1398" fmla="*/ 214336 h 267920"/>
                <a:gd name="connsiteX1399" fmla="*/ 482011 w 569632"/>
                <a:gd name="connsiteY1399" fmla="*/ 214336 h 267920"/>
                <a:gd name="connsiteX1400" fmla="*/ 482011 w 569632"/>
                <a:gd name="connsiteY1400" fmla="*/ 214336 h 267920"/>
                <a:gd name="connsiteX1401" fmla="*/ 482011 w 569632"/>
                <a:gd name="connsiteY1401" fmla="*/ 212713 h 267920"/>
                <a:gd name="connsiteX1402" fmla="*/ 483633 w 569632"/>
                <a:gd name="connsiteY1402" fmla="*/ 212713 h 267920"/>
                <a:gd name="connsiteX1403" fmla="*/ 484445 w 569632"/>
                <a:gd name="connsiteY1403" fmla="*/ 211901 h 267920"/>
                <a:gd name="connsiteX1404" fmla="*/ 482822 w 569632"/>
                <a:gd name="connsiteY1404" fmla="*/ 211901 h 267920"/>
                <a:gd name="connsiteX1405" fmla="*/ 482011 w 569632"/>
                <a:gd name="connsiteY1405" fmla="*/ 212713 h 267920"/>
                <a:gd name="connsiteX1406" fmla="*/ 482822 w 569632"/>
                <a:gd name="connsiteY1406" fmla="*/ 210277 h 267920"/>
                <a:gd name="connsiteX1407" fmla="*/ 482822 w 569632"/>
                <a:gd name="connsiteY1407" fmla="*/ 210277 h 267920"/>
                <a:gd name="connsiteX1408" fmla="*/ 485256 w 569632"/>
                <a:gd name="connsiteY1408" fmla="*/ 210277 h 267920"/>
                <a:gd name="connsiteX1409" fmla="*/ 486879 w 569632"/>
                <a:gd name="connsiteY1409" fmla="*/ 209465 h 267920"/>
                <a:gd name="connsiteX1410" fmla="*/ 487690 w 569632"/>
                <a:gd name="connsiteY1410" fmla="*/ 208653 h 267920"/>
                <a:gd name="connsiteX1411" fmla="*/ 488501 w 569632"/>
                <a:gd name="connsiteY1411" fmla="*/ 208653 h 267920"/>
                <a:gd name="connsiteX1412" fmla="*/ 488501 w 569632"/>
                <a:gd name="connsiteY1412" fmla="*/ 207841 h 267920"/>
                <a:gd name="connsiteX1413" fmla="*/ 488501 w 569632"/>
                <a:gd name="connsiteY1413" fmla="*/ 206218 h 267920"/>
                <a:gd name="connsiteX1414" fmla="*/ 489312 w 569632"/>
                <a:gd name="connsiteY1414" fmla="*/ 204594 h 267920"/>
                <a:gd name="connsiteX1415" fmla="*/ 489312 w 569632"/>
                <a:gd name="connsiteY1415" fmla="*/ 204594 h 267920"/>
                <a:gd name="connsiteX1416" fmla="*/ 490124 w 569632"/>
                <a:gd name="connsiteY1416" fmla="*/ 202970 h 267920"/>
                <a:gd name="connsiteX1417" fmla="*/ 490935 w 569632"/>
                <a:gd name="connsiteY1417" fmla="*/ 202158 h 267920"/>
                <a:gd name="connsiteX1418" fmla="*/ 490124 w 569632"/>
                <a:gd name="connsiteY1418" fmla="*/ 202158 h 267920"/>
                <a:gd name="connsiteX1419" fmla="*/ 490124 w 569632"/>
                <a:gd name="connsiteY1419" fmla="*/ 201346 h 267920"/>
                <a:gd name="connsiteX1420" fmla="*/ 490935 w 569632"/>
                <a:gd name="connsiteY1420" fmla="*/ 200534 h 267920"/>
                <a:gd name="connsiteX1421" fmla="*/ 490935 w 569632"/>
                <a:gd name="connsiteY1421" fmla="*/ 200534 h 267920"/>
                <a:gd name="connsiteX1422" fmla="*/ 490935 w 569632"/>
                <a:gd name="connsiteY1422" fmla="*/ 199723 h 267920"/>
                <a:gd name="connsiteX1423" fmla="*/ 491747 w 569632"/>
                <a:gd name="connsiteY1423" fmla="*/ 198911 h 267920"/>
                <a:gd name="connsiteX1424" fmla="*/ 491747 w 569632"/>
                <a:gd name="connsiteY1424" fmla="*/ 197287 h 267920"/>
                <a:gd name="connsiteX1425" fmla="*/ 490935 w 569632"/>
                <a:gd name="connsiteY1425" fmla="*/ 195663 h 267920"/>
                <a:gd name="connsiteX1426" fmla="*/ 490124 w 569632"/>
                <a:gd name="connsiteY1426" fmla="*/ 194851 h 267920"/>
                <a:gd name="connsiteX1427" fmla="*/ 490124 w 569632"/>
                <a:gd name="connsiteY1427" fmla="*/ 194851 h 267920"/>
                <a:gd name="connsiteX1428" fmla="*/ 490124 w 569632"/>
                <a:gd name="connsiteY1428" fmla="*/ 195663 h 267920"/>
                <a:gd name="connsiteX1429" fmla="*/ 489312 w 569632"/>
                <a:gd name="connsiteY1429" fmla="*/ 198099 h 267920"/>
                <a:gd name="connsiteX1430" fmla="*/ 488501 w 569632"/>
                <a:gd name="connsiteY1430" fmla="*/ 199723 h 267920"/>
                <a:gd name="connsiteX1431" fmla="*/ 488501 w 569632"/>
                <a:gd name="connsiteY1431" fmla="*/ 199723 h 267920"/>
                <a:gd name="connsiteX1432" fmla="*/ 487690 w 569632"/>
                <a:gd name="connsiteY1432" fmla="*/ 200534 h 267920"/>
                <a:gd name="connsiteX1433" fmla="*/ 486879 w 569632"/>
                <a:gd name="connsiteY1433" fmla="*/ 202158 h 267920"/>
                <a:gd name="connsiteX1434" fmla="*/ 486879 w 569632"/>
                <a:gd name="connsiteY1434" fmla="*/ 202158 h 267920"/>
                <a:gd name="connsiteX1435" fmla="*/ 486067 w 569632"/>
                <a:gd name="connsiteY1435" fmla="*/ 202970 h 267920"/>
                <a:gd name="connsiteX1436" fmla="*/ 485256 w 569632"/>
                <a:gd name="connsiteY1436" fmla="*/ 203782 h 267920"/>
                <a:gd name="connsiteX1437" fmla="*/ 484445 w 569632"/>
                <a:gd name="connsiteY1437" fmla="*/ 205406 h 267920"/>
                <a:gd name="connsiteX1438" fmla="*/ 484445 w 569632"/>
                <a:gd name="connsiteY1438" fmla="*/ 204594 h 267920"/>
                <a:gd name="connsiteX1439" fmla="*/ 482822 w 569632"/>
                <a:gd name="connsiteY1439" fmla="*/ 204594 h 267920"/>
                <a:gd name="connsiteX1440" fmla="*/ 482822 w 569632"/>
                <a:gd name="connsiteY1440" fmla="*/ 205406 h 267920"/>
                <a:gd name="connsiteX1441" fmla="*/ 484445 w 569632"/>
                <a:gd name="connsiteY1441" fmla="*/ 206218 h 267920"/>
                <a:gd name="connsiteX1442" fmla="*/ 483633 w 569632"/>
                <a:gd name="connsiteY1442" fmla="*/ 206218 h 267920"/>
                <a:gd name="connsiteX1443" fmla="*/ 483633 w 569632"/>
                <a:gd name="connsiteY1443" fmla="*/ 207029 h 267920"/>
                <a:gd name="connsiteX1444" fmla="*/ 482822 w 569632"/>
                <a:gd name="connsiteY1444" fmla="*/ 207841 h 267920"/>
                <a:gd name="connsiteX1445" fmla="*/ 482822 w 569632"/>
                <a:gd name="connsiteY1445" fmla="*/ 206218 h 267920"/>
                <a:gd name="connsiteX1446" fmla="*/ 482011 w 569632"/>
                <a:gd name="connsiteY1446" fmla="*/ 206218 h 267920"/>
                <a:gd name="connsiteX1447" fmla="*/ 481199 w 569632"/>
                <a:gd name="connsiteY1447" fmla="*/ 207841 h 267920"/>
                <a:gd name="connsiteX1448" fmla="*/ 482822 w 569632"/>
                <a:gd name="connsiteY1448" fmla="*/ 210277 h 267920"/>
                <a:gd name="connsiteX1449" fmla="*/ 482822 w 569632"/>
                <a:gd name="connsiteY1449" fmla="*/ 210277 h 267920"/>
                <a:gd name="connsiteX1450" fmla="*/ 483633 w 569632"/>
                <a:gd name="connsiteY1450" fmla="*/ 219208 h 267920"/>
                <a:gd name="connsiteX1451" fmla="*/ 483633 w 569632"/>
                <a:gd name="connsiteY1451" fmla="*/ 219208 h 267920"/>
                <a:gd name="connsiteX1452" fmla="*/ 483633 w 569632"/>
                <a:gd name="connsiteY1452" fmla="*/ 219208 h 267920"/>
                <a:gd name="connsiteX1453" fmla="*/ 483633 w 569632"/>
                <a:gd name="connsiteY1453" fmla="*/ 219208 h 267920"/>
                <a:gd name="connsiteX1454" fmla="*/ 483633 w 569632"/>
                <a:gd name="connsiteY1454" fmla="*/ 223267 h 267920"/>
                <a:gd name="connsiteX1455" fmla="*/ 485256 w 569632"/>
                <a:gd name="connsiteY1455" fmla="*/ 221643 h 267920"/>
                <a:gd name="connsiteX1456" fmla="*/ 485256 w 569632"/>
                <a:gd name="connsiteY1456" fmla="*/ 220831 h 267920"/>
                <a:gd name="connsiteX1457" fmla="*/ 483633 w 569632"/>
                <a:gd name="connsiteY1457" fmla="*/ 223267 h 267920"/>
                <a:gd name="connsiteX1458" fmla="*/ 485256 w 569632"/>
                <a:gd name="connsiteY1458" fmla="*/ 215960 h 267920"/>
                <a:gd name="connsiteX1459" fmla="*/ 486067 w 569632"/>
                <a:gd name="connsiteY1459" fmla="*/ 215148 h 267920"/>
                <a:gd name="connsiteX1460" fmla="*/ 485256 w 569632"/>
                <a:gd name="connsiteY1460" fmla="*/ 215148 h 267920"/>
                <a:gd name="connsiteX1461" fmla="*/ 485256 w 569632"/>
                <a:gd name="connsiteY1461" fmla="*/ 215960 h 267920"/>
                <a:gd name="connsiteX1462" fmla="*/ 486067 w 569632"/>
                <a:gd name="connsiteY1462" fmla="*/ 219208 h 267920"/>
                <a:gd name="connsiteX1463" fmla="*/ 490124 w 569632"/>
                <a:gd name="connsiteY1463" fmla="*/ 213525 h 267920"/>
                <a:gd name="connsiteX1464" fmla="*/ 494180 w 569632"/>
                <a:gd name="connsiteY1464" fmla="*/ 207029 h 267920"/>
                <a:gd name="connsiteX1465" fmla="*/ 495803 w 569632"/>
                <a:gd name="connsiteY1465" fmla="*/ 204594 h 267920"/>
                <a:gd name="connsiteX1466" fmla="*/ 496615 w 569632"/>
                <a:gd name="connsiteY1466" fmla="*/ 202970 h 267920"/>
                <a:gd name="connsiteX1467" fmla="*/ 496615 w 569632"/>
                <a:gd name="connsiteY1467" fmla="*/ 202970 h 267920"/>
                <a:gd name="connsiteX1468" fmla="*/ 490935 w 569632"/>
                <a:gd name="connsiteY1468" fmla="*/ 211901 h 267920"/>
                <a:gd name="connsiteX1469" fmla="*/ 489312 w 569632"/>
                <a:gd name="connsiteY1469" fmla="*/ 213525 h 267920"/>
                <a:gd name="connsiteX1470" fmla="*/ 488501 w 569632"/>
                <a:gd name="connsiteY1470" fmla="*/ 214336 h 267920"/>
                <a:gd name="connsiteX1471" fmla="*/ 487690 w 569632"/>
                <a:gd name="connsiteY1471" fmla="*/ 215960 h 267920"/>
                <a:gd name="connsiteX1472" fmla="*/ 487690 w 569632"/>
                <a:gd name="connsiteY1472" fmla="*/ 216772 h 267920"/>
                <a:gd name="connsiteX1473" fmla="*/ 486879 w 569632"/>
                <a:gd name="connsiteY1473" fmla="*/ 218396 h 267920"/>
                <a:gd name="connsiteX1474" fmla="*/ 486067 w 569632"/>
                <a:gd name="connsiteY1474" fmla="*/ 219208 h 267920"/>
                <a:gd name="connsiteX1475" fmla="*/ 486879 w 569632"/>
                <a:gd name="connsiteY1475" fmla="*/ 213525 h 267920"/>
                <a:gd name="connsiteX1476" fmla="*/ 487690 w 569632"/>
                <a:gd name="connsiteY1476" fmla="*/ 213525 h 267920"/>
                <a:gd name="connsiteX1477" fmla="*/ 488501 w 569632"/>
                <a:gd name="connsiteY1477" fmla="*/ 212713 h 267920"/>
                <a:gd name="connsiteX1478" fmla="*/ 486879 w 569632"/>
                <a:gd name="connsiteY1478" fmla="*/ 213525 h 267920"/>
                <a:gd name="connsiteX1479" fmla="*/ 487690 w 569632"/>
                <a:gd name="connsiteY1479" fmla="*/ 201346 h 267920"/>
                <a:gd name="connsiteX1480" fmla="*/ 488501 w 569632"/>
                <a:gd name="connsiteY1480" fmla="*/ 200534 h 267920"/>
                <a:gd name="connsiteX1481" fmla="*/ 488501 w 569632"/>
                <a:gd name="connsiteY1481" fmla="*/ 199723 h 267920"/>
                <a:gd name="connsiteX1482" fmla="*/ 487690 w 569632"/>
                <a:gd name="connsiteY1482" fmla="*/ 201346 h 267920"/>
                <a:gd name="connsiteX1483" fmla="*/ 488501 w 569632"/>
                <a:gd name="connsiteY1483" fmla="*/ 209465 h 267920"/>
                <a:gd name="connsiteX1484" fmla="*/ 488501 w 569632"/>
                <a:gd name="connsiteY1484" fmla="*/ 209465 h 267920"/>
                <a:gd name="connsiteX1485" fmla="*/ 489312 w 569632"/>
                <a:gd name="connsiteY1485" fmla="*/ 208653 h 267920"/>
                <a:gd name="connsiteX1486" fmla="*/ 488501 w 569632"/>
                <a:gd name="connsiteY1486" fmla="*/ 207841 h 267920"/>
                <a:gd name="connsiteX1487" fmla="*/ 488501 w 569632"/>
                <a:gd name="connsiteY1487" fmla="*/ 209465 h 267920"/>
                <a:gd name="connsiteX1488" fmla="*/ 489312 w 569632"/>
                <a:gd name="connsiteY1488" fmla="*/ 198099 h 267920"/>
                <a:gd name="connsiteX1489" fmla="*/ 489312 w 569632"/>
                <a:gd name="connsiteY1489" fmla="*/ 198099 h 267920"/>
                <a:gd name="connsiteX1490" fmla="*/ 489312 w 569632"/>
                <a:gd name="connsiteY1490" fmla="*/ 198099 h 267920"/>
                <a:gd name="connsiteX1491" fmla="*/ 489312 w 569632"/>
                <a:gd name="connsiteY1491" fmla="*/ 198099 h 267920"/>
                <a:gd name="connsiteX1492" fmla="*/ 491747 w 569632"/>
                <a:gd name="connsiteY1492" fmla="*/ 204594 h 267920"/>
                <a:gd name="connsiteX1493" fmla="*/ 491747 w 569632"/>
                <a:gd name="connsiteY1493" fmla="*/ 204594 h 267920"/>
                <a:gd name="connsiteX1494" fmla="*/ 491747 w 569632"/>
                <a:gd name="connsiteY1494" fmla="*/ 204594 h 267920"/>
                <a:gd name="connsiteX1495" fmla="*/ 491747 w 569632"/>
                <a:gd name="connsiteY1495" fmla="*/ 204594 h 267920"/>
                <a:gd name="connsiteX1496" fmla="*/ 492558 w 569632"/>
                <a:gd name="connsiteY1496" fmla="*/ 195663 h 267920"/>
                <a:gd name="connsiteX1497" fmla="*/ 492558 w 569632"/>
                <a:gd name="connsiteY1497" fmla="*/ 195663 h 267920"/>
                <a:gd name="connsiteX1498" fmla="*/ 494180 w 569632"/>
                <a:gd name="connsiteY1498" fmla="*/ 195663 h 267920"/>
                <a:gd name="connsiteX1499" fmla="*/ 494992 w 569632"/>
                <a:gd name="connsiteY1499" fmla="*/ 194039 h 267920"/>
                <a:gd name="connsiteX1500" fmla="*/ 495803 w 569632"/>
                <a:gd name="connsiteY1500" fmla="*/ 192416 h 267920"/>
                <a:gd name="connsiteX1501" fmla="*/ 496615 w 569632"/>
                <a:gd name="connsiteY1501" fmla="*/ 190792 h 267920"/>
                <a:gd name="connsiteX1502" fmla="*/ 497426 w 569632"/>
                <a:gd name="connsiteY1502" fmla="*/ 189168 h 267920"/>
                <a:gd name="connsiteX1503" fmla="*/ 498237 w 569632"/>
                <a:gd name="connsiteY1503" fmla="*/ 188356 h 267920"/>
                <a:gd name="connsiteX1504" fmla="*/ 496615 w 569632"/>
                <a:gd name="connsiteY1504" fmla="*/ 187544 h 267920"/>
                <a:gd name="connsiteX1505" fmla="*/ 496615 w 569632"/>
                <a:gd name="connsiteY1505" fmla="*/ 188356 h 267920"/>
                <a:gd name="connsiteX1506" fmla="*/ 496615 w 569632"/>
                <a:gd name="connsiteY1506" fmla="*/ 189168 h 267920"/>
                <a:gd name="connsiteX1507" fmla="*/ 496615 w 569632"/>
                <a:gd name="connsiteY1507" fmla="*/ 189980 h 267920"/>
                <a:gd name="connsiteX1508" fmla="*/ 495803 w 569632"/>
                <a:gd name="connsiteY1508" fmla="*/ 190792 h 267920"/>
                <a:gd name="connsiteX1509" fmla="*/ 494992 w 569632"/>
                <a:gd name="connsiteY1509" fmla="*/ 191604 h 267920"/>
                <a:gd name="connsiteX1510" fmla="*/ 494180 w 569632"/>
                <a:gd name="connsiteY1510" fmla="*/ 191604 h 267920"/>
                <a:gd name="connsiteX1511" fmla="*/ 494992 w 569632"/>
                <a:gd name="connsiteY1511" fmla="*/ 192416 h 267920"/>
                <a:gd name="connsiteX1512" fmla="*/ 494180 w 569632"/>
                <a:gd name="connsiteY1512" fmla="*/ 193228 h 267920"/>
                <a:gd name="connsiteX1513" fmla="*/ 493369 w 569632"/>
                <a:gd name="connsiteY1513" fmla="*/ 194039 h 267920"/>
                <a:gd name="connsiteX1514" fmla="*/ 493369 w 569632"/>
                <a:gd name="connsiteY1514" fmla="*/ 194851 h 267920"/>
                <a:gd name="connsiteX1515" fmla="*/ 492558 w 569632"/>
                <a:gd name="connsiteY1515" fmla="*/ 194851 h 267920"/>
                <a:gd name="connsiteX1516" fmla="*/ 492558 w 569632"/>
                <a:gd name="connsiteY1516" fmla="*/ 195663 h 267920"/>
                <a:gd name="connsiteX1517" fmla="*/ 492558 w 569632"/>
                <a:gd name="connsiteY1517" fmla="*/ 195663 h 267920"/>
                <a:gd name="connsiteX1518" fmla="*/ 492558 w 569632"/>
                <a:gd name="connsiteY1518" fmla="*/ 188356 h 267920"/>
                <a:gd name="connsiteX1519" fmla="*/ 492558 w 569632"/>
                <a:gd name="connsiteY1519" fmla="*/ 188356 h 267920"/>
                <a:gd name="connsiteX1520" fmla="*/ 493369 w 569632"/>
                <a:gd name="connsiteY1520" fmla="*/ 187544 h 267920"/>
                <a:gd name="connsiteX1521" fmla="*/ 492558 w 569632"/>
                <a:gd name="connsiteY1521" fmla="*/ 188356 h 267920"/>
                <a:gd name="connsiteX1522" fmla="*/ 492558 w 569632"/>
                <a:gd name="connsiteY1522" fmla="*/ 188356 h 267920"/>
                <a:gd name="connsiteX1523" fmla="*/ 494180 w 569632"/>
                <a:gd name="connsiteY1523" fmla="*/ 191604 h 267920"/>
                <a:gd name="connsiteX1524" fmla="*/ 494992 w 569632"/>
                <a:gd name="connsiteY1524" fmla="*/ 189980 h 267920"/>
                <a:gd name="connsiteX1525" fmla="*/ 494992 w 569632"/>
                <a:gd name="connsiteY1525" fmla="*/ 190792 h 267920"/>
                <a:gd name="connsiteX1526" fmla="*/ 494992 w 569632"/>
                <a:gd name="connsiteY1526" fmla="*/ 190792 h 267920"/>
                <a:gd name="connsiteX1527" fmla="*/ 494992 w 569632"/>
                <a:gd name="connsiteY1527" fmla="*/ 188356 h 267920"/>
                <a:gd name="connsiteX1528" fmla="*/ 494180 w 569632"/>
                <a:gd name="connsiteY1528" fmla="*/ 191604 h 267920"/>
                <a:gd name="connsiteX1529" fmla="*/ 494180 w 569632"/>
                <a:gd name="connsiteY1529" fmla="*/ 191604 h 267920"/>
                <a:gd name="connsiteX1530" fmla="*/ 494992 w 569632"/>
                <a:gd name="connsiteY1530" fmla="*/ 185109 h 267920"/>
                <a:gd name="connsiteX1531" fmla="*/ 495803 w 569632"/>
                <a:gd name="connsiteY1531" fmla="*/ 184297 h 267920"/>
                <a:gd name="connsiteX1532" fmla="*/ 494992 w 569632"/>
                <a:gd name="connsiteY1532" fmla="*/ 185109 h 267920"/>
                <a:gd name="connsiteX1533" fmla="*/ 494992 w 569632"/>
                <a:gd name="connsiteY1533" fmla="*/ 185109 h 267920"/>
                <a:gd name="connsiteX1534" fmla="*/ 494992 w 569632"/>
                <a:gd name="connsiteY1534" fmla="*/ 185109 h 267920"/>
                <a:gd name="connsiteX1535" fmla="*/ 495803 w 569632"/>
                <a:gd name="connsiteY1535" fmla="*/ 188356 h 267920"/>
                <a:gd name="connsiteX1536" fmla="*/ 495803 w 569632"/>
                <a:gd name="connsiteY1536" fmla="*/ 188356 h 267920"/>
                <a:gd name="connsiteX1537" fmla="*/ 495803 w 569632"/>
                <a:gd name="connsiteY1537" fmla="*/ 187544 h 267920"/>
                <a:gd name="connsiteX1538" fmla="*/ 495803 w 569632"/>
                <a:gd name="connsiteY1538" fmla="*/ 188356 h 267920"/>
                <a:gd name="connsiteX1539" fmla="*/ 495803 w 569632"/>
                <a:gd name="connsiteY1539" fmla="*/ 188356 h 267920"/>
                <a:gd name="connsiteX1540" fmla="*/ 496615 w 569632"/>
                <a:gd name="connsiteY1540" fmla="*/ 202970 h 267920"/>
                <a:gd name="connsiteX1541" fmla="*/ 496615 w 569632"/>
                <a:gd name="connsiteY1541" fmla="*/ 202970 h 267920"/>
                <a:gd name="connsiteX1542" fmla="*/ 497426 w 569632"/>
                <a:gd name="connsiteY1542" fmla="*/ 202158 h 267920"/>
                <a:gd name="connsiteX1543" fmla="*/ 497426 w 569632"/>
                <a:gd name="connsiteY1543" fmla="*/ 202158 h 267920"/>
                <a:gd name="connsiteX1544" fmla="*/ 496615 w 569632"/>
                <a:gd name="connsiteY1544" fmla="*/ 202158 h 267920"/>
                <a:gd name="connsiteX1545" fmla="*/ 496615 w 569632"/>
                <a:gd name="connsiteY1545" fmla="*/ 202970 h 267920"/>
                <a:gd name="connsiteX1546" fmla="*/ 496615 w 569632"/>
                <a:gd name="connsiteY1546" fmla="*/ 181861 h 267920"/>
                <a:gd name="connsiteX1547" fmla="*/ 496615 w 569632"/>
                <a:gd name="connsiteY1547" fmla="*/ 181861 h 267920"/>
                <a:gd name="connsiteX1548" fmla="*/ 498237 w 569632"/>
                <a:gd name="connsiteY1548" fmla="*/ 180237 h 267920"/>
                <a:gd name="connsiteX1549" fmla="*/ 498237 w 569632"/>
                <a:gd name="connsiteY1549" fmla="*/ 180237 h 267920"/>
                <a:gd name="connsiteX1550" fmla="*/ 496615 w 569632"/>
                <a:gd name="connsiteY1550" fmla="*/ 181861 h 267920"/>
                <a:gd name="connsiteX1551" fmla="*/ 498237 w 569632"/>
                <a:gd name="connsiteY1551" fmla="*/ 185921 h 267920"/>
                <a:gd name="connsiteX1552" fmla="*/ 499860 w 569632"/>
                <a:gd name="connsiteY1552" fmla="*/ 184297 h 267920"/>
                <a:gd name="connsiteX1553" fmla="*/ 501482 w 569632"/>
                <a:gd name="connsiteY1553" fmla="*/ 182673 h 267920"/>
                <a:gd name="connsiteX1554" fmla="*/ 503916 w 569632"/>
                <a:gd name="connsiteY1554" fmla="*/ 180237 h 267920"/>
                <a:gd name="connsiteX1555" fmla="*/ 503105 w 569632"/>
                <a:gd name="connsiteY1555" fmla="*/ 180237 h 267920"/>
                <a:gd name="connsiteX1556" fmla="*/ 502294 w 569632"/>
                <a:gd name="connsiteY1556" fmla="*/ 180237 h 267920"/>
                <a:gd name="connsiteX1557" fmla="*/ 500671 w 569632"/>
                <a:gd name="connsiteY1557" fmla="*/ 182673 h 267920"/>
                <a:gd name="connsiteX1558" fmla="*/ 498237 w 569632"/>
                <a:gd name="connsiteY1558" fmla="*/ 185921 h 267920"/>
                <a:gd name="connsiteX1559" fmla="*/ 497426 w 569632"/>
                <a:gd name="connsiteY1559" fmla="*/ 185921 h 267920"/>
                <a:gd name="connsiteX1560" fmla="*/ 498237 w 569632"/>
                <a:gd name="connsiteY1560" fmla="*/ 185921 h 267920"/>
                <a:gd name="connsiteX1561" fmla="*/ 498237 w 569632"/>
                <a:gd name="connsiteY1561" fmla="*/ 187544 h 267920"/>
                <a:gd name="connsiteX1562" fmla="*/ 498237 w 569632"/>
                <a:gd name="connsiteY1562" fmla="*/ 187544 h 267920"/>
                <a:gd name="connsiteX1563" fmla="*/ 499860 w 569632"/>
                <a:gd name="connsiteY1563" fmla="*/ 186732 h 267920"/>
                <a:gd name="connsiteX1564" fmla="*/ 501482 w 569632"/>
                <a:gd name="connsiteY1564" fmla="*/ 185921 h 267920"/>
                <a:gd name="connsiteX1565" fmla="*/ 503105 w 569632"/>
                <a:gd name="connsiteY1565" fmla="*/ 185109 h 267920"/>
                <a:gd name="connsiteX1566" fmla="*/ 502294 w 569632"/>
                <a:gd name="connsiteY1566" fmla="*/ 185109 h 267920"/>
                <a:gd name="connsiteX1567" fmla="*/ 500671 w 569632"/>
                <a:gd name="connsiteY1567" fmla="*/ 185109 h 267920"/>
                <a:gd name="connsiteX1568" fmla="*/ 500671 w 569632"/>
                <a:gd name="connsiteY1568" fmla="*/ 184297 h 267920"/>
                <a:gd name="connsiteX1569" fmla="*/ 499860 w 569632"/>
                <a:gd name="connsiteY1569" fmla="*/ 184297 h 267920"/>
                <a:gd name="connsiteX1570" fmla="*/ 499860 w 569632"/>
                <a:gd name="connsiteY1570" fmla="*/ 185921 h 267920"/>
                <a:gd name="connsiteX1571" fmla="*/ 499860 w 569632"/>
                <a:gd name="connsiteY1571" fmla="*/ 186732 h 267920"/>
                <a:gd name="connsiteX1572" fmla="*/ 499860 w 569632"/>
                <a:gd name="connsiteY1572" fmla="*/ 187544 h 267920"/>
                <a:gd name="connsiteX1573" fmla="*/ 498237 w 569632"/>
                <a:gd name="connsiteY1573" fmla="*/ 187544 h 267920"/>
                <a:gd name="connsiteX1574" fmla="*/ 498237 w 569632"/>
                <a:gd name="connsiteY1574" fmla="*/ 187544 h 267920"/>
                <a:gd name="connsiteX1575" fmla="*/ 498237 w 569632"/>
                <a:gd name="connsiteY1575" fmla="*/ 187544 h 267920"/>
                <a:gd name="connsiteX1576" fmla="*/ 498237 w 569632"/>
                <a:gd name="connsiteY1576" fmla="*/ 198099 h 267920"/>
                <a:gd name="connsiteX1577" fmla="*/ 498237 w 569632"/>
                <a:gd name="connsiteY1577" fmla="*/ 198099 h 267920"/>
                <a:gd name="connsiteX1578" fmla="*/ 498237 w 569632"/>
                <a:gd name="connsiteY1578" fmla="*/ 198099 h 267920"/>
                <a:gd name="connsiteX1579" fmla="*/ 498237 w 569632"/>
                <a:gd name="connsiteY1579" fmla="*/ 198099 h 267920"/>
                <a:gd name="connsiteX1580" fmla="*/ 499048 w 569632"/>
                <a:gd name="connsiteY1580" fmla="*/ 198911 h 267920"/>
                <a:gd name="connsiteX1581" fmla="*/ 499048 w 569632"/>
                <a:gd name="connsiteY1581" fmla="*/ 198911 h 267920"/>
                <a:gd name="connsiteX1582" fmla="*/ 499048 w 569632"/>
                <a:gd name="connsiteY1582" fmla="*/ 198911 h 267920"/>
                <a:gd name="connsiteX1583" fmla="*/ 499048 w 569632"/>
                <a:gd name="connsiteY1583" fmla="*/ 198911 h 267920"/>
                <a:gd name="connsiteX1584" fmla="*/ 499860 w 569632"/>
                <a:gd name="connsiteY1584" fmla="*/ 189980 h 267920"/>
                <a:gd name="connsiteX1585" fmla="*/ 499860 w 569632"/>
                <a:gd name="connsiteY1585" fmla="*/ 189980 h 267920"/>
                <a:gd name="connsiteX1586" fmla="*/ 499860 w 569632"/>
                <a:gd name="connsiteY1586" fmla="*/ 189980 h 267920"/>
                <a:gd name="connsiteX1587" fmla="*/ 499860 w 569632"/>
                <a:gd name="connsiteY1587" fmla="*/ 189980 h 267920"/>
                <a:gd name="connsiteX1588" fmla="*/ 499860 w 569632"/>
                <a:gd name="connsiteY1588" fmla="*/ 189980 h 267920"/>
                <a:gd name="connsiteX1589" fmla="*/ 499860 w 569632"/>
                <a:gd name="connsiteY1589" fmla="*/ 176178 h 267920"/>
                <a:gd name="connsiteX1590" fmla="*/ 499860 w 569632"/>
                <a:gd name="connsiteY1590" fmla="*/ 176178 h 267920"/>
                <a:gd name="connsiteX1591" fmla="*/ 501482 w 569632"/>
                <a:gd name="connsiteY1591" fmla="*/ 174554 h 267920"/>
                <a:gd name="connsiteX1592" fmla="*/ 500671 w 569632"/>
                <a:gd name="connsiteY1592" fmla="*/ 174554 h 267920"/>
                <a:gd name="connsiteX1593" fmla="*/ 499860 w 569632"/>
                <a:gd name="connsiteY1593" fmla="*/ 176178 h 267920"/>
                <a:gd name="connsiteX1594" fmla="*/ 502294 w 569632"/>
                <a:gd name="connsiteY1594" fmla="*/ 178614 h 267920"/>
                <a:gd name="connsiteX1595" fmla="*/ 503916 w 569632"/>
                <a:gd name="connsiteY1595" fmla="*/ 176990 h 267920"/>
                <a:gd name="connsiteX1596" fmla="*/ 503105 w 569632"/>
                <a:gd name="connsiteY1596" fmla="*/ 176990 h 267920"/>
                <a:gd name="connsiteX1597" fmla="*/ 502294 w 569632"/>
                <a:gd name="connsiteY1597" fmla="*/ 178614 h 267920"/>
                <a:gd name="connsiteX1598" fmla="*/ 503916 w 569632"/>
                <a:gd name="connsiteY1598" fmla="*/ 189980 h 267920"/>
                <a:gd name="connsiteX1599" fmla="*/ 503916 w 569632"/>
                <a:gd name="connsiteY1599" fmla="*/ 189980 h 267920"/>
                <a:gd name="connsiteX1600" fmla="*/ 503916 w 569632"/>
                <a:gd name="connsiteY1600" fmla="*/ 189980 h 267920"/>
                <a:gd name="connsiteX1601" fmla="*/ 503916 w 569632"/>
                <a:gd name="connsiteY1601" fmla="*/ 189980 h 267920"/>
                <a:gd name="connsiteX1602" fmla="*/ 503916 w 569632"/>
                <a:gd name="connsiteY1602" fmla="*/ 178614 h 267920"/>
                <a:gd name="connsiteX1603" fmla="*/ 503916 w 569632"/>
                <a:gd name="connsiteY1603" fmla="*/ 178614 h 267920"/>
                <a:gd name="connsiteX1604" fmla="*/ 503916 w 569632"/>
                <a:gd name="connsiteY1604" fmla="*/ 177802 h 267920"/>
                <a:gd name="connsiteX1605" fmla="*/ 503916 w 569632"/>
                <a:gd name="connsiteY1605" fmla="*/ 178614 h 267920"/>
                <a:gd name="connsiteX1606" fmla="*/ 503916 w 569632"/>
                <a:gd name="connsiteY1606" fmla="*/ 178614 h 267920"/>
                <a:gd name="connsiteX1607" fmla="*/ 504728 w 569632"/>
                <a:gd name="connsiteY1607" fmla="*/ 177802 h 267920"/>
                <a:gd name="connsiteX1608" fmla="*/ 504728 w 569632"/>
                <a:gd name="connsiteY1608" fmla="*/ 177802 h 267920"/>
                <a:gd name="connsiteX1609" fmla="*/ 504728 w 569632"/>
                <a:gd name="connsiteY1609" fmla="*/ 176178 h 267920"/>
                <a:gd name="connsiteX1610" fmla="*/ 504728 w 569632"/>
                <a:gd name="connsiteY1610" fmla="*/ 177802 h 267920"/>
                <a:gd name="connsiteX1611" fmla="*/ 504728 w 569632"/>
                <a:gd name="connsiteY1611" fmla="*/ 177802 h 267920"/>
                <a:gd name="connsiteX1612" fmla="*/ 506350 w 569632"/>
                <a:gd name="connsiteY1612" fmla="*/ 173742 h 267920"/>
                <a:gd name="connsiteX1613" fmla="*/ 506350 w 569632"/>
                <a:gd name="connsiteY1613" fmla="*/ 173742 h 267920"/>
                <a:gd name="connsiteX1614" fmla="*/ 506350 w 569632"/>
                <a:gd name="connsiteY1614" fmla="*/ 173742 h 267920"/>
                <a:gd name="connsiteX1615" fmla="*/ 506350 w 569632"/>
                <a:gd name="connsiteY1615" fmla="*/ 175366 h 267920"/>
                <a:gd name="connsiteX1616" fmla="*/ 507973 w 569632"/>
                <a:gd name="connsiteY1616" fmla="*/ 173742 h 267920"/>
                <a:gd name="connsiteX1617" fmla="*/ 508784 w 569632"/>
                <a:gd name="connsiteY1617" fmla="*/ 172931 h 267920"/>
                <a:gd name="connsiteX1618" fmla="*/ 509595 w 569632"/>
                <a:gd name="connsiteY1618" fmla="*/ 172931 h 267920"/>
                <a:gd name="connsiteX1619" fmla="*/ 508784 w 569632"/>
                <a:gd name="connsiteY1619" fmla="*/ 172119 h 267920"/>
                <a:gd name="connsiteX1620" fmla="*/ 507973 w 569632"/>
                <a:gd name="connsiteY1620" fmla="*/ 172119 h 267920"/>
                <a:gd name="connsiteX1621" fmla="*/ 507973 w 569632"/>
                <a:gd name="connsiteY1621" fmla="*/ 172119 h 267920"/>
                <a:gd name="connsiteX1622" fmla="*/ 506350 w 569632"/>
                <a:gd name="connsiteY1622" fmla="*/ 173742 h 267920"/>
                <a:gd name="connsiteX1623" fmla="*/ 506350 w 569632"/>
                <a:gd name="connsiteY1623" fmla="*/ 173742 h 267920"/>
                <a:gd name="connsiteX1624" fmla="*/ 506350 w 569632"/>
                <a:gd name="connsiteY1624" fmla="*/ 173742 h 267920"/>
                <a:gd name="connsiteX1625" fmla="*/ 507162 w 569632"/>
                <a:gd name="connsiteY1625" fmla="*/ 141267 h 267920"/>
                <a:gd name="connsiteX1626" fmla="*/ 507973 w 569632"/>
                <a:gd name="connsiteY1626" fmla="*/ 141267 h 267920"/>
                <a:gd name="connsiteX1627" fmla="*/ 507162 w 569632"/>
                <a:gd name="connsiteY1627" fmla="*/ 141267 h 267920"/>
                <a:gd name="connsiteX1628" fmla="*/ 507162 w 569632"/>
                <a:gd name="connsiteY1628" fmla="*/ 141267 h 267920"/>
                <a:gd name="connsiteX1629" fmla="*/ 508784 w 569632"/>
                <a:gd name="connsiteY1629" fmla="*/ 176178 h 267920"/>
                <a:gd name="connsiteX1630" fmla="*/ 509595 w 569632"/>
                <a:gd name="connsiteY1630" fmla="*/ 175366 h 267920"/>
                <a:gd name="connsiteX1631" fmla="*/ 508784 w 569632"/>
                <a:gd name="connsiteY1631" fmla="*/ 176178 h 267920"/>
                <a:gd name="connsiteX1632" fmla="*/ 508784 w 569632"/>
                <a:gd name="connsiteY1632" fmla="*/ 176178 h 267920"/>
                <a:gd name="connsiteX1633" fmla="*/ 508784 w 569632"/>
                <a:gd name="connsiteY1633" fmla="*/ 176178 h 267920"/>
                <a:gd name="connsiteX1634" fmla="*/ 510407 w 569632"/>
                <a:gd name="connsiteY1634" fmla="*/ 139643 h 267920"/>
                <a:gd name="connsiteX1635" fmla="*/ 513652 w 569632"/>
                <a:gd name="connsiteY1635" fmla="*/ 138020 h 267920"/>
                <a:gd name="connsiteX1636" fmla="*/ 523388 w 569632"/>
                <a:gd name="connsiteY1636" fmla="*/ 130713 h 267920"/>
                <a:gd name="connsiteX1637" fmla="*/ 529067 w 569632"/>
                <a:gd name="connsiteY1637" fmla="*/ 126653 h 267920"/>
                <a:gd name="connsiteX1638" fmla="*/ 533935 w 569632"/>
                <a:gd name="connsiteY1638" fmla="*/ 122594 h 267920"/>
                <a:gd name="connsiteX1639" fmla="*/ 530690 w 569632"/>
                <a:gd name="connsiteY1639" fmla="*/ 125030 h 267920"/>
                <a:gd name="connsiteX1640" fmla="*/ 525822 w 569632"/>
                <a:gd name="connsiteY1640" fmla="*/ 128277 h 267920"/>
                <a:gd name="connsiteX1641" fmla="*/ 520954 w 569632"/>
                <a:gd name="connsiteY1641" fmla="*/ 131525 h 267920"/>
                <a:gd name="connsiteX1642" fmla="*/ 514463 w 569632"/>
                <a:gd name="connsiteY1642" fmla="*/ 136396 h 267920"/>
                <a:gd name="connsiteX1643" fmla="*/ 510407 w 569632"/>
                <a:gd name="connsiteY1643" fmla="*/ 139643 h 267920"/>
                <a:gd name="connsiteX1644" fmla="*/ 508784 w 569632"/>
                <a:gd name="connsiteY1644" fmla="*/ 140455 h 267920"/>
                <a:gd name="connsiteX1645" fmla="*/ 510407 w 569632"/>
                <a:gd name="connsiteY1645" fmla="*/ 139643 h 267920"/>
                <a:gd name="connsiteX1646" fmla="*/ 508784 w 569632"/>
                <a:gd name="connsiteY1646" fmla="*/ 168059 h 267920"/>
                <a:gd name="connsiteX1647" fmla="*/ 509595 w 569632"/>
                <a:gd name="connsiteY1647" fmla="*/ 167247 h 267920"/>
                <a:gd name="connsiteX1648" fmla="*/ 508784 w 569632"/>
                <a:gd name="connsiteY1648" fmla="*/ 168059 h 267920"/>
                <a:gd name="connsiteX1649" fmla="*/ 508784 w 569632"/>
                <a:gd name="connsiteY1649" fmla="*/ 168059 h 267920"/>
                <a:gd name="connsiteX1650" fmla="*/ 509595 w 569632"/>
                <a:gd name="connsiteY1650" fmla="*/ 169683 h 267920"/>
                <a:gd name="connsiteX1651" fmla="*/ 509595 w 569632"/>
                <a:gd name="connsiteY1651" fmla="*/ 169683 h 267920"/>
                <a:gd name="connsiteX1652" fmla="*/ 509595 w 569632"/>
                <a:gd name="connsiteY1652" fmla="*/ 169683 h 267920"/>
                <a:gd name="connsiteX1653" fmla="*/ 509595 w 569632"/>
                <a:gd name="connsiteY1653" fmla="*/ 169683 h 267920"/>
                <a:gd name="connsiteX1654" fmla="*/ 509595 w 569632"/>
                <a:gd name="connsiteY1654" fmla="*/ 162376 h 267920"/>
                <a:gd name="connsiteX1655" fmla="*/ 509595 w 569632"/>
                <a:gd name="connsiteY1655" fmla="*/ 162376 h 267920"/>
                <a:gd name="connsiteX1656" fmla="*/ 509595 w 569632"/>
                <a:gd name="connsiteY1656" fmla="*/ 161564 h 267920"/>
                <a:gd name="connsiteX1657" fmla="*/ 509595 w 569632"/>
                <a:gd name="connsiteY1657" fmla="*/ 162376 h 267920"/>
                <a:gd name="connsiteX1658" fmla="*/ 510407 w 569632"/>
                <a:gd name="connsiteY1658" fmla="*/ 160752 h 267920"/>
                <a:gd name="connsiteX1659" fmla="*/ 510407 w 569632"/>
                <a:gd name="connsiteY1659" fmla="*/ 160752 h 267920"/>
                <a:gd name="connsiteX1660" fmla="*/ 510407 w 569632"/>
                <a:gd name="connsiteY1660" fmla="*/ 160752 h 267920"/>
                <a:gd name="connsiteX1661" fmla="*/ 510407 w 569632"/>
                <a:gd name="connsiteY1661" fmla="*/ 160752 h 267920"/>
                <a:gd name="connsiteX1662" fmla="*/ 512029 w 569632"/>
                <a:gd name="connsiteY1662" fmla="*/ 166435 h 267920"/>
                <a:gd name="connsiteX1663" fmla="*/ 512029 w 569632"/>
                <a:gd name="connsiteY1663" fmla="*/ 166435 h 267920"/>
                <a:gd name="connsiteX1664" fmla="*/ 512029 w 569632"/>
                <a:gd name="connsiteY1664" fmla="*/ 166435 h 267920"/>
                <a:gd name="connsiteX1665" fmla="*/ 512029 w 569632"/>
                <a:gd name="connsiteY1665" fmla="*/ 166435 h 267920"/>
                <a:gd name="connsiteX1666" fmla="*/ 512029 w 569632"/>
                <a:gd name="connsiteY1666" fmla="*/ 166435 h 267920"/>
                <a:gd name="connsiteX1667" fmla="*/ 514463 w 569632"/>
                <a:gd name="connsiteY1667" fmla="*/ 164000 h 267920"/>
                <a:gd name="connsiteX1668" fmla="*/ 515275 w 569632"/>
                <a:gd name="connsiteY1668" fmla="*/ 162376 h 267920"/>
                <a:gd name="connsiteX1669" fmla="*/ 516897 w 569632"/>
                <a:gd name="connsiteY1669" fmla="*/ 160752 h 267920"/>
                <a:gd name="connsiteX1670" fmla="*/ 517708 w 569632"/>
                <a:gd name="connsiteY1670" fmla="*/ 158317 h 267920"/>
                <a:gd name="connsiteX1671" fmla="*/ 512841 w 569632"/>
                <a:gd name="connsiteY1671" fmla="*/ 164812 h 267920"/>
                <a:gd name="connsiteX1672" fmla="*/ 514463 w 569632"/>
                <a:gd name="connsiteY1672" fmla="*/ 164000 h 267920"/>
                <a:gd name="connsiteX1673" fmla="*/ 520954 w 569632"/>
                <a:gd name="connsiteY1673" fmla="*/ 154257 h 267920"/>
                <a:gd name="connsiteX1674" fmla="*/ 520954 w 569632"/>
                <a:gd name="connsiteY1674" fmla="*/ 154257 h 267920"/>
                <a:gd name="connsiteX1675" fmla="*/ 520954 w 569632"/>
                <a:gd name="connsiteY1675" fmla="*/ 152634 h 267920"/>
                <a:gd name="connsiteX1676" fmla="*/ 520954 w 569632"/>
                <a:gd name="connsiteY1676" fmla="*/ 154257 h 267920"/>
                <a:gd name="connsiteX1677" fmla="*/ 522576 w 569632"/>
                <a:gd name="connsiteY1677" fmla="*/ 155881 h 267920"/>
                <a:gd name="connsiteX1678" fmla="*/ 523388 w 569632"/>
                <a:gd name="connsiteY1678" fmla="*/ 155069 h 267920"/>
                <a:gd name="connsiteX1679" fmla="*/ 522576 w 569632"/>
                <a:gd name="connsiteY1679" fmla="*/ 155881 h 267920"/>
                <a:gd name="connsiteX1680" fmla="*/ 522576 w 569632"/>
                <a:gd name="connsiteY1680" fmla="*/ 155881 h 267920"/>
                <a:gd name="connsiteX1681" fmla="*/ 523388 w 569632"/>
                <a:gd name="connsiteY1681" fmla="*/ 142891 h 267920"/>
                <a:gd name="connsiteX1682" fmla="*/ 525011 w 569632"/>
                <a:gd name="connsiteY1682" fmla="*/ 142079 h 267920"/>
                <a:gd name="connsiteX1683" fmla="*/ 525822 w 569632"/>
                <a:gd name="connsiteY1683" fmla="*/ 140455 h 267920"/>
                <a:gd name="connsiteX1684" fmla="*/ 524199 w 569632"/>
                <a:gd name="connsiteY1684" fmla="*/ 141267 h 267920"/>
                <a:gd name="connsiteX1685" fmla="*/ 523388 w 569632"/>
                <a:gd name="connsiteY1685" fmla="*/ 142891 h 267920"/>
                <a:gd name="connsiteX1686" fmla="*/ 525011 w 569632"/>
                <a:gd name="connsiteY1686" fmla="*/ 152634 h 267920"/>
                <a:gd name="connsiteX1687" fmla="*/ 526633 w 569632"/>
                <a:gd name="connsiteY1687" fmla="*/ 151822 h 267920"/>
                <a:gd name="connsiteX1688" fmla="*/ 526633 w 569632"/>
                <a:gd name="connsiteY1688" fmla="*/ 150198 h 267920"/>
                <a:gd name="connsiteX1689" fmla="*/ 525822 w 569632"/>
                <a:gd name="connsiteY1689" fmla="*/ 151010 h 267920"/>
                <a:gd name="connsiteX1690" fmla="*/ 525011 w 569632"/>
                <a:gd name="connsiteY1690" fmla="*/ 152634 h 267920"/>
                <a:gd name="connsiteX1691" fmla="*/ 525011 w 569632"/>
                <a:gd name="connsiteY1691" fmla="*/ 152634 h 267920"/>
                <a:gd name="connsiteX1692" fmla="*/ 529067 w 569632"/>
                <a:gd name="connsiteY1692" fmla="*/ 146950 h 267920"/>
                <a:gd name="connsiteX1693" fmla="*/ 529067 w 569632"/>
                <a:gd name="connsiteY1693" fmla="*/ 146950 h 267920"/>
                <a:gd name="connsiteX1694" fmla="*/ 527444 w 569632"/>
                <a:gd name="connsiteY1694" fmla="*/ 148574 h 267920"/>
                <a:gd name="connsiteX1695" fmla="*/ 529067 w 569632"/>
                <a:gd name="connsiteY1695" fmla="*/ 146950 h 267920"/>
                <a:gd name="connsiteX1696" fmla="*/ 537991 w 569632"/>
                <a:gd name="connsiteY1696" fmla="*/ 120158 h 267920"/>
                <a:gd name="connsiteX1697" fmla="*/ 538803 w 569632"/>
                <a:gd name="connsiteY1697" fmla="*/ 119346 h 267920"/>
                <a:gd name="connsiteX1698" fmla="*/ 539614 w 569632"/>
                <a:gd name="connsiteY1698" fmla="*/ 118535 h 267920"/>
                <a:gd name="connsiteX1699" fmla="*/ 538803 w 569632"/>
                <a:gd name="connsiteY1699" fmla="*/ 119346 h 267920"/>
                <a:gd name="connsiteX1700" fmla="*/ 537991 w 569632"/>
                <a:gd name="connsiteY1700" fmla="*/ 120158 h 267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Lst>
              <a:rect l="l" t="t" r="r" b="b"/>
              <a:pathLst>
                <a:path w="569632" h="267920">
                  <a:moveTo>
                    <a:pt x="8203" y="133960"/>
                  </a:moveTo>
                  <a:cubicBezTo>
                    <a:pt x="9014" y="131525"/>
                    <a:pt x="13071" y="127465"/>
                    <a:pt x="14693" y="125841"/>
                  </a:cubicBezTo>
                  <a:cubicBezTo>
                    <a:pt x="16316" y="124218"/>
                    <a:pt x="17127" y="123406"/>
                    <a:pt x="17127" y="123406"/>
                  </a:cubicBezTo>
                  <a:cubicBezTo>
                    <a:pt x="17127" y="121782"/>
                    <a:pt x="32542" y="109604"/>
                    <a:pt x="34976" y="107980"/>
                  </a:cubicBezTo>
                  <a:lnTo>
                    <a:pt x="39032" y="105544"/>
                  </a:lnTo>
                  <a:lnTo>
                    <a:pt x="43089" y="105544"/>
                  </a:lnTo>
                  <a:cubicBezTo>
                    <a:pt x="46335" y="105544"/>
                    <a:pt x="47957" y="105544"/>
                    <a:pt x="49580" y="107168"/>
                  </a:cubicBezTo>
                  <a:cubicBezTo>
                    <a:pt x="51202" y="107980"/>
                    <a:pt x="52014" y="108792"/>
                    <a:pt x="52825" y="107980"/>
                  </a:cubicBezTo>
                  <a:cubicBezTo>
                    <a:pt x="53636" y="107168"/>
                    <a:pt x="53636" y="107168"/>
                    <a:pt x="52825" y="107980"/>
                  </a:cubicBezTo>
                  <a:cubicBezTo>
                    <a:pt x="52014" y="108792"/>
                    <a:pt x="52014" y="108792"/>
                    <a:pt x="52825" y="109604"/>
                  </a:cubicBezTo>
                  <a:cubicBezTo>
                    <a:pt x="55259" y="111228"/>
                    <a:pt x="57693" y="118535"/>
                    <a:pt x="56070" y="120158"/>
                  </a:cubicBezTo>
                  <a:lnTo>
                    <a:pt x="56070" y="120158"/>
                  </a:lnTo>
                  <a:cubicBezTo>
                    <a:pt x="56070" y="120970"/>
                    <a:pt x="54448" y="125030"/>
                    <a:pt x="53636" y="125030"/>
                  </a:cubicBezTo>
                  <a:cubicBezTo>
                    <a:pt x="52825" y="125030"/>
                    <a:pt x="52825" y="125841"/>
                    <a:pt x="52014" y="126653"/>
                  </a:cubicBezTo>
                  <a:cubicBezTo>
                    <a:pt x="51202" y="127465"/>
                    <a:pt x="48768" y="129901"/>
                    <a:pt x="44712" y="133148"/>
                  </a:cubicBezTo>
                  <a:cubicBezTo>
                    <a:pt x="43900" y="133960"/>
                    <a:pt x="43089" y="133960"/>
                    <a:pt x="43089" y="133960"/>
                  </a:cubicBezTo>
                  <a:cubicBezTo>
                    <a:pt x="42278" y="133960"/>
                    <a:pt x="31731" y="138020"/>
                    <a:pt x="30108" y="139643"/>
                  </a:cubicBezTo>
                  <a:cubicBezTo>
                    <a:pt x="29297" y="140455"/>
                    <a:pt x="27674" y="140455"/>
                    <a:pt x="27674" y="140455"/>
                  </a:cubicBezTo>
                  <a:cubicBezTo>
                    <a:pt x="22806" y="141267"/>
                    <a:pt x="17938" y="142891"/>
                    <a:pt x="14693" y="146950"/>
                  </a:cubicBezTo>
                  <a:lnTo>
                    <a:pt x="13882" y="146138"/>
                  </a:lnTo>
                  <a:cubicBezTo>
                    <a:pt x="12259" y="148574"/>
                    <a:pt x="8203" y="155881"/>
                    <a:pt x="8203" y="158317"/>
                  </a:cubicBezTo>
                  <a:cubicBezTo>
                    <a:pt x="7391" y="161564"/>
                    <a:pt x="8203" y="164000"/>
                    <a:pt x="10636" y="164812"/>
                  </a:cubicBezTo>
                  <a:cubicBezTo>
                    <a:pt x="12259" y="165624"/>
                    <a:pt x="16316" y="165624"/>
                    <a:pt x="20372" y="165624"/>
                  </a:cubicBezTo>
                  <a:cubicBezTo>
                    <a:pt x="22806" y="165624"/>
                    <a:pt x="25240" y="165624"/>
                    <a:pt x="26863" y="164812"/>
                  </a:cubicBezTo>
                  <a:cubicBezTo>
                    <a:pt x="30108" y="164000"/>
                    <a:pt x="36599" y="162376"/>
                    <a:pt x="38221" y="161564"/>
                  </a:cubicBezTo>
                  <a:cubicBezTo>
                    <a:pt x="45523" y="159940"/>
                    <a:pt x="72296" y="148574"/>
                    <a:pt x="75542" y="144515"/>
                  </a:cubicBezTo>
                  <a:cubicBezTo>
                    <a:pt x="75542" y="143703"/>
                    <a:pt x="76353" y="143703"/>
                    <a:pt x="77164" y="143703"/>
                  </a:cubicBezTo>
                  <a:cubicBezTo>
                    <a:pt x="77976" y="143703"/>
                    <a:pt x="80410" y="142079"/>
                    <a:pt x="81221" y="141267"/>
                  </a:cubicBezTo>
                  <a:cubicBezTo>
                    <a:pt x="81221" y="141267"/>
                    <a:pt x="82032" y="140455"/>
                    <a:pt x="83655" y="139643"/>
                  </a:cubicBezTo>
                  <a:cubicBezTo>
                    <a:pt x="85278" y="138832"/>
                    <a:pt x="86900" y="137208"/>
                    <a:pt x="88523" y="136396"/>
                  </a:cubicBezTo>
                  <a:cubicBezTo>
                    <a:pt x="95825" y="130713"/>
                    <a:pt x="110428" y="120970"/>
                    <a:pt x="110428" y="121782"/>
                  </a:cubicBezTo>
                  <a:cubicBezTo>
                    <a:pt x="110428" y="123406"/>
                    <a:pt x="105560" y="126653"/>
                    <a:pt x="104749" y="127465"/>
                  </a:cubicBezTo>
                  <a:cubicBezTo>
                    <a:pt x="102315" y="129089"/>
                    <a:pt x="101504" y="129901"/>
                    <a:pt x="101504" y="130713"/>
                  </a:cubicBezTo>
                  <a:cubicBezTo>
                    <a:pt x="101504" y="130713"/>
                    <a:pt x="100693" y="131525"/>
                    <a:pt x="100693" y="132337"/>
                  </a:cubicBezTo>
                  <a:cubicBezTo>
                    <a:pt x="99881" y="133148"/>
                    <a:pt x="99070" y="133148"/>
                    <a:pt x="99070" y="133960"/>
                  </a:cubicBezTo>
                  <a:cubicBezTo>
                    <a:pt x="99070" y="134772"/>
                    <a:pt x="92579" y="140455"/>
                    <a:pt x="90957" y="141267"/>
                  </a:cubicBezTo>
                  <a:cubicBezTo>
                    <a:pt x="90146" y="142079"/>
                    <a:pt x="88523" y="142891"/>
                    <a:pt x="86089" y="144515"/>
                  </a:cubicBezTo>
                  <a:cubicBezTo>
                    <a:pt x="84466" y="146138"/>
                    <a:pt x="82032" y="146950"/>
                    <a:pt x="81221" y="147762"/>
                  </a:cubicBezTo>
                  <a:cubicBezTo>
                    <a:pt x="80410" y="147762"/>
                    <a:pt x="79598" y="148574"/>
                    <a:pt x="78787" y="149386"/>
                  </a:cubicBezTo>
                  <a:cubicBezTo>
                    <a:pt x="77976" y="150198"/>
                    <a:pt x="77164" y="151010"/>
                    <a:pt x="76353" y="151010"/>
                  </a:cubicBezTo>
                  <a:cubicBezTo>
                    <a:pt x="75542" y="151010"/>
                    <a:pt x="70674" y="155069"/>
                    <a:pt x="70674" y="155069"/>
                  </a:cubicBezTo>
                  <a:cubicBezTo>
                    <a:pt x="70674" y="155069"/>
                    <a:pt x="71485" y="155069"/>
                    <a:pt x="72296" y="154257"/>
                  </a:cubicBezTo>
                  <a:cubicBezTo>
                    <a:pt x="73108" y="153445"/>
                    <a:pt x="74731" y="153445"/>
                    <a:pt x="74731" y="152634"/>
                  </a:cubicBezTo>
                  <a:cubicBezTo>
                    <a:pt x="74731" y="151822"/>
                    <a:pt x="75542" y="151822"/>
                    <a:pt x="76353" y="151822"/>
                  </a:cubicBezTo>
                  <a:cubicBezTo>
                    <a:pt x="77164" y="151822"/>
                    <a:pt x="77164" y="151010"/>
                    <a:pt x="77976" y="151010"/>
                  </a:cubicBezTo>
                  <a:cubicBezTo>
                    <a:pt x="79598" y="151010"/>
                    <a:pt x="77976" y="152634"/>
                    <a:pt x="77164" y="152634"/>
                  </a:cubicBezTo>
                  <a:cubicBezTo>
                    <a:pt x="76353" y="152634"/>
                    <a:pt x="76353" y="153445"/>
                    <a:pt x="76353" y="153445"/>
                  </a:cubicBezTo>
                  <a:cubicBezTo>
                    <a:pt x="76353" y="155069"/>
                    <a:pt x="74731" y="156693"/>
                    <a:pt x="69863" y="159129"/>
                  </a:cubicBezTo>
                  <a:cubicBezTo>
                    <a:pt x="66617" y="160752"/>
                    <a:pt x="63372" y="162376"/>
                    <a:pt x="61749" y="163188"/>
                  </a:cubicBezTo>
                  <a:cubicBezTo>
                    <a:pt x="60127" y="164000"/>
                    <a:pt x="59315" y="164812"/>
                    <a:pt x="58504" y="164812"/>
                  </a:cubicBezTo>
                  <a:cubicBezTo>
                    <a:pt x="57693" y="165624"/>
                    <a:pt x="57693" y="165624"/>
                    <a:pt x="58504" y="164812"/>
                  </a:cubicBezTo>
                  <a:cubicBezTo>
                    <a:pt x="59315" y="164000"/>
                    <a:pt x="58504" y="164000"/>
                    <a:pt x="58504" y="164812"/>
                  </a:cubicBezTo>
                  <a:cubicBezTo>
                    <a:pt x="54448" y="168059"/>
                    <a:pt x="45523" y="170495"/>
                    <a:pt x="39844" y="171307"/>
                  </a:cubicBezTo>
                  <a:cubicBezTo>
                    <a:pt x="36599" y="171307"/>
                    <a:pt x="34976" y="172119"/>
                    <a:pt x="34165" y="172119"/>
                  </a:cubicBezTo>
                  <a:cubicBezTo>
                    <a:pt x="34165" y="172119"/>
                    <a:pt x="34165" y="172119"/>
                    <a:pt x="34976" y="172119"/>
                  </a:cubicBezTo>
                  <a:cubicBezTo>
                    <a:pt x="36599" y="172119"/>
                    <a:pt x="36599" y="172119"/>
                    <a:pt x="34976" y="172931"/>
                  </a:cubicBezTo>
                  <a:cubicBezTo>
                    <a:pt x="34165" y="172931"/>
                    <a:pt x="31731" y="173742"/>
                    <a:pt x="28485" y="173742"/>
                  </a:cubicBezTo>
                  <a:cubicBezTo>
                    <a:pt x="23618" y="173742"/>
                    <a:pt x="17127" y="172931"/>
                    <a:pt x="13882" y="172119"/>
                  </a:cubicBezTo>
                  <a:cubicBezTo>
                    <a:pt x="9014" y="170495"/>
                    <a:pt x="7391" y="169683"/>
                    <a:pt x="3335" y="164000"/>
                  </a:cubicBezTo>
                  <a:cubicBezTo>
                    <a:pt x="901" y="159940"/>
                    <a:pt x="89" y="158317"/>
                    <a:pt x="89" y="155881"/>
                  </a:cubicBezTo>
                  <a:cubicBezTo>
                    <a:pt x="-722" y="149386"/>
                    <a:pt x="4146" y="141267"/>
                    <a:pt x="8203" y="133960"/>
                  </a:cubicBezTo>
                  <a:close/>
                  <a:moveTo>
                    <a:pt x="26052" y="131525"/>
                  </a:moveTo>
                  <a:lnTo>
                    <a:pt x="32542" y="128277"/>
                  </a:lnTo>
                  <a:cubicBezTo>
                    <a:pt x="31731" y="129089"/>
                    <a:pt x="29297" y="130713"/>
                    <a:pt x="28485" y="131525"/>
                  </a:cubicBezTo>
                  <a:cubicBezTo>
                    <a:pt x="27674" y="132337"/>
                    <a:pt x="28485" y="133148"/>
                    <a:pt x="29297" y="132337"/>
                  </a:cubicBezTo>
                  <a:cubicBezTo>
                    <a:pt x="29297" y="132337"/>
                    <a:pt x="30108" y="132337"/>
                    <a:pt x="30108" y="132337"/>
                  </a:cubicBezTo>
                  <a:cubicBezTo>
                    <a:pt x="30108" y="132337"/>
                    <a:pt x="30919" y="132337"/>
                    <a:pt x="31731" y="131525"/>
                  </a:cubicBezTo>
                  <a:cubicBezTo>
                    <a:pt x="33353" y="130713"/>
                    <a:pt x="36599" y="129089"/>
                    <a:pt x="36599" y="129089"/>
                  </a:cubicBezTo>
                  <a:cubicBezTo>
                    <a:pt x="36599" y="129089"/>
                    <a:pt x="43089" y="125841"/>
                    <a:pt x="44712" y="124218"/>
                  </a:cubicBezTo>
                  <a:cubicBezTo>
                    <a:pt x="47146" y="122594"/>
                    <a:pt x="47146" y="121782"/>
                    <a:pt x="47957" y="121782"/>
                  </a:cubicBezTo>
                  <a:cubicBezTo>
                    <a:pt x="47957" y="121782"/>
                    <a:pt x="47957" y="120970"/>
                    <a:pt x="47957" y="121782"/>
                  </a:cubicBezTo>
                  <a:cubicBezTo>
                    <a:pt x="47957" y="121782"/>
                    <a:pt x="48768" y="120158"/>
                    <a:pt x="49580" y="119346"/>
                  </a:cubicBezTo>
                  <a:cubicBezTo>
                    <a:pt x="49580" y="119346"/>
                    <a:pt x="48768" y="119346"/>
                    <a:pt x="48768" y="119346"/>
                  </a:cubicBezTo>
                  <a:cubicBezTo>
                    <a:pt x="47146" y="120158"/>
                    <a:pt x="43089" y="120970"/>
                    <a:pt x="40655" y="121782"/>
                  </a:cubicBezTo>
                  <a:cubicBezTo>
                    <a:pt x="35787" y="124218"/>
                    <a:pt x="30108" y="128277"/>
                    <a:pt x="26052" y="131525"/>
                  </a:cubicBezTo>
                  <a:close/>
                  <a:moveTo>
                    <a:pt x="27674" y="133960"/>
                  </a:moveTo>
                  <a:cubicBezTo>
                    <a:pt x="28485" y="133960"/>
                    <a:pt x="29297" y="132337"/>
                    <a:pt x="28485" y="132337"/>
                  </a:cubicBezTo>
                  <a:cubicBezTo>
                    <a:pt x="28485" y="132337"/>
                    <a:pt x="27674" y="132337"/>
                    <a:pt x="27674" y="132337"/>
                  </a:cubicBezTo>
                  <a:cubicBezTo>
                    <a:pt x="27674" y="132337"/>
                    <a:pt x="27674" y="133148"/>
                    <a:pt x="27674" y="133960"/>
                  </a:cubicBezTo>
                  <a:cubicBezTo>
                    <a:pt x="26863" y="133960"/>
                    <a:pt x="26863" y="133960"/>
                    <a:pt x="27674" y="133960"/>
                  </a:cubicBezTo>
                  <a:close/>
                  <a:moveTo>
                    <a:pt x="53636" y="164812"/>
                  </a:moveTo>
                  <a:cubicBezTo>
                    <a:pt x="54448" y="164812"/>
                    <a:pt x="54448" y="164000"/>
                    <a:pt x="53636" y="164812"/>
                  </a:cubicBezTo>
                  <a:cubicBezTo>
                    <a:pt x="53636" y="164000"/>
                    <a:pt x="52825" y="164000"/>
                    <a:pt x="53636" y="164812"/>
                  </a:cubicBezTo>
                  <a:cubicBezTo>
                    <a:pt x="52825" y="164000"/>
                    <a:pt x="52825" y="164812"/>
                    <a:pt x="53636" y="164812"/>
                  </a:cubicBezTo>
                  <a:close/>
                  <a:moveTo>
                    <a:pt x="55259" y="164000"/>
                  </a:moveTo>
                  <a:cubicBezTo>
                    <a:pt x="55259" y="164000"/>
                    <a:pt x="56882" y="164000"/>
                    <a:pt x="56882" y="163188"/>
                  </a:cubicBezTo>
                  <a:cubicBezTo>
                    <a:pt x="56882" y="163188"/>
                    <a:pt x="56882" y="162376"/>
                    <a:pt x="56882" y="162376"/>
                  </a:cubicBezTo>
                  <a:cubicBezTo>
                    <a:pt x="55259" y="162376"/>
                    <a:pt x="54448" y="164000"/>
                    <a:pt x="55259" y="164000"/>
                  </a:cubicBezTo>
                  <a:close/>
                  <a:moveTo>
                    <a:pt x="73919" y="155069"/>
                  </a:moveTo>
                  <a:cubicBezTo>
                    <a:pt x="74731" y="155069"/>
                    <a:pt x="75542" y="154257"/>
                    <a:pt x="73919" y="155069"/>
                  </a:cubicBezTo>
                  <a:cubicBezTo>
                    <a:pt x="74731" y="154257"/>
                    <a:pt x="74731" y="154257"/>
                    <a:pt x="73919" y="155069"/>
                  </a:cubicBezTo>
                  <a:cubicBezTo>
                    <a:pt x="73108" y="155069"/>
                    <a:pt x="73108" y="155069"/>
                    <a:pt x="73919" y="155069"/>
                  </a:cubicBezTo>
                  <a:close/>
                  <a:moveTo>
                    <a:pt x="80410" y="155069"/>
                  </a:moveTo>
                  <a:cubicBezTo>
                    <a:pt x="82032" y="152634"/>
                    <a:pt x="86089" y="143703"/>
                    <a:pt x="86089" y="143703"/>
                  </a:cubicBezTo>
                  <a:cubicBezTo>
                    <a:pt x="86089" y="143703"/>
                    <a:pt x="86089" y="142891"/>
                    <a:pt x="86900" y="142891"/>
                  </a:cubicBezTo>
                  <a:cubicBezTo>
                    <a:pt x="87711" y="142891"/>
                    <a:pt x="89334" y="138832"/>
                    <a:pt x="89334" y="138020"/>
                  </a:cubicBezTo>
                  <a:cubicBezTo>
                    <a:pt x="89334" y="138020"/>
                    <a:pt x="89334" y="137208"/>
                    <a:pt x="90146" y="137208"/>
                  </a:cubicBezTo>
                  <a:cubicBezTo>
                    <a:pt x="90146" y="137208"/>
                    <a:pt x="90957" y="135584"/>
                    <a:pt x="91768" y="134772"/>
                  </a:cubicBezTo>
                  <a:cubicBezTo>
                    <a:pt x="92579" y="133148"/>
                    <a:pt x="94202" y="129089"/>
                    <a:pt x="96636" y="125841"/>
                  </a:cubicBezTo>
                  <a:cubicBezTo>
                    <a:pt x="98259" y="122594"/>
                    <a:pt x="100693" y="118535"/>
                    <a:pt x="101504" y="116911"/>
                  </a:cubicBezTo>
                  <a:cubicBezTo>
                    <a:pt x="102315" y="115287"/>
                    <a:pt x="103127" y="114475"/>
                    <a:pt x="103127" y="114475"/>
                  </a:cubicBezTo>
                  <a:cubicBezTo>
                    <a:pt x="103127" y="114475"/>
                    <a:pt x="103127" y="114475"/>
                    <a:pt x="103938" y="112851"/>
                  </a:cubicBezTo>
                  <a:cubicBezTo>
                    <a:pt x="103938" y="112039"/>
                    <a:pt x="104749" y="111228"/>
                    <a:pt x="105560" y="111228"/>
                  </a:cubicBezTo>
                  <a:cubicBezTo>
                    <a:pt x="105560" y="111228"/>
                    <a:pt x="106372" y="110416"/>
                    <a:pt x="106372" y="110416"/>
                  </a:cubicBezTo>
                  <a:cubicBezTo>
                    <a:pt x="106372" y="109604"/>
                    <a:pt x="107183" y="107980"/>
                    <a:pt x="107994" y="107168"/>
                  </a:cubicBezTo>
                  <a:cubicBezTo>
                    <a:pt x="108806" y="105544"/>
                    <a:pt x="109617" y="105544"/>
                    <a:pt x="109617" y="105544"/>
                  </a:cubicBezTo>
                  <a:cubicBezTo>
                    <a:pt x="109617" y="105544"/>
                    <a:pt x="109617" y="105544"/>
                    <a:pt x="110428" y="105544"/>
                  </a:cubicBezTo>
                  <a:cubicBezTo>
                    <a:pt x="111240" y="104733"/>
                    <a:pt x="112051" y="104733"/>
                    <a:pt x="113674" y="104733"/>
                  </a:cubicBezTo>
                  <a:cubicBezTo>
                    <a:pt x="115296" y="104733"/>
                    <a:pt x="116919" y="105544"/>
                    <a:pt x="117730" y="105544"/>
                  </a:cubicBezTo>
                  <a:cubicBezTo>
                    <a:pt x="120164" y="107168"/>
                    <a:pt x="120975" y="109604"/>
                    <a:pt x="120164" y="111228"/>
                  </a:cubicBezTo>
                  <a:cubicBezTo>
                    <a:pt x="119353" y="112851"/>
                    <a:pt x="118542" y="116911"/>
                    <a:pt x="116919" y="118535"/>
                  </a:cubicBezTo>
                  <a:cubicBezTo>
                    <a:pt x="116107" y="119346"/>
                    <a:pt x="115296" y="120158"/>
                    <a:pt x="115296" y="120158"/>
                  </a:cubicBezTo>
                  <a:cubicBezTo>
                    <a:pt x="115296" y="120158"/>
                    <a:pt x="115296" y="120970"/>
                    <a:pt x="114485" y="121782"/>
                  </a:cubicBezTo>
                  <a:cubicBezTo>
                    <a:pt x="112862" y="123406"/>
                    <a:pt x="107994" y="132337"/>
                    <a:pt x="107994" y="133148"/>
                  </a:cubicBezTo>
                  <a:cubicBezTo>
                    <a:pt x="107994" y="133148"/>
                    <a:pt x="107994" y="133960"/>
                    <a:pt x="107994" y="133960"/>
                  </a:cubicBezTo>
                  <a:cubicBezTo>
                    <a:pt x="107994" y="133960"/>
                    <a:pt x="107183" y="134772"/>
                    <a:pt x="107183" y="135584"/>
                  </a:cubicBezTo>
                  <a:cubicBezTo>
                    <a:pt x="106372" y="137208"/>
                    <a:pt x="106372" y="137208"/>
                    <a:pt x="108806" y="135584"/>
                  </a:cubicBezTo>
                  <a:cubicBezTo>
                    <a:pt x="109617" y="134772"/>
                    <a:pt x="111240" y="133148"/>
                    <a:pt x="112862" y="132337"/>
                  </a:cubicBezTo>
                  <a:cubicBezTo>
                    <a:pt x="116919" y="129089"/>
                    <a:pt x="120164" y="125841"/>
                    <a:pt x="125032" y="124218"/>
                  </a:cubicBezTo>
                  <a:cubicBezTo>
                    <a:pt x="126655" y="123406"/>
                    <a:pt x="127466" y="123406"/>
                    <a:pt x="128277" y="124218"/>
                  </a:cubicBezTo>
                  <a:cubicBezTo>
                    <a:pt x="129089" y="124218"/>
                    <a:pt x="130711" y="124218"/>
                    <a:pt x="131523" y="124218"/>
                  </a:cubicBezTo>
                  <a:cubicBezTo>
                    <a:pt x="132334" y="124218"/>
                    <a:pt x="133145" y="124218"/>
                    <a:pt x="133145" y="125030"/>
                  </a:cubicBezTo>
                  <a:cubicBezTo>
                    <a:pt x="133145" y="125841"/>
                    <a:pt x="133956" y="125841"/>
                    <a:pt x="134768" y="125841"/>
                  </a:cubicBezTo>
                  <a:cubicBezTo>
                    <a:pt x="135579" y="125841"/>
                    <a:pt x="136390" y="125841"/>
                    <a:pt x="136390" y="126653"/>
                  </a:cubicBezTo>
                  <a:cubicBezTo>
                    <a:pt x="136390" y="127465"/>
                    <a:pt x="136390" y="127465"/>
                    <a:pt x="137202" y="127465"/>
                  </a:cubicBezTo>
                  <a:cubicBezTo>
                    <a:pt x="138013" y="127465"/>
                    <a:pt x="139636" y="128277"/>
                    <a:pt x="139636" y="129901"/>
                  </a:cubicBezTo>
                  <a:cubicBezTo>
                    <a:pt x="139636" y="134772"/>
                    <a:pt x="142070" y="138832"/>
                    <a:pt x="147749" y="138832"/>
                  </a:cubicBezTo>
                  <a:cubicBezTo>
                    <a:pt x="151806" y="138832"/>
                    <a:pt x="162353" y="136396"/>
                    <a:pt x="163975" y="133960"/>
                  </a:cubicBezTo>
                  <a:cubicBezTo>
                    <a:pt x="163975" y="133960"/>
                    <a:pt x="166409" y="132337"/>
                    <a:pt x="169654" y="131525"/>
                  </a:cubicBezTo>
                  <a:cubicBezTo>
                    <a:pt x="172088" y="130713"/>
                    <a:pt x="175334" y="129089"/>
                    <a:pt x="176145" y="128277"/>
                  </a:cubicBezTo>
                  <a:cubicBezTo>
                    <a:pt x="177767" y="127465"/>
                    <a:pt x="184258" y="125030"/>
                    <a:pt x="185069" y="125030"/>
                  </a:cubicBezTo>
                  <a:cubicBezTo>
                    <a:pt x="185881" y="125030"/>
                    <a:pt x="185881" y="125030"/>
                    <a:pt x="185069" y="126653"/>
                  </a:cubicBezTo>
                  <a:cubicBezTo>
                    <a:pt x="185069" y="127465"/>
                    <a:pt x="185069" y="127465"/>
                    <a:pt x="185069" y="127465"/>
                  </a:cubicBezTo>
                  <a:cubicBezTo>
                    <a:pt x="185069" y="127465"/>
                    <a:pt x="184258" y="128277"/>
                    <a:pt x="181013" y="130713"/>
                  </a:cubicBezTo>
                  <a:cubicBezTo>
                    <a:pt x="172088" y="137208"/>
                    <a:pt x="160730" y="144515"/>
                    <a:pt x="150183" y="144515"/>
                  </a:cubicBezTo>
                  <a:cubicBezTo>
                    <a:pt x="144503" y="144515"/>
                    <a:pt x="138824" y="142891"/>
                    <a:pt x="133956" y="137208"/>
                  </a:cubicBezTo>
                  <a:lnTo>
                    <a:pt x="130711" y="133960"/>
                  </a:lnTo>
                  <a:lnTo>
                    <a:pt x="129089" y="134772"/>
                  </a:lnTo>
                  <a:cubicBezTo>
                    <a:pt x="128277" y="135584"/>
                    <a:pt x="126655" y="136396"/>
                    <a:pt x="126655" y="136396"/>
                  </a:cubicBezTo>
                  <a:cubicBezTo>
                    <a:pt x="126655" y="136396"/>
                    <a:pt x="123409" y="138832"/>
                    <a:pt x="120164" y="142079"/>
                  </a:cubicBezTo>
                  <a:cubicBezTo>
                    <a:pt x="111240" y="149386"/>
                    <a:pt x="103938" y="158317"/>
                    <a:pt x="96636" y="167247"/>
                  </a:cubicBezTo>
                  <a:cubicBezTo>
                    <a:pt x="94202" y="170495"/>
                    <a:pt x="93391" y="170495"/>
                    <a:pt x="90146" y="173742"/>
                  </a:cubicBezTo>
                  <a:cubicBezTo>
                    <a:pt x="86089" y="176990"/>
                    <a:pt x="85278" y="177802"/>
                    <a:pt x="83655" y="176990"/>
                  </a:cubicBezTo>
                  <a:cubicBezTo>
                    <a:pt x="82032" y="176178"/>
                    <a:pt x="81221" y="175366"/>
                    <a:pt x="80410" y="172931"/>
                  </a:cubicBezTo>
                  <a:cubicBezTo>
                    <a:pt x="79598" y="171307"/>
                    <a:pt x="78787" y="170495"/>
                    <a:pt x="77976" y="170495"/>
                  </a:cubicBezTo>
                  <a:cubicBezTo>
                    <a:pt x="74731" y="168871"/>
                    <a:pt x="75542" y="163188"/>
                    <a:pt x="80410" y="155069"/>
                  </a:cubicBezTo>
                  <a:close/>
                  <a:moveTo>
                    <a:pt x="82032" y="143703"/>
                  </a:moveTo>
                  <a:cubicBezTo>
                    <a:pt x="82032" y="143703"/>
                    <a:pt x="86089" y="141267"/>
                    <a:pt x="86089" y="141267"/>
                  </a:cubicBezTo>
                  <a:cubicBezTo>
                    <a:pt x="86089" y="141267"/>
                    <a:pt x="85278" y="141267"/>
                    <a:pt x="83655" y="142079"/>
                  </a:cubicBezTo>
                  <a:cubicBezTo>
                    <a:pt x="82844" y="142891"/>
                    <a:pt x="82032" y="142891"/>
                    <a:pt x="82032" y="143703"/>
                  </a:cubicBezTo>
                  <a:close/>
                  <a:moveTo>
                    <a:pt x="92579" y="136396"/>
                  </a:moveTo>
                  <a:cubicBezTo>
                    <a:pt x="93391" y="135584"/>
                    <a:pt x="94202" y="135584"/>
                    <a:pt x="93391" y="135584"/>
                  </a:cubicBezTo>
                  <a:cubicBezTo>
                    <a:pt x="93391" y="135584"/>
                    <a:pt x="93391" y="135584"/>
                    <a:pt x="92579" y="136396"/>
                  </a:cubicBezTo>
                  <a:cubicBezTo>
                    <a:pt x="91768" y="137208"/>
                    <a:pt x="91768" y="137208"/>
                    <a:pt x="92579" y="136396"/>
                  </a:cubicBezTo>
                  <a:close/>
                  <a:moveTo>
                    <a:pt x="225635" y="149386"/>
                  </a:moveTo>
                  <a:cubicBezTo>
                    <a:pt x="225635" y="149386"/>
                    <a:pt x="225635" y="147762"/>
                    <a:pt x="226446" y="145327"/>
                  </a:cubicBezTo>
                  <a:cubicBezTo>
                    <a:pt x="227258" y="142891"/>
                    <a:pt x="227258" y="142079"/>
                    <a:pt x="228069" y="142079"/>
                  </a:cubicBezTo>
                  <a:cubicBezTo>
                    <a:pt x="228880" y="142079"/>
                    <a:pt x="229692" y="141267"/>
                    <a:pt x="229692" y="139643"/>
                  </a:cubicBezTo>
                  <a:cubicBezTo>
                    <a:pt x="230503" y="138020"/>
                    <a:pt x="230503" y="137208"/>
                    <a:pt x="230503" y="137208"/>
                  </a:cubicBezTo>
                  <a:cubicBezTo>
                    <a:pt x="230503" y="137208"/>
                    <a:pt x="230503" y="137208"/>
                    <a:pt x="231314" y="136396"/>
                  </a:cubicBezTo>
                  <a:cubicBezTo>
                    <a:pt x="232126" y="134772"/>
                    <a:pt x="232937" y="132337"/>
                    <a:pt x="232126" y="132337"/>
                  </a:cubicBezTo>
                  <a:cubicBezTo>
                    <a:pt x="232126" y="132337"/>
                    <a:pt x="231314" y="133148"/>
                    <a:pt x="231314" y="133148"/>
                  </a:cubicBezTo>
                  <a:cubicBezTo>
                    <a:pt x="231314" y="133148"/>
                    <a:pt x="231314" y="133960"/>
                    <a:pt x="230503" y="133960"/>
                  </a:cubicBezTo>
                  <a:cubicBezTo>
                    <a:pt x="230503" y="133960"/>
                    <a:pt x="230503" y="133148"/>
                    <a:pt x="230503" y="132337"/>
                  </a:cubicBezTo>
                  <a:cubicBezTo>
                    <a:pt x="231314" y="131525"/>
                    <a:pt x="231314" y="130713"/>
                    <a:pt x="232126" y="131525"/>
                  </a:cubicBezTo>
                  <a:cubicBezTo>
                    <a:pt x="232937" y="132337"/>
                    <a:pt x="233748" y="131525"/>
                    <a:pt x="233748" y="130713"/>
                  </a:cubicBezTo>
                  <a:cubicBezTo>
                    <a:pt x="233748" y="129901"/>
                    <a:pt x="234560" y="129089"/>
                    <a:pt x="235371" y="127465"/>
                  </a:cubicBezTo>
                  <a:cubicBezTo>
                    <a:pt x="236182" y="125841"/>
                    <a:pt x="236994" y="125030"/>
                    <a:pt x="236182" y="124218"/>
                  </a:cubicBezTo>
                  <a:cubicBezTo>
                    <a:pt x="236182" y="123406"/>
                    <a:pt x="236182" y="123406"/>
                    <a:pt x="236994" y="123406"/>
                  </a:cubicBezTo>
                  <a:cubicBezTo>
                    <a:pt x="237805" y="123406"/>
                    <a:pt x="237805" y="123406"/>
                    <a:pt x="237805" y="122594"/>
                  </a:cubicBezTo>
                  <a:cubicBezTo>
                    <a:pt x="237805" y="122594"/>
                    <a:pt x="237805" y="121782"/>
                    <a:pt x="238616" y="120970"/>
                  </a:cubicBezTo>
                  <a:cubicBezTo>
                    <a:pt x="239427" y="119346"/>
                    <a:pt x="240239" y="116099"/>
                    <a:pt x="239427" y="116911"/>
                  </a:cubicBezTo>
                  <a:cubicBezTo>
                    <a:pt x="238616" y="117723"/>
                    <a:pt x="237805" y="116911"/>
                    <a:pt x="238616" y="116099"/>
                  </a:cubicBezTo>
                  <a:cubicBezTo>
                    <a:pt x="238616" y="115287"/>
                    <a:pt x="239427" y="115287"/>
                    <a:pt x="240239" y="115287"/>
                  </a:cubicBezTo>
                  <a:cubicBezTo>
                    <a:pt x="241050" y="115287"/>
                    <a:pt x="241050" y="115287"/>
                    <a:pt x="241861" y="113663"/>
                  </a:cubicBezTo>
                  <a:cubicBezTo>
                    <a:pt x="242673" y="112851"/>
                    <a:pt x="242673" y="111228"/>
                    <a:pt x="242673" y="111228"/>
                  </a:cubicBezTo>
                  <a:cubicBezTo>
                    <a:pt x="242673" y="111228"/>
                    <a:pt x="243484" y="109604"/>
                    <a:pt x="243484" y="108792"/>
                  </a:cubicBezTo>
                  <a:cubicBezTo>
                    <a:pt x="243484" y="107980"/>
                    <a:pt x="245107" y="107168"/>
                    <a:pt x="244295" y="106356"/>
                  </a:cubicBezTo>
                  <a:cubicBezTo>
                    <a:pt x="244295" y="106356"/>
                    <a:pt x="244295" y="105544"/>
                    <a:pt x="245107" y="104733"/>
                  </a:cubicBezTo>
                  <a:cubicBezTo>
                    <a:pt x="245918" y="103921"/>
                    <a:pt x="245918" y="103109"/>
                    <a:pt x="245918" y="102297"/>
                  </a:cubicBezTo>
                  <a:cubicBezTo>
                    <a:pt x="245918" y="100673"/>
                    <a:pt x="246729" y="99049"/>
                    <a:pt x="247541" y="99861"/>
                  </a:cubicBezTo>
                  <a:cubicBezTo>
                    <a:pt x="247541" y="99861"/>
                    <a:pt x="248352" y="99861"/>
                    <a:pt x="248352" y="99049"/>
                  </a:cubicBezTo>
                  <a:cubicBezTo>
                    <a:pt x="248352" y="98238"/>
                    <a:pt x="248352" y="98238"/>
                    <a:pt x="247541" y="98238"/>
                  </a:cubicBezTo>
                  <a:cubicBezTo>
                    <a:pt x="246729" y="98238"/>
                    <a:pt x="246729" y="97426"/>
                    <a:pt x="246729" y="97426"/>
                  </a:cubicBezTo>
                  <a:cubicBezTo>
                    <a:pt x="246729" y="96614"/>
                    <a:pt x="249163" y="94990"/>
                    <a:pt x="249974" y="94990"/>
                  </a:cubicBezTo>
                  <a:cubicBezTo>
                    <a:pt x="249974" y="94990"/>
                    <a:pt x="249974" y="94990"/>
                    <a:pt x="249974" y="94178"/>
                  </a:cubicBezTo>
                  <a:cubicBezTo>
                    <a:pt x="249163" y="93366"/>
                    <a:pt x="249163" y="93366"/>
                    <a:pt x="249974" y="93366"/>
                  </a:cubicBezTo>
                  <a:cubicBezTo>
                    <a:pt x="250786" y="93366"/>
                    <a:pt x="252409" y="90931"/>
                    <a:pt x="253220" y="89307"/>
                  </a:cubicBezTo>
                  <a:cubicBezTo>
                    <a:pt x="253220" y="88495"/>
                    <a:pt x="254031" y="88495"/>
                    <a:pt x="254031" y="88495"/>
                  </a:cubicBezTo>
                  <a:cubicBezTo>
                    <a:pt x="254842" y="88495"/>
                    <a:pt x="255654" y="86871"/>
                    <a:pt x="254842" y="86059"/>
                  </a:cubicBezTo>
                  <a:cubicBezTo>
                    <a:pt x="254031" y="85247"/>
                    <a:pt x="255654" y="81188"/>
                    <a:pt x="256465" y="81188"/>
                  </a:cubicBezTo>
                  <a:cubicBezTo>
                    <a:pt x="257276" y="81188"/>
                    <a:pt x="258088" y="79564"/>
                    <a:pt x="257276" y="79564"/>
                  </a:cubicBezTo>
                  <a:cubicBezTo>
                    <a:pt x="256465" y="79564"/>
                    <a:pt x="256465" y="78752"/>
                    <a:pt x="257276" y="77941"/>
                  </a:cubicBezTo>
                  <a:cubicBezTo>
                    <a:pt x="258088" y="77129"/>
                    <a:pt x="258088" y="76317"/>
                    <a:pt x="258899" y="77129"/>
                  </a:cubicBezTo>
                  <a:cubicBezTo>
                    <a:pt x="259710" y="77129"/>
                    <a:pt x="259710" y="77129"/>
                    <a:pt x="259710" y="76317"/>
                  </a:cubicBezTo>
                  <a:cubicBezTo>
                    <a:pt x="259710" y="75505"/>
                    <a:pt x="260522" y="75505"/>
                    <a:pt x="260522" y="74693"/>
                  </a:cubicBezTo>
                  <a:cubicBezTo>
                    <a:pt x="261333" y="73881"/>
                    <a:pt x="261333" y="73881"/>
                    <a:pt x="261333" y="73881"/>
                  </a:cubicBezTo>
                  <a:cubicBezTo>
                    <a:pt x="260522" y="74693"/>
                    <a:pt x="260522" y="73069"/>
                    <a:pt x="261333" y="72257"/>
                  </a:cubicBezTo>
                  <a:cubicBezTo>
                    <a:pt x="262144" y="71445"/>
                    <a:pt x="262144" y="71445"/>
                    <a:pt x="262144" y="71445"/>
                  </a:cubicBezTo>
                  <a:cubicBezTo>
                    <a:pt x="262144" y="71445"/>
                    <a:pt x="262144" y="70634"/>
                    <a:pt x="262956" y="70634"/>
                  </a:cubicBezTo>
                  <a:cubicBezTo>
                    <a:pt x="263767" y="69822"/>
                    <a:pt x="263767" y="69822"/>
                    <a:pt x="262956" y="70634"/>
                  </a:cubicBezTo>
                  <a:cubicBezTo>
                    <a:pt x="262144" y="71445"/>
                    <a:pt x="262956" y="70634"/>
                    <a:pt x="262956" y="69822"/>
                  </a:cubicBezTo>
                  <a:cubicBezTo>
                    <a:pt x="263767" y="69010"/>
                    <a:pt x="263767" y="68198"/>
                    <a:pt x="263767" y="68198"/>
                  </a:cubicBezTo>
                  <a:cubicBezTo>
                    <a:pt x="263767" y="68198"/>
                    <a:pt x="263767" y="67386"/>
                    <a:pt x="264578" y="67386"/>
                  </a:cubicBezTo>
                  <a:cubicBezTo>
                    <a:pt x="265390" y="67386"/>
                    <a:pt x="265390" y="66574"/>
                    <a:pt x="265390" y="65762"/>
                  </a:cubicBezTo>
                  <a:cubicBezTo>
                    <a:pt x="265390" y="64950"/>
                    <a:pt x="265390" y="64950"/>
                    <a:pt x="266201" y="64950"/>
                  </a:cubicBezTo>
                  <a:cubicBezTo>
                    <a:pt x="266201" y="64950"/>
                    <a:pt x="267012" y="64950"/>
                    <a:pt x="266201" y="64139"/>
                  </a:cubicBezTo>
                  <a:cubicBezTo>
                    <a:pt x="266201" y="64139"/>
                    <a:pt x="266201" y="63327"/>
                    <a:pt x="266201" y="63327"/>
                  </a:cubicBezTo>
                  <a:cubicBezTo>
                    <a:pt x="266201" y="63327"/>
                    <a:pt x="267012" y="62515"/>
                    <a:pt x="267012" y="62515"/>
                  </a:cubicBezTo>
                  <a:cubicBezTo>
                    <a:pt x="267012" y="61703"/>
                    <a:pt x="267012" y="60891"/>
                    <a:pt x="267824" y="60891"/>
                  </a:cubicBezTo>
                  <a:cubicBezTo>
                    <a:pt x="267824" y="60891"/>
                    <a:pt x="268635" y="60079"/>
                    <a:pt x="268635" y="60079"/>
                  </a:cubicBezTo>
                  <a:cubicBezTo>
                    <a:pt x="268635" y="60079"/>
                    <a:pt x="269446" y="58455"/>
                    <a:pt x="270257" y="57644"/>
                  </a:cubicBezTo>
                  <a:cubicBezTo>
                    <a:pt x="271069" y="56832"/>
                    <a:pt x="271880" y="56020"/>
                    <a:pt x="271880" y="55208"/>
                  </a:cubicBezTo>
                  <a:cubicBezTo>
                    <a:pt x="271880" y="54396"/>
                    <a:pt x="274314" y="51148"/>
                    <a:pt x="279182" y="43030"/>
                  </a:cubicBezTo>
                  <a:cubicBezTo>
                    <a:pt x="280805" y="39782"/>
                    <a:pt x="283238" y="37347"/>
                    <a:pt x="283238" y="37347"/>
                  </a:cubicBezTo>
                  <a:cubicBezTo>
                    <a:pt x="284050" y="35723"/>
                    <a:pt x="288918" y="33287"/>
                    <a:pt x="291352" y="33287"/>
                  </a:cubicBezTo>
                  <a:cubicBezTo>
                    <a:pt x="296220" y="33287"/>
                    <a:pt x="301899" y="35723"/>
                    <a:pt x="302710" y="38158"/>
                  </a:cubicBezTo>
                  <a:cubicBezTo>
                    <a:pt x="303521" y="40594"/>
                    <a:pt x="301899" y="43842"/>
                    <a:pt x="300276" y="44653"/>
                  </a:cubicBezTo>
                  <a:cubicBezTo>
                    <a:pt x="298653" y="46277"/>
                    <a:pt x="294597" y="50337"/>
                    <a:pt x="293786" y="51960"/>
                  </a:cubicBezTo>
                  <a:cubicBezTo>
                    <a:pt x="293786" y="52772"/>
                    <a:pt x="292163" y="55208"/>
                    <a:pt x="289729" y="56832"/>
                  </a:cubicBezTo>
                  <a:cubicBezTo>
                    <a:pt x="288106" y="59267"/>
                    <a:pt x="285673" y="62515"/>
                    <a:pt x="284861" y="64139"/>
                  </a:cubicBezTo>
                  <a:cubicBezTo>
                    <a:pt x="276748" y="77129"/>
                    <a:pt x="267824" y="90119"/>
                    <a:pt x="261333" y="104733"/>
                  </a:cubicBezTo>
                  <a:cubicBezTo>
                    <a:pt x="259710" y="107980"/>
                    <a:pt x="258899" y="108792"/>
                    <a:pt x="256465" y="108792"/>
                  </a:cubicBezTo>
                  <a:cubicBezTo>
                    <a:pt x="254842" y="108792"/>
                    <a:pt x="254842" y="108792"/>
                    <a:pt x="256465" y="108792"/>
                  </a:cubicBezTo>
                  <a:cubicBezTo>
                    <a:pt x="258088" y="109604"/>
                    <a:pt x="258088" y="109604"/>
                    <a:pt x="258088" y="110416"/>
                  </a:cubicBezTo>
                  <a:cubicBezTo>
                    <a:pt x="257276" y="111228"/>
                    <a:pt x="257276" y="112851"/>
                    <a:pt x="256465" y="113663"/>
                  </a:cubicBezTo>
                  <a:cubicBezTo>
                    <a:pt x="255654" y="114475"/>
                    <a:pt x="255654" y="116099"/>
                    <a:pt x="254842" y="116911"/>
                  </a:cubicBezTo>
                  <a:cubicBezTo>
                    <a:pt x="254031" y="117723"/>
                    <a:pt x="253220" y="119346"/>
                    <a:pt x="253220" y="120970"/>
                  </a:cubicBezTo>
                  <a:cubicBezTo>
                    <a:pt x="252409" y="124218"/>
                    <a:pt x="249974" y="129089"/>
                    <a:pt x="248352" y="132337"/>
                  </a:cubicBezTo>
                  <a:cubicBezTo>
                    <a:pt x="247541" y="133960"/>
                    <a:pt x="246729" y="136396"/>
                    <a:pt x="245918" y="138020"/>
                  </a:cubicBezTo>
                  <a:cubicBezTo>
                    <a:pt x="245107" y="139643"/>
                    <a:pt x="244295" y="142891"/>
                    <a:pt x="243484" y="144515"/>
                  </a:cubicBezTo>
                  <a:cubicBezTo>
                    <a:pt x="242673" y="146138"/>
                    <a:pt x="241861" y="149386"/>
                    <a:pt x="241050" y="151010"/>
                  </a:cubicBezTo>
                  <a:cubicBezTo>
                    <a:pt x="240239" y="152634"/>
                    <a:pt x="240239" y="154257"/>
                    <a:pt x="239427" y="155069"/>
                  </a:cubicBezTo>
                  <a:cubicBezTo>
                    <a:pt x="238616" y="155881"/>
                    <a:pt x="238616" y="163188"/>
                    <a:pt x="239427" y="164812"/>
                  </a:cubicBezTo>
                  <a:cubicBezTo>
                    <a:pt x="240239" y="165624"/>
                    <a:pt x="240239" y="166435"/>
                    <a:pt x="241861" y="165624"/>
                  </a:cubicBezTo>
                  <a:cubicBezTo>
                    <a:pt x="241861" y="165624"/>
                    <a:pt x="242673" y="165624"/>
                    <a:pt x="242673" y="165624"/>
                  </a:cubicBezTo>
                  <a:cubicBezTo>
                    <a:pt x="245107" y="164000"/>
                    <a:pt x="248352" y="159129"/>
                    <a:pt x="255654" y="149386"/>
                  </a:cubicBezTo>
                  <a:cubicBezTo>
                    <a:pt x="260522" y="142891"/>
                    <a:pt x="265390" y="136396"/>
                    <a:pt x="266201" y="135584"/>
                  </a:cubicBezTo>
                  <a:cubicBezTo>
                    <a:pt x="267012" y="134772"/>
                    <a:pt x="268635" y="133148"/>
                    <a:pt x="268635" y="132337"/>
                  </a:cubicBezTo>
                  <a:cubicBezTo>
                    <a:pt x="269446" y="131525"/>
                    <a:pt x="271880" y="127465"/>
                    <a:pt x="274314" y="124218"/>
                  </a:cubicBezTo>
                  <a:cubicBezTo>
                    <a:pt x="276748" y="120970"/>
                    <a:pt x="282427" y="113663"/>
                    <a:pt x="285673" y="107980"/>
                  </a:cubicBezTo>
                  <a:cubicBezTo>
                    <a:pt x="293786" y="96614"/>
                    <a:pt x="301087" y="86871"/>
                    <a:pt x="308389" y="77941"/>
                  </a:cubicBezTo>
                  <a:cubicBezTo>
                    <a:pt x="320559" y="62515"/>
                    <a:pt x="331106" y="48713"/>
                    <a:pt x="331917" y="47089"/>
                  </a:cubicBezTo>
                  <a:cubicBezTo>
                    <a:pt x="332729" y="45465"/>
                    <a:pt x="333540" y="45465"/>
                    <a:pt x="333540" y="47901"/>
                  </a:cubicBezTo>
                  <a:cubicBezTo>
                    <a:pt x="333540" y="49525"/>
                    <a:pt x="333540" y="49525"/>
                    <a:pt x="334351" y="49525"/>
                  </a:cubicBezTo>
                  <a:cubicBezTo>
                    <a:pt x="336785" y="48713"/>
                    <a:pt x="338408" y="47901"/>
                    <a:pt x="339219" y="48713"/>
                  </a:cubicBezTo>
                  <a:cubicBezTo>
                    <a:pt x="340031" y="48713"/>
                    <a:pt x="340842" y="49525"/>
                    <a:pt x="341653" y="49525"/>
                  </a:cubicBezTo>
                  <a:cubicBezTo>
                    <a:pt x="344087" y="49525"/>
                    <a:pt x="346521" y="51148"/>
                    <a:pt x="348144" y="53584"/>
                  </a:cubicBezTo>
                  <a:cubicBezTo>
                    <a:pt x="349766" y="55208"/>
                    <a:pt x="349766" y="60079"/>
                    <a:pt x="348144" y="63327"/>
                  </a:cubicBezTo>
                  <a:cubicBezTo>
                    <a:pt x="347332" y="64950"/>
                    <a:pt x="344898" y="69010"/>
                    <a:pt x="344087" y="69822"/>
                  </a:cubicBezTo>
                  <a:cubicBezTo>
                    <a:pt x="343276" y="70634"/>
                    <a:pt x="342465" y="71445"/>
                    <a:pt x="341653" y="73069"/>
                  </a:cubicBezTo>
                  <a:cubicBezTo>
                    <a:pt x="340031" y="76317"/>
                    <a:pt x="336785" y="80376"/>
                    <a:pt x="335163" y="82000"/>
                  </a:cubicBezTo>
                  <a:cubicBezTo>
                    <a:pt x="330295" y="86871"/>
                    <a:pt x="324616" y="94178"/>
                    <a:pt x="324616" y="95802"/>
                  </a:cubicBezTo>
                  <a:cubicBezTo>
                    <a:pt x="324616" y="95802"/>
                    <a:pt x="320559" y="101485"/>
                    <a:pt x="319748" y="102297"/>
                  </a:cubicBezTo>
                  <a:cubicBezTo>
                    <a:pt x="318936" y="103921"/>
                    <a:pt x="318125" y="104733"/>
                    <a:pt x="318125" y="104733"/>
                  </a:cubicBezTo>
                  <a:cubicBezTo>
                    <a:pt x="318125" y="104733"/>
                    <a:pt x="317314" y="106356"/>
                    <a:pt x="317314" y="107168"/>
                  </a:cubicBezTo>
                  <a:cubicBezTo>
                    <a:pt x="316502" y="108792"/>
                    <a:pt x="316502" y="109604"/>
                    <a:pt x="315691" y="109604"/>
                  </a:cubicBezTo>
                  <a:cubicBezTo>
                    <a:pt x="315691" y="109604"/>
                    <a:pt x="314880" y="110416"/>
                    <a:pt x="314880" y="110416"/>
                  </a:cubicBezTo>
                  <a:cubicBezTo>
                    <a:pt x="314880" y="111228"/>
                    <a:pt x="314880" y="111228"/>
                    <a:pt x="314069" y="111228"/>
                  </a:cubicBezTo>
                  <a:cubicBezTo>
                    <a:pt x="313257" y="111228"/>
                    <a:pt x="310823" y="116911"/>
                    <a:pt x="310823" y="117723"/>
                  </a:cubicBezTo>
                  <a:cubicBezTo>
                    <a:pt x="310823" y="117723"/>
                    <a:pt x="310823" y="118535"/>
                    <a:pt x="310823" y="118535"/>
                  </a:cubicBezTo>
                  <a:cubicBezTo>
                    <a:pt x="310823" y="118535"/>
                    <a:pt x="310823" y="118535"/>
                    <a:pt x="310823" y="117723"/>
                  </a:cubicBezTo>
                  <a:cubicBezTo>
                    <a:pt x="310823" y="116911"/>
                    <a:pt x="310823" y="117723"/>
                    <a:pt x="310012" y="118535"/>
                  </a:cubicBezTo>
                  <a:cubicBezTo>
                    <a:pt x="309201" y="119346"/>
                    <a:pt x="309201" y="120158"/>
                    <a:pt x="309201" y="120158"/>
                  </a:cubicBezTo>
                  <a:cubicBezTo>
                    <a:pt x="309201" y="120158"/>
                    <a:pt x="307578" y="124218"/>
                    <a:pt x="305144" y="128277"/>
                  </a:cubicBezTo>
                  <a:cubicBezTo>
                    <a:pt x="303521" y="132337"/>
                    <a:pt x="301087" y="135584"/>
                    <a:pt x="299465" y="139643"/>
                  </a:cubicBezTo>
                  <a:cubicBezTo>
                    <a:pt x="297031" y="144515"/>
                    <a:pt x="296220" y="151822"/>
                    <a:pt x="296220" y="153445"/>
                  </a:cubicBezTo>
                  <a:cubicBezTo>
                    <a:pt x="296220" y="154257"/>
                    <a:pt x="297031" y="155069"/>
                    <a:pt x="296220" y="155881"/>
                  </a:cubicBezTo>
                  <a:cubicBezTo>
                    <a:pt x="296220" y="156693"/>
                    <a:pt x="296220" y="157505"/>
                    <a:pt x="296220" y="158317"/>
                  </a:cubicBezTo>
                  <a:cubicBezTo>
                    <a:pt x="297031" y="159940"/>
                    <a:pt x="297031" y="159940"/>
                    <a:pt x="300276" y="159129"/>
                  </a:cubicBezTo>
                  <a:cubicBezTo>
                    <a:pt x="305144" y="158317"/>
                    <a:pt x="305144" y="158317"/>
                    <a:pt x="322182" y="140455"/>
                  </a:cubicBezTo>
                  <a:cubicBezTo>
                    <a:pt x="327861" y="133960"/>
                    <a:pt x="336785" y="124218"/>
                    <a:pt x="340031" y="120158"/>
                  </a:cubicBezTo>
                  <a:cubicBezTo>
                    <a:pt x="340842" y="118535"/>
                    <a:pt x="344087" y="115287"/>
                    <a:pt x="346521" y="112039"/>
                  </a:cubicBezTo>
                  <a:cubicBezTo>
                    <a:pt x="348955" y="108792"/>
                    <a:pt x="350578" y="106356"/>
                    <a:pt x="350578" y="107168"/>
                  </a:cubicBezTo>
                  <a:cubicBezTo>
                    <a:pt x="350578" y="107980"/>
                    <a:pt x="349766" y="107168"/>
                    <a:pt x="350578" y="107168"/>
                  </a:cubicBezTo>
                  <a:cubicBezTo>
                    <a:pt x="350578" y="106356"/>
                    <a:pt x="351389" y="106356"/>
                    <a:pt x="352200" y="106356"/>
                  </a:cubicBezTo>
                  <a:cubicBezTo>
                    <a:pt x="353012" y="106356"/>
                    <a:pt x="353012" y="106356"/>
                    <a:pt x="353012" y="106356"/>
                  </a:cubicBezTo>
                  <a:cubicBezTo>
                    <a:pt x="353012" y="106356"/>
                    <a:pt x="353012" y="105544"/>
                    <a:pt x="353823" y="104733"/>
                  </a:cubicBezTo>
                  <a:cubicBezTo>
                    <a:pt x="354634" y="103921"/>
                    <a:pt x="354634" y="103921"/>
                    <a:pt x="353823" y="103921"/>
                  </a:cubicBezTo>
                  <a:cubicBezTo>
                    <a:pt x="353012" y="103921"/>
                    <a:pt x="353823" y="103109"/>
                    <a:pt x="355445" y="102297"/>
                  </a:cubicBezTo>
                  <a:cubicBezTo>
                    <a:pt x="357068" y="101485"/>
                    <a:pt x="357880" y="99861"/>
                    <a:pt x="357880" y="99861"/>
                  </a:cubicBezTo>
                  <a:cubicBezTo>
                    <a:pt x="357880" y="99049"/>
                    <a:pt x="357880" y="99049"/>
                    <a:pt x="358691" y="98238"/>
                  </a:cubicBezTo>
                  <a:cubicBezTo>
                    <a:pt x="359502" y="97426"/>
                    <a:pt x="359502" y="97426"/>
                    <a:pt x="359502" y="97426"/>
                  </a:cubicBezTo>
                  <a:cubicBezTo>
                    <a:pt x="359502" y="97426"/>
                    <a:pt x="359502" y="96614"/>
                    <a:pt x="359502" y="97426"/>
                  </a:cubicBezTo>
                  <a:cubicBezTo>
                    <a:pt x="360313" y="97426"/>
                    <a:pt x="361936" y="95802"/>
                    <a:pt x="361936" y="94178"/>
                  </a:cubicBezTo>
                  <a:cubicBezTo>
                    <a:pt x="361936" y="94178"/>
                    <a:pt x="362747" y="93366"/>
                    <a:pt x="363559" y="92554"/>
                  </a:cubicBezTo>
                  <a:cubicBezTo>
                    <a:pt x="364370" y="91742"/>
                    <a:pt x="364370" y="90931"/>
                    <a:pt x="364370" y="91742"/>
                  </a:cubicBezTo>
                  <a:cubicBezTo>
                    <a:pt x="364370" y="92554"/>
                    <a:pt x="363559" y="91742"/>
                    <a:pt x="364370" y="91742"/>
                  </a:cubicBezTo>
                  <a:cubicBezTo>
                    <a:pt x="364370" y="91742"/>
                    <a:pt x="365181" y="90931"/>
                    <a:pt x="365181" y="90931"/>
                  </a:cubicBezTo>
                  <a:cubicBezTo>
                    <a:pt x="365993" y="90931"/>
                    <a:pt x="365993" y="90931"/>
                    <a:pt x="365993" y="90119"/>
                  </a:cubicBezTo>
                  <a:cubicBezTo>
                    <a:pt x="365993" y="89307"/>
                    <a:pt x="365993" y="89307"/>
                    <a:pt x="366804" y="90119"/>
                  </a:cubicBezTo>
                  <a:cubicBezTo>
                    <a:pt x="366804" y="90119"/>
                    <a:pt x="367615" y="90119"/>
                    <a:pt x="367615" y="89307"/>
                  </a:cubicBezTo>
                  <a:cubicBezTo>
                    <a:pt x="367615" y="88495"/>
                    <a:pt x="368427" y="87683"/>
                    <a:pt x="368427" y="87683"/>
                  </a:cubicBezTo>
                  <a:cubicBezTo>
                    <a:pt x="369238" y="87683"/>
                    <a:pt x="369238" y="86871"/>
                    <a:pt x="369238" y="86871"/>
                  </a:cubicBezTo>
                  <a:cubicBezTo>
                    <a:pt x="369238" y="86871"/>
                    <a:pt x="369238" y="86059"/>
                    <a:pt x="370049" y="85247"/>
                  </a:cubicBezTo>
                  <a:cubicBezTo>
                    <a:pt x="370861" y="84436"/>
                    <a:pt x="371672" y="84436"/>
                    <a:pt x="371672" y="83624"/>
                  </a:cubicBezTo>
                  <a:cubicBezTo>
                    <a:pt x="371672" y="82812"/>
                    <a:pt x="374106" y="78752"/>
                    <a:pt x="376540" y="74693"/>
                  </a:cubicBezTo>
                  <a:cubicBezTo>
                    <a:pt x="386276" y="58455"/>
                    <a:pt x="392766" y="45465"/>
                    <a:pt x="396823" y="30851"/>
                  </a:cubicBezTo>
                  <a:cubicBezTo>
                    <a:pt x="396823" y="29228"/>
                    <a:pt x="397634" y="25980"/>
                    <a:pt x="397634" y="22733"/>
                  </a:cubicBezTo>
                  <a:cubicBezTo>
                    <a:pt x="397634" y="17861"/>
                    <a:pt x="397634" y="17050"/>
                    <a:pt x="396011" y="13802"/>
                  </a:cubicBezTo>
                  <a:cubicBezTo>
                    <a:pt x="393577" y="7307"/>
                    <a:pt x="387898" y="3248"/>
                    <a:pt x="383030" y="3248"/>
                  </a:cubicBezTo>
                  <a:cubicBezTo>
                    <a:pt x="381408" y="3248"/>
                    <a:pt x="379785" y="2436"/>
                    <a:pt x="379785" y="2436"/>
                  </a:cubicBezTo>
                  <a:cubicBezTo>
                    <a:pt x="378974" y="2436"/>
                    <a:pt x="377351" y="2436"/>
                    <a:pt x="374917" y="2436"/>
                  </a:cubicBezTo>
                  <a:cubicBezTo>
                    <a:pt x="372483" y="2436"/>
                    <a:pt x="370861" y="2436"/>
                    <a:pt x="370049" y="2436"/>
                  </a:cubicBezTo>
                  <a:cubicBezTo>
                    <a:pt x="370049" y="2436"/>
                    <a:pt x="369238" y="2436"/>
                    <a:pt x="368427" y="2436"/>
                  </a:cubicBezTo>
                  <a:cubicBezTo>
                    <a:pt x="367615" y="2436"/>
                    <a:pt x="367615" y="2436"/>
                    <a:pt x="367615" y="2436"/>
                  </a:cubicBezTo>
                  <a:cubicBezTo>
                    <a:pt x="367615" y="1624"/>
                    <a:pt x="374106" y="0"/>
                    <a:pt x="378974" y="0"/>
                  </a:cubicBezTo>
                  <a:cubicBezTo>
                    <a:pt x="383841" y="0"/>
                    <a:pt x="387087" y="812"/>
                    <a:pt x="391144" y="3248"/>
                  </a:cubicBezTo>
                  <a:cubicBezTo>
                    <a:pt x="400068" y="8119"/>
                    <a:pt x="403313" y="11366"/>
                    <a:pt x="404124" y="22733"/>
                  </a:cubicBezTo>
                  <a:cubicBezTo>
                    <a:pt x="404936" y="28416"/>
                    <a:pt x="404124" y="29228"/>
                    <a:pt x="403313" y="32475"/>
                  </a:cubicBezTo>
                  <a:cubicBezTo>
                    <a:pt x="402502" y="35723"/>
                    <a:pt x="401691" y="37347"/>
                    <a:pt x="402502" y="37347"/>
                  </a:cubicBezTo>
                  <a:cubicBezTo>
                    <a:pt x="402502" y="37347"/>
                    <a:pt x="402502" y="37347"/>
                    <a:pt x="403313" y="36535"/>
                  </a:cubicBezTo>
                  <a:cubicBezTo>
                    <a:pt x="404124" y="35723"/>
                    <a:pt x="404124" y="35723"/>
                    <a:pt x="404124" y="36535"/>
                  </a:cubicBezTo>
                  <a:cubicBezTo>
                    <a:pt x="404124" y="37347"/>
                    <a:pt x="404124" y="37347"/>
                    <a:pt x="403313" y="38158"/>
                  </a:cubicBezTo>
                  <a:cubicBezTo>
                    <a:pt x="402502" y="38158"/>
                    <a:pt x="402502" y="38970"/>
                    <a:pt x="402502" y="40594"/>
                  </a:cubicBezTo>
                  <a:cubicBezTo>
                    <a:pt x="402502" y="42218"/>
                    <a:pt x="402502" y="43030"/>
                    <a:pt x="403313" y="42218"/>
                  </a:cubicBezTo>
                  <a:cubicBezTo>
                    <a:pt x="404124" y="41406"/>
                    <a:pt x="404124" y="41406"/>
                    <a:pt x="404936" y="41406"/>
                  </a:cubicBezTo>
                  <a:cubicBezTo>
                    <a:pt x="404936" y="41406"/>
                    <a:pt x="404936" y="41406"/>
                    <a:pt x="404936" y="40594"/>
                  </a:cubicBezTo>
                  <a:cubicBezTo>
                    <a:pt x="404936" y="39782"/>
                    <a:pt x="404936" y="39782"/>
                    <a:pt x="404936" y="39782"/>
                  </a:cubicBezTo>
                  <a:cubicBezTo>
                    <a:pt x="404936" y="39782"/>
                    <a:pt x="405747" y="39782"/>
                    <a:pt x="404936" y="39782"/>
                  </a:cubicBezTo>
                  <a:cubicBezTo>
                    <a:pt x="404936" y="38970"/>
                    <a:pt x="404936" y="38158"/>
                    <a:pt x="406558" y="30851"/>
                  </a:cubicBezTo>
                  <a:cubicBezTo>
                    <a:pt x="407370" y="25980"/>
                    <a:pt x="408181" y="20297"/>
                    <a:pt x="407370" y="21109"/>
                  </a:cubicBezTo>
                  <a:cubicBezTo>
                    <a:pt x="407370" y="21109"/>
                    <a:pt x="407370" y="19485"/>
                    <a:pt x="407370" y="18673"/>
                  </a:cubicBezTo>
                  <a:cubicBezTo>
                    <a:pt x="407370" y="18673"/>
                    <a:pt x="408181" y="19485"/>
                    <a:pt x="408992" y="21109"/>
                  </a:cubicBezTo>
                  <a:cubicBezTo>
                    <a:pt x="409804" y="23545"/>
                    <a:pt x="409804" y="24356"/>
                    <a:pt x="409804" y="27604"/>
                  </a:cubicBezTo>
                  <a:cubicBezTo>
                    <a:pt x="409804" y="30040"/>
                    <a:pt x="409804" y="31663"/>
                    <a:pt x="409804" y="31663"/>
                  </a:cubicBezTo>
                  <a:cubicBezTo>
                    <a:pt x="409804" y="31663"/>
                    <a:pt x="409804" y="32475"/>
                    <a:pt x="408992" y="33287"/>
                  </a:cubicBezTo>
                  <a:cubicBezTo>
                    <a:pt x="408181" y="34911"/>
                    <a:pt x="407370" y="35723"/>
                    <a:pt x="408181" y="35723"/>
                  </a:cubicBezTo>
                  <a:cubicBezTo>
                    <a:pt x="408181" y="35723"/>
                    <a:pt x="408992" y="35723"/>
                    <a:pt x="408181" y="34911"/>
                  </a:cubicBezTo>
                  <a:cubicBezTo>
                    <a:pt x="408181" y="34911"/>
                    <a:pt x="408181" y="34099"/>
                    <a:pt x="408181" y="33287"/>
                  </a:cubicBezTo>
                  <a:cubicBezTo>
                    <a:pt x="408181" y="32475"/>
                    <a:pt x="408992" y="32475"/>
                    <a:pt x="408992" y="34099"/>
                  </a:cubicBezTo>
                  <a:cubicBezTo>
                    <a:pt x="408992" y="34911"/>
                    <a:pt x="408992" y="35723"/>
                    <a:pt x="408181" y="35723"/>
                  </a:cubicBezTo>
                  <a:cubicBezTo>
                    <a:pt x="407370" y="35723"/>
                    <a:pt x="407370" y="37347"/>
                    <a:pt x="407370" y="38970"/>
                  </a:cubicBezTo>
                  <a:cubicBezTo>
                    <a:pt x="407370" y="42218"/>
                    <a:pt x="406558" y="47089"/>
                    <a:pt x="405747" y="47089"/>
                  </a:cubicBezTo>
                  <a:cubicBezTo>
                    <a:pt x="405747" y="47089"/>
                    <a:pt x="405747" y="47901"/>
                    <a:pt x="404936" y="48713"/>
                  </a:cubicBezTo>
                  <a:cubicBezTo>
                    <a:pt x="404936" y="49525"/>
                    <a:pt x="404124" y="51148"/>
                    <a:pt x="404124" y="51960"/>
                  </a:cubicBezTo>
                  <a:cubicBezTo>
                    <a:pt x="403313" y="52772"/>
                    <a:pt x="403313" y="53584"/>
                    <a:pt x="403313" y="54396"/>
                  </a:cubicBezTo>
                  <a:cubicBezTo>
                    <a:pt x="403313" y="54396"/>
                    <a:pt x="403313" y="55208"/>
                    <a:pt x="402502" y="56020"/>
                  </a:cubicBezTo>
                  <a:cubicBezTo>
                    <a:pt x="401691" y="56832"/>
                    <a:pt x="401691" y="56832"/>
                    <a:pt x="401691" y="56020"/>
                  </a:cubicBezTo>
                  <a:cubicBezTo>
                    <a:pt x="401691" y="55208"/>
                    <a:pt x="401691" y="55208"/>
                    <a:pt x="400879" y="56020"/>
                  </a:cubicBezTo>
                  <a:cubicBezTo>
                    <a:pt x="400879" y="56832"/>
                    <a:pt x="400068" y="57644"/>
                    <a:pt x="400879" y="57644"/>
                  </a:cubicBezTo>
                  <a:cubicBezTo>
                    <a:pt x="401691" y="58455"/>
                    <a:pt x="399257" y="63327"/>
                    <a:pt x="399257" y="63327"/>
                  </a:cubicBezTo>
                  <a:cubicBezTo>
                    <a:pt x="399257" y="63327"/>
                    <a:pt x="398445" y="64139"/>
                    <a:pt x="398445" y="64950"/>
                  </a:cubicBezTo>
                  <a:cubicBezTo>
                    <a:pt x="398445" y="65762"/>
                    <a:pt x="398445" y="66574"/>
                    <a:pt x="397634" y="66574"/>
                  </a:cubicBezTo>
                  <a:cubicBezTo>
                    <a:pt x="397634" y="66574"/>
                    <a:pt x="396823" y="67386"/>
                    <a:pt x="396823" y="67386"/>
                  </a:cubicBezTo>
                  <a:cubicBezTo>
                    <a:pt x="396011" y="69822"/>
                    <a:pt x="393577" y="75505"/>
                    <a:pt x="391955" y="75505"/>
                  </a:cubicBezTo>
                  <a:cubicBezTo>
                    <a:pt x="391144" y="75505"/>
                    <a:pt x="391144" y="77129"/>
                    <a:pt x="391144" y="77941"/>
                  </a:cubicBezTo>
                  <a:cubicBezTo>
                    <a:pt x="391144" y="79564"/>
                    <a:pt x="390332" y="80376"/>
                    <a:pt x="389521" y="80376"/>
                  </a:cubicBezTo>
                  <a:cubicBezTo>
                    <a:pt x="388709" y="81188"/>
                    <a:pt x="387898" y="82000"/>
                    <a:pt x="387087" y="82812"/>
                  </a:cubicBezTo>
                  <a:cubicBezTo>
                    <a:pt x="385464" y="84436"/>
                    <a:pt x="385464" y="86059"/>
                    <a:pt x="386276" y="85247"/>
                  </a:cubicBezTo>
                  <a:cubicBezTo>
                    <a:pt x="387087" y="85247"/>
                    <a:pt x="387087" y="85247"/>
                    <a:pt x="386276" y="86059"/>
                  </a:cubicBezTo>
                  <a:cubicBezTo>
                    <a:pt x="385464" y="87683"/>
                    <a:pt x="384653" y="87683"/>
                    <a:pt x="385464" y="86059"/>
                  </a:cubicBezTo>
                  <a:cubicBezTo>
                    <a:pt x="385464" y="85247"/>
                    <a:pt x="385464" y="85247"/>
                    <a:pt x="384653" y="86059"/>
                  </a:cubicBezTo>
                  <a:cubicBezTo>
                    <a:pt x="383841" y="86871"/>
                    <a:pt x="383841" y="86871"/>
                    <a:pt x="383030" y="86871"/>
                  </a:cubicBezTo>
                  <a:cubicBezTo>
                    <a:pt x="382219" y="86871"/>
                    <a:pt x="382219" y="86871"/>
                    <a:pt x="382219" y="87683"/>
                  </a:cubicBezTo>
                  <a:cubicBezTo>
                    <a:pt x="382219" y="88495"/>
                    <a:pt x="380596" y="92554"/>
                    <a:pt x="379785" y="92554"/>
                  </a:cubicBezTo>
                  <a:cubicBezTo>
                    <a:pt x="379785" y="92554"/>
                    <a:pt x="379785" y="92554"/>
                    <a:pt x="378974" y="93366"/>
                  </a:cubicBezTo>
                  <a:cubicBezTo>
                    <a:pt x="378974" y="94178"/>
                    <a:pt x="378162" y="94990"/>
                    <a:pt x="377351" y="94990"/>
                  </a:cubicBezTo>
                  <a:cubicBezTo>
                    <a:pt x="376540" y="94990"/>
                    <a:pt x="375728" y="95802"/>
                    <a:pt x="375728" y="95802"/>
                  </a:cubicBezTo>
                  <a:cubicBezTo>
                    <a:pt x="375728" y="95802"/>
                    <a:pt x="376540" y="95802"/>
                    <a:pt x="376540" y="95802"/>
                  </a:cubicBezTo>
                  <a:cubicBezTo>
                    <a:pt x="376540" y="95802"/>
                    <a:pt x="377351" y="95802"/>
                    <a:pt x="377351" y="96614"/>
                  </a:cubicBezTo>
                  <a:cubicBezTo>
                    <a:pt x="377351" y="97426"/>
                    <a:pt x="376540" y="97426"/>
                    <a:pt x="376540" y="97426"/>
                  </a:cubicBezTo>
                  <a:cubicBezTo>
                    <a:pt x="376540" y="97426"/>
                    <a:pt x="374917" y="98238"/>
                    <a:pt x="374917" y="99049"/>
                  </a:cubicBezTo>
                  <a:cubicBezTo>
                    <a:pt x="374917" y="99861"/>
                    <a:pt x="374106" y="100673"/>
                    <a:pt x="374106" y="100673"/>
                  </a:cubicBezTo>
                  <a:cubicBezTo>
                    <a:pt x="374106" y="100673"/>
                    <a:pt x="374917" y="100673"/>
                    <a:pt x="374917" y="99861"/>
                  </a:cubicBezTo>
                  <a:cubicBezTo>
                    <a:pt x="374917" y="99049"/>
                    <a:pt x="375728" y="99049"/>
                    <a:pt x="375728" y="99049"/>
                  </a:cubicBezTo>
                  <a:cubicBezTo>
                    <a:pt x="376540" y="99049"/>
                    <a:pt x="375728" y="99861"/>
                    <a:pt x="374917" y="100673"/>
                  </a:cubicBezTo>
                  <a:cubicBezTo>
                    <a:pt x="374106" y="102297"/>
                    <a:pt x="373294" y="103109"/>
                    <a:pt x="373294" y="103109"/>
                  </a:cubicBezTo>
                  <a:cubicBezTo>
                    <a:pt x="373294" y="103109"/>
                    <a:pt x="373294" y="103921"/>
                    <a:pt x="372483" y="104733"/>
                  </a:cubicBezTo>
                  <a:cubicBezTo>
                    <a:pt x="371672" y="105544"/>
                    <a:pt x="370861" y="106356"/>
                    <a:pt x="370049" y="107168"/>
                  </a:cubicBezTo>
                  <a:cubicBezTo>
                    <a:pt x="369238" y="107980"/>
                    <a:pt x="368427" y="109604"/>
                    <a:pt x="366804" y="111228"/>
                  </a:cubicBezTo>
                  <a:cubicBezTo>
                    <a:pt x="365181" y="112851"/>
                    <a:pt x="365181" y="113663"/>
                    <a:pt x="365181" y="113663"/>
                  </a:cubicBezTo>
                  <a:cubicBezTo>
                    <a:pt x="365181" y="114475"/>
                    <a:pt x="363559" y="116099"/>
                    <a:pt x="361125" y="119346"/>
                  </a:cubicBezTo>
                  <a:cubicBezTo>
                    <a:pt x="359502" y="120970"/>
                    <a:pt x="358691" y="122594"/>
                    <a:pt x="357880" y="124218"/>
                  </a:cubicBezTo>
                  <a:cubicBezTo>
                    <a:pt x="357068" y="125841"/>
                    <a:pt x="355445" y="127465"/>
                    <a:pt x="354634" y="128277"/>
                  </a:cubicBezTo>
                  <a:cubicBezTo>
                    <a:pt x="352200" y="131525"/>
                    <a:pt x="350578" y="133148"/>
                    <a:pt x="350578" y="133960"/>
                  </a:cubicBezTo>
                  <a:cubicBezTo>
                    <a:pt x="350578" y="133960"/>
                    <a:pt x="348955" y="135584"/>
                    <a:pt x="347332" y="138020"/>
                  </a:cubicBezTo>
                  <a:cubicBezTo>
                    <a:pt x="338408" y="148574"/>
                    <a:pt x="334351" y="153445"/>
                    <a:pt x="332729" y="155881"/>
                  </a:cubicBezTo>
                  <a:cubicBezTo>
                    <a:pt x="330295" y="159940"/>
                    <a:pt x="322993" y="166435"/>
                    <a:pt x="316502" y="170495"/>
                  </a:cubicBezTo>
                  <a:cubicBezTo>
                    <a:pt x="314069" y="172119"/>
                    <a:pt x="312446" y="172119"/>
                    <a:pt x="310012" y="172119"/>
                  </a:cubicBezTo>
                  <a:cubicBezTo>
                    <a:pt x="306767" y="172119"/>
                    <a:pt x="304333" y="171307"/>
                    <a:pt x="302710" y="169683"/>
                  </a:cubicBezTo>
                  <a:cubicBezTo>
                    <a:pt x="301899" y="168871"/>
                    <a:pt x="301899" y="168871"/>
                    <a:pt x="301087" y="168871"/>
                  </a:cubicBezTo>
                  <a:cubicBezTo>
                    <a:pt x="300276" y="168871"/>
                    <a:pt x="298653" y="168059"/>
                    <a:pt x="293786" y="162376"/>
                  </a:cubicBezTo>
                  <a:cubicBezTo>
                    <a:pt x="292163" y="160752"/>
                    <a:pt x="291352" y="159940"/>
                    <a:pt x="290540" y="159940"/>
                  </a:cubicBezTo>
                  <a:cubicBezTo>
                    <a:pt x="290540" y="159940"/>
                    <a:pt x="288918" y="158317"/>
                    <a:pt x="288106" y="156693"/>
                  </a:cubicBezTo>
                  <a:cubicBezTo>
                    <a:pt x="285673" y="152634"/>
                    <a:pt x="284050" y="146138"/>
                    <a:pt x="284861" y="139643"/>
                  </a:cubicBezTo>
                  <a:cubicBezTo>
                    <a:pt x="284861" y="137208"/>
                    <a:pt x="285673" y="134772"/>
                    <a:pt x="285673" y="134772"/>
                  </a:cubicBezTo>
                  <a:cubicBezTo>
                    <a:pt x="285673" y="134772"/>
                    <a:pt x="286484" y="133960"/>
                    <a:pt x="286484" y="133960"/>
                  </a:cubicBezTo>
                  <a:cubicBezTo>
                    <a:pt x="286484" y="132337"/>
                    <a:pt x="286484" y="131525"/>
                    <a:pt x="287295" y="131525"/>
                  </a:cubicBezTo>
                  <a:cubicBezTo>
                    <a:pt x="287295" y="131525"/>
                    <a:pt x="288106" y="132337"/>
                    <a:pt x="287295" y="133148"/>
                  </a:cubicBezTo>
                  <a:cubicBezTo>
                    <a:pt x="287295" y="133960"/>
                    <a:pt x="287295" y="134772"/>
                    <a:pt x="287295" y="133960"/>
                  </a:cubicBezTo>
                  <a:cubicBezTo>
                    <a:pt x="288106" y="133148"/>
                    <a:pt x="288918" y="130713"/>
                    <a:pt x="287295" y="130713"/>
                  </a:cubicBezTo>
                  <a:cubicBezTo>
                    <a:pt x="286484" y="130713"/>
                    <a:pt x="286484" y="130713"/>
                    <a:pt x="286484" y="129901"/>
                  </a:cubicBezTo>
                  <a:cubicBezTo>
                    <a:pt x="286484" y="129089"/>
                    <a:pt x="287295" y="129901"/>
                    <a:pt x="288106" y="129901"/>
                  </a:cubicBezTo>
                  <a:cubicBezTo>
                    <a:pt x="288918" y="129901"/>
                    <a:pt x="289729" y="129901"/>
                    <a:pt x="289729" y="129901"/>
                  </a:cubicBezTo>
                  <a:cubicBezTo>
                    <a:pt x="289729" y="129089"/>
                    <a:pt x="292163" y="121782"/>
                    <a:pt x="293786" y="120158"/>
                  </a:cubicBezTo>
                  <a:cubicBezTo>
                    <a:pt x="293786" y="119346"/>
                    <a:pt x="294597" y="118535"/>
                    <a:pt x="294597" y="117723"/>
                  </a:cubicBezTo>
                  <a:cubicBezTo>
                    <a:pt x="294597" y="116099"/>
                    <a:pt x="297031" y="112039"/>
                    <a:pt x="297842" y="110416"/>
                  </a:cubicBezTo>
                  <a:cubicBezTo>
                    <a:pt x="298653" y="109604"/>
                    <a:pt x="298653" y="109604"/>
                    <a:pt x="297842" y="109604"/>
                  </a:cubicBezTo>
                  <a:cubicBezTo>
                    <a:pt x="297842" y="109604"/>
                    <a:pt x="297842" y="109604"/>
                    <a:pt x="297842" y="108792"/>
                  </a:cubicBezTo>
                  <a:cubicBezTo>
                    <a:pt x="297842" y="107980"/>
                    <a:pt x="298653" y="107980"/>
                    <a:pt x="298653" y="107168"/>
                  </a:cubicBezTo>
                  <a:cubicBezTo>
                    <a:pt x="298653" y="107168"/>
                    <a:pt x="297842" y="107980"/>
                    <a:pt x="297031" y="109604"/>
                  </a:cubicBezTo>
                  <a:cubicBezTo>
                    <a:pt x="296220" y="111228"/>
                    <a:pt x="295408" y="112039"/>
                    <a:pt x="295408" y="112039"/>
                  </a:cubicBezTo>
                  <a:cubicBezTo>
                    <a:pt x="295408" y="112039"/>
                    <a:pt x="295408" y="111228"/>
                    <a:pt x="296220" y="109604"/>
                  </a:cubicBezTo>
                  <a:cubicBezTo>
                    <a:pt x="297031" y="107980"/>
                    <a:pt x="297031" y="107168"/>
                    <a:pt x="297031" y="107168"/>
                  </a:cubicBezTo>
                  <a:cubicBezTo>
                    <a:pt x="297031" y="107168"/>
                    <a:pt x="296220" y="107980"/>
                    <a:pt x="294597" y="110416"/>
                  </a:cubicBezTo>
                  <a:cubicBezTo>
                    <a:pt x="293786" y="112039"/>
                    <a:pt x="292163" y="113663"/>
                    <a:pt x="292163" y="113663"/>
                  </a:cubicBezTo>
                  <a:cubicBezTo>
                    <a:pt x="292163" y="113663"/>
                    <a:pt x="291352" y="113663"/>
                    <a:pt x="291352" y="114475"/>
                  </a:cubicBezTo>
                  <a:cubicBezTo>
                    <a:pt x="291352" y="114475"/>
                    <a:pt x="289729" y="116911"/>
                    <a:pt x="288918" y="119346"/>
                  </a:cubicBezTo>
                  <a:cubicBezTo>
                    <a:pt x="287295" y="120970"/>
                    <a:pt x="285673" y="123406"/>
                    <a:pt x="285673" y="124218"/>
                  </a:cubicBezTo>
                  <a:cubicBezTo>
                    <a:pt x="284050" y="128277"/>
                    <a:pt x="283238" y="129901"/>
                    <a:pt x="282427" y="129089"/>
                  </a:cubicBezTo>
                  <a:cubicBezTo>
                    <a:pt x="282427" y="129089"/>
                    <a:pt x="282427" y="129089"/>
                    <a:pt x="282427" y="129089"/>
                  </a:cubicBezTo>
                  <a:cubicBezTo>
                    <a:pt x="282427" y="129089"/>
                    <a:pt x="281616" y="130713"/>
                    <a:pt x="280805" y="131525"/>
                  </a:cubicBezTo>
                  <a:cubicBezTo>
                    <a:pt x="279993" y="132337"/>
                    <a:pt x="279182" y="133960"/>
                    <a:pt x="279182" y="133960"/>
                  </a:cubicBezTo>
                  <a:cubicBezTo>
                    <a:pt x="279182" y="134772"/>
                    <a:pt x="275937" y="138020"/>
                    <a:pt x="275125" y="138020"/>
                  </a:cubicBezTo>
                  <a:cubicBezTo>
                    <a:pt x="275125" y="138020"/>
                    <a:pt x="274314" y="138832"/>
                    <a:pt x="274314" y="138832"/>
                  </a:cubicBezTo>
                  <a:cubicBezTo>
                    <a:pt x="274314" y="139643"/>
                    <a:pt x="273503" y="140455"/>
                    <a:pt x="273503" y="141267"/>
                  </a:cubicBezTo>
                  <a:cubicBezTo>
                    <a:pt x="273503" y="142079"/>
                    <a:pt x="272691" y="142891"/>
                    <a:pt x="271880" y="143703"/>
                  </a:cubicBezTo>
                  <a:cubicBezTo>
                    <a:pt x="271880" y="144515"/>
                    <a:pt x="270257" y="146950"/>
                    <a:pt x="267824" y="149386"/>
                  </a:cubicBezTo>
                  <a:cubicBezTo>
                    <a:pt x="264578" y="154257"/>
                    <a:pt x="263767" y="155069"/>
                    <a:pt x="265390" y="154257"/>
                  </a:cubicBezTo>
                  <a:cubicBezTo>
                    <a:pt x="266201" y="154257"/>
                    <a:pt x="266201" y="154257"/>
                    <a:pt x="265390" y="154257"/>
                  </a:cubicBezTo>
                  <a:cubicBezTo>
                    <a:pt x="265390" y="154257"/>
                    <a:pt x="264578" y="155069"/>
                    <a:pt x="264578" y="154257"/>
                  </a:cubicBezTo>
                  <a:cubicBezTo>
                    <a:pt x="263767" y="153445"/>
                    <a:pt x="262144" y="155881"/>
                    <a:pt x="262144" y="156693"/>
                  </a:cubicBezTo>
                  <a:cubicBezTo>
                    <a:pt x="262144" y="156693"/>
                    <a:pt x="262144" y="157505"/>
                    <a:pt x="262956" y="156693"/>
                  </a:cubicBezTo>
                  <a:cubicBezTo>
                    <a:pt x="263767" y="155881"/>
                    <a:pt x="263767" y="156693"/>
                    <a:pt x="262956" y="157505"/>
                  </a:cubicBezTo>
                  <a:cubicBezTo>
                    <a:pt x="262144" y="158317"/>
                    <a:pt x="262144" y="158317"/>
                    <a:pt x="262144" y="158317"/>
                  </a:cubicBezTo>
                  <a:cubicBezTo>
                    <a:pt x="261333" y="157505"/>
                    <a:pt x="259710" y="159940"/>
                    <a:pt x="259710" y="160752"/>
                  </a:cubicBezTo>
                  <a:cubicBezTo>
                    <a:pt x="260522" y="161564"/>
                    <a:pt x="258088" y="164000"/>
                    <a:pt x="254842" y="168059"/>
                  </a:cubicBezTo>
                  <a:cubicBezTo>
                    <a:pt x="250786" y="172931"/>
                    <a:pt x="248352" y="173742"/>
                    <a:pt x="244295" y="173742"/>
                  </a:cubicBezTo>
                  <a:cubicBezTo>
                    <a:pt x="241861" y="173742"/>
                    <a:pt x="241050" y="173742"/>
                    <a:pt x="239427" y="173742"/>
                  </a:cubicBezTo>
                  <a:lnTo>
                    <a:pt x="239427" y="173742"/>
                  </a:lnTo>
                  <a:cubicBezTo>
                    <a:pt x="239427" y="173742"/>
                    <a:pt x="239427" y="173742"/>
                    <a:pt x="238616" y="173742"/>
                  </a:cubicBezTo>
                  <a:cubicBezTo>
                    <a:pt x="237805" y="173742"/>
                    <a:pt x="236994" y="173742"/>
                    <a:pt x="236994" y="172931"/>
                  </a:cubicBezTo>
                  <a:lnTo>
                    <a:pt x="236994" y="172119"/>
                  </a:lnTo>
                  <a:cubicBezTo>
                    <a:pt x="231314" y="167247"/>
                    <a:pt x="227258" y="164000"/>
                    <a:pt x="226446" y="156693"/>
                  </a:cubicBezTo>
                  <a:cubicBezTo>
                    <a:pt x="226446" y="154257"/>
                    <a:pt x="226446" y="151822"/>
                    <a:pt x="226446" y="150198"/>
                  </a:cubicBezTo>
                  <a:cubicBezTo>
                    <a:pt x="225635" y="151010"/>
                    <a:pt x="225635" y="150198"/>
                    <a:pt x="225635" y="149386"/>
                  </a:cubicBezTo>
                  <a:close/>
                  <a:moveTo>
                    <a:pt x="228069" y="146138"/>
                  </a:moveTo>
                  <a:cubicBezTo>
                    <a:pt x="228069" y="145327"/>
                    <a:pt x="228880" y="144515"/>
                    <a:pt x="228880" y="144515"/>
                  </a:cubicBezTo>
                  <a:cubicBezTo>
                    <a:pt x="228880" y="144515"/>
                    <a:pt x="229692" y="144515"/>
                    <a:pt x="229692" y="144515"/>
                  </a:cubicBezTo>
                  <a:cubicBezTo>
                    <a:pt x="229692" y="144515"/>
                    <a:pt x="228880" y="144515"/>
                    <a:pt x="228880" y="144515"/>
                  </a:cubicBezTo>
                  <a:cubicBezTo>
                    <a:pt x="227258" y="144515"/>
                    <a:pt x="227258" y="144515"/>
                    <a:pt x="228069" y="146138"/>
                  </a:cubicBezTo>
                  <a:cubicBezTo>
                    <a:pt x="226446" y="147762"/>
                    <a:pt x="227258" y="147762"/>
                    <a:pt x="228069" y="146138"/>
                  </a:cubicBezTo>
                  <a:close/>
                  <a:moveTo>
                    <a:pt x="229692" y="150198"/>
                  </a:moveTo>
                  <a:cubicBezTo>
                    <a:pt x="229692" y="150198"/>
                    <a:pt x="228880" y="150198"/>
                    <a:pt x="228880" y="151010"/>
                  </a:cubicBezTo>
                  <a:cubicBezTo>
                    <a:pt x="228880" y="151822"/>
                    <a:pt x="228069" y="151822"/>
                    <a:pt x="229692" y="151822"/>
                  </a:cubicBezTo>
                  <a:cubicBezTo>
                    <a:pt x="229692" y="151822"/>
                    <a:pt x="230503" y="151010"/>
                    <a:pt x="229692" y="150198"/>
                  </a:cubicBezTo>
                  <a:cubicBezTo>
                    <a:pt x="230503" y="151010"/>
                    <a:pt x="229692" y="150198"/>
                    <a:pt x="229692" y="150198"/>
                  </a:cubicBezTo>
                  <a:close/>
                  <a:moveTo>
                    <a:pt x="228880" y="149386"/>
                  </a:moveTo>
                  <a:cubicBezTo>
                    <a:pt x="229692" y="150198"/>
                    <a:pt x="230503" y="149386"/>
                    <a:pt x="230503" y="147762"/>
                  </a:cubicBezTo>
                  <a:cubicBezTo>
                    <a:pt x="230503" y="146950"/>
                    <a:pt x="231314" y="146138"/>
                    <a:pt x="231314" y="145327"/>
                  </a:cubicBezTo>
                  <a:cubicBezTo>
                    <a:pt x="232126" y="144515"/>
                    <a:pt x="232126" y="143703"/>
                    <a:pt x="232126" y="143703"/>
                  </a:cubicBezTo>
                  <a:cubicBezTo>
                    <a:pt x="232126" y="143703"/>
                    <a:pt x="232126" y="142891"/>
                    <a:pt x="232126" y="142079"/>
                  </a:cubicBezTo>
                  <a:cubicBezTo>
                    <a:pt x="232126" y="141267"/>
                    <a:pt x="232937" y="140455"/>
                    <a:pt x="233748" y="138832"/>
                  </a:cubicBezTo>
                  <a:cubicBezTo>
                    <a:pt x="234560" y="136396"/>
                    <a:pt x="235371" y="136396"/>
                    <a:pt x="236994" y="136396"/>
                  </a:cubicBezTo>
                  <a:cubicBezTo>
                    <a:pt x="237805" y="136396"/>
                    <a:pt x="236994" y="136396"/>
                    <a:pt x="236182" y="135584"/>
                  </a:cubicBezTo>
                  <a:cubicBezTo>
                    <a:pt x="234560" y="134772"/>
                    <a:pt x="234560" y="133960"/>
                    <a:pt x="235371" y="133960"/>
                  </a:cubicBezTo>
                  <a:cubicBezTo>
                    <a:pt x="236182" y="133960"/>
                    <a:pt x="236182" y="133960"/>
                    <a:pt x="236182" y="133148"/>
                  </a:cubicBezTo>
                  <a:cubicBezTo>
                    <a:pt x="236182" y="132337"/>
                    <a:pt x="236182" y="132337"/>
                    <a:pt x="236182" y="133148"/>
                  </a:cubicBezTo>
                  <a:cubicBezTo>
                    <a:pt x="236182" y="133148"/>
                    <a:pt x="236994" y="133960"/>
                    <a:pt x="237805" y="133148"/>
                  </a:cubicBezTo>
                  <a:cubicBezTo>
                    <a:pt x="238616" y="132337"/>
                    <a:pt x="238616" y="132337"/>
                    <a:pt x="238616" y="130713"/>
                  </a:cubicBezTo>
                  <a:cubicBezTo>
                    <a:pt x="238616" y="130713"/>
                    <a:pt x="239427" y="129089"/>
                    <a:pt x="239427" y="129089"/>
                  </a:cubicBezTo>
                  <a:cubicBezTo>
                    <a:pt x="240239" y="128277"/>
                    <a:pt x="240239" y="127465"/>
                    <a:pt x="240239" y="127465"/>
                  </a:cubicBezTo>
                  <a:cubicBezTo>
                    <a:pt x="239427" y="127465"/>
                    <a:pt x="238616" y="129089"/>
                    <a:pt x="239427" y="129089"/>
                  </a:cubicBezTo>
                  <a:cubicBezTo>
                    <a:pt x="239427" y="129089"/>
                    <a:pt x="239427" y="129901"/>
                    <a:pt x="238616" y="129901"/>
                  </a:cubicBezTo>
                  <a:lnTo>
                    <a:pt x="236994" y="129901"/>
                  </a:lnTo>
                  <a:lnTo>
                    <a:pt x="237805" y="128277"/>
                  </a:lnTo>
                  <a:cubicBezTo>
                    <a:pt x="238616" y="127465"/>
                    <a:pt x="238616" y="126653"/>
                    <a:pt x="238616" y="126653"/>
                  </a:cubicBezTo>
                  <a:cubicBezTo>
                    <a:pt x="238616" y="126653"/>
                    <a:pt x="238616" y="125841"/>
                    <a:pt x="238616" y="125841"/>
                  </a:cubicBezTo>
                  <a:cubicBezTo>
                    <a:pt x="238616" y="125841"/>
                    <a:pt x="239427" y="125841"/>
                    <a:pt x="239427" y="125030"/>
                  </a:cubicBezTo>
                  <a:cubicBezTo>
                    <a:pt x="239427" y="124218"/>
                    <a:pt x="240239" y="120970"/>
                    <a:pt x="241050" y="121782"/>
                  </a:cubicBezTo>
                  <a:cubicBezTo>
                    <a:pt x="241050" y="121782"/>
                    <a:pt x="241050" y="122594"/>
                    <a:pt x="240239" y="123406"/>
                  </a:cubicBezTo>
                  <a:cubicBezTo>
                    <a:pt x="239427" y="124218"/>
                    <a:pt x="239427" y="125030"/>
                    <a:pt x="241050" y="124218"/>
                  </a:cubicBezTo>
                  <a:cubicBezTo>
                    <a:pt x="241861" y="123406"/>
                    <a:pt x="242673" y="123406"/>
                    <a:pt x="242673" y="122594"/>
                  </a:cubicBezTo>
                  <a:cubicBezTo>
                    <a:pt x="242673" y="122594"/>
                    <a:pt x="242673" y="121782"/>
                    <a:pt x="242673" y="121782"/>
                  </a:cubicBezTo>
                  <a:cubicBezTo>
                    <a:pt x="243484" y="121782"/>
                    <a:pt x="244295" y="118535"/>
                    <a:pt x="243484" y="117723"/>
                  </a:cubicBezTo>
                  <a:cubicBezTo>
                    <a:pt x="242673" y="116911"/>
                    <a:pt x="242673" y="116099"/>
                    <a:pt x="243484" y="116099"/>
                  </a:cubicBezTo>
                  <a:cubicBezTo>
                    <a:pt x="244295" y="116099"/>
                    <a:pt x="244295" y="114475"/>
                    <a:pt x="244295" y="113663"/>
                  </a:cubicBezTo>
                  <a:cubicBezTo>
                    <a:pt x="244295" y="112851"/>
                    <a:pt x="245107" y="112039"/>
                    <a:pt x="245107" y="112039"/>
                  </a:cubicBezTo>
                  <a:cubicBezTo>
                    <a:pt x="245107" y="112039"/>
                    <a:pt x="245107" y="111228"/>
                    <a:pt x="245107" y="110416"/>
                  </a:cubicBezTo>
                  <a:cubicBezTo>
                    <a:pt x="245107" y="109604"/>
                    <a:pt x="245107" y="108792"/>
                    <a:pt x="245107" y="108792"/>
                  </a:cubicBezTo>
                  <a:cubicBezTo>
                    <a:pt x="245918" y="108792"/>
                    <a:pt x="245918" y="108792"/>
                    <a:pt x="246729" y="107980"/>
                  </a:cubicBezTo>
                  <a:cubicBezTo>
                    <a:pt x="246729" y="107980"/>
                    <a:pt x="246729" y="107980"/>
                    <a:pt x="245918" y="107168"/>
                  </a:cubicBezTo>
                  <a:cubicBezTo>
                    <a:pt x="245107" y="106356"/>
                    <a:pt x="245107" y="106356"/>
                    <a:pt x="245918" y="106356"/>
                  </a:cubicBezTo>
                  <a:cubicBezTo>
                    <a:pt x="246729" y="106356"/>
                    <a:pt x="246729" y="105544"/>
                    <a:pt x="246729" y="105544"/>
                  </a:cubicBezTo>
                  <a:cubicBezTo>
                    <a:pt x="246729" y="105544"/>
                    <a:pt x="246729" y="104733"/>
                    <a:pt x="247541" y="104733"/>
                  </a:cubicBezTo>
                  <a:cubicBezTo>
                    <a:pt x="248352" y="104733"/>
                    <a:pt x="248352" y="103921"/>
                    <a:pt x="248352" y="103921"/>
                  </a:cubicBezTo>
                  <a:cubicBezTo>
                    <a:pt x="247541" y="103109"/>
                    <a:pt x="249163" y="101485"/>
                    <a:pt x="249974" y="102297"/>
                  </a:cubicBezTo>
                  <a:cubicBezTo>
                    <a:pt x="250786" y="102297"/>
                    <a:pt x="250786" y="102297"/>
                    <a:pt x="249974" y="101485"/>
                  </a:cubicBezTo>
                  <a:cubicBezTo>
                    <a:pt x="249974" y="100673"/>
                    <a:pt x="249974" y="99861"/>
                    <a:pt x="249974" y="99861"/>
                  </a:cubicBezTo>
                  <a:cubicBezTo>
                    <a:pt x="250786" y="99049"/>
                    <a:pt x="250786" y="99049"/>
                    <a:pt x="249974" y="99049"/>
                  </a:cubicBezTo>
                  <a:cubicBezTo>
                    <a:pt x="249974" y="99049"/>
                    <a:pt x="249974" y="98238"/>
                    <a:pt x="250786" y="97426"/>
                  </a:cubicBezTo>
                  <a:cubicBezTo>
                    <a:pt x="251597" y="96614"/>
                    <a:pt x="252409" y="95802"/>
                    <a:pt x="252409" y="95802"/>
                  </a:cubicBezTo>
                  <a:cubicBezTo>
                    <a:pt x="252409" y="95802"/>
                    <a:pt x="253220" y="94990"/>
                    <a:pt x="254031" y="94990"/>
                  </a:cubicBezTo>
                  <a:cubicBezTo>
                    <a:pt x="254842" y="94990"/>
                    <a:pt x="254842" y="94990"/>
                    <a:pt x="254842" y="95802"/>
                  </a:cubicBezTo>
                  <a:cubicBezTo>
                    <a:pt x="254842" y="95802"/>
                    <a:pt x="254842" y="96614"/>
                    <a:pt x="254842" y="95802"/>
                  </a:cubicBezTo>
                  <a:cubicBezTo>
                    <a:pt x="255654" y="94990"/>
                    <a:pt x="255654" y="94178"/>
                    <a:pt x="254842" y="94178"/>
                  </a:cubicBezTo>
                  <a:cubicBezTo>
                    <a:pt x="254842" y="94178"/>
                    <a:pt x="254031" y="93366"/>
                    <a:pt x="254031" y="92554"/>
                  </a:cubicBezTo>
                  <a:cubicBezTo>
                    <a:pt x="254031" y="91742"/>
                    <a:pt x="254031" y="90931"/>
                    <a:pt x="254842" y="90931"/>
                  </a:cubicBezTo>
                  <a:cubicBezTo>
                    <a:pt x="254842" y="90931"/>
                    <a:pt x="254842" y="90931"/>
                    <a:pt x="254842" y="90119"/>
                  </a:cubicBezTo>
                  <a:cubicBezTo>
                    <a:pt x="254842" y="89307"/>
                    <a:pt x="254842" y="89307"/>
                    <a:pt x="255654" y="89307"/>
                  </a:cubicBezTo>
                  <a:cubicBezTo>
                    <a:pt x="256465" y="89307"/>
                    <a:pt x="257276" y="88495"/>
                    <a:pt x="257276" y="87683"/>
                  </a:cubicBezTo>
                  <a:cubicBezTo>
                    <a:pt x="258088" y="86871"/>
                    <a:pt x="258088" y="86871"/>
                    <a:pt x="257276" y="86871"/>
                  </a:cubicBezTo>
                  <a:cubicBezTo>
                    <a:pt x="256465" y="86871"/>
                    <a:pt x="257276" y="86871"/>
                    <a:pt x="257276" y="86059"/>
                  </a:cubicBezTo>
                  <a:cubicBezTo>
                    <a:pt x="258088" y="85247"/>
                    <a:pt x="258088" y="84436"/>
                    <a:pt x="257276" y="84436"/>
                  </a:cubicBezTo>
                  <a:cubicBezTo>
                    <a:pt x="256465" y="84436"/>
                    <a:pt x="256465" y="84436"/>
                    <a:pt x="257276" y="83624"/>
                  </a:cubicBezTo>
                  <a:cubicBezTo>
                    <a:pt x="258088" y="83624"/>
                    <a:pt x="258899" y="82000"/>
                    <a:pt x="258899" y="82000"/>
                  </a:cubicBezTo>
                  <a:cubicBezTo>
                    <a:pt x="259710" y="81188"/>
                    <a:pt x="259710" y="81188"/>
                    <a:pt x="258899" y="80376"/>
                  </a:cubicBezTo>
                  <a:cubicBezTo>
                    <a:pt x="258088" y="80376"/>
                    <a:pt x="258088" y="80376"/>
                    <a:pt x="258088" y="79564"/>
                  </a:cubicBezTo>
                  <a:cubicBezTo>
                    <a:pt x="258088" y="79564"/>
                    <a:pt x="258088" y="78752"/>
                    <a:pt x="258088" y="78752"/>
                  </a:cubicBezTo>
                  <a:cubicBezTo>
                    <a:pt x="258088" y="78752"/>
                    <a:pt x="257276" y="80376"/>
                    <a:pt x="256465" y="82000"/>
                  </a:cubicBezTo>
                  <a:cubicBezTo>
                    <a:pt x="255654" y="83624"/>
                    <a:pt x="254842" y="85247"/>
                    <a:pt x="254031" y="86059"/>
                  </a:cubicBezTo>
                  <a:cubicBezTo>
                    <a:pt x="253220" y="86059"/>
                    <a:pt x="253220" y="86871"/>
                    <a:pt x="253220" y="86871"/>
                  </a:cubicBezTo>
                  <a:cubicBezTo>
                    <a:pt x="253220" y="87683"/>
                    <a:pt x="250786" y="91742"/>
                    <a:pt x="249974" y="90931"/>
                  </a:cubicBezTo>
                  <a:cubicBezTo>
                    <a:pt x="249974" y="90931"/>
                    <a:pt x="249974" y="90931"/>
                    <a:pt x="249974" y="91742"/>
                  </a:cubicBezTo>
                  <a:cubicBezTo>
                    <a:pt x="250786" y="92554"/>
                    <a:pt x="250786" y="92554"/>
                    <a:pt x="249974" y="92554"/>
                  </a:cubicBezTo>
                  <a:cubicBezTo>
                    <a:pt x="249974" y="92554"/>
                    <a:pt x="249163" y="92554"/>
                    <a:pt x="249974" y="92554"/>
                  </a:cubicBezTo>
                  <a:cubicBezTo>
                    <a:pt x="249974" y="92554"/>
                    <a:pt x="249974" y="93366"/>
                    <a:pt x="249974" y="93366"/>
                  </a:cubicBezTo>
                  <a:cubicBezTo>
                    <a:pt x="248352" y="94990"/>
                    <a:pt x="248352" y="95802"/>
                    <a:pt x="248352" y="96614"/>
                  </a:cubicBezTo>
                  <a:cubicBezTo>
                    <a:pt x="248352" y="96614"/>
                    <a:pt x="247541" y="98238"/>
                    <a:pt x="247541" y="99049"/>
                  </a:cubicBezTo>
                  <a:cubicBezTo>
                    <a:pt x="246729" y="99861"/>
                    <a:pt x="246729" y="100673"/>
                    <a:pt x="246729" y="101485"/>
                  </a:cubicBezTo>
                  <a:cubicBezTo>
                    <a:pt x="246729" y="102297"/>
                    <a:pt x="246729" y="102297"/>
                    <a:pt x="245918" y="102297"/>
                  </a:cubicBezTo>
                  <a:cubicBezTo>
                    <a:pt x="245918" y="102297"/>
                    <a:pt x="245107" y="103109"/>
                    <a:pt x="245107" y="103109"/>
                  </a:cubicBezTo>
                  <a:cubicBezTo>
                    <a:pt x="245107" y="103921"/>
                    <a:pt x="244295" y="104733"/>
                    <a:pt x="243484" y="105544"/>
                  </a:cubicBezTo>
                  <a:cubicBezTo>
                    <a:pt x="242673" y="106356"/>
                    <a:pt x="242673" y="107168"/>
                    <a:pt x="242673" y="107168"/>
                  </a:cubicBezTo>
                  <a:cubicBezTo>
                    <a:pt x="243484" y="107168"/>
                    <a:pt x="242673" y="108792"/>
                    <a:pt x="241861" y="108792"/>
                  </a:cubicBezTo>
                  <a:cubicBezTo>
                    <a:pt x="241050" y="108792"/>
                    <a:pt x="241050" y="109604"/>
                    <a:pt x="241050" y="109604"/>
                  </a:cubicBezTo>
                  <a:cubicBezTo>
                    <a:pt x="241050" y="110416"/>
                    <a:pt x="241050" y="110416"/>
                    <a:pt x="240239" y="110416"/>
                  </a:cubicBezTo>
                  <a:cubicBezTo>
                    <a:pt x="239427" y="110416"/>
                    <a:pt x="239427" y="110416"/>
                    <a:pt x="239427" y="111228"/>
                  </a:cubicBezTo>
                  <a:cubicBezTo>
                    <a:pt x="240239" y="112039"/>
                    <a:pt x="238616" y="114475"/>
                    <a:pt x="237805" y="115287"/>
                  </a:cubicBezTo>
                  <a:cubicBezTo>
                    <a:pt x="236994" y="115287"/>
                    <a:pt x="236994" y="116099"/>
                    <a:pt x="236994" y="116099"/>
                  </a:cubicBezTo>
                  <a:cubicBezTo>
                    <a:pt x="236994" y="116911"/>
                    <a:pt x="236994" y="116911"/>
                    <a:pt x="236182" y="116911"/>
                  </a:cubicBezTo>
                  <a:cubicBezTo>
                    <a:pt x="235371" y="116911"/>
                    <a:pt x="235371" y="116911"/>
                    <a:pt x="235371" y="117723"/>
                  </a:cubicBezTo>
                  <a:cubicBezTo>
                    <a:pt x="235371" y="117723"/>
                    <a:pt x="235371" y="118535"/>
                    <a:pt x="235371" y="118535"/>
                  </a:cubicBezTo>
                  <a:cubicBezTo>
                    <a:pt x="234560" y="118535"/>
                    <a:pt x="234560" y="119346"/>
                    <a:pt x="235371" y="120158"/>
                  </a:cubicBezTo>
                  <a:cubicBezTo>
                    <a:pt x="235371" y="120970"/>
                    <a:pt x="235371" y="121782"/>
                    <a:pt x="235371" y="121782"/>
                  </a:cubicBezTo>
                  <a:cubicBezTo>
                    <a:pt x="235371" y="121782"/>
                    <a:pt x="235371" y="122594"/>
                    <a:pt x="235371" y="122594"/>
                  </a:cubicBezTo>
                  <a:cubicBezTo>
                    <a:pt x="235371" y="122594"/>
                    <a:pt x="235371" y="123406"/>
                    <a:pt x="235371" y="123406"/>
                  </a:cubicBezTo>
                  <a:cubicBezTo>
                    <a:pt x="235371" y="123406"/>
                    <a:pt x="234560" y="124218"/>
                    <a:pt x="234560" y="125030"/>
                  </a:cubicBezTo>
                  <a:cubicBezTo>
                    <a:pt x="234560" y="125841"/>
                    <a:pt x="233748" y="127465"/>
                    <a:pt x="232937" y="127465"/>
                  </a:cubicBezTo>
                  <a:cubicBezTo>
                    <a:pt x="232126" y="127465"/>
                    <a:pt x="232126" y="129089"/>
                    <a:pt x="232126" y="129089"/>
                  </a:cubicBezTo>
                  <a:cubicBezTo>
                    <a:pt x="232126" y="129901"/>
                    <a:pt x="232126" y="130713"/>
                    <a:pt x="231314" y="131525"/>
                  </a:cubicBezTo>
                  <a:cubicBezTo>
                    <a:pt x="230503" y="132337"/>
                    <a:pt x="230503" y="133148"/>
                    <a:pt x="230503" y="133960"/>
                  </a:cubicBezTo>
                  <a:cubicBezTo>
                    <a:pt x="230503" y="134772"/>
                    <a:pt x="229692" y="134772"/>
                    <a:pt x="229692" y="135584"/>
                  </a:cubicBezTo>
                  <a:cubicBezTo>
                    <a:pt x="228880" y="136396"/>
                    <a:pt x="228880" y="137208"/>
                    <a:pt x="228880" y="137208"/>
                  </a:cubicBezTo>
                  <a:cubicBezTo>
                    <a:pt x="228880" y="137208"/>
                    <a:pt x="228880" y="138832"/>
                    <a:pt x="228069" y="138832"/>
                  </a:cubicBezTo>
                  <a:cubicBezTo>
                    <a:pt x="227258" y="138832"/>
                    <a:pt x="226446" y="143703"/>
                    <a:pt x="226446" y="145327"/>
                  </a:cubicBezTo>
                  <a:cubicBezTo>
                    <a:pt x="226446" y="145327"/>
                    <a:pt x="226446" y="146138"/>
                    <a:pt x="225635" y="146138"/>
                  </a:cubicBezTo>
                  <a:cubicBezTo>
                    <a:pt x="228069" y="148574"/>
                    <a:pt x="228069" y="148574"/>
                    <a:pt x="228880" y="149386"/>
                  </a:cubicBezTo>
                  <a:close/>
                  <a:moveTo>
                    <a:pt x="228880" y="153445"/>
                  </a:moveTo>
                  <a:cubicBezTo>
                    <a:pt x="229692" y="153445"/>
                    <a:pt x="229692" y="151822"/>
                    <a:pt x="229692" y="151822"/>
                  </a:cubicBezTo>
                  <a:cubicBezTo>
                    <a:pt x="229692" y="152634"/>
                    <a:pt x="228880" y="152634"/>
                    <a:pt x="228880" y="153445"/>
                  </a:cubicBezTo>
                  <a:cubicBezTo>
                    <a:pt x="228069" y="153445"/>
                    <a:pt x="228069" y="154257"/>
                    <a:pt x="228880" y="153445"/>
                  </a:cubicBezTo>
                  <a:close/>
                  <a:moveTo>
                    <a:pt x="232126" y="129901"/>
                  </a:moveTo>
                  <a:cubicBezTo>
                    <a:pt x="231314" y="130713"/>
                    <a:pt x="231314" y="129901"/>
                    <a:pt x="232126" y="129901"/>
                  </a:cubicBezTo>
                  <a:cubicBezTo>
                    <a:pt x="232126" y="128277"/>
                    <a:pt x="232126" y="128277"/>
                    <a:pt x="232937" y="129089"/>
                  </a:cubicBezTo>
                  <a:cubicBezTo>
                    <a:pt x="232937" y="129089"/>
                    <a:pt x="232937" y="129089"/>
                    <a:pt x="232126" y="129901"/>
                  </a:cubicBezTo>
                  <a:close/>
                  <a:moveTo>
                    <a:pt x="233748" y="127465"/>
                  </a:moveTo>
                  <a:cubicBezTo>
                    <a:pt x="232937" y="128277"/>
                    <a:pt x="232937" y="128277"/>
                    <a:pt x="233748" y="127465"/>
                  </a:cubicBezTo>
                  <a:cubicBezTo>
                    <a:pt x="232937" y="126653"/>
                    <a:pt x="233748" y="126653"/>
                    <a:pt x="233748" y="126653"/>
                  </a:cubicBezTo>
                  <a:cubicBezTo>
                    <a:pt x="233748" y="126653"/>
                    <a:pt x="233748" y="126653"/>
                    <a:pt x="233748" y="127465"/>
                  </a:cubicBezTo>
                  <a:close/>
                  <a:moveTo>
                    <a:pt x="234560" y="124218"/>
                  </a:moveTo>
                  <a:cubicBezTo>
                    <a:pt x="233748" y="125030"/>
                    <a:pt x="233748" y="125030"/>
                    <a:pt x="234560" y="124218"/>
                  </a:cubicBezTo>
                  <a:cubicBezTo>
                    <a:pt x="233748" y="124218"/>
                    <a:pt x="233748" y="123406"/>
                    <a:pt x="234560" y="124218"/>
                  </a:cubicBezTo>
                  <a:cubicBezTo>
                    <a:pt x="234560" y="122594"/>
                    <a:pt x="235371" y="123406"/>
                    <a:pt x="234560" y="124218"/>
                  </a:cubicBezTo>
                  <a:close/>
                  <a:moveTo>
                    <a:pt x="236182" y="140455"/>
                  </a:moveTo>
                  <a:cubicBezTo>
                    <a:pt x="235371" y="140455"/>
                    <a:pt x="235371" y="140455"/>
                    <a:pt x="236182" y="140455"/>
                  </a:cubicBezTo>
                  <a:cubicBezTo>
                    <a:pt x="235371" y="139643"/>
                    <a:pt x="234560" y="140455"/>
                    <a:pt x="234560" y="140455"/>
                  </a:cubicBezTo>
                  <a:cubicBezTo>
                    <a:pt x="234560" y="141267"/>
                    <a:pt x="234560" y="141267"/>
                    <a:pt x="236182" y="140455"/>
                  </a:cubicBezTo>
                  <a:cubicBezTo>
                    <a:pt x="235371" y="141267"/>
                    <a:pt x="236182" y="141267"/>
                    <a:pt x="236182" y="140455"/>
                  </a:cubicBezTo>
                  <a:close/>
                  <a:moveTo>
                    <a:pt x="236182" y="151010"/>
                  </a:moveTo>
                  <a:cubicBezTo>
                    <a:pt x="236182" y="151010"/>
                    <a:pt x="235371" y="152634"/>
                    <a:pt x="235371" y="152634"/>
                  </a:cubicBezTo>
                  <a:lnTo>
                    <a:pt x="235371" y="154257"/>
                  </a:lnTo>
                  <a:lnTo>
                    <a:pt x="236182" y="152634"/>
                  </a:lnTo>
                  <a:cubicBezTo>
                    <a:pt x="236994" y="151010"/>
                    <a:pt x="236182" y="149386"/>
                    <a:pt x="236182" y="151010"/>
                  </a:cubicBezTo>
                  <a:close/>
                  <a:moveTo>
                    <a:pt x="237805" y="146950"/>
                  </a:moveTo>
                  <a:cubicBezTo>
                    <a:pt x="237805" y="146950"/>
                    <a:pt x="236994" y="147762"/>
                    <a:pt x="236994" y="147762"/>
                  </a:cubicBezTo>
                  <a:cubicBezTo>
                    <a:pt x="236994" y="147762"/>
                    <a:pt x="236994" y="148574"/>
                    <a:pt x="237805" y="148574"/>
                  </a:cubicBezTo>
                  <a:cubicBezTo>
                    <a:pt x="237805" y="147762"/>
                    <a:pt x="237805" y="147762"/>
                    <a:pt x="237805" y="146950"/>
                  </a:cubicBezTo>
                  <a:cubicBezTo>
                    <a:pt x="237805" y="146950"/>
                    <a:pt x="237805" y="146950"/>
                    <a:pt x="237805" y="146950"/>
                  </a:cubicBezTo>
                  <a:close/>
                  <a:moveTo>
                    <a:pt x="237805" y="130713"/>
                  </a:moveTo>
                  <a:cubicBezTo>
                    <a:pt x="238616" y="129901"/>
                    <a:pt x="238616" y="129901"/>
                    <a:pt x="238616" y="130713"/>
                  </a:cubicBezTo>
                  <a:cubicBezTo>
                    <a:pt x="238616" y="130713"/>
                    <a:pt x="238616" y="131525"/>
                    <a:pt x="237805" y="131525"/>
                  </a:cubicBezTo>
                  <a:cubicBezTo>
                    <a:pt x="236994" y="132337"/>
                    <a:pt x="236994" y="131525"/>
                    <a:pt x="237805" y="130713"/>
                  </a:cubicBezTo>
                  <a:close/>
                  <a:moveTo>
                    <a:pt x="240239" y="164812"/>
                  </a:moveTo>
                  <a:cubicBezTo>
                    <a:pt x="240239" y="165624"/>
                    <a:pt x="239427" y="166435"/>
                    <a:pt x="238616" y="167247"/>
                  </a:cubicBezTo>
                  <a:lnTo>
                    <a:pt x="240239" y="164812"/>
                  </a:lnTo>
                  <a:close/>
                  <a:moveTo>
                    <a:pt x="241861" y="134772"/>
                  </a:moveTo>
                  <a:cubicBezTo>
                    <a:pt x="241050" y="134772"/>
                    <a:pt x="240239" y="138832"/>
                    <a:pt x="241050" y="139643"/>
                  </a:cubicBezTo>
                  <a:cubicBezTo>
                    <a:pt x="241050" y="139643"/>
                    <a:pt x="241050" y="140455"/>
                    <a:pt x="241050" y="139643"/>
                  </a:cubicBezTo>
                  <a:cubicBezTo>
                    <a:pt x="241050" y="139643"/>
                    <a:pt x="240239" y="140455"/>
                    <a:pt x="239427" y="141267"/>
                  </a:cubicBezTo>
                  <a:cubicBezTo>
                    <a:pt x="238616" y="144515"/>
                    <a:pt x="238616" y="145327"/>
                    <a:pt x="239427" y="144515"/>
                  </a:cubicBezTo>
                  <a:cubicBezTo>
                    <a:pt x="240239" y="143703"/>
                    <a:pt x="241861" y="141267"/>
                    <a:pt x="241050" y="141267"/>
                  </a:cubicBezTo>
                  <a:cubicBezTo>
                    <a:pt x="241050" y="141267"/>
                    <a:pt x="241050" y="141267"/>
                    <a:pt x="241050" y="140455"/>
                  </a:cubicBezTo>
                  <a:cubicBezTo>
                    <a:pt x="241050" y="139643"/>
                    <a:pt x="241861" y="138832"/>
                    <a:pt x="241861" y="138020"/>
                  </a:cubicBezTo>
                  <a:cubicBezTo>
                    <a:pt x="241861" y="137208"/>
                    <a:pt x="241861" y="136396"/>
                    <a:pt x="242673" y="136396"/>
                  </a:cubicBezTo>
                  <a:cubicBezTo>
                    <a:pt x="243484" y="136396"/>
                    <a:pt x="242673" y="136396"/>
                    <a:pt x="242673" y="135584"/>
                  </a:cubicBezTo>
                  <a:cubicBezTo>
                    <a:pt x="241861" y="135584"/>
                    <a:pt x="241861" y="134772"/>
                    <a:pt x="241861" y="134772"/>
                  </a:cubicBezTo>
                  <a:close/>
                  <a:moveTo>
                    <a:pt x="240239" y="110416"/>
                  </a:moveTo>
                  <a:cubicBezTo>
                    <a:pt x="240239" y="110416"/>
                    <a:pt x="240239" y="111228"/>
                    <a:pt x="239427" y="111228"/>
                  </a:cubicBezTo>
                  <a:cubicBezTo>
                    <a:pt x="238616" y="111228"/>
                    <a:pt x="239427" y="112039"/>
                    <a:pt x="240239" y="110416"/>
                  </a:cubicBezTo>
                  <a:cubicBezTo>
                    <a:pt x="240239" y="110416"/>
                    <a:pt x="240239" y="109604"/>
                    <a:pt x="240239" y="110416"/>
                  </a:cubicBezTo>
                  <a:close/>
                  <a:moveTo>
                    <a:pt x="243484" y="121782"/>
                  </a:moveTo>
                  <a:cubicBezTo>
                    <a:pt x="242673" y="121782"/>
                    <a:pt x="242673" y="121782"/>
                    <a:pt x="243484" y="121782"/>
                  </a:cubicBezTo>
                  <a:cubicBezTo>
                    <a:pt x="242673" y="120970"/>
                    <a:pt x="242673" y="120970"/>
                    <a:pt x="243484" y="120970"/>
                  </a:cubicBezTo>
                  <a:cubicBezTo>
                    <a:pt x="243484" y="120970"/>
                    <a:pt x="244295" y="120970"/>
                    <a:pt x="244295" y="120970"/>
                  </a:cubicBezTo>
                  <a:cubicBezTo>
                    <a:pt x="243484" y="120970"/>
                    <a:pt x="243484" y="121782"/>
                    <a:pt x="243484" y="121782"/>
                  </a:cubicBezTo>
                  <a:close/>
                  <a:moveTo>
                    <a:pt x="244295" y="119346"/>
                  </a:moveTo>
                  <a:cubicBezTo>
                    <a:pt x="243484" y="119346"/>
                    <a:pt x="242673" y="116911"/>
                    <a:pt x="243484" y="116911"/>
                  </a:cubicBezTo>
                  <a:cubicBezTo>
                    <a:pt x="244295" y="116911"/>
                    <a:pt x="243484" y="116911"/>
                    <a:pt x="243484" y="116911"/>
                  </a:cubicBezTo>
                  <a:cubicBezTo>
                    <a:pt x="243484" y="116911"/>
                    <a:pt x="243484" y="117723"/>
                    <a:pt x="243484" y="117723"/>
                  </a:cubicBezTo>
                  <a:cubicBezTo>
                    <a:pt x="244295" y="117723"/>
                    <a:pt x="244295" y="117723"/>
                    <a:pt x="244295" y="119346"/>
                  </a:cubicBezTo>
                  <a:cubicBezTo>
                    <a:pt x="244295" y="118535"/>
                    <a:pt x="244295" y="119346"/>
                    <a:pt x="244295" y="119346"/>
                  </a:cubicBezTo>
                  <a:close/>
                  <a:moveTo>
                    <a:pt x="244295" y="130713"/>
                  </a:moveTo>
                  <a:cubicBezTo>
                    <a:pt x="244295" y="130713"/>
                    <a:pt x="243484" y="130713"/>
                    <a:pt x="244295" y="129901"/>
                  </a:cubicBezTo>
                  <a:cubicBezTo>
                    <a:pt x="244295" y="129089"/>
                    <a:pt x="244295" y="128277"/>
                    <a:pt x="244295" y="128277"/>
                  </a:cubicBezTo>
                  <a:cubicBezTo>
                    <a:pt x="244295" y="127465"/>
                    <a:pt x="243484" y="128277"/>
                    <a:pt x="243484" y="129089"/>
                  </a:cubicBezTo>
                  <a:cubicBezTo>
                    <a:pt x="242673" y="131525"/>
                    <a:pt x="242673" y="131525"/>
                    <a:pt x="244295" y="131525"/>
                  </a:cubicBezTo>
                  <a:cubicBezTo>
                    <a:pt x="245107" y="131525"/>
                    <a:pt x="245107" y="131525"/>
                    <a:pt x="244295" y="130713"/>
                  </a:cubicBezTo>
                  <a:cubicBezTo>
                    <a:pt x="245107" y="130713"/>
                    <a:pt x="245107" y="130713"/>
                    <a:pt x="244295" y="130713"/>
                  </a:cubicBezTo>
                  <a:close/>
                  <a:moveTo>
                    <a:pt x="245918" y="128277"/>
                  </a:moveTo>
                  <a:cubicBezTo>
                    <a:pt x="245107" y="129901"/>
                    <a:pt x="245107" y="130713"/>
                    <a:pt x="245918" y="130713"/>
                  </a:cubicBezTo>
                  <a:cubicBezTo>
                    <a:pt x="245918" y="130713"/>
                    <a:pt x="246729" y="129901"/>
                    <a:pt x="246729" y="129901"/>
                  </a:cubicBezTo>
                  <a:cubicBezTo>
                    <a:pt x="245918" y="128277"/>
                    <a:pt x="246729" y="128277"/>
                    <a:pt x="245918" y="128277"/>
                  </a:cubicBezTo>
                  <a:cubicBezTo>
                    <a:pt x="246729" y="127465"/>
                    <a:pt x="246729" y="127465"/>
                    <a:pt x="246729" y="127465"/>
                  </a:cubicBezTo>
                  <a:cubicBezTo>
                    <a:pt x="246729" y="126653"/>
                    <a:pt x="246729" y="127465"/>
                    <a:pt x="245918" y="128277"/>
                  </a:cubicBezTo>
                  <a:close/>
                  <a:moveTo>
                    <a:pt x="248352" y="120970"/>
                  </a:moveTo>
                  <a:cubicBezTo>
                    <a:pt x="247541" y="120970"/>
                    <a:pt x="246729" y="121782"/>
                    <a:pt x="246729" y="123406"/>
                  </a:cubicBezTo>
                  <a:cubicBezTo>
                    <a:pt x="245918" y="125841"/>
                    <a:pt x="245107" y="126653"/>
                    <a:pt x="246729" y="125841"/>
                  </a:cubicBezTo>
                  <a:cubicBezTo>
                    <a:pt x="246729" y="125841"/>
                    <a:pt x="247541" y="125030"/>
                    <a:pt x="246729" y="125030"/>
                  </a:cubicBezTo>
                  <a:cubicBezTo>
                    <a:pt x="246729" y="124218"/>
                    <a:pt x="246729" y="124218"/>
                    <a:pt x="246729" y="124218"/>
                  </a:cubicBezTo>
                  <a:cubicBezTo>
                    <a:pt x="246729" y="124218"/>
                    <a:pt x="247541" y="125030"/>
                    <a:pt x="247541" y="125030"/>
                  </a:cubicBezTo>
                  <a:cubicBezTo>
                    <a:pt x="247541" y="125841"/>
                    <a:pt x="247541" y="125841"/>
                    <a:pt x="248352" y="124218"/>
                  </a:cubicBezTo>
                  <a:cubicBezTo>
                    <a:pt x="249163" y="121782"/>
                    <a:pt x="249163" y="120970"/>
                    <a:pt x="248352" y="120970"/>
                  </a:cubicBezTo>
                  <a:close/>
                  <a:moveTo>
                    <a:pt x="249163" y="110416"/>
                  </a:moveTo>
                  <a:cubicBezTo>
                    <a:pt x="249163" y="110416"/>
                    <a:pt x="248352" y="111228"/>
                    <a:pt x="248352" y="112039"/>
                  </a:cubicBezTo>
                  <a:cubicBezTo>
                    <a:pt x="248352" y="112851"/>
                    <a:pt x="248352" y="112851"/>
                    <a:pt x="247541" y="112851"/>
                  </a:cubicBezTo>
                  <a:cubicBezTo>
                    <a:pt x="247541" y="112851"/>
                    <a:pt x="246729" y="112851"/>
                    <a:pt x="246729" y="113663"/>
                  </a:cubicBezTo>
                  <a:cubicBezTo>
                    <a:pt x="246729" y="114475"/>
                    <a:pt x="246729" y="114475"/>
                    <a:pt x="245918" y="115287"/>
                  </a:cubicBezTo>
                  <a:cubicBezTo>
                    <a:pt x="245107" y="116099"/>
                    <a:pt x="244295" y="118535"/>
                    <a:pt x="245107" y="117723"/>
                  </a:cubicBezTo>
                  <a:cubicBezTo>
                    <a:pt x="245107" y="117723"/>
                    <a:pt x="245107" y="117723"/>
                    <a:pt x="245107" y="116911"/>
                  </a:cubicBezTo>
                  <a:cubicBezTo>
                    <a:pt x="245107" y="116911"/>
                    <a:pt x="245107" y="116099"/>
                    <a:pt x="245107" y="116099"/>
                  </a:cubicBezTo>
                  <a:cubicBezTo>
                    <a:pt x="245107" y="116099"/>
                    <a:pt x="245918" y="115287"/>
                    <a:pt x="246729" y="113663"/>
                  </a:cubicBezTo>
                  <a:cubicBezTo>
                    <a:pt x="247541" y="112039"/>
                    <a:pt x="249163" y="111228"/>
                    <a:pt x="249163" y="110416"/>
                  </a:cubicBezTo>
                  <a:cubicBezTo>
                    <a:pt x="249974" y="110416"/>
                    <a:pt x="249974" y="110416"/>
                    <a:pt x="249974" y="110416"/>
                  </a:cubicBezTo>
                  <a:cubicBezTo>
                    <a:pt x="249974" y="110416"/>
                    <a:pt x="249163" y="110416"/>
                    <a:pt x="249163" y="110416"/>
                  </a:cubicBezTo>
                  <a:close/>
                  <a:moveTo>
                    <a:pt x="247541" y="99049"/>
                  </a:moveTo>
                  <a:cubicBezTo>
                    <a:pt x="248352" y="99049"/>
                    <a:pt x="248352" y="98238"/>
                    <a:pt x="247541" y="99049"/>
                  </a:cubicBezTo>
                  <a:cubicBezTo>
                    <a:pt x="246729" y="98238"/>
                    <a:pt x="246729" y="98238"/>
                    <a:pt x="246729" y="98238"/>
                  </a:cubicBezTo>
                  <a:cubicBezTo>
                    <a:pt x="246729" y="99049"/>
                    <a:pt x="247541" y="99049"/>
                    <a:pt x="247541" y="99049"/>
                  </a:cubicBezTo>
                  <a:close/>
                  <a:moveTo>
                    <a:pt x="248352" y="119346"/>
                  </a:moveTo>
                  <a:cubicBezTo>
                    <a:pt x="247541" y="119346"/>
                    <a:pt x="248352" y="119346"/>
                    <a:pt x="248352" y="119346"/>
                  </a:cubicBezTo>
                  <a:cubicBezTo>
                    <a:pt x="249974" y="119346"/>
                    <a:pt x="249974" y="119346"/>
                    <a:pt x="249974" y="119346"/>
                  </a:cubicBezTo>
                  <a:cubicBezTo>
                    <a:pt x="249163" y="119346"/>
                    <a:pt x="248352" y="119346"/>
                    <a:pt x="248352" y="119346"/>
                  </a:cubicBezTo>
                  <a:close/>
                  <a:moveTo>
                    <a:pt x="250786" y="114475"/>
                  </a:moveTo>
                  <a:cubicBezTo>
                    <a:pt x="249974" y="115287"/>
                    <a:pt x="249974" y="115287"/>
                    <a:pt x="250786" y="114475"/>
                  </a:cubicBezTo>
                  <a:cubicBezTo>
                    <a:pt x="251597" y="115287"/>
                    <a:pt x="252409" y="114475"/>
                    <a:pt x="251597" y="113663"/>
                  </a:cubicBezTo>
                  <a:cubicBezTo>
                    <a:pt x="251597" y="113663"/>
                    <a:pt x="250786" y="114475"/>
                    <a:pt x="250786" y="114475"/>
                  </a:cubicBezTo>
                  <a:close/>
                  <a:moveTo>
                    <a:pt x="253220" y="103109"/>
                  </a:moveTo>
                  <a:cubicBezTo>
                    <a:pt x="253220" y="103109"/>
                    <a:pt x="252409" y="103921"/>
                    <a:pt x="252409" y="104733"/>
                  </a:cubicBezTo>
                  <a:cubicBezTo>
                    <a:pt x="251597" y="105544"/>
                    <a:pt x="251597" y="106356"/>
                    <a:pt x="252409" y="104733"/>
                  </a:cubicBezTo>
                  <a:cubicBezTo>
                    <a:pt x="253220" y="103109"/>
                    <a:pt x="253220" y="103109"/>
                    <a:pt x="253220" y="103109"/>
                  </a:cubicBezTo>
                  <a:close/>
                  <a:moveTo>
                    <a:pt x="255654" y="104733"/>
                  </a:moveTo>
                  <a:cubicBezTo>
                    <a:pt x="254842" y="104733"/>
                    <a:pt x="254842" y="105544"/>
                    <a:pt x="255654" y="104733"/>
                  </a:cubicBezTo>
                  <a:cubicBezTo>
                    <a:pt x="256465" y="104733"/>
                    <a:pt x="256465" y="104733"/>
                    <a:pt x="256465" y="104733"/>
                  </a:cubicBezTo>
                  <a:cubicBezTo>
                    <a:pt x="256465" y="104733"/>
                    <a:pt x="255654" y="104733"/>
                    <a:pt x="255654" y="104733"/>
                  </a:cubicBezTo>
                  <a:close/>
                  <a:moveTo>
                    <a:pt x="255654" y="97426"/>
                  </a:moveTo>
                  <a:cubicBezTo>
                    <a:pt x="255654" y="97426"/>
                    <a:pt x="254842" y="98238"/>
                    <a:pt x="254842" y="98238"/>
                  </a:cubicBezTo>
                  <a:cubicBezTo>
                    <a:pt x="254842" y="99049"/>
                    <a:pt x="254842" y="99049"/>
                    <a:pt x="255654" y="98238"/>
                  </a:cubicBezTo>
                  <a:cubicBezTo>
                    <a:pt x="256465" y="97426"/>
                    <a:pt x="256465" y="97426"/>
                    <a:pt x="255654" y="97426"/>
                  </a:cubicBezTo>
                  <a:close/>
                  <a:moveTo>
                    <a:pt x="262956" y="80376"/>
                  </a:moveTo>
                  <a:cubicBezTo>
                    <a:pt x="264578" y="79564"/>
                    <a:pt x="263767" y="78752"/>
                    <a:pt x="262956" y="79564"/>
                  </a:cubicBezTo>
                  <a:cubicBezTo>
                    <a:pt x="262956" y="79564"/>
                    <a:pt x="262144" y="79564"/>
                    <a:pt x="262144" y="79564"/>
                  </a:cubicBezTo>
                  <a:cubicBezTo>
                    <a:pt x="262144" y="79564"/>
                    <a:pt x="262144" y="78752"/>
                    <a:pt x="262956" y="78752"/>
                  </a:cubicBezTo>
                  <a:cubicBezTo>
                    <a:pt x="263767" y="78752"/>
                    <a:pt x="263767" y="78752"/>
                    <a:pt x="263767" y="77941"/>
                  </a:cubicBezTo>
                  <a:cubicBezTo>
                    <a:pt x="263767" y="77941"/>
                    <a:pt x="263767" y="77129"/>
                    <a:pt x="264578" y="77129"/>
                  </a:cubicBezTo>
                  <a:cubicBezTo>
                    <a:pt x="266201" y="77129"/>
                    <a:pt x="266201" y="76317"/>
                    <a:pt x="265390" y="75505"/>
                  </a:cubicBezTo>
                  <a:cubicBezTo>
                    <a:pt x="264578" y="74693"/>
                    <a:pt x="264578" y="74693"/>
                    <a:pt x="263767" y="75505"/>
                  </a:cubicBezTo>
                  <a:cubicBezTo>
                    <a:pt x="263767" y="76317"/>
                    <a:pt x="262956" y="76317"/>
                    <a:pt x="262956" y="76317"/>
                  </a:cubicBezTo>
                  <a:cubicBezTo>
                    <a:pt x="262956" y="76317"/>
                    <a:pt x="262144" y="76317"/>
                    <a:pt x="262144" y="77129"/>
                  </a:cubicBezTo>
                  <a:cubicBezTo>
                    <a:pt x="262144" y="77941"/>
                    <a:pt x="262144" y="78752"/>
                    <a:pt x="262144" y="79564"/>
                  </a:cubicBezTo>
                  <a:cubicBezTo>
                    <a:pt x="262144" y="80376"/>
                    <a:pt x="262144" y="80376"/>
                    <a:pt x="262956" y="80376"/>
                  </a:cubicBezTo>
                  <a:close/>
                  <a:moveTo>
                    <a:pt x="267012" y="73069"/>
                  </a:moveTo>
                  <a:cubicBezTo>
                    <a:pt x="267824" y="73069"/>
                    <a:pt x="267824" y="73069"/>
                    <a:pt x="267012" y="73069"/>
                  </a:cubicBezTo>
                  <a:cubicBezTo>
                    <a:pt x="267824" y="72257"/>
                    <a:pt x="267012" y="72257"/>
                    <a:pt x="267012" y="72257"/>
                  </a:cubicBezTo>
                  <a:cubicBezTo>
                    <a:pt x="267012" y="72257"/>
                    <a:pt x="267012" y="72257"/>
                    <a:pt x="267012" y="73069"/>
                  </a:cubicBezTo>
                  <a:cubicBezTo>
                    <a:pt x="267012" y="73069"/>
                    <a:pt x="267012" y="73069"/>
                    <a:pt x="267012" y="73069"/>
                  </a:cubicBezTo>
                  <a:close/>
                  <a:moveTo>
                    <a:pt x="267824" y="71445"/>
                  </a:moveTo>
                  <a:cubicBezTo>
                    <a:pt x="268635" y="71445"/>
                    <a:pt x="268635" y="71445"/>
                    <a:pt x="267824" y="71445"/>
                  </a:cubicBezTo>
                  <a:cubicBezTo>
                    <a:pt x="268635" y="71445"/>
                    <a:pt x="267824" y="71445"/>
                    <a:pt x="267824" y="71445"/>
                  </a:cubicBezTo>
                  <a:cubicBezTo>
                    <a:pt x="267012" y="71445"/>
                    <a:pt x="267012" y="71445"/>
                    <a:pt x="267824" y="71445"/>
                  </a:cubicBezTo>
                  <a:close/>
                  <a:moveTo>
                    <a:pt x="288918" y="150198"/>
                  </a:moveTo>
                  <a:cubicBezTo>
                    <a:pt x="289729" y="149386"/>
                    <a:pt x="289729" y="146950"/>
                    <a:pt x="288918" y="147762"/>
                  </a:cubicBezTo>
                  <a:cubicBezTo>
                    <a:pt x="288106" y="147762"/>
                    <a:pt x="288106" y="147762"/>
                    <a:pt x="288918" y="148574"/>
                  </a:cubicBezTo>
                  <a:cubicBezTo>
                    <a:pt x="288918" y="147762"/>
                    <a:pt x="288918" y="148574"/>
                    <a:pt x="288918" y="150198"/>
                  </a:cubicBezTo>
                  <a:cubicBezTo>
                    <a:pt x="288918" y="150198"/>
                    <a:pt x="288918" y="150198"/>
                    <a:pt x="288918" y="150198"/>
                  </a:cubicBezTo>
                  <a:close/>
                  <a:moveTo>
                    <a:pt x="289729" y="143703"/>
                  </a:moveTo>
                  <a:cubicBezTo>
                    <a:pt x="290540" y="142891"/>
                    <a:pt x="290540" y="142891"/>
                    <a:pt x="289729" y="143703"/>
                  </a:cubicBezTo>
                  <a:cubicBezTo>
                    <a:pt x="290540" y="144515"/>
                    <a:pt x="291352" y="142891"/>
                    <a:pt x="291352" y="141267"/>
                  </a:cubicBezTo>
                  <a:cubicBezTo>
                    <a:pt x="292163" y="139643"/>
                    <a:pt x="292974" y="137208"/>
                    <a:pt x="293786" y="136396"/>
                  </a:cubicBezTo>
                  <a:cubicBezTo>
                    <a:pt x="294597" y="135584"/>
                    <a:pt x="294597" y="134772"/>
                    <a:pt x="294597" y="134772"/>
                  </a:cubicBezTo>
                  <a:cubicBezTo>
                    <a:pt x="294597" y="134772"/>
                    <a:pt x="295408" y="133148"/>
                    <a:pt x="295408" y="132337"/>
                  </a:cubicBezTo>
                  <a:cubicBezTo>
                    <a:pt x="296220" y="131525"/>
                    <a:pt x="296220" y="130713"/>
                    <a:pt x="296220" y="130713"/>
                  </a:cubicBezTo>
                  <a:cubicBezTo>
                    <a:pt x="296220" y="130713"/>
                    <a:pt x="297031" y="129901"/>
                    <a:pt x="297031" y="129089"/>
                  </a:cubicBezTo>
                  <a:cubicBezTo>
                    <a:pt x="298653" y="127465"/>
                    <a:pt x="298653" y="127465"/>
                    <a:pt x="297031" y="127465"/>
                  </a:cubicBezTo>
                  <a:cubicBezTo>
                    <a:pt x="296220" y="127465"/>
                    <a:pt x="295408" y="127465"/>
                    <a:pt x="296220" y="128277"/>
                  </a:cubicBezTo>
                  <a:cubicBezTo>
                    <a:pt x="296220" y="128277"/>
                    <a:pt x="296220" y="129089"/>
                    <a:pt x="296220" y="129089"/>
                  </a:cubicBezTo>
                  <a:cubicBezTo>
                    <a:pt x="296220" y="129089"/>
                    <a:pt x="295408" y="129901"/>
                    <a:pt x="295408" y="130713"/>
                  </a:cubicBezTo>
                  <a:cubicBezTo>
                    <a:pt x="295408" y="131525"/>
                    <a:pt x="294597" y="132337"/>
                    <a:pt x="294597" y="132337"/>
                  </a:cubicBezTo>
                  <a:cubicBezTo>
                    <a:pt x="292974" y="132337"/>
                    <a:pt x="290540" y="138832"/>
                    <a:pt x="290540" y="140455"/>
                  </a:cubicBezTo>
                  <a:cubicBezTo>
                    <a:pt x="290540" y="141267"/>
                    <a:pt x="289729" y="142079"/>
                    <a:pt x="288918" y="142079"/>
                  </a:cubicBezTo>
                  <a:cubicBezTo>
                    <a:pt x="288106" y="142891"/>
                    <a:pt x="287295" y="143703"/>
                    <a:pt x="287295" y="144515"/>
                  </a:cubicBezTo>
                  <a:cubicBezTo>
                    <a:pt x="288918" y="146138"/>
                    <a:pt x="288918" y="146138"/>
                    <a:pt x="289729" y="143703"/>
                  </a:cubicBezTo>
                  <a:close/>
                  <a:moveTo>
                    <a:pt x="290540" y="129901"/>
                  </a:moveTo>
                  <a:cubicBezTo>
                    <a:pt x="291352" y="129901"/>
                    <a:pt x="291352" y="129901"/>
                    <a:pt x="291352" y="129089"/>
                  </a:cubicBezTo>
                  <a:cubicBezTo>
                    <a:pt x="291352" y="128277"/>
                    <a:pt x="291352" y="128277"/>
                    <a:pt x="292163" y="129089"/>
                  </a:cubicBezTo>
                  <a:cubicBezTo>
                    <a:pt x="292163" y="129089"/>
                    <a:pt x="292974" y="129089"/>
                    <a:pt x="292974" y="128277"/>
                  </a:cubicBezTo>
                  <a:cubicBezTo>
                    <a:pt x="292974" y="127465"/>
                    <a:pt x="292974" y="126653"/>
                    <a:pt x="292163" y="126653"/>
                  </a:cubicBezTo>
                  <a:cubicBezTo>
                    <a:pt x="291352" y="126653"/>
                    <a:pt x="291352" y="126653"/>
                    <a:pt x="291352" y="126653"/>
                  </a:cubicBezTo>
                  <a:cubicBezTo>
                    <a:pt x="291352" y="126653"/>
                    <a:pt x="291352" y="127465"/>
                    <a:pt x="291352" y="127465"/>
                  </a:cubicBezTo>
                  <a:cubicBezTo>
                    <a:pt x="291352" y="127465"/>
                    <a:pt x="290540" y="128277"/>
                    <a:pt x="291352" y="128277"/>
                  </a:cubicBezTo>
                  <a:cubicBezTo>
                    <a:pt x="290540" y="129089"/>
                    <a:pt x="290540" y="129901"/>
                    <a:pt x="290540" y="129901"/>
                  </a:cubicBezTo>
                  <a:cubicBezTo>
                    <a:pt x="289729" y="129089"/>
                    <a:pt x="289729" y="129089"/>
                    <a:pt x="290540" y="129901"/>
                  </a:cubicBezTo>
                  <a:cubicBezTo>
                    <a:pt x="288918" y="129901"/>
                    <a:pt x="289729" y="129901"/>
                    <a:pt x="290540" y="129901"/>
                  </a:cubicBezTo>
                  <a:close/>
                  <a:moveTo>
                    <a:pt x="289729" y="125841"/>
                  </a:moveTo>
                  <a:lnTo>
                    <a:pt x="291352" y="124218"/>
                  </a:lnTo>
                  <a:cubicBezTo>
                    <a:pt x="292974" y="123406"/>
                    <a:pt x="292974" y="123406"/>
                    <a:pt x="292974" y="124218"/>
                  </a:cubicBezTo>
                  <a:cubicBezTo>
                    <a:pt x="292974" y="125030"/>
                    <a:pt x="293786" y="125030"/>
                    <a:pt x="293786" y="125030"/>
                  </a:cubicBezTo>
                  <a:cubicBezTo>
                    <a:pt x="293786" y="125030"/>
                    <a:pt x="293786" y="124218"/>
                    <a:pt x="292974" y="124218"/>
                  </a:cubicBezTo>
                  <a:cubicBezTo>
                    <a:pt x="292163" y="124218"/>
                    <a:pt x="291352" y="123406"/>
                    <a:pt x="291352" y="123406"/>
                  </a:cubicBezTo>
                  <a:cubicBezTo>
                    <a:pt x="291352" y="123406"/>
                    <a:pt x="291352" y="123406"/>
                    <a:pt x="291352" y="122594"/>
                  </a:cubicBezTo>
                  <a:cubicBezTo>
                    <a:pt x="292974" y="121782"/>
                    <a:pt x="292974" y="120970"/>
                    <a:pt x="291352" y="120970"/>
                  </a:cubicBezTo>
                  <a:cubicBezTo>
                    <a:pt x="290540" y="120970"/>
                    <a:pt x="289729" y="121782"/>
                    <a:pt x="289729" y="123406"/>
                  </a:cubicBezTo>
                  <a:lnTo>
                    <a:pt x="289729" y="125841"/>
                  </a:lnTo>
                  <a:close/>
                  <a:moveTo>
                    <a:pt x="295408" y="120158"/>
                  </a:moveTo>
                  <a:cubicBezTo>
                    <a:pt x="296220" y="118535"/>
                    <a:pt x="297031" y="118535"/>
                    <a:pt x="294597" y="118535"/>
                  </a:cubicBezTo>
                  <a:cubicBezTo>
                    <a:pt x="293786" y="118535"/>
                    <a:pt x="292974" y="118535"/>
                    <a:pt x="292974" y="119346"/>
                  </a:cubicBezTo>
                  <a:cubicBezTo>
                    <a:pt x="292974" y="120158"/>
                    <a:pt x="293786" y="119346"/>
                    <a:pt x="293786" y="119346"/>
                  </a:cubicBezTo>
                  <a:cubicBezTo>
                    <a:pt x="294597" y="119346"/>
                    <a:pt x="295408" y="119346"/>
                    <a:pt x="295408" y="120158"/>
                  </a:cubicBezTo>
                  <a:cubicBezTo>
                    <a:pt x="294597" y="120970"/>
                    <a:pt x="294597" y="120970"/>
                    <a:pt x="295408" y="120158"/>
                  </a:cubicBezTo>
                  <a:close/>
                  <a:moveTo>
                    <a:pt x="297031" y="117723"/>
                  </a:moveTo>
                  <a:cubicBezTo>
                    <a:pt x="297031" y="117723"/>
                    <a:pt x="297842" y="116911"/>
                    <a:pt x="297031" y="117723"/>
                  </a:cubicBezTo>
                  <a:cubicBezTo>
                    <a:pt x="297031" y="116911"/>
                    <a:pt x="297031" y="116911"/>
                    <a:pt x="297031" y="117723"/>
                  </a:cubicBezTo>
                  <a:cubicBezTo>
                    <a:pt x="295408" y="117723"/>
                    <a:pt x="295408" y="117723"/>
                    <a:pt x="297031" y="117723"/>
                  </a:cubicBezTo>
                  <a:close/>
                  <a:moveTo>
                    <a:pt x="295408" y="105544"/>
                  </a:moveTo>
                  <a:cubicBezTo>
                    <a:pt x="295408" y="106356"/>
                    <a:pt x="299465" y="99861"/>
                    <a:pt x="299465" y="99049"/>
                  </a:cubicBezTo>
                  <a:cubicBezTo>
                    <a:pt x="299465" y="99049"/>
                    <a:pt x="299465" y="98238"/>
                    <a:pt x="300276" y="97426"/>
                  </a:cubicBezTo>
                  <a:cubicBezTo>
                    <a:pt x="301087" y="96614"/>
                    <a:pt x="301087" y="96614"/>
                    <a:pt x="301087" y="95802"/>
                  </a:cubicBezTo>
                  <a:cubicBezTo>
                    <a:pt x="301087" y="94990"/>
                    <a:pt x="300276" y="95802"/>
                    <a:pt x="299465" y="96614"/>
                  </a:cubicBezTo>
                  <a:cubicBezTo>
                    <a:pt x="298653" y="97426"/>
                    <a:pt x="297842" y="99049"/>
                    <a:pt x="297842" y="99861"/>
                  </a:cubicBezTo>
                  <a:cubicBezTo>
                    <a:pt x="297031" y="100673"/>
                    <a:pt x="296220" y="102297"/>
                    <a:pt x="296220" y="103109"/>
                  </a:cubicBezTo>
                  <a:cubicBezTo>
                    <a:pt x="296220" y="103921"/>
                    <a:pt x="295408" y="104733"/>
                    <a:pt x="295408" y="105544"/>
                  </a:cubicBezTo>
                  <a:close/>
                  <a:moveTo>
                    <a:pt x="300276" y="111228"/>
                  </a:moveTo>
                  <a:cubicBezTo>
                    <a:pt x="301087" y="111228"/>
                    <a:pt x="301087" y="111228"/>
                    <a:pt x="300276" y="111228"/>
                  </a:cubicBezTo>
                  <a:cubicBezTo>
                    <a:pt x="301087" y="110416"/>
                    <a:pt x="300276" y="109604"/>
                    <a:pt x="300276" y="108792"/>
                  </a:cubicBezTo>
                  <a:lnTo>
                    <a:pt x="299465" y="107168"/>
                  </a:lnTo>
                  <a:lnTo>
                    <a:pt x="298653" y="108792"/>
                  </a:lnTo>
                  <a:cubicBezTo>
                    <a:pt x="297842" y="110416"/>
                    <a:pt x="297842" y="110416"/>
                    <a:pt x="298653" y="110416"/>
                  </a:cubicBezTo>
                  <a:cubicBezTo>
                    <a:pt x="299465" y="110416"/>
                    <a:pt x="299465" y="110416"/>
                    <a:pt x="299465" y="111228"/>
                  </a:cubicBezTo>
                  <a:cubicBezTo>
                    <a:pt x="298653" y="111228"/>
                    <a:pt x="299465" y="111228"/>
                    <a:pt x="300276" y="111228"/>
                  </a:cubicBezTo>
                  <a:close/>
                  <a:moveTo>
                    <a:pt x="301899" y="106356"/>
                  </a:moveTo>
                  <a:cubicBezTo>
                    <a:pt x="301087" y="106356"/>
                    <a:pt x="300276" y="107168"/>
                    <a:pt x="300276" y="107168"/>
                  </a:cubicBezTo>
                  <a:cubicBezTo>
                    <a:pt x="300276" y="107980"/>
                    <a:pt x="301087" y="107980"/>
                    <a:pt x="301899" y="106356"/>
                  </a:cubicBezTo>
                  <a:cubicBezTo>
                    <a:pt x="303521" y="106356"/>
                    <a:pt x="302710" y="106356"/>
                    <a:pt x="301899" y="106356"/>
                  </a:cubicBezTo>
                  <a:close/>
                  <a:moveTo>
                    <a:pt x="304333" y="110416"/>
                  </a:moveTo>
                  <a:cubicBezTo>
                    <a:pt x="305144" y="108792"/>
                    <a:pt x="305955" y="107168"/>
                    <a:pt x="305955" y="107168"/>
                  </a:cubicBezTo>
                  <a:cubicBezTo>
                    <a:pt x="305955" y="106356"/>
                    <a:pt x="305144" y="107168"/>
                    <a:pt x="304333" y="108792"/>
                  </a:cubicBezTo>
                  <a:cubicBezTo>
                    <a:pt x="303521" y="110416"/>
                    <a:pt x="302710" y="112039"/>
                    <a:pt x="302710" y="112851"/>
                  </a:cubicBezTo>
                  <a:cubicBezTo>
                    <a:pt x="302710" y="112851"/>
                    <a:pt x="302710" y="112039"/>
                    <a:pt x="304333" y="110416"/>
                  </a:cubicBezTo>
                  <a:close/>
                  <a:moveTo>
                    <a:pt x="304333" y="101485"/>
                  </a:moveTo>
                  <a:cubicBezTo>
                    <a:pt x="303521" y="101485"/>
                    <a:pt x="303521" y="102297"/>
                    <a:pt x="303521" y="102297"/>
                  </a:cubicBezTo>
                  <a:cubicBezTo>
                    <a:pt x="303521" y="103921"/>
                    <a:pt x="304333" y="103921"/>
                    <a:pt x="305144" y="103109"/>
                  </a:cubicBezTo>
                  <a:cubicBezTo>
                    <a:pt x="305144" y="101485"/>
                    <a:pt x="305144" y="101485"/>
                    <a:pt x="304333" y="101485"/>
                  </a:cubicBezTo>
                  <a:close/>
                  <a:moveTo>
                    <a:pt x="305144" y="117723"/>
                  </a:moveTo>
                  <a:cubicBezTo>
                    <a:pt x="305144" y="117723"/>
                    <a:pt x="305955" y="117723"/>
                    <a:pt x="305955" y="116911"/>
                  </a:cubicBezTo>
                  <a:cubicBezTo>
                    <a:pt x="305955" y="116099"/>
                    <a:pt x="305955" y="116099"/>
                    <a:pt x="305955" y="116099"/>
                  </a:cubicBezTo>
                  <a:cubicBezTo>
                    <a:pt x="305955" y="116099"/>
                    <a:pt x="305955" y="116911"/>
                    <a:pt x="305144" y="116911"/>
                  </a:cubicBezTo>
                  <a:cubicBezTo>
                    <a:pt x="304333" y="117723"/>
                    <a:pt x="304333" y="117723"/>
                    <a:pt x="305144" y="117723"/>
                  </a:cubicBezTo>
                  <a:close/>
                  <a:moveTo>
                    <a:pt x="310012" y="94178"/>
                  </a:moveTo>
                  <a:cubicBezTo>
                    <a:pt x="310823" y="94178"/>
                    <a:pt x="310823" y="93366"/>
                    <a:pt x="310012" y="93366"/>
                  </a:cubicBezTo>
                  <a:cubicBezTo>
                    <a:pt x="309201" y="93366"/>
                    <a:pt x="309201" y="93366"/>
                    <a:pt x="309201" y="93366"/>
                  </a:cubicBezTo>
                  <a:cubicBezTo>
                    <a:pt x="309201" y="94178"/>
                    <a:pt x="309201" y="94990"/>
                    <a:pt x="310012" y="94178"/>
                  </a:cubicBezTo>
                  <a:close/>
                  <a:moveTo>
                    <a:pt x="349766" y="154257"/>
                  </a:moveTo>
                  <a:cubicBezTo>
                    <a:pt x="349766" y="152634"/>
                    <a:pt x="350578" y="151010"/>
                    <a:pt x="350578" y="151010"/>
                  </a:cubicBezTo>
                  <a:cubicBezTo>
                    <a:pt x="350578" y="150198"/>
                    <a:pt x="351389" y="148574"/>
                    <a:pt x="352200" y="146950"/>
                  </a:cubicBezTo>
                  <a:cubicBezTo>
                    <a:pt x="354634" y="141267"/>
                    <a:pt x="360313" y="132337"/>
                    <a:pt x="365181" y="128277"/>
                  </a:cubicBezTo>
                  <a:cubicBezTo>
                    <a:pt x="365993" y="127465"/>
                    <a:pt x="367615" y="125841"/>
                    <a:pt x="368427" y="124218"/>
                  </a:cubicBezTo>
                  <a:cubicBezTo>
                    <a:pt x="371672" y="120158"/>
                    <a:pt x="376540" y="116099"/>
                    <a:pt x="378974" y="113663"/>
                  </a:cubicBezTo>
                  <a:cubicBezTo>
                    <a:pt x="379785" y="112851"/>
                    <a:pt x="382219" y="112851"/>
                    <a:pt x="383841" y="112851"/>
                  </a:cubicBezTo>
                  <a:cubicBezTo>
                    <a:pt x="387087" y="112851"/>
                    <a:pt x="391144" y="113663"/>
                    <a:pt x="392766" y="114475"/>
                  </a:cubicBezTo>
                  <a:cubicBezTo>
                    <a:pt x="394389" y="115287"/>
                    <a:pt x="395200" y="115287"/>
                    <a:pt x="396011" y="115287"/>
                  </a:cubicBezTo>
                  <a:cubicBezTo>
                    <a:pt x="396823" y="115287"/>
                    <a:pt x="397634" y="116099"/>
                    <a:pt x="399257" y="116911"/>
                  </a:cubicBezTo>
                  <a:cubicBezTo>
                    <a:pt x="400879" y="118535"/>
                    <a:pt x="401691" y="118535"/>
                    <a:pt x="404124" y="118535"/>
                  </a:cubicBezTo>
                  <a:cubicBezTo>
                    <a:pt x="406558" y="118535"/>
                    <a:pt x="407370" y="118535"/>
                    <a:pt x="410615" y="120970"/>
                  </a:cubicBezTo>
                  <a:cubicBezTo>
                    <a:pt x="412238" y="121782"/>
                    <a:pt x="412238" y="122594"/>
                    <a:pt x="412238" y="124218"/>
                  </a:cubicBezTo>
                  <a:cubicBezTo>
                    <a:pt x="413049" y="128277"/>
                    <a:pt x="412238" y="129901"/>
                    <a:pt x="407370" y="134772"/>
                  </a:cubicBezTo>
                  <a:cubicBezTo>
                    <a:pt x="405747" y="136396"/>
                    <a:pt x="404124" y="139643"/>
                    <a:pt x="403313" y="142891"/>
                  </a:cubicBezTo>
                  <a:cubicBezTo>
                    <a:pt x="402502" y="145327"/>
                    <a:pt x="401691" y="155069"/>
                    <a:pt x="402502" y="156693"/>
                  </a:cubicBezTo>
                  <a:cubicBezTo>
                    <a:pt x="403313" y="158317"/>
                    <a:pt x="406558" y="159129"/>
                    <a:pt x="410615" y="159129"/>
                  </a:cubicBezTo>
                  <a:cubicBezTo>
                    <a:pt x="423596" y="159129"/>
                    <a:pt x="436577" y="151010"/>
                    <a:pt x="447124" y="143703"/>
                  </a:cubicBezTo>
                  <a:cubicBezTo>
                    <a:pt x="451181" y="141267"/>
                    <a:pt x="455237" y="138832"/>
                    <a:pt x="456049" y="138020"/>
                  </a:cubicBezTo>
                  <a:cubicBezTo>
                    <a:pt x="456860" y="137208"/>
                    <a:pt x="458483" y="136396"/>
                    <a:pt x="460105" y="135584"/>
                  </a:cubicBezTo>
                  <a:cubicBezTo>
                    <a:pt x="461728" y="133960"/>
                    <a:pt x="467407" y="129901"/>
                    <a:pt x="469030" y="129901"/>
                  </a:cubicBezTo>
                  <a:cubicBezTo>
                    <a:pt x="471464" y="129901"/>
                    <a:pt x="464973" y="138832"/>
                    <a:pt x="460916" y="141267"/>
                  </a:cubicBezTo>
                  <a:cubicBezTo>
                    <a:pt x="457671" y="143703"/>
                    <a:pt x="456860" y="144515"/>
                    <a:pt x="458483" y="143703"/>
                  </a:cubicBezTo>
                  <a:cubicBezTo>
                    <a:pt x="459294" y="143703"/>
                    <a:pt x="459294" y="143703"/>
                    <a:pt x="459294" y="143703"/>
                  </a:cubicBezTo>
                  <a:cubicBezTo>
                    <a:pt x="459294" y="144515"/>
                    <a:pt x="456049" y="146950"/>
                    <a:pt x="453615" y="148574"/>
                  </a:cubicBezTo>
                  <a:cubicBezTo>
                    <a:pt x="451181" y="150198"/>
                    <a:pt x="446313" y="153445"/>
                    <a:pt x="447936" y="152634"/>
                  </a:cubicBezTo>
                  <a:cubicBezTo>
                    <a:pt x="448747" y="152634"/>
                    <a:pt x="450369" y="151822"/>
                    <a:pt x="451181" y="151010"/>
                  </a:cubicBezTo>
                  <a:cubicBezTo>
                    <a:pt x="452803" y="149386"/>
                    <a:pt x="456049" y="147762"/>
                    <a:pt x="456049" y="147762"/>
                  </a:cubicBezTo>
                  <a:cubicBezTo>
                    <a:pt x="456049" y="148574"/>
                    <a:pt x="446313" y="156693"/>
                    <a:pt x="445501" y="156693"/>
                  </a:cubicBezTo>
                  <a:cubicBezTo>
                    <a:pt x="445501" y="156693"/>
                    <a:pt x="444690" y="156693"/>
                    <a:pt x="443879" y="157505"/>
                  </a:cubicBezTo>
                  <a:cubicBezTo>
                    <a:pt x="443068" y="158317"/>
                    <a:pt x="442256" y="159129"/>
                    <a:pt x="441445" y="159129"/>
                  </a:cubicBezTo>
                  <a:cubicBezTo>
                    <a:pt x="440634" y="159129"/>
                    <a:pt x="439011" y="160752"/>
                    <a:pt x="438200" y="160752"/>
                  </a:cubicBezTo>
                  <a:cubicBezTo>
                    <a:pt x="437388" y="160752"/>
                    <a:pt x="435766" y="161564"/>
                    <a:pt x="434954" y="162376"/>
                  </a:cubicBezTo>
                  <a:cubicBezTo>
                    <a:pt x="434143" y="162376"/>
                    <a:pt x="433332" y="163188"/>
                    <a:pt x="433332" y="163188"/>
                  </a:cubicBezTo>
                  <a:cubicBezTo>
                    <a:pt x="433332" y="163188"/>
                    <a:pt x="432520" y="164000"/>
                    <a:pt x="430898" y="164812"/>
                  </a:cubicBezTo>
                  <a:cubicBezTo>
                    <a:pt x="426841" y="166435"/>
                    <a:pt x="422785" y="167247"/>
                    <a:pt x="416294" y="167247"/>
                  </a:cubicBezTo>
                  <a:cubicBezTo>
                    <a:pt x="408992" y="167247"/>
                    <a:pt x="408992" y="167247"/>
                    <a:pt x="406558" y="165624"/>
                  </a:cubicBezTo>
                  <a:cubicBezTo>
                    <a:pt x="403313" y="164000"/>
                    <a:pt x="393577" y="155881"/>
                    <a:pt x="393577" y="152634"/>
                  </a:cubicBezTo>
                  <a:cubicBezTo>
                    <a:pt x="393577" y="152634"/>
                    <a:pt x="392766" y="152634"/>
                    <a:pt x="392766" y="152634"/>
                  </a:cubicBezTo>
                  <a:cubicBezTo>
                    <a:pt x="392766" y="152634"/>
                    <a:pt x="391955" y="152634"/>
                    <a:pt x="392766" y="152634"/>
                  </a:cubicBezTo>
                  <a:cubicBezTo>
                    <a:pt x="392766" y="152634"/>
                    <a:pt x="392766" y="151822"/>
                    <a:pt x="392766" y="151010"/>
                  </a:cubicBezTo>
                  <a:cubicBezTo>
                    <a:pt x="391955" y="149386"/>
                    <a:pt x="391955" y="147762"/>
                    <a:pt x="391144" y="142891"/>
                  </a:cubicBezTo>
                  <a:cubicBezTo>
                    <a:pt x="391144" y="138832"/>
                    <a:pt x="391144" y="138832"/>
                    <a:pt x="389521" y="138832"/>
                  </a:cubicBezTo>
                  <a:cubicBezTo>
                    <a:pt x="388709" y="138832"/>
                    <a:pt x="387087" y="142079"/>
                    <a:pt x="387087" y="142891"/>
                  </a:cubicBezTo>
                  <a:cubicBezTo>
                    <a:pt x="387087" y="142891"/>
                    <a:pt x="387087" y="143703"/>
                    <a:pt x="386276" y="143703"/>
                  </a:cubicBezTo>
                  <a:cubicBezTo>
                    <a:pt x="385464" y="143703"/>
                    <a:pt x="385464" y="144515"/>
                    <a:pt x="385464" y="144515"/>
                  </a:cubicBezTo>
                  <a:cubicBezTo>
                    <a:pt x="385464" y="145327"/>
                    <a:pt x="384653" y="146138"/>
                    <a:pt x="384653" y="146138"/>
                  </a:cubicBezTo>
                  <a:cubicBezTo>
                    <a:pt x="384653" y="146138"/>
                    <a:pt x="383841" y="147762"/>
                    <a:pt x="383841" y="147762"/>
                  </a:cubicBezTo>
                  <a:cubicBezTo>
                    <a:pt x="383841" y="147762"/>
                    <a:pt x="383841" y="147762"/>
                    <a:pt x="383841" y="147762"/>
                  </a:cubicBezTo>
                  <a:cubicBezTo>
                    <a:pt x="383841" y="147762"/>
                    <a:pt x="382219" y="148574"/>
                    <a:pt x="381408" y="150198"/>
                  </a:cubicBezTo>
                  <a:cubicBezTo>
                    <a:pt x="376540" y="155881"/>
                    <a:pt x="370861" y="161564"/>
                    <a:pt x="370049" y="161564"/>
                  </a:cubicBezTo>
                  <a:cubicBezTo>
                    <a:pt x="370049" y="161564"/>
                    <a:pt x="369238" y="162376"/>
                    <a:pt x="368427" y="162376"/>
                  </a:cubicBezTo>
                  <a:cubicBezTo>
                    <a:pt x="367615" y="163188"/>
                    <a:pt x="367615" y="163188"/>
                    <a:pt x="366804" y="163188"/>
                  </a:cubicBezTo>
                  <a:cubicBezTo>
                    <a:pt x="366804" y="163188"/>
                    <a:pt x="365993" y="163188"/>
                    <a:pt x="366804" y="163188"/>
                  </a:cubicBezTo>
                  <a:cubicBezTo>
                    <a:pt x="366804" y="164000"/>
                    <a:pt x="365181" y="164812"/>
                    <a:pt x="362747" y="165624"/>
                  </a:cubicBezTo>
                  <a:cubicBezTo>
                    <a:pt x="361936" y="165624"/>
                    <a:pt x="360313" y="166435"/>
                    <a:pt x="360313" y="166435"/>
                  </a:cubicBezTo>
                  <a:cubicBezTo>
                    <a:pt x="360313" y="166435"/>
                    <a:pt x="359502" y="166435"/>
                    <a:pt x="358691" y="166435"/>
                  </a:cubicBezTo>
                  <a:cubicBezTo>
                    <a:pt x="357068" y="166435"/>
                    <a:pt x="354634" y="164000"/>
                    <a:pt x="353012" y="161564"/>
                  </a:cubicBezTo>
                  <a:cubicBezTo>
                    <a:pt x="352200" y="160752"/>
                    <a:pt x="351389" y="159940"/>
                    <a:pt x="351389" y="159940"/>
                  </a:cubicBezTo>
                  <a:cubicBezTo>
                    <a:pt x="351389" y="159940"/>
                    <a:pt x="350578" y="159129"/>
                    <a:pt x="349766" y="157505"/>
                  </a:cubicBezTo>
                  <a:cubicBezTo>
                    <a:pt x="349766" y="157505"/>
                    <a:pt x="349766" y="156693"/>
                    <a:pt x="349766" y="154257"/>
                  </a:cubicBezTo>
                  <a:close/>
                  <a:moveTo>
                    <a:pt x="357880" y="99049"/>
                  </a:moveTo>
                  <a:cubicBezTo>
                    <a:pt x="357068" y="99861"/>
                    <a:pt x="357068" y="100673"/>
                    <a:pt x="357068" y="100673"/>
                  </a:cubicBezTo>
                  <a:cubicBezTo>
                    <a:pt x="357068" y="100673"/>
                    <a:pt x="357880" y="100673"/>
                    <a:pt x="357880" y="100673"/>
                  </a:cubicBezTo>
                  <a:cubicBezTo>
                    <a:pt x="357880" y="100673"/>
                    <a:pt x="358691" y="99049"/>
                    <a:pt x="358691" y="99049"/>
                  </a:cubicBezTo>
                  <a:cubicBezTo>
                    <a:pt x="358691" y="98238"/>
                    <a:pt x="358691" y="99049"/>
                    <a:pt x="357880" y="99049"/>
                  </a:cubicBezTo>
                  <a:close/>
                  <a:moveTo>
                    <a:pt x="362747" y="156693"/>
                  </a:moveTo>
                  <a:cubicBezTo>
                    <a:pt x="362747" y="156693"/>
                    <a:pt x="365993" y="155069"/>
                    <a:pt x="369238" y="152634"/>
                  </a:cubicBezTo>
                  <a:cubicBezTo>
                    <a:pt x="370861" y="151822"/>
                    <a:pt x="377351" y="145327"/>
                    <a:pt x="383841" y="138832"/>
                  </a:cubicBezTo>
                  <a:cubicBezTo>
                    <a:pt x="396823" y="125841"/>
                    <a:pt x="396823" y="125841"/>
                    <a:pt x="395200" y="124218"/>
                  </a:cubicBezTo>
                  <a:cubicBezTo>
                    <a:pt x="394389" y="123406"/>
                    <a:pt x="393577" y="123406"/>
                    <a:pt x="391955" y="124218"/>
                  </a:cubicBezTo>
                  <a:cubicBezTo>
                    <a:pt x="390332" y="124218"/>
                    <a:pt x="389521" y="125030"/>
                    <a:pt x="389521" y="125030"/>
                  </a:cubicBezTo>
                  <a:cubicBezTo>
                    <a:pt x="389521" y="125030"/>
                    <a:pt x="389521" y="125030"/>
                    <a:pt x="388709" y="125030"/>
                  </a:cubicBezTo>
                  <a:cubicBezTo>
                    <a:pt x="385464" y="125030"/>
                    <a:pt x="367615" y="144515"/>
                    <a:pt x="367615" y="146138"/>
                  </a:cubicBezTo>
                  <a:cubicBezTo>
                    <a:pt x="367615" y="146138"/>
                    <a:pt x="366804" y="147762"/>
                    <a:pt x="365993" y="148574"/>
                  </a:cubicBezTo>
                  <a:cubicBezTo>
                    <a:pt x="365181" y="150198"/>
                    <a:pt x="361936" y="156693"/>
                    <a:pt x="362747" y="156693"/>
                  </a:cubicBezTo>
                  <a:close/>
                  <a:moveTo>
                    <a:pt x="370861" y="89307"/>
                  </a:moveTo>
                  <a:cubicBezTo>
                    <a:pt x="370861" y="89307"/>
                    <a:pt x="370861" y="89307"/>
                    <a:pt x="370861" y="89307"/>
                  </a:cubicBezTo>
                  <a:cubicBezTo>
                    <a:pt x="371672" y="88495"/>
                    <a:pt x="370861" y="88495"/>
                    <a:pt x="370861" y="88495"/>
                  </a:cubicBezTo>
                  <a:cubicBezTo>
                    <a:pt x="370049" y="88495"/>
                    <a:pt x="370049" y="88495"/>
                    <a:pt x="370861" y="89307"/>
                  </a:cubicBezTo>
                  <a:cubicBezTo>
                    <a:pt x="370049" y="89307"/>
                    <a:pt x="370049" y="90119"/>
                    <a:pt x="370861" y="89307"/>
                  </a:cubicBezTo>
                  <a:close/>
                  <a:moveTo>
                    <a:pt x="371672" y="86871"/>
                  </a:moveTo>
                  <a:cubicBezTo>
                    <a:pt x="370861" y="87683"/>
                    <a:pt x="370861" y="88495"/>
                    <a:pt x="371672" y="86871"/>
                  </a:cubicBezTo>
                  <a:cubicBezTo>
                    <a:pt x="372483" y="86871"/>
                    <a:pt x="373294" y="86059"/>
                    <a:pt x="372483" y="86059"/>
                  </a:cubicBezTo>
                  <a:cubicBezTo>
                    <a:pt x="372483" y="86059"/>
                    <a:pt x="372483" y="86059"/>
                    <a:pt x="371672" y="86871"/>
                  </a:cubicBezTo>
                  <a:close/>
                  <a:moveTo>
                    <a:pt x="372483" y="80376"/>
                  </a:moveTo>
                  <a:cubicBezTo>
                    <a:pt x="372483" y="80376"/>
                    <a:pt x="375728" y="76317"/>
                    <a:pt x="375728" y="75505"/>
                  </a:cubicBezTo>
                  <a:cubicBezTo>
                    <a:pt x="375728" y="75505"/>
                    <a:pt x="375728" y="75505"/>
                    <a:pt x="374917" y="75505"/>
                  </a:cubicBezTo>
                  <a:cubicBezTo>
                    <a:pt x="374917" y="75505"/>
                    <a:pt x="374106" y="76317"/>
                    <a:pt x="374106" y="76317"/>
                  </a:cubicBezTo>
                  <a:cubicBezTo>
                    <a:pt x="374106" y="77129"/>
                    <a:pt x="374106" y="77129"/>
                    <a:pt x="373294" y="77129"/>
                  </a:cubicBezTo>
                  <a:cubicBezTo>
                    <a:pt x="373294" y="77941"/>
                    <a:pt x="371672" y="80376"/>
                    <a:pt x="372483" y="80376"/>
                  </a:cubicBezTo>
                  <a:close/>
                  <a:moveTo>
                    <a:pt x="374917" y="82000"/>
                  </a:moveTo>
                  <a:cubicBezTo>
                    <a:pt x="374917" y="81188"/>
                    <a:pt x="374106" y="82000"/>
                    <a:pt x="374106" y="82812"/>
                  </a:cubicBezTo>
                  <a:cubicBezTo>
                    <a:pt x="374106" y="83624"/>
                    <a:pt x="373294" y="84436"/>
                    <a:pt x="373294" y="84436"/>
                  </a:cubicBezTo>
                  <a:cubicBezTo>
                    <a:pt x="373294" y="84436"/>
                    <a:pt x="372483" y="85247"/>
                    <a:pt x="373294" y="85247"/>
                  </a:cubicBezTo>
                  <a:cubicBezTo>
                    <a:pt x="373294" y="85247"/>
                    <a:pt x="375728" y="82812"/>
                    <a:pt x="374917" y="82000"/>
                  </a:cubicBezTo>
                  <a:close/>
                  <a:moveTo>
                    <a:pt x="374917" y="88495"/>
                  </a:moveTo>
                  <a:cubicBezTo>
                    <a:pt x="374917" y="88495"/>
                    <a:pt x="374917" y="89307"/>
                    <a:pt x="374917" y="89307"/>
                  </a:cubicBezTo>
                  <a:cubicBezTo>
                    <a:pt x="374917" y="89307"/>
                    <a:pt x="374106" y="90119"/>
                    <a:pt x="374106" y="90119"/>
                  </a:cubicBezTo>
                  <a:cubicBezTo>
                    <a:pt x="374106" y="90931"/>
                    <a:pt x="374106" y="90119"/>
                    <a:pt x="374917" y="89307"/>
                  </a:cubicBezTo>
                  <a:cubicBezTo>
                    <a:pt x="375728" y="88495"/>
                    <a:pt x="375728" y="87683"/>
                    <a:pt x="374917" y="88495"/>
                  </a:cubicBezTo>
                  <a:cubicBezTo>
                    <a:pt x="374917" y="87683"/>
                    <a:pt x="374106" y="87683"/>
                    <a:pt x="374917" y="88495"/>
                  </a:cubicBezTo>
                  <a:close/>
                  <a:moveTo>
                    <a:pt x="396823" y="25980"/>
                  </a:moveTo>
                  <a:cubicBezTo>
                    <a:pt x="396823" y="25980"/>
                    <a:pt x="396823" y="26792"/>
                    <a:pt x="396011" y="27604"/>
                  </a:cubicBezTo>
                  <a:cubicBezTo>
                    <a:pt x="394389" y="35723"/>
                    <a:pt x="387087" y="55208"/>
                    <a:pt x="382219" y="61703"/>
                  </a:cubicBezTo>
                  <a:cubicBezTo>
                    <a:pt x="381408" y="62515"/>
                    <a:pt x="381408" y="63327"/>
                    <a:pt x="381408" y="63327"/>
                  </a:cubicBezTo>
                  <a:cubicBezTo>
                    <a:pt x="381408" y="63327"/>
                    <a:pt x="381408" y="64139"/>
                    <a:pt x="381408" y="64139"/>
                  </a:cubicBezTo>
                  <a:cubicBezTo>
                    <a:pt x="381408" y="64139"/>
                    <a:pt x="380596" y="64139"/>
                    <a:pt x="381408" y="64950"/>
                  </a:cubicBezTo>
                  <a:cubicBezTo>
                    <a:pt x="381408" y="64950"/>
                    <a:pt x="381408" y="65762"/>
                    <a:pt x="380596" y="65762"/>
                  </a:cubicBezTo>
                  <a:cubicBezTo>
                    <a:pt x="379785" y="65762"/>
                    <a:pt x="379785" y="66574"/>
                    <a:pt x="379785" y="66574"/>
                  </a:cubicBezTo>
                  <a:cubicBezTo>
                    <a:pt x="379785" y="68198"/>
                    <a:pt x="378974" y="69010"/>
                    <a:pt x="378162" y="70634"/>
                  </a:cubicBezTo>
                  <a:cubicBezTo>
                    <a:pt x="377351" y="71445"/>
                    <a:pt x="376540" y="73069"/>
                    <a:pt x="376540" y="73069"/>
                  </a:cubicBezTo>
                  <a:cubicBezTo>
                    <a:pt x="376540" y="73069"/>
                    <a:pt x="376540" y="73881"/>
                    <a:pt x="375728" y="73881"/>
                  </a:cubicBezTo>
                  <a:cubicBezTo>
                    <a:pt x="374917" y="73881"/>
                    <a:pt x="374917" y="74693"/>
                    <a:pt x="374917" y="74693"/>
                  </a:cubicBezTo>
                  <a:cubicBezTo>
                    <a:pt x="374917" y="75505"/>
                    <a:pt x="378162" y="72257"/>
                    <a:pt x="378974" y="69822"/>
                  </a:cubicBezTo>
                  <a:cubicBezTo>
                    <a:pt x="379785" y="68198"/>
                    <a:pt x="380596" y="66574"/>
                    <a:pt x="381408" y="65762"/>
                  </a:cubicBezTo>
                  <a:cubicBezTo>
                    <a:pt x="382219" y="64950"/>
                    <a:pt x="383030" y="63327"/>
                    <a:pt x="383030" y="63327"/>
                  </a:cubicBezTo>
                  <a:cubicBezTo>
                    <a:pt x="383030" y="63327"/>
                    <a:pt x="383030" y="62515"/>
                    <a:pt x="383841" y="61703"/>
                  </a:cubicBezTo>
                  <a:cubicBezTo>
                    <a:pt x="384653" y="61703"/>
                    <a:pt x="384653" y="60891"/>
                    <a:pt x="384653" y="60079"/>
                  </a:cubicBezTo>
                  <a:cubicBezTo>
                    <a:pt x="384653" y="59267"/>
                    <a:pt x="384653" y="59267"/>
                    <a:pt x="385464" y="58455"/>
                  </a:cubicBezTo>
                  <a:cubicBezTo>
                    <a:pt x="386276" y="57644"/>
                    <a:pt x="387087" y="56020"/>
                    <a:pt x="387898" y="53584"/>
                  </a:cubicBezTo>
                  <a:cubicBezTo>
                    <a:pt x="388709" y="51148"/>
                    <a:pt x="389521" y="48713"/>
                    <a:pt x="390332" y="48713"/>
                  </a:cubicBezTo>
                  <a:cubicBezTo>
                    <a:pt x="393577" y="42218"/>
                    <a:pt x="396823" y="33287"/>
                    <a:pt x="396823" y="29228"/>
                  </a:cubicBezTo>
                  <a:cubicBezTo>
                    <a:pt x="396823" y="27604"/>
                    <a:pt x="397634" y="25980"/>
                    <a:pt x="396823" y="25980"/>
                  </a:cubicBezTo>
                  <a:cubicBezTo>
                    <a:pt x="397634" y="25980"/>
                    <a:pt x="397634" y="25980"/>
                    <a:pt x="396823" y="25980"/>
                  </a:cubicBezTo>
                  <a:cubicBezTo>
                    <a:pt x="396823" y="25168"/>
                    <a:pt x="396823" y="25168"/>
                    <a:pt x="396823" y="25980"/>
                  </a:cubicBezTo>
                  <a:close/>
                  <a:moveTo>
                    <a:pt x="378162" y="84436"/>
                  </a:moveTo>
                  <a:cubicBezTo>
                    <a:pt x="376540" y="85247"/>
                    <a:pt x="377351" y="85247"/>
                    <a:pt x="378162" y="84436"/>
                  </a:cubicBezTo>
                  <a:cubicBezTo>
                    <a:pt x="378974" y="84436"/>
                    <a:pt x="379785" y="83624"/>
                    <a:pt x="379785" y="83624"/>
                  </a:cubicBezTo>
                  <a:cubicBezTo>
                    <a:pt x="378974" y="82812"/>
                    <a:pt x="378162" y="83624"/>
                    <a:pt x="378162" y="84436"/>
                  </a:cubicBezTo>
                  <a:close/>
                  <a:moveTo>
                    <a:pt x="391144" y="55208"/>
                  </a:moveTo>
                  <a:cubicBezTo>
                    <a:pt x="390332" y="55208"/>
                    <a:pt x="387087" y="60891"/>
                    <a:pt x="387087" y="61703"/>
                  </a:cubicBezTo>
                  <a:cubicBezTo>
                    <a:pt x="386276" y="64139"/>
                    <a:pt x="384653" y="65762"/>
                    <a:pt x="384653" y="65762"/>
                  </a:cubicBezTo>
                  <a:cubicBezTo>
                    <a:pt x="383841" y="65762"/>
                    <a:pt x="381408" y="68198"/>
                    <a:pt x="382219" y="69010"/>
                  </a:cubicBezTo>
                  <a:cubicBezTo>
                    <a:pt x="383030" y="69822"/>
                    <a:pt x="380596" y="73881"/>
                    <a:pt x="378974" y="75505"/>
                  </a:cubicBezTo>
                  <a:cubicBezTo>
                    <a:pt x="378162" y="76317"/>
                    <a:pt x="377351" y="77129"/>
                    <a:pt x="377351" y="77129"/>
                  </a:cubicBezTo>
                  <a:cubicBezTo>
                    <a:pt x="377351" y="77129"/>
                    <a:pt x="377351" y="77129"/>
                    <a:pt x="377351" y="77941"/>
                  </a:cubicBezTo>
                  <a:cubicBezTo>
                    <a:pt x="377351" y="78752"/>
                    <a:pt x="377351" y="79564"/>
                    <a:pt x="377351" y="79564"/>
                  </a:cubicBezTo>
                  <a:cubicBezTo>
                    <a:pt x="377351" y="79564"/>
                    <a:pt x="378162" y="79564"/>
                    <a:pt x="378162" y="79564"/>
                  </a:cubicBezTo>
                  <a:cubicBezTo>
                    <a:pt x="378974" y="78752"/>
                    <a:pt x="380596" y="78752"/>
                    <a:pt x="380596" y="79564"/>
                  </a:cubicBezTo>
                  <a:cubicBezTo>
                    <a:pt x="380596" y="79564"/>
                    <a:pt x="379785" y="80376"/>
                    <a:pt x="379785" y="80376"/>
                  </a:cubicBezTo>
                  <a:cubicBezTo>
                    <a:pt x="379785" y="80376"/>
                    <a:pt x="378974" y="81188"/>
                    <a:pt x="378974" y="82000"/>
                  </a:cubicBezTo>
                  <a:lnTo>
                    <a:pt x="378974" y="83624"/>
                  </a:lnTo>
                  <a:lnTo>
                    <a:pt x="379785" y="82000"/>
                  </a:lnTo>
                  <a:cubicBezTo>
                    <a:pt x="380596" y="81188"/>
                    <a:pt x="381408" y="80376"/>
                    <a:pt x="381408" y="79564"/>
                  </a:cubicBezTo>
                  <a:cubicBezTo>
                    <a:pt x="381408" y="78752"/>
                    <a:pt x="382219" y="77941"/>
                    <a:pt x="382219" y="77941"/>
                  </a:cubicBezTo>
                  <a:cubicBezTo>
                    <a:pt x="382219" y="77941"/>
                    <a:pt x="383030" y="77129"/>
                    <a:pt x="383030" y="76317"/>
                  </a:cubicBezTo>
                  <a:cubicBezTo>
                    <a:pt x="383030" y="76317"/>
                    <a:pt x="382219" y="76317"/>
                    <a:pt x="381408" y="77941"/>
                  </a:cubicBezTo>
                  <a:cubicBezTo>
                    <a:pt x="380596" y="79564"/>
                    <a:pt x="379785" y="79564"/>
                    <a:pt x="379785" y="79564"/>
                  </a:cubicBezTo>
                  <a:cubicBezTo>
                    <a:pt x="378974" y="79564"/>
                    <a:pt x="379785" y="77941"/>
                    <a:pt x="380596" y="76317"/>
                  </a:cubicBezTo>
                  <a:cubicBezTo>
                    <a:pt x="382219" y="73069"/>
                    <a:pt x="383841" y="71445"/>
                    <a:pt x="384653" y="72257"/>
                  </a:cubicBezTo>
                  <a:cubicBezTo>
                    <a:pt x="384653" y="72257"/>
                    <a:pt x="385464" y="72257"/>
                    <a:pt x="387087" y="70634"/>
                  </a:cubicBezTo>
                  <a:cubicBezTo>
                    <a:pt x="387898" y="69822"/>
                    <a:pt x="388709" y="69010"/>
                    <a:pt x="387898" y="69010"/>
                  </a:cubicBezTo>
                  <a:cubicBezTo>
                    <a:pt x="387087" y="69010"/>
                    <a:pt x="386276" y="69822"/>
                    <a:pt x="386276" y="69010"/>
                  </a:cubicBezTo>
                  <a:cubicBezTo>
                    <a:pt x="385464" y="69010"/>
                    <a:pt x="385464" y="69010"/>
                    <a:pt x="386276" y="69822"/>
                  </a:cubicBezTo>
                  <a:cubicBezTo>
                    <a:pt x="387087" y="70634"/>
                    <a:pt x="387087" y="70634"/>
                    <a:pt x="386276" y="70634"/>
                  </a:cubicBezTo>
                  <a:cubicBezTo>
                    <a:pt x="386276" y="70634"/>
                    <a:pt x="385464" y="70634"/>
                    <a:pt x="385464" y="69822"/>
                  </a:cubicBezTo>
                  <a:cubicBezTo>
                    <a:pt x="385464" y="69010"/>
                    <a:pt x="387087" y="64139"/>
                    <a:pt x="390332" y="59267"/>
                  </a:cubicBezTo>
                  <a:cubicBezTo>
                    <a:pt x="391144" y="56020"/>
                    <a:pt x="391955" y="55208"/>
                    <a:pt x="391144" y="55208"/>
                  </a:cubicBezTo>
                  <a:close/>
                  <a:moveTo>
                    <a:pt x="385464" y="78752"/>
                  </a:moveTo>
                  <a:cubicBezTo>
                    <a:pt x="385464" y="78752"/>
                    <a:pt x="384653" y="78752"/>
                    <a:pt x="385464" y="78752"/>
                  </a:cubicBezTo>
                  <a:cubicBezTo>
                    <a:pt x="384653" y="79564"/>
                    <a:pt x="385464" y="79564"/>
                    <a:pt x="385464" y="79564"/>
                  </a:cubicBezTo>
                  <a:cubicBezTo>
                    <a:pt x="386276" y="78752"/>
                    <a:pt x="386276" y="78752"/>
                    <a:pt x="385464" y="78752"/>
                  </a:cubicBezTo>
                  <a:cubicBezTo>
                    <a:pt x="386276" y="78752"/>
                    <a:pt x="386276" y="78752"/>
                    <a:pt x="385464" y="78752"/>
                  </a:cubicBezTo>
                  <a:close/>
                  <a:moveTo>
                    <a:pt x="389521" y="64139"/>
                  </a:moveTo>
                  <a:cubicBezTo>
                    <a:pt x="388709" y="64950"/>
                    <a:pt x="388709" y="65762"/>
                    <a:pt x="388709" y="65762"/>
                  </a:cubicBezTo>
                  <a:cubicBezTo>
                    <a:pt x="389521" y="66574"/>
                    <a:pt x="390332" y="64950"/>
                    <a:pt x="390332" y="63327"/>
                  </a:cubicBezTo>
                  <a:cubicBezTo>
                    <a:pt x="390332" y="63327"/>
                    <a:pt x="389521" y="63327"/>
                    <a:pt x="389521" y="64139"/>
                  </a:cubicBezTo>
                  <a:close/>
                  <a:moveTo>
                    <a:pt x="391955" y="57644"/>
                  </a:moveTo>
                  <a:cubicBezTo>
                    <a:pt x="391955" y="57644"/>
                    <a:pt x="391955" y="57644"/>
                    <a:pt x="391955" y="57644"/>
                  </a:cubicBezTo>
                  <a:cubicBezTo>
                    <a:pt x="391144" y="58455"/>
                    <a:pt x="391955" y="59267"/>
                    <a:pt x="391955" y="59267"/>
                  </a:cubicBezTo>
                  <a:cubicBezTo>
                    <a:pt x="392766" y="58455"/>
                    <a:pt x="392766" y="58455"/>
                    <a:pt x="391955" y="57644"/>
                  </a:cubicBezTo>
                  <a:cubicBezTo>
                    <a:pt x="392766" y="57644"/>
                    <a:pt x="392766" y="57644"/>
                    <a:pt x="391955" y="57644"/>
                  </a:cubicBezTo>
                  <a:close/>
                  <a:moveTo>
                    <a:pt x="391955" y="52772"/>
                  </a:moveTo>
                  <a:cubicBezTo>
                    <a:pt x="391955" y="55208"/>
                    <a:pt x="391955" y="54396"/>
                    <a:pt x="392766" y="52772"/>
                  </a:cubicBezTo>
                  <a:cubicBezTo>
                    <a:pt x="393577" y="51148"/>
                    <a:pt x="393577" y="50337"/>
                    <a:pt x="392766" y="50337"/>
                  </a:cubicBezTo>
                  <a:cubicBezTo>
                    <a:pt x="392766" y="50337"/>
                    <a:pt x="391955" y="51148"/>
                    <a:pt x="391955" y="52772"/>
                  </a:cubicBezTo>
                  <a:close/>
                  <a:moveTo>
                    <a:pt x="396011" y="44653"/>
                  </a:moveTo>
                  <a:cubicBezTo>
                    <a:pt x="396011" y="44653"/>
                    <a:pt x="396011" y="44653"/>
                    <a:pt x="396011" y="44653"/>
                  </a:cubicBezTo>
                  <a:cubicBezTo>
                    <a:pt x="395200" y="45465"/>
                    <a:pt x="395200" y="45465"/>
                    <a:pt x="394389" y="45465"/>
                  </a:cubicBezTo>
                  <a:cubicBezTo>
                    <a:pt x="393577" y="45465"/>
                    <a:pt x="393577" y="45465"/>
                    <a:pt x="393577" y="46277"/>
                  </a:cubicBezTo>
                  <a:cubicBezTo>
                    <a:pt x="393577" y="47089"/>
                    <a:pt x="393577" y="47901"/>
                    <a:pt x="393577" y="47089"/>
                  </a:cubicBezTo>
                  <a:cubicBezTo>
                    <a:pt x="393577" y="46277"/>
                    <a:pt x="392766" y="47089"/>
                    <a:pt x="393577" y="47089"/>
                  </a:cubicBezTo>
                  <a:cubicBezTo>
                    <a:pt x="393577" y="47089"/>
                    <a:pt x="394389" y="47901"/>
                    <a:pt x="394389" y="47901"/>
                  </a:cubicBezTo>
                  <a:cubicBezTo>
                    <a:pt x="395200" y="48713"/>
                    <a:pt x="396011" y="46277"/>
                    <a:pt x="396011" y="44653"/>
                  </a:cubicBezTo>
                  <a:close/>
                  <a:moveTo>
                    <a:pt x="396011" y="47089"/>
                  </a:moveTo>
                  <a:cubicBezTo>
                    <a:pt x="395200" y="47089"/>
                    <a:pt x="395200" y="47901"/>
                    <a:pt x="396011" y="48713"/>
                  </a:cubicBezTo>
                  <a:cubicBezTo>
                    <a:pt x="396823" y="49525"/>
                    <a:pt x="396823" y="49525"/>
                    <a:pt x="396823" y="47901"/>
                  </a:cubicBezTo>
                  <a:cubicBezTo>
                    <a:pt x="396823" y="47901"/>
                    <a:pt x="396011" y="47089"/>
                    <a:pt x="396011" y="47089"/>
                  </a:cubicBezTo>
                  <a:close/>
                  <a:moveTo>
                    <a:pt x="397634" y="44653"/>
                  </a:moveTo>
                  <a:cubicBezTo>
                    <a:pt x="396823" y="44653"/>
                    <a:pt x="396823" y="45465"/>
                    <a:pt x="396823" y="45465"/>
                  </a:cubicBezTo>
                  <a:cubicBezTo>
                    <a:pt x="396823" y="45465"/>
                    <a:pt x="397634" y="45465"/>
                    <a:pt x="397634" y="45465"/>
                  </a:cubicBezTo>
                  <a:cubicBezTo>
                    <a:pt x="397634" y="45465"/>
                    <a:pt x="398445" y="45465"/>
                    <a:pt x="397634" y="44653"/>
                  </a:cubicBezTo>
                  <a:cubicBezTo>
                    <a:pt x="398445" y="44653"/>
                    <a:pt x="397634" y="43842"/>
                    <a:pt x="397634" y="44653"/>
                  </a:cubicBezTo>
                  <a:close/>
                  <a:moveTo>
                    <a:pt x="400068" y="43030"/>
                  </a:moveTo>
                  <a:cubicBezTo>
                    <a:pt x="400068" y="43030"/>
                    <a:pt x="399257" y="43842"/>
                    <a:pt x="399257" y="43842"/>
                  </a:cubicBezTo>
                  <a:cubicBezTo>
                    <a:pt x="399257" y="43842"/>
                    <a:pt x="399257" y="44653"/>
                    <a:pt x="399257" y="44653"/>
                  </a:cubicBezTo>
                  <a:cubicBezTo>
                    <a:pt x="400068" y="43842"/>
                    <a:pt x="400068" y="43030"/>
                    <a:pt x="400068" y="43030"/>
                  </a:cubicBezTo>
                  <a:close/>
                  <a:moveTo>
                    <a:pt x="428464" y="164812"/>
                  </a:moveTo>
                  <a:cubicBezTo>
                    <a:pt x="428464" y="164812"/>
                    <a:pt x="429275" y="164812"/>
                    <a:pt x="429275" y="164812"/>
                  </a:cubicBezTo>
                  <a:cubicBezTo>
                    <a:pt x="430898" y="164000"/>
                    <a:pt x="430087" y="163188"/>
                    <a:pt x="428464" y="164812"/>
                  </a:cubicBezTo>
                  <a:cubicBezTo>
                    <a:pt x="428464" y="164000"/>
                    <a:pt x="428464" y="164812"/>
                    <a:pt x="428464" y="164812"/>
                  </a:cubicBezTo>
                  <a:close/>
                  <a:moveTo>
                    <a:pt x="435766" y="159940"/>
                  </a:moveTo>
                  <a:cubicBezTo>
                    <a:pt x="436577" y="159940"/>
                    <a:pt x="437388" y="159129"/>
                    <a:pt x="437388" y="159129"/>
                  </a:cubicBezTo>
                  <a:cubicBezTo>
                    <a:pt x="437388" y="159129"/>
                    <a:pt x="436577" y="159129"/>
                    <a:pt x="435766" y="159940"/>
                  </a:cubicBezTo>
                  <a:cubicBezTo>
                    <a:pt x="435766" y="159940"/>
                    <a:pt x="434954" y="159940"/>
                    <a:pt x="435766" y="159940"/>
                  </a:cubicBezTo>
                  <a:close/>
                  <a:moveTo>
                    <a:pt x="443068" y="155069"/>
                  </a:moveTo>
                  <a:lnTo>
                    <a:pt x="444690" y="154257"/>
                  </a:lnTo>
                  <a:cubicBezTo>
                    <a:pt x="445501" y="153445"/>
                    <a:pt x="446313" y="153445"/>
                    <a:pt x="446313" y="153445"/>
                  </a:cubicBezTo>
                  <a:cubicBezTo>
                    <a:pt x="446313" y="153445"/>
                    <a:pt x="447124" y="152634"/>
                    <a:pt x="447124" y="152634"/>
                  </a:cubicBezTo>
                  <a:cubicBezTo>
                    <a:pt x="447124" y="151822"/>
                    <a:pt x="447124" y="151822"/>
                    <a:pt x="447124" y="152634"/>
                  </a:cubicBezTo>
                  <a:cubicBezTo>
                    <a:pt x="447124" y="153445"/>
                    <a:pt x="446313" y="153445"/>
                    <a:pt x="446313" y="153445"/>
                  </a:cubicBezTo>
                  <a:cubicBezTo>
                    <a:pt x="446313" y="153445"/>
                    <a:pt x="445501" y="154257"/>
                    <a:pt x="444690" y="154257"/>
                  </a:cubicBezTo>
                  <a:lnTo>
                    <a:pt x="443068" y="155069"/>
                  </a:lnTo>
                  <a:close/>
                  <a:moveTo>
                    <a:pt x="457671" y="141267"/>
                  </a:moveTo>
                  <a:cubicBezTo>
                    <a:pt x="459294" y="136396"/>
                    <a:pt x="464973" y="126653"/>
                    <a:pt x="468218" y="123406"/>
                  </a:cubicBezTo>
                  <a:cubicBezTo>
                    <a:pt x="469030" y="122594"/>
                    <a:pt x="470652" y="120158"/>
                    <a:pt x="473086" y="117723"/>
                  </a:cubicBezTo>
                  <a:cubicBezTo>
                    <a:pt x="476332" y="113663"/>
                    <a:pt x="477954" y="111228"/>
                    <a:pt x="478765" y="111228"/>
                  </a:cubicBezTo>
                  <a:cubicBezTo>
                    <a:pt x="482011" y="111228"/>
                    <a:pt x="489312" y="118535"/>
                    <a:pt x="485256" y="121782"/>
                  </a:cubicBezTo>
                  <a:cubicBezTo>
                    <a:pt x="482822" y="123406"/>
                    <a:pt x="470652" y="138020"/>
                    <a:pt x="468218" y="142079"/>
                  </a:cubicBezTo>
                  <a:cubicBezTo>
                    <a:pt x="464973" y="146950"/>
                    <a:pt x="463351" y="151822"/>
                    <a:pt x="464162" y="153445"/>
                  </a:cubicBezTo>
                  <a:cubicBezTo>
                    <a:pt x="464162" y="154257"/>
                    <a:pt x="466596" y="154257"/>
                    <a:pt x="469030" y="154257"/>
                  </a:cubicBezTo>
                  <a:cubicBezTo>
                    <a:pt x="475520" y="154257"/>
                    <a:pt x="485256" y="150198"/>
                    <a:pt x="490935" y="147762"/>
                  </a:cubicBezTo>
                  <a:cubicBezTo>
                    <a:pt x="496615" y="144515"/>
                    <a:pt x="506350" y="138832"/>
                    <a:pt x="508784" y="136396"/>
                  </a:cubicBezTo>
                  <a:cubicBezTo>
                    <a:pt x="510407" y="135584"/>
                    <a:pt x="511218" y="133960"/>
                    <a:pt x="512841" y="133960"/>
                  </a:cubicBezTo>
                  <a:cubicBezTo>
                    <a:pt x="514463" y="133148"/>
                    <a:pt x="516086" y="131525"/>
                    <a:pt x="525011" y="125030"/>
                  </a:cubicBezTo>
                  <a:cubicBezTo>
                    <a:pt x="529067" y="121782"/>
                    <a:pt x="536369" y="116911"/>
                    <a:pt x="544482" y="112039"/>
                  </a:cubicBezTo>
                  <a:cubicBezTo>
                    <a:pt x="548539" y="109604"/>
                    <a:pt x="551784" y="107168"/>
                    <a:pt x="552595" y="105544"/>
                  </a:cubicBezTo>
                  <a:cubicBezTo>
                    <a:pt x="555840" y="102297"/>
                    <a:pt x="558274" y="99861"/>
                    <a:pt x="559897" y="100673"/>
                  </a:cubicBezTo>
                  <a:cubicBezTo>
                    <a:pt x="560708" y="100673"/>
                    <a:pt x="561520" y="100673"/>
                    <a:pt x="561520" y="99861"/>
                  </a:cubicBezTo>
                  <a:cubicBezTo>
                    <a:pt x="562331" y="99049"/>
                    <a:pt x="562331" y="99861"/>
                    <a:pt x="564765" y="101485"/>
                  </a:cubicBezTo>
                  <a:cubicBezTo>
                    <a:pt x="568822" y="104733"/>
                    <a:pt x="569633" y="106356"/>
                    <a:pt x="569633" y="107980"/>
                  </a:cubicBezTo>
                  <a:cubicBezTo>
                    <a:pt x="569633" y="109604"/>
                    <a:pt x="568822" y="111228"/>
                    <a:pt x="565576" y="113663"/>
                  </a:cubicBezTo>
                  <a:cubicBezTo>
                    <a:pt x="562331" y="116099"/>
                    <a:pt x="558274" y="120970"/>
                    <a:pt x="553407" y="126653"/>
                  </a:cubicBezTo>
                  <a:cubicBezTo>
                    <a:pt x="551784" y="128277"/>
                    <a:pt x="550161" y="129901"/>
                    <a:pt x="550161" y="130713"/>
                  </a:cubicBezTo>
                  <a:cubicBezTo>
                    <a:pt x="550161" y="130713"/>
                    <a:pt x="549350" y="131525"/>
                    <a:pt x="549350" y="131525"/>
                  </a:cubicBezTo>
                  <a:cubicBezTo>
                    <a:pt x="549350" y="131525"/>
                    <a:pt x="546916" y="134772"/>
                    <a:pt x="543671" y="138832"/>
                  </a:cubicBezTo>
                  <a:cubicBezTo>
                    <a:pt x="540425" y="142891"/>
                    <a:pt x="537991" y="146950"/>
                    <a:pt x="537991" y="146950"/>
                  </a:cubicBezTo>
                  <a:cubicBezTo>
                    <a:pt x="537991" y="146950"/>
                    <a:pt x="537180" y="147762"/>
                    <a:pt x="536369" y="148574"/>
                  </a:cubicBezTo>
                  <a:cubicBezTo>
                    <a:pt x="533935" y="150198"/>
                    <a:pt x="529878" y="155881"/>
                    <a:pt x="528256" y="159129"/>
                  </a:cubicBezTo>
                  <a:cubicBezTo>
                    <a:pt x="527444" y="160752"/>
                    <a:pt x="525822" y="162376"/>
                    <a:pt x="525822" y="162376"/>
                  </a:cubicBezTo>
                  <a:cubicBezTo>
                    <a:pt x="525011" y="162376"/>
                    <a:pt x="525011" y="163188"/>
                    <a:pt x="525011" y="163188"/>
                  </a:cubicBezTo>
                  <a:cubicBezTo>
                    <a:pt x="525011" y="163188"/>
                    <a:pt x="525011" y="164000"/>
                    <a:pt x="524199" y="164812"/>
                  </a:cubicBezTo>
                  <a:cubicBezTo>
                    <a:pt x="523388" y="165624"/>
                    <a:pt x="522576" y="166435"/>
                    <a:pt x="522576" y="166435"/>
                  </a:cubicBezTo>
                  <a:cubicBezTo>
                    <a:pt x="522576" y="166435"/>
                    <a:pt x="521765" y="168059"/>
                    <a:pt x="520954" y="168871"/>
                  </a:cubicBezTo>
                  <a:cubicBezTo>
                    <a:pt x="520143" y="169683"/>
                    <a:pt x="519331" y="171307"/>
                    <a:pt x="520954" y="170495"/>
                  </a:cubicBezTo>
                  <a:cubicBezTo>
                    <a:pt x="521765" y="170495"/>
                    <a:pt x="521765" y="170495"/>
                    <a:pt x="520954" y="170495"/>
                  </a:cubicBezTo>
                  <a:cubicBezTo>
                    <a:pt x="520954" y="171307"/>
                    <a:pt x="520143" y="171307"/>
                    <a:pt x="520143" y="171307"/>
                  </a:cubicBezTo>
                  <a:cubicBezTo>
                    <a:pt x="519331" y="171307"/>
                    <a:pt x="518520" y="172119"/>
                    <a:pt x="516897" y="175366"/>
                  </a:cubicBezTo>
                  <a:cubicBezTo>
                    <a:pt x="516086" y="176990"/>
                    <a:pt x="514463" y="179426"/>
                    <a:pt x="513652" y="180237"/>
                  </a:cubicBezTo>
                  <a:cubicBezTo>
                    <a:pt x="512841" y="181049"/>
                    <a:pt x="511218" y="183485"/>
                    <a:pt x="511218" y="184297"/>
                  </a:cubicBezTo>
                  <a:cubicBezTo>
                    <a:pt x="509595" y="185921"/>
                    <a:pt x="509595" y="186732"/>
                    <a:pt x="508784" y="186732"/>
                  </a:cubicBezTo>
                  <a:cubicBezTo>
                    <a:pt x="508784" y="186732"/>
                    <a:pt x="507973" y="186732"/>
                    <a:pt x="507973" y="186732"/>
                  </a:cubicBezTo>
                  <a:cubicBezTo>
                    <a:pt x="507973" y="186732"/>
                    <a:pt x="507973" y="187544"/>
                    <a:pt x="507973" y="187544"/>
                  </a:cubicBezTo>
                  <a:cubicBezTo>
                    <a:pt x="507973" y="187544"/>
                    <a:pt x="507973" y="188356"/>
                    <a:pt x="507162" y="189168"/>
                  </a:cubicBezTo>
                  <a:cubicBezTo>
                    <a:pt x="506350" y="189980"/>
                    <a:pt x="505539" y="191604"/>
                    <a:pt x="504728" y="192416"/>
                  </a:cubicBezTo>
                  <a:cubicBezTo>
                    <a:pt x="503916" y="193228"/>
                    <a:pt x="503105" y="194039"/>
                    <a:pt x="503105" y="194851"/>
                  </a:cubicBezTo>
                  <a:cubicBezTo>
                    <a:pt x="502294" y="195663"/>
                    <a:pt x="500671" y="195663"/>
                    <a:pt x="501482" y="194851"/>
                  </a:cubicBezTo>
                  <a:cubicBezTo>
                    <a:pt x="501482" y="194851"/>
                    <a:pt x="501482" y="194039"/>
                    <a:pt x="501482" y="194039"/>
                  </a:cubicBezTo>
                  <a:cubicBezTo>
                    <a:pt x="501482" y="194039"/>
                    <a:pt x="500671" y="194039"/>
                    <a:pt x="500671" y="194851"/>
                  </a:cubicBezTo>
                  <a:cubicBezTo>
                    <a:pt x="500671" y="195663"/>
                    <a:pt x="499860" y="195663"/>
                    <a:pt x="499860" y="196475"/>
                  </a:cubicBezTo>
                  <a:cubicBezTo>
                    <a:pt x="499048" y="197287"/>
                    <a:pt x="499048" y="197287"/>
                    <a:pt x="499860" y="196475"/>
                  </a:cubicBezTo>
                  <a:cubicBezTo>
                    <a:pt x="500671" y="195663"/>
                    <a:pt x="503105" y="194851"/>
                    <a:pt x="503105" y="195663"/>
                  </a:cubicBezTo>
                  <a:cubicBezTo>
                    <a:pt x="503105" y="196475"/>
                    <a:pt x="498237" y="202970"/>
                    <a:pt x="498237" y="202970"/>
                  </a:cubicBezTo>
                  <a:cubicBezTo>
                    <a:pt x="498237" y="202970"/>
                    <a:pt x="498237" y="202970"/>
                    <a:pt x="498237" y="202970"/>
                  </a:cubicBezTo>
                  <a:cubicBezTo>
                    <a:pt x="499048" y="202970"/>
                    <a:pt x="496615" y="205406"/>
                    <a:pt x="496615" y="205406"/>
                  </a:cubicBezTo>
                  <a:cubicBezTo>
                    <a:pt x="496615" y="205406"/>
                    <a:pt x="495803" y="205406"/>
                    <a:pt x="495803" y="205406"/>
                  </a:cubicBezTo>
                  <a:cubicBezTo>
                    <a:pt x="495803" y="205406"/>
                    <a:pt x="495803" y="205406"/>
                    <a:pt x="496615" y="205406"/>
                  </a:cubicBezTo>
                  <a:cubicBezTo>
                    <a:pt x="497426" y="205406"/>
                    <a:pt x="497426" y="205406"/>
                    <a:pt x="497426" y="206218"/>
                  </a:cubicBezTo>
                  <a:cubicBezTo>
                    <a:pt x="497426" y="207029"/>
                    <a:pt x="497426" y="207029"/>
                    <a:pt x="497426" y="207029"/>
                  </a:cubicBezTo>
                  <a:cubicBezTo>
                    <a:pt x="497426" y="207029"/>
                    <a:pt x="497426" y="207029"/>
                    <a:pt x="496615" y="207029"/>
                  </a:cubicBezTo>
                  <a:cubicBezTo>
                    <a:pt x="496615" y="207029"/>
                    <a:pt x="495803" y="207029"/>
                    <a:pt x="495803" y="207029"/>
                  </a:cubicBezTo>
                  <a:cubicBezTo>
                    <a:pt x="495803" y="207029"/>
                    <a:pt x="495803" y="207029"/>
                    <a:pt x="494992" y="207029"/>
                  </a:cubicBezTo>
                  <a:cubicBezTo>
                    <a:pt x="494992" y="207029"/>
                    <a:pt x="494180" y="207029"/>
                    <a:pt x="494180" y="207029"/>
                  </a:cubicBezTo>
                  <a:cubicBezTo>
                    <a:pt x="494180" y="207029"/>
                    <a:pt x="494180" y="207841"/>
                    <a:pt x="494180" y="207841"/>
                  </a:cubicBezTo>
                  <a:cubicBezTo>
                    <a:pt x="494180" y="207841"/>
                    <a:pt x="494992" y="207841"/>
                    <a:pt x="494992" y="208653"/>
                  </a:cubicBezTo>
                  <a:cubicBezTo>
                    <a:pt x="494992" y="209465"/>
                    <a:pt x="494992" y="209465"/>
                    <a:pt x="494180" y="209465"/>
                  </a:cubicBezTo>
                  <a:cubicBezTo>
                    <a:pt x="494180" y="209465"/>
                    <a:pt x="493369" y="209465"/>
                    <a:pt x="493369" y="209465"/>
                  </a:cubicBezTo>
                  <a:cubicBezTo>
                    <a:pt x="493369" y="209465"/>
                    <a:pt x="493369" y="210277"/>
                    <a:pt x="492558" y="211901"/>
                  </a:cubicBezTo>
                  <a:cubicBezTo>
                    <a:pt x="491747" y="213525"/>
                    <a:pt x="491747" y="213525"/>
                    <a:pt x="490935" y="212713"/>
                  </a:cubicBezTo>
                  <a:cubicBezTo>
                    <a:pt x="490124" y="211901"/>
                    <a:pt x="489312" y="213525"/>
                    <a:pt x="489312" y="215148"/>
                  </a:cubicBezTo>
                  <a:cubicBezTo>
                    <a:pt x="489312" y="215960"/>
                    <a:pt x="489312" y="216772"/>
                    <a:pt x="488501" y="216772"/>
                  </a:cubicBezTo>
                  <a:cubicBezTo>
                    <a:pt x="487690" y="216772"/>
                    <a:pt x="487690" y="217584"/>
                    <a:pt x="488501" y="216772"/>
                  </a:cubicBezTo>
                  <a:cubicBezTo>
                    <a:pt x="488501" y="216772"/>
                    <a:pt x="488501" y="216772"/>
                    <a:pt x="488501" y="216772"/>
                  </a:cubicBezTo>
                  <a:cubicBezTo>
                    <a:pt x="488501" y="216772"/>
                    <a:pt x="487690" y="217584"/>
                    <a:pt x="487690" y="217584"/>
                  </a:cubicBezTo>
                  <a:cubicBezTo>
                    <a:pt x="487690" y="217584"/>
                    <a:pt x="486879" y="217584"/>
                    <a:pt x="486879" y="218396"/>
                  </a:cubicBezTo>
                  <a:cubicBezTo>
                    <a:pt x="486879" y="219208"/>
                    <a:pt x="486879" y="218396"/>
                    <a:pt x="487690" y="218396"/>
                  </a:cubicBezTo>
                  <a:cubicBezTo>
                    <a:pt x="488501" y="218396"/>
                    <a:pt x="488501" y="218396"/>
                    <a:pt x="488501" y="218396"/>
                  </a:cubicBezTo>
                  <a:cubicBezTo>
                    <a:pt x="488501" y="218396"/>
                    <a:pt x="488501" y="219208"/>
                    <a:pt x="487690" y="219208"/>
                  </a:cubicBezTo>
                  <a:cubicBezTo>
                    <a:pt x="487690" y="219208"/>
                    <a:pt x="486879" y="219208"/>
                    <a:pt x="486879" y="220020"/>
                  </a:cubicBezTo>
                  <a:cubicBezTo>
                    <a:pt x="486879" y="220831"/>
                    <a:pt x="486067" y="220831"/>
                    <a:pt x="486067" y="221643"/>
                  </a:cubicBezTo>
                  <a:cubicBezTo>
                    <a:pt x="485256" y="222455"/>
                    <a:pt x="485256" y="222455"/>
                    <a:pt x="485256" y="223267"/>
                  </a:cubicBezTo>
                  <a:cubicBezTo>
                    <a:pt x="485256" y="224079"/>
                    <a:pt x="485256" y="224079"/>
                    <a:pt x="484445" y="224079"/>
                  </a:cubicBezTo>
                  <a:cubicBezTo>
                    <a:pt x="484445" y="224079"/>
                    <a:pt x="483633" y="224079"/>
                    <a:pt x="483633" y="224891"/>
                  </a:cubicBezTo>
                  <a:cubicBezTo>
                    <a:pt x="483633" y="225703"/>
                    <a:pt x="483633" y="224891"/>
                    <a:pt x="483633" y="224891"/>
                  </a:cubicBezTo>
                  <a:cubicBezTo>
                    <a:pt x="483633" y="224079"/>
                    <a:pt x="482822" y="224079"/>
                    <a:pt x="482011" y="225703"/>
                  </a:cubicBezTo>
                  <a:cubicBezTo>
                    <a:pt x="481199" y="227326"/>
                    <a:pt x="481199" y="227326"/>
                    <a:pt x="482011" y="227326"/>
                  </a:cubicBezTo>
                  <a:cubicBezTo>
                    <a:pt x="482011" y="227326"/>
                    <a:pt x="482822" y="226515"/>
                    <a:pt x="482822" y="226515"/>
                  </a:cubicBezTo>
                  <a:cubicBezTo>
                    <a:pt x="483633" y="225703"/>
                    <a:pt x="484445" y="224891"/>
                    <a:pt x="484445" y="225703"/>
                  </a:cubicBezTo>
                  <a:cubicBezTo>
                    <a:pt x="484445" y="225703"/>
                    <a:pt x="484445" y="225703"/>
                    <a:pt x="484445" y="225703"/>
                  </a:cubicBezTo>
                  <a:cubicBezTo>
                    <a:pt x="484445" y="225703"/>
                    <a:pt x="483633" y="226515"/>
                    <a:pt x="483633" y="227326"/>
                  </a:cubicBezTo>
                  <a:cubicBezTo>
                    <a:pt x="483633" y="228138"/>
                    <a:pt x="482822" y="228950"/>
                    <a:pt x="482822" y="228950"/>
                  </a:cubicBezTo>
                  <a:cubicBezTo>
                    <a:pt x="482822" y="228950"/>
                    <a:pt x="482822" y="228950"/>
                    <a:pt x="482822" y="229762"/>
                  </a:cubicBezTo>
                  <a:cubicBezTo>
                    <a:pt x="482822" y="229762"/>
                    <a:pt x="482822" y="230574"/>
                    <a:pt x="482011" y="231386"/>
                  </a:cubicBezTo>
                  <a:cubicBezTo>
                    <a:pt x="481199" y="232198"/>
                    <a:pt x="481199" y="233010"/>
                    <a:pt x="480388" y="233010"/>
                  </a:cubicBezTo>
                  <a:cubicBezTo>
                    <a:pt x="480388" y="233822"/>
                    <a:pt x="479577" y="233822"/>
                    <a:pt x="479577" y="233822"/>
                  </a:cubicBezTo>
                  <a:cubicBezTo>
                    <a:pt x="479577" y="233822"/>
                    <a:pt x="479577" y="233822"/>
                    <a:pt x="479577" y="233010"/>
                  </a:cubicBezTo>
                  <a:cubicBezTo>
                    <a:pt x="480388" y="232198"/>
                    <a:pt x="480388" y="230574"/>
                    <a:pt x="481199" y="228950"/>
                  </a:cubicBezTo>
                  <a:cubicBezTo>
                    <a:pt x="482011" y="227326"/>
                    <a:pt x="482822" y="226515"/>
                    <a:pt x="482011" y="227326"/>
                  </a:cubicBezTo>
                  <a:cubicBezTo>
                    <a:pt x="481199" y="228138"/>
                    <a:pt x="478765" y="233822"/>
                    <a:pt x="478765" y="234633"/>
                  </a:cubicBezTo>
                  <a:cubicBezTo>
                    <a:pt x="478765" y="234633"/>
                    <a:pt x="478765" y="235445"/>
                    <a:pt x="479577" y="235445"/>
                  </a:cubicBezTo>
                  <a:cubicBezTo>
                    <a:pt x="480388" y="235445"/>
                    <a:pt x="480388" y="235445"/>
                    <a:pt x="479577" y="236257"/>
                  </a:cubicBezTo>
                  <a:cubicBezTo>
                    <a:pt x="478765" y="237069"/>
                    <a:pt x="478765" y="237069"/>
                    <a:pt x="478765" y="236257"/>
                  </a:cubicBezTo>
                  <a:cubicBezTo>
                    <a:pt x="478765" y="235445"/>
                    <a:pt x="478765" y="235445"/>
                    <a:pt x="477954" y="236257"/>
                  </a:cubicBezTo>
                  <a:cubicBezTo>
                    <a:pt x="477143" y="237069"/>
                    <a:pt x="477143" y="237069"/>
                    <a:pt x="477954" y="237881"/>
                  </a:cubicBezTo>
                  <a:cubicBezTo>
                    <a:pt x="477954" y="237881"/>
                    <a:pt x="477954" y="238693"/>
                    <a:pt x="477143" y="238693"/>
                  </a:cubicBezTo>
                  <a:cubicBezTo>
                    <a:pt x="476332" y="238693"/>
                    <a:pt x="476332" y="239505"/>
                    <a:pt x="476332" y="240317"/>
                  </a:cubicBezTo>
                  <a:cubicBezTo>
                    <a:pt x="476332" y="241128"/>
                    <a:pt x="476332" y="241128"/>
                    <a:pt x="476332" y="240317"/>
                  </a:cubicBezTo>
                  <a:cubicBezTo>
                    <a:pt x="477143" y="239505"/>
                    <a:pt x="477143" y="241128"/>
                    <a:pt x="476332" y="241940"/>
                  </a:cubicBezTo>
                  <a:cubicBezTo>
                    <a:pt x="476332" y="242752"/>
                    <a:pt x="476332" y="242752"/>
                    <a:pt x="476332" y="241940"/>
                  </a:cubicBezTo>
                  <a:cubicBezTo>
                    <a:pt x="476332" y="241128"/>
                    <a:pt x="476332" y="241128"/>
                    <a:pt x="475520" y="241128"/>
                  </a:cubicBezTo>
                  <a:cubicBezTo>
                    <a:pt x="474709" y="241128"/>
                    <a:pt x="474709" y="241940"/>
                    <a:pt x="474709" y="242752"/>
                  </a:cubicBezTo>
                  <a:cubicBezTo>
                    <a:pt x="475520" y="244376"/>
                    <a:pt x="473898" y="246000"/>
                    <a:pt x="473086" y="246812"/>
                  </a:cubicBezTo>
                  <a:cubicBezTo>
                    <a:pt x="472275" y="246812"/>
                    <a:pt x="472275" y="247623"/>
                    <a:pt x="472275" y="247623"/>
                  </a:cubicBezTo>
                  <a:cubicBezTo>
                    <a:pt x="472275" y="248435"/>
                    <a:pt x="471464" y="249247"/>
                    <a:pt x="470652" y="249247"/>
                  </a:cubicBezTo>
                  <a:cubicBezTo>
                    <a:pt x="469841" y="248435"/>
                    <a:pt x="469841" y="249247"/>
                    <a:pt x="469841" y="250059"/>
                  </a:cubicBezTo>
                  <a:cubicBezTo>
                    <a:pt x="469841" y="250871"/>
                    <a:pt x="470652" y="250871"/>
                    <a:pt x="470652" y="250059"/>
                  </a:cubicBezTo>
                  <a:cubicBezTo>
                    <a:pt x="470652" y="249247"/>
                    <a:pt x="471464" y="250059"/>
                    <a:pt x="471464" y="250059"/>
                  </a:cubicBezTo>
                  <a:cubicBezTo>
                    <a:pt x="471464" y="251683"/>
                    <a:pt x="471464" y="252495"/>
                    <a:pt x="470652" y="253307"/>
                  </a:cubicBezTo>
                  <a:cubicBezTo>
                    <a:pt x="470652" y="253307"/>
                    <a:pt x="469841" y="254119"/>
                    <a:pt x="469841" y="254930"/>
                  </a:cubicBezTo>
                  <a:cubicBezTo>
                    <a:pt x="469841" y="255742"/>
                    <a:pt x="469841" y="255742"/>
                    <a:pt x="469030" y="256554"/>
                  </a:cubicBezTo>
                  <a:cubicBezTo>
                    <a:pt x="468218" y="256554"/>
                    <a:pt x="468218" y="256554"/>
                    <a:pt x="469030" y="255742"/>
                  </a:cubicBezTo>
                  <a:cubicBezTo>
                    <a:pt x="469030" y="254930"/>
                    <a:pt x="469841" y="254119"/>
                    <a:pt x="469841" y="254119"/>
                  </a:cubicBezTo>
                  <a:cubicBezTo>
                    <a:pt x="469841" y="253307"/>
                    <a:pt x="469841" y="253307"/>
                    <a:pt x="469030" y="254119"/>
                  </a:cubicBezTo>
                  <a:cubicBezTo>
                    <a:pt x="468218" y="254930"/>
                    <a:pt x="468218" y="254930"/>
                    <a:pt x="468218" y="254119"/>
                  </a:cubicBezTo>
                  <a:cubicBezTo>
                    <a:pt x="468218" y="253307"/>
                    <a:pt x="468218" y="253307"/>
                    <a:pt x="467407" y="254119"/>
                  </a:cubicBezTo>
                  <a:cubicBezTo>
                    <a:pt x="466596" y="254930"/>
                    <a:pt x="466596" y="254930"/>
                    <a:pt x="467407" y="254930"/>
                  </a:cubicBezTo>
                  <a:cubicBezTo>
                    <a:pt x="468218" y="255742"/>
                    <a:pt x="468218" y="255742"/>
                    <a:pt x="467407" y="255742"/>
                  </a:cubicBezTo>
                  <a:cubicBezTo>
                    <a:pt x="467407" y="255742"/>
                    <a:pt x="466596" y="256554"/>
                    <a:pt x="466596" y="257366"/>
                  </a:cubicBezTo>
                  <a:cubicBezTo>
                    <a:pt x="466596" y="258178"/>
                    <a:pt x="465784" y="259802"/>
                    <a:pt x="465784" y="259802"/>
                  </a:cubicBezTo>
                  <a:cubicBezTo>
                    <a:pt x="465784" y="260614"/>
                    <a:pt x="465784" y="260614"/>
                    <a:pt x="465784" y="259802"/>
                  </a:cubicBezTo>
                  <a:cubicBezTo>
                    <a:pt x="466596" y="259802"/>
                    <a:pt x="466596" y="258178"/>
                    <a:pt x="466596" y="257366"/>
                  </a:cubicBezTo>
                  <a:cubicBezTo>
                    <a:pt x="466596" y="255742"/>
                    <a:pt x="467407" y="255742"/>
                    <a:pt x="468218" y="255742"/>
                  </a:cubicBezTo>
                  <a:cubicBezTo>
                    <a:pt x="468218" y="255742"/>
                    <a:pt x="469030" y="255742"/>
                    <a:pt x="469030" y="255742"/>
                  </a:cubicBezTo>
                  <a:cubicBezTo>
                    <a:pt x="469841" y="255742"/>
                    <a:pt x="469030" y="258178"/>
                    <a:pt x="467407" y="259802"/>
                  </a:cubicBezTo>
                  <a:cubicBezTo>
                    <a:pt x="466596" y="260614"/>
                    <a:pt x="465784" y="261425"/>
                    <a:pt x="466596" y="261425"/>
                  </a:cubicBezTo>
                  <a:cubicBezTo>
                    <a:pt x="467407" y="261425"/>
                    <a:pt x="467407" y="261425"/>
                    <a:pt x="466596" y="262237"/>
                  </a:cubicBezTo>
                  <a:cubicBezTo>
                    <a:pt x="466596" y="263049"/>
                    <a:pt x="465784" y="263049"/>
                    <a:pt x="465784" y="263049"/>
                  </a:cubicBezTo>
                  <a:cubicBezTo>
                    <a:pt x="465784" y="263049"/>
                    <a:pt x="465784" y="263049"/>
                    <a:pt x="465784" y="263861"/>
                  </a:cubicBezTo>
                  <a:cubicBezTo>
                    <a:pt x="465784" y="264673"/>
                    <a:pt x="466596" y="264673"/>
                    <a:pt x="465784" y="264673"/>
                  </a:cubicBezTo>
                  <a:cubicBezTo>
                    <a:pt x="465784" y="264673"/>
                    <a:pt x="465784" y="265485"/>
                    <a:pt x="465784" y="266297"/>
                  </a:cubicBezTo>
                  <a:cubicBezTo>
                    <a:pt x="465784" y="267109"/>
                    <a:pt x="465784" y="267920"/>
                    <a:pt x="465784" y="267920"/>
                  </a:cubicBezTo>
                  <a:cubicBezTo>
                    <a:pt x="465784" y="267920"/>
                    <a:pt x="464162" y="267109"/>
                    <a:pt x="462539" y="266297"/>
                  </a:cubicBezTo>
                  <a:cubicBezTo>
                    <a:pt x="459294" y="264673"/>
                    <a:pt x="458483" y="263861"/>
                    <a:pt x="457671" y="259802"/>
                  </a:cubicBezTo>
                  <a:cubicBezTo>
                    <a:pt x="456860" y="256554"/>
                    <a:pt x="457671" y="250871"/>
                    <a:pt x="460105" y="246000"/>
                  </a:cubicBezTo>
                  <a:cubicBezTo>
                    <a:pt x="460916" y="244376"/>
                    <a:pt x="461728" y="241940"/>
                    <a:pt x="461728" y="241128"/>
                  </a:cubicBezTo>
                  <a:cubicBezTo>
                    <a:pt x="462539" y="237881"/>
                    <a:pt x="467407" y="228138"/>
                    <a:pt x="468218" y="227326"/>
                  </a:cubicBezTo>
                  <a:cubicBezTo>
                    <a:pt x="468218" y="227326"/>
                    <a:pt x="469030" y="226515"/>
                    <a:pt x="469030" y="225703"/>
                  </a:cubicBezTo>
                  <a:cubicBezTo>
                    <a:pt x="469030" y="224891"/>
                    <a:pt x="469030" y="224891"/>
                    <a:pt x="469841" y="224079"/>
                  </a:cubicBezTo>
                  <a:cubicBezTo>
                    <a:pt x="470652" y="223267"/>
                    <a:pt x="470652" y="223267"/>
                    <a:pt x="470652" y="222455"/>
                  </a:cubicBezTo>
                  <a:cubicBezTo>
                    <a:pt x="471464" y="220020"/>
                    <a:pt x="478765" y="207029"/>
                    <a:pt x="483633" y="198099"/>
                  </a:cubicBezTo>
                  <a:cubicBezTo>
                    <a:pt x="486067" y="193228"/>
                    <a:pt x="489312" y="188356"/>
                    <a:pt x="490124" y="186732"/>
                  </a:cubicBezTo>
                  <a:cubicBezTo>
                    <a:pt x="490935" y="185109"/>
                    <a:pt x="491747" y="183485"/>
                    <a:pt x="492558" y="182673"/>
                  </a:cubicBezTo>
                  <a:cubicBezTo>
                    <a:pt x="493369" y="181861"/>
                    <a:pt x="494180" y="181049"/>
                    <a:pt x="494180" y="181049"/>
                  </a:cubicBezTo>
                  <a:cubicBezTo>
                    <a:pt x="494180" y="180237"/>
                    <a:pt x="496615" y="176178"/>
                    <a:pt x="499048" y="173742"/>
                  </a:cubicBezTo>
                  <a:cubicBezTo>
                    <a:pt x="499860" y="172119"/>
                    <a:pt x="500671" y="171307"/>
                    <a:pt x="500671" y="171307"/>
                  </a:cubicBezTo>
                  <a:cubicBezTo>
                    <a:pt x="500671" y="170495"/>
                    <a:pt x="502294" y="168059"/>
                    <a:pt x="503105" y="167247"/>
                  </a:cubicBezTo>
                  <a:cubicBezTo>
                    <a:pt x="503916" y="166435"/>
                    <a:pt x="504728" y="164812"/>
                    <a:pt x="505539" y="164000"/>
                  </a:cubicBezTo>
                  <a:cubicBezTo>
                    <a:pt x="506350" y="163188"/>
                    <a:pt x="507162" y="162376"/>
                    <a:pt x="507162" y="162376"/>
                  </a:cubicBezTo>
                  <a:cubicBezTo>
                    <a:pt x="507162" y="162376"/>
                    <a:pt x="506350" y="164000"/>
                    <a:pt x="505539" y="164812"/>
                  </a:cubicBezTo>
                  <a:cubicBezTo>
                    <a:pt x="504728" y="166435"/>
                    <a:pt x="503916" y="167247"/>
                    <a:pt x="503916" y="167247"/>
                  </a:cubicBezTo>
                  <a:cubicBezTo>
                    <a:pt x="503916" y="168059"/>
                    <a:pt x="506350" y="164000"/>
                    <a:pt x="507973" y="162376"/>
                  </a:cubicBezTo>
                  <a:cubicBezTo>
                    <a:pt x="508784" y="160752"/>
                    <a:pt x="508784" y="160752"/>
                    <a:pt x="507973" y="160752"/>
                  </a:cubicBezTo>
                  <a:cubicBezTo>
                    <a:pt x="507162" y="160752"/>
                    <a:pt x="507162" y="160752"/>
                    <a:pt x="507162" y="160752"/>
                  </a:cubicBezTo>
                  <a:cubicBezTo>
                    <a:pt x="507162" y="160752"/>
                    <a:pt x="507162" y="159940"/>
                    <a:pt x="507162" y="159940"/>
                  </a:cubicBezTo>
                  <a:cubicBezTo>
                    <a:pt x="507162" y="159940"/>
                    <a:pt x="507973" y="159129"/>
                    <a:pt x="508784" y="158317"/>
                  </a:cubicBezTo>
                  <a:cubicBezTo>
                    <a:pt x="511218" y="154257"/>
                    <a:pt x="513652" y="150198"/>
                    <a:pt x="514463" y="151010"/>
                  </a:cubicBezTo>
                  <a:cubicBezTo>
                    <a:pt x="514463" y="151010"/>
                    <a:pt x="514463" y="151822"/>
                    <a:pt x="512841" y="153445"/>
                  </a:cubicBezTo>
                  <a:cubicBezTo>
                    <a:pt x="511218" y="155069"/>
                    <a:pt x="511218" y="155881"/>
                    <a:pt x="511218" y="155881"/>
                  </a:cubicBezTo>
                  <a:cubicBezTo>
                    <a:pt x="511218" y="155881"/>
                    <a:pt x="512841" y="154257"/>
                    <a:pt x="512841" y="153445"/>
                  </a:cubicBezTo>
                  <a:cubicBezTo>
                    <a:pt x="512841" y="153445"/>
                    <a:pt x="513652" y="151822"/>
                    <a:pt x="514463" y="151010"/>
                  </a:cubicBezTo>
                  <a:cubicBezTo>
                    <a:pt x="516086" y="149386"/>
                    <a:pt x="516897" y="148574"/>
                    <a:pt x="516086" y="148574"/>
                  </a:cubicBezTo>
                  <a:cubicBezTo>
                    <a:pt x="515275" y="148574"/>
                    <a:pt x="515275" y="148574"/>
                    <a:pt x="515275" y="149386"/>
                  </a:cubicBezTo>
                  <a:lnTo>
                    <a:pt x="513652" y="151010"/>
                  </a:lnTo>
                  <a:lnTo>
                    <a:pt x="514463" y="149386"/>
                  </a:lnTo>
                  <a:cubicBezTo>
                    <a:pt x="515275" y="148574"/>
                    <a:pt x="515275" y="147762"/>
                    <a:pt x="516086" y="146950"/>
                  </a:cubicBezTo>
                  <a:cubicBezTo>
                    <a:pt x="516086" y="146138"/>
                    <a:pt x="516897" y="146138"/>
                    <a:pt x="516897" y="146138"/>
                  </a:cubicBezTo>
                  <a:cubicBezTo>
                    <a:pt x="517708" y="146138"/>
                    <a:pt x="520143" y="143703"/>
                    <a:pt x="520954" y="142079"/>
                  </a:cubicBezTo>
                  <a:cubicBezTo>
                    <a:pt x="521765" y="140455"/>
                    <a:pt x="520954" y="141267"/>
                    <a:pt x="519331" y="143703"/>
                  </a:cubicBezTo>
                  <a:cubicBezTo>
                    <a:pt x="518520" y="144515"/>
                    <a:pt x="517708" y="145327"/>
                    <a:pt x="517708" y="145327"/>
                  </a:cubicBezTo>
                  <a:cubicBezTo>
                    <a:pt x="516897" y="145327"/>
                    <a:pt x="522576" y="138020"/>
                    <a:pt x="523388" y="137208"/>
                  </a:cubicBezTo>
                  <a:cubicBezTo>
                    <a:pt x="524199" y="136396"/>
                    <a:pt x="524199" y="136396"/>
                    <a:pt x="524199" y="135584"/>
                  </a:cubicBezTo>
                  <a:cubicBezTo>
                    <a:pt x="524199" y="134772"/>
                    <a:pt x="525822" y="133960"/>
                    <a:pt x="525822" y="133960"/>
                  </a:cubicBezTo>
                  <a:cubicBezTo>
                    <a:pt x="526633" y="134772"/>
                    <a:pt x="528256" y="132337"/>
                    <a:pt x="528256" y="130713"/>
                  </a:cubicBezTo>
                  <a:cubicBezTo>
                    <a:pt x="528256" y="129901"/>
                    <a:pt x="528256" y="129901"/>
                    <a:pt x="527444" y="129901"/>
                  </a:cubicBezTo>
                  <a:cubicBezTo>
                    <a:pt x="526633" y="129901"/>
                    <a:pt x="526633" y="130713"/>
                    <a:pt x="525011" y="131525"/>
                  </a:cubicBezTo>
                  <a:cubicBezTo>
                    <a:pt x="524199" y="132337"/>
                    <a:pt x="522576" y="133148"/>
                    <a:pt x="522576" y="133148"/>
                  </a:cubicBezTo>
                  <a:cubicBezTo>
                    <a:pt x="522576" y="133148"/>
                    <a:pt x="521765" y="133960"/>
                    <a:pt x="521765" y="133960"/>
                  </a:cubicBezTo>
                  <a:cubicBezTo>
                    <a:pt x="521765" y="134772"/>
                    <a:pt x="521765" y="134772"/>
                    <a:pt x="520954" y="134772"/>
                  </a:cubicBezTo>
                  <a:cubicBezTo>
                    <a:pt x="520143" y="134772"/>
                    <a:pt x="520143" y="134772"/>
                    <a:pt x="519331" y="134772"/>
                  </a:cubicBezTo>
                  <a:cubicBezTo>
                    <a:pt x="519331" y="134772"/>
                    <a:pt x="519331" y="134772"/>
                    <a:pt x="519331" y="134772"/>
                  </a:cubicBezTo>
                  <a:cubicBezTo>
                    <a:pt x="520143" y="134772"/>
                    <a:pt x="520143" y="135584"/>
                    <a:pt x="519331" y="135584"/>
                  </a:cubicBezTo>
                  <a:cubicBezTo>
                    <a:pt x="518520" y="135584"/>
                    <a:pt x="517708" y="136396"/>
                    <a:pt x="517708" y="137208"/>
                  </a:cubicBezTo>
                  <a:cubicBezTo>
                    <a:pt x="517708" y="138020"/>
                    <a:pt x="516086" y="138832"/>
                    <a:pt x="514463" y="139643"/>
                  </a:cubicBezTo>
                  <a:cubicBezTo>
                    <a:pt x="512841" y="140455"/>
                    <a:pt x="512029" y="141267"/>
                    <a:pt x="512029" y="142079"/>
                  </a:cubicBezTo>
                  <a:cubicBezTo>
                    <a:pt x="512029" y="142079"/>
                    <a:pt x="511218" y="142891"/>
                    <a:pt x="510407" y="143703"/>
                  </a:cubicBezTo>
                  <a:cubicBezTo>
                    <a:pt x="509595" y="144515"/>
                    <a:pt x="507973" y="145327"/>
                    <a:pt x="507162" y="145327"/>
                  </a:cubicBezTo>
                  <a:cubicBezTo>
                    <a:pt x="506350" y="146138"/>
                    <a:pt x="505539" y="146950"/>
                    <a:pt x="504728" y="146950"/>
                  </a:cubicBezTo>
                  <a:cubicBezTo>
                    <a:pt x="503916" y="146950"/>
                    <a:pt x="503105" y="148574"/>
                    <a:pt x="502294" y="148574"/>
                  </a:cubicBezTo>
                  <a:cubicBezTo>
                    <a:pt x="501482" y="149386"/>
                    <a:pt x="500671" y="149386"/>
                    <a:pt x="500671" y="149386"/>
                  </a:cubicBezTo>
                  <a:cubicBezTo>
                    <a:pt x="500671" y="149386"/>
                    <a:pt x="499048" y="150198"/>
                    <a:pt x="498237" y="151010"/>
                  </a:cubicBezTo>
                  <a:cubicBezTo>
                    <a:pt x="495803" y="152634"/>
                    <a:pt x="489312" y="156693"/>
                    <a:pt x="488501" y="156693"/>
                  </a:cubicBezTo>
                  <a:cubicBezTo>
                    <a:pt x="488501" y="156693"/>
                    <a:pt x="487690" y="156693"/>
                    <a:pt x="486879" y="157505"/>
                  </a:cubicBezTo>
                  <a:cubicBezTo>
                    <a:pt x="485256" y="158317"/>
                    <a:pt x="481199" y="160752"/>
                    <a:pt x="477143" y="160752"/>
                  </a:cubicBezTo>
                  <a:cubicBezTo>
                    <a:pt x="474709" y="161564"/>
                    <a:pt x="472275" y="161564"/>
                    <a:pt x="469030" y="161564"/>
                  </a:cubicBezTo>
                  <a:cubicBezTo>
                    <a:pt x="464973" y="161564"/>
                    <a:pt x="464162" y="161564"/>
                    <a:pt x="461728" y="159129"/>
                  </a:cubicBezTo>
                  <a:cubicBezTo>
                    <a:pt x="456860" y="155881"/>
                    <a:pt x="454426" y="151010"/>
                    <a:pt x="454426" y="145327"/>
                  </a:cubicBezTo>
                  <a:cubicBezTo>
                    <a:pt x="456860" y="144515"/>
                    <a:pt x="456860" y="143703"/>
                    <a:pt x="457671" y="141267"/>
                  </a:cubicBezTo>
                  <a:close/>
                  <a:moveTo>
                    <a:pt x="461728" y="250871"/>
                  </a:moveTo>
                  <a:cubicBezTo>
                    <a:pt x="461728" y="250871"/>
                    <a:pt x="462539" y="250871"/>
                    <a:pt x="461728" y="250871"/>
                  </a:cubicBezTo>
                  <a:cubicBezTo>
                    <a:pt x="463351" y="249247"/>
                    <a:pt x="463351" y="249247"/>
                    <a:pt x="461728" y="250871"/>
                  </a:cubicBezTo>
                  <a:cubicBezTo>
                    <a:pt x="461728" y="250871"/>
                    <a:pt x="460916" y="250871"/>
                    <a:pt x="461728" y="250871"/>
                  </a:cubicBezTo>
                  <a:close/>
                  <a:moveTo>
                    <a:pt x="462539" y="252495"/>
                  </a:moveTo>
                  <a:cubicBezTo>
                    <a:pt x="462539" y="252495"/>
                    <a:pt x="462539" y="252495"/>
                    <a:pt x="462539" y="252495"/>
                  </a:cubicBezTo>
                  <a:cubicBezTo>
                    <a:pt x="463351" y="252495"/>
                    <a:pt x="463351" y="252495"/>
                    <a:pt x="462539" y="252495"/>
                  </a:cubicBezTo>
                  <a:cubicBezTo>
                    <a:pt x="463351" y="251683"/>
                    <a:pt x="463351" y="251683"/>
                    <a:pt x="462539" y="252495"/>
                  </a:cubicBezTo>
                  <a:cubicBezTo>
                    <a:pt x="463351" y="251683"/>
                    <a:pt x="462539" y="251683"/>
                    <a:pt x="462539" y="252495"/>
                  </a:cubicBezTo>
                  <a:close/>
                  <a:moveTo>
                    <a:pt x="463351" y="246812"/>
                  </a:moveTo>
                  <a:cubicBezTo>
                    <a:pt x="463351" y="246000"/>
                    <a:pt x="463351" y="246000"/>
                    <a:pt x="463351" y="245188"/>
                  </a:cubicBezTo>
                  <a:cubicBezTo>
                    <a:pt x="463351" y="245188"/>
                    <a:pt x="463351" y="245188"/>
                    <a:pt x="462539" y="246000"/>
                  </a:cubicBezTo>
                  <a:cubicBezTo>
                    <a:pt x="462539" y="246812"/>
                    <a:pt x="463351" y="247623"/>
                    <a:pt x="463351" y="246812"/>
                  </a:cubicBezTo>
                  <a:close/>
                  <a:moveTo>
                    <a:pt x="463351" y="250871"/>
                  </a:moveTo>
                  <a:cubicBezTo>
                    <a:pt x="463351" y="250871"/>
                    <a:pt x="464162" y="251683"/>
                    <a:pt x="463351" y="250871"/>
                  </a:cubicBezTo>
                  <a:cubicBezTo>
                    <a:pt x="464162" y="250871"/>
                    <a:pt x="464162" y="250871"/>
                    <a:pt x="463351" y="250871"/>
                  </a:cubicBezTo>
                  <a:cubicBezTo>
                    <a:pt x="463351" y="249247"/>
                    <a:pt x="463351" y="250059"/>
                    <a:pt x="463351" y="250871"/>
                  </a:cubicBezTo>
                  <a:close/>
                  <a:moveTo>
                    <a:pt x="464162" y="249247"/>
                  </a:moveTo>
                  <a:cubicBezTo>
                    <a:pt x="464162" y="250059"/>
                    <a:pt x="464162" y="250059"/>
                    <a:pt x="464162" y="249247"/>
                  </a:cubicBezTo>
                  <a:cubicBezTo>
                    <a:pt x="464973" y="250059"/>
                    <a:pt x="464973" y="249247"/>
                    <a:pt x="464162" y="249247"/>
                  </a:cubicBezTo>
                  <a:cubicBezTo>
                    <a:pt x="464162" y="248435"/>
                    <a:pt x="464162" y="248435"/>
                    <a:pt x="464162" y="248435"/>
                  </a:cubicBezTo>
                  <a:cubicBezTo>
                    <a:pt x="464162" y="248435"/>
                    <a:pt x="464162" y="249247"/>
                    <a:pt x="464162" y="249247"/>
                  </a:cubicBezTo>
                  <a:close/>
                  <a:moveTo>
                    <a:pt x="464162" y="242752"/>
                  </a:moveTo>
                  <a:cubicBezTo>
                    <a:pt x="464162" y="243564"/>
                    <a:pt x="464973" y="242752"/>
                    <a:pt x="465784" y="241940"/>
                  </a:cubicBezTo>
                  <a:cubicBezTo>
                    <a:pt x="465784" y="241940"/>
                    <a:pt x="465784" y="241128"/>
                    <a:pt x="464973" y="241128"/>
                  </a:cubicBezTo>
                  <a:cubicBezTo>
                    <a:pt x="464973" y="241128"/>
                    <a:pt x="464162" y="241128"/>
                    <a:pt x="464973" y="241940"/>
                  </a:cubicBezTo>
                  <a:cubicBezTo>
                    <a:pt x="464973" y="241940"/>
                    <a:pt x="464973" y="242752"/>
                    <a:pt x="464162" y="242752"/>
                  </a:cubicBezTo>
                  <a:cubicBezTo>
                    <a:pt x="464162" y="242752"/>
                    <a:pt x="464162" y="242752"/>
                    <a:pt x="464162" y="242752"/>
                  </a:cubicBezTo>
                  <a:close/>
                  <a:moveTo>
                    <a:pt x="466596" y="246000"/>
                  </a:moveTo>
                  <a:cubicBezTo>
                    <a:pt x="467407" y="246000"/>
                    <a:pt x="466596" y="246000"/>
                    <a:pt x="466596" y="246000"/>
                  </a:cubicBezTo>
                  <a:cubicBezTo>
                    <a:pt x="465784" y="244376"/>
                    <a:pt x="466596" y="242752"/>
                    <a:pt x="467407" y="242752"/>
                  </a:cubicBezTo>
                  <a:cubicBezTo>
                    <a:pt x="467407" y="242752"/>
                    <a:pt x="467407" y="242752"/>
                    <a:pt x="467407" y="241940"/>
                  </a:cubicBezTo>
                  <a:cubicBezTo>
                    <a:pt x="466596" y="241128"/>
                    <a:pt x="466596" y="241128"/>
                    <a:pt x="467407" y="241128"/>
                  </a:cubicBezTo>
                  <a:cubicBezTo>
                    <a:pt x="468218" y="241128"/>
                    <a:pt x="468218" y="241128"/>
                    <a:pt x="467407" y="240317"/>
                  </a:cubicBezTo>
                  <a:cubicBezTo>
                    <a:pt x="466596" y="239505"/>
                    <a:pt x="466596" y="240317"/>
                    <a:pt x="466596" y="241128"/>
                  </a:cubicBezTo>
                  <a:cubicBezTo>
                    <a:pt x="466596" y="241940"/>
                    <a:pt x="465784" y="242752"/>
                    <a:pt x="465784" y="242752"/>
                  </a:cubicBezTo>
                  <a:cubicBezTo>
                    <a:pt x="465784" y="242752"/>
                    <a:pt x="465784" y="243564"/>
                    <a:pt x="465784" y="243564"/>
                  </a:cubicBezTo>
                  <a:cubicBezTo>
                    <a:pt x="464973" y="244376"/>
                    <a:pt x="465784" y="246000"/>
                    <a:pt x="466596" y="246000"/>
                  </a:cubicBezTo>
                  <a:close/>
                  <a:moveTo>
                    <a:pt x="467407" y="253307"/>
                  </a:moveTo>
                  <a:cubicBezTo>
                    <a:pt x="468218" y="252495"/>
                    <a:pt x="467407" y="252495"/>
                    <a:pt x="467407" y="253307"/>
                  </a:cubicBezTo>
                  <a:cubicBezTo>
                    <a:pt x="467407" y="252495"/>
                    <a:pt x="467407" y="252495"/>
                    <a:pt x="467407" y="253307"/>
                  </a:cubicBezTo>
                  <a:cubicBezTo>
                    <a:pt x="467407" y="253307"/>
                    <a:pt x="467407" y="253307"/>
                    <a:pt x="467407" y="253307"/>
                  </a:cubicBezTo>
                  <a:close/>
                  <a:moveTo>
                    <a:pt x="467407" y="237069"/>
                  </a:moveTo>
                  <a:cubicBezTo>
                    <a:pt x="467407" y="237069"/>
                    <a:pt x="467407" y="237069"/>
                    <a:pt x="467407" y="237069"/>
                  </a:cubicBezTo>
                  <a:cubicBezTo>
                    <a:pt x="468218" y="237069"/>
                    <a:pt x="468218" y="237069"/>
                    <a:pt x="467407" y="237069"/>
                  </a:cubicBezTo>
                  <a:cubicBezTo>
                    <a:pt x="468218" y="236257"/>
                    <a:pt x="468218" y="235445"/>
                    <a:pt x="469030" y="235445"/>
                  </a:cubicBezTo>
                  <a:cubicBezTo>
                    <a:pt x="469841" y="234633"/>
                    <a:pt x="469841" y="233822"/>
                    <a:pt x="469030" y="233822"/>
                  </a:cubicBezTo>
                  <a:cubicBezTo>
                    <a:pt x="469030" y="233822"/>
                    <a:pt x="468218" y="234633"/>
                    <a:pt x="468218" y="234633"/>
                  </a:cubicBezTo>
                  <a:cubicBezTo>
                    <a:pt x="468218" y="235445"/>
                    <a:pt x="468218" y="235445"/>
                    <a:pt x="467407" y="235445"/>
                  </a:cubicBezTo>
                  <a:cubicBezTo>
                    <a:pt x="467407" y="235445"/>
                    <a:pt x="466596" y="236257"/>
                    <a:pt x="467407" y="237069"/>
                  </a:cubicBezTo>
                  <a:close/>
                  <a:moveTo>
                    <a:pt x="468218" y="250871"/>
                  </a:moveTo>
                  <a:cubicBezTo>
                    <a:pt x="468218" y="250871"/>
                    <a:pt x="468218" y="250871"/>
                    <a:pt x="468218" y="250871"/>
                  </a:cubicBezTo>
                  <a:cubicBezTo>
                    <a:pt x="468218" y="251683"/>
                    <a:pt x="468218" y="250871"/>
                    <a:pt x="468218" y="250871"/>
                  </a:cubicBezTo>
                  <a:cubicBezTo>
                    <a:pt x="468218" y="250871"/>
                    <a:pt x="468218" y="250871"/>
                    <a:pt x="468218" y="250871"/>
                  </a:cubicBezTo>
                  <a:cubicBezTo>
                    <a:pt x="468218" y="250871"/>
                    <a:pt x="467407" y="250871"/>
                    <a:pt x="468218" y="250871"/>
                  </a:cubicBezTo>
                  <a:close/>
                  <a:moveTo>
                    <a:pt x="468218" y="238693"/>
                  </a:moveTo>
                  <a:cubicBezTo>
                    <a:pt x="469030" y="238693"/>
                    <a:pt x="469030" y="238693"/>
                    <a:pt x="468218" y="238693"/>
                  </a:cubicBezTo>
                  <a:cubicBezTo>
                    <a:pt x="469030" y="238693"/>
                    <a:pt x="469030" y="237881"/>
                    <a:pt x="468218" y="238693"/>
                  </a:cubicBezTo>
                  <a:cubicBezTo>
                    <a:pt x="468218" y="237881"/>
                    <a:pt x="468218" y="237881"/>
                    <a:pt x="468218" y="238693"/>
                  </a:cubicBezTo>
                  <a:cubicBezTo>
                    <a:pt x="468218" y="238693"/>
                    <a:pt x="468218" y="238693"/>
                    <a:pt x="468218" y="238693"/>
                  </a:cubicBezTo>
                  <a:close/>
                  <a:moveTo>
                    <a:pt x="469841" y="237069"/>
                  </a:moveTo>
                  <a:cubicBezTo>
                    <a:pt x="470652" y="236257"/>
                    <a:pt x="470652" y="236257"/>
                    <a:pt x="470652" y="235445"/>
                  </a:cubicBezTo>
                  <a:cubicBezTo>
                    <a:pt x="469841" y="234633"/>
                    <a:pt x="469841" y="233822"/>
                    <a:pt x="469841" y="235445"/>
                  </a:cubicBezTo>
                  <a:cubicBezTo>
                    <a:pt x="469841" y="236257"/>
                    <a:pt x="469841" y="236257"/>
                    <a:pt x="469841" y="236257"/>
                  </a:cubicBezTo>
                  <a:cubicBezTo>
                    <a:pt x="469841" y="236257"/>
                    <a:pt x="469030" y="236257"/>
                    <a:pt x="469030" y="236257"/>
                  </a:cubicBezTo>
                  <a:cubicBezTo>
                    <a:pt x="469030" y="236257"/>
                    <a:pt x="469030" y="237069"/>
                    <a:pt x="469030" y="237069"/>
                  </a:cubicBezTo>
                  <a:cubicBezTo>
                    <a:pt x="468218" y="237069"/>
                    <a:pt x="469030" y="237881"/>
                    <a:pt x="469841" y="237069"/>
                  </a:cubicBezTo>
                  <a:close/>
                  <a:moveTo>
                    <a:pt x="469841" y="247623"/>
                  </a:moveTo>
                  <a:cubicBezTo>
                    <a:pt x="470652" y="248435"/>
                    <a:pt x="470652" y="247623"/>
                    <a:pt x="469841" y="247623"/>
                  </a:cubicBezTo>
                  <a:cubicBezTo>
                    <a:pt x="470652" y="247623"/>
                    <a:pt x="470652" y="247623"/>
                    <a:pt x="469841" y="247623"/>
                  </a:cubicBezTo>
                  <a:cubicBezTo>
                    <a:pt x="469841" y="247623"/>
                    <a:pt x="469841" y="247623"/>
                    <a:pt x="469841" y="247623"/>
                  </a:cubicBezTo>
                  <a:cubicBezTo>
                    <a:pt x="469841" y="247623"/>
                    <a:pt x="469841" y="247623"/>
                    <a:pt x="469841" y="247623"/>
                  </a:cubicBezTo>
                  <a:close/>
                  <a:moveTo>
                    <a:pt x="469841" y="242752"/>
                  </a:moveTo>
                  <a:cubicBezTo>
                    <a:pt x="470652" y="242752"/>
                    <a:pt x="470652" y="243564"/>
                    <a:pt x="469841" y="242752"/>
                  </a:cubicBezTo>
                  <a:cubicBezTo>
                    <a:pt x="470652" y="243564"/>
                    <a:pt x="470652" y="243564"/>
                    <a:pt x="469841" y="242752"/>
                  </a:cubicBezTo>
                  <a:cubicBezTo>
                    <a:pt x="470652" y="242752"/>
                    <a:pt x="470652" y="241940"/>
                    <a:pt x="469841" y="242752"/>
                  </a:cubicBezTo>
                  <a:cubicBezTo>
                    <a:pt x="469841" y="241940"/>
                    <a:pt x="469841" y="242752"/>
                    <a:pt x="469841" y="242752"/>
                  </a:cubicBezTo>
                  <a:close/>
                  <a:moveTo>
                    <a:pt x="470652" y="233822"/>
                  </a:moveTo>
                  <a:cubicBezTo>
                    <a:pt x="470652" y="234633"/>
                    <a:pt x="470652" y="234633"/>
                    <a:pt x="470652" y="233822"/>
                  </a:cubicBezTo>
                  <a:cubicBezTo>
                    <a:pt x="470652" y="234633"/>
                    <a:pt x="470652" y="234633"/>
                    <a:pt x="470652" y="233822"/>
                  </a:cubicBezTo>
                  <a:cubicBezTo>
                    <a:pt x="470652" y="233822"/>
                    <a:pt x="470652" y="233822"/>
                    <a:pt x="470652" y="233822"/>
                  </a:cubicBezTo>
                  <a:cubicBezTo>
                    <a:pt x="470652" y="233822"/>
                    <a:pt x="469841" y="233822"/>
                    <a:pt x="470652" y="233822"/>
                  </a:cubicBezTo>
                  <a:close/>
                  <a:moveTo>
                    <a:pt x="470652" y="233010"/>
                  </a:moveTo>
                  <a:cubicBezTo>
                    <a:pt x="471464" y="233822"/>
                    <a:pt x="471464" y="233010"/>
                    <a:pt x="470652" y="233010"/>
                  </a:cubicBezTo>
                  <a:cubicBezTo>
                    <a:pt x="471464" y="232198"/>
                    <a:pt x="471464" y="232198"/>
                    <a:pt x="471464" y="232198"/>
                  </a:cubicBezTo>
                  <a:cubicBezTo>
                    <a:pt x="472275" y="233010"/>
                    <a:pt x="473086" y="231386"/>
                    <a:pt x="473086" y="230574"/>
                  </a:cubicBezTo>
                  <a:cubicBezTo>
                    <a:pt x="473086" y="229762"/>
                    <a:pt x="473086" y="229762"/>
                    <a:pt x="473898" y="229762"/>
                  </a:cubicBezTo>
                  <a:cubicBezTo>
                    <a:pt x="474709" y="229762"/>
                    <a:pt x="473898" y="229762"/>
                    <a:pt x="473898" y="229762"/>
                  </a:cubicBezTo>
                  <a:cubicBezTo>
                    <a:pt x="473898" y="230574"/>
                    <a:pt x="473898" y="230574"/>
                    <a:pt x="473898" y="229762"/>
                  </a:cubicBezTo>
                  <a:cubicBezTo>
                    <a:pt x="474709" y="229762"/>
                    <a:pt x="474709" y="228950"/>
                    <a:pt x="474709" y="228950"/>
                  </a:cubicBezTo>
                  <a:cubicBezTo>
                    <a:pt x="474709" y="228950"/>
                    <a:pt x="474709" y="228138"/>
                    <a:pt x="474709" y="227326"/>
                  </a:cubicBezTo>
                  <a:cubicBezTo>
                    <a:pt x="474709" y="226515"/>
                    <a:pt x="474709" y="226515"/>
                    <a:pt x="474709" y="226515"/>
                  </a:cubicBezTo>
                  <a:cubicBezTo>
                    <a:pt x="474709" y="226515"/>
                    <a:pt x="474709" y="226515"/>
                    <a:pt x="474709" y="227326"/>
                  </a:cubicBezTo>
                  <a:cubicBezTo>
                    <a:pt x="474709" y="228138"/>
                    <a:pt x="474709" y="228138"/>
                    <a:pt x="474709" y="228138"/>
                  </a:cubicBezTo>
                  <a:cubicBezTo>
                    <a:pt x="473898" y="228138"/>
                    <a:pt x="473898" y="228138"/>
                    <a:pt x="473898" y="228950"/>
                  </a:cubicBezTo>
                  <a:cubicBezTo>
                    <a:pt x="473898" y="228950"/>
                    <a:pt x="473898" y="229762"/>
                    <a:pt x="473898" y="229762"/>
                  </a:cubicBezTo>
                  <a:cubicBezTo>
                    <a:pt x="472275" y="229762"/>
                    <a:pt x="470652" y="233010"/>
                    <a:pt x="470652" y="233010"/>
                  </a:cubicBezTo>
                  <a:close/>
                  <a:moveTo>
                    <a:pt x="470652" y="246000"/>
                  </a:moveTo>
                  <a:cubicBezTo>
                    <a:pt x="470652" y="246812"/>
                    <a:pt x="471464" y="246812"/>
                    <a:pt x="470652" y="246000"/>
                  </a:cubicBezTo>
                  <a:lnTo>
                    <a:pt x="472275" y="244376"/>
                  </a:lnTo>
                  <a:cubicBezTo>
                    <a:pt x="473086" y="243564"/>
                    <a:pt x="473086" y="243564"/>
                    <a:pt x="473086" y="243564"/>
                  </a:cubicBezTo>
                  <a:cubicBezTo>
                    <a:pt x="473086" y="243564"/>
                    <a:pt x="473898" y="244376"/>
                    <a:pt x="473898" y="243564"/>
                  </a:cubicBezTo>
                  <a:cubicBezTo>
                    <a:pt x="474709" y="243564"/>
                    <a:pt x="473086" y="241940"/>
                    <a:pt x="472275" y="241940"/>
                  </a:cubicBezTo>
                  <a:cubicBezTo>
                    <a:pt x="472275" y="241940"/>
                    <a:pt x="472275" y="241940"/>
                    <a:pt x="472275" y="242752"/>
                  </a:cubicBezTo>
                  <a:cubicBezTo>
                    <a:pt x="472275" y="242752"/>
                    <a:pt x="472275" y="243564"/>
                    <a:pt x="471464" y="244376"/>
                  </a:cubicBezTo>
                  <a:cubicBezTo>
                    <a:pt x="470652" y="244376"/>
                    <a:pt x="470652" y="245188"/>
                    <a:pt x="470652" y="246000"/>
                  </a:cubicBezTo>
                  <a:close/>
                  <a:moveTo>
                    <a:pt x="471464" y="239505"/>
                  </a:moveTo>
                  <a:cubicBezTo>
                    <a:pt x="471464" y="240317"/>
                    <a:pt x="473086" y="239505"/>
                    <a:pt x="473898" y="239505"/>
                  </a:cubicBezTo>
                  <a:cubicBezTo>
                    <a:pt x="473898" y="239505"/>
                    <a:pt x="474709" y="238693"/>
                    <a:pt x="474709" y="237881"/>
                  </a:cubicBezTo>
                  <a:cubicBezTo>
                    <a:pt x="474709" y="237069"/>
                    <a:pt x="474709" y="237069"/>
                    <a:pt x="473898" y="237881"/>
                  </a:cubicBezTo>
                  <a:cubicBezTo>
                    <a:pt x="473898" y="239505"/>
                    <a:pt x="473086" y="239505"/>
                    <a:pt x="471464" y="239505"/>
                  </a:cubicBezTo>
                  <a:cubicBezTo>
                    <a:pt x="472275" y="239505"/>
                    <a:pt x="471464" y="239505"/>
                    <a:pt x="471464" y="239505"/>
                  </a:cubicBezTo>
                  <a:close/>
                  <a:moveTo>
                    <a:pt x="472275" y="246812"/>
                  </a:moveTo>
                  <a:cubicBezTo>
                    <a:pt x="473086" y="246812"/>
                    <a:pt x="473086" y="246000"/>
                    <a:pt x="472275" y="246812"/>
                  </a:cubicBezTo>
                  <a:cubicBezTo>
                    <a:pt x="473086" y="246000"/>
                    <a:pt x="473086" y="246000"/>
                    <a:pt x="472275" y="246000"/>
                  </a:cubicBezTo>
                  <a:cubicBezTo>
                    <a:pt x="472275" y="246000"/>
                    <a:pt x="472275" y="246000"/>
                    <a:pt x="472275" y="246812"/>
                  </a:cubicBezTo>
                  <a:cubicBezTo>
                    <a:pt x="471464" y="246000"/>
                    <a:pt x="472275" y="246812"/>
                    <a:pt x="472275" y="246812"/>
                  </a:cubicBezTo>
                  <a:close/>
                  <a:moveTo>
                    <a:pt x="473898" y="233822"/>
                  </a:moveTo>
                  <a:cubicBezTo>
                    <a:pt x="473898" y="233822"/>
                    <a:pt x="473898" y="233822"/>
                    <a:pt x="473898" y="233822"/>
                  </a:cubicBezTo>
                  <a:cubicBezTo>
                    <a:pt x="474709" y="234633"/>
                    <a:pt x="474709" y="234633"/>
                    <a:pt x="474709" y="233822"/>
                  </a:cubicBezTo>
                  <a:cubicBezTo>
                    <a:pt x="474709" y="233010"/>
                    <a:pt x="474709" y="233822"/>
                    <a:pt x="473898" y="233822"/>
                  </a:cubicBezTo>
                  <a:cubicBezTo>
                    <a:pt x="473898" y="233010"/>
                    <a:pt x="473898" y="233010"/>
                    <a:pt x="473898" y="233822"/>
                  </a:cubicBezTo>
                  <a:close/>
                  <a:moveTo>
                    <a:pt x="474709" y="220020"/>
                  </a:moveTo>
                  <a:cubicBezTo>
                    <a:pt x="475520" y="219208"/>
                    <a:pt x="475520" y="218396"/>
                    <a:pt x="475520" y="219208"/>
                  </a:cubicBezTo>
                  <a:cubicBezTo>
                    <a:pt x="475520" y="219208"/>
                    <a:pt x="475520" y="218396"/>
                    <a:pt x="476332" y="218396"/>
                  </a:cubicBezTo>
                  <a:lnTo>
                    <a:pt x="476332" y="216772"/>
                  </a:lnTo>
                  <a:lnTo>
                    <a:pt x="475520" y="218396"/>
                  </a:lnTo>
                  <a:cubicBezTo>
                    <a:pt x="474709" y="218396"/>
                    <a:pt x="474709" y="219208"/>
                    <a:pt x="474709" y="220020"/>
                  </a:cubicBezTo>
                  <a:cubicBezTo>
                    <a:pt x="473898" y="220831"/>
                    <a:pt x="474709" y="220831"/>
                    <a:pt x="474709" y="220020"/>
                  </a:cubicBezTo>
                  <a:close/>
                  <a:moveTo>
                    <a:pt x="474709" y="225703"/>
                  </a:moveTo>
                  <a:cubicBezTo>
                    <a:pt x="474709" y="226515"/>
                    <a:pt x="476332" y="225703"/>
                    <a:pt x="475520" y="224891"/>
                  </a:cubicBezTo>
                  <a:cubicBezTo>
                    <a:pt x="475520" y="224891"/>
                    <a:pt x="475520" y="224891"/>
                    <a:pt x="474709" y="224891"/>
                  </a:cubicBezTo>
                  <a:cubicBezTo>
                    <a:pt x="474709" y="224891"/>
                    <a:pt x="473898" y="224891"/>
                    <a:pt x="474709" y="225703"/>
                  </a:cubicBezTo>
                  <a:close/>
                  <a:moveTo>
                    <a:pt x="475520" y="233010"/>
                  </a:moveTo>
                  <a:cubicBezTo>
                    <a:pt x="475520" y="233010"/>
                    <a:pt x="476332" y="232198"/>
                    <a:pt x="475520" y="233010"/>
                  </a:cubicBezTo>
                  <a:cubicBezTo>
                    <a:pt x="475520" y="232198"/>
                    <a:pt x="474709" y="232198"/>
                    <a:pt x="475520" y="233010"/>
                  </a:cubicBezTo>
                  <a:cubicBezTo>
                    <a:pt x="474709" y="233010"/>
                    <a:pt x="475520" y="233010"/>
                    <a:pt x="475520" y="233010"/>
                  </a:cubicBezTo>
                  <a:close/>
                  <a:moveTo>
                    <a:pt x="477143" y="233822"/>
                  </a:moveTo>
                  <a:cubicBezTo>
                    <a:pt x="477954" y="233010"/>
                    <a:pt x="477954" y="232198"/>
                    <a:pt x="477954" y="232198"/>
                  </a:cubicBezTo>
                  <a:cubicBezTo>
                    <a:pt x="477954" y="231386"/>
                    <a:pt x="477143" y="233822"/>
                    <a:pt x="476332" y="235445"/>
                  </a:cubicBezTo>
                  <a:cubicBezTo>
                    <a:pt x="475520" y="236257"/>
                    <a:pt x="476332" y="234633"/>
                    <a:pt x="477143" y="233822"/>
                  </a:cubicBezTo>
                  <a:close/>
                  <a:moveTo>
                    <a:pt x="476332" y="222455"/>
                  </a:moveTo>
                  <a:cubicBezTo>
                    <a:pt x="476332" y="223267"/>
                    <a:pt x="477143" y="223267"/>
                    <a:pt x="477143" y="222455"/>
                  </a:cubicBezTo>
                  <a:cubicBezTo>
                    <a:pt x="477143" y="222455"/>
                    <a:pt x="476332" y="221643"/>
                    <a:pt x="476332" y="222455"/>
                  </a:cubicBezTo>
                  <a:cubicBezTo>
                    <a:pt x="476332" y="221643"/>
                    <a:pt x="475520" y="222455"/>
                    <a:pt x="476332" y="222455"/>
                  </a:cubicBezTo>
                  <a:close/>
                  <a:moveTo>
                    <a:pt x="477954" y="222455"/>
                  </a:moveTo>
                  <a:cubicBezTo>
                    <a:pt x="477954" y="222455"/>
                    <a:pt x="478765" y="222455"/>
                    <a:pt x="479577" y="221643"/>
                  </a:cubicBezTo>
                  <a:cubicBezTo>
                    <a:pt x="480388" y="220020"/>
                    <a:pt x="481199" y="218396"/>
                    <a:pt x="480388" y="218396"/>
                  </a:cubicBezTo>
                  <a:cubicBezTo>
                    <a:pt x="480388" y="218396"/>
                    <a:pt x="479577" y="218396"/>
                    <a:pt x="479577" y="219208"/>
                  </a:cubicBezTo>
                  <a:cubicBezTo>
                    <a:pt x="479577" y="220020"/>
                    <a:pt x="478765" y="221643"/>
                    <a:pt x="478765" y="220831"/>
                  </a:cubicBezTo>
                  <a:cubicBezTo>
                    <a:pt x="478765" y="220831"/>
                    <a:pt x="477954" y="220831"/>
                    <a:pt x="478765" y="220831"/>
                  </a:cubicBezTo>
                  <a:cubicBezTo>
                    <a:pt x="478765" y="220831"/>
                    <a:pt x="478765" y="221643"/>
                    <a:pt x="477954" y="222455"/>
                  </a:cubicBezTo>
                  <a:cubicBezTo>
                    <a:pt x="477954" y="221643"/>
                    <a:pt x="477143" y="222455"/>
                    <a:pt x="477954" y="222455"/>
                  </a:cubicBezTo>
                  <a:close/>
                  <a:moveTo>
                    <a:pt x="477954" y="228950"/>
                  </a:moveTo>
                  <a:cubicBezTo>
                    <a:pt x="477954" y="228138"/>
                    <a:pt x="478765" y="228138"/>
                    <a:pt x="478765" y="227326"/>
                  </a:cubicBezTo>
                  <a:cubicBezTo>
                    <a:pt x="478765" y="227326"/>
                    <a:pt x="478765" y="226515"/>
                    <a:pt x="478765" y="226515"/>
                  </a:cubicBezTo>
                  <a:cubicBezTo>
                    <a:pt x="478765" y="226515"/>
                    <a:pt x="477954" y="227326"/>
                    <a:pt x="477954" y="228950"/>
                  </a:cubicBezTo>
                  <a:cubicBezTo>
                    <a:pt x="477954" y="229762"/>
                    <a:pt x="477954" y="229762"/>
                    <a:pt x="477954" y="228950"/>
                  </a:cubicBezTo>
                  <a:close/>
                  <a:moveTo>
                    <a:pt x="478765" y="212713"/>
                  </a:moveTo>
                  <a:cubicBezTo>
                    <a:pt x="478765" y="212713"/>
                    <a:pt x="478765" y="212713"/>
                    <a:pt x="478765" y="212713"/>
                  </a:cubicBezTo>
                  <a:cubicBezTo>
                    <a:pt x="478765" y="211901"/>
                    <a:pt x="478765" y="211901"/>
                    <a:pt x="478765" y="212713"/>
                  </a:cubicBezTo>
                  <a:cubicBezTo>
                    <a:pt x="478765" y="211901"/>
                    <a:pt x="478765" y="211901"/>
                    <a:pt x="478765" y="212713"/>
                  </a:cubicBezTo>
                  <a:cubicBezTo>
                    <a:pt x="477954" y="212713"/>
                    <a:pt x="477954" y="212713"/>
                    <a:pt x="478765" y="212713"/>
                  </a:cubicBezTo>
                  <a:close/>
                  <a:moveTo>
                    <a:pt x="479577" y="226515"/>
                  </a:moveTo>
                  <a:cubicBezTo>
                    <a:pt x="479577" y="227326"/>
                    <a:pt x="480388" y="225703"/>
                    <a:pt x="480388" y="224891"/>
                  </a:cubicBezTo>
                  <a:cubicBezTo>
                    <a:pt x="480388" y="224891"/>
                    <a:pt x="480388" y="224891"/>
                    <a:pt x="479577" y="224891"/>
                  </a:cubicBezTo>
                  <a:cubicBezTo>
                    <a:pt x="478765" y="224891"/>
                    <a:pt x="479577" y="225703"/>
                    <a:pt x="479577" y="226515"/>
                  </a:cubicBezTo>
                  <a:close/>
                  <a:moveTo>
                    <a:pt x="479577" y="215148"/>
                  </a:moveTo>
                  <a:cubicBezTo>
                    <a:pt x="480388" y="216772"/>
                    <a:pt x="480388" y="215960"/>
                    <a:pt x="479577" y="215148"/>
                  </a:cubicBezTo>
                  <a:cubicBezTo>
                    <a:pt x="480388" y="214336"/>
                    <a:pt x="480388" y="213525"/>
                    <a:pt x="479577" y="213525"/>
                  </a:cubicBezTo>
                  <a:cubicBezTo>
                    <a:pt x="479577" y="214336"/>
                    <a:pt x="479577" y="214336"/>
                    <a:pt x="479577" y="215148"/>
                  </a:cubicBezTo>
                  <a:close/>
                  <a:moveTo>
                    <a:pt x="480388" y="227326"/>
                  </a:moveTo>
                  <a:cubicBezTo>
                    <a:pt x="481199" y="226515"/>
                    <a:pt x="481199" y="226515"/>
                    <a:pt x="480388" y="227326"/>
                  </a:cubicBezTo>
                  <a:cubicBezTo>
                    <a:pt x="481199" y="225703"/>
                    <a:pt x="481199" y="225703"/>
                    <a:pt x="480388" y="227326"/>
                  </a:cubicBezTo>
                  <a:cubicBezTo>
                    <a:pt x="480388" y="226515"/>
                    <a:pt x="480388" y="226515"/>
                    <a:pt x="480388" y="227326"/>
                  </a:cubicBezTo>
                  <a:cubicBezTo>
                    <a:pt x="480388" y="227326"/>
                    <a:pt x="480388" y="227326"/>
                    <a:pt x="480388" y="227326"/>
                  </a:cubicBezTo>
                  <a:close/>
                  <a:moveTo>
                    <a:pt x="481199" y="214336"/>
                  </a:moveTo>
                  <a:cubicBezTo>
                    <a:pt x="481199" y="214336"/>
                    <a:pt x="481199" y="213525"/>
                    <a:pt x="481199" y="214336"/>
                  </a:cubicBezTo>
                  <a:cubicBezTo>
                    <a:pt x="481199" y="213525"/>
                    <a:pt x="481199" y="212713"/>
                    <a:pt x="481199" y="212713"/>
                  </a:cubicBezTo>
                  <a:cubicBezTo>
                    <a:pt x="481199" y="212713"/>
                    <a:pt x="481199" y="212713"/>
                    <a:pt x="481199" y="211901"/>
                  </a:cubicBezTo>
                  <a:cubicBezTo>
                    <a:pt x="481199" y="211901"/>
                    <a:pt x="481199" y="211901"/>
                    <a:pt x="480388" y="211901"/>
                  </a:cubicBezTo>
                  <a:cubicBezTo>
                    <a:pt x="480388" y="212713"/>
                    <a:pt x="481199" y="214336"/>
                    <a:pt x="481199" y="214336"/>
                  </a:cubicBezTo>
                  <a:close/>
                  <a:moveTo>
                    <a:pt x="482011" y="222455"/>
                  </a:moveTo>
                  <a:cubicBezTo>
                    <a:pt x="482822" y="222455"/>
                    <a:pt x="483633" y="221643"/>
                    <a:pt x="483633" y="220831"/>
                  </a:cubicBezTo>
                  <a:cubicBezTo>
                    <a:pt x="483633" y="220831"/>
                    <a:pt x="483633" y="220020"/>
                    <a:pt x="483633" y="220020"/>
                  </a:cubicBezTo>
                  <a:cubicBezTo>
                    <a:pt x="483633" y="220020"/>
                    <a:pt x="483633" y="220020"/>
                    <a:pt x="482822" y="220831"/>
                  </a:cubicBezTo>
                  <a:cubicBezTo>
                    <a:pt x="482011" y="221643"/>
                    <a:pt x="482822" y="221643"/>
                    <a:pt x="482011" y="222455"/>
                  </a:cubicBezTo>
                  <a:cubicBezTo>
                    <a:pt x="482011" y="221643"/>
                    <a:pt x="482011" y="221643"/>
                    <a:pt x="482011" y="221643"/>
                  </a:cubicBezTo>
                  <a:cubicBezTo>
                    <a:pt x="482011" y="221643"/>
                    <a:pt x="482011" y="221643"/>
                    <a:pt x="482011" y="220831"/>
                  </a:cubicBezTo>
                  <a:cubicBezTo>
                    <a:pt x="482011" y="220831"/>
                    <a:pt x="482011" y="221643"/>
                    <a:pt x="482011" y="222455"/>
                  </a:cubicBezTo>
                  <a:cubicBezTo>
                    <a:pt x="481199" y="222455"/>
                    <a:pt x="481199" y="222455"/>
                    <a:pt x="482011" y="222455"/>
                  </a:cubicBezTo>
                  <a:close/>
                  <a:moveTo>
                    <a:pt x="482011" y="206218"/>
                  </a:moveTo>
                  <a:cubicBezTo>
                    <a:pt x="482822" y="205406"/>
                    <a:pt x="482822" y="205406"/>
                    <a:pt x="482822" y="205406"/>
                  </a:cubicBezTo>
                  <a:cubicBezTo>
                    <a:pt x="482822" y="205406"/>
                    <a:pt x="482011" y="205406"/>
                    <a:pt x="482011" y="206218"/>
                  </a:cubicBezTo>
                  <a:cubicBezTo>
                    <a:pt x="481199" y="207029"/>
                    <a:pt x="481199" y="207029"/>
                    <a:pt x="482011" y="206218"/>
                  </a:cubicBezTo>
                  <a:close/>
                  <a:moveTo>
                    <a:pt x="482011" y="214336"/>
                  </a:moveTo>
                  <a:cubicBezTo>
                    <a:pt x="482822" y="214336"/>
                    <a:pt x="482822" y="214336"/>
                    <a:pt x="482011" y="214336"/>
                  </a:cubicBezTo>
                  <a:cubicBezTo>
                    <a:pt x="482011" y="215148"/>
                    <a:pt x="482011" y="215148"/>
                    <a:pt x="482011" y="215148"/>
                  </a:cubicBezTo>
                  <a:cubicBezTo>
                    <a:pt x="482011" y="215148"/>
                    <a:pt x="482822" y="214336"/>
                    <a:pt x="482822" y="214336"/>
                  </a:cubicBezTo>
                  <a:cubicBezTo>
                    <a:pt x="483633" y="213525"/>
                    <a:pt x="482822" y="212713"/>
                    <a:pt x="482011" y="214336"/>
                  </a:cubicBezTo>
                  <a:cubicBezTo>
                    <a:pt x="482011" y="213525"/>
                    <a:pt x="482011" y="214336"/>
                    <a:pt x="482011" y="214336"/>
                  </a:cubicBezTo>
                  <a:close/>
                  <a:moveTo>
                    <a:pt x="482011" y="212713"/>
                  </a:moveTo>
                  <a:cubicBezTo>
                    <a:pt x="482011" y="212713"/>
                    <a:pt x="483633" y="212713"/>
                    <a:pt x="483633" y="212713"/>
                  </a:cubicBezTo>
                  <a:cubicBezTo>
                    <a:pt x="483633" y="212713"/>
                    <a:pt x="484445" y="211901"/>
                    <a:pt x="484445" y="211901"/>
                  </a:cubicBezTo>
                  <a:cubicBezTo>
                    <a:pt x="484445" y="211089"/>
                    <a:pt x="484445" y="211089"/>
                    <a:pt x="482822" y="211901"/>
                  </a:cubicBezTo>
                  <a:cubicBezTo>
                    <a:pt x="482822" y="211901"/>
                    <a:pt x="482011" y="212713"/>
                    <a:pt x="482011" y="212713"/>
                  </a:cubicBezTo>
                  <a:close/>
                  <a:moveTo>
                    <a:pt x="482822" y="210277"/>
                  </a:moveTo>
                  <a:cubicBezTo>
                    <a:pt x="482822" y="210277"/>
                    <a:pt x="483633" y="210277"/>
                    <a:pt x="482822" y="210277"/>
                  </a:cubicBezTo>
                  <a:cubicBezTo>
                    <a:pt x="483633" y="209465"/>
                    <a:pt x="484445" y="209465"/>
                    <a:pt x="485256" y="210277"/>
                  </a:cubicBezTo>
                  <a:cubicBezTo>
                    <a:pt x="486067" y="211089"/>
                    <a:pt x="486067" y="210277"/>
                    <a:pt x="486879" y="209465"/>
                  </a:cubicBezTo>
                  <a:cubicBezTo>
                    <a:pt x="487690" y="208653"/>
                    <a:pt x="487690" y="208653"/>
                    <a:pt x="487690" y="208653"/>
                  </a:cubicBezTo>
                  <a:cubicBezTo>
                    <a:pt x="487690" y="208653"/>
                    <a:pt x="487690" y="209465"/>
                    <a:pt x="488501" y="208653"/>
                  </a:cubicBezTo>
                  <a:cubicBezTo>
                    <a:pt x="488501" y="208653"/>
                    <a:pt x="489312" y="208653"/>
                    <a:pt x="488501" y="207841"/>
                  </a:cubicBezTo>
                  <a:cubicBezTo>
                    <a:pt x="487690" y="207029"/>
                    <a:pt x="488501" y="207029"/>
                    <a:pt x="488501" y="206218"/>
                  </a:cubicBezTo>
                  <a:cubicBezTo>
                    <a:pt x="488501" y="205406"/>
                    <a:pt x="489312" y="204594"/>
                    <a:pt x="489312" y="204594"/>
                  </a:cubicBezTo>
                  <a:cubicBezTo>
                    <a:pt x="489312" y="204594"/>
                    <a:pt x="489312" y="204594"/>
                    <a:pt x="489312" y="204594"/>
                  </a:cubicBezTo>
                  <a:cubicBezTo>
                    <a:pt x="489312" y="203782"/>
                    <a:pt x="489312" y="202970"/>
                    <a:pt x="490124" y="202970"/>
                  </a:cubicBezTo>
                  <a:cubicBezTo>
                    <a:pt x="490124" y="202970"/>
                    <a:pt x="490935" y="202970"/>
                    <a:pt x="490935" y="202158"/>
                  </a:cubicBezTo>
                  <a:cubicBezTo>
                    <a:pt x="490935" y="201346"/>
                    <a:pt x="490935" y="202158"/>
                    <a:pt x="490124" y="202158"/>
                  </a:cubicBezTo>
                  <a:cubicBezTo>
                    <a:pt x="490124" y="202158"/>
                    <a:pt x="490124" y="202158"/>
                    <a:pt x="490124" y="201346"/>
                  </a:cubicBezTo>
                  <a:cubicBezTo>
                    <a:pt x="490124" y="200534"/>
                    <a:pt x="490935" y="200534"/>
                    <a:pt x="490935" y="200534"/>
                  </a:cubicBezTo>
                  <a:cubicBezTo>
                    <a:pt x="490935" y="200534"/>
                    <a:pt x="490935" y="200534"/>
                    <a:pt x="490935" y="200534"/>
                  </a:cubicBezTo>
                  <a:cubicBezTo>
                    <a:pt x="490935" y="200534"/>
                    <a:pt x="490935" y="199723"/>
                    <a:pt x="490935" y="199723"/>
                  </a:cubicBezTo>
                  <a:cubicBezTo>
                    <a:pt x="490935" y="199723"/>
                    <a:pt x="491747" y="198911"/>
                    <a:pt x="491747" y="198911"/>
                  </a:cubicBezTo>
                  <a:cubicBezTo>
                    <a:pt x="491747" y="198911"/>
                    <a:pt x="491747" y="198099"/>
                    <a:pt x="491747" y="197287"/>
                  </a:cubicBezTo>
                  <a:cubicBezTo>
                    <a:pt x="491747" y="196475"/>
                    <a:pt x="491747" y="196475"/>
                    <a:pt x="490935" y="195663"/>
                  </a:cubicBezTo>
                  <a:cubicBezTo>
                    <a:pt x="490124" y="195663"/>
                    <a:pt x="490124" y="194851"/>
                    <a:pt x="490124" y="194851"/>
                  </a:cubicBezTo>
                  <a:cubicBezTo>
                    <a:pt x="490124" y="194851"/>
                    <a:pt x="490124" y="194851"/>
                    <a:pt x="490124" y="194851"/>
                  </a:cubicBezTo>
                  <a:cubicBezTo>
                    <a:pt x="489312" y="194851"/>
                    <a:pt x="489312" y="195663"/>
                    <a:pt x="490124" y="195663"/>
                  </a:cubicBezTo>
                  <a:cubicBezTo>
                    <a:pt x="490935" y="195663"/>
                    <a:pt x="490935" y="197287"/>
                    <a:pt x="489312" y="198099"/>
                  </a:cubicBezTo>
                  <a:cubicBezTo>
                    <a:pt x="488501" y="198911"/>
                    <a:pt x="488501" y="198911"/>
                    <a:pt x="488501" y="199723"/>
                  </a:cubicBezTo>
                  <a:cubicBezTo>
                    <a:pt x="488501" y="200534"/>
                    <a:pt x="488501" y="200534"/>
                    <a:pt x="488501" y="199723"/>
                  </a:cubicBezTo>
                  <a:cubicBezTo>
                    <a:pt x="488501" y="198911"/>
                    <a:pt x="487690" y="199723"/>
                    <a:pt x="487690" y="200534"/>
                  </a:cubicBezTo>
                  <a:cubicBezTo>
                    <a:pt x="487690" y="201346"/>
                    <a:pt x="487690" y="202158"/>
                    <a:pt x="486879" y="202158"/>
                  </a:cubicBezTo>
                  <a:cubicBezTo>
                    <a:pt x="486879" y="202158"/>
                    <a:pt x="486879" y="202158"/>
                    <a:pt x="486879" y="202158"/>
                  </a:cubicBezTo>
                  <a:cubicBezTo>
                    <a:pt x="486879" y="202158"/>
                    <a:pt x="486879" y="202970"/>
                    <a:pt x="486067" y="202970"/>
                  </a:cubicBezTo>
                  <a:cubicBezTo>
                    <a:pt x="485256" y="202970"/>
                    <a:pt x="485256" y="203782"/>
                    <a:pt x="485256" y="203782"/>
                  </a:cubicBezTo>
                  <a:cubicBezTo>
                    <a:pt x="485256" y="204594"/>
                    <a:pt x="485256" y="205406"/>
                    <a:pt x="484445" y="205406"/>
                  </a:cubicBezTo>
                  <a:cubicBezTo>
                    <a:pt x="484445" y="205406"/>
                    <a:pt x="484445" y="204594"/>
                    <a:pt x="484445" y="204594"/>
                  </a:cubicBezTo>
                  <a:cubicBezTo>
                    <a:pt x="484445" y="203782"/>
                    <a:pt x="483633" y="203782"/>
                    <a:pt x="482822" y="204594"/>
                  </a:cubicBezTo>
                  <a:cubicBezTo>
                    <a:pt x="482011" y="205406"/>
                    <a:pt x="482011" y="206218"/>
                    <a:pt x="482822" y="205406"/>
                  </a:cubicBezTo>
                  <a:cubicBezTo>
                    <a:pt x="483633" y="204594"/>
                    <a:pt x="484445" y="206218"/>
                    <a:pt x="484445" y="206218"/>
                  </a:cubicBezTo>
                  <a:cubicBezTo>
                    <a:pt x="484445" y="206218"/>
                    <a:pt x="483633" y="206218"/>
                    <a:pt x="483633" y="206218"/>
                  </a:cubicBezTo>
                  <a:cubicBezTo>
                    <a:pt x="483633" y="206218"/>
                    <a:pt x="483633" y="206218"/>
                    <a:pt x="483633" y="207029"/>
                  </a:cubicBezTo>
                  <a:cubicBezTo>
                    <a:pt x="483633" y="207841"/>
                    <a:pt x="483633" y="207841"/>
                    <a:pt x="482822" y="207841"/>
                  </a:cubicBezTo>
                  <a:cubicBezTo>
                    <a:pt x="482011" y="207841"/>
                    <a:pt x="482011" y="207029"/>
                    <a:pt x="482822" y="206218"/>
                  </a:cubicBezTo>
                  <a:cubicBezTo>
                    <a:pt x="482822" y="205406"/>
                    <a:pt x="482822" y="205406"/>
                    <a:pt x="482011" y="206218"/>
                  </a:cubicBezTo>
                  <a:cubicBezTo>
                    <a:pt x="481199" y="207029"/>
                    <a:pt x="481199" y="207029"/>
                    <a:pt x="481199" y="207841"/>
                  </a:cubicBezTo>
                  <a:cubicBezTo>
                    <a:pt x="481199" y="208653"/>
                    <a:pt x="483633" y="209465"/>
                    <a:pt x="482822" y="210277"/>
                  </a:cubicBezTo>
                  <a:cubicBezTo>
                    <a:pt x="482822" y="209465"/>
                    <a:pt x="482822" y="209465"/>
                    <a:pt x="482822" y="210277"/>
                  </a:cubicBezTo>
                  <a:close/>
                  <a:moveTo>
                    <a:pt x="483633" y="219208"/>
                  </a:moveTo>
                  <a:cubicBezTo>
                    <a:pt x="483633" y="219208"/>
                    <a:pt x="484445" y="219208"/>
                    <a:pt x="483633" y="219208"/>
                  </a:cubicBezTo>
                  <a:cubicBezTo>
                    <a:pt x="484445" y="218396"/>
                    <a:pt x="483633" y="218396"/>
                    <a:pt x="483633" y="219208"/>
                  </a:cubicBezTo>
                  <a:cubicBezTo>
                    <a:pt x="482822" y="219208"/>
                    <a:pt x="482822" y="219208"/>
                    <a:pt x="483633" y="219208"/>
                  </a:cubicBezTo>
                  <a:close/>
                  <a:moveTo>
                    <a:pt x="483633" y="223267"/>
                  </a:moveTo>
                  <a:cubicBezTo>
                    <a:pt x="483633" y="223267"/>
                    <a:pt x="484445" y="222455"/>
                    <a:pt x="485256" y="221643"/>
                  </a:cubicBezTo>
                  <a:cubicBezTo>
                    <a:pt x="486067" y="220020"/>
                    <a:pt x="486067" y="219208"/>
                    <a:pt x="485256" y="220831"/>
                  </a:cubicBezTo>
                  <a:cubicBezTo>
                    <a:pt x="483633" y="221643"/>
                    <a:pt x="482822" y="223267"/>
                    <a:pt x="483633" y="223267"/>
                  </a:cubicBezTo>
                  <a:close/>
                  <a:moveTo>
                    <a:pt x="485256" y="215960"/>
                  </a:moveTo>
                  <a:cubicBezTo>
                    <a:pt x="485256" y="215960"/>
                    <a:pt x="486067" y="215960"/>
                    <a:pt x="486067" y="215148"/>
                  </a:cubicBezTo>
                  <a:cubicBezTo>
                    <a:pt x="486067" y="214336"/>
                    <a:pt x="486067" y="214336"/>
                    <a:pt x="485256" y="215148"/>
                  </a:cubicBezTo>
                  <a:cubicBezTo>
                    <a:pt x="485256" y="215148"/>
                    <a:pt x="485256" y="215960"/>
                    <a:pt x="485256" y="215960"/>
                  </a:cubicBezTo>
                  <a:close/>
                  <a:moveTo>
                    <a:pt x="486067" y="219208"/>
                  </a:moveTo>
                  <a:cubicBezTo>
                    <a:pt x="486879" y="219208"/>
                    <a:pt x="489312" y="214336"/>
                    <a:pt x="490124" y="213525"/>
                  </a:cubicBezTo>
                  <a:cubicBezTo>
                    <a:pt x="490935" y="211901"/>
                    <a:pt x="492558" y="208653"/>
                    <a:pt x="494180" y="207029"/>
                  </a:cubicBezTo>
                  <a:cubicBezTo>
                    <a:pt x="494180" y="207029"/>
                    <a:pt x="494992" y="205406"/>
                    <a:pt x="495803" y="204594"/>
                  </a:cubicBezTo>
                  <a:cubicBezTo>
                    <a:pt x="496615" y="203782"/>
                    <a:pt x="496615" y="202970"/>
                    <a:pt x="496615" y="202970"/>
                  </a:cubicBezTo>
                  <a:cubicBezTo>
                    <a:pt x="496615" y="202970"/>
                    <a:pt x="496615" y="202970"/>
                    <a:pt x="496615" y="202970"/>
                  </a:cubicBezTo>
                  <a:cubicBezTo>
                    <a:pt x="496615" y="202970"/>
                    <a:pt x="493369" y="207841"/>
                    <a:pt x="490935" y="211901"/>
                  </a:cubicBezTo>
                  <a:cubicBezTo>
                    <a:pt x="490124" y="212713"/>
                    <a:pt x="490124" y="213525"/>
                    <a:pt x="489312" y="213525"/>
                  </a:cubicBezTo>
                  <a:cubicBezTo>
                    <a:pt x="489312" y="213525"/>
                    <a:pt x="489312" y="214336"/>
                    <a:pt x="488501" y="214336"/>
                  </a:cubicBezTo>
                  <a:cubicBezTo>
                    <a:pt x="488501" y="215148"/>
                    <a:pt x="488501" y="215148"/>
                    <a:pt x="487690" y="215960"/>
                  </a:cubicBezTo>
                  <a:cubicBezTo>
                    <a:pt x="486879" y="215960"/>
                    <a:pt x="486879" y="216772"/>
                    <a:pt x="487690" y="216772"/>
                  </a:cubicBezTo>
                  <a:cubicBezTo>
                    <a:pt x="487690" y="216772"/>
                    <a:pt x="487690" y="217584"/>
                    <a:pt x="486879" y="218396"/>
                  </a:cubicBezTo>
                  <a:cubicBezTo>
                    <a:pt x="486067" y="218396"/>
                    <a:pt x="485256" y="219208"/>
                    <a:pt x="486067" y="219208"/>
                  </a:cubicBezTo>
                  <a:close/>
                  <a:moveTo>
                    <a:pt x="486879" y="213525"/>
                  </a:moveTo>
                  <a:cubicBezTo>
                    <a:pt x="486879" y="213525"/>
                    <a:pt x="487690" y="213525"/>
                    <a:pt x="487690" y="213525"/>
                  </a:cubicBezTo>
                  <a:cubicBezTo>
                    <a:pt x="487690" y="213525"/>
                    <a:pt x="488501" y="212713"/>
                    <a:pt x="488501" y="212713"/>
                  </a:cubicBezTo>
                  <a:cubicBezTo>
                    <a:pt x="487690" y="211901"/>
                    <a:pt x="486067" y="212713"/>
                    <a:pt x="486879" y="213525"/>
                  </a:cubicBezTo>
                  <a:close/>
                  <a:moveTo>
                    <a:pt x="487690" y="201346"/>
                  </a:moveTo>
                  <a:cubicBezTo>
                    <a:pt x="487690" y="202158"/>
                    <a:pt x="488501" y="202158"/>
                    <a:pt x="488501" y="200534"/>
                  </a:cubicBezTo>
                  <a:cubicBezTo>
                    <a:pt x="488501" y="199723"/>
                    <a:pt x="488501" y="199723"/>
                    <a:pt x="488501" y="199723"/>
                  </a:cubicBezTo>
                  <a:cubicBezTo>
                    <a:pt x="488501" y="199723"/>
                    <a:pt x="487690" y="200534"/>
                    <a:pt x="487690" y="201346"/>
                  </a:cubicBezTo>
                  <a:close/>
                  <a:moveTo>
                    <a:pt x="488501" y="209465"/>
                  </a:moveTo>
                  <a:cubicBezTo>
                    <a:pt x="488501" y="210277"/>
                    <a:pt x="488501" y="210277"/>
                    <a:pt x="488501" y="209465"/>
                  </a:cubicBezTo>
                  <a:cubicBezTo>
                    <a:pt x="489312" y="209465"/>
                    <a:pt x="489312" y="208653"/>
                    <a:pt x="489312" y="208653"/>
                  </a:cubicBezTo>
                  <a:cubicBezTo>
                    <a:pt x="489312" y="207841"/>
                    <a:pt x="489312" y="207841"/>
                    <a:pt x="488501" y="207841"/>
                  </a:cubicBezTo>
                  <a:cubicBezTo>
                    <a:pt x="489312" y="207841"/>
                    <a:pt x="488501" y="208653"/>
                    <a:pt x="488501" y="209465"/>
                  </a:cubicBezTo>
                  <a:close/>
                  <a:moveTo>
                    <a:pt x="489312" y="198099"/>
                  </a:moveTo>
                  <a:cubicBezTo>
                    <a:pt x="490124" y="198099"/>
                    <a:pt x="490124" y="198099"/>
                    <a:pt x="489312" y="198099"/>
                  </a:cubicBezTo>
                  <a:cubicBezTo>
                    <a:pt x="490124" y="197287"/>
                    <a:pt x="489312" y="197287"/>
                    <a:pt x="489312" y="198099"/>
                  </a:cubicBezTo>
                  <a:cubicBezTo>
                    <a:pt x="489312" y="198099"/>
                    <a:pt x="489312" y="198099"/>
                    <a:pt x="489312" y="198099"/>
                  </a:cubicBezTo>
                  <a:close/>
                  <a:moveTo>
                    <a:pt x="491747" y="204594"/>
                  </a:moveTo>
                  <a:cubicBezTo>
                    <a:pt x="491747" y="204594"/>
                    <a:pt x="491747" y="204594"/>
                    <a:pt x="491747" y="204594"/>
                  </a:cubicBezTo>
                  <a:cubicBezTo>
                    <a:pt x="491747" y="203782"/>
                    <a:pt x="491747" y="203782"/>
                    <a:pt x="491747" y="204594"/>
                  </a:cubicBezTo>
                  <a:cubicBezTo>
                    <a:pt x="491747" y="204594"/>
                    <a:pt x="491747" y="205406"/>
                    <a:pt x="491747" y="204594"/>
                  </a:cubicBezTo>
                  <a:close/>
                  <a:moveTo>
                    <a:pt x="492558" y="195663"/>
                  </a:moveTo>
                  <a:cubicBezTo>
                    <a:pt x="493369" y="195663"/>
                    <a:pt x="493369" y="195663"/>
                    <a:pt x="492558" y="195663"/>
                  </a:cubicBezTo>
                  <a:cubicBezTo>
                    <a:pt x="492558" y="197287"/>
                    <a:pt x="494180" y="197287"/>
                    <a:pt x="494180" y="195663"/>
                  </a:cubicBezTo>
                  <a:cubicBezTo>
                    <a:pt x="494180" y="194851"/>
                    <a:pt x="494992" y="194039"/>
                    <a:pt x="494992" y="194039"/>
                  </a:cubicBezTo>
                  <a:cubicBezTo>
                    <a:pt x="494992" y="194039"/>
                    <a:pt x="495803" y="193228"/>
                    <a:pt x="495803" y="192416"/>
                  </a:cubicBezTo>
                  <a:cubicBezTo>
                    <a:pt x="495803" y="191604"/>
                    <a:pt x="496615" y="191604"/>
                    <a:pt x="496615" y="190792"/>
                  </a:cubicBezTo>
                  <a:cubicBezTo>
                    <a:pt x="496615" y="190792"/>
                    <a:pt x="496615" y="189980"/>
                    <a:pt x="497426" y="189168"/>
                  </a:cubicBezTo>
                  <a:cubicBezTo>
                    <a:pt x="498237" y="188356"/>
                    <a:pt x="498237" y="188356"/>
                    <a:pt x="498237" y="188356"/>
                  </a:cubicBezTo>
                  <a:cubicBezTo>
                    <a:pt x="498237" y="187544"/>
                    <a:pt x="496615" y="186732"/>
                    <a:pt x="496615" y="187544"/>
                  </a:cubicBezTo>
                  <a:cubicBezTo>
                    <a:pt x="496615" y="187544"/>
                    <a:pt x="496615" y="188356"/>
                    <a:pt x="496615" y="188356"/>
                  </a:cubicBezTo>
                  <a:cubicBezTo>
                    <a:pt x="496615" y="188356"/>
                    <a:pt x="496615" y="189168"/>
                    <a:pt x="496615" y="189168"/>
                  </a:cubicBezTo>
                  <a:cubicBezTo>
                    <a:pt x="496615" y="189980"/>
                    <a:pt x="496615" y="189980"/>
                    <a:pt x="496615" y="189980"/>
                  </a:cubicBezTo>
                  <a:cubicBezTo>
                    <a:pt x="496615" y="189980"/>
                    <a:pt x="495803" y="189980"/>
                    <a:pt x="495803" y="190792"/>
                  </a:cubicBezTo>
                  <a:cubicBezTo>
                    <a:pt x="495803" y="191604"/>
                    <a:pt x="494992" y="191604"/>
                    <a:pt x="494992" y="191604"/>
                  </a:cubicBezTo>
                  <a:cubicBezTo>
                    <a:pt x="494992" y="191604"/>
                    <a:pt x="494180" y="191604"/>
                    <a:pt x="494180" y="191604"/>
                  </a:cubicBezTo>
                  <a:cubicBezTo>
                    <a:pt x="494180" y="192416"/>
                    <a:pt x="494180" y="192416"/>
                    <a:pt x="494992" y="192416"/>
                  </a:cubicBezTo>
                  <a:cubicBezTo>
                    <a:pt x="495803" y="192416"/>
                    <a:pt x="494992" y="192416"/>
                    <a:pt x="494180" y="193228"/>
                  </a:cubicBezTo>
                  <a:cubicBezTo>
                    <a:pt x="493369" y="193228"/>
                    <a:pt x="492558" y="194039"/>
                    <a:pt x="493369" y="194039"/>
                  </a:cubicBezTo>
                  <a:cubicBezTo>
                    <a:pt x="493369" y="194039"/>
                    <a:pt x="493369" y="194039"/>
                    <a:pt x="493369" y="194851"/>
                  </a:cubicBezTo>
                  <a:cubicBezTo>
                    <a:pt x="493369" y="194851"/>
                    <a:pt x="492558" y="194851"/>
                    <a:pt x="492558" y="194851"/>
                  </a:cubicBezTo>
                  <a:cubicBezTo>
                    <a:pt x="493369" y="194851"/>
                    <a:pt x="492558" y="194851"/>
                    <a:pt x="492558" y="195663"/>
                  </a:cubicBezTo>
                  <a:cubicBezTo>
                    <a:pt x="491747" y="196475"/>
                    <a:pt x="491747" y="196475"/>
                    <a:pt x="492558" y="195663"/>
                  </a:cubicBezTo>
                  <a:close/>
                  <a:moveTo>
                    <a:pt x="492558" y="188356"/>
                  </a:moveTo>
                  <a:cubicBezTo>
                    <a:pt x="492558" y="188356"/>
                    <a:pt x="492558" y="188356"/>
                    <a:pt x="492558" y="188356"/>
                  </a:cubicBezTo>
                  <a:cubicBezTo>
                    <a:pt x="493369" y="188356"/>
                    <a:pt x="493369" y="188356"/>
                    <a:pt x="493369" y="187544"/>
                  </a:cubicBezTo>
                  <a:cubicBezTo>
                    <a:pt x="493369" y="186732"/>
                    <a:pt x="493369" y="187544"/>
                    <a:pt x="492558" y="188356"/>
                  </a:cubicBezTo>
                  <a:cubicBezTo>
                    <a:pt x="492558" y="187544"/>
                    <a:pt x="492558" y="187544"/>
                    <a:pt x="492558" y="188356"/>
                  </a:cubicBezTo>
                  <a:close/>
                  <a:moveTo>
                    <a:pt x="494180" y="191604"/>
                  </a:moveTo>
                  <a:cubicBezTo>
                    <a:pt x="494180" y="190792"/>
                    <a:pt x="494992" y="189980"/>
                    <a:pt x="494992" y="189980"/>
                  </a:cubicBezTo>
                  <a:cubicBezTo>
                    <a:pt x="494992" y="189980"/>
                    <a:pt x="494992" y="189980"/>
                    <a:pt x="494992" y="190792"/>
                  </a:cubicBezTo>
                  <a:cubicBezTo>
                    <a:pt x="494992" y="190792"/>
                    <a:pt x="494992" y="191604"/>
                    <a:pt x="494992" y="190792"/>
                  </a:cubicBezTo>
                  <a:cubicBezTo>
                    <a:pt x="495803" y="189980"/>
                    <a:pt x="495803" y="188356"/>
                    <a:pt x="494992" y="188356"/>
                  </a:cubicBezTo>
                  <a:cubicBezTo>
                    <a:pt x="494992" y="188356"/>
                    <a:pt x="494180" y="189980"/>
                    <a:pt x="494180" y="191604"/>
                  </a:cubicBezTo>
                  <a:cubicBezTo>
                    <a:pt x="493369" y="193228"/>
                    <a:pt x="493369" y="193228"/>
                    <a:pt x="494180" y="191604"/>
                  </a:cubicBezTo>
                  <a:close/>
                  <a:moveTo>
                    <a:pt x="494992" y="185109"/>
                  </a:moveTo>
                  <a:cubicBezTo>
                    <a:pt x="495803" y="185109"/>
                    <a:pt x="495803" y="184297"/>
                    <a:pt x="495803" y="184297"/>
                  </a:cubicBezTo>
                  <a:cubicBezTo>
                    <a:pt x="495803" y="183485"/>
                    <a:pt x="494992" y="183485"/>
                    <a:pt x="494992" y="185109"/>
                  </a:cubicBezTo>
                  <a:cubicBezTo>
                    <a:pt x="494992" y="184297"/>
                    <a:pt x="494180" y="185109"/>
                    <a:pt x="494992" y="185109"/>
                  </a:cubicBezTo>
                  <a:cubicBezTo>
                    <a:pt x="494180" y="185109"/>
                    <a:pt x="494992" y="185109"/>
                    <a:pt x="494992" y="185109"/>
                  </a:cubicBezTo>
                  <a:close/>
                  <a:moveTo>
                    <a:pt x="495803" y="188356"/>
                  </a:moveTo>
                  <a:cubicBezTo>
                    <a:pt x="495803" y="188356"/>
                    <a:pt x="496615" y="188356"/>
                    <a:pt x="495803" y="188356"/>
                  </a:cubicBezTo>
                  <a:cubicBezTo>
                    <a:pt x="496615" y="187544"/>
                    <a:pt x="496615" y="187544"/>
                    <a:pt x="495803" y="187544"/>
                  </a:cubicBezTo>
                  <a:cubicBezTo>
                    <a:pt x="495803" y="187544"/>
                    <a:pt x="494992" y="187544"/>
                    <a:pt x="495803" y="188356"/>
                  </a:cubicBezTo>
                  <a:cubicBezTo>
                    <a:pt x="494992" y="188356"/>
                    <a:pt x="495803" y="188356"/>
                    <a:pt x="495803" y="188356"/>
                  </a:cubicBezTo>
                  <a:close/>
                  <a:moveTo>
                    <a:pt x="496615" y="202970"/>
                  </a:moveTo>
                  <a:cubicBezTo>
                    <a:pt x="496615" y="202970"/>
                    <a:pt x="497426" y="202970"/>
                    <a:pt x="496615" y="202970"/>
                  </a:cubicBezTo>
                  <a:cubicBezTo>
                    <a:pt x="497426" y="202158"/>
                    <a:pt x="497426" y="202158"/>
                    <a:pt x="497426" y="202158"/>
                  </a:cubicBezTo>
                  <a:cubicBezTo>
                    <a:pt x="497426" y="202158"/>
                    <a:pt x="497426" y="202158"/>
                    <a:pt x="497426" y="202158"/>
                  </a:cubicBezTo>
                  <a:cubicBezTo>
                    <a:pt x="497426" y="202158"/>
                    <a:pt x="497426" y="201346"/>
                    <a:pt x="496615" y="202158"/>
                  </a:cubicBezTo>
                  <a:cubicBezTo>
                    <a:pt x="495803" y="202158"/>
                    <a:pt x="495803" y="202970"/>
                    <a:pt x="496615" y="202970"/>
                  </a:cubicBezTo>
                  <a:close/>
                  <a:moveTo>
                    <a:pt x="496615" y="181861"/>
                  </a:moveTo>
                  <a:cubicBezTo>
                    <a:pt x="497426" y="181861"/>
                    <a:pt x="497426" y="181861"/>
                    <a:pt x="496615" y="181861"/>
                  </a:cubicBezTo>
                  <a:cubicBezTo>
                    <a:pt x="496615" y="181861"/>
                    <a:pt x="497426" y="181049"/>
                    <a:pt x="498237" y="180237"/>
                  </a:cubicBezTo>
                  <a:cubicBezTo>
                    <a:pt x="499860" y="177802"/>
                    <a:pt x="499860" y="177802"/>
                    <a:pt x="498237" y="180237"/>
                  </a:cubicBezTo>
                  <a:cubicBezTo>
                    <a:pt x="496615" y="181049"/>
                    <a:pt x="496615" y="181861"/>
                    <a:pt x="496615" y="181861"/>
                  </a:cubicBezTo>
                  <a:close/>
                  <a:moveTo>
                    <a:pt x="498237" y="185921"/>
                  </a:moveTo>
                  <a:cubicBezTo>
                    <a:pt x="498237" y="185921"/>
                    <a:pt x="499048" y="185109"/>
                    <a:pt x="499860" y="184297"/>
                  </a:cubicBezTo>
                  <a:cubicBezTo>
                    <a:pt x="500671" y="183485"/>
                    <a:pt x="500671" y="182673"/>
                    <a:pt x="501482" y="182673"/>
                  </a:cubicBezTo>
                  <a:cubicBezTo>
                    <a:pt x="502294" y="182673"/>
                    <a:pt x="503916" y="181049"/>
                    <a:pt x="503916" y="180237"/>
                  </a:cubicBezTo>
                  <a:cubicBezTo>
                    <a:pt x="503916" y="179426"/>
                    <a:pt x="503916" y="179426"/>
                    <a:pt x="503105" y="180237"/>
                  </a:cubicBezTo>
                  <a:cubicBezTo>
                    <a:pt x="502294" y="181049"/>
                    <a:pt x="502294" y="181049"/>
                    <a:pt x="502294" y="180237"/>
                  </a:cubicBezTo>
                  <a:cubicBezTo>
                    <a:pt x="503105" y="178614"/>
                    <a:pt x="502294" y="179426"/>
                    <a:pt x="500671" y="182673"/>
                  </a:cubicBezTo>
                  <a:cubicBezTo>
                    <a:pt x="498237" y="184297"/>
                    <a:pt x="497426" y="185109"/>
                    <a:pt x="498237" y="185921"/>
                  </a:cubicBezTo>
                  <a:cubicBezTo>
                    <a:pt x="497426" y="185921"/>
                    <a:pt x="497426" y="185921"/>
                    <a:pt x="497426" y="185921"/>
                  </a:cubicBezTo>
                  <a:cubicBezTo>
                    <a:pt x="496615" y="186732"/>
                    <a:pt x="497426" y="186732"/>
                    <a:pt x="498237" y="185921"/>
                  </a:cubicBezTo>
                  <a:close/>
                  <a:moveTo>
                    <a:pt x="498237" y="187544"/>
                  </a:moveTo>
                  <a:cubicBezTo>
                    <a:pt x="498237" y="187544"/>
                    <a:pt x="499048" y="187544"/>
                    <a:pt x="498237" y="187544"/>
                  </a:cubicBezTo>
                  <a:cubicBezTo>
                    <a:pt x="499048" y="189168"/>
                    <a:pt x="499860" y="187544"/>
                    <a:pt x="499860" y="186732"/>
                  </a:cubicBezTo>
                  <a:cubicBezTo>
                    <a:pt x="499860" y="185921"/>
                    <a:pt x="500671" y="185921"/>
                    <a:pt x="501482" y="185921"/>
                  </a:cubicBezTo>
                  <a:cubicBezTo>
                    <a:pt x="502294" y="185921"/>
                    <a:pt x="503105" y="185921"/>
                    <a:pt x="503105" y="185109"/>
                  </a:cubicBezTo>
                  <a:cubicBezTo>
                    <a:pt x="503105" y="185109"/>
                    <a:pt x="503105" y="185109"/>
                    <a:pt x="502294" y="185109"/>
                  </a:cubicBezTo>
                  <a:cubicBezTo>
                    <a:pt x="501482" y="185109"/>
                    <a:pt x="500671" y="185109"/>
                    <a:pt x="500671" y="185109"/>
                  </a:cubicBezTo>
                  <a:cubicBezTo>
                    <a:pt x="500671" y="185109"/>
                    <a:pt x="500671" y="184297"/>
                    <a:pt x="500671" y="184297"/>
                  </a:cubicBezTo>
                  <a:cubicBezTo>
                    <a:pt x="500671" y="183485"/>
                    <a:pt x="500671" y="183485"/>
                    <a:pt x="499860" y="184297"/>
                  </a:cubicBezTo>
                  <a:cubicBezTo>
                    <a:pt x="499048" y="185109"/>
                    <a:pt x="499860" y="185109"/>
                    <a:pt x="499860" y="185921"/>
                  </a:cubicBezTo>
                  <a:cubicBezTo>
                    <a:pt x="499860" y="185921"/>
                    <a:pt x="499860" y="186732"/>
                    <a:pt x="499860" y="186732"/>
                  </a:cubicBezTo>
                  <a:cubicBezTo>
                    <a:pt x="499860" y="186732"/>
                    <a:pt x="499860" y="186732"/>
                    <a:pt x="499860" y="187544"/>
                  </a:cubicBezTo>
                  <a:cubicBezTo>
                    <a:pt x="499048" y="186732"/>
                    <a:pt x="499048" y="187544"/>
                    <a:pt x="498237" y="187544"/>
                  </a:cubicBezTo>
                  <a:cubicBezTo>
                    <a:pt x="498237" y="186732"/>
                    <a:pt x="497426" y="187544"/>
                    <a:pt x="498237" y="187544"/>
                  </a:cubicBezTo>
                  <a:cubicBezTo>
                    <a:pt x="497426" y="188356"/>
                    <a:pt x="497426" y="188356"/>
                    <a:pt x="498237" y="187544"/>
                  </a:cubicBezTo>
                  <a:close/>
                  <a:moveTo>
                    <a:pt x="498237" y="198099"/>
                  </a:moveTo>
                  <a:cubicBezTo>
                    <a:pt x="498237" y="198099"/>
                    <a:pt x="498237" y="198099"/>
                    <a:pt x="498237" y="198099"/>
                  </a:cubicBezTo>
                  <a:cubicBezTo>
                    <a:pt x="498237" y="197287"/>
                    <a:pt x="498237" y="198099"/>
                    <a:pt x="498237" y="198099"/>
                  </a:cubicBezTo>
                  <a:cubicBezTo>
                    <a:pt x="497426" y="198911"/>
                    <a:pt x="497426" y="198911"/>
                    <a:pt x="498237" y="198099"/>
                  </a:cubicBezTo>
                  <a:close/>
                  <a:moveTo>
                    <a:pt x="499048" y="198911"/>
                  </a:moveTo>
                  <a:cubicBezTo>
                    <a:pt x="499048" y="199723"/>
                    <a:pt x="499048" y="199723"/>
                    <a:pt x="499048" y="198911"/>
                  </a:cubicBezTo>
                  <a:cubicBezTo>
                    <a:pt x="499048" y="198911"/>
                    <a:pt x="499048" y="198099"/>
                    <a:pt x="499048" y="198911"/>
                  </a:cubicBezTo>
                  <a:cubicBezTo>
                    <a:pt x="499048" y="198911"/>
                    <a:pt x="498237" y="198911"/>
                    <a:pt x="499048" y="198911"/>
                  </a:cubicBezTo>
                  <a:close/>
                  <a:moveTo>
                    <a:pt x="499860" y="189980"/>
                  </a:moveTo>
                  <a:cubicBezTo>
                    <a:pt x="499860" y="189980"/>
                    <a:pt x="499860" y="189980"/>
                    <a:pt x="499860" y="189980"/>
                  </a:cubicBezTo>
                  <a:cubicBezTo>
                    <a:pt x="499860" y="189980"/>
                    <a:pt x="499860" y="189168"/>
                    <a:pt x="499860" y="189980"/>
                  </a:cubicBezTo>
                  <a:cubicBezTo>
                    <a:pt x="499048" y="189168"/>
                    <a:pt x="499048" y="189168"/>
                    <a:pt x="499860" y="189980"/>
                  </a:cubicBezTo>
                  <a:cubicBezTo>
                    <a:pt x="499048" y="189980"/>
                    <a:pt x="499048" y="189980"/>
                    <a:pt x="499860" y="189980"/>
                  </a:cubicBezTo>
                  <a:close/>
                  <a:moveTo>
                    <a:pt x="499860" y="176178"/>
                  </a:moveTo>
                  <a:cubicBezTo>
                    <a:pt x="499860" y="176178"/>
                    <a:pt x="499860" y="176178"/>
                    <a:pt x="499860" y="176178"/>
                  </a:cubicBezTo>
                  <a:cubicBezTo>
                    <a:pt x="500671" y="176178"/>
                    <a:pt x="501482" y="175366"/>
                    <a:pt x="501482" y="174554"/>
                  </a:cubicBezTo>
                  <a:cubicBezTo>
                    <a:pt x="502294" y="173742"/>
                    <a:pt x="502294" y="173742"/>
                    <a:pt x="500671" y="174554"/>
                  </a:cubicBezTo>
                  <a:cubicBezTo>
                    <a:pt x="500671" y="174554"/>
                    <a:pt x="499860" y="175366"/>
                    <a:pt x="499860" y="176178"/>
                  </a:cubicBezTo>
                  <a:close/>
                  <a:moveTo>
                    <a:pt x="502294" y="178614"/>
                  </a:moveTo>
                  <a:cubicBezTo>
                    <a:pt x="503105" y="178614"/>
                    <a:pt x="503916" y="177802"/>
                    <a:pt x="503916" y="176990"/>
                  </a:cubicBezTo>
                  <a:cubicBezTo>
                    <a:pt x="503916" y="176178"/>
                    <a:pt x="503916" y="176178"/>
                    <a:pt x="503105" y="176990"/>
                  </a:cubicBezTo>
                  <a:cubicBezTo>
                    <a:pt x="501482" y="177802"/>
                    <a:pt x="501482" y="178614"/>
                    <a:pt x="502294" y="178614"/>
                  </a:cubicBezTo>
                  <a:close/>
                  <a:moveTo>
                    <a:pt x="503916" y="189980"/>
                  </a:moveTo>
                  <a:cubicBezTo>
                    <a:pt x="503916" y="189980"/>
                    <a:pt x="503916" y="189168"/>
                    <a:pt x="503916" y="189980"/>
                  </a:cubicBezTo>
                  <a:cubicBezTo>
                    <a:pt x="503916" y="189168"/>
                    <a:pt x="503916" y="189168"/>
                    <a:pt x="503916" y="189980"/>
                  </a:cubicBezTo>
                  <a:cubicBezTo>
                    <a:pt x="503105" y="189980"/>
                    <a:pt x="503105" y="189980"/>
                    <a:pt x="503916" y="189980"/>
                  </a:cubicBezTo>
                  <a:close/>
                  <a:moveTo>
                    <a:pt x="503916" y="178614"/>
                  </a:moveTo>
                  <a:cubicBezTo>
                    <a:pt x="503916" y="178614"/>
                    <a:pt x="503916" y="178614"/>
                    <a:pt x="503916" y="178614"/>
                  </a:cubicBezTo>
                  <a:cubicBezTo>
                    <a:pt x="504728" y="177802"/>
                    <a:pt x="503916" y="177802"/>
                    <a:pt x="503916" y="177802"/>
                  </a:cubicBezTo>
                  <a:cubicBezTo>
                    <a:pt x="503916" y="177802"/>
                    <a:pt x="503105" y="177802"/>
                    <a:pt x="503916" y="178614"/>
                  </a:cubicBezTo>
                  <a:cubicBezTo>
                    <a:pt x="503105" y="178614"/>
                    <a:pt x="503916" y="179426"/>
                    <a:pt x="503916" y="178614"/>
                  </a:cubicBezTo>
                  <a:close/>
                  <a:moveTo>
                    <a:pt x="504728" y="177802"/>
                  </a:moveTo>
                  <a:cubicBezTo>
                    <a:pt x="504728" y="177802"/>
                    <a:pt x="505539" y="176990"/>
                    <a:pt x="504728" y="177802"/>
                  </a:cubicBezTo>
                  <a:cubicBezTo>
                    <a:pt x="505539" y="176990"/>
                    <a:pt x="505539" y="176178"/>
                    <a:pt x="504728" y="176178"/>
                  </a:cubicBezTo>
                  <a:cubicBezTo>
                    <a:pt x="504728" y="176178"/>
                    <a:pt x="504728" y="176178"/>
                    <a:pt x="504728" y="177802"/>
                  </a:cubicBezTo>
                  <a:cubicBezTo>
                    <a:pt x="504728" y="176990"/>
                    <a:pt x="504728" y="177802"/>
                    <a:pt x="504728" y="177802"/>
                  </a:cubicBezTo>
                  <a:close/>
                  <a:moveTo>
                    <a:pt x="506350" y="173742"/>
                  </a:moveTo>
                  <a:cubicBezTo>
                    <a:pt x="506350" y="172931"/>
                    <a:pt x="507162" y="172931"/>
                    <a:pt x="506350" y="173742"/>
                  </a:cubicBezTo>
                  <a:cubicBezTo>
                    <a:pt x="507162" y="173742"/>
                    <a:pt x="506350" y="173742"/>
                    <a:pt x="506350" y="173742"/>
                  </a:cubicBezTo>
                  <a:cubicBezTo>
                    <a:pt x="506350" y="174554"/>
                    <a:pt x="506350" y="174554"/>
                    <a:pt x="506350" y="175366"/>
                  </a:cubicBezTo>
                  <a:cubicBezTo>
                    <a:pt x="506350" y="176178"/>
                    <a:pt x="507973" y="175366"/>
                    <a:pt x="507973" y="173742"/>
                  </a:cubicBezTo>
                  <a:cubicBezTo>
                    <a:pt x="507973" y="172931"/>
                    <a:pt x="508784" y="172931"/>
                    <a:pt x="508784" y="172931"/>
                  </a:cubicBezTo>
                  <a:cubicBezTo>
                    <a:pt x="508784" y="172931"/>
                    <a:pt x="509595" y="172931"/>
                    <a:pt x="509595" y="172931"/>
                  </a:cubicBezTo>
                  <a:cubicBezTo>
                    <a:pt x="509595" y="172931"/>
                    <a:pt x="509595" y="172119"/>
                    <a:pt x="508784" y="172119"/>
                  </a:cubicBezTo>
                  <a:cubicBezTo>
                    <a:pt x="507973" y="172119"/>
                    <a:pt x="507973" y="172119"/>
                    <a:pt x="507973" y="172119"/>
                  </a:cubicBezTo>
                  <a:cubicBezTo>
                    <a:pt x="507973" y="172119"/>
                    <a:pt x="507973" y="172119"/>
                    <a:pt x="507973" y="172119"/>
                  </a:cubicBezTo>
                  <a:lnTo>
                    <a:pt x="506350" y="173742"/>
                  </a:lnTo>
                  <a:cubicBezTo>
                    <a:pt x="506350" y="172931"/>
                    <a:pt x="505539" y="172931"/>
                    <a:pt x="506350" y="173742"/>
                  </a:cubicBezTo>
                  <a:cubicBezTo>
                    <a:pt x="505539" y="173742"/>
                    <a:pt x="505539" y="173742"/>
                    <a:pt x="506350" y="173742"/>
                  </a:cubicBezTo>
                  <a:close/>
                  <a:moveTo>
                    <a:pt x="507162" y="141267"/>
                  </a:moveTo>
                  <a:cubicBezTo>
                    <a:pt x="507973" y="141267"/>
                    <a:pt x="507973" y="141267"/>
                    <a:pt x="507973" y="141267"/>
                  </a:cubicBezTo>
                  <a:cubicBezTo>
                    <a:pt x="507973" y="140455"/>
                    <a:pt x="507973" y="140455"/>
                    <a:pt x="507162" y="141267"/>
                  </a:cubicBezTo>
                  <a:cubicBezTo>
                    <a:pt x="506350" y="141267"/>
                    <a:pt x="506350" y="141267"/>
                    <a:pt x="507162" y="141267"/>
                  </a:cubicBezTo>
                  <a:close/>
                  <a:moveTo>
                    <a:pt x="508784" y="176178"/>
                  </a:moveTo>
                  <a:cubicBezTo>
                    <a:pt x="508784" y="176178"/>
                    <a:pt x="509595" y="175366"/>
                    <a:pt x="509595" y="175366"/>
                  </a:cubicBezTo>
                  <a:cubicBezTo>
                    <a:pt x="509595" y="175366"/>
                    <a:pt x="508784" y="175366"/>
                    <a:pt x="508784" y="176178"/>
                  </a:cubicBezTo>
                  <a:cubicBezTo>
                    <a:pt x="507973" y="176178"/>
                    <a:pt x="507973" y="176178"/>
                    <a:pt x="508784" y="176178"/>
                  </a:cubicBezTo>
                  <a:cubicBezTo>
                    <a:pt x="507973" y="176990"/>
                    <a:pt x="507973" y="176990"/>
                    <a:pt x="508784" y="176178"/>
                  </a:cubicBezTo>
                  <a:close/>
                  <a:moveTo>
                    <a:pt x="510407" y="139643"/>
                  </a:moveTo>
                  <a:cubicBezTo>
                    <a:pt x="511218" y="138832"/>
                    <a:pt x="512841" y="138020"/>
                    <a:pt x="513652" y="138020"/>
                  </a:cubicBezTo>
                  <a:cubicBezTo>
                    <a:pt x="515275" y="137208"/>
                    <a:pt x="520954" y="133148"/>
                    <a:pt x="523388" y="130713"/>
                  </a:cubicBezTo>
                  <a:cubicBezTo>
                    <a:pt x="524199" y="129901"/>
                    <a:pt x="526633" y="128277"/>
                    <a:pt x="529067" y="126653"/>
                  </a:cubicBezTo>
                  <a:cubicBezTo>
                    <a:pt x="531501" y="125030"/>
                    <a:pt x="533935" y="123406"/>
                    <a:pt x="533935" y="122594"/>
                  </a:cubicBezTo>
                  <a:cubicBezTo>
                    <a:pt x="533935" y="122594"/>
                    <a:pt x="532312" y="123406"/>
                    <a:pt x="530690" y="125030"/>
                  </a:cubicBezTo>
                  <a:cubicBezTo>
                    <a:pt x="529067" y="126653"/>
                    <a:pt x="526633" y="128277"/>
                    <a:pt x="525822" y="128277"/>
                  </a:cubicBezTo>
                  <a:cubicBezTo>
                    <a:pt x="525011" y="129089"/>
                    <a:pt x="522576" y="129901"/>
                    <a:pt x="520954" y="131525"/>
                  </a:cubicBezTo>
                  <a:cubicBezTo>
                    <a:pt x="519331" y="133148"/>
                    <a:pt x="516086" y="134772"/>
                    <a:pt x="514463" y="136396"/>
                  </a:cubicBezTo>
                  <a:cubicBezTo>
                    <a:pt x="512841" y="137208"/>
                    <a:pt x="511218" y="138832"/>
                    <a:pt x="510407" y="139643"/>
                  </a:cubicBezTo>
                  <a:lnTo>
                    <a:pt x="508784" y="140455"/>
                  </a:lnTo>
                  <a:lnTo>
                    <a:pt x="510407" y="139643"/>
                  </a:lnTo>
                  <a:close/>
                  <a:moveTo>
                    <a:pt x="508784" y="168059"/>
                  </a:moveTo>
                  <a:cubicBezTo>
                    <a:pt x="509595" y="168059"/>
                    <a:pt x="509595" y="167247"/>
                    <a:pt x="509595" y="167247"/>
                  </a:cubicBezTo>
                  <a:cubicBezTo>
                    <a:pt x="509595" y="167247"/>
                    <a:pt x="509595" y="168059"/>
                    <a:pt x="508784" y="168059"/>
                  </a:cubicBezTo>
                  <a:cubicBezTo>
                    <a:pt x="507973" y="168871"/>
                    <a:pt x="507973" y="168871"/>
                    <a:pt x="508784" y="168059"/>
                  </a:cubicBezTo>
                  <a:close/>
                  <a:moveTo>
                    <a:pt x="509595" y="169683"/>
                  </a:moveTo>
                  <a:cubicBezTo>
                    <a:pt x="509595" y="169683"/>
                    <a:pt x="509595" y="169683"/>
                    <a:pt x="509595" y="169683"/>
                  </a:cubicBezTo>
                  <a:cubicBezTo>
                    <a:pt x="509595" y="169683"/>
                    <a:pt x="508784" y="169683"/>
                    <a:pt x="509595" y="169683"/>
                  </a:cubicBezTo>
                  <a:cubicBezTo>
                    <a:pt x="508784" y="170495"/>
                    <a:pt x="509595" y="170495"/>
                    <a:pt x="509595" y="169683"/>
                  </a:cubicBezTo>
                  <a:close/>
                  <a:moveTo>
                    <a:pt x="509595" y="162376"/>
                  </a:moveTo>
                  <a:cubicBezTo>
                    <a:pt x="510407" y="162376"/>
                    <a:pt x="510407" y="162376"/>
                    <a:pt x="509595" y="162376"/>
                  </a:cubicBezTo>
                  <a:cubicBezTo>
                    <a:pt x="509595" y="161564"/>
                    <a:pt x="509595" y="161564"/>
                    <a:pt x="509595" y="161564"/>
                  </a:cubicBezTo>
                  <a:cubicBezTo>
                    <a:pt x="508784" y="161564"/>
                    <a:pt x="508784" y="162376"/>
                    <a:pt x="509595" y="162376"/>
                  </a:cubicBezTo>
                  <a:close/>
                  <a:moveTo>
                    <a:pt x="510407" y="160752"/>
                  </a:moveTo>
                  <a:cubicBezTo>
                    <a:pt x="511218" y="160752"/>
                    <a:pt x="511218" y="159940"/>
                    <a:pt x="510407" y="160752"/>
                  </a:cubicBezTo>
                  <a:cubicBezTo>
                    <a:pt x="511218" y="159940"/>
                    <a:pt x="510407" y="159940"/>
                    <a:pt x="510407" y="160752"/>
                  </a:cubicBezTo>
                  <a:cubicBezTo>
                    <a:pt x="510407" y="160752"/>
                    <a:pt x="510407" y="160752"/>
                    <a:pt x="510407" y="160752"/>
                  </a:cubicBezTo>
                  <a:close/>
                  <a:moveTo>
                    <a:pt x="512029" y="166435"/>
                  </a:moveTo>
                  <a:cubicBezTo>
                    <a:pt x="512841" y="166435"/>
                    <a:pt x="512841" y="165624"/>
                    <a:pt x="512029" y="166435"/>
                  </a:cubicBezTo>
                  <a:cubicBezTo>
                    <a:pt x="512841" y="165624"/>
                    <a:pt x="512841" y="165624"/>
                    <a:pt x="512029" y="166435"/>
                  </a:cubicBezTo>
                  <a:cubicBezTo>
                    <a:pt x="512029" y="165624"/>
                    <a:pt x="512029" y="165624"/>
                    <a:pt x="512029" y="166435"/>
                  </a:cubicBezTo>
                  <a:cubicBezTo>
                    <a:pt x="512029" y="166435"/>
                    <a:pt x="512029" y="166435"/>
                    <a:pt x="512029" y="166435"/>
                  </a:cubicBezTo>
                  <a:close/>
                  <a:moveTo>
                    <a:pt x="514463" y="164000"/>
                  </a:moveTo>
                  <a:cubicBezTo>
                    <a:pt x="515275" y="163188"/>
                    <a:pt x="515275" y="162376"/>
                    <a:pt x="515275" y="162376"/>
                  </a:cubicBezTo>
                  <a:cubicBezTo>
                    <a:pt x="515275" y="162376"/>
                    <a:pt x="516086" y="161564"/>
                    <a:pt x="516897" y="160752"/>
                  </a:cubicBezTo>
                  <a:cubicBezTo>
                    <a:pt x="518520" y="159129"/>
                    <a:pt x="518520" y="158317"/>
                    <a:pt x="517708" y="158317"/>
                  </a:cubicBezTo>
                  <a:cubicBezTo>
                    <a:pt x="516897" y="158317"/>
                    <a:pt x="512841" y="164812"/>
                    <a:pt x="512841" y="164812"/>
                  </a:cubicBezTo>
                  <a:cubicBezTo>
                    <a:pt x="512841" y="165624"/>
                    <a:pt x="513652" y="164812"/>
                    <a:pt x="514463" y="164000"/>
                  </a:cubicBezTo>
                  <a:close/>
                  <a:moveTo>
                    <a:pt x="520954" y="154257"/>
                  </a:moveTo>
                  <a:cubicBezTo>
                    <a:pt x="520954" y="154257"/>
                    <a:pt x="521765" y="153445"/>
                    <a:pt x="520954" y="154257"/>
                  </a:cubicBezTo>
                  <a:cubicBezTo>
                    <a:pt x="521765" y="152634"/>
                    <a:pt x="521765" y="152634"/>
                    <a:pt x="520954" y="152634"/>
                  </a:cubicBezTo>
                  <a:cubicBezTo>
                    <a:pt x="520954" y="153445"/>
                    <a:pt x="520143" y="154257"/>
                    <a:pt x="520954" y="154257"/>
                  </a:cubicBezTo>
                  <a:close/>
                  <a:moveTo>
                    <a:pt x="522576" y="155881"/>
                  </a:moveTo>
                  <a:cubicBezTo>
                    <a:pt x="523388" y="155069"/>
                    <a:pt x="523388" y="155069"/>
                    <a:pt x="523388" y="155069"/>
                  </a:cubicBezTo>
                  <a:cubicBezTo>
                    <a:pt x="523388" y="155069"/>
                    <a:pt x="522576" y="155069"/>
                    <a:pt x="522576" y="155881"/>
                  </a:cubicBezTo>
                  <a:cubicBezTo>
                    <a:pt x="521765" y="156693"/>
                    <a:pt x="521765" y="156693"/>
                    <a:pt x="522576" y="155881"/>
                  </a:cubicBezTo>
                  <a:close/>
                  <a:moveTo>
                    <a:pt x="523388" y="142891"/>
                  </a:moveTo>
                  <a:cubicBezTo>
                    <a:pt x="523388" y="142891"/>
                    <a:pt x="524199" y="142079"/>
                    <a:pt x="525011" y="142079"/>
                  </a:cubicBezTo>
                  <a:cubicBezTo>
                    <a:pt x="525822" y="142079"/>
                    <a:pt x="525822" y="140455"/>
                    <a:pt x="525822" y="140455"/>
                  </a:cubicBezTo>
                  <a:cubicBezTo>
                    <a:pt x="525822" y="140455"/>
                    <a:pt x="525011" y="141267"/>
                    <a:pt x="524199" y="141267"/>
                  </a:cubicBezTo>
                  <a:cubicBezTo>
                    <a:pt x="523388" y="142891"/>
                    <a:pt x="523388" y="142891"/>
                    <a:pt x="523388" y="142891"/>
                  </a:cubicBezTo>
                  <a:close/>
                  <a:moveTo>
                    <a:pt x="525011" y="152634"/>
                  </a:moveTo>
                  <a:cubicBezTo>
                    <a:pt x="525011" y="152634"/>
                    <a:pt x="525822" y="151822"/>
                    <a:pt x="526633" y="151822"/>
                  </a:cubicBezTo>
                  <a:cubicBezTo>
                    <a:pt x="527444" y="150198"/>
                    <a:pt x="528256" y="150198"/>
                    <a:pt x="526633" y="150198"/>
                  </a:cubicBezTo>
                  <a:cubicBezTo>
                    <a:pt x="526633" y="150198"/>
                    <a:pt x="525822" y="151010"/>
                    <a:pt x="525822" y="151010"/>
                  </a:cubicBezTo>
                  <a:cubicBezTo>
                    <a:pt x="526633" y="151010"/>
                    <a:pt x="525822" y="151822"/>
                    <a:pt x="525011" y="152634"/>
                  </a:cubicBezTo>
                  <a:cubicBezTo>
                    <a:pt x="525011" y="152634"/>
                    <a:pt x="525011" y="152634"/>
                    <a:pt x="525011" y="152634"/>
                  </a:cubicBezTo>
                  <a:close/>
                  <a:moveTo>
                    <a:pt x="529067" y="146950"/>
                  </a:moveTo>
                  <a:cubicBezTo>
                    <a:pt x="529878" y="146950"/>
                    <a:pt x="529067" y="146950"/>
                    <a:pt x="529067" y="146950"/>
                  </a:cubicBezTo>
                  <a:cubicBezTo>
                    <a:pt x="527444" y="147762"/>
                    <a:pt x="527444" y="148574"/>
                    <a:pt x="527444" y="148574"/>
                  </a:cubicBezTo>
                  <a:cubicBezTo>
                    <a:pt x="527444" y="149386"/>
                    <a:pt x="529067" y="148574"/>
                    <a:pt x="529067" y="146950"/>
                  </a:cubicBezTo>
                  <a:close/>
                  <a:moveTo>
                    <a:pt x="537991" y="120158"/>
                  </a:moveTo>
                  <a:cubicBezTo>
                    <a:pt x="537991" y="120158"/>
                    <a:pt x="538803" y="120158"/>
                    <a:pt x="538803" y="119346"/>
                  </a:cubicBezTo>
                  <a:cubicBezTo>
                    <a:pt x="538803" y="118535"/>
                    <a:pt x="539614" y="118535"/>
                    <a:pt x="539614" y="118535"/>
                  </a:cubicBezTo>
                  <a:cubicBezTo>
                    <a:pt x="539614" y="118535"/>
                    <a:pt x="538803" y="118535"/>
                    <a:pt x="538803" y="119346"/>
                  </a:cubicBezTo>
                  <a:cubicBezTo>
                    <a:pt x="537991" y="119346"/>
                    <a:pt x="537991" y="120158"/>
                    <a:pt x="537991" y="120158"/>
                  </a:cubicBezTo>
                  <a:close/>
                </a:path>
              </a:pathLst>
            </a:custGeom>
            <a:solidFill>
              <a:srgbClr val="17542A"/>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4" name="Freeform 903">
              <a:extLst>
                <a:ext uri="{FF2B5EF4-FFF2-40B4-BE49-F238E27FC236}">
                  <a16:creationId xmlns:a16="http://schemas.microsoft.com/office/drawing/2014/main" id="{8C619369-B7F6-5E04-220B-D672416E1818}"/>
                </a:ext>
              </a:extLst>
            </p:cNvPr>
            <p:cNvSpPr/>
            <p:nvPr/>
          </p:nvSpPr>
          <p:spPr>
            <a:xfrm>
              <a:off x="1526429" y="-1974974"/>
              <a:ext cx="34886" cy="52772"/>
            </a:xfrm>
            <a:custGeom>
              <a:avLst/>
              <a:gdLst>
                <a:gd name="connsiteX0" fmla="*/ 0 w 34886"/>
                <a:gd name="connsiteY0" fmla="*/ 52772 h 52772"/>
                <a:gd name="connsiteX1" fmla="*/ 0 w 34886"/>
                <a:gd name="connsiteY1" fmla="*/ 0 h 52772"/>
                <a:gd name="connsiteX2" fmla="*/ 34886 w 34886"/>
                <a:gd name="connsiteY2" fmla="*/ 0 h 52772"/>
                <a:gd name="connsiteX3" fmla="*/ 34886 w 34886"/>
                <a:gd name="connsiteY3" fmla="*/ 9743 h 52772"/>
                <a:gd name="connsiteX4" fmla="*/ 11358 w 34886"/>
                <a:gd name="connsiteY4" fmla="*/ 9743 h 52772"/>
                <a:gd name="connsiteX5" fmla="*/ 11358 w 34886"/>
                <a:gd name="connsiteY5" fmla="*/ 22733 h 52772"/>
                <a:gd name="connsiteX6" fmla="*/ 30830 w 34886"/>
                <a:gd name="connsiteY6" fmla="*/ 22733 h 52772"/>
                <a:gd name="connsiteX7" fmla="*/ 30830 w 34886"/>
                <a:gd name="connsiteY7" fmla="*/ 32475 h 52772"/>
                <a:gd name="connsiteX8" fmla="*/ 11358 w 34886"/>
                <a:gd name="connsiteY8" fmla="*/ 32475 h 52772"/>
                <a:gd name="connsiteX9" fmla="*/ 11358 w 34886"/>
                <a:gd name="connsiteY9"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86" h="52772">
                  <a:moveTo>
                    <a:pt x="0" y="52772"/>
                  </a:moveTo>
                  <a:lnTo>
                    <a:pt x="0" y="0"/>
                  </a:lnTo>
                  <a:lnTo>
                    <a:pt x="34886" y="0"/>
                  </a:lnTo>
                  <a:lnTo>
                    <a:pt x="34886" y="9743"/>
                  </a:lnTo>
                  <a:lnTo>
                    <a:pt x="11358" y="9743"/>
                  </a:lnTo>
                  <a:lnTo>
                    <a:pt x="11358" y="22733"/>
                  </a:lnTo>
                  <a:lnTo>
                    <a:pt x="30830" y="22733"/>
                  </a:lnTo>
                  <a:lnTo>
                    <a:pt x="30830" y="32475"/>
                  </a:lnTo>
                  <a:lnTo>
                    <a:pt x="11358" y="32475"/>
                  </a:lnTo>
                  <a:lnTo>
                    <a:pt x="11358"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905" name="Graphic 695">
              <a:extLst>
                <a:ext uri="{FF2B5EF4-FFF2-40B4-BE49-F238E27FC236}">
                  <a16:creationId xmlns:a16="http://schemas.microsoft.com/office/drawing/2014/main" id="{5435AD71-F0A6-5816-F52F-15B84E0B14E9}"/>
                </a:ext>
              </a:extLst>
            </p:cNvPr>
            <p:cNvGrpSpPr/>
            <p:nvPr/>
          </p:nvGrpSpPr>
          <p:grpSpPr>
            <a:xfrm>
              <a:off x="1566183" y="-1975785"/>
              <a:ext cx="219866" cy="54395"/>
              <a:chOff x="6459711" y="-1975785"/>
              <a:chExt cx="219866" cy="54395"/>
            </a:xfrm>
            <a:solidFill>
              <a:srgbClr val="231F20"/>
            </a:solidFill>
          </p:grpSpPr>
          <p:sp>
            <p:nvSpPr>
              <p:cNvPr id="906" name="Freeform 905">
                <a:extLst>
                  <a:ext uri="{FF2B5EF4-FFF2-40B4-BE49-F238E27FC236}">
                    <a16:creationId xmlns:a16="http://schemas.microsoft.com/office/drawing/2014/main" id="{F4D0618E-1389-CED8-0A9B-B6BD282D552C}"/>
                  </a:ext>
                </a:extLst>
              </p:cNvPr>
              <p:cNvSpPr/>
              <p:nvPr/>
            </p:nvSpPr>
            <p:spPr>
              <a:xfrm>
                <a:off x="6459711" y="-1975785"/>
                <a:ext cx="55980" cy="54395"/>
              </a:xfrm>
              <a:custGeom>
                <a:avLst/>
                <a:gdLst>
                  <a:gd name="connsiteX0" fmla="*/ 11358 w 55980"/>
                  <a:gd name="connsiteY0" fmla="*/ 26792 h 54395"/>
                  <a:gd name="connsiteX1" fmla="*/ 16226 w 55980"/>
                  <a:gd name="connsiteY1" fmla="*/ 38970 h 54395"/>
                  <a:gd name="connsiteX2" fmla="*/ 28396 w 55980"/>
                  <a:gd name="connsiteY2" fmla="*/ 43842 h 54395"/>
                  <a:gd name="connsiteX3" fmla="*/ 40566 w 55980"/>
                  <a:gd name="connsiteY3" fmla="*/ 38970 h 54395"/>
                  <a:gd name="connsiteX4" fmla="*/ 45434 w 55980"/>
                  <a:gd name="connsiteY4" fmla="*/ 26792 h 54395"/>
                  <a:gd name="connsiteX5" fmla="*/ 40566 w 55980"/>
                  <a:gd name="connsiteY5" fmla="*/ 14614 h 54395"/>
                  <a:gd name="connsiteX6" fmla="*/ 28396 w 55980"/>
                  <a:gd name="connsiteY6" fmla="*/ 9743 h 54395"/>
                  <a:gd name="connsiteX7" fmla="*/ 16226 w 55980"/>
                  <a:gd name="connsiteY7" fmla="*/ 14614 h 54395"/>
                  <a:gd name="connsiteX8" fmla="*/ 11358 w 55980"/>
                  <a:gd name="connsiteY8" fmla="*/ 26792 h 54395"/>
                  <a:gd name="connsiteX9" fmla="*/ 0 w 55980"/>
                  <a:gd name="connsiteY9" fmla="*/ 26792 h 54395"/>
                  <a:gd name="connsiteX10" fmla="*/ 4057 w 55980"/>
                  <a:gd name="connsiteY10" fmla="*/ 12990 h 54395"/>
                  <a:gd name="connsiteX11" fmla="*/ 13792 w 55980"/>
                  <a:gd name="connsiteY11" fmla="*/ 3248 h 54395"/>
                  <a:gd name="connsiteX12" fmla="*/ 27585 w 55980"/>
                  <a:gd name="connsiteY12" fmla="*/ 0 h 54395"/>
                  <a:gd name="connsiteX13" fmla="*/ 41377 w 55980"/>
                  <a:gd name="connsiteY13" fmla="*/ 3248 h 54395"/>
                  <a:gd name="connsiteX14" fmla="*/ 51924 w 55980"/>
                  <a:gd name="connsiteY14" fmla="*/ 12990 h 54395"/>
                  <a:gd name="connsiteX15" fmla="*/ 55981 w 55980"/>
                  <a:gd name="connsiteY15" fmla="*/ 26792 h 54395"/>
                  <a:gd name="connsiteX16" fmla="*/ 53547 w 55980"/>
                  <a:gd name="connsiteY16" fmla="*/ 37346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6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1358" y="26792"/>
                    </a:moveTo>
                    <a:cubicBezTo>
                      <a:pt x="11358" y="31663"/>
                      <a:pt x="12981" y="35723"/>
                      <a:pt x="16226" y="38970"/>
                    </a:cubicBezTo>
                    <a:cubicBezTo>
                      <a:pt x="19472" y="42218"/>
                      <a:pt x="23528" y="43842"/>
                      <a:pt x="28396" y="43842"/>
                    </a:cubicBezTo>
                    <a:cubicBezTo>
                      <a:pt x="33264" y="43842"/>
                      <a:pt x="37321" y="42218"/>
                      <a:pt x="40566" y="38970"/>
                    </a:cubicBezTo>
                    <a:cubicBezTo>
                      <a:pt x="43811" y="35723"/>
                      <a:pt x="45434" y="31663"/>
                      <a:pt x="45434" y="26792"/>
                    </a:cubicBezTo>
                    <a:cubicBezTo>
                      <a:pt x="45434" y="21921"/>
                      <a:pt x="43811" y="17861"/>
                      <a:pt x="40566" y="14614"/>
                    </a:cubicBezTo>
                    <a:cubicBezTo>
                      <a:pt x="37321" y="11366"/>
                      <a:pt x="33264" y="9743"/>
                      <a:pt x="28396" y="9743"/>
                    </a:cubicBezTo>
                    <a:cubicBezTo>
                      <a:pt x="23528" y="9743"/>
                      <a:pt x="19472" y="11366"/>
                      <a:pt x="16226" y="14614"/>
                    </a:cubicBezTo>
                    <a:cubicBezTo>
                      <a:pt x="12981" y="17861"/>
                      <a:pt x="11358" y="21921"/>
                      <a:pt x="11358" y="26792"/>
                    </a:cubicBezTo>
                    <a:moveTo>
                      <a:pt x="0" y="26792"/>
                    </a:moveTo>
                    <a:cubicBezTo>
                      <a:pt x="0" y="21921"/>
                      <a:pt x="1623" y="17049"/>
                      <a:pt x="4057" y="12990"/>
                    </a:cubicBezTo>
                    <a:cubicBezTo>
                      <a:pt x="6490"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49"/>
                      <a:pt x="55981" y="21921"/>
                      <a:pt x="55981" y="26792"/>
                    </a:cubicBezTo>
                    <a:cubicBezTo>
                      <a:pt x="55981" y="30851"/>
                      <a:pt x="55169" y="34099"/>
                      <a:pt x="53547" y="37346"/>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8" y="48713"/>
                      <a:pt x="8925" y="46277"/>
                    </a:cubicBezTo>
                    <a:cubicBezTo>
                      <a:pt x="6490" y="43842"/>
                      <a:pt x="4057" y="40594"/>
                      <a:pt x="3245" y="37346"/>
                    </a:cubicBezTo>
                    <a:cubicBezTo>
                      <a:pt x="811" y="34099"/>
                      <a:pt x="0" y="30851"/>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7" name="Freeform 906">
                <a:extLst>
                  <a:ext uri="{FF2B5EF4-FFF2-40B4-BE49-F238E27FC236}">
                    <a16:creationId xmlns:a16="http://schemas.microsoft.com/office/drawing/2014/main" id="{6A71A1D9-7A5D-7CBB-3FA8-4A3B88FB0F11}"/>
                  </a:ext>
                </a:extLst>
              </p:cNvPr>
              <p:cNvSpPr/>
              <p:nvPr/>
            </p:nvSpPr>
            <p:spPr>
              <a:xfrm>
                <a:off x="6522994" y="-1975785"/>
                <a:ext cx="55980" cy="54395"/>
              </a:xfrm>
              <a:custGeom>
                <a:avLst/>
                <a:gdLst>
                  <a:gd name="connsiteX0" fmla="*/ 10547 w 55980"/>
                  <a:gd name="connsiteY0" fmla="*/ 26792 h 54395"/>
                  <a:gd name="connsiteX1" fmla="*/ 15415 w 55980"/>
                  <a:gd name="connsiteY1" fmla="*/ 38970 h 54395"/>
                  <a:gd name="connsiteX2" fmla="*/ 27585 w 55980"/>
                  <a:gd name="connsiteY2" fmla="*/ 43842 h 54395"/>
                  <a:gd name="connsiteX3" fmla="*/ 39755 w 55980"/>
                  <a:gd name="connsiteY3" fmla="*/ 38970 h 54395"/>
                  <a:gd name="connsiteX4" fmla="*/ 44622 w 55980"/>
                  <a:gd name="connsiteY4" fmla="*/ 26792 h 54395"/>
                  <a:gd name="connsiteX5" fmla="*/ 39755 w 55980"/>
                  <a:gd name="connsiteY5" fmla="*/ 14614 h 54395"/>
                  <a:gd name="connsiteX6" fmla="*/ 27585 w 55980"/>
                  <a:gd name="connsiteY6" fmla="*/ 9743 h 54395"/>
                  <a:gd name="connsiteX7" fmla="*/ 15415 w 55980"/>
                  <a:gd name="connsiteY7" fmla="*/ 14614 h 54395"/>
                  <a:gd name="connsiteX8" fmla="*/ 10547 w 55980"/>
                  <a:gd name="connsiteY8" fmla="*/ 26792 h 54395"/>
                  <a:gd name="connsiteX9" fmla="*/ 0 w 55980"/>
                  <a:gd name="connsiteY9" fmla="*/ 26792 h 54395"/>
                  <a:gd name="connsiteX10" fmla="*/ 4057 w 55980"/>
                  <a:gd name="connsiteY10" fmla="*/ 12990 h 54395"/>
                  <a:gd name="connsiteX11" fmla="*/ 13792 w 55980"/>
                  <a:gd name="connsiteY11" fmla="*/ 3248 h 54395"/>
                  <a:gd name="connsiteX12" fmla="*/ 27585 w 55980"/>
                  <a:gd name="connsiteY12" fmla="*/ 0 h 54395"/>
                  <a:gd name="connsiteX13" fmla="*/ 41377 w 55980"/>
                  <a:gd name="connsiteY13" fmla="*/ 3248 h 54395"/>
                  <a:gd name="connsiteX14" fmla="*/ 51924 w 55980"/>
                  <a:gd name="connsiteY14" fmla="*/ 12990 h 54395"/>
                  <a:gd name="connsiteX15" fmla="*/ 55981 w 55980"/>
                  <a:gd name="connsiteY15" fmla="*/ 26792 h 54395"/>
                  <a:gd name="connsiteX16" fmla="*/ 53547 w 55980"/>
                  <a:gd name="connsiteY16" fmla="*/ 37346 h 54395"/>
                  <a:gd name="connsiteX17" fmla="*/ 47868 w 55980"/>
                  <a:gd name="connsiteY17" fmla="*/ 46277 h 54395"/>
                  <a:gd name="connsiteX18" fmla="*/ 38943 w 55980"/>
                  <a:gd name="connsiteY18" fmla="*/ 51960 h 54395"/>
                  <a:gd name="connsiteX19" fmla="*/ 28396 w 55980"/>
                  <a:gd name="connsiteY19" fmla="*/ 54396 h 54395"/>
                  <a:gd name="connsiteX20" fmla="*/ 17849 w 55980"/>
                  <a:gd name="connsiteY20" fmla="*/ 51960 h 54395"/>
                  <a:gd name="connsiteX21" fmla="*/ 8925 w 55980"/>
                  <a:gd name="connsiteY21" fmla="*/ 46277 h 54395"/>
                  <a:gd name="connsiteX22" fmla="*/ 3245 w 55980"/>
                  <a:gd name="connsiteY22" fmla="*/ 37346 h 54395"/>
                  <a:gd name="connsiteX23" fmla="*/ 0 w 55980"/>
                  <a:gd name="connsiteY23" fmla="*/ 26792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980" h="54395">
                    <a:moveTo>
                      <a:pt x="10547" y="26792"/>
                    </a:moveTo>
                    <a:cubicBezTo>
                      <a:pt x="10547" y="31663"/>
                      <a:pt x="12170" y="35723"/>
                      <a:pt x="15415" y="38970"/>
                    </a:cubicBezTo>
                    <a:cubicBezTo>
                      <a:pt x="18660" y="42218"/>
                      <a:pt x="22717" y="43842"/>
                      <a:pt x="27585" y="43842"/>
                    </a:cubicBezTo>
                    <a:cubicBezTo>
                      <a:pt x="32453" y="43842"/>
                      <a:pt x="36509" y="42218"/>
                      <a:pt x="39755" y="38970"/>
                    </a:cubicBezTo>
                    <a:cubicBezTo>
                      <a:pt x="43000" y="35723"/>
                      <a:pt x="44622" y="31663"/>
                      <a:pt x="44622" y="26792"/>
                    </a:cubicBezTo>
                    <a:cubicBezTo>
                      <a:pt x="44622" y="21921"/>
                      <a:pt x="43000" y="17861"/>
                      <a:pt x="39755" y="14614"/>
                    </a:cubicBezTo>
                    <a:cubicBezTo>
                      <a:pt x="36509" y="11366"/>
                      <a:pt x="32453" y="9743"/>
                      <a:pt x="27585" y="9743"/>
                    </a:cubicBezTo>
                    <a:cubicBezTo>
                      <a:pt x="22717" y="9743"/>
                      <a:pt x="18660" y="11366"/>
                      <a:pt x="15415" y="14614"/>
                    </a:cubicBezTo>
                    <a:cubicBezTo>
                      <a:pt x="12170" y="17861"/>
                      <a:pt x="10547" y="21921"/>
                      <a:pt x="10547" y="26792"/>
                    </a:cubicBezTo>
                    <a:moveTo>
                      <a:pt x="0" y="26792"/>
                    </a:moveTo>
                    <a:cubicBezTo>
                      <a:pt x="0" y="21921"/>
                      <a:pt x="1623" y="17049"/>
                      <a:pt x="4057" y="12990"/>
                    </a:cubicBezTo>
                    <a:cubicBezTo>
                      <a:pt x="6491" y="8931"/>
                      <a:pt x="9736" y="5683"/>
                      <a:pt x="13792" y="3248"/>
                    </a:cubicBezTo>
                    <a:cubicBezTo>
                      <a:pt x="17849" y="812"/>
                      <a:pt x="22717" y="0"/>
                      <a:pt x="27585" y="0"/>
                    </a:cubicBezTo>
                    <a:cubicBezTo>
                      <a:pt x="32453" y="0"/>
                      <a:pt x="37321" y="812"/>
                      <a:pt x="41377" y="3248"/>
                    </a:cubicBezTo>
                    <a:cubicBezTo>
                      <a:pt x="45434" y="5683"/>
                      <a:pt x="48679" y="8931"/>
                      <a:pt x="51924" y="12990"/>
                    </a:cubicBezTo>
                    <a:cubicBezTo>
                      <a:pt x="54358" y="17049"/>
                      <a:pt x="55981" y="21921"/>
                      <a:pt x="55981" y="26792"/>
                    </a:cubicBezTo>
                    <a:cubicBezTo>
                      <a:pt x="55981" y="30851"/>
                      <a:pt x="55170" y="34099"/>
                      <a:pt x="53547" y="37346"/>
                    </a:cubicBezTo>
                    <a:cubicBezTo>
                      <a:pt x="51924" y="40594"/>
                      <a:pt x="50302" y="43842"/>
                      <a:pt x="47868" y="46277"/>
                    </a:cubicBezTo>
                    <a:cubicBezTo>
                      <a:pt x="45434" y="48713"/>
                      <a:pt x="42188" y="50337"/>
                      <a:pt x="38943" y="51960"/>
                    </a:cubicBezTo>
                    <a:cubicBezTo>
                      <a:pt x="35698" y="53584"/>
                      <a:pt x="31641" y="54396"/>
                      <a:pt x="28396" y="54396"/>
                    </a:cubicBezTo>
                    <a:cubicBezTo>
                      <a:pt x="24339" y="54396"/>
                      <a:pt x="21094" y="53584"/>
                      <a:pt x="17849" y="51960"/>
                    </a:cubicBezTo>
                    <a:cubicBezTo>
                      <a:pt x="14604" y="50337"/>
                      <a:pt x="11359" y="48713"/>
                      <a:pt x="8925" y="46277"/>
                    </a:cubicBezTo>
                    <a:cubicBezTo>
                      <a:pt x="6491" y="43842"/>
                      <a:pt x="4057" y="40594"/>
                      <a:pt x="3245" y="37346"/>
                    </a:cubicBezTo>
                    <a:cubicBezTo>
                      <a:pt x="811" y="34099"/>
                      <a:pt x="0" y="30851"/>
                      <a:pt x="0" y="26792"/>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8" name="Freeform 907">
                <a:extLst>
                  <a:ext uri="{FF2B5EF4-FFF2-40B4-BE49-F238E27FC236}">
                    <a16:creationId xmlns:a16="http://schemas.microsoft.com/office/drawing/2014/main" id="{701D8C30-3391-7F46-6621-0145B72B1478}"/>
                  </a:ext>
                </a:extLst>
              </p:cNvPr>
              <p:cNvSpPr/>
              <p:nvPr/>
            </p:nvSpPr>
            <p:spPr>
              <a:xfrm>
                <a:off x="6588710" y="-1974974"/>
                <a:ext cx="44622" cy="52772"/>
              </a:xfrm>
              <a:custGeom>
                <a:avLst/>
                <a:gdLst>
                  <a:gd name="connsiteX0" fmla="*/ 10547 w 44622"/>
                  <a:gd name="connsiteY0" fmla="*/ 43030 h 52772"/>
                  <a:gd name="connsiteX1" fmla="*/ 17038 w 44622"/>
                  <a:gd name="connsiteY1" fmla="*/ 43030 h 52772"/>
                  <a:gd name="connsiteX2" fmla="*/ 30019 w 44622"/>
                  <a:gd name="connsiteY2" fmla="*/ 38158 h 52772"/>
                  <a:gd name="connsiteX3" fmla="*/ 34887 w 44622"/>
                  <a:gd name="connsiteY3" fmla="*/ 25980 h 52772"/>
                  <a:gd name="connsiteX4" fmla="*/ 30019 w 44622"/>
                  <a:gd name="connsiteY4" fmla="*/ 13802 h 52772"/>
                  <a:gd name="connsiteX5" fmla="*/ 17038 w 44622"/>
                  <a:gd name="connsiteY5" fmla="*/ 9743 h 52772"/>
                  <a:gd name="connsiteX6" fmla="*/ 10547 w 44622"/>
                  <a:gd name="connsiteY6" fmla="*/ 9743 h 52772"/>
                  <a:gd name="connsiteX7" fmla="*/ 10547 w 44622"/>
                  <a:gd name="connsiteY7" fmla="*/ 43030 h 52772"/>
                  <a:gd name="connsiteX8" fmla="*/ 0 w 44622"/>
                  <a:gd name="connsiteY8" fmla="*/ 52772 h 52772"/>
                  <a:gd name="connsiteX9" fmla="*/ 0 w 44622"/>
                  <a:gd name="connsiteY9" fmla="*/ 0 h 52772"/>
                  <a:gd name="connsiteX10" fmla="*/ 17038 w 44622"/>
                  <a:gd name="connsiteY10" fmla="*/ 0 h 52772"/>
                  <a:gd name="connsiteX11" fmla="*/ 31641 w 44622"/>
                  <a:gd name="connsiteY11" fmla="*/ 3248 h 52772"/>
                  <a:gd name="connsiteX12" fmla="*/ 41377 w 44622"/>
                  <a:gd name="connsiteY12" fmla="*/ 12178 h 52772"/>
                  <a:gd name="connsiteX13" fmla="*/ 44622 w 44622"/>
                  <a:gd name="connsiteY13" fmla="*/ 25980 h 52772"/>
                  <a:gd name="connsiteX14" fmla="*/ 41377 w 44622"/>
                  <a:gd name="connsiteY14" fmla="*/ 39782 h 52772"/>
                  <a:gd name="connsiteX15" fmla="*/ 30830 w 44622"/>
                  <a:gd name="connsiteY15" fmla="*/ 49525 h 52772"/>
                  <a:gd name="connsiteX16" fmla="*/ 16226 w 44622"/>
                  <a:gd name="connsiteY16" fmla="*/ 52772 h 52772"/>
                  <a:gd name="connsiteX17" fmla="*/ 0 w 44622"/>
                  <a:gd name="connsiteY17"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622" h="52772">
                    <a:moveTo>
                      <a:pt x="10547" y="43030"/>
                    </a:moveTo>
                    <a:lnTo>
                      <a:pt x="17038" y="43030"/>
                    </a:lnTo>
                    <a:cubicBezTo>
                      <a:pt x="22717" y="43030"/>
                      <a:pt x="26774" y="41406"/>
                      <a:pt x="30019" y="38158"/>
                    </a:cubicBezTo>
                    <a:cubicBezTo>
                      <a:pt x="33264" y="34911"/>
                      <a:pt x="34887" y="30851"/>
                      <a:pt x="34887" y="25980"/>
                    </a:cubicBezTo>
                    <a:cubicBezTo>
                      <a:pt x="34887" y="21109"/>
                      <a:pt x="33264" y="17049"/>
                      <a:pt x="30019" y="13802"/>
                    </a:cubicBezTo>
                    <a:cubicBezTo>
                      <a:pt x="26774" y="10554"/>
                      <a:pt x="22717" y="9743"/>
                      <a:pt x="17038" y="9743"/>
                    </a:cubicBezTo>
                    <a:lnTo>
                      <a:pt x="10547" y="9743"/>
                    </a:lnTo>
                    <a:lnTo>
                      <a:pt x="10547" y="43030"/>
                    </a:lnTo>
                    <a:close/>
                    <a:moveTo>
                      <a:pt x="0" y="52772"/>
                    </a:moveTo>
                    <a:lnTo>
                      <a:pt x="0" y="0"/>
                    </a:lnTo>
                    <a:lnTo>
                      <a:pt x="17038" y="0"/>
                    </a:lnTo>
                    <a:cubicBezTo>
                      <a:pt x="22717" y="0"/>
                      <a:pt x="27585" y="812"/>
                      <a:pt x="31641" y="3248"/>
                    </a:cubicBezTo>
                    <a:cubicBezTo>
                      <a:pt x="35698" y="5683"/>
                      <a:pt x="39754" y="8119"/>
                      <a:pt x="41377" y="12178"/>
                    </a:cubicBezTo>
                    <a:cubicBezTo>
                      <a:pt x="43811" y="16238"/>
                      <a:pt x="44622" y="21109"/>
                      <a:pt x="44622" y="25980"/>
                    </a:cubicBezTo>
                    <a:cubicBezTo>
                      <a:pt x="44622" y="30851"/>
                      <a:pt x="43811" y="35723"/>
                      <a:pt x="41377" y="39782"/>
                    </a:cubicBezTo>
                    <a:cubicBezTo>
                      <a:pt x="38943" y="43842"/>
                      <a:pt x="35698" y="47089"/>
                      <a:pt x="30830" y="49525"/>
                    </a:cubicBezTo>
                    <a:cubicBezTo>
                      <a:pt x="26774" y="51960"/>
                      <a:pt x="21094" y="52772"/>
                      <a:pt x="16226" y="52772"/>
                    </a:cubicBez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09" name="Freeform 908">
                <a:extLst>
                  <a:ext uri="{FF2B5EF4-FFF2-40B4-BE49-F238E27FC236}">
                    <a16:creationId xmlns:a16="http://schemas.microsoft.com/office/drawing/2014/main" id="{C3D7A886-1836-FD18-B988-32556462B34C}"/>
                  </a:ext>
                </a:extLst>
              </p:cNvPr>
              <p:cNvSpPr/>
              <p:nvPr/>
            </p:nvSpPr>
            <p:spPr>
              <a:xfrm>
                <a:off x="6640635" y="-1975785"/>
                <a:ext cx="38943" cy="54395"/>
              </a:xfrm>
              <a:custGeom>
                <a:avLst/>
                <a:gdLst>
                  <a:gd name="connsiteX0" fmla="*/ 0 w 38943"/>
                  <a:gd name="connsiteY0" fmla="*/ 43030 h 54395"/>
                  <a:gd name="connsiteX1" fmla="*/ 7302 w 38943"/>
                  <a:gd name="connsiteY1" fmla="*/ 37346 h 54395"/>
                  <a:gd name="connsiteX2" fmla="*/ 12981 w 38943"/>
                  <a:gd name="connsiteY2" fmla="*/ 43030 h 54395"/>
                  <a:gd name="connsiteX3" fmla="*/ 20283 w 38943"/>
                  <a:gd name="connsiteY3" fmla="*/ 45465 h 54395"/>
                  <a:gd name="connsiteX4" fmla="*/ 25962 w 38943"/>
                  <a:gd name="connsiteY4" fmla="*/ 43842 h 54395"/>
                  <a:gd name="connsiteX5" fmla="*/ 27585 w 38943"/>
                  <a:gd name="connsiteY5" fmla="*/ 39782 h 54395"/>
                  <a:gd name="connsiteX6" fmla="*/ 26774 w 38943"/>
                  <a:gd name="connsiteY6" fmla="*/ 37346 h 54395"/>
                  <a:gd name="connsiteX7" fmla="*/ 25151 w 38943"/>
                  <a:gd name="connsiteY7" fmla="*/ 35723 h 54395"/>
                  <a:gd name="connsiteX8" fmla="*/ 23528 w 38943"/>
                  <a:gd name="connsiteY8" fmla="*/ 34099 h 54395"/>
                  <a:gd name="connsiteX9" fmla="*/ 20283 w 38943"/>
                  <a:gd name="connsiteY9" fmla="*/ 32475 h 54395"/>
                  <a:gd name="connsiteX10" fmla="*/ 14604 w 38943"/>
                  <a:gd name="connsiteY10" fmla="*/ 30040 h 54395"/>
                  <a:gd name="connsiteX11" fmla="*/ 4868 w 38943"/>
                  <a:gd name="connsiteY11" fmla="*/ 23545 h 54395"/>
                  <a:gd name="connsiteX12" fmla="*/ 1623 w 38943"/>
                  <a:gd name="connsiteY12" fmla="*/ 14614 h 54395"/>
                  <a:gd name="connsiteX13" fmla="*/ 6491 w 38943"/>
                  <a:gd name="connsiteY13" fmla="*/ 4059 h 54395"/>
                  <a:gd name="connsiteX14" fmla="*/ 19472 w 38943"/>
                  <a:gd name="connsiteY14" fmla="*/ 0 h 54395"/>
                  <a:gd name="connsiteX15" fmla="*/ 30019 w 38943"/>
                  <a:gd name="connsiteY15" fmla="*/ 2436 h 54395"/>
                  <a:gd name="connsiteX16" fmla="*/ 37321 w 38943"/>
                  <a:gd name="connsiteY16" fmla="*/ 9743 h 54395"/>
                  <a:gd name="connsiteX17" fmla="*/ 30019 w 38943"/>
                  <a:gd name="connsiteY17" fmla="*/ 15426 h 54395"/>
                  <a:gd name="connsiteX18" fmla="*/ 20283 w 38943"/>
                  <a:gd name="connsiteY18" fmla="*/ 9743 h 54395"/>
                  <a:gd name="connsiteX19" fmla="*/ 15415 w 38943"/>
                  <a:gd name="connsiteY19" fmla="*/ 11366 h 54395"/>
                  <a:gd name="connsiteX20" fmla="*/ 13792 w 38943"/>
                  <a:gd name="connsiteY20" fmla="*/ 15426 h 54395"/>
                  <a:gd name="connsiteX21" fmla="*/ 15415 w 38943"/>
                  <a:gd name="connsiteY21" fmla="*/ 18673 h 54395"/>
                  <a:gd name="connsiteX22" fmla="*/ 20283 w 38943"/>
                  <a:gd name="connsiteY22" fmla="*/ 21109 h 54395"/>
                  <a:gd name="connsiteX23" fmla="*/ 25962 w 38943"/>
                  <a:gd name="connsiteY23" fmla="*/ 23545 h 54395"/>
                  <a:gd name="connsiteX24" fmla="*/ 33264 w 38943"/>
                  <a:gd name="connsiteY24" fmla="*/ 27604 h 54395"/>
                  <a:gd name="connsiteX25" fmla="*/ 37321 w 38943"/>
                  <a:gd name="connsiteY25" fmla="*/ 32475 h 54395"/>
                  <a:gd name="connsiteX26" fmla="*/ 38943 w 38943"/>
                  <a:gd name="connsiteY26" fmla="*/ 38970 h 54395"/>
                  <a:gd name="connsiteX27" fmla="*/ 34075 w 38943"/>
                  <a:gd name="connsiteY27" fmla="*/ 50337 h 54395"/>
                  <a:gd name="connsiteX28" fmla="*/ 21094 w 38943"/>
                  <a:gd name="connsiteY28" fmla="*/ 54396 h 54395"/>
                  <a:gd name="connsiteX29" fmla="*/ 8925 w 38943"/>
                  <a:gd name="connsiteY29" fmla="*/ 51148 h 54395"/>
                  <a:gd name="connsiteX30" fmla="*/ 0 w 38943"/>
                  <a:gd name="connsiteY30" fmla="*/ 43030 h 5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943" h="54395">
                    <a:moveTo>
                      <a:pt x="0" y="43030"/>
                    </a:moveTo>
                    <a:lnTo>
                      <a:pt x="7302" y="37346"/>
                    </a:lnTo>
                    <a:cubicBezTo>
                      <a:pt x="8925" y="39782"/>
                      <a:pt x="10547" y="41406"/>
                      <a:pt x="12981" y="43030"/>
                    </a:cubicBezTo>
                    <a:cubicBezTo>
                      <a:pt x="14604" y="44653"/>
                      <a:pt x="17849" y="45465"/>
                      <a:pt x="20283" y="45465"/>
                    </a:cubicBezTo>
                    <a:cubicBezTo>
                      <a:pt x="22717" y="45465"/>
                      <a:pt x="24339" y="44653"/>
                      <a:pt x="25962" y="43842"/>
                    </a:cubicBezTo>
                    <a:cubicBezTo>
                      <a:pt x="27585" y="43030"/>
                      <a:pt x="27585" y="41406"/>
                      <a:pt x="27585" y="39782"/>
                    </a:cubicBezTo>
                    <a:cubicBezTo>
                      <a:pt x="27585" y="38970"/>
                      <a:pt x="27585" y="38158"/>
                      <a:pt x="26774" y="37346"/>
                    </a:cubicBezTo>
                    <a:cubicBezTo>
                      <a:pt x="26774" y="36535"/>
                      <a:pt x="25962" y="36535"/>
                      <a:pt x="25151" y="35723"/>
                    </a:cubicBezTo>
                    <a:cubicBezTo>
                      <a:pt x="24339" y="34911"/>
                      <a:pt x="23528" y="34911"/>
                      <a:pt x="23528" y="34099"/>
                    </a:cubicBezTo>
                    <a:cubicBezTo>
                      <a:pt x="22717" y="34099"/>
                      <a:pt x="21906" y="33287"/>
                      <a:pt x="20283" y="32475"/>
                    </a:cubicBezTo>
                    <a:lnTo>
                      <a:pt x="14604" y="30040"/>
                    </a:lnTo>
                    <a:cubicBezTo>
                      <a:pt x="10547" y="28416"/>
                      <a:pt x="7302" y="25980"/>
                      <a:pt x="4868" y="23545"/>
                    </a:cubicBezTo>
                    <a:cubicBezTo>
                      <a:pt x="2434" y="21109"/>
                      <a:pt x="1623" y="17861"/>
                      <a:pt x="1623" y="14614"/>
                    </a:cubicBezTo>
                    <a:cubicBezTo>
                      <a:pt x="1623" y="10554"/>
                      <a:pt x="3245" y="6495"/>
                      <a:pt x="6491" y="4059"/>
                    </a:cubicBezTo>
                    <a:cubicBezTo>
                      <a:pt x="9736" y="1624"/>
                      <a:pt x="13792" y="0"/>
                      <a:pt x="19472" y="0"/>
                    </a:cubicBezTo>
                    <a:cubicBezTo>
                      <a:pt x="23528" y="0"/>
                      <a:pt x="26774" y="812"/>
                      <a:pt x="30019" y="2436"/>
                    </a:cubicBezTo>
                    <a:cubicBezTo>
                      <a:pt x="33264" y="4059"/>
                      <a:pt x="35698" y="6495"/>
                      <a:pt x="37321" y="9743"/>
                    </a:cubicBezTo>
                    <a:lnTo>
                      <a:pt x="30019" y="15426"/>
                    </a:lnTo>
                    <a:cubicBezTo>
                      <a:pt x="27585" y="11366"/>
                      <a:pt x="24339" y="9743"/>
                      <a:pt x="20283" y="9743"/>
                    </a:cubicBezTo>
                    <a:cubicBezTo>
                      <a:pt x="18660" y="9743"/>
                      <a:pt x="17038" y="10554"/>
                      <a:pt x="15415" y="11366"/>
                    </a:cubicBezTo>
                    <a:cubicBezTo>
                      <a:pt x="13792" y="12178"/>
                      <a:pt x="13792" y="13802"/>
                      <a:pt x="13792" y="15426"/>
                    </a:cubicBezTo>
                    <a:cubicBezTo>
                      <a:pt x="13792" y="17049"/>
                      <a:pt x="14604" y="17861"/>
                      <a:pt x="15415" y="18673"/>
                    </a:cubicBezTo>
                    <a:cubicBezTo>
                      <a:pt x="16226" y="19485"/>
                      <a:pt x="17849" y="20297"/>
                      <a:pt x="20283" y="21109"/>
                    </a:cubicBezTo>
                    <a:lnTo>
                      <a:pt x="25962" y="23545"/>
                    </a:lnTo>
                    <a:cubicBezTo>
                      <a:pt x="29207" y="25168"/>
                      <a:pt x="31641" y="25980"/>
                      <a:pt x="33264" y="27604"/>
                    </a:cubicBezTo>
                    <a:cubicBezTo>
                      <a:pt x="34887" y="29228"/>
                      <a:pt x="36509" y="30851"/>
                      <a:pt x="37321" y="32475"/>
                    </a:cubicBezTo>
                    <a:cubicBezTo>
                      <a:pt x="38132" y="34099"/>
                      <a:pt x="38943" y="36535"/>
                      <a:pt x="38943" y="38970"/>
                    </a:cubicBezTo>
                    <a:cubicBezTo>
                      <a:pt x="38943" y="43842"/>
                      <a:pt x="37321" y="47901"/>
                      <a:pt x="34075" y="50337"/>
                    </a:cubicBezTo>
                    <a:cubicBezTo>
                      <a:pt x="30830" y="53584"/>
                      <a:pt x="25962" y="54396"/>
                      <a:pt x="21094" y="54396"/>
                    </a:cubicBezTo>
                    <a:cubicBezTo>
                      <a:pt x="16226" y="54396"/>
                      <a:pt x="12981" y="53584"/>
                      <a:pt x="8925" y="51148"/>
                    </a:cubicBezTo>
                    <a:cubicBezTo>
                      <a:pt x="4868" y="48713"/>
                      <a:pt x="2434" y="46277"/>
                      <a:pt x="0" y="43030"/>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910" name="Freeform 909">
              <a:extLst>
                <a:ext uri="{FF2B5EF4-FFF2-40B4-BE49-F238E27FC236}">
                  <a16:creationId xmlns:a16="http://schemas.microsoft.com/office/drawing/2014/main" id="{544DC079-73F3-8DF9-C02E-DF23DE814D67}"/>
                </a:ext>
              </a:extLst>
            </p:cNvPr>
            <p:cNvSpPr/>
            <p:nvPr/>
          </p:nvSpPr>
          <p:spPr>
            <a:xfrm>
              <a:off x="1795786" y="-1974974"/>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9 w 36509"/>
                <a:gd name="connsiteY4" fmla="*/ 9743 h 52772"/>
                <a:gd name="connsiteX5" fmla="*/ 11359 w 36509"/>
                <a:gd name="connsiteY5" fmla="*/ 20297 h 52772"/>
                <a:gd name="connsiteX6" fmla="*/ 29207 w 36509"/>
                <a:gd name="connsiteY6" fmla="*/ 20297 h 52772"/>
                <a:gd name="connsiteX7" fmla="*/ 29207 w 36509"/>
                <a:gd name="connsiteY7" fmla="*/ 29228 h 52772"/>
                <a:gd name="connsiteX8" fmla="*/ 11359 w 36509"/>
                <a:gd name="connsiteY8" fmla="*/ 29228 h 52772"/>
                <a:gd name="connsiteX9" fmla="*/ 11359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9" y="9743"/>
                  </a:lnTo>
                  <a:lnTo>
                    <a:pt x="11359" y="20297"/>
                  </a:lnTo>
                  <a:lnTo>
                    <a:pt x="29207" y="20297"/>
                  </a:lnTo>
                  <a:lnTo>
                    <a:pt x="29207" y="29228"/>
                  </a:lnTo>
                  <a:lnTo>
                    <a:pt x="11359" y="29228"/>
                  </a:lnTo>
                  <a:lnTo>
                    <a:pt x="11359"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1" name="Freeform 910">
              <a:extLst>
                <a:ext uri="{FF2B5EF4-FFF2-40B4-BE49-F238E27FC236}">
                  <a16:creationId xmlns:a16="http://schemas.microsoft.com/office/drawing/2014/main" id="{B4D0C34B-A666-6C07-0426-5AED38BCED04}"/>
                </a:ext>
              </a:extLst>
            </p:cNvPr>
            <p:cNvSpPr/>
            <p:nvPr/>
          </p:nvSpPr>
          <p:spPr>
            <a:xfrm>
              <a:off x="1842842" y="-1974974"/>
              <a:ext cx="44622" cy="52772"/>
            </a:xfrm>
            <a:custGeom>
              <a:avLst/>
              <a:gdLst>
                <a:gd name="connsiteX0" fmla="*/ 10547 w 44622"/>
                <a:gd name="connsiteY0" fmla="*/ 24356 h 52772"/>
                <a:gd name="connsiteX1" fmla="*/ 19472 w 44622"/>
                <a:gd name="connsiteY1" fmla="*/ 24356 h 52772"/>
                <a:gd name="connsiteX2" fmla="*/ 25151 w 44622"/>
                <a:gd name="connsiteY2" fmla="*/ 21921 h 52772"/>
                <a:gd name="connsiteX3" fmla="*/ 27585 w 44622"/>
                <a:gd name="connsiteY3" fmla="*/ 16238 h 52772"/>
                <a:gd name="connsiteX4" fmla="*/ 25151 w 44622"/>
                <a:gd name="connsiteY4" fmla="*/ 10554 h 52772"/>
                <a:gd name="connsiteX5" fmla="*/ 19472 w 44622"/>
                <a:gd name="connsiteY5" fmla="*/ 8119 h 52772"/>
                <a:gd name="connsiteX6" fmla="*/ 10547 w 44622"/>
                <a:gd name="connsiteY6" fmla="*/ 8119 h 52772"/>
                <a:gd name="connsiteX7" fmla="*/ 10547 w 44622"/>
                <a:gd name="connsiteY7" fmla="*/ 24356 h 52772"/>
                <a:gd name="connsiteX8" fmla="*/ 0 w 44622"/>
                <a:gd name="connsiteY8" fmla="*/ 52772 h 52772"/>
                <a:gd name="connsiteX9" fmla="*/ 0 w 44622"/>
                <a:gd name="connsiteY9" fmla="*/ 0 h 52772"/>
                <a:gd name="connsiteX10" fmla="*/ 19472 w 44622"/>
                <a:gd name="connsiteY10" fmla="*/ 0 h 52772"/>
                <a:gd name="connsiteX11" fmla="*/ 33264 w 44622"/>
                <a:gd name="connsiteY11" fmla="*/ 4871 h 52772"/>
                <a:gd name="connsiteX12" fmla="*/ 38943 w 44622"/>
                <a:gd name="connsiteY12" fmla="*/ 17049 h 52772"/>
                <a:gd name="connsiteX13" fmla="*/ 36509 w 44622"/>
                <a:gd name="connsiteY13" fmla="*/ 25980 h 52772"/>
                <a:gd name="connsiteX14" fmla="*/ 30019 w 44622"/>
                <a:gd name="connsiteY14" fmla="*/ 31663 h 52772"/>
                <a:gd name="connsiteX15" fmla="*/ 44622 w 44622"/>
                <a:gd name="connsiteY15" fmla="*/ 51960 h 52772"/>
                <a:gd name="connsiteX16" fmla="*/ 31641 w 44622"/>
                <a:gd name="connsiteY16" fmla="*/ 51960 h 52772"/>
                <a:gd name="connsiteX17" fmla="*/ 17849 w 44622"/>
                <a:gd name="connsiteY17" fmla="*/ 33287 h 52772"/>
                <a:gd name="connsiteX18" fmla="*/ 9736 w 44622"/>
                <a:gd name="connsiteY18" fmla="*/ 33287 h 52772"/>
                <a:gd name="connsiteX19" fmla="*/ 9736 w 44622"/>
                <a:gd name="connsiteY19" fmla="*/ 51960 h 52772"/>
                <a:gd name="connsiteX20" fmla="*/ 0 w 44622"/>
                <a:gd name="connsiteY20" fmla="*/ 51960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2" h="52772">
                  <a:moveTo>
                    <a:pt x="10547" y="24356"/>
                  </a:moveTo>
                  <a:lnTo>
                    <a:pt x="19472" y="24356"/>
                  </a:lnTo>
                  <a:cubicBezTo>
                    <a:pt x="21905" y="24356"/>
                    <a:pt x="23528" y="23545"/>
                    <a:pt x="25151" y="21921"/>
                  </a:cubicBezTo>
                  <a:cubicBezTo>
                    <a:pt x="26773" y="20297"/>
                    <a:pt x="27585" y="18673"/>
                    <a:pt x="27585" y="16238"/>
                  </a:cubicBezTo>
                  <a:cubicBezTo>
                    <a:pt x="27585" y="13802"/>
                    <a:pt x="26773" y="12178"/>
                    <a:pt x="25151" y="10554"/>
                  </a:cubicBezTo>
                  <a:cubicBezTo>
                    <a:pt x="23528" y="8931"/>
                    <a:pt x="21905" y="8119"/>
                    <a:pt x="19472" y="8119"/>
                  </a:cubicBezTo>
                  <a:lnTo>
                    <a:pt x="10547" y="8119"/>
                  </a:lnTo>
                  <a:lnTo>
                    <a:pt x="10547" y="24356"/>
                  </a:lnTo>
                  <a:close/>
                  <a:moveTo>
                    <a:pt x="0" y="52772"/>
                  </a:moveTo>
                  <a:lnTo>
                    <a:pt x="0" y="0"/>
                  </a:lnTo>
                  <a:lnTo>
                    <a:pt x="19472" y="0"/>
                  </a:lnTo>
                  <a:cubicBezTo>
                    <a:pt x="25151" y="0"/>
                    <a:pt x="29207" y="1624"/>
                    <a:pt x="33264" y="4871"/>
                  </a:cubicBezTo>
                  <a:cubicBezTo>
                    <a:pt x="36509" y="8119"/>
                    <a:pt x="38943" y="12178"/>
                    <a:pt x="38943" y="17049"/>
                  </a:cubicBezTo>
                  <a:cubicBezTo>
                    <a:pt x="38943" y="20297"/>
                    <a:pt x="38132" y="23545"/>
                    <a:pt x="36509" y="25980"/>
                  </a:cubicBezTo>
                  <a:cubicBezTo>
                    <a:pt x="34886" y="28416"/>
                    <a:pt x="32453" y="30851"/>
                    <a:pt x="30019" y="31663"/>
                  </a:cubicBezTo>
                  <a:lnTo>
                    <a:pt x="44622" y="51960"/>
                  </a:lnTo>
                  <a:lnTo>
                    <a:pt x="31641" y="51960"/>
                  </a:lnTo>
                  <a:lnTo>
                    <a:pt x="17849" y="33287"/>
                  </a:lnTo>
                  <a:lnTo>
                    <a:pt x="9736" y="33287"/>
                  </a:lnTo>
                  <a:lnTo>
                    <a:pt x="9736" y="51960"/>
                  </a:lnTo>
                  <a:lnTo>
                    <a:pt x="0" y="51960"/>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2" name="Freeform 911">
              <a:extLst>
                <a:ext uri="{FF2B5EF4-FFF2-40B4-BE49-F238E27FC236}">
                  <a16:creationId xmlns:a16="http://schemas.microsoft.com/office/drawing/2014/main" id="{4CA61CAA-9029-8A64-4179-C8BF254D9134}"/>
                </a:ext>
              </a:extLst>
            </p:cNvPr>
            <p:cNvSpPr/>
            <p:nvPr/>
          </p:nvSpPr>
          <p:spPr>
            <a:xfrm>
              <a:off x="1886653" y="-1974974"/>
              <a:ext cx="50301" cy="53584"/>
            </a:xfrm>
            <a:custGeom>
              <a:avLst/>
              <a:gdLst>
                <a:gd name="connsiteX0" fmla="*/ 0 w 50301"/>
                <a:gd name="connsiteY0" fmla="*/ 0 h 53584"/>
                <a:gd name="connsiteX1" fmla="*/ 12170 w 50301"/>
                <a:gd name="connsiteY1" fmla="*/ 0 h 53584"/>
                <a:gd name="connsiteX2" fmla="*/ 25151 w 50301"/>
                <a:gd name="connsiteY2" fmla="*/ 31663 h 53584"/>
                <a:gd name="connsiteX3" fmla="*/ 38132 w 50301"/>
                <a:gd name="connsiteY3" fmla="*/ 0 h 53584"/>
                <a:gd name="connsiteX4" fmla="*/ 50302 w 50301"/>
                <a:gd name="connsiteY4" fmla="*/ 0 h 53584"/>
                <a:gd name="connsiteX5" fmla="*/ 26773 w 50301"/>
                <a:gd name="connsiteY5" fmla="*/ 53584 h 53584"/>
                <a:gd name="connsiteX6" fmla="*/ 23528 w 50301"/>
                <a:gd name="connsiteY6" fmla="*/ 53584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01" h="53584">
                  <a:moveTo>
                    <a:pt x="0" y="0"/>
                  </a:moveTo>
                  <a:lnTo>
                    <a:pt x="12170" y="0"/>
                  </a:lnTo>
                  <a:lnTo>
                    <a:pt x="25151" y="31663"/>
                  </a:lnTo>
                  <a:lnTo>
                    <a:pt x="38132" y="0"/>
                  </a:lnTo>
                  <a:lnTo>
                    <a:pt x="50302" y="0"/>
                  </a:lnTo>
                  <a:lnTo>
                    <a:pt x="26773" y="53584"/>
                  </a:lnTo>
                  <a:lnTo>
                    <a:pt x="23528" y="53584"/>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3" name="Freeform 912">
              <a:extLst>
                <a:ext uri="{FF2B5EF4-FFF2-40B4-BE49-F238E27FC236}">
                  <a16:creationId xmlns:a16="http://schemas.microsoft.com/office/drawing/2014/main" id="{895144F3-CA9E-25ED-B98C-C01070637015}"/>
                </a:ext>
              </a:extLst>
            </p:cNvPr>
            <p:cNvSpPr/>
            <p:nvPr/>
          </p:nvSpPr>
          <p:spPr>
            <a:xfrm>
              <a:off x="1945068" y="-1974974"/>
              <a:ext cx="10547" cy="52772"/>
            </a:xfrm>
            <a:custGeom>
              <a:avLst/>
              <a:gdLst>
                <a:gd name="connsiteX0" fmla="*/ 0 w 10547"/>
                <a:gd name="connsiteY0" fmla="*/ 0 h 52772"/>
                <a:gd name="connsiteX1" fmla="*/ 10547 w 10547"/>
                <a:gd name="connsiteY1" fmla="*/ 0 h 52772"/>
                <a:gd name="connsiteX2" fmla="*/ 10547 w 10547"/>
                <a:gd name="connsiteY2" fmla="*/ 52772 h 52772"/>
                <a:gd name="connsiteX3" fmla="*/ 0 w 10547"/>
                <a:gd name="connsiteY3" fmla="*/ 52772 h 52772"/>
              </a:gdLst>
              <a:ahLst/>
              <a:cxnLst>
                <a:cxn ang="0">
                  <a:pos x="connsiteX0" y="connsiteY0"/>
                </a:cxn>
                <a:cxn ang="0">
                  <a:pos x="connsiteX1" y="connsiteY1"/>
                </a:cxn>
                <a:cxn ang="0">
                  <a:pos x="connsiteX2" y="connsiteY2"/>
                </a:cxn>
                <a:cxn ang="0">
                  <a:pos x="connsiteX3" y="connsiteY3"/>
                </a:cxn>
              </a:cxnLst>
              <a:rect l="l" t="t" r="r" b="b"/>
              <a:pathLst>
                <a:path w="10547" h="52772">
                  <a:moveTo>
                    <a:pt x="0" y="0"/>
                  </a:moveTo>
                  <a:lnTo>
                    <a:pt x="10547" y="0"/>
                  </a:lnTo>
                  <a:lnTo>
                    <a:pt x="10547" y="52772"/>
                  </a:lnTo>
                  <a:lnTo>
                    <a:pt x="0"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4" name="Freeform 913">
              <a:extLst>
                <a:ext uri="{FF2B5EF4-FFF2-40B4-BE49-F238E27FC236}">
                  <a16:creationId xmlns:a16="http://schemas.microsoft.com/office/drawing/2014/main" id="{A10D4343-4652-527C-A630-43C6CB2D82DB}"/>
                </a:ext>
              </a:extLst>
            </p:cNvPr>
            <p:cNvSpPr/>
            <p:nvPr/>
          </p:nvSpPr>
          <p:spPr>
            <a:xfrm>
              <a:off x="1965351" y="-1975785"/>
              <a:ext cx="51924" cy="53584"/>
            </a:xfrm>
            <a:custGeom>
              <a:avLst/>
              <a:gdLst>
                <a:gd name="connsiteX0" fmla="*/ 2434 w 51924"/>
                <a:gd name="connsiteY0" fmla="*/ 38158 h 53584"/>
                <a:gd name="connsiteX1" fmla="*/ 0 w 51924"/>
                <a:gd name="connsiteY1" fmla="*/ 27604 h 53584"/>
                <a:gd name="connsiteX2" fmla="*/ 2434 w 51924"/>
                <a:gd name="connsiteY2" fmla="*/ 17049 h 53584"/>
                <a:gd name="connsiteX3" fmla="*/ 8113 w 51924"/>
                <a:gd name="connsiteY3" fmla="*/ 8119 h 53584"/>
                <a:gd name="connsiteX4" fmla="*/ 17037 w 51924"/>
                <a:gd name="connsiteY4" fmla="*/ 2436 h 53584"/>
                <a:gd name="connsiteX5" fmla="*/ 28396 w 51924"/>
                <a:gd name="connsiteY5" fmla="*/ 0 h 53584"/>
                <a:gd name="connsiteX6" fmla="*/ 42188 w 51924"/>
                <a:gd name="connsiteY6" fmla="*/ 3248 h 53584"/>
                <a:gd name="connsiteX7" fmla="*/ 51924 w 51924"/>
                <a:gd name="connsiteY7" fmla="*/ 12990 h 53584"/>
                <a:gd name="connsiteX8" fmla="*/ 43811 w 51924"/>
                <a:gd name="connsiteY8" fmla="*/ 18673 h 53584"/>
                <a:gd name="connsiteX9" fmla="*/ 28396 w 51924"/>
                <a:gd name="connsiteY9" fmla="*/ 9743 h 53584"/>
                <a:gd name="connsiteX10" fmla="*/ 16226 w 51924"/>
                <a:gd name="connsiteY10" fmla="*/ 14614 h 53584"/>
                <a:gd name="connsiteX11" fmla="*/ 11358 w 51924"/>
                <a:gd name="connsiteY11" fmla="*/ 26792 h 53584"/>
                <a:gd name="connsiteX12" fmla="*/ 16226 w 51924"/>
                <a:gd name="connsiteY12" fmla="*/ 38970 h 53584"/>
                <a:gd name="connsiteX13" fmla="*/ 28396 w 51924"/>
                <a:gd name="connsiteY13" fmla="*/ 43842 h 53584"/>
                <a:gd name="connsiteX14" fmla="*/ 43811 w 51924"/>
                <a:gd name="connsiteY14" fmla="*/ 34911 h 53584"/>
                <a:gd name="connsiteX15" fmla="*/ 51924 w 51924"/>
                <a:gd name="connsiteY15" fmla="*/ 40594 h 53584"/>
                <a:gd name="connsiteX16" fmla="*/ 42188 w 51924"/>
                <a:gd name="connsiteY16" fmla="*/ 50337 h 53584"/>
                <a:gd name="connsiteX17" fmla="*/ 28396 w 51924"/>
                <a:gd name="connsiteY17" fmla="*/ 53584 h 53584"/>
                <a:gd name="connsiteX18" fmla="*/ 17849 w 51924"/>
                <a:gd name="connsiteY18" fmla="*/ 51148 h 53584"/>
                <a:gd name="connsiteX19" fmla="*/ 8924 w 51924"/>
                <a:gd name="connsiteY19" fmla="*/ 45465 h 53584"/>
                <a:gd name="connsiteX20" fmla="*/ 2434 w 51924"/>
                <a:gd name="connsiteY20" fmla="*/ 38158 h 5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24" h="53584">
                  <a:moveTo>
                    <a:pt x="2434" y="38158"/>
                  </a:moveTo>
                  <a:cubicBezTo>
                    <a:pt x="811" y="34911"/>
                    <a:pt x="0" y="30851"/>
                    <a:pt x="0" y="27604"/>
                  </a:cubicBezTo>
                  <a:cubicBezTo>
                    <a:pt x="0" y="23545"/>
                    <a:pt x="811" y="20297"/>
                    <a:pt x="2434" y="17049"/>
                  </a:cubicBezTo>
                  <a:cubicBezTo>
                    <a:pt x="4057" y="13802"/>
                    <a:pt x="5679" y="10554"/>
                    <a:pt x="8113" y="8119"/>
                  </a:cubicBezTo>
                  <a:cubicBezTo>
                    <a:pt x="10547" y="5683"/>
                    <a:pt x="13792" y="4059"/>
                    <a:pt x="17037" y="2436"/>
                  </a:cubicBezTo>
                  <a:cubicBezTo>
                    <a:pt x="20283" y="812"/>
                    <a:pt x="24339" y="0"/>
                    <a:pt x="28396" y="0"/>
                  </a:cubicBezTo>
                  <a:cubicBezTo>
                    <a:pt x="33264" y="0"/>
                    <a:pt x="38132" y="812"/>
                    <a:pt x="42188" y="3248"/>
                  </a:cubicBezTo>
                  <a:cubicBezTo>
                    <a:pt x="46245" y="5683"/>
                    <a:pt x="49490" y="8931"/>
                    <a:pt x="51924" y="12990"/>
                  </a:cubicBezTo>
                  <a:lnTo>
                    <a:pt x="43811" y="18673"/>
                  </a:lnTo>
                  <a:cubicBezTo>
                    <a:pt x="39754" y="12990"/>
                    <a:pt x="34886" y="9743"/>
                    <a:pt x="28396" y="9743"/>
                  </a:cubicBezTo>
                  <a:cubicBezTo>
                    <a:pt x="23528" y="9743"/>
                    <a:pt x="19472" y="11366"/>
                    <a:pt x="16226" y="14614"/>
                  </a:cubicBezTo>
                  <a:cubicBezTo>
                    <a:pt x="12981" y="17861"/>
                    <a:pt x="11358" y="21921"/>
                    <a:pt x="11358" y="26792"/>
                  </a:cubicBezTo>
                  <a:cubicBezTo>
                    <a:pt x="11358" y="31663"/>
                    <a:pt x="12981" y="35723"/>
                    <a:pt x="16226" y="38970"/>
                  </a:cubicBezTo>
                  <a:cubicBezTo>
                    <a:pt x="19472" y="42218"/>
                    <a:pt x="23528" y="43842"/>
                    <a:pt x="28396" y="43842"/>
                  </a:cubicBezTo>
                  <a:cubicBezTo>
                    <a:pt x="34886" y="43842"/>
                    <a:pt x="39754" y="40594"/>
                    <a:pt x="43811" y="34911"/>
                  </a:cubicBezTo>
                  <a:lnTo>
                    <a:pt x="51924" y="40594"/>
                  </a:lnTo>
                  <a:cubicBezTo>
                    <a:pt x="49490" y="44653"/>
                    <a:pt x="46245" y="47901"/>
                    <a:pt x="42188" y="50337"/>
                  </a:cubicBezTo>
                  <a:cubicBezTo>
                    <a:pt x="38132" y="52772"/>
                    <a:pt x="33264" y="53584"/>
                    <a:pt x="28396" y="53584"/>
                  </a:cubicBezTo>
                  <a:cubicBezTo>
                    <a:pt x="24339" y="53584"/>
                    <a:pt x="21094" y="52772"/>
                    <a:pt x="17849" y="51148"/>
                  </a:cubicBezTo>
                  <a:cubicBezTo>
                    <a:pt x="14604" y="49525"/>
                    <a:pt x="11358" y="47901"/>
                    <a:pt x="8924" y="45465"/>
                  </a:cubicBezTo>
                  <a:cubicBezTo>
                    <a:pt x="5679" y="43842"/>
                    <a:pt x="4057" y="41406"/>
                    <a:pt x="2434" y="38158"/>
                  </a:cubicBezTo>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5" name="Freeform 914">
              <a:extLst>
                <a:ext uri="{FF2B5EF4-FFF2-40B4-BE49-F238E27FC236}">
                  <a16:creationId xmlns:a16="http://schemas.microsoft.com/office/drawing/2014/main" id="{59475E1F-6F83-2320-9313-553F42121346}"/>
                </a:ext>
              </a:extLst>
            </p:cNvPr>
            <p:cNvSpPr/>
            <p:nvPr/>
          </p:nvSpPr>
          <p:spPr>
            <a:xfrm>
              <a:off x="2026199" y="-1974974"/>
              <a:ext cx="36509" cy="52772"/>
            </a:xfrm>
            <a:custGeom>
              <a:avLst/>
              <a:gdLst>
                <a:gd name="connsiteX0" fmla="*/ 0 w 36509"/>
                <a:gd name="connsiteY0" fmla="*/ 52772 h 52772"/>
                <a:gd name="connsiteX1" fmla="*/ 0 w 36509"/>
                <a:gd name="connsiteY1" fmla="*/ 0 h 52772"/>
                <a:gd name="connsiteX2" fmla="*/ 35698 w 36509"/>
                <a:gd name="connsiteY2" fmla="*/ 0 h 52772"/>
                <a:gd name="connsiteX3" fmla="*/ 35698 w 36509"/>
                <a:gd name="connsiteY3" fmla="*/ 9743 h 52772"/>
                <a:gd name="connsiteX4" fmla="*/ 11358 w 36509"/>
                <a:gd name="connsiteY4" fmla="*/ 9743 h 52772"/>
                <a:gd name="connsiteX5" fmla="*/ 11358 w 36509"/>
                <a:gd name="connsiteY5" fmla="*/ 20297 h 52772"/>
                <a:gd name="connsiteX6" fmla="*/ 29207 w 36509"/>
                <a:gd name="connsiteY6" fmla="*/ 20297 h 52772"/>
                <a:gd name="connsiteX7" fmla="*/ 29207 w 36509"/>
                <a:gd name="connsiteY7" fmla="*/ 29228 h 52772"/>
                <a:gd name="connsiteX8" fmla="*/ 11358 w 36509"/>
                <a:gd name="connsiteY8" fmla="*/ 29228 h 52772"/>
                <a:gd name="connsiteX9" fmla="*/ 11358 w 36509"/>
                <a:gd name="connsiteY9" fmla="*/ 43030 h 52772"/>
                <a:gd name="connsiteX10" fmla="*/ 36509 w 36509"/>
                <a:gd name="connsiteY10" fmla="*/ 43030 h 52772"/>
                <a:gd name="connsiteX11" fmla="*/ 36509 w 36509"/>
                <a:gd name="connsiteY11" fmla="*/ 52772 h 5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509" h="52772">
                  <a:moveTo>
                    <a:pt x="0" y="52772"/>
                  </a:moveTo>
                  <a:lnTo>
                    <a:pt x="0" y="0"/>
                  </a:lnTo>
                  <a:lnTo>
                    <a:pt x="35698" y="0"/>
                  </a:lnTo>
                  <a:lnTo>
                    <a:pt x="35698" y="9743"/>
                  </a:lnTo>
                  <a:lnTo>
                    <a:pt x="11358" y="9743"/>
                  </a:lnTo>
                  <a:lnTo>
                    <a:pt x="11358" y="20297"/>
                  </a:lnTo>
                  <a:lnTo>
                    <a:pt x="29207" y="20297"/>
                  </a:lnTo>
                  <a:lnTo>
                    <a:pt x="29207" y="29228"/>
                  </a:lnTo>
                  <a:lnTo>
                    <a:pt x="11358" y="29228"/>
                  </a:lnTo>
                  <a:lnTo>
                    <a:pt x="11358" y="43030"/>
                  </a:lnTo>
                  <a:lnTo>
                    <a:pt x="36509" y="43030"/>
                  </a:lnTo>
                  <a:lnTo>
                    <a:pt x="36509" y="52772"/>
                  </a:lnTo>
                  <a:close/>
                </a:path>
              </a:pathLst>
            </a:custGeom>
            <a:solidFill>
              <a:srgbClr val="231F20"/>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6" name="Freeform 915">
              <a:extLst>
                <a:ext uri="{FF2B5EF4-FFF2-40B4-BE49-F238E27FC236}">
                  <a16:creationId xmlns:a16="http://schemas.microsoft.com/office/drawing/2014/main" id="{906CD753-4A50-95C4-28CB-EC581CDAD48D}"/>
                </a:ext>
              </a:extLst>
            </p:cNvPr>
            <p:cNvSpPr/>
            <p:nvPr/>
          </p:nvSpPr>
          <p:spPr>
            <a:xfrm rot="16206201">
              <a:off x="1988881" y="-2090783"/>
              <a:ext cx="121697" cy="26792"/>
            </a:xfrm>
            <a:custGeom>
              <a:avLst/>
              <a:gdLst>
                <a:gd name="connsiteX0" fmla="*/ 0 w 121697"/>
                <a:gd name="connsiteY0" fmla="*/ 0 h 26792"/>
                <a:gd name="connsiteX1" fmla="*/ 121698 w 121697"/>
                <a:gd name="connsiteY1" fmla="*/ 0 h 26792"/>
                <a:gd name="connsiteX2" fmla="*/ 121698 w 121697"/>
                <a:gd name="connsiteY2" fmla="*/ 26792 h 26792"/>
                <a:gd name="connsiteX3" fmla="*/ 0 w 121697"/>
                <a:gd name="connsiteY3" fmla="*/ 26792 h 26792"/>
              </a:gdLst>
              <a:ahLst/>
              <a:cxnLst>
                <a:cxn ang="0">
                  <a:pos x="connsiteX0" y="connsiteY0"/>
                </a:cxn>
                <a:cxn ang="0">
                  <a:pos x="connsiteX1" y="connsiteY1"/>
                </a:cxn>
                <a:cxn ang="0">
                  <a:pos x="connsiteX2" y="connsiteY2"/>
                </a:cxn>
                <a:cxn ang="0">
                  <a:pos x="connsiteX3" y="connsiteY3"/>
                </a:cxn>
              </a:cxnLst>
              <a:rect l="l" t="t" r="r" b="b"/>
              <a:pathLst>
                <a:path w="121697" h="26792">
                  <a:moveTo>
                    <a:pt x="0" y="0"/>
                  </a:moveTo>
                  <a:lnTo>
                    <a:pt x="121698" y="0"/>
                  </a:lnTo>
                  <a:lnTo>
                    <a:pt x="121698" y="26792"/>
                  </a:lnTo>
                  <a:lnTo>
                    <a:pt x="0" y="26792"/>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7" name="Freeform 916">
              <a:extLst>
                <a:ext uri="{FF2B5EF4-FFF2-40B4-BE49-F238E27FC236}">
                  <a16:creationId xmlns:a16="http://schemas.microsoft.com/office/drawing/2014/main" id="{AAC1A557-A87B-A056-D26A-4994063265F9}"/>
                </a:ext>
              </a:extLst>
            </p:cNvPr>
            <p:cNvSpPr/>
            <p:nvPr/>
          </p:nvSpPr>
          <p:spPr>
            <a:xfrm>
              <a:off x="2078123" y="-2038300"/>
              <a:ext cx="17037" cy="21108"/>
            </a:xfrm>
            <a:custGeom>
              <a:avLst/>
              <a:gdLst>
                <a:gd name="connsiteX0" fmla="*/ 17038 w 17037"/>
                <a:gd name="connsiteY0" fmla="*/ 0 h 21108"/>
                <a:gd name="connsiteX1" fmla="*/ 17038 w 17037"/>
                <a:gd name="connsiteY1" fmla="*/ 1624 h 21108"/>
                <a:gd name="connsiteX2" fmla="*/ 8925 w 17037"/>
                <a:gd name="connsiteY2" fmla="*/ 1624 h 21108"/>
                <a:gd name="connsiteX3" fmla="*/ 8925 w 17037"/>
                <a:gd name="connsiteY3" fmla="*/ 21109 h 21108"/>
                <a:gd name="connsiteX4" fmla="*/ 7302 w 17037"/>
                <a:gd name="connsiteY4" fmla="*/ 21109 h 21108"/>
                <a:gd name="connsiteX5" fmla="*/ 7302 w 17037"/>
                <a:gd name="connsiteY5" fmla="*/ 1624 h 21108"/>
                <a:gd name="connsiteX6" fmla="*/ 0 w 17037"/>
                <a:gd name="connsiteY6" fmla="*/ 1624 h 21108"/>
                <a:gd name="connsiteX7" fmla="*/ 0 w 17037"/>
                <a:gd name="connsiteY7" fmla="*/ 0 h 2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37" h="21108">
                  <a:moveTo>
                    <a:pt x="17038" y="0"/>
                  </a:moveTo>
                  <a:lnTo>
                    <a:pt x="17038" y="1624"/>
                  </a:lnTo>
                  <a:lnTo>
                    <a:pt x="8925" y="1624"/>
                  </a:lnTo>
                  <a:lnTo>
                    <a:pt x="8925" y="21109"/>
                  </a:lnTo>
                  <a:lnTo>
                    <a:pt x="7302" y="21109"/>
                  </a:lnTo>
                  <a:lnTo>
                    <a:pt x="7302" y="1624"/>
                  </a:lnTo>
                  <a:lnTo>
                    <a:pt x="0" y="1624"/>
                  </a:lnTo>
                  <a:lnTo>
                    <a:pt x="0" y="0"/>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18" name="Freeform 917">
              <a:extLst>
                <a:ext uri="{FF2B5EF4-FFF2-40B4-BE49-F238E27FC236}">
                  <a16:creationId xmlns:a16="http://schemas.microsoft.com/office/drawing/2014/main" id="{9DB2C637-CFB0-F131-4289-314087BB05DE}"/>
                </a:ext>
              </a:extLst>
            </p:cNvPr>
            <p:cNvSpPr/>
            <p:nvPr/>
          </p:nvSpPr>
          <p:spPr>
            <a:xfrm>
              <a:off x="2096784" y="-2038300"/>
              <a:ext cx="20282" cy="21108"/>
            </a:xfrm>
            <a:custGeom>
              <a:avLst/>
              <a:gdLst>
                <a:gd name="connsiteX0" fmla="*/ 3245 w 20282"/>
                <a:gd name="connsiteY0" fmla="*/ 0 h 21108"/>
                <a:gd name="connsiteX1" fmla="*/ 10547 w 20282"/>
                <a:gd name="connsiteY1" fmla="*/ 18673 h 21108"/>
                <a:gd name="connsiteX2" fmla="*/ 17849 w 20282"/>
                <a:gd name="connsiteY2" fmla="*/ 0 h 21108"/>
                <a:gd name="connsiteX3" fmla="*/ 20283 w 20282"/>
                <a:gd name="connsiteY3" fmla="*/ 0 h 21108"/>
                <a:gd name="connsiteX4" fmla="*/ 20283 w 20282"/>
                <a:gd name="connsiteY4" fmla="*/ 21109 h 21108"/>
                <a:gd name="connsiteX5" fmla="*/ 18660 w 20282"/>
                <a:gd name="connsiteY5" fmla="*/ 21109 h 21108"/>
                <a:gd name="connsiteX6" fmla="*/ 18660 w 20282"/>
                <a:gd name="connsiteY6" fmla="*/ 3247 h 21108"/>
                <a:gd name="connsiteX7" fmla="*/ 18660 w 20282"/>
                <a:gd name="connsiteY7" fmla="*/ 3247 h 21108"/>
                <a:gd name="connsiteX8" fmla="*/ 11358 w 20282"/>
                <a:gd name="connsiteY8" fmla="*/ 21109 h 21108"/>
                <a:gd name="connsiteX9" fmla="*/ 8925 w 20282"/>
                <a:gd name="connsiteY9" fmla="*/ 21109 h 21108"/>
                <a:gd name="connsiteX10" fmla="*/ 2434 w 20282"/>
                <a:gd name="connsiteY10" fmla="*/ 3247 h 21108"/>
                <a:gd name="connsiteX11" fmla="*/ 2434 w 20282"/>
                <a:gd name="connsiteY11" fmla="*/ 3247 h 21108"/>
                <a:gd name="connsiteX12" fmla="*/ 2434 w 20282"/>
                <a:gd name="connsiteY12" fmla="*/ 21109 h 21108"/>
                <a:gd name="connsiteX13" fmla="*/ 0 w 20282"/>
                <a:gd name="connsiteY13" fmla="*/ 21109 h 21108"/>
                <a:gd name="connsiteX14" fmla="*/ 0 w 20282"/>
                <a:gd name="connsiteY14" fmla="*/ 0 h 2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82" h="21108">
                  <a:moveTo>
                    <a:pt x="3245" y="0"/>
                  </a:moveTo>
                  <a:lnTo>
                    <a:pt x="10547" y="18673"/>
                  </a:lnTo>
                  <a:lnTo>
                    <a:pt x="17849" y="0"/>
                  </a:lnTo>
                  <a:lnTo>
                    <a:pt x="20283" y="0"/>
                  </a:lnTo>
                  <a:lnTo>
                    <a:pt x="20283" y="21109"/>
                  </a:lnTo>
                  <a:lnTo>
                    <a:pt x="18660" y="21109"/>
                  </a:lnTo>
                  <a:lnTo>
                    <a:pt x="18660" y="3247"/>
                  </a:lnTo>
                  <a:lnTo>
                    <a:pt x="18660" y="3247"/>
                  </a:lnTo>
                  <a:lnTo>
                    <a:pt x="11358" y="21109"/>
                  </a:lnTo>
                  <a:lnTo>
                    <a:pt x="8925" y="21109"/>
                  </a:lnTo>
                  <a:lnTo>
                    <a:pt x="2434" y="3247"/>
                  </a:lnTo>
                  <a:lnTo>
                    <a:pt x="2434" y="3247"/>
                  </a:lnTo>
                  <a:lnTo>
                    <a:pt x="2434" y="21109"/>
                  </a:lnTo>
                  <a:lnTo>
                    <a:pt x="0" y="21109"/>
                  </a:lnTo>
                  <a:lnTo>
                    <a:pt x="0" y="0"/>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919" name="Graphic 695">
              <a:extLst>
                <a:ext uri="{FF2B5EF4-FFF2-40B4-BE49-F238E27FC236}">
                  <a16:creationId xmlns:a16="http://schemas.microsoft.com/office/drawing/2014/main" id="{68682A39-B849-D462-8A57-E21F42B3EA27}"/>
                </a:ext>
              </a:extLst>
            </p:cNvPr>
            <p:cNvGrpSpPr/>
            <p:nvPr/>
          </p:nvGrpSpPr>
          <p:grpSpPr>
            <a:xfrm>
              <a:off x="1856634" y="-2182003"/>
              <a:ext cx="210130" cy="168871"/>
              <a:chOff x="6750162" y="-2182003"/>
              <a:chExt cx="210130" cy="168871"/>
            </a:xfrm>
            <a:solidFill>
              <a:srgbClr val="653E21"/>
            </a:solidFill>
          </p:grpSpPr>
          <p:sp>
            <p:nvSpPr>
              <p:cNvPr id="920" name="Freeform 919">
                <a:extLst>
                  <a:ext uri="{FF2B5EF4-FFF2-40B4-BE49-F238E27FC236}">
                    <a16:creationId xmlns:a16="http://schemas.microsoft.com/office/drawing/2014/main" id="{6F87EB0D-2811-9B85-0571-0F0501167F13}"/>
                  </a:ext>
                </a:extLst>
              </p:cNvPr>
              <p:cNvSpPr/>
              <p:nvPr/>
            </p:nvSpPr>
            <p:spPr>
              <a:xfrm>
                <a:off x="6750162" y="-2166577"/>
                <a:ext cx="167942" cy="153445"/>
              </a:xfrm>
              <a:custGeom>
                <a:avLst/>
                <a:gdLst>
                  <a:gd name="connsiteX0" fmla="*/ 145226 w 167942"/>
                  <a:gd name="connsiteY0" fmla="*/ 117723 h 153445"/>
                  <a:gd name="connsiteX1" fmla="*/ 143603 w 167942"/>
                  <a:gd name="connsiteY1" fmla="*/ 120158 h 153445"/>
                  <a:gd name="connsiteX2" fmla="*/ 141169 w 167942"/>
                  <a:gd name="connsiteY2" fmla="*/ 123406 h 153445"/>
                  <a:gd name="connsiteX3" fmla="*/ 137924 w 167942"/>
                  <a:gd name="connsiteY3" fmla="*/ 125841 h 153445"/>
                  <a:gd name="connsiteX4" fmla="*/ 133056 w 167942"/>
                  <a:gd name="connsiteY4" fmla="*/ 127465 h 153445"/>
                  <a:gd name="connsiteX5" fmla="*/ 126565 w 167942"/>
                  <a:gd name="connsiteY5" fmla="*/ 125030 h 153445"/>
                  <a:gd name="connsiteX6" fmla="*/ 124943 w 167942"/>
                  <a:gd name="connsiteY6" fmla="*/ 116099 h 153445"/>
                  <a:gd name="connsiteX7" fmla="*/ 124943 w 167942"/>
                  <a:gd name="connsiteY7" fmla="*/ 54396 h 153445"/>
                  <a:gd name="connsiteX8" fmla="*/ 156584 w 167942"/>
                  <a:gd name="connsiteY8" fmla="*/ 54396 h 153445"/>
                  <a:gd name="connsiteX9" fmla="*/ 156584 w 167942"/>
                  <a:gd name="connsiteY9" fmla="*/ 28416 h 153445"/>
                  <a:gd name="connsiteX10" fmla="*/ 124943 w 167942"/>
                  <a:gd name="connsiteY10" fmla="*/ 28416 h 153445"/>
                  <a:gd name="connsiteX11" fmla="*/ 124943 w 167942"/>
                  <a:gd name="connsiteY11" fmla="*/ 0 h 153445"/>
                  <a:gd name="connsiteX12" fmla="*/ 98169 w 167942"/>
                  <a:gd name="connsiteY12" fmla="*/ 0 h 153445"/>
                  <a:gd name="connsiteX13" fmla="*/ 98169 w 167942"/>
                  <a:gd name="connsiteY13" fmla="*/ 28416 h 153445"/>
                  <a:gd name="connsiteX14" fmla="*/ 41377 w 167942"/>
                  <a:gd name="connsiteY14" fmla="*/ 28416 h 153445"/>
                  <a:gd name="connsiteX15" fmla="*/ 41377 w 167942"/>
                  <a:gd name="connsiteY15" fmla="*/ 0 h 153445"/>
                  <a:gd name="connsiteX16" fmla="*/ 14604 w 167942"/>
                  <a:gd name="connsiteY16" fmla="*/ 0 h 153445"/>
                  <a:gd name="connsiteX17" fmla="*/ 14604 w 167942"/>
                  <a:gd name="connsiteY17" fmla="*/ 28416 h 153445"/>
                  <a:gd name="connsiteX18" fmla="*/ 0 w 167942"/>
                  <a:gd name="connsiteY18" fmla="*/ 28416 h 153445"/>
                  <a:gd name="connsiteX19" fmla="*/ 0 w 167942"/>
                  <a:gd name="connsiteY19" fmla="*/ 54396 h 153445"/>
                  <a:gd name="connsiteX20" fmla="*/ 14604 w 167942"/>
                  <a:gd name="connsiteY20" fmla="*/ 54396 h 153445"/>
                  <a:gd name="connsiteX21" fmla="*/ 14604 w 167942"/>
                  <a:gd name="connsiteY21" fmla="*/ 118534 h 153445"/>
                  <a:gd name="connsiteX22" fmla="*/ 24339 w 167942"/>
                  <a:gd name="connsiteY22" fmla="*/ 144515 h 153445"/>
                  <a:gd name="connsiteX23" fmla="*/ 49490 w 167942"/>
                  <a:gd name="connsiteY23" fmla="*/ 153445 h 153445"/>
                  <a:gd name="connsiteX24" fmla="*/ 67339 w 167942"/>
                  <a:gd name="connsiteY24" fmla="*/ 148574 h 153445"/>
                  <a:gd name="connsiteX25" fmla="*/ 83566 w 167942"/>
                  <a:gd name="connsiteY25" fmla="*/ 133148 h 153445"/>
                  <a:gd name="connsiteX26" fmla="*/ 62471 w 167942"/>
                  <a:gd name="connsiteY26" fmla="*/ 117723 h 153445"/>
                  <a:gd name="connsiteX27" fmla="*/ 60849 w 167942"/>
                  <a:gd name="connsiteY27" fmla="*/ 120158 h 153445"/>
                  <a:gd name="connsiteX28" fmla="*/ 58415 w 167942"/>
                  <a:gd name="connsiteY28" fmla="*/ 123406 h 153445"/>
                  <a:gd name="connsiteX29" fmla="*/ 55170 w 167942"/>
                  <a:gd name="connsiteY29" fmla="*/ 125841 h 153445"/>
                  <a:gd name="connsiteX30" fmla="*/ 50302 w 167942"/>
                  <a:gd name="connsiteY30" fmla="*/ 127465 h 153445"/>
                  <a:gd name="connsiteX31" fmla="*/ 43811 w 167942"/>
                  <a:gd name="connsiteY31" fmla="*/ 125030 h 153445"/>
                  <a:gd name="connsiteX32" fmla="*/ 42188 w 167942"/>
                  <a:gd name="connsiteY32" fmla="*/ 116099 h 153445"/>
                  <a:gd name="connsiteX33" fmla="*/ 42188 w 167942"/>
                  <a:gd name="connsiteY33" fmla="*/ 54396 h 153445"/>
                  <a:gd name="connsiteX34" fmla="*/ 98981 w 167942"/>
                  <a:gd name="connsiteY34" fmla="*/ 54396 h 153445"/>
                  <a:gd name="connsiteX35" fmla="*/ 98981 w 167942"/>
                  <a:gd name="connsiteY35" fmla="*/ 118534 h 153445"/>
                  <a:gd name="connsiteX36" fmla="*/ 108716 w 167942"/>
                  <a:gd name="connsiteY36" fmla="*/ 144515 h 153445"/>
                  <a:gd name="connsiteX37" fmla="*/ 133867 w 167942"/>
                  <a:gd name="connsiteY37" fmla="*/ 153445 h 153445"/>
                  <a:gd name="connsiteX38" fmla="*/ 151716 w 167942"/>
                  <a:gd name="connsiteY38" fmla="*/ 148574 h 153445"/>
                  <a:gd name="connsiteX39" fmla="*/ 167942 w 167942"/>
                  <a:gd name="connsiteY39" fmla="*/ 133148 h 153445"/>
                  <a:gd name="connsiteX40" fmla="*/ 145226 w 167942"/>
                  <a:gd name="connsiteY40" fmla="*/ 117723 h 1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7942" h="153445">
                    <a:moveTo>
                      <a:pt x="145226" y="117723"/>
                    </a:moveTo>
                    <a:cubicBezTo>
                      <a:pt x="145226" y="117723"/>
                      <a:pt x="144414" y="118534"/>
                      <a:pt x="143603" y="120158"/>
                    </a:cubicBezTo>
                    <a:cubicBezTo>
                      <a:pt x="142792" y="121782"/>
                      <a:pt x="141980" y="122594"/>
                      <a:pt x="141169" y="123406"/>
                    </a:cubicBezTo>
                    <a:cubicBezTo>
                      <a:pt x="140358" y="124218"/>
                      <a:pt x="139546" y="125030"/>
                      <a:pt x="137924" y="125841"/>
                    </a:cubicBezTo>
                    <a:cubicBezTo>
                      <a:pt x="136301" y="126653"/>
                      <a:pt x="134678" y="127465"/>
                      <a:pt x="133056" y="127465"/>
                    </a:cubicBezTo>
                    <a:cubicBezTo>
                      <a:pt x="129810" y="127465"/>
                      <a:pt x="128188" y="126653"/>
                      <a:pt x="126565" y="125030"/>
                    </a:cubicBezTo>
                    <a:cubicBezTo>
                      <a:pt x="124943" y="123406"/>
                      <a:pt x="124943" y="120158"/>
                      <a:pt x="124943" y="116099"/>
                    </a:cubicBezTo>
                    <a:cubicBezTo>
                      <a:pt x="124943" y="95802"/>
                      <a:pt x="124943" y="74693"/>
                      <a:pt x="124943" y="54396"/>
                    </a:cubicBezTo>
                    <a:cubicBezTo>
                      <a:pt x="135490" y="54396"/>
                      <a:pt x="146037" y="54396"/>
                      <a:pt x="156584" y="54396"/>
                    </a:cubicBezTo>
                    <a:cubicBezTo>
                      <a:pt x="156584" y="45465"/>
                      <a:pt x="156584" y="36535"/>
                      <a:pt x="156584" y="28416"/>
                    </a:cubicBezTo>
                    <a:cubicBezTo>
                      <a:pt x="146037" y="28416"/>
                      <a:pt x="135490" y="28416"/>
                      <a:pt x="124943" y="28416"/>
                    </a:cubicBezTo>
                    <a:cubicBezTo>
                      <a:pt x="124943" y="18673"/>
                      <a:pt x="124943" y="9743"/>
                      <a:pt x="124943" y="0"/>
                    </a:cubicBezTo>
                    <a:cubicBezTo>
                      <a:pt x="116018" y="0"/>
                      <a:pt x="107094" y="0"/>
                      <a:pt x="98169" y="0"/>
                    </a:cubicBezTo>
                    <a:cubicBezTo>
                      <a:pt x="98169" y="9743"/>
                      <a:pt x="98169" y="18673"/>
                      <a:pt x="98169" y="28416"/>
                    </a:cubicBezTo>
                    <a:cubicBezTo>
                      <a:pt x="79509" y="28416"/>
                      <a:pt x="60038" y="28416"/>
                      <a:pt x="41377" y="28416"/>
                    </a:cubicBezTo>
                    <a:cubicBezTo>
                      <a:pt x="41377" y="18673"/>
                      <a:pt x="41377" y="9743"/>
                      <a:pt x="41377" y="0"/>
                    </a:cubicBezTo>
                    <a:cubicBezTo>
                      <a:pt x="32453" y="0"/>
                      <a:pt x="23528" y="0"/>
                      <a:pt x="14604" y="0"/>
                    </a:cubicBezTo>
                    <a:cubicBezTo>
                      <a:pt x="14604" y="9743"/>
                      <a:pt x="14604" y="18673"/>
                      <a:pt x="14604" y="28416"/>
                    </a:cubicBezTo>
                    <a:cubicBezTo>
                      <a:pt x="9736" y="28416"/>
                      <a:pt x="4868" y="28416"/>
                      <a:pt x="0" y="28416"/>
                    </a:cubicBezTo>
                    <a:cubicBezTo>
                      <a:pt x="0" y="37346"/>
                      <a:pt x="0" y="46277"/>
                      <a:pt x="0" y="54396"/>
                    </a:cubicBezTo>
                    <a:cubicBezTo>
                      <a:pt x="4868" y="54396"/>
                      <a:pt x="9736" y="54396"/>
                      <a:pt x="14604" y="54396"/>
                    </a:cubicBezTo>
                    <a:cubicBezTo>
                      <a:pt x="14604" y="75505"/>
                      <a:pt x="14604" y="96614"/>
                      <a:pt x="14604" y="118534"/>
                    </a:cubicBezTo>
                    <a:cubicBezTo>
                      <a:pt x="14604" y="129901"/>
                      <a:pt x="17849" y="138832"/>
                      <a:pt x="24339" y="144515"/>
                    </a:cubicBezTo>
                    <a:cubicBezTo>
                      <a:pt x="30830" y="151010"/>
                      <a:pt x="38943" y="153445"/>
                      <a:pt x="49490" y="153445"/>
                    </a:cubicBezTo>
                    <a:cubicBezTo>
                      <a:pt x="55981" y="153445"/>
                      <a:pt x="62471" y="151822"/>
                      <a:pt x="67339" y="148574"/>
                    </a:cubicBezTo>
                    <a:cubicBezTo>
                      <a:pt x="72207" y="145327"/>
                      <a:pt x="77886" y="140455"/>
                      <a:pt x="83566" y="133148"/>
                    </a:cubicBezTo>
                    <a:cubicBezTo>
                      <a:pt x="76264" y="128277"/>
                      <a:pt x="69773" y="122594"/>
                      <a:pt x="62471" y="117723"/>
                    </a:cubicBezTo>
                    <a:cubicBezTo>
                      <a:pt x="62471" y="117723"/>
                      <a:pt x="61660" y="118534"/>
                      <a:pt x="60849" y="120158"/>
                    </a:cubicBezTo>
                    <a:cubicBezTo>
                      <a:pt x="60038" y="121782"/>
                      <a:pt x="59226" y="122594"/>
                      <a:pt x="58415" y="123406"/>
                    </a:cubicBezTo>
                    <a:cubicBezTo>
                      <a:pt x="57603" y="124218"/>
                      <a:pt x="56792" y="125030"/>
                      <a:pt x="55170" y="125841"/>
                    </a:cubicBezTo>
                    <a:cubicBezTo>
                      <a:pt x="53547" y="126653"/>
                      <a:pt x="51924" y="127465"/>
                      <a:pt x="50302" y="127465"/>
                    </a:cubicBezTo>
                    <a:cubicBezTo>
                      <a:pt x="47056" y="127465"/>
                      <a:pt x="45434" y="126653"/>
                      <a:pt x="43811" y="125030"/>
                    </a:cubicBezTo>
                    <a:cubicBezTo>
                      <a:pt x="42188" y="123406"/>
                      <a:pt x="42188" y="120158"/>
                      <a:pt x="42188" y="116099"/>
                    </a:cubicBezTo>
                    <a:cubicBezTo>
                      <a:pt x="42188" y="95802"/>
                      <a:pt x="42188" y="74693"/>
                      <a:pt x="42188" y="54396"/>
                    </a:cubicBezTo>
                    <a:cubicBezTo>
                      <a:pt x="60849" y="54396"/>
                      <a:pt x="80320" y="54396"/>
                      <a:pt x="98981" y="54396"/>
                    </a:cubicBezTo>
                    <a:cubicBezTo>
                      <a:pt x="98981" y="75505"/>
                      <a:pt x="98981" y="96614"/>
                      <a:pt x="98981" y="118534"/>
                    </a:cubicBezTo>
                    <a:cubicBezTo>
                      <a:pt x="98981" y="129901"/>
                      <a:pt x="102226" y="138832"/>
                      <a:pt x="108716" y="144515"/>
                    </a:cubicBezTo>
                    <a:cubicBezTo>
                      <a:pt x="115207" y="150198"/>
                      <a:pt x="123320" y="153445"/>
                      <a:pt x="133867" y="153445"/>
                    </a:cubicBezTo>
                    <a:cubicBezTo>
                      <a:pt x="140358" y="153445"/>
                      <a:pt x="146848" y="151822"/>
                      <a:pt x="151716" y="148574"/>
                    </a:cubicBezTo>
                    <a:cubicBezTo>
                      <a:pt x="156584" y="145327"/>
                      <a:pt x="162263" y="140455"/>
                      <a:pt x="167942" y="133148"/>
                    </a:cubicBezTo>
                    <a:cubicBezTo>
                      <a:pt x="159018" y="128277"/>
                      <a:pt x="152527" y="123406"/>
                      <a:pt x="145226" y="117723"/>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21" name="Freeform 920">
                <a:extLst>
                  <a:ext uri="{FF2B5EF4-FFF2-40B4-BE49-F238E27FC236}">
                    <a16:creationId xmlns:a16="http://schemas.microsoft.com/office/drawing/2014/main" id="{08821049-F380-B819-44E6-FB5A96DC004E}"/>
                  </a:ext>
                </a:extLst>
              </p:cNvPr>
              <p:cNvSpPr/>
              <p:nvPr/>
            </p:nvSpPr>
            <p:spPr>
              <a:xfrm>
                <a:off x="6927840" y="-2182003"/>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2" y="24356"/>
                      <a:pt x="0" y="20297"/>
                      <a:pt x="0" y="16238"/>
                    </a:cubicBezTo>
                    <a:cubicBezTo>
                      <a:pt x="0" y="11366"/>
                      <a:pt x="1622" y="8119"/>
                      <a:pt x="4868" y="4871"/>
                    </a:cubicBezTo>
                    <a:cubicBezTo>
                      <a:pt x="8113" y="1624"/>
                      <a:pt x="11358" y="0"/>
                      <a:pt x="16226" y="0"/>
                    </a:cubicBezTo>
                    <a:cubicBezTo>
                      <a:pt x="20283" y="0"/>
                      <a:pt x="24339" y="1624"/>
                      <a:pt x="27585" y="4871"/>
                    </a:cubicBezTo>
                    <a:cubicBezTo>
                      <a:pt x="30830" y="8119"/>
                      <a:pt x="32453" y="12178"/>
                      <a:pt x="32453" y="16238"/>
                    </a:cubicBezTo>
                    <a:cubicBezTo>
                      <a:pt x="32453" y="21109"/>
                      <a:pt x="30830" y="24356"/>
                      <a:pt x="27585" y="27604"/>
                    </a:cubicBezTo>
                    <a:cubicBezTo>
                      <a:pt x="24339" y="30851"/>
                      <a:pt x="20283" y="32475"/>
                      <a:pt x="16226" y="32475"/>
                    </a:cubicBezTo>
                    <a:cubicBezTo>
                      <a:pt x="11358" y="32475"/>
                      <a:pt x="7302" y="30851"/>
                      <a:pt x="4868" y="27604"/>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922" name="Freeform 921">
              <a:extLst>
                <a:ext uri="{FF2B5EF4-FFF2-40B4-BE49-F238E27FC236}">
                  <a16:creationId xmlns:a16="http://schemas.microsoft.com/office/drawing/2014/main" id="{08D81C83-D632-75F0-EA6C-B560D8F6F0B7}"/>
                </a:ext>
              </a:extLst>
            </p:cNvPr>
            <p:cNvSpPr/>
            <p:nvPr/>
          </p:nvSpPr>
          <p:spPr>
            <a:xfrm>
              <a:off x="1606749" y="-2138973"/>
              <a:ext cx="118452" cy="122593"/>
            </a:xfrm>
            <a:custGeom>
              <a:avLst/>
              <a:gdLst>
                <a:gd name="connsiteX0" fmla="*/ 0 w 118452"/>
                <a:gd name="connsiteY0" fmla="*/ 122594 h 122593"/>
                <a:gd name="connsiteX1" fmla="*/ 68150 w 118452"/>
                <a:gd name="connsiteY1" fmla="*/ 25980 h 122593"/>
                <a:gd name="connsiteX2" fmla="*/ 13792 w 118452"/>
                <a:gd name="connsiteY2" fmla="*/ 25980 h 122593"/>
                <a:gd name="connsiteX3" fmla="*/ 13792 w 118452"/>
                <a:gd name="connsiteY3" fmla="*/ 0 h 122593"/>
                <a:gd name="connsiteX4" fmla="*/ 118452 w 118452"/>
                <a:gd name="connsiteY4" fmla="*/ 0 h 122593"/>
                <a:gd name="connsiteX5" fmla="*/ 51113 w 118452"/>
                <a:gd name="connsiteY5" fmla="*/ 95802 h 122593"/>
                <a:gd name="connsiteX6" fmla="*/ 111150 w 118452"/>
                <a:gd name="connsiteY6" fmla="*/ 95802 h 122593"/>
                <a:gd name="connsiteX7" fmla="*/ 111150 w 118452"/>
                <a:gd name="connsiteY7" fmla="*/ 122594 h 1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452" h="122593">
                  <a:moveTo>
                    <a:pt x="0" y="122594"/>
                  </a:moveTo>
                  <a:lnTo>
                    <a:pt x="68150" y="25980"/>
                  </a:lnTo>
                  <a:lnTo>
                    <a:pt x="13792" y="25980"/>
                  </a:lnTo>
                  <a:lnTo>
                    <a:pt x="13792" y="0"/>
                  </a:lnTo>
                  <a:lnTo>
                    <a:pt x="118452" y="0"/>
                  </a:lnTo>
                  <a:lnTo>
                    <a:pt x="51113" y="95802"/>
                  </a:lnTo>
                  <a:lnTo>
                    <a:pt x="111150" y="95802"/>
                  </a:lnTo>
                  <a:lnTo>
                    <a:pt x="111150" y="122594"/>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923" name="Graphic 695">
              <a:extLst>
                <a:ext uri="{FF2B5EF4-FFF2-40B4-BE49-F238E27FC236}">
                  <a16:creationId xmlns:a16="http://schemas.microsoft.com/office/drawing/2014/main" id="{22B55520-B0AE-B893-ED0C-9FB437505F91}"/>
                </a:ext>
              </a:extLst>
            </p:cNvPr>
            <p:cNvGrpSpPr/>
            <p:nvPr/>
          </p:nvGrpSpPr>
          <p:grpSpPr>
            <a:xfrm>
              <a:off x="1383637" y="-2143033"/>
              <a:ext cx="222300" cy="129088"/>
              <a:chOff x="6277165" y="-2143033"/>
              <a:chExt cx="222300" cy="129088"/>
            </a:xfrm>
            <a:solidFill>
              <a:srgbClr val="653E21"/>
            </a:solidFill>
          </p:grpSpPr>
          <p:sp>
            <p:nvSpPr>
              <p:cNvPr id="924" name="Freeform 923">
                <a:extLst>
                  <a:ext uri="{FF2B5EF4-FFF2-40B4-BE49-F238E27FC236}">
                    <a16:creationId xmlns:a16="http://schemas.microsoft.com/office/drawing/2014/main" id="{50B3A33F-6250-6996-03F9-4A5A8B77371D}"/>
                  </a:ext>
                </a:extLst>
              </p:cNvPr>
              <p:cNvSpPr/>
              <p:nvPr/>
            </p:nvSpPr>
            <p:spPr>
              <a:xfrm>
                <a:off x="6432938" y="-2142221"/>
                <a:ext cx="66527" cy="126653"/>
              </a:xfrm>
              <a:custGeom>
                <a:avLst/>
                <a:gdLst>
                  <a:gd name="connsiteX0" fmla="*/ 0 w 66527"/>
                  <a:gd name="connsiteY0" fmla="*/ 125841 h 126653"/>
                  <a:gd name="connsiteX1" fmla="*/ 0 w 66527"/>
                  <a:gd name="connsiteY1" fmla="*/ 3248 h 126653"/>
                  <a:gd name="connsiteX2" fmla="*/ 25151 w 66527"/>
                  <a:gd name="connsiteY2" fmla="*/ 3248 h 126653"/>
                  <a:gd name="connsiteX3" fmla="*/ 26773 w 66527"/>
                  <a:gd name="connsiteY3" fmla="*/ 16238 h 126653"/>
                  <a:gd name="connsiteX4" fmla="*/ 66528 w 66527"/>
                  <a:gd name="connsiteY4" fmla="*/ 0 h 126653"/>
                  <a:gd name="connsiteX5" fmla="*/ 66528 w 66527"/>
                  <a:gd name="connsiteY5" fmla="*/ 29228 h 126653"/>
                  <a:gd name="connsiteX6" fmla="*/ 41377 w 66527"/>
                  <a:gd name="connsiteY6" fmla="*/ 36535 h 126653"/>
                  <a:gd name="connsiteX7" fmla="*/ 28396 w 66527"/>
                  <a:gd name="connsiteY7" fmla="*/ 53584 h 126653"/>
                  <a:gd name="connsiteX8" fmla="*/ 28396 w 66527"/>
                  <a:gd name="connsiteY8" fmla="*/ 126653 h 126653"/>
                  <a:gd name="connsiteX9" fmla="*/ 0 w 66527"/>
                  <a:gd name="connsiteY9" fmla="*/ 125841 h 1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527" h="126653">
                    <a:moveTo>
                      <a:pt x="0" y="125841"/>
                    </a:moveTo>
                    <a:cubicBezTo>
                      <a:pt x="0" y="85247"/>
                      <a:pt x="0" y="43842"/>
                      <a:pt x="0" y="3248"/>
                    </a:cubicBezTo>
                    <a:cubicBezTo>
                      <a:pt x="8113" y="3248"/>
                      <a:pt x="16226" y="3248"/>
                      <a:pt x="25151" y="3248"/>
                    </a:cubicBezTo>
                    <a:cubicBezTo>
                      <a:pt x="25962" y="7307"/>
                      <a:pt x="25962" y="12178"/>
                      <a:pt x="26773" y="16238"/>
                    </a:cubicBezTo>
                    <a:cubicBezTo>
                      <a:pt x="37320" y="5683"/>
                      <a:pt x="50301" y="0"/>
                      <a:pt x="66528" y="0"/>
                    </a:cubicBezTo>
                    <a:cubicBezTo>
                      <a:pt x="66528" y="9743"/>
                      <a:pt x="66528" y="19485"/>
                      <a:pt x="66528" y="29228"/>
                    </a:cubicBezTo>
                    <a:cubicBezTo>
                      <a:pt x="55981" y="29228"/>
                      <a:pt x="47868" y="31663"/>
                      <a:pt x="41377" y="36535"/>
                    </a:cubicBezTo>
                    <a:cubicBezTo>
                      <a:pt x="34886" y="41406"/>
                      <a:pt x="30019" y="47089"/>
                      <a:pt x="28396" y="53584"/>
                    </a:cubicBezTo>
                    <a:cubicBezTo>
                      <a:pt x="28396" y="77940"/>
                      <a:pt x="28396" y="102297"/>
                      <a:pt x="28396" y="126653"/>
                    </a:cubicBezTo>
                    <a:cubicBezTo>
                      <a:pt x="18660" y="125841"/>
                      <a:pt x="8924" y="125841"/>
                      <a:pt x="0" y="125841"/>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25" name="Freeform 924">
                <a:extLst>
                  <a:ext uri="{FF2B5EF4-FFF2-40B4-BE49-F238E27FC236}">
                    <a16:creationId xmlns:a16="http://schemas.microsoft.com/office/drawing/2014/main" id="{2055723B-603E-176E-5389-250BCC939FB0}"/>
                  </a:ext>
                </a:extLst>
              </p:cNvPr>
              <p:cNvSpPr/>
              <p:nvPr/>
            </p:nvSpPr>
            <p:spPr>
              <a:xfrm>
                <a:off x="6277165" y="-2143033"/>
                <a:ext cx="128187" cy="129088"/>
              </a:xfrm>
              <a:custGeom>
                <a:avLst/>
                <a:gdLst>
                  <a:gd name="connsiteX0" fmla="*/ 8113 w 128187"/>
                  <a:gd name="connsiteY0" fmla="*/ 98237 h 129088"/>
                  <a:gd name="connsiteX1" fmla="*/ 30830 w 128187"/>
                  <a:gd name="connsiteY1" fmla="*/ 120970 h 129088"/>
                  <a:gd name="connsiteX2" fmla="*/ 62471 w 128187"/>
                  <a:gd name="connsiteY2" fmla="*/ 129089 h 129088"/>
                  <a:gd name="connsiteX3" fmla="*/ 84377 w 128187"/>
                  <a:gd name="connsiteY3" fmla="*/ 124218 h 129088"/>
                  <a:gd name="connsiteX4" fmla="*/ 101414 w 128187"/>
                  <a:gd name="connsiteY4" fmla="*/ 110416 h 129088"/>
                  <a:gd name="connsiteX5" fmla="*/ 103037 w 128187"/>
                  <a:gd name="connsiteY5" fmla="*/ 125841 h 129088"/>
                  <a:gd name="connsiteX6" fmla="*/ 128188 w 128187"/>
                  <a:gd name="connsiteY6" fmla="*/ 125841 h 129088"/>
                  <a:gd name="connsiteX7" fmla="*/ 128188 w 128187"/>
                  <a:gd name="connsiteY7" fmla="*/ 3248 h 129088"/>
                  <a:gd name="connsiteX8" fmla="*/ 103037 w 128187"/>
                  <a:gd name="connsiteY8" fmla="*/ 3248 h 129088"/>
                  <a:gd name="connsiteX9" fmla="*/ 102226 w 128187"/>
                  <a:gd name="connsiteY9" fmla="*/ 18673 h 129088"/>
                  <a:gd name="connsiteX10" fmla="*/ 85999 w 128187"/>
                  <a:gd name="connsiteY10" fmla="*/ 4871 h 129088"/>
                  <a:gd name="connsiteX11" fmla="*/ 64094 w 128187"/>
                  <a:gd name="connsiteY11" fmla="*/ 0 h 129088"/>
                  <a:gd name="connsiteX12" fmla="*/ 38943 w 128187"/>
                  <a:gd name="connsiteY12" fmla="*/ 4871 h 129088"/>
                  <a:gd name="connsiteX13" fmla="*/ 18660 w 128187"/>
                  <a:gd name="connsiteY13" fmla="*/ 18673 h 129088"/>
                  <a:gd name="connsiteX14" fmla="*/ 4868 w 128187"/>
                  <a:gd name="connsiteY14" fmla="*/ 38970 h 129088"/>
                  <a:gd name="connsiteX15" fmla="*/ 0 w 128187"/>
                  <a:gd name="connsiteY15" fmla="*/ 64139 h 129088"/>
                  <a:gd name="connsiteX16" fmla="*/ 8113 w 128187"/>
                  <a:gd name="connsiteY16" fmla="*/ 98237 h 129088"/>
                  <a:gd name="connsiteX17" fmla="*/ 36509 w 128187"/>
                  <a:gd name="connsiteY17" fmla="*/ 36535 h 129088"/>
                  <a:gd name="connsiteX18" fmla="*/ 64094 w 128187"/>
                  <a:gd name="connsiteY18" fmla="*/ 25168 h 129088"/>
                  <a:gd name="connsiteX19" fmla="*/ 90867 w 128187"/>
                  <a:gd name="connsiteY19" fmla="*/ 37346 h 129088"/>
                  <a:gd name="connsiteX20" fmla="*/ 102226 w 128187"/>
                  <a:gd name="connsiteY20" fmla="*/ 65762 h 129088"/>
                  <a:gd name="connsiteX21" fmla="*/ 91679 w 128187"/>
                  <a:gd name="connsiteY21" fmla="*/ 94178 h 129088"/>
                  <a:gd name="connsiteX22" fmla="*/ 64905 w 128187"/>
                  <a:gd name="connsiteY22" fmla="*/ 105544 h 129088"/>
                  <a:gd name="connsiteX23" fmla="*/ 37321 w 128187"/>
                  <a:gd name="connsiteY23" fmla="*/ 94178 h 129088"/>
                  <a:gd name="connsiteX24" fmla="*/ 25962 w 128187"/>
                  <a:gd name="connsiteY24" fmla="*/ 66574 h 129088"/>
                  <a:gd name="connsiteX25" fmla="*/ 36509 w 128187"/>
                  <a:gd name="connsiteY25" fmla="*/ 36535 h 12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8187" h="129088">
                    <a:moveTo>
                      <a:pt x="8113" y="98237"/>
                    </a:moveTo>
                    <a:cubicBezTo>
                      <a:pt x="13792" y="107980"/>
                      <a:pt x="21094" y="116099"/>
                      <a:pt x="30830" y="120970"/>
                    </a:cubicBezTo>
                    <a:cubicBezTo>
                      <a:pt x="40566" y="126653"/>
                      <a:pt x="51113" y="129089"/>
                      <a:pt x="62471" y="129089"/>
                    </a:cubicBezTo>
                    <a:cubicBezTo>
                      <a:pt x="69773" y="129089"/>
                      <a:pt x="77075" y="127465"/>
                      <a:pt x="84377" y="124218"/>
                    </a:cubicBezTo>
                    <a:cubicBezTo>
                      <a:pt x="91679" y="120970"/>
                      <a:pt x="96546" y="116099"/>
                      <a:pt x="101414" y="110416"/>
                    </a:cubicBezTo>
                    <a:cubicBezTo>
                      <a:pt x="102226" y="115287"/>
                      <a:pt x="102226" y="120970"/>
                      <a:pt x="103037" y="125841"/>
                    </a:cubicBezTo>
                    <a:cubicBezTo>
                      <a:pt x="111150" y="125841"/>
                      <a:pt x="120075" y="125841"/>
                      <a:pt x="128188" y="125841"/>
                    </a:cubicBezTo>
                    <a:cubicBezTo>
                      <a:pt x="128188" y="85247"/>
                      <a:pt x="128188" y="43842"/>
                      <a:pt x="128188" y="3248"/>
                    </a:cubicBezTo>
                    <a:cubicBezTo>
                      <a:pt x="120075" y="3248"/>
                      <a:pt x="111150" y="3248"/>
                      <a:pt x="103037" y="3248"/>
                    </a:cubicBezTo>
                    <a:cubicBezTo>
                      <a:pt x="103037" y="8119"/>
                      <a:pt x="102226" y="13802"/>
                      <a:pt x="102226" y="18673"/>
                    </a:cubicBezTo>
                    <a:cubicBezTo>
                      <a:pt x="98169" y="12990"/>
                      <a:pt x="92490" y="8119"/>
                      <a:pt x="85999" y="4871"/>
                    </a:cubicBezTo>
                    <a:cubicBezTo>
                      <a:pt x="79509" y="1624"/>
                      <a:pt x="72207" y="0"/>
                      <a:pt x="64094" y="0"/>
                    </a:cubicBezTo>
                    <a:cubicBezTo>
                      <a:pt x="55169" y="0"/>
                      <a:pt x="47056" y="1624"/>
                      <a:pt x="38943" y="4871"/>
                    </a:cubicBezTo>
                    <a:cubicBezTo>
                      <a:pt x="30830" y="8119"/>
                      <a:pt x="24339" y="12990"/>
                      <a:pt x="18660" y="18673"/>
                    </a:cubicBezTo>
                    <a:cubicBezTo>
                      <a:pt x="12981" y="24356"/>
                      <a:pt x="8925" y="30851"/>
                      <a:pt x="4868" y="38970"/>
                    </a:cubicBezTo>
                    <a:cubicBezTo>
                      <a:pt x="1623" y="47089"/>
                      <a:pt x="0" y="55208"/>
                      <a:pt x="0" y="64139"/>
                    </a:cubicBezTo>
                    <a:cubicBezTo>
                      <a:pt x="0" y="77129"/>
                      <a:pt x="2434" y="87683"/>
                      <a:pt x="8113" y="98237"/>
                    </a:cubicBezTo>
                    <a:moveTo>
                      <a:pt x="36509" y="36535"/>
                    </a:moveTo>
                    <a:cubicBezTo>
                      <a:pt x="43811" y="28416"/>
                      <a:pt x="52735" y="25168"/>
                      <a:pt x="64094" y="25168"/>
                    </a:cubicBezTo>
                    <a:cubicBezTo>
                      <a:pt x="74641" y="25168"/>
                      <a:pt x="83565" y="29228"/>
                      <a:pt x="90867" y="37346"/>
                    </a:cubicBezTo>
                    <a:cubicBezTo>
                      <a:pt x="98169" y="45465"/>
                      <a:pt x="102226" y="54396"/>
                      <a:pt x="102226" y="65762"/>
                    </a:cubicBezTo>
                    <a:cubicBezTo>
                      <a:pt x="102226" y="77129"/>
                      <a:pt x="98981" y="86059"/>
                      <a:pt x="91679" y="94178"/>
                    </a:cubicBezTo>
                    <a:cubicBezTo>
                      <a:pt x="84377" y="101485"/>
                      <a:pt x="75452" y="105544"/>
                      <a:pt x="64905" y="105544"/>
                    </a:cubicBezTo>
                    <a:cubicBezTo>
                      <a:pt x="54358" y="105544"/>
                      <a:pt x="44622" y="101485"/>
                      <a:pt x="37321" y="94178"/>
                    </a:cubicBezTo>
                    <a:cubicBezTo>
                      <a:pt x="30019" y="86871"/>
                      <a:pt x="25962" y="77129"/>
                      <a:pt x="25962" y="66574"/>
                    </a:cubicBezTo>
                    <a:cubicBezTo>
                      <a:pt x="25962" y="53584"/>
                      <a:pt x="29207" y="44653"/>
                      <a:pt x="36509" y="36535"/>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sp>
          <p:nvSpPr>
            <p:cNvPr id="926" name="Freeform 925">
              <a:extLst>
                <a:ext uri="{FF2B5EF4-FFF2-40B4-BE49-F238E27FC236}">
                  <a16:creationId xmlns:a16="http://schemas.microsoft.com/office/drawing/2014/main" id="{256AC8A9-174A-581D-41EA-BB05A098391A}"/>
                </a:ext>
              </a:extLst>
            </p:cNvPr>
            <p:cNvSpPr/>
            <p:nvPr/>
          </p:nvSpPr>
          <p:spPr>
            <a:xfrm>
              <a:off x="1196224" y="-2189310"/>
              <a:ext cx="169564" cy="172118"/>
            </a:xfrm>
            <a:custGeom>
              <a:avLst/>
              <a:gdLst>
                <a:gd name="connsiteX0" fmla="*/ 0 w 169564"/>
                <a:gd name="connsiteY0" fmla="*/ 172119 h 172118"/>
                <a:gd name="connsiteX1" fmla="*/ 0 w 169564"/>
                <a:gd name="connsiteY1" fmla="*/ 0 h 172118"/>
                <a:gd name="connsiteX2" fmla="*/ 85188 w 169564"/>
                <a:gd name="connsiteY2" fmla="*/ 89307 h 172118"/>
                <a:gd name="connsiteX3" fmla="*/ 169565 w 169564"/>
                <a:gd name="connsiteY3" fmla="*/ 0 h 172118"/>
                <a:gd name="connsiteX4" fmla="*/ 169565 w 169564"/>
                <a:gd name="connsiteY4" fmla="*/ 172119 h 172118"/>
                <a:gd name="connsiteX5" fmla="*/ 141980 w 169564"/>
                <a:gd name="connsiteY5" fmla="*/ 172119 h 172118"/>
                <a:gd name="connsiteX6" fmla="*/ 141980 w 169564"/>
                <a:gd name="connsiteY6" fmla="*/ 69010 h 172118"/>
                <a:gd name="connsiteX7" fmla="*/ 85188 w 169564"/>
                <a:gd name="connsiteY7" fmla="*/ 129089 h 172118"/>
                <a:gd name="connsiteX8" fmla="*/ 26774 w 169564"/>
                <a:gd name="connsiteY8" fmla="*/ 68198 h 172118"/>
                <a:gd name="connsiteX9" fmla="*/ 26774 w 169564"/>
                <a:gd name="connsiteY9" fmla="*/ 172119 h 17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564" h="172118">
                  <a:moveTo>
                    <a:pt x="0" y="172119"/>
                  </a:moveTo>
                  <a:lnTo>
                    <a:pt x="0" y="0"/>
                  </a:lnTo>
                  <a:lnTo>
                    <a:pt x="85188" y="89307"/>
                  </a:lnTo>
                  <a:lnTo>
                    <a:pt x="169565" y="0"/>
                  </a:lnTo>
                  <a:lnTo>
                    <a:pt x="169565" y="172119"/>
                  </a:lnTo>
                  <a:lnTo>
                    <a:pt x="141980" y="172119"/>
                  </a:lnTo>
                  <a:lnTo>
                    <a:pt x="141980" y="69010"/>
                  </a:lnTo>
                  <a:lnTo>
                    <a:pt x="85188" y="129089"/>
                  </a:lnTo>
                  <a:lnTo>
                    <a:pt x="26774" y="68198"/>
                  </a:lnTo>
                  <a:lnTo>
                    <a:pt x="26774" y="172119"/>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27" name="Freeform 926">
              <a:extLst>
                <a:ext uri="{FF2B5EF4-FFF2-40B4-BE49-F238E27FC236}">
                  <a16:creationId xmlns:a16="http://schemas.microsoft.com/office/drawing/2014/main" id="{AF55FBEA-BC51-DB94-C0A4-BA81D6E4BD44}"/>
                </a:ext>
              </a:extLst>
            </p:cNvPr>
            <p:cNvSpPr/>
            <p:nvPr/>
          </p:nvSpPr>
          <p:spPr>
            <a:xfrm>
              <a:off x="1127262" y="-2047231"/>
              <a:ext cx="32452" cy="32475"/>
            </a:xfrm>
            <a:custGeom>
              <a:avLst/>
              <a:gdLst>
                <a:gd name="connsiteX0" fmla="*/ 4868 w 32452"/>
                <a:gd name="connsiteY0" fmla="*/ 27604 h 32475"/>
                <a:gd name="connsiteX1" fmla="*/ 0 w 32452"/>
                <a:gd name="connsiteY1" fmla="*/ 16238 h 32475"/>
                <a:gd name="connsiteX2" fmla="*/ 4868 w 32452"/>
                <a:gd name="connsiteY2" fmla="*/ 4871 h 32475"/>
                <a:gd name="connsiteX3" fmla="*/ 16226 w 32452"/>
                <a:gd name="connsiteY3" fmla="*/ 0 h 32475"/>
                <a:gd name="connsiteX4" fmla="*/ 27585 w 32452"/>
                <a:gd name="connsiteY4" fmla="*/ 4871 h 32475"/>
                <a:gd name="connsiteX5" fmla="*/ 32453 w 32452"/>
                <a:gd name="connsiteY5" fmla="*/ 16238 h 32475"/>
                <a:gd name="connsiteX6" fmla="*/ 27585 w 32452"/>
                <a:gd name="connsiteY6" fmla="*/ 27604 h 32475"/>
                <a:gd name="connsiteX7" fmla="*/ 16226 w 32452"/>
                <a:gd name="connsiteY7" fmla="*/ 32475 h 32475"/>
                <a:gd name="connsiteX8" fmla="*/ 4868 w 32452"/>
                <a:gd name="connsiteY8" fmla="*/ 27604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52" h="32475">
                  <a:moveTo>
                    <a:pt x="4868" y="27604"/>
                  </a:moveTo>
                  <a:cubicBezTo>
                    <a:pt x="1623" y="24356"/>
                    <a:pt x="0" y="20297"/>
                    <a:pt x="0" y="16238"/>
                  </a:cubicBezTo>
                  <a:cubicBezTo>
                    <a:pt x="0" y="12178"/>
                    <a:pt x="1623" y="8119"/>
                    <a:pt x="4868" y="4871"/>
                  </a:cubicBezTo>
                  <a:cubicBezTo>
                    <a:pt x="8113" y="1624"/>
                    <a:pt x="12170" y="0"/>
                    <a:pt x="16226" y="0"/>
                  </a:cubicBezTo>
                  <a:cubicBezTo>
                    <a:pt x="20283" y="0"/>
                    <a:pt x="24339" y="1624"/>
                    <a:pt x="27585" y="4871"/>
                  </a:cubicBezTo>
                  <a:cubicBezTo>
                    <a:pt x="30830" y="8119"/>
                    <a:pt x="32453" y="12178"/>
                    <a:pt x="32453" y="16238"/>
                  </a:cubicBezTo>
                  <a:cubicBezTo>
                    <a:pt x="32453" y="20297"/>
                    <a:pt x="30830" y="24356"/>
                    <a:pt x="27585" y="27604"/>
                  </a:cubicBezTo>
                  <a:cubicBezTo>
                    <a:pt x="24339" y="30851"/>
                    <a:pt x="20283" y="32475"/>
                    <a:pt x="16226" y="32475"/>
                  </a:cubicBezTo>
                  <a:cubicBezTo>
                    <a:pt x="11358" y="31663"/>
                    <a:pt x="8113" y="30040"/>
                    <a:pt x="4868" y="27604"/>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sp>
          <p:nvSpPr>
            <p:cNvPr id="928" name="Freeform 927">
              <a:extLst>
                <a:ext uri="{FF2B5EF4-FFF2-40B4-BE49-F238E27FC236}">
                  <a16:creationId xmlns:a16="http://schemas.microsoft.com/office/drawing/2014/main" id="{BEFD9B86-129C-A55F-23A8-55DC6E991609}"/>
                </a:ext>
              </a:extLst>
            </p:cNvPr>
            <p:cNvSpPr/>
            <p:nvPr/>
          </p:nvSpPr>
          <p:spPr>
            <a:xfrm>
              <a:off x="1019357" y="-2186062"/>
              <a:ext cx="127376" cy="168871"/>
            </a:xfrm>
            <a:custGeom>
              <a:avLst/>
              <a:gdLst>
                <a:gd name="connsiteX0" fmla="*/ 0 w 127376"/>
                <a:gd name="connsiteY0" fmla="*/ 26792 h 168871"/>
                <a:gd name="connsiteX1" fmla="*/ 0 w 127376"/>
                <a:gd name="connsiteY1" fmla="*/ 0 h 168871"/>
                <a:gd name="connsiteX2" fmla="*/ 127376 w 127376"/>
                <a:gd name="connsiteY2" fmla="*/ 0 h 168871"/>
                <a:gd name="connsiteX3" fmla="*/ 127376 w 127376"/>
                <a:gd name="connsiteY3" fmla="*/ 26792 h 168871"/>
                <a:gd name="connsiteX4" fmla="*/ 77075 w 127376"/>
                <a:gd name="connsiteY4" fmla="*/ 26792 h 168871"/>
                <a:gd name="connsiteX5" fmla="*/ 77075 w 127376"/>
                <a:gd name="connsiteY5" fmla="*/ 168871 h 168871"/>
                <a:gd name="connsiteX6" fmla="*/ 49490 w 127376"/>
                <a:gd name="connsiteY6" fmla="*/ 168871 h 168871"/>
                <a:gd name="connsiteX7" fmla="*/ 49490 w 127376"/>
                <a:gd name="connsiteY7" fmla="*/ 26792 h 16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376" h="168871">
                  <a:moveTo>
                    <a:pt x="0" y="26792"/>
                  </a:moveTo>
                  <a:lnTo>
                    <a:pt x="0" y="0"/>
                  </a:lnTo>
                  <a:lnTo>
                    <a:pt x="127376" y="0"/>
                  </a:lnTo>
                  <a:lnTo>
                    <a:pt x="127376" y="26792"/>
                  </a:lnTo>
                  <a:lnTo>
                    <a:pt x="77075" y="26792"/>
                  </a:lnTo>
                  <a:lnTo>
                    <a:pt x="77075" y="168871"/>
                  </a:lnTo>
                  <a:lnTo>
                    <a:pt x="49490" y="168871"/>
                  </a:lnTo>
                  <a:lnTo>
                    <a:pt x="49490" y="26792"/>
                  </a:lnTo>
                  <a:close/>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929" name="Graphic 695">
              <a:extLst>
                <a:ext uri="{FF2B5EF4-FFF2-40B4-BE49-F238E27FC236}">
                  <a16:creationId xmlns:a16="http://schemas.microsoft.com/office/drawing/2014/main" id="{92F9ED19-4FC4-58B6-AC03-1F7C10F823AB}"/>
                </a:ext>
              </a:extLst>
            </p:cNvPr>
            <p:cNvGrpSpPr/>
            <p:nvPr/>
          </p:nvGrpSpPr>
          <p:grpSpPr>
            <a:xfrm>
              <a:off x="1729258" y="-2343567"/>
              <a:ext cx="673391" cy="329623"/>
              <a:chOff x="6622786" y="-2343567"/>
              <a:chExt cx="673391" cy="329623"/>
            </a:xfrm>
          </p:grpSpPr>
          <p:sp>
            <p:nvSpPr>
              <p:cNvPr id="930" name="Freeform 929">
                <a:extLst>
                  <a:ext uri="{FF2B5EF4-FFF2-40B4-BE49-F238E27FC236}">
                    <a16:creationId xmlns:a16="http://schemas.microsoft.com/office/drawing/2014/main" id="{3F899C07-CA5D-359D-1478-D87D9A9928CD}"/>
                  </a:ext>
                </a:extLst>
              </p:cNvPr>
              <p:cNvSpPr/>
              <p:nvPr/>
            </p:nvSpPr>
            <p:spPr>
              <a:xfrm>
                <a:off x="6867803" y="-2343567"/>
                <a:ext cx="428374" cy="249247"/>
              </a:xfrm>
              <a:custGeom>
                <a:avLst/>
                <a:gdLst>
                  <a:gd name="connsiteX0" fmla="*/ 0 w 428374"/>
                  <a:gd name="connsiteY0" fmla="*/ 0 h 249247"/>
                  <a:gd name="connsiteX1" fmla="*/ 4057 w 428374"/>
                  <a:gd name="connsiteY1" fmla="*/ 0 h 249247"/>
                  <a:gd name="connsiteX2" fmla="*/ 17038 w 428374"/>
                  <a:gd name="connsiteY2" fmla="*/ 0 h 249247"/>
                  <a:gd name="connsiteX3" fmla="*/ 40566 w 428374"/>
                  <a:gd name="connsiteY3" fmla="*/ 2436 h 249247"/>
                  <a:gd name="connsiteX4" fmla="*/ 71396 w 428374"/>
                  <a:gd name="connsiteY4" fmla="*/ 10554 h 249247"/>
                  <a:gd name="connsiteX5" fmla="*/ 87622 w 428374"/>
                  <a:gd name="connsiteY5" fmla="*/ 17861 h 249247"/>
                  <a:gd name="connsiteX6" fmla="*/ 93301 w 428374"/>
                  <a:gd name="connsiteY6" fmla="*/ 21109 h 249247"/>
                  <a:gd name="connsiteX7" fmla="*/ 122509 w 428374"/>
                  <a:gd name="connsiteY7" fmla="*/ 47089 h 249247"/>
                  <a:gd name="connsiteX8" fmla="*/ 135490 w 428374"/>
                  <a:gd name="connsiteY8" fmla="*/ 68198 h 249247"/>
                  <a:gd name="connsiteX9" fmla="*/ 143603 w 428374"/>
                  <a:gd name="connsiteY9" fmla="*/ 90931 h 249247"/>
                  <a:gd name="connsiteX10" fmla="*/ 146848 w 428374"/>
                  <a:gd name="connsiteY10" fmla="*/ 110416 h 249247"/>
                  <a:gd name="connsiteX11" fmla="*/ 148471 w 428374"/>
                  <a:gd name="connsiteY11" fmla="*/ 140455 h 249247"/>
                  <a:gd name="connsiteX12" fmla="*/ 149282 w 428374"/>
                  <a:gd name="connsiteY12" fmla="*/ 142079 h 249247"/>
                  <a:gd name="connsiteX13" fmla="*/ 156584 w 428374"/>
                  <a:gd name="connsiteY13" fmla="*/ 127465 h 249247"/>
                  <a:gd name="connsiteX14" fmla="*/ 168754 w 428374"/>
                  <a:gd name="connsiteY14" fmla="*/ 107168 h 249247"/>
                  <a:gd name="connsiteX15" fmla="*/ 188225 w 428374"/>
                  <a:gd name="connsiteY15" fmla="*/ 84436 h 249247"/>
                  <a:gd name="connsiteX16" fmla="*/ 206885 w 428374"/>
                  <a:gd name="connsiteY16" fmla="*/ 69010 h 249247"/>
                  <a:gd name="connsiteX17" fmla="*/ 236904 w 428374"/>
                  <a:gd name="connsiteY17" fmla="*/ 51148 h 249247"/>
                  <a:gd name="connsiteX18" fmla="*/ 268545 w 428374"/>
                  <a:gd name="connsiteY18" fmla="*/ 38970 h 249247"/>
                  <a:gd name="connsiteX19" fmla="*/ 286394 w 428374"/>
                  <a:gd name="connsiteY19" fmla="*/ 33287 h 249247"/>
                  <a:gd name="connsiteX20" fmla="*/ 295319 w 428374"/>
                  <a:gd name="connsiteY20" fmla="*/ 31663 h 249247"/>
                  <a:gd name="connsiteX21" fmla="*/ 317224 w 428374"/>
                  <a:gd name="connsiteY21" fmla="*/ 27604 h 249247"/>
                  <a:gd name="connsiteX22" fmla="*/ 333451 w 428374"/>
                  <a:gd name="connsiteY22" fmla="*/ 25980 h 249247"/>
                  <a:gd name="connsiteX23" fmla="*/ 359413 w 428374"/>
                  <a:gd name="connsiteY23" fmla="*/ 23545 h 249247"/>
                  <a:gd name="connsiteX24" fmla="*/ 371583 w 428374"/>
                  <a:gd name="connsiteY24" fmla="*/ 23545 h 249247"/>
                  <a:gd name="connsiteX25" fmla="*/ 386997 w 428374"/>
                  <a:gd name="connsiteY25" fmla="*/ 23545 h 249247"/>
                  <a:gd name="connsiteX26" fmla="*/ 417827 w 428374"/>
                  <a:gd name="connsiteY26" fmla="*/ 25980 h 249247"/>
                  <a:gd name="connsiteX27" fmla="*/ 428375 w 428374"/>
                  <a:gd name="connsiteY27" fmla="*/ 26792 h 249247"/>
                  <a:gd name="connsiteX28" fmla="*/ 423507 w 428374"/>
                  <a:gd name="connsiteY28" fmla="*/ 39782 h 249247"/>
                  <a:gd name="connsiteX29" fmla="*/ 403224 w 428374"/>
                  <a:gd name="connsiteY29" fmla="*/ 83624 h 249247"/>
                  <a:gd name="connsiteX30" fmla="*/ 389431 w 428374"/>
                  <a:gd name="connsiteY30" fmla="*/ 107980 h 249247"/>
                  <a:gd name="connsiteX31" fmla="*/ 372394 w 428374"/>
                  <a:gd name="connsiteY31" fmla="*/ 134772 h 249247"/>
                  <a:gd name="connsiteX32" fmla="*/ 360224 w 428374"/>
                  <a:gd name="connsiteY32" fmla="*/ 151010 h 249247"/>
                  <a:gd name="connsiteX33" fmla="*/ 327772 w 428374"/>
                  <a:gd name="connsiteY33" fmla="*/ 184297 h 249247"/>
                  <a:gd name="connsiteX34" fmla="*/ 299376 w 428374"/>
                  <a:gd name="connsiteY34" fmla="*/ 204594 h 249247"/>
                  <a:gd name="connsiteX35" fmla="*/ 274225 w 428374"/>
                  <a:gd name="connsiteY35" fmla="*/ 219208 h 249247"/>
                  <a:gd name="connsiteX36" fmla="*/ 243395 w 428374"/>
                  <a:gd name="connsiteY36" fmla="*/ 233010 h 249247"/>
                  <a:gd name="connsiteX37" fmla="*/ 213376 w 428374"/>
                  <a:gd name="connsiteY37" fmla="*/ 242752 h 249247"/>
                  <a:gd name="connsiteX38" fmla="*/ 196338 w 428374"/>
                  <a:gd name="connsiteY38" fmla="*/ 246812 h 249247"/>
                  <a:gd name="connsiteX39" fmla="*/ 180112 w 428374"/>
                  <a:gd name="connsiteY39" fmla="*/ 248435 h 249247"/>
                  <a:gd name="connsiteX40" fmla="*/ 155773 w 428374"/>
                  <a:gd name="connsiteY40" fmla="*/ 249247 h 249247"/>
                  <a:gd name="connsiteX41" fmla="*/ 151716 w 428374"/>
                  <a:gd name="connsiteY41" fmla="*/ 249247 h 249247"/>
                  <a:gd name="connsiteX42" fmla="*/ 152527 w 428374"/>
                  <a:gd name="connsiteY42" fmla="*/ 246000 h 249247"/>
                  <a:gd name="connsiteX43" fmla="*/ 168754 w 428374"/>
                  <a:gd name="connsiteY43" fmla="*/ 216772 h 249247"/>
                  <a:gd name="connsiteX44" fmla="*/ 184169 w 428374"/>
                  <a:gd name="connsiteY44" fmla="*/ 194851 h 249247"/>
                  <a:gd name="connsiteX45" fmla="*/ 212565 w 428374"/>
                  <a:gd name="connsiteY45" fmla="*/ 161564 h 249247"/>
                  <a:gd name="connsiteX46" fmla="*/ 241772 w 428374"/>
                  <a:gd name="connsiteY46" fmla="*/ 133148 h 249247"/>
                  <a:gd name="connsiteX47" fmla="*/ 270168 w 428374"/>
                  <a:gd name="connsiteY47" fmla="*/ 109604 h 249247"/>
                  <a:gd name="connsiteX48" fmla="*/ 300998 w 428374"/>
                  <a:gd name="connsiteY48" fmla="*/ 87683 h 249247"/>
                  <a:gd name="connsiteX49" fmla="*/ 337507 w 428374"/>
                  <a:gd name="connsiteY49" fmla="*/ 64950 h 249247"/>
                  <a:gd name="connsiteX50" fmla="*/ 338319 w 428374"/>
                  <a:gd name="connsiteY50" fmla="*/ 64139 h 249247"/>
                  <a:gd name="connsiteX51" fmla="*/ 335885 w 428374"/>
                  <a:gd name="connsiteY51" fmla="*/ 64139 h 249247"/>
                  <a:gd name="connsiteX52" fmla="*/ 297753 w 428374"/>
                  <a:gd name="connsiteY52" fmla="*/ 79564 h 249247"/>
                  <a:gd name="connsiteX53" fmla="*/ 262055 w 428374"/>
                  <a:gd name="connsiteY53" fmla="*/ 99049 h 249247"/>
                  <a:gd name="connsiteX54" fmla="*/ 236904 w 428374"/>
                  <a:gd name="connsiteY54" fmla="*/ 116911 h 249247"/>
                  <a:gd name="connsiteX55" fmla="*/ 197961 w 428374"/>
                  <a:gd name="connsiteY55" fmla="*/ 151010 h 249247"/>
                  <a:gd name="connsiteX56" fmla="*/ 180112 w 428374"/>
                  <a:gd name="connsiteY56" fmla="*/ 170495 h 249247"/>
                  <a:gd name="connsiteX57" fmla="*/ 161452 w 428374"/>
                  <a:gd name="connsiteY57" fmla="*/ 196475 h 249247"/>
                  <a:gd name="connsiteX58" fmla="*/ 149282 w 428374"/>
                  <a:gd name="connsiteY58" fmla="*/ 215960 h 249247"/>
                  <a:gd name="connsiteX59" fmla="*/ 137112 w 428374"/>
                  <a:gd name="connsiteY59" fmla="*/ 240317 h 249247"/>
                  <a:gd name="connsiteX60" fmla="*/ 133867 w 428374"/>
                  <a:gd name="connsiteY60" fmla="*/ 245188 h 249247"/>
                  <a:gd name="connsiteX61" fmla="*/ 133867 w 428374"/>
                  <a:gd name="connsiteY61" fmla="*/ 241128 h 249247"/>
                  <a:gd name="connsiteX62" fmla="*/ 133867 w 428374"/>
                  <a:gd name="connsiteY62" fmla="*/ 189980 h 249247"/>
                  <a:gd name="connsiteX63" fmla="*/ 132245 w 428374"/>
                  <a:gd name="connsiteY63" fmla="*/ 172931 h 249247"/>
                  <a:gd name="connsiteX64" fmla="*/ 130622 w 428374"/>
                  <a:gd name="connsiteY64" fmla="*/ 155881 h 249247"/>
                  <a:gd name="connsiteX65" fmla="*/ 127377 w 428374"/>
                  <a:gd name="connsiteY65" fmla="*/ 137208 h 249247"/>
                  <a:gd name="connsiteX66" fmla="*/ 120886 w 428374"/>
                  <a:gd name="connsiteY66" fmla="*/ 115287 h 249247"/>
                  <a:gd name="connsiteX67" fmla="*/ 104660 w 428374"/>
                  <a:gd name="connsiteY67" fmla="*/ 84436 h 249247"/>
                  <a:gd name="connsiteX68" fmla="*/ 88434 w 428374"/>
                  <a:gd name="connsiteY68" fmla="*/ 64950 h 249247"/>
                  <a:gd name="connsiteX69" fmla="*/ 56792 w 428374"/>
                  <a:gd name="connsiteY69" fmla="*/ 41406 h 249247"/>
                  <a:gd name="connsiteX70" fmla="*/ 48679 w 428374"/>
                  <a:gd name="connsiteY70" fmla="*/ 36535 h 249247"/>
                  <a:gd name="connsiteX71" fmla="*/ 49490 w 428374"/>
                  <a:gd name="connsiteY71" fmla="*/ 38158 h 249247"/>
                  <a:gd name="connsiteX72" fmla="*/ 57603 w 428374"/>
                  <a:gd name="connsiteY72" fmla="*/ 45465 h 249247"/>
                  <a:gd name="connsiteX73" fmla="*/ 70585 w 428374"/>
                  <a:gd name="connsiteY73" fmla="*/ 57644 h 249247"/>
                  <a:gd name="connsiteX74" fmla="*/ 86811 w 428374"/>
                  <a:gd name="connsiteY74" fmla="*/ 75505 h 249247"/>
                  <a:gd name="connsiteX75" fmla="*/ 100603 w 428374"/>
                  <a:gd name="connsiteY75" fmla="*/ 93366 h 249247"/>
                  <a:gd name="connsiteX76" fmla="*/ 117641 w 428374"/>
                  <a:gd name="connsiteY76" fmla="*/ 126653 h 249247"/>
                  <a:gd name="connsiteX77" fmla="*/ 121697 w 428374"/>
                  <a:gd name="connsiteY77" fmla="*/ 138832 h 249247"/>
                  <a:gd name="connsiteX78" fmla="*/ 122509 w 428374"/>
                  <a:gd name="connsiteY78" fmla="*/ 142079 h 249247"/>
                  <a:gd name="connsiteX79" fmla="*/ 116018 w 428374"/>
                  <a:gd name="connsiteY79" fmla="*/ 142891 h 249247"/>
                  <a:gd name="connsiteX80" fmla="*/ 95735 w 428374"/>
                  <a:gd name="connsiteY80" fmla="*/ 140455 h 249247"/>
                  <a:gd name="connsiteX81" fmla="*/ 81132 w 428374"/>
                  <a:gd name="connsiteY81" fmla="*/ 137208 h 249247"/>
                  <a:gd name="connsiteX82" fmla="*/ 58415 w 428374"/>
                  <a:gd name="connsiteY82" fmla="*/ 126653 h 249247"/>
                  <a:gd name="connsiteX83" fmla="*/ 41377 w 428374"/>
                  <a:gd name="connsiteY83" fmla="*/ 112039 h 249247"/>
                  <a:gd name="connsiteX84" fmla="*/ 25151 w 428374"/>
                  <a:gd name="connsiteY84" fmla="*/ 86871 h 249247"/>
                  <a:gd name="connsiteX85" fmla="*/ 14604 w 428374"/>
                  <a:gd name="connsiteY85" fmla="*/ 59267 h 249247"/>
                  <a:gd name="connsiteX86" fmla="*/ 8113 w 428374"/>
                  <a:gd name="connsiteY86" fmla="*/ 33287 h 249247"/>
                  <a:gd name="connsiteX87" fmla="*/ 4868 w 428374"/>
                  <a:gd name="connsiteY87" fmla="*/ 17050 h 249247"/>
                  <a:gd name="connsiteX88" fmla="*/ 2434 w 428374"/>
                  <a:gd name="connsiteY88" fmla="*/ 7307 h 249247"/>
                  <a:gd name="connsiteX89" fmla="*/ 0 w 428374"/>
                  <a:gd name="connsiteY89" fmla="*/ 0 h 24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28374" h="249247">
                    <a:moveTo>
                      <a:pt x="0" y="0"/>
                    </a:moveTo>
                    <a:cubicBezTo>
                      <a:pt x="1623" y="0"/>
                      <a:pt x="3245" y="0"/>
                      <a:pt x="4057" y="0"/>
                    </a:cubicBezTo>
                    <a:cubicBezTo>
                      <a:pt x="8113" y="0"/>
                      <a:pt x="12981" y="0"/>
                      <a:pt x="17038" y="0"/>
                    </a:cubicBezTo>
                    <a:cubicBezTo>
                      <a:pt x="25151" y="0"/>
                      <a:pt x="33264" y="812"/>
                      <a:pt x="40566" y="2436"/>
                    </a:cubicBezTo>
                    <a:cubicBezTo>
                      <a:pt x="51113" y="4059"/>
                      <a:pt x="61660" y="7307"/>
                      <a:pt x="71396" y="10554"/>
                    </a:cubicBezTo>
                    <a:cubicBezTo>
                      <a:pt x="77075" y="12990"/>
                      <a:pt x="82754" y="14614"/>
                      <a:pt x="87622" y="17861"/>
                    </a:cubicBezTo>
                    <a:cubicBezTo>
                      <a:pt x="89245" y="19485"/>
                      <a:pt x="91679" y="20297"/>
                      <a:pt x="93301" y="21109"/>
                    </a:cubicBezTo>
                    <a:cubicBezTo>
                      <a:pt x="104660" y="27604"/>
                      <a:pt x="114396" y="36535"/>
                      <a:pt x="122509" y="47089"/>
                    </a:cubicBezTo>
                    <a:cubicBezTo>
                      <a:pt x="127377" y="53584"/>
                      <a:pt x="132245" y="60891"/>
                      <a:pt x="135490" y="68198"/>
                    </a:cubicBezTo>
                    <a:cubicBezTo>
                      <a:pt x="138735" y="75505"/>
                      <a:pt x="141980" y="82812"/>
                      <a:pt x="143603" y="90931"/>
                    </a:cubicBezTo>
                    <a:cubicBezTo>
                      <a:pt x="145226" y="97426"/>
                      <a:pt x="146037" y="103921"/>
                      <a:pt x="146848" y="110416"/>
                    </a:cubicBezTo>
                    <a:cubicBezTo>
                      <a:pt x="148471" y="120158"/>
                      <a:pt x="148471" y="129901"/>
                      <a:pt x="148471" y="140455"/>
                    </a:cubicBezTo>
                    <a:cubicBezTo>
                      <a:pt x="148471" y="140455"/>
                      <a:pt x="148471" y="141267"/>
                      <a:pt x="149282" y="142079"/>
                    </a:cubicBezTo>
                    <a:cubicBezTo>
                      <a:pt x="151716" y="137208"/>
                      <a:pt x="153339" y="132337"/>
                      <a:pt x="156584" y="127465"/>
                    </a:cubicBezTo>
                    <a:cubicBezTo>
                      <a:pt x="160641" y="120970"/>
                      <a:pt x="164697" y="114475"/>
                      <a:pt x="168754" y="107168"/>
                    </a:cubicBezTo>
                    <a:cubicBezTo>
                      <a:pt x="174433" y="99049"/>
                      <a:pt x="180923" y="91742"/>
                      <a:pt x="188225" y="84436"/>
                    </a:cubicBezTo>
                    <a:cubicBezTo>
                      <a:pt x="193905" y="78752"/>
                      <a:pt x="200395" y="73881"/>
                      <a:pt x="206885" y="69010"/>
                    </a:cubicBezTo>
                    <a:cubicBezTo>
                      <a:pt x="216621" y="61703"/>
                      <a:pt x="226357" y="56020"/>
                      <a:pt x="236904" y="51148"/>
                    </a:cubicBezTo>
                    <a:cubicBezTo>
                      <a:pt x="246640" y="46277"/>
                      <a:pt x="257187" y="42218"/>
                      <a:pt x="268545" y="38970"/>
                    </a:cubicBezTo>
                    <a:cubicBezTo>
                      <a:pt x="274225" y="37347"/>
                      <a:pt x="280715" y="34911"/>
                      <a:pt x="286394" y="33287"/>
                    </a:cubicBezTo>
                    <a:cubicBezTo>
                      <a:pt x="289640" y="32475"/>
                      <a:pt x="292074" y="31663"/>
                      <a:pt x="295319" y="31663"/>
                    </a:cubicBezTo>
                    <a:cubicBezTo>
                      <a:pt x="302621" y="30040"/>
                      <a:pt x="309923" y="28416"/>
                      <a:pt x="317224" y="27604"/>
                    </a:cubicBezTo>
                    <a:cubicBezTo>
                      <a:pt x="322904" y="26792"/>
                      <a:pt x="327772" y="25980"/>
                      <a:pt x="333451" y="25980"/>
                    </a:cubicBezTo>
                    <a:cubicBezTo>
                      <a:pt x="342375" y="25168"/>
                      <a:pt x="351300" y="24356"/>
                      <a:pt x="359413" y="23545"/>
                    </a:cubicBezTo>
                    <a:cubicBezTo>
                      <a:pt x="363469" y="23545"/>
                      <a:pt x="367526" y="23545"/>
                      <a:pt x="371583" y="23545"/>
                    </a:cubicBezTo>
                    <a:cubicBezTo>
                      <a:pt x="376450" y="23545"/>
                      <a:pt x="382130" y="23545"/>
                      <a:pt x="386997" y="23545"/>
                    </a:cubicBezTo>
                    <a:cubicBezTo>
                      <a:pt x="397544" y="24356"/>
                      <a:pt x="407280" y="23545"/>
                      <a:pt x="417827" y="25980"/>
                    </a:cubicBezTo>
                    <a:cubicBezTo>
                      <a:pt x="421073" y="26792"/>
                      <a:pt x="424318" y="26792"/>
                      <a:pt x="428375" y="26792"/>
                    </a:cubicBezTo>
                    <a:cubicBezTo>
                      <a:pt x="426752" y="31663"/>
                      <a:pt x="425129" y="35723"/>
                      <a:pt x="423507" y="39782"/>
                    </a:cubicBezTo>
                    <a:cubicBezTo>
                      <a:pt x="417016" y="54396"/>
                      <a:pt x="410526" y="69010"/>
                      <a:pt x="403224" y="83624"/>
                    </a:cubicBezTo>
                    <a:cubicBezTo>
                      <a:pt x="399167" y="91742"/>
                      <a:pt x="394299" y="100673"/>
                      <a:pt x="389431" y="107980"/>
                    </a:cubicBezTo>
                    <a:cubicBezTo>
                      <a:pt x="383752" y="116911"/>
                      <a:pt x="378073" y="125841"/>
                      <a:pt x="372394" y="134772"/>
                    </a:cubicBezTo>
                    <a:cubicBezTo>
                      <a:pt x="368337" y="140455"/>
                      <a:pt x="364281" y="145327"/>
                      <a:pt x="360224" y="151010"/>
                    </a:cubicBezTo>
                    <a:cubicBezTo>
                      <a:pt x="350488" y="163188"/>
                      <a:pt x="339941" y="174554"/>
                      <a:pt x="327772" y="184297"/>
                    </a:cubicBezTo>
                    <a:cubicBezTo>
                      <a:pt x="318847" y="191604"/>
                      <a:pt x="309923" y="198911"/>
                      <a:pt x="299376" y="204594"/>
                    </a:cubicBezTo>
                    <a:cubicBezTo>
                      <a:pt x="291262" y="209465"/>
                      <a:pt x="282338" y="215148"/>
                      <a:pt x="274225" y="219208"/>
                    </a:cubicBezTo>
                    <a:cubicBezTo>
                      <a:pt x="264489" y="224079"/>
                      <a:pt x="253942" y="228950"/>
                      <a:pt x="243395" y="233010"/>
                    </a:cubicBezTo>
                    <a:cubicBezTo>
                      <a:pt x="233659" y="237069"/>
                      <a:pt x="223112" y="239505"/>
                      <a:pt x="213376" y="242752"/>
                    </a:cubicBezTo>
                    <a:cubicBezTo>
                      <a:pt x="207697" y="244376"/>
                      <a:pt x="202018" y="246000"/>
                      <a:pt x="196338" y="246812"/>
                    </a:cubicBezTo>
                    <a:cubicBezTo>
                      <a:pt x="190659" y="247623"/>
                      <a:pt x="185791" y="248435"/>
                      <a:pt x="180112" y="248435"/>
                    </a:cubicBezTo>
                    <a:cubicBezTo>
                      <a:pt x="171999" y="249247"/>
                      <a:pt x="163886" y="249247"/>
                      <a:pt x="155773" y="249247"/>
                    </a:cubicBezTo>
                    <a:cubicBezTo>
                      <a:pt x="154150" y="249247"/>
                      <a:pt x="153339" y="249247"/>
                      <a:pt x="151716" y="249247"/>
                    </a:cubicBezTo>
                    <a:cubicBezTo>
                      <a:pt x="152527" y="247623"/>
                      <a:pt x="152527" y="246812"/>
                      <a:pt x="152527" y="246000"/>
                    </a:cubicBezTo>
                    <a:cubicBezTo>
                      <a:pt x="157395" y="236257"/>
                      <a:pt x="162263" y="226515"/>
                      <a:pt x="168754" y="216772"/>
                    </a:cubicBezTo>
                    <a:cubicBezTo>
                      <a:pt x="173622" y="209465"/>
                      <a:pt x="178489" y="202158"/>
                      <a:pt x="184169" y="194851"/>
                    </a:cubicBezTo>
                    <a:cubicBezTo>
                      <a:pt x="193093" y="182673"/>
                      <a:pt x="202829" y="172119"/>
                      <a:pt x="212565" y="161564"/>
                    </a:cubicBezTo>
                    <a:cubicBezTo>
                      <a:pt x="222301" y="151822"/>
                      <a:pt x="231225" y="142079"/>
                      <a:pt x="241772" y="133148"/>
                    </a:cubicBezTo>
                    <a:cubicBezTo>
                      <a:pt x="251508" y="125030"/>
                      <a:pt x="260432" y="116911"/>
                      <a:pt x="270168" y="109604"/>
                    </a:cubicBezTo>
                    <a:cubicBezTo>
                      <a:pt x="279904" y="102297"/>
                      <a:pt x="290451" y="94990"/>
                      <a:pt x="300998" y="87683"/>
                    </a:cubicBezTo>
                    <a:cubicBezTo>
                      <a:pt x="313168" y="79564"/>
                      <a:pt x="325337" y="72257"/>
                      <a:pt x="337507" y="64950"/>
                    </a:cubicBezTo>
                    <a:cubicBezTo>
                      <a:pt x="337507" y="64950"/>
                      <a:pt x="337507" y="64139"/>
                      <a:pt x="338319" y="64139"/>
                    </a:cubicBezTo>
                    <a:cubicBezTo>
                      <a:pt x="337507" y="64139"/>
                      <a:pt x="336696" y="64139"/>
                      <a:pt x="335885" y="64139"/>
                    </a:cubicBezTo>
                    <a:cubicBezTo>
                      <a:pt x="322904" y="69010"/>
                      <a:pt x="310734" y="73881"/>
                      <a:pt x="297753" y="79564"/>
                    </a:cubicBezTo>
                    <a:cubicBezTo>
                      <a:pt x="285583" y="85247"/>
                      <a:pt x="273413" y="91742"/>
                      <a:pt x="262055" y="99049"/>
                    </a:cubicBezTo>
                    <a:cubicBezTo>
                      <a:pt x="253130" y="104733"/>
                      <a:pt x="245017" y="110416"/>
                      <a:pt x="236904" y="116911"/>
                    </a:cubicBezTo>
                    <a:cubicBezTo>
                      <a:pt x="223112" y="126653"/>
                      <a:pt x="210131" y="138832"/>
                      <a:pt x="197961" y="151010"/>
                    </a:cubicBezTo>
                    <a:cubicBezTo>
                      <a:pt x="191470" y="157505"/>
                      <a:pt x="185791" y="163188"/>
                      <a:pt x="180112" y="170495"/>
                    </a:cubicBezTo>
                    <a:cubicBezTo>
                      <a:pt x="173622" y="178614"/>
                      <a:pt x="167131" y="187544"/>
                      <a:pt x="161452" y="196475"/>
                    </a:cubicBezTo>
                    <a:cubicBezTo>
                      <a:pt x="156584" y="202970"/>
                      <a:pt x="152527" y="209465"/>
                      <a:pt x="149282" y="215960"/>
                    </a:cubicBezTo>
                    <a:cubicBezTo>
                      <a:pt x="145226" y="224079"/>
                      <a:pt x="141169" y="232198"/>
                      <a:pt x="137112" y="240317"/>
                    </a:cubicBezTo>
                    <a:cubicBezTo>
                      <a:pt x="136301" y="241940"/>
                      <a:pt x="135490" y="243564"/>
                      <a:pt x="133867" y="245188"/>
                    </a:cubicBezTo>
                    <a:lnTo>
                      <a:pt x="133867" y="241128"/>
                    </a:lnTo>
                    <a:cubicBezTo>
                      <a:pt x="133867" y="224079"/>
                      <a:pt x="133867" y="207029"/>
                      <a:pt x="133867" y="189980"/>
                    </a:cubicBezTo>
                    <a:cubicBezTo>
                      <a:pt x="133867" y="184297"/>
                      <a:pt x="133056" y="178614"/>
                      <a:pt x="132245" y="172931"/>
                    </a:cubicBezTo>
                    <a:cubicBezTo>
                      <a:pt x="131433" y="167247"/>
                      <a:pt x="131433" y="161564"/>
                      <a:pt x="130622" y="155881"/>
                    </a:cubicBezTo>
                    <a:cubicBezTo>
                      <a:pt x="129810" y="149386"/>
                      <a:pt x="128999" y="143703"/>
                      <a:pt x="127377" y="137208"/>
                    </a:cubicBezTo>
                    <a:cubicBezTo>
                      <a:pt x="125754" y="129901"/>
                      <a:pt x="123320" y="122594"/>
                      <a:pt x="120886" y="115287"/>
                    </a:cubicBezTo>
                    <a:cubicBezTo>
                      <a:pt x="116830" y="103921"/>
                      <a:pt x="111150" y="93366"/>
                      <a:pt x="104660" y="84436"/>
                    </a:cubicBezTo>
                    <a:cubicBezTo>
                      <a:pt x="99792" y="77941"/>
                      <a:pt x="94113" y="70634"/>
                      <a:pt x="88434" y="64950"/>
                    </a:cubicBezTo>
                    <a:cubicBezTo>
                      <a:pt x="78698" y="56020"/>
                      <a:pt x="68151" y="47901"/>
                      <a:pt x="56792" y="41406"/>
                    </a:cubicBezTo>
                    <a:cubicBezTo>
                      <a:pt x="54358" y="39782"/>
                      <a:pt x="51924" y="38158"/>
                      <a:pt x="48679" y="36535"/>
                    </a:cubicBezTo>
                    <a:cubicBezTo>
                      <a:pt x="49490" y="37347"/>
                      <a:pt x="49490" y="38158"/>
                      <a:pt x="49490" y="38158"/>
                    </a:cubicBezTo>
                    <a:cubicBezTo>
                      <a:pt x="51924" y="40594"/>
                      <a:pt x="55170" y="43030"/>
                      <a:pt x="57603" y="45465"/>
                    </a:cubicBezTo>
                    <a:cubicBezTo>
                      <a:pt x="62471" y="49525"/>
                      <a:pt x="66528" y="53584"/>
                      <a:pt x="70585" y="57644"/>
                    </a:cubicBezTo>
                    <a:cubicBezTo>
                      <a:pt x="76264" y="63327"/>
                      <a:pt x="81132" y="69822"/>
                      <a:pt x="86811" y="75505"/>
                    </a:cubicBezTo>
                    <a:cubicBezTo>
                      <a:pt x="91679" y="81188"/>
                      <a:pt x="96547" y="87683"/>
                      <a:pt x="100603" y="93366"/>
                    </a:cubicBezTo>
                    <a:cubicBezTo>
                      <a:pt x="107094" y="103921"/>
                      <a:pt x="113584" y="114475"/>
                      <a:pt x="117641" y="126653"/>
                    </a:cubicBezTo>
                    <a:cubicBezTo>
                      <a:pt x="119263" y="130713"/>
                      <a:pt x="120075" y="134772"/>
                      <a:pt x="121697" y="138832"/>
                    </a:cubicBezTo>
                    <a:cubicBezTo>
                      <a:pt x="121697" y="139643"/>
                      <a:pt x="121697" y="140455"/>
                      <a:pt x="122509" y="142079"/>
                    </a:cubicBezTo>
                    <a:cubicBezTo>
                      <a:pt x="120886" y="143703"/>
                      <a:pt x="118452" y="142891"/>
                      <a:pt x="116018" y="142891"/>
                    </a:cubicBezTo>
                    <a:cubicBezTo>
                      <a:pt x="109528" y="142079"/>
                      <a:pt x="103037" y="141267"/>
                      <a:pt x="95735" y="140455"/>
                    </a:cubicBezTo>
                    <a:cubicBezTo>
                      <a:pt x="90867" y="139643"/>
                      <a:pt x="85999" y="138832"/>
                      <a:pt x="81132" y="137208"/>
                    </a:cubicBezTo>
                    <a:cubicBezTo>
                      <a:pt x="73018" y="134772"/>
                      <a:pt x="64905" y="131525"/>
                      <a:pt x="58415" y="126653"/>
                    </a:cubicBezTo>
                    <a:cubicBezTo>
                      <a:pt x="51924" y="122594"/>
                      <a:pt x="46245" y="117723"/>
                      <a:pt x="41377" y="112039"/>
                    </a:cubicBezTo>
                    <a:cubicBezTo>
                      <a:pt x="34887" y="103921"/>
                      <a:pt x="30019" y="95802"/>
                      <a:pt x="25151" y="86871"/>
                    </a:cubicBezTo>
                    <a:cubicBezTo>
                      <a:pt x="20283" y="77941"/>
                      <a:pt x="17038" y="69010"/>
                      <a:pt x="14604" y="59267"/>
                    </a:cubicBezTo>
                    <a:cubicBezTo>
                      <a:pt x="12170" y="50337"/>
                      <a:pt x="9736" y="42218"/>
                      <a:pt x="8113" y="33287"/>
                    </a:cubicBezTo>
                    <a:cubicBezTo>
                      <a:pt x="6491" y="27604"/>
                      <a:pt x="5679" y="22733"/>
                      <a:pt x="4868" y="17050"/>
                    </a:cubicBezTo>
                    <a:cubicBezTo>
                      <a:pt x="4057" y="13802"/>
                      <a:pt x="3245" y="10554"/>
                      <a:pt x="2434" y="7307"/>
                    </a:cubicBezTo>
                    <a:cubicBezTo>
                      <a:pt x="811" y="2436"/>
                      <a:pt x="811" y="1624"/>
                      <a:pt x="0" y="0"/>
                    </a:cubicBezTo>
                  </a:path>
                </a:pathLst>
              </a:custGeom>
              <a:solidFill>
                <a:srgbClr val="93C83D"/>
              </a:solidFill>
              <a:ln w="8113" cap="flat">
                <a:noFill/>
                <a:prstDash val="solid"/>
                <a:miter/>
              </a:ln>
            </p:spPr>
            <p:txBody>
              <a:bodyPr rtlCol="0" anchor="ctr"/>
              <a:lstStyle/>
              <a:p>
                <a:endParaRPr lang="en-US" dirty="0">
                  <a:latin typeface="Proxima Nova Rg" panose="02000506030000020004" pitchFamily="2" charset="77"/>
                </a:endParaRPr>
              </a:p>
            </p:txBody>
          </p:sp>
          <p:sp>
            <p:nvSpPr>
              <p:cNvPr id="931" name="Freeform 930">
                <a:extLst>
                  <a:ext uri="{FF2B5EF4-FFF2-40B4-BE49-F238E27FC236}">
                    <a16:creationId xmlns:a16="http://schemas.microsoft.com/office/drawing/2014/main" id="{D18F4B11-0E7C-B349-E79F-5DAA82E50BCA}"/>
                  </a:ext>
                </a:extLst>
              </p:cNvPr>
              <p:cNvSpPr/>
              <p:nvPr/>
            </p:nvSpPr>
            <p:spPr>
              <a:xfrm>
                <a:off x="6622786" y="-2142221"/>
                <a:ext cx="119263" cy="128277"/>
              </a:xfrm>
              <a:custGeom>
                <a:avLst/>
                <a:gdLst>
                  <a:gd name="connsiteX0" fmla="*/ 27585 w 119263"/>
                  <a:gd name="connsiteY0" fmla="*/ 50337 h 128277"/>
                  <a:gd name="connsiteX1" fmla="*/ 90056 w 119263"/>
                  <a:gd name="connsiteY1" fmla="*/ 50337 h 128277"/>
                  <a:gd name="connsiteX2" fmla="*/ 79509 w 119263"/>
                  <a:gd name="connsiteY2" fmla="*/ 33287 h 128277"/>
                  <a:gd name="connsiteX3" fmla="*/ 60037 w 119263"/>
                  <a:gd name="connsiteY3" fmla="*/ 25980 h 128277"/>
                  <a:gd name="connsiteX4" fmla="*/ 39754 w 119263"/>
                  <a:gd name="connsiteY4" fmla="*/ 32475 h 128277"/>
                  <a:gd name="connsiteX5" fmla="*/ 27585 w 119263"/>
                  <a:gd name="connsiteY5" fmla="*/ 50337 h 128277"/>
                  <a:gd name="connsiteX6" fmla="*/ 0 w 119263"/>
                  <a:gd name="connsiteY6" fmla="*/ 64950 h 128277"/>
                  <a:gd name="connsiteX7" fmla="*/ 4057 w 119263"/>
                  <a:gd name="connsiteY7" fmla="*/ 41406 h 128277"/>
                  <a:gd name="connsiteX8" fmla="*/ 16226 w 119263"/>
                  <a:gd name="connsiteY8" fmla="*/ 20297 h 128277"/>
                  <a:gd name="connsiteX9" fmla="*/ 35698 w 119263"/>
                  <a:gd name="connsiteY9" fmla="*/ 5683 h 128277"/>
                  <a:gd name="connsiteX10" fmla="*/ 60849 w 119263"/>
                  <a:gd name="connsiteY10" fmla="*/ 0 h 128277"/>
                  <a:gd name="connsiteX11" fmla="*/ 61660 w 119263"/>
                  <a:gd name="connsiteY11" fmla="*/ 0 h 128277"/>
                  <a:gd name="connsiteX12" fmla="*/ 81943 w 119263"/>
                  <a:gd name="connsiteY12" fmla="*/ 4059 h 128277"/>
                  <a:gd name="connsiteX13" fmla="*/ 98169 w 119263"/>
                  <a:gd name="connsiteY13" fmla="*/ 14614 h 128277"/>
                  <a:gd name="connsiteX14" fmla="*/ 109528 w 119263"/>
                  <a:gd name="connsiteY14" fmla="*/ 30040 h 128277"/>
                  <a:gd name="connsiteX15" fmla="*/ 116829 w 119263"/>
                  <a:gd name="connsiteY15" fmla="*/ 47089 h 128277"/>
                  <a:gd name="connsiteX16" fmla="*/ 119263 w 119263"/>
                  <a:gd name="connsiteY16" fmla="*/ 64139 h 128277"/>
                  <a:gd name="connsiteX17" fmla="*/ 119263 w 119263"/>
                  <a:gd name="connsiteY17" fmla="*/ 73069 h 128277"/>
                  <a:gd name="connsiteX18" fmla="*/ 28396 w 119263"/>
                  <a:gd name="connsiteY18" fmla="*/ 73069 h 128277"/>
                  <a:gd name="connsiteX19" fmla="*/ 40566 w 119263"/>
                  <a:gd name="connsiteY19" fmla="*/ 94178 h 128277"/>
                  <a:gd name="connsiteX20" fmla="*/ 62471 w 119263"/>
                  <a:gd name="connsiteY20" fmla="*/ 101485 h 128277"/>
                  <a:gd name="connsiteX21" fmla="*/ 81132 w 119263"/>
                  <a:gd name="connsiteY21" fmla="*/ 98237 h 128277"/>
                  <a:gd name="connsiteX22" fmla="*/ 94113 w 119263"/>
                  <a:gd name="connsiteY22" fmla="*/ 88495 h 128277"/>
                  <a:gd name="connsiteX23" fmla="*/ 115207 w 119263"/>
                  <a:gd name="connsiteY23" fmla="*/ 104733 h 128277"/>
                  <a:gd name="connsiteX24" fmla="*/ 93301 w 119263"/>
                  <a:gd name="connsiteY24" fmla="*/ 120970 h 128277"/>
                  <a:gd name="connsiteX25" fmla="*/ 62471 w 119263"/>
                  <a:gd name="connsiteY25" fmla="*/ 128277 h 128277"/>
                  <a:gd name="connsiteX26" fmla="*/ 40566 w 119263"/>
                  <a:gd name="connsiteY26" fmla="*/ 124218 h 128277"/>
                  <a:gd name="connsiteX27" fmla="*/ 23528 w 119263"/>
                  <a:gd name="connsiteY27" fmla="*/ 113663 h 128277"/>
                  <a:gd name="connsiteX28" fmla="*/ 11358 w 119263"/>
                  <a:gd name="connsiteY28" fmla="*/ 99049 h 128277"/>
                  <a:gd name="connsiteX29" fmla="*/ 4057 w 119263"/>
                  <a:gd name="connsiteY29" fmla="*/ 82000 h 128277"/>
                  <a:gd name="connsiteX30" fmla="*/ 0 w 119263"/>
                  <a:gd name="connsiteY30" fmla="*/ 64950 h 1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9263" h="128277">
                    <a:moveTo>
                      <a:pt x="27585" y="50337"/>
                    </a:moveTo>
                    <a:cubicBezTo>
                      <a:pt x="48679" y="50337"/>
                      <a:pt x="69773" y="50337"/>
                      <a:pt x="90056" y="50337"/>
                    </a:cubicBezTo>
                    <a:cubicBezTo>
                      <a:pt x="88433" y="43842"/>
                      <a:pt x="85188" y="38158"/>
                      <a:pt x="79509" y="33287"/>
                    </a:cubicBezTo>
                    <a:cubicBezTo>
                      <a:pt x="73830" y="28416"/>
                      <a:pt x="67339" y="25980"/>
                      <a:pt x="60037" y="25980"/>
                    </a:cubicBezTo>
                    <a:cubicBezTo>
                      <a:pt x="51924" y="25980"/>
                      <a:pt x="45434" y="28416"/>
                      <a:pt x="39754" y="32475"/>
                    </a:cubicBezTo>
                    <a:cubicBezTo>
                      <a:pt x="34075" y="37346"/>
                      <a:pt x="30019" y="43030"/>
                      <a:pt x="27585" y="50337"/>
                    </a:cubicBezTo>
                    <a:moveTo>
                      <a:pt x="0" y="64950"/>
                    </a:moveTo>
                    <a:cubicBezTo>
                      <a:pt x="0" y="56832"/>
                      <a:pt x="1622" y="49525"/>
                      <a:pt x="4057" y="41406"/>
                    </a:cubicBezTo>
                    <a:cubicBezTo>
                      <a:pt x="7302" y="34099"/>
                      <a:pt x="10547" y="26792"/>
                      <a:pt x="16226" y="20297"/>
                    </a:cubicBezTo>
                    <a:cubicBezTo>
                      <a:pt x="21094" y="13802"/>
                      <a:pt x="27585" y="8931"/>
                      <a:pt x="35698" y="5683"/>
                    </a:cubicBezTo>
                    <a:cubicBezTo>
                      <a:pt x="43000" y="1624"/>
                      <a:pt x="51924" y="0"/>
                      <a:pt x="60849" y="0"/>
                    </a:cubicBezTo>
                    <a:lnTo>
                      <a:pt x="61660" y="0"/>
                    </a:lnTo>
                    <a:cubicBezTo>
                      <a:pt x="68962" y="0"/>
                      <a:pt x="76264" y="1624"/>
                      <a:pt x="81943" y="4059"/>
                    </a:cubicBezTo>
                    <a:cubicBezTo>
                      <a:pt x="88433" y="6495"/>
                      <a:pt x="93301" y="10554"/>
                      <a:pt x="98169" y="14614"/>
                    </a:cubicBezTo>
                    <a:cubicBezTo>
                      <a:pt x="102226" y="19485"/>
                      <a:pt x="106282" y="24356"/>
                      <a:pt x="109528" y="30040"/>
                    </a:cubicBezTo>
                    <a:cubicBezTo>
                      <a:pt x="112773" y="35723"/>
                      <a:pt x="115207" y="41406"/>
                      <a:pt x="116829" y="47089"/>
                    </a:cubicBezTo>
                    <a:cubicBezTo>
                      <a:pt x="118452" y="52772"/>
                      <a:pt x="119263" y="58455"/>
                      <a:pt x="119263" y="64139"/>
                    </a:cubicBezTo>
                    <a:cubicBezTo>
                      <a:pt x="119263" y="67386"/>
                      <a:pt x="119263" y="69822"/>
                      <a:pt x="119263" y="73069"/>
                    </a:cubicBezTo>
                    <a:cubicBezTo>
                      <a:pt x="89245" y="73069"/>
                      <a:pt x="58415" y="73069"/>
                      <a:pt x="28396" y="73069"/>
                    </a:cubicBezTo>
                    <a:cubicBezTo>
                      <a:pt x="30019" y="82000"/>
                      <a:pt x="34075" y="88495"/>
                      <a:pt x="40566" y="94178"/>
                    </a:cubicBezTo>
                    <a:cubicBezTo>
                      <a:pt x="47056" y="99049"/>
                      <a:pt x="54358" y="101485"/>
                      <a:pt x="62471" y="101485"/>
                    </a:cubicBezTo>
                    <a:cubicBezTo>
                      <a:pt x="69773" y="101485"/>
                      <a:pt x="76264" y="100673"/>
                      <a:pt x="81132" y="98237"/>
                    </a:cubicBezTo>
                    <a:cubicBezTo>
                      <a:pt x="85999" y="96614"/>
                      <a:pt x="90867" y="93366"/>
                      <a:pt x="94113" y="88495"/>
                    </a:cubicBezTo>
                    <a:cubicBezTo>
                      <a:pt x="101414" y="94178"/>
                      <a:pt x="107905" y="99049"/>
                      <a:pt x="115207" y="104733"/>
                    </a:cubicBezTo>
                    <a:cubicBezTo>
                      <a:pt x="111150" y="111228"/>
                      <a:pt x="103848" y="116911"/>
                      <a:pt x="93301" y="120970"/>
                    </a:cubicBezTo>
                    <a:cubicBezTo>
                      <a:pt x="82754" y="125841"/>
                      <a:pt x="73018" y="128277"/>
                      <a:pt x="62471" y="128277"/>
                    </a:cubicBezTo>
                    <a:cubicBezTo>
                      <a:pt x="54358" y="128277"/>
                      <a:pt x="47056" y="126653"/>
                      <a:pt x="40566" y="124218"/>
                    </a:cubicBezTo>
                    <a:cubicBezTo>
                      <a:pt x="34075" y="121782"/>
                      <a:pt x="28396" y="118534"/>
                      <a:pt x="23528" y="113663"/>
                    </a:cubicBezTo>
                    <a:cubicBezTo>
                      <a:pt x="18660" y="109604"/>
                      <a:pt x="14604" y="104733"/>
                      <a:pt x="11358" y="99049"/>
                    </a:cubicBezTo>
                    <a:cubicBezTo>
                      <a:pt x="8113" y="93366"/>
                      <a:pt x="5679" y="87683"/>
                      <a:pt x="4057" y="82000"/>
                    </a:cubicBezTo>
                    <a:cubicBezTo>
                      <a:pt x="811" y="77129"/>
                      <a:pt x="0" y="71445"/>
                      <a:pt x="0" y="64950"/>
                    </a:cubicBezTo>
                  </a:path>
                </a:pathLst>
              </a:custGeom>
              <a:solidFill>
                <a:srgbClr val="653E21"/>
              </a:solidFill>
              <a:ln w="8113" cap="flat">
                <a:noFill/>
                <a:prstDash val="solid"/>
                <a:miter/>
              </a:ln>
            </p:spPr>
            <p:txBody>
              <a:bodyPr rtlCol="0" anchor="ctr"/>
              <a:lstStyle/>
              <a:p>
                <a:endParaRPr lang="en-US" dirty="0">
                  <a:latin typeface="Proxima Nova Rg" panose="02000506030000020004" pitchFamily="2" charset="77"/>
                </a:endParaRPr>
              </a:p>
            </p:txBody>
          </p:sp>
        </p:grpSp>
      </p:grpSp>
      <p:grpSp>
        <p:nvGrpSpPr>
          <p:cNvPr id="977" name="Group 976">
            <a:extLst>
              <a:ext uri="{FF2B5EF4-FFF2-40B4-BE49-F238E27FC236}">
                <a16:creationId xmlns:a16="http://schemas.microsoft.com/office/drawing/2014/main" id="{FBD7DB8A-3FE3-3320-B695-EF0DF026D57D}"/>
              </a:ext>
            </a:extLst>
          </p:cNvPr>
          <p:cNvGrpSpPr/>
          <p:nvPr/>
        </p:nvGrpSpPr>
        <p:grpSpPr>
          <a:xfrm>
            <a:off x="923083" y="1899047"/>
            <a:ext cx="1743909" cy="246221"/>
            <a:chOff x="923083" y="2072955"/>
            <a:chExt cx="1743909" cy="246221"/>
          </a:xfrm>
        </p:grpSpPr>
        <p:sp>
          <p:nvSpPr>
            <p:cNvPr id="20" name="TextBox 19">
              <a:extLst>
                <a:ext uri="{FF2B5EF4-FFF2-40B4-BE49-F238E27FC236}">
                  <a16:creationId xmlns:a16="http://schemas.microsoft.com/office/drawing/2014/main" id="{41CC1D9F-DD72-9720-D40D-8170A2123355}"/>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T. Marzetti Logos</a:t>
              </a:r>
            </a:p>
          </p:txBody>
        </p:sp>
        <p:cxnSp>
          <p:nvCxnSpPr>
            <p:cNvPr id="976" name="Straight Connector 975">
              <a:extLst>
                <a:ext uri="{FF2B5EF4-FFF2-40B4-BE49-F238E27FC236}">
                  <a16:creationId xmlns:a16="http://schemas.microsoft.com/office/drawing/2014/main" id="{C819DA7F-E6ED-7CFA-388C-6B0369E67634}"/>
                </a:ext>
              </a:extLst>
            </p:cNvPr>
            <p:cNvCxnSpPr/>
            <p:nvPr/>
          </p:nvCxnSpPr>
          <p:spPr>
            <a:xfrm>
              <a:off x="1022230"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8" name="Group 977">
            <a:extLst>
              <a:ext uri="{FF2B5EF4-FFF2-40B4-BE49-F238E27FC236}">
                <a16:creationId xmlns:a16="http://schemas.microsoft.com/office/drawing/2014/main" id="{290E769E-3F6B-F866-7638-A40CE027B550}"/>
              </a:ext>
            </a:extLst>
          </p:cNvPr>
          <p:cNvGrpSpPr/>
          <p:nvPr/>
        </p:nvGrpSpPr>
        <p:grpSpPr>
          <a:xfrm>
            <a:off x="947533" y="3605163"/>
            <a:ext cx="1743909" cy="246221"/>
            <a:chOff x="947533" y="2072955"/>
            <a:chExt cx="1743909" cy="246221"/>
          </a:xfrm>
        </p:grpSpPr>
        <p:sp>
          <p:nvSpPr>
            <p:cNvPr id="979" name="TextBox 978">
              <a:extLst>
                <a:ext uri="{FF2B5EF4-FFF2-40B4-BE49-F238E27FC236}">
                  <a16:creationId xmlns:a16="http://schemas.microsoft.com/office/drawing/2014/main" id="{FB2C8FF2-2737-BEB9-76B8-0DE22448D803}"/>
                </a:ext>
              </a:extLst>
            </p:cNvPr>
            <p:cNvSpPr txBox="1"/>
            <p:nvPr/>
          </p:nvSpPr>
          <p:spPr>
            <a:xfrm>
              <a:off x="94753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Accent swooshes</a:t>
              </a:r>
            </a:p>
          </p:txBody>
        </p:sp>
        <p:cxnSp>
          <p:nvCxnSpPr>
            <p:cNvPr id="980" name="Straight Connector 979">
              <a:extLst>
                <a:ext uri="{FF2B5EF4-FFF2-40B4-BE49-F238E27FC236}">
                  <a16:creationId xmlns:a16="http://schemas.microsoft.com/office/drawing/2014/main" id="{D4533E3C-90C0-8301-47D0-9A203CA8D97E}"/>
                </a:ext>
              </a:extLst>
            </p:cNvPr>
            <p:cNvCxnSpPr/>
            <p:nvPr/>
          </p:nvCxnSpPr>
          <p:spPr>
            <a:xfrm>
              <a:off x="1022230"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81" name="Group 980">
            <a:extLst>
              <a:ext uri="{FF2B5EF4-FFF2-40B4-BE49-F238E27FC236}">
                <a16:creationId xmlns:a16="http://schemas.microsoft.com/office/drawing/2014/main" id="{82864560-C0F0-A3FC-D909-FEB365B45805}"/>
              </a:ext>
            </a:extLst>
          </p:cNvPr>
          <p:cNvGrpSpPr/>
          <p:nvPr/>
        </p:nvGrpSpPr>
        <p:grpSpPr>
          <a:xfrm>
            <a:off x="9179785" y="1141692"/>
            <a:ext cx="1984892" cy="246221"/>
            <a:chOff x="923083" y="2072955"/>
            <a:chExt cx="1984892" cy="246221"/>
          </a:xfrm>
        </p:grpSpPr>
        <p:sp>
          <p:nvSpPr>
            <p:cNvPr id="982" name="TextBox 981">
              <a:extLst>
                <a:ext uri="{FF2B5EF4-FFF2-40B4-BE49-F238E27FC236}">
                  <a16:creationId xmlns:a16="http://schemas.microsoft.com/office/drawing/2014/main" id="{68A394C0-9CD5-30CC-FFEC-2356B053A2C7}"/>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Leaf dividers &amp; Graphic</a:t>
              </a:r>
            </a:p>
          </p:txBody>
        </p:sp>
        <p:cxnSp>
          <p:nvCxnSpPr>
            <p:cNvPr id="983" name="Straight Connector 982">
              <a:extLst>
                <a:ext uri="{FF2B5EF4-FFF2-40B4-BE49-F238E27FC236}">
                  <a16:creationId xmlns:a16="http://schemas.microsoft.com/office/drawing/2014/main" id="{F8D8012F-9CA5-FD25-2204-06399D828CCC}"/>
                </a:ext>
              </a:extLst>
            </p:cNvPr>
            <p:cNvCxnSpPr>
              <a:cxnSpLocks/>
            </p:cNvCxnSpPr>
            <p:nvPr/>
          </p:nvCxnSpPr>
          <p:spPr>
            <a:xfrm>
              <a:off x="1022230" y="2275638"/>
              <a:ext cx="188574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85" name="Group 984">
            <a:extLst>
              <a:ext uri="{FF2B5EF4-FFF2-40B4-BE49-F238E27FC236}">
                <a16:creationId xmlns:a16="http://schemas.microsoft.com/office/drawing/2014/main" id="{7369415A-40DD-6985-F040-45CE648CA2B1}"/>
              </a:ext>
            </a:extLst>
          </p:cNvPr>
          <p:cNvGrpSpPr/>
          <p:nvPr/>
        </p:nvGrpSpPr>
        <p:grpSpPr>
          <a:xfrm>
            <a:off x="765002" y="5559680"/>
            <a:ext cx="2071392" cy="246221"/>
            <a:chOff x="942643" y="2072955"/>
            <a:chExt cx="2071392" cy="246221"/>
          </a:xfrm>
        </p:grpSpPr>
        <p:sp>
          <p:nvSpPr>
            <p:cNvPr id="986" name="TextBox 985">
              <a:extLst>
                <a:ext uri="{FF2B5EF4-FFF2-40B4-BE49-F238E27FC236}">
                  <a16:creationId xmlns:a16="http://schemas.microsoft.com/office/drawing/2014/main" id="{5891354E-DB8A-1634-AFF8-6F4237BD6B23}"/>
                </a:ext>
              </a:extLst>
            </p:cNvPr>
            <p:cNvSpPr txBox="1"/>
            <p:nvPr/>
          </p:nvSpPr>
          <p:spPr>
            <a:xfrm>
              <a:off x="94264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Family of brands lineup</a:t>
              </a:r>
            </a:p>
          </p:txBody>
        </p:sp>
        <p:cxnSp>
          <p:nvCxnSpPr>
            <p:cNvPr id="987" name="Straight Connector 986">
              <a:extLst>
                <a:ext uri="{FF2B5EF4-FFF2-40B4-BE49-F238E27FC236}">
                  <a16:creationId xmlns:a16="http://schemas.microsoft.com/office/drawing/2014/main" id="{2C23B8DB-64D1-394F-F5B6-9762F0260604}"/>
                </a:ext>
              </a:extLst>
            </p:cNvPr>
            <p:cNvCxnSpPr>
              <a:cxnSpLocks/>
            </p:cNvCxnSpPr>
            <p:nvPr/>
          </p:nvCxnSpPr>
          <p:spPr>
            <a:xfrm>
              <a:off x="1022230" y="2275638"/>
              <a:ext cx="199180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89" name="TextBox 988">
            <a:extLst>
              <a:ext uri="{FF2B5EF4-FFF2-40B4-BE49-F238E27FC236}">
                <a16:creationId xmlns:a16="http://schemas.microsoft.com/office/drawing/2014/main" id="{A9B65682-3687-A4F3-DE13-C6094A643504}"/>
              </a:ext>
            </a:extLst>
          </p:cNvPr>
          <p:cNvSpPr txBox="1"/>
          <p:nvPr/>
        </p:nvSpPr>
        <p:spPr>
          <a:xfrm>
            <a:off x="4547925" y="3129293"/>
            <a:ext cx="1599263" cy="200055"/>
          </a:xfrm>
          <a:prstGeom prst="rect">
            <a:avLst/>
          </a:prstGeom>
          <a:noFill/>
        </p:spPr>
        <p:txBody>
          <a:bodyPr wrap="square" rtlCol="0" anchor="ctr">
            <a:spAutoFit/>
          </a:bodyPr>
          <a:lstStyle/>
          <a:p>
            <a:pPr algn="ctr"/>
            <a:r>
              <a:rPr lang="en-US" sz="700" dirty="0">
                <a:solidFill>
                  <a:schemeClr val="accent3"/>
                </a:solidFill>
                <a:latin typeface="Montserrat" pitchFamily="2" charset="77"/>
                <a:cs typeface="Gotham Book" pitchFamily="2" charset="0"/>
              </a:rPr>
              <a:t>Primary logo with tagline</a:t>
            </a:r>
          </a:p>
        </p:txBody>
      </p:sp>
      <p:sp>
        <p:nvSpPr>
          <p:cNvPr id="990" name="TextBox 989">
            <a:extLst>
              <a:ext uri="{FF2B5EF4-FFF2-40B4-BE49-F238E27FC236}">
                <a16:creationId xmlns:a16="http://schemas.microsoft.com/office/drawing/2014/main" id="{634E40C4-F995-B0C8-7CE3-FD665BDC8567}"/>
              </a:ext>
            </a:extLst>
          </p:cNvPr>
          <p:cNvSpPr txBox="1"/>
          <p:nvPr/>
        </p:nvSpPr>
        <p:spPr>
          <a:xfrm>
            <a:off x="6770345" y="3129293"/>
            <a:ext cx="1383293" cy="200055"/>
          </a:xfrm>
          <a:prstGeom prst="rect">
            <a:avLst/>
          </a:prstGeom>
          <a:noFill/>
        </p:spPr>
        <p:txBody>
          <a:bodyPr wrap="square" rtlCol="0" anchor="ctr">
            <a:spAutoFit/>
          </a:bodyPr>
          <a:lstStyle/>
          <a:p>
            <a:pPr algn="ctr"/>
            <a:r>
              <a:rPr lang="en-US" sz="700" dirty="0">
                <a:solidFill>
                  <a:schemeClr val="accent3"/>
                </a:solidFill>
                <a:latin typeface="Montserrat" pitchFamily="2" charset="77"/>
                <a:cs typeface="Gotham Book" pitchFamily="2" charset="0"/>
              </a:rPr>
              <a:t>BW with tagline</a:t>
            </a:r>
          </a:p>
        </p:txBody>
      </p:sp>
      <p:grpSp>
        <p:nvGrpSpPr>
          <p:cNvPr id="2" name="Graphic 4">
            <a:extLst>
              <a:ext uri="{FF2B5EF4-FFF2-40B4-BE49-F238E27FC236}">
                <a16:creationId xmlns:a16="http://schemas.microsoft.com/office/drawing/2014/main" id="{46A5DE93-02FF-86A9-F128-C40BCEA5815D}"/>
              </a:ext>
            </a:extLst>
          </p:cNvPr>
          <p:cNvGrpSpPr/>
          <p:nvPr/>
        </p:nvGrpSpPr>
        <p:grpSpPr>
          <a:xfrm>
            <a:off x="879433" y="4856701"/>
            <a:ext cx="1557876" cy="341726"/>
            <a:chOff x="2192091" y="2877706"/>
            <a:chExt cx="1557876" cy="341726"/>
          </a:xfrm>
          <a:solidFill>
            <a:schemeClr val="tx1"/>
          </a:solidFill>
        </p:grpSpPr>
        <p:sp>
          <p:nvSpPr>
            <p:cNvPr id="4" name="Freeform 3">
              <a:extLst>
                <a:ext uri="{FF2B5EF4-FFF2-40B4-BE49-F238E27FC236}">
                  <a16:creationId xmlns:a16="http://schemas.microsoft.com/office/drawing/2014/main" id="{5396A01F-077F-00EF-233E-9BADC3E13F64}"/>
                </a:ext>
              </a:extLst>
            </p:cNvPr>
            <p:cNvSpPr/>
            <p:nvPr/>
          </p:nvSpPr>
          <p:spPr>
            <a:xfrm>
              <a:off x="2731767" y="2883939"/>
              <a:ext cx="20282" cy="5517"/>
            </a:xfrm>
            <a:custGeom>
              <a:avLst/>
              <a:gdLst>
                <a:gd name="connsiteX0" fmla="*/ 20283 w 20282"/>
                <a:gd name="connsiteY0" fmla="*/ 3011 h 5517"/>
                <a:gd name="connsiteX1" fmla="*/ 0 w 20282"/>
                <a:gd name="connsiteY1" fmla="*/ 5447 h 5517"/>
                <a:gd name="connsiteX2" fmla="*/ 20283 w 20282"/>
                <a:gd name="connsiteY2" fmla="*/ 3011 h 5517"/>
              </a:gdLst>
              <a:ahLst/>
              <a:cxnLst>
                <a:cxn ang="0">
                  <a:pos x="connsiteX0" y="connsiteY0"/>
                </a:cxn>
                <a:cxn ang="0">
                  <a:pos x="connsiteX1" y="connsiteY1"/>
                </a:cxn>
                <a:cxn ang="0">
                  <a:pos x="connsiteX2" y="connsiteY2"/>
                </a:cxn>
              </a:cxnLst>
              <a:rect l="l" t="t" r="r" b="b"/>
              <a:pathLst>
                <a:path w="20282" h="5517">
                  <a:moveTo>
                    <a:pt x="20283" y="3011"/>
                  </a:moveTo>
                  <a:cubicBezTo>
                    <a:pt x="15415" y="-236"/>
                    <a:pt x="7302" y="6259"/>
                    <a:pt x="0" y="5447"/>
                  </a:cubicBezTo>
                  <a:cubicBezTo>
                    <a:pt x="2434" y="576"/>
                    <a:pt x="19472" y="-2672"/>
                    <a:pt x="20283" y="301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B7FE60FF-1DC5-F6FB-EF14-D4D2E65B8A99}"/>
                </a:ext>
              </a:extLst>
            </p:cNvPr>
            <p:cNvSpPr/>
            <p:nvPr/>
          </p:nvSpPr>
          <p:spPr>
            <a:xfrm>
              <a:off x="2859081" y="2878831"/>
              <a:ext cx="10609" cy="4059"/>
            </a:xfrm>
            <a:custGeom>
              <a:avLst/>
              <a:gdLst>
                <a:gd name="connsiteX0" fmla="*/ 10609 w 10609"/>
                <a:gd name="connsiteY0" fmla="*/ 0 h 4059"/>
                <a:gd name="connsiteX1" fmla="*/ 62 w 10609"/>
                <a:gd name="connsiteY1" fmla="*/ 4059 h 4059"/>
                <a:gd name="connsiteX2" fmla="*/ 10609 w 10609"/>
                <a:gd name="connsiteY2" fmla="*/ 0 h 4059"/>
              </a:gdLst>
              <a:ahLst/>
              <a:cxnLst>
                <a:cxn ang="0">
                  <a:pos x="connsiteX0" y="connsiteY0"/>
                </a:cxn>
                <a:cxn ang="0">
                  <a:pos x="connsiteX1" y="connsiteY1"/>
                </a:cxn>
                <a:cxn ang="0">
                  <a:pos x="connsiteX2" y="connsiteY2"/>
                </a:cxn>
              </a:cxnLst>
              <a:rect l="l" t="t" r="r" b="b"/>
              <a:pathLst>
                <a:path w="10609" h="4059">
                  <a:moveTo>
                    <a:pt x="10609" y="0"/>
                  </a:moveTo>
                  <a:cubicBezTo>
                    <a:pt x="8987" y="4059"/>
                    <a:pt x="4930" y="4059"/>
                    <a:pt x="62" y="4059"/>
                  </a:cubicBezTo>
                  <a:cubicBezTo>
                    <a:pt x="-749" y="-2436"/>
                    <a:pt x="6553" y="1624"/>
                    <a:pt x="10609"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6A2F0735-04CB-60FA-9220-61D7E54ACFD4}"/>
                </a:ext>
              </a:extLst>
            </p:cNvPr>
            <p:cNvSpPr/>
            <p:nvPr/>
          </p:nvSpPr>
          <p:spPr>
            <a:xfrm>
              <a:off x="3179571" y="2923485"/>
              <a:ext cx="11399" cy="6916"/>
            </a:xfrm>
            <a:custGeom>
              <a:avLst/>
              <a:gdLst>
                <a:gd name="connsiteX0" fmla="*/ 41 w 11399"/>
                <a:gd name="connsiteY0" fmla="*/ 0 h 6916"/>
                <a:gd name="connsiteX1" fmla="*/ 11400 w 11399"/>
                <a:gd name="connsiteY1" fmla="*/ 1624 h 6916"/>
                <a:gd name="connsiteX2" fmla="*/ 41 w 11399"/>
                <a:gd name="connsiteY2" fmla="*/ 0 h 6916"/>
              </a:gdLst>
              <a:ahLst/>
              <a:cxnLst>
                <a:cxn ang="0">
                  <a:pos x="connsiteX0" y="connsiteY0"/>
                </a:cxn>
                <a:cxn ang="0">
                  <a:pos x="connsiteX1" y="connsiteY1"/>
                </a:cxn>
                <a:cxn ang="0">
                  <a:pos x="connsiteX2" y="connsiteY2"/>
                </a:cxn>
              </a:cxnLst>
              <a:rect l="l" t="t" r="r" b="b"/>
              <a:pathLst>
                <a:path w="11399" h="6916">
                  <a:moveTo>
                    <a:pt x="41" y="0"/>
                  </a:moveTo>
                  <a:cubicBezTo>
                    <a:pt x="3287" y="812"/>
                    <a:pt x="6532" y="2436"/>
                    <a:pt x="11400" y="1624"/>
                  </a:cubicBezTo>
                  <a:cubicBezTo>
                    <a:pt x="10589" y="8931"/>
                    <a:pt x="-770" y="8931"/>
                    <a:pt x="41"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A3FF45FC-6495-308B-5E2E-B77DA4C8D359}"/>
                </a:ext>
              </a:extLst>
            </p:cNvPr>
            <p:cNvSpPr/>
            <p:nvPr/>
          </p:nvSpPr>
          <p:spPr>
            <a:xfrm>
              <a:off x="3340253" y="2933652"/>
              <a:ext cx="14603" cy="4274"/>
            </a:xfrm>
            <a:custGeom>
              <a:avLst/>
              <a:gdLst>
                <a:gd name="connsiteX0" fmla="*/ 0 w 14603"/>
                <a:gd name="connsiteY0" fmla="*/ 387 h 4274"/>
                <a:gd name="connsiteX1" fmla="*/ 14604 w 14603"/>
                <a:gd name="connsiteY1" fmla="*/ 2011 h 4274"/>
                <a:gd name="connsiteX2" fmla="*/ 0 w 14603"/>
                <a:gd name="connsiteY2" fmla="*/ 387 h 4274"/>
              </a:gdLst>
              <a:ahLst/>
              <a:cxnLst>
                <a:cxn ang="0">
                  <a:pos x="connsiteX0" y="connsiteY0"/>
                </a:cxn>
                <a:cxn ang="0">
                  <a:pos x="connsiteX1" y="connsiteY1"/>
                </a:cxn>
                <a:cxn ang="0">
                  <a:pos x="connsiteX2" y="connsiteY2"/>
                </a:cxn>
              </a:cxnLst>
              <a:rect l="l" t="t" r="r" b="b"/>
              <a:pathLst>
                <a:path w="14603" h="4274">
                  <a:moveTo>
                    <a:pt x="0" y="387"/>
                  </a:moveTo>
                  <a:cubicBezTo>
                    <a:pt x="6491" y="-1237"/>
                    <a:pt x="8113" y="2823"/>
                    <a:pt x="14604" y="2011"/>
                  </a:cubicBezTo>
                  <a:cubicBezTo>
                    <a:pt x="14604" y="5258"/>
                    <a:pt x="0" y="5258"/>
                    <a:pt x="0" y="38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350D71B3-4179-F7CC-AC3A-13B4AC38E5A7}"/>
                </a:ext>
              </a:extLst>
            </p:cNvPr>
            <p:cNvSpPr/>
            <p:nvPr/>
          </p:nvSpPr>
          <p:spPr>
            <a:xfrm>
              <a:off x="3340253" y="2950846"/>
              <a:ext cx="20282" cy="5465"/>
            </a:xfrm>
            <a:custGeom>
              <a:avLst/>
              <a:gdLst>
                <a:gd name="connsiteX0" fmla="*/ 0 w 20282"/>
                <a:gd name="connsiteY0" fmla="*/ 1055 h 5465"/>
                <a:gd name="connsiteX1" fmla="*/ 20283 w 20282"/>
                <a:gd name="connsiteY1" fmla="*/ 1867 h 5465"/>
                <a:gd name="connsiteX2" fmla="*/ 0 w 20282"/>
                <a:gd name="connsiteY2" fmla="*/ 1055 h 5465"/>
              </a:gdLst>
              <a:ahLst/>
              <a:cxnLst>
                <a:cxn ang="0">
                  <a:pos x="connsiteX0" y="connsiteY0"/>
                </a:cxn>
                <a:cxn ang="0">
                  <a:pos x="connsiteX1" y="connsiteY1"/>
                </a:cxn>
                <a:cxn ang="0">
                  <a:pos x="connsiteX2" y="connsiteY2"/>
                </a:cxn>
              </a:cxnLst>
              <a:rect l="l" t="t" r="r" b="b"/>
              <a:pathLst>
                <a:path w="20282" h="5465">
                  <a:moveTo>
                    <a:pt x="0" y="1055"/>
                  </a:moveTo>
                  <a:cubicBezTo>
                    <a:pt x="6491" y="-1381"/>
                    <a:pt x="12170" y="1055"/>
                    <a:pt x="20283" y="1867"/>
                  </a:cubicBezTo>
                  <a:cubicBezTo>
                    <a:pt x="13792" y="9173"/>
                    <a:pt x="6491" y="3490"/>
                    <a:pt x="0" y="105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515C3E4B-548D-C9D6-B5FB-B452C5E8DDAB}"/>
                </a:ext>
              </a:extLst>
            </p:cNvPr>
            <p:cNvSpPr/>
            <p:nvPr/>
          </p:nvSpPr>
          <p:spPr>
            <a:xfrm>
              <a:off x="3608799" y="3002988"/>
              <a:ext cx="25962" cy="5928"/>
            </a:xfrm>
            <a:custGeom>
              <a:avLst/>
              <a:gdLst>
                <a:gd name="connsiteX0" fmla="*/ 25962 w 25962"/>
                <a:gd name="connsiteY0" fmla="*/ 3309 h 5928"/>
                <a:gd name="connsiteX1" fmla="*/ 0 w 25962"/>
                <a:gd name="connsiteY1" fmla="*/ 2497 h 5928"/>
                <a:gd name="connsiteX2" fmla="*/ 25962 w 25962"/>
                <a:gd name="connsiteY2" fmla="*/ 3309 h 5928"/>
              </a:gdLst>
              <a:ahLst/>
              <a:cxnLst>
                <a:cxn ang="0">
                  <a:pos x="connsiteX0" y="connsiteY0"/>
                </a:cxn>
                <a:cxn ang="0">
                  <a:pos x="connsiteX1" y="connsiteY1"/>
                </a:cxn>
                <a:cxn ang="0">
                  <a:pos x="connsiteX2" y="connsiteY2"/>
                </a:cxn>
              </a:cxnLst>
              <a:rect l="l" t="t" r="r" b="b"/>
              <a:pathLst>
                <a:path w="25962" h="5928">
                  <a:moveTo>
                    <a:pt x="25962" y="3309"/>
                  </a:moveTo>
                  <a:cubicBezTo>
                    <a:pt x="16226" y="10616"/>
                    <a:pt x="10547" y="61"/>
                    <a:pt x="0" y="2497"/>
                  </a:cubicBezTo>
                  <a:cubicBezTo>
                    <a:pt x="2434" y="-3186"/>
                    <a:pt x="18660" y="2497"/>
                    <a:pt x="25962" y="33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58C16AB2-076D-9371-1F06-EF39E172C2D0}"/>
                </a:ext>
              </a:extLst>
            </p:cNvPr>
            <p:cNvSpPr/>
            <p:nvPr/>
          </p:nvSpPr>
          <p:spPr>
            <a:xfrm>
              <a:off x="3557686" y="3032240"/>
              <a:ext cx="9735" cy="4347"/>
            </a:xfrm>
            <a:custGeom>
              <a:avLst/>
              <a:gdLst>
                <a:gd name="connsiteX0" fmla="*/ 0 w 9735"/>
                <a:gd name="connsiteY0" fmla="*/ 2473 h 4347"/>
                <a:gd name="connsiteX1" fmla="*/ 9736 w 9735"/>
                <a:gd name="connsiteY1" fmla="*/ 2473 h 4347"/>
                <a:gd name="connsiteX2" fmla="*/ 0 w 9735"/>
                <a:gd name="connsiteY2" fmla="*/ 2473 h 4347"/>
              </a:gdLst>
              <a:ahLst/>
              <a:cxnLst>
                <a:cxn ang="0">
                  <a:pos x="connsiteX0" y="connsiteY0"/>
                </a:cxn>
                <a:cxn ang="0">
                  <a:pos x="connsiteX1" y="connsiteY1"/>
                </a:cxn>
                <a:cxn ang="0">
                  <a:pos x="connsiteX2" y="connsiteY2"/>
                </a:cxn>
              </a:cxnLst>
              <a:rect l="l" t="t" r="r" b="b"/>
              <a:pathLst>
                <a:path w="9735" h="4347">
                  <a:moveTo>
                    <a:pt x="0" y="2473"/>
                  </a:moveTo>
                  <a:cubicBezTo>
                    <a:pt x="811" y="-1587"/>
                    <a:pt x="8924" y="37"/>
                    <a:pt x="9736" y="2473"/>
                  </a:cubicBezTo>
                  <a:cubicBezTo>
                    <a:pt x="8924" y="5720"/>
                    <a:pt x="811" y="4096"/>
                    <a:pt x="0" y="247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3476AD0C-B63D-083F-1C34-59A5E0D5003D}"/>
                </a:ext>
              </a:extLst>
            </p:cNvPr>
            <p:cNvSpPr/>
            <p:nvPr/>
          </p:nvSpPr>
          <p:spPr>
            <a:xfrm>
              <a:off x="3598284" y="3038177"/>
              <a:ext cx="10514" cy="2812"/>
            </a:xfrm>
            <a:custGeom>
              <a:avLst/>
              <a:gdLst>
                <a:gd name="connsiteX0" fmla="*/ 10515 w 10514"/>
                <a:gd name="connsiteY0" fmla="*/ 1406 h 2812"/>
                <a:gd name="connsiteX1" fmla="*/ 10515 w 10514"/>
                <a:gd name="connsiteY1" fmla="*/ 1406 h 2812"/>
              </a:gdLst>
              <a:ahLst/>
              <a:cxnLst>
                <a:cxn ang="0">
                  <a:pos x="connsiteX0" y="connsiteY0"/>
                </a:cxn>
                <a:cxn ang="0">
                  <a:pos x="connsiteX1" y="connsiteY1"/>
                </a:cxn>
              </a:cxnLst>
              <a:rect l="l" t="t" r="r" b="b"/>
              <a:pathLst>
                <a:path w="10514" h="2812">
                  <a:moveTo>
                    <a:pt x="10515" y="1406"/>
                  </a:moveTo>
                  <a:cubicBezTo>
                    <a:pt x="3213" y="6277"/>
                    <a:pt x="-8957" y="-3465"/>
                    <a:pt x="10515" y="140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2E8DD64C-85E5-B54D-CF80-BBE7320A5B9D}"/>
                </a:ext>
              </a:extLst>
            </p:cNvPr>
            <p:cNvSpPr/>
            <p:nvPr/>
          </p:nvSpPr>
          <p:spPr>
            <a:xfrm>
              <a:off x="3612855" y="3050138"/>
              <a:ext cx="9735" cy="7472"/>
            </a:xfrm>
            <a:custGeom>
              <a:avLst/>
              <a:gdLst>
                <a:gd name="connsiteX0" fmla="*/ 4057 w 9735"/>
                <a:gd name="connsiteY0" fmla="*/ 0 h 7472"/>
                <a:gd name="connsiteX1" fmla="*/ 9736 w 9735"/>
                <a:gd name="connsiteY1" fmla="*/ 1624 h 7472"/>
                <a:gd name="connsiteX2" fmla="*/ 8925 w 9735"/>
                <a:gd name="connsiteY2" fmla="*/ 7307 h 7472"/>
                <a:gd name="connsiteX3" fmla="*/ 7302 w 9735"/>
                <a:gd name="connsiteY3" fmla="*/ 5683 h 7472"/>
                <a:gd name="connsiteX4" fmla="*/ 0 w 9735"/>
                <a:gd name="connsiteY4" fmla="*/ 5683 h 7472"/>
                <a:gd name="connsiteX5" fmla="*/ 4057 w 9735"/>
                <a:gd name="connsiteY5" fmla="*/ 0 h 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35" h="7472">
                  <a:moveTo>
                    <a:pt x="4057" y="0"/>
                  </a:moveTo>
                  <a:cubicBezTo>
                    <a:pt x="6491" y="0"/>
                    <a:pt x="7302" y="2436"/>
                    <a:pt x="9736" y="1624"/>
                  </a:cubicBezTo>
                  <a:cubicBezTo>
                    <a:pt x="9736" y="3247"/>
                    <a:pt x="9736" y="4871"/>
                    <a:pt x="8925" y="7307"/>
                  </a:cubicBezTo>
                  <a:cubicBezTo>
                    <a:pt x="6491" y="8119"/>
                    <a:pt x="6491" y="5683"/>
                    <a:pt x="7302" y="5683"/>
                  </a:cubicBezTo>
                  <a:cubicBezTo>
                    <a:pt x="6491" y="0"/>
                    <a:pt x="2434" y="7307"/>
                    <a:pt x="0" y="5683"/>
                  </a:cubicBezTo>
                  <a:cubicBezTo>
                    <a:pt x="811" y="3247"/>
                    <a:pt x="3245" y="3247"/>
                    <a:pt x="405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72BCCD7F-B048-720E-630D-F35E1A680507}"/>
                </a:ext>
              </a:extLst>
            </p:cNvPr>
            <p:cNvSpPr/>
            <p:nvPr/>
          </p:nvSpPr>
          <p:spPr>
            <a:xfrm>
              <a:off x="3636383" y="3070402"/>
              <a:ext cx="28396" cy="5878"/>
            </a:xfrm>
            <a:custGeom>
              <a:avLst/>
              <a:gdLst>
                <a:gd name="connsiteX0" fmla="*/ 28396 w 28396"/>
                <a:gd name="connsiteY0" fmla="*/ 5715 h 5878"/>
                <a:gd name="connsiteX1" fmla="*/ 0 w 28396"/>
                <a:gd name="connsiteY1" fmla="*/ 3280 h 5878"/>
                <a:gd name="connsiteX2" fmla="*/ 0 w 28396"/>
                <a:gd name="connsiteY2" fmla="*/ 32 h 5878"/>
                <a:gd name="connsiteX3" fmla="*/ 28396 w 28396"/>
                <a:gd name="connsiteY3" fmla="*/ 5715 h 5878"/>
              </a:gdLst>
              <a:ahLst/>
              <a:cxnLst>
                <a:cxn ang="0">
                  <a:pos x="connsiteX0" y="connsiteY0"/>
                </a:cxn>
                <a:cxn ang="0">
                  <a:pos x="connsiteX1" y="connsiteY1"/>
                </a:cxn>
                <a:cxn ang="0">
                  <a:pos x="connsiteX2" y="connsiteY2"/>
                </a:cxn>
                <a:cxn ang="0">
                  <a:pos x="connsiteX3" y="connsiteY3"/>
                </a:cxn>
              </a:cxnLst>
              <a:rect l="l" t="t" r="r" b="b"/>
              <a:pathLst>
                <a:path w="28396" h="5878">
                  <a:moveTo>
                    <a:pt x="28396" y="5715"/>
                  </a:moveTo>
                  <a:cubicBezTo>
                    <a:pt x="16226" y="6527"/>
                    <a:pt x="12170" y="4092"/>
                    <a:pt x="0" y="3280"/>
                  </a:cubicBezTo>
                  <a:cubicBezTo>
                    <a:pt x="811" y="1656"/>
                    <a:pt x="1623" y="32"/>
                    <a:pt x="0" y="32"/>
                  </a:cubicBezTo>
                  <a:cubicBezTo>
                    <a:pt x="10547" y="32"/>
                    <a:pt x="21094" y="-779"/>
                    <a:pt x="28396" y="571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E57988EF-17D2-937A-B713-2B57327862D7}"/>
                </a:ext>
              </a:extLst>
            </p:cNvPr>
            <p:cNvSpPr/>
            <p:nvPr/>
          </p:nvSpPr>
          <p:spPr>
            <a:xfrm>
              <a:off x="3573912" y="3080989"/>
              <a:ext cx="11358" cy="5160"/>
            </a:xfrm>
            <a:custGeom>
              <a:avLst/>
              <a:gdLst>
                <a:gd name="connsiteX0" fmla="*/ 0 w 11358"/>
                <a:gd name="connsiteY0" fmla="*/ 0 h 5160"/>
                <a:gd name="connsiteX1" fmla="*/ 11358 w 11358"/>
                <a:gd name="connsiteY1" fmla="*/ 1624 h 5160"/>
                <a:gd name="connsiteX2" fmla="*/ 0 w 11358"/>
                <a:gd name="connsiteY2" fmla="*/ 0 h 5160"/>
              </a:gdLst>
              <a:ahLst/>
              <a:cxnLst>
                <a:cxn ang="0">
                  <a:pos x="connsiteX0" y="connsiteY0"/>
                </a:cxn>
                <a:cxn ang="0">
                  <a:pos x="connsiteX1" y="connsiteY1"/>
                </a:cxn>
                <a:cxn ang="0">
                  <a:pos x="connsiteX2" y="connsiteY2"/>
                </a:cxn>
              </a:cxnLst>
              <a:rect l="l" t="t" r="r" b="b"/>
              <a:pathLst>
                <a:path w="11358" h="5160">
                  <a:moveTo>
                    <a:pt x="0" y="0"/>
                  </a:moveTo>
                  <a:cubicBezTo>
                    <a:pt x="4057" y="2436"/>
                    <a:pt x="4868" y="0"/>
                    <a:pt x="11358" y="1624"/>
                  </a:cubicBezTo>
                  <a:cubicBezTo>
                    <a:pt x="10547" y="7307"/>
                    <a:pt x="0" y="5683"/>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BB798657-9AC6-33F9-D5E7-3ED03EC696DF}"/>
                </a:ext>
              </a:extLst>
            </p:cNvPr>
            <p:cNvSpPr/>
            <p:nvPr/>
          </p:nvSpPr>
          <p:spPr>
            <a:xfrm>
              <a:off x="3607987" y="3101286"/>
              <a:ext cx="30018" cy="13802"/>
            </a:xfrm>
            <a:custGeom>
              <a:avLst/>
              <a:gdLst>
                <a:gd name="connsiteX0" fmla="*/ 3245 w 30018"/>
                <a:gd name="connsiteY0" fmla="*/ 0 h 13802"/>
                <a:gd name="connsiteX1" fmla="*/ 30019 w 30018"/>
                <a:gd name="connsiteY1" fmla="*/ 6495 h 13802"/>
                <a:gd name="connsiteX2" fmla="*/ 28396 w 30018"/>
                <a:gd name="connsiteY2" fmla="*/ 13802 h 13802"/>
                <a:gd name="connsiteX3" fmla="*/ 0 w 30018"/>
                <a:gd name="connsiteY3" fmla="*/ 7307 h 13802"/>
                <a:gd name="connsiteX4" fmla="*/ 3245 w 30018"/>
                <a:gd name="connsiteY4" fmla="*/ 0 h 13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18" h="13802">
                  <a:moveTo>
                    <a:pt x="3245" y="0"/>
                  </a:moveTo>
                  <a:cubicBezTo>
                    <a:pt x="13792" y="2436"/>
                    <a:pt x="20283" y="6495"/>
                    <a:pt x="30019" y="6495"/>
                  </a:cubicBezTo>
                  <a:cubicBezTo>
                    <a:pt x="25151" y="10555"/>
                    <a:pt x="26773" y="7307"/>
                    <a:pt x="28396" y="13802"/>
                  </a:cubicBezTo>
                  <a:cubicBezTo>
                    <a:pt x="20283" y="7307"/>
                    <a:pt x="9736" y="12990"/>
                    <a:pt x="0" y="7307"/>
                  </a:cubicBezTo>
                  <a:cubicBezTo>
                    <a:pt x="811" y="4871"/>
                    <a:pt x="2434" y="3247"/>
                    <a:pt x="3245"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929A2D8E-C900-EF07-EAC2-4FCCE8AB79FF}"/>
                </a:ext>
              </a:extLst>
            </p:cNvPr>
            <p:cNvSpPr/>
            <p:nvPr/>
          </p:nvSpPr>
          <p:spPr>
            <a:xfrm>
              <a:off x="3014802" y="3138983"/>
              <a:ext cx="18773" cy="4722"/>
            </a:xfrm>
            <a:custGeom>
              <a:avLst/>
              <a:gdLst>
                <a:gd name="connsiteX0" fmla="*/ 114 w 18773"/>
                <a:gd name="connsiteY0" fmla="*/ 461 h 4722"/>
                <a:gd name="connsiteX1" fmla="*/ 18774 w 18773"/>
                <a:gd name="connsiteY1" fmla="*/ 1273 h 4722"/>
                <a:gd name="connsiteX2" fmla="*/ 114 w 18773"/>
                <a:gd name="connsiteY2" fmla="*/ 461 h 4722"/>
              </a:gdLst>
              <a:ahLst/>
              <a:cxnLst>
                <a:cxn ang="0">
                  <a:pos x="connsiteX0" y="connsiteY0"/>
                </a:cxn>
                <a:cxn ang="0">
                  <a:pos x="connsiteX1" y="connsiteY1"/>
                </a:cxn>
                <a:cxn ang="0">
                  <a:pos x="connsiteX2" y="connsiteY2"/>
                </a:cxn>
              </a:cxnLst>
              <a:rect l="l" t="t" r="r" b="b"/>
              <a:pathLst>
                <a:path w="18773" h="4722">
                  <a:moveTo>
                    <a:pt x="114" y="461"/>
                  </a:moveTo>
                  <a:cubicBezTo>
                    <a:pt x="8227" y="-1162"/>
                    <a:pt x="11472" y="2085"/>
                    <a:pt x="18774" y="1273"/>
                  </a:cubicBezTo>
                  <a:cubicBezTo>
                    <a:pt x="14717" y="2897"/>
                    <a:pt x="-1509" y="8580"/>
                    <a:pt x="114" y="4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43767686-27A6-2DBB-C104-FA4EFD0CAD2D}"/>
                </a:ext>
              </a:extLst>
            </p:cNvPr>
            <p:cNvSpPr/>
            <p:nvPr/>
          </p:nvSpPr>
          <p:spPr>
            <a:xfrm>
              <a:off x="3104161" y="3142374"/>
              <a:ext cx="8924" cy="6001"/>
            </a:xfrm>
            <a:custGeom>
              <a:avLst/>
              <a:gdLst>
                <a:gd name="connsiteX0" fmla="*/ 1623 w 8924"/>
                <a:gd name="connsiteY0" fmla="*/ 319 h 6001"/>
                <a:gd name="connsiteX1" fmla="*/ 8925 w 8924"/>
                <a:gd name="connsiteY1" fmla="*/ 1942 h 6001"/>
                <a:gd name="connsiteX2" fmla="*/ 0 w 8924"/>
                <a:gd name="connsiteY2" fmla="*/ 6002 h 6001"/>
                <a:gd name="connsiteX3" fmla="*/ 1623 w 8924"/>
                <a:gd name="connsiteY3" fmla="*/ 319 h 6001"/>
              </a:gdLst>
              <a:ahLst/>
              <a:cxnLst>
                <a:cxn ang="0">
                  <a:pos x="connsiteX0" y="connsiteY0"/>
                </a:cxn>
                <a:cxn ang="0">
                  <a:pos x="connsiteX1" y="connsiteY1"/>
                </a:cxn>
                <a:cxn ang="0">
                  <a:pos x="connsiteX2" y="connsiteY2"/>
                </a:cxn>
                <a:cxn ang="0">
                  <a:pos x="connsiteX3" y="connsiteY3"/>
                </a:cxn>
              </a:cxnLst>
              <a:rect l="l" t="t" r="r" b="b"/>
              <a:pathLst>
                <a:path w="8924" h="6001">
                  <a:moveTo>
                    <a:pt x="1623" y="319"/>
                  </a:moveTo>
                  <a:cubicBezTo>
                    <a:pt x="4868" y="-493"/>
                    <a:pt x="7302" y="319"/>
                    <a:pt x="8925" y="1942"/>
                  </a:cubicBezTo>
                  <a:cubicBezTo>
                    <a:pt x="7302" y="4378"/>
                    <a:pt x="4057" y="5190"/>
                    <a:pt x="0" y="6002"/>
                  </a:cubicBezTo>
                  <a:cubicBezTo>
                    <a:pt x="811" y="4378"/>
                    <a:pt x="1623" y="2754"/>
                    <a:pt x="1623" y="31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6E2D2936-ECA1-DE9C-0A28-528273315519}"/>
                </a:ext>
              </a:extLst>
            </p:cNvPr>
            <p:cNvSpPr/>
            <p:nvPr/>
          </p:nvSpPr>
          <p:spPr>
            <a:xfrm>
              <a:off x="2709050" y="3162989"/>
              <a:ext cx="12023" cy="7306"/>
            </a:xfrm>
            <a:custGeom>
              <a:avLst/>
              <a:gdLst>
                <a:gd name="connsiteX0" fmla="*/ 0 w 12023"/>
                <a:gd name="connsiteY0" fmla="*/ 2436 h 7306"/>
                <a:gd name="connsiteX1" fmla="*/ 10547 w 12023"/>
                <a:gd name="connsiteY1" fmla="*/ 0 h 7306"/>
                <a:gd name="connsiteX2" fmla="*/ 9736 w 12023"/>
                <a:gd name="connsiteY2" fmla="*/ 7307 h 7306"/>
                <a:gd name="connsiteX3" fmla="*/ 0 w 12023"/>
                <a:gd name="connsiteY3" fmla="*/ 2436 h 7306"/>
              </a:gdLst>
              <a:ahLst/>
              <a:cxnLst>
                <a:cxn ang="0">
                  <a:pos x="connsiteX0" y="connsiteY0"/>
                </a:cxn>
                <a:cxn ang="0">
                  <a:pos x="connsiteX1" y="connsiteY1"/>
                </a:cxn>
                <a:cxn ang="0">
                  <a:pos x="connsiteX2" y="connsiteY2"/>
                </a:cxn>
                <a:cxn ang="0">
                  <a:pos x="connsiteX3" y="connsiteY3"/>
                </a:cxn>
              </a:cxnLst>
              <a:rect l="l" t="t" r="r" b="b"/>
              <a:pathLst>
                <a:path w="12023" h="7306">
                  <a:moveTo>
                    <a:pt x="0" y="2436"/>
                  </a:moveTo>
                  <a:cubicBezTo>
                    <a:pt x="3245" y="-1624"/>
                    <a:pt x="8113" y="4059"/>
                    <a:pt x="10547" y="0"/>
                  </a:cubicBezTo>
                  <a:cubicBezTo>
                    <a:pt x="14604" y="812"/>
                    <a:pt x="8925" y="4059"/>
                    <a:pt x="9736" y="7307"/>
                  </a:cubicBezTo>
                  <a:cubicBezTo>
                    <a:pt x="6491" y="5683"/>
                    <a:pt x="4057" y="3247"/>
                    <a:pt x="0" y="24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32AC2649-54CB-F5DF-C985-CB7292E7E416}"/>
                </a:ext>
              </a:extLst>
            </p:cNvPr>
            <p:cNvSpPr/>
            <p:nvPr/>
          </p:nvSpPr>
          <p:spPr>
            <a:xfrm>
              <a:off x="3469097" y="3134370"/>
              <a:ext cx="5990" cy="5348"/>
            </a:xfrm>
            <a:custGeom>
              <a:avLst/>
              <a:gdLst>
                <a:gd name="connsiteX0" fmla="*/ 155 w 5990"/>
                <a:gd name="connsiteY0" fmla="*/ 203 h 5348"/>
                <a:gd name="connsiteX1" fmla="*/ 5835 w 5990"/>
                <a:gd name="connsiteY1" fmla="*/ 5074 h 5348"/>
                <a:gd name="connsiteX2" fmla="*/ 155 w 5990"/>
                <a:gd name="connsiteY2" fmla="*/ 203 h 5348"/>
              </a:gdLst>
              <a:ahLst/>
              <a:cxnLst>
                <a:cxn ang="0">
                  <a:pos x="connsiteX0" y="connsiteY0"/>
                </a:cxn>
                <a:cxn ang="0">
                  <a:pos x="connsiteX1" y="connsiteY1"/>
                </a:cxn>
                <a:cxn ang="0">
                  <a:pos x="connsiteX2" y="connsiteY2"/>
                </a:cxn>
              </a:cxnLst>
              <a:rect l="l" t="t" r="r" b="b"/>
              <a:pathLst>
                <a:path w="5990" h="5348">
                  <a:moveTo>
                    <a:pt x="155" y="203"/>
                  </a:moveTo>
                  <a:cubicBezTo>
                    <a:pt x="4212" y="-609"/>
                    <a:pt x="6646" y="1015"/>
                    <a:pt x="5835" y="5074"/>
                  </a:cubicBezTo>
                  <a:cubicBezTo>
                    <a:pt x="1778" y="5886"/>
                    <a:pt x="-656" y="5074"/>
                    <a:pt x="155" y="20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FE613AFB-B9FF-FF31-E823-3A5D30747344}"/>
                </a:ext>
              </a:extLst>
            </p:cNvPr>
            <p:cNvSpPr/>
            <p:nvPr/>
          </p:nvSpPr>
          <p:spPr>
            <a:xfrm>
              <a:off x="3480611" y="3133653"/>
              <a:ext cx="11358" cy="16346"/>
            </a:xfrm>
            <a:custGeom>
              <a:avLst/>
              <a:gdLst>
                <a:gd name="connsiteX0" fmla="*/ 0 w 11358"/>
                <a:gd name="connsiteY0" fmla="*/ 109 h 16346"/>
                <a:gd name="connsiteX1" fmla="*/ 7302 w 11358"/>
                <a:gd name="connsiteY1" fmla="*/ 1732 h 16346"/>
                <a:gd name="connsiteX2" fmla="*/ 11358 w 11358"/>
                <a:gd name="connsiteY2" fmla="*/ 9039 h 16346"/>
                <a:gd name="connsiteX3" fmla="*/ 10547 w 11358"/>
                <a:gd name="connsiteY3" fmla="*/ 16346 h 16346"/>
                <a:gd name="connsiteX4" fmla="*/ 0 w 11358"/>
                <a:gd name="connsiteY4" fmla="*/ 109 h 16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8" h="16346">
                  <a:moveTo>
                    <a:pt x="0" y="109"/>
                  </a:moveTo>
                  <a:cubicBezTo>
                    <a:pt x="3245" y="-703"/>
                    <a:pt x="3245" y="3356"/>
                    <a:pt x="7302" y="1732"/>
                  </a:cubicBezTo>
                  <a:cubicBezTo>
                    <a:pt x="5679" y="7415"/>
                    <a:pt x="4057" y="10663"/>
                    <a:pt x="11358" y="9039"/>
                  </a:cubicBezTo>
                  <a:cubicBezTo>
                    <a:pt x="11358" y="11475"/>
                    <a:pt x="11358" y="13911"/>
                    <a:pt x="10547" y="16346"/>
                  </a:cubicBezTo>
                  <a:cubicBezTo>
                    <a:pt x="2434" y="16346"/>
                    <a:pt x="3245" y="5792"/>
                    <a:pt x="0" y="1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DA4424CF-CBA9-18D0-E981-0C1E2A141114}"/>
                </a:ext>
              </a:extLst>
            </p:cNvPr>
            <p:cNvSpPr/>
            <p:nvPr/>
          </p:nvSpPr>
          <p:spPr>
            <a:xfrm>
              <a:off x="3488724" y="3137009"/>
              <a:ext cx="13485" cy="7307"/>
            </a:xfrm>
            <a:custGeom>
              <a:avLst/>
              <a:gdLst>
                <a:gd name="connsiteX0" fmla="*/ 10547 w 13485"/>
                <a:gd name="connsiteY0" fmla="*/ 0 h 7307"/>
                <a:gd name="connsiteX1" fmla="*/ 12981 w 13485"/>
                <a:gd name="connsiteY1" fmla="*/ 7307 h 7307"/>
                <a:gd name="connsiteX2" fmla="*/ 0 w 13485"/>
                <a:gd name="connsiteY2" fmla="*/ 4059 h 7307"/>
                <a:gd name="connsiteX3" fmla="*/ 10547 w 13485"/>
                <a:gd name="connsiteY3" fmla="*/ 0 h 7307"/>
              </a:gdLst>
              <a:ahLst/>
              <a:cxnLst>
                <a:cxn ang="0">
                  <a:pos x="connsiteX0" y="connsiteY0"/>
                </a:cxn>
                <a:cxn ang="0">
                  <a:pos x="connsiteX1" y="connsiteY1"/>
                </a:cxn>
                <a:cxn ang="0">
                  <a:pos x="connsiteX2" y="connsiteY2"/>
                </a:cxn>
                <a:cxn ang="0">
                  <a:pos x="connsiteX3" y="connsiteY3"/>
                </a:cxn>
              </a:cxnLst>
              <a:rect l="l" t="t" r="r" b="b"/>
              <a:pathLst>
                <a:path w="13485" h="7307">
                  <a:moveTo>
                    <a:pt x="10547" y="0"/>
                  </a:moveTo>
                  <a:cubicBezTo>
                    <a:pt x="8113" y="5683"/>
                    <a:pt x="15415" y="812"/>
                    <a:pt x="12981" y="7307"/>
                  </a:cubicBezTo>
                  <a:cubicBezTo>
                    <a:pt x="7302" y="7307"/>
                    <a:pt x="8113" y="1624"/>
                    <a:pt x="0" y="4059"/>
                  </a:cubicBezTo>
                  <a:cubicBezTo>
                    <a:pt x="1623" y="0"/>
                    <a:pt x="5679" y="0"/>
                    <a:pt x="1054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DC92FE16-03B6-69FF-A012-3C0092511AC1}"/>
                </a:ext>
              </a:extLst>
            </p:cNvPr>
            <p:cNvSpPr/>
            <p:nvPr/>
          </p:nvSpPr>
          <p:spPr>
            <a:xfrm>
              <a:off x="3403536" y="3147564"/>
              <a:ext cx="31641" cy="9299"/>
            </a:xfrm>
            <a:custGeom>
              <a:avLst/>
              <a:gdLst>
                <a:gd name="connsiteX0" fmla="*/ 4868 w 31641"/>
                <a:gd name="connsiteY0" fmla="*/ 5683 h 9299"/>
                <a:gd name="connsiteX1" fmla="*/ 8113 w 31641"/>
                <a:gd name="connsiteY1" fmla="*/ 0 h 9299"/>
                <a:gd name="connsiteX2" fmla="*/ 20283 w 31641"/>
                <a:gd name="connsiteY2" fmla="*/ 6495 h 9299"/>
                <a:gd name="connsiteX3" fmla="*/ 31641 w 31641"/>
                <a:gd name="connsiteY3" fmla="*/ 4059 h 9299"/>
                <a:gd name="connsiteX4" fmla="*/ 0 w 31641"/>
                <a:gd name="connsiteY4" fmla="*/ 7307 h 9299"/>
                <a:gd name="connsiteX5" fmla="*/ 4868 w 31641"/>
                <a:gd name="connsiteY5" fmla="*/ 5683 h 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41" h="9299">
                  <a:moveTo>
                    <a:pt x="4868" y="5683"/>
                  </a:moveTo>
                  <a:cubicBezTo>
                    <a:pt x="6490" y="4059"/>
                    <a:pt x="7302" y="2436"/>
                    <a:pt x="8113" y="0"/>
                  </a:cubicBezTo>
                  <a:cubicBezTo>
                    <a:pt x="12170" y="1624"/>
                    <a:pt x="19472" y="812"/>
                    <a:pt x="20283" y="6495"/>
                  </a:cubicBezTo>
                  <a:cubicBezTo>
                    <a:pt x="22717" y="0"/>
                    <a:pt x="25962" y="5683"/>
                    <a:pt x="31641" y="4059"/>
                  </a:cubicBezTo>
                  <a:cubicBezTo>
                    <a:pt x="26773" y="14614"/>
                    <a:pt x="9736" y="5683"/>
                    <a:pt x="0" y="7307"/>
                  </a:cubicBezTo>
                  <a:cubicBezTo>
                    <a:pt x="811" y="5683"/>
                    <a:pt x="3245" y="5683"/>
                    <a:pt x="4868" y="568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EA367AC5-5BB3-DB73-7819-C40C17999768}"/>
                </a:ext>
              </a:extLst>
            </p:cNvPr>
            <p:cNvSpPr/>
            <p:nvPr/>
          </p:nvSpPr>
          <p:spPr>
            <a:xfrm>
              <a:off x="2512712" y="3191983"/>
              <a:ext cx="14168" cy="6089"/>
            </a:xfrm>
            <a:custGeom>
              <a:avLst/>
              <a:gdLst>
                <a:gd name="connsiteX0" fmla="*/ 0 w 14168"/>
                <a:gd name="connsiteY0" fmla="*/ 4294 h 6089"/>
                <a:gd name="connsiteX1" fmla="*/ 5679 w 14168"/>
                <a:gd name="connsiteY1" fmla="*/ 1858 h 6089"/>
                <a:gd name="connsiteX2" fmla="*/ 0 w 14168"/>
                <a:gd name="connsiteY2" fmla="*/ 4294 h 6089"/>
              </a:gdLst>
              <a:ahLst/>
              <a:cxnLst>
                <a:cxn ang="0">
                  <a:pos x="connsiteX0" y="connsiteY0"/>
                </a:cxn>
                <a:cxn ang="0">
                  <a:pos x="connsiteX1" y="connsiteY1"/>
                </a:cxn>
                <a:cxn ang="0">
                  <a:pos x="connsiteX2" y="connsiteY2"/>
                </a:cxn>
              </a:cxnLst>
              <a:rect l="l" t="t" r="r" b="b"/>
              <a:pathLst>
                <a:path w="14168" h="6089">
                  <a:moveTo>
                    <a:pt x="0" y="4294"/>
                  </a:moveTo>
                  <a:cubicBezTo>
                    <a:pt x="4057" y="-1390"/>
                    <a:pt x="25962" y="-578"/>
                    <a:pt x="5679" y="1858"/>
                  </a:cubicBezTo>
                  <a:cubicBezTo>
                    <a:pt x="4057" y="2670"/>
                    <a:pt x="2434" y="9165"/>
                    <a:pt x="0" y="429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3DC4FFEC-6D69-3E9E-AFC5-E0A8F096492A}"/>
                </a:ext>
              </a:extLst>
            </p:cNvPr>
            <p:cNvSpPr/>
            <p:nvPr/>
          </p:nvSpPr>
          <p:spPr>
            <a:xfrm>
              <a:off x="3187048" y="3166616"/>
              <a:ext cx="10413" cy="2848"/>
            </a:xfrm>
            <a:custGeom>
              <a:avLst/>
              <a:gdLst>
                <a:gd name="connsiteX0" fmla="*/ 10414 w 10413"/>
                <a:gd name="connsiteY0" fmla="*/ 433 h 2848"/>
                <a:gd name="connsiteX1" fmla="*/ 10414 w 10413"/>
                <a:gd name="connsiteY1" fmla="*/ 433 h 2848"/>
              </a:gdLst>
              <a:ahLst/>
              <a:cxnLst>
                <a:cxn ang="0">
                  <a:pos x="connsiteX0" y="connsiteY0"/>
                </a:cxn>
                <a:cxn ang="0">
                  <a:pos x="connsiteX1" y="connsiteY1"/>
                </a:cxn>
              </a:cxnLst>
              <a:rect l="l" t="t" r="r" b="b"/>
              <a:pathLst>
                <a:path w="10413" h="2848">
                  <a:moveTo>
                    <a:pt x="10414" y="433"/>
                  </a:moveTo>
                  <a:cubicBezTo>
                    <a:pt x="4735" y="6928"/>
                    <a:pt x="-9869" y="-2003"/>
                    <a:pt x="10414" y="43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8422A51E-CE1C-9755-E721-D1B502EA5D01}"/>
                </a:ext>
              </a:extLst>
            </p:cNvPr>
            <p:cNvSpPr/>
            <p:nvPr/>
          </p:nvSpPr>
          <p:spPr>
            <a:xfrm>
              <a:off x="3207198" y="3168448"/>
              <a:ext cx="24339" cy="5533"/>
            </a:xfrm>
            <a:custGeom>
              <a:avLst/>
              <a:gdLst>
                <a:gd name="connsiteX0" fmla="*/ 24339 w 24339"/>
                <a:gd name="connsiteY0" fmla="*/ 2660 h 5533"/>
                <a:gd name="connsiteX1" fmla="*/ 0 w 24339"/>
                <a:gd name="connsiteY1" fmla="*/ 3472 h 5533"/>
                <a:gd name="connsiteX2" fmla="*/ 24339 w 24339"/>
                <a:gd name="connsiteY2" fmla="*/ 2660 h 5533"/>
              </a:gdLst>
              <a:ahLst/>
              <a:cxnLst>
                <a:cxn ang="0">
                  <a:pos x="connsiteX0" y="connsiteY0"/>
                </a:cxn>
                <a:cxn ang="0">
                  <a:pos x="connsiteX1" y="connsiteY1"/>
                </a:cxn>
                <a:cxn ang="0">
                  <a:pos x="connsiteX2" y="connsiteY2"/>
                </a:cxn>
              </a:cxnLst>
              <a:rect l="l" t="t" r="r" b="b"/>
              <a:pathLst>
                <a:path w="24339" h="5533">
                  <a:moveTo>
                    <a:pt x="24339" y="2660"/>
                  </a:moveTo>
                  <a:cubicBezTo>
                    <a:pt x="19472" y="10779"/>
                    <a:pt x="7302" y="-1399"/>
                    <a:pt x="0" y="3472"/>
                  </a:cubicBezTo>
                  <a:cubicBezTo>
                    <a:pt x="4057" y="-3835"/>
                    <a:pt x="17849" y="2660"/>
                    <a:pt x="24339" y="266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E2281497-AF24-4BCA-A8B3-0E7134C46B3D}"/>
                </a:ext>
              </a:extLst>
            </p:cNvPr>
            <p:cNvSpPr/>
            <p:nvPr/>
          </p:nvSpPr>
          <p:spPr>
            <a:xfrm>
              <a:off x="3739420" y="3149554"/>
              <a:ext cx="10546" cy="3692"/>
            </a:xfrm>
            <a:custGeom>
              <a:avLst/>
              <a:gdLst>
                <a:gd name="connsiteX0" fmla="*/ 10547 w 10546"/>
                <a:gd name="connsiteY0" fmla="*/ 1257 h 3692"/>
                <a:gd name="connsiteX1" fmla="*/ 0 w 10546"/>
                <a:gd name="connsiteY1" fmla="*/ 3693 h 3692"/>
                <a:gd name="connsiteX2" fmla="*/ 10547 w 10546"/>
                <a:gd name="connsiteY2" fmla="*/ 1257 h 3692"/>
              </a:gdLst>
              <a:ahLst/>
              <a:cxnLst>
                <a:cxn ang="0">
                  <a:pos x="connsiteX0" y="connsiteY0"/>
                </a:cxn>
                <a:cxn ang="0">
                  <a:pos x="connsiteX1" y="connsiteY1"/>
                </a:cxn>
                <a:cxn ang="0">
                  <a:pos x="connsiteX2" y="connsiteY2"/>
                </a:cxn>
              </a:cxnLst>
              <a:rect l="l" t="t" r="r" b="b"/>
              <a:pathLst>
                <a:path w="10546" h="3692">
                  <a:moveTo>
                    <a:pt x="10547" y="1257"/>
                  </a:moveTo>
                  <a:cubicBezTo>
                    <a:pt x="9736" y="5317"/>
                    <a:pt x="3245" y="2069"/>
                    <a:pt x="0" y="3693"/>
                  </a:cubicBezTo>
                  <a:cubicBezTo>
                    <a:pt x="2434" y="-1178"/>
                    <a:pt x="7302" y="-367"/>
                    <a:pt x="10547" y="125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3DCB2528-C783-F197-6608-1732D5FEFCF9}"/>
                </a:ext>
              </a:extLst>
            </p:cNvPr>
            <p:cNvSpPr/>
            <p:nvPr/>
          </p:nvSpPr>
          <p:spPr>
            <a:xfrm>
              <a:off x="3233160" y="3170942"/>
              <a:ext cx="9735" cy="5147"/>
            </a:xfrm>
            <a:custGeom>
              <a:avLst/>
              <a:gdLst>
                <a:gd name="connsiteX0" fmla="*/ 0 w 9735"/>
                <a:gd name="connsiteY0" fmla="*/ 1790 h 5147"/>
                <a:gd name="connsiteX1" fmla="*/ 9736 w 9735"/>
                <a:gd name="connsiteY1" fmla="*/ 5037 h 5147"/>
                <a:gd name="connsiteX2" fmla="*/ 2434 w 9735"/>
                <a:gd name="connsiteY2" fmla="*/ 5037 h 5147"/>
                <a:gd name="connsiteX3" fmla="*/ 0 w 9735"/>
                <a:gd name="connsiteY3" fmla="*/ 1790 h 5147"/>
              </a:gdLst>
              <a:ahLst/>
              <a:cxnLst>
                <a:cxn ang="0">
                  <a:pos x="connsiteX0" y="connsiteY0"/>
                </a:cxn>
                <a:cxn ang="0">
                  <a:pos x="connsiteX1" y="connsiteY1"/>
                </a:cxn>
                <a:cxn ang="0">
                  <a:pos x="connsiteX2" y="connsiteY2"/>
                </a:cxn>
                <a:cxn ang="0">
                  <a:pos x="connsiteX3" y="connsiteY3"/>
                </a:cxn>
              </a:cxnLst>
              <a:rect l="l" t="t" r="r" b="b"/>
              <a:pathLst>
                <a:path w="9735" h="5147">
                  <a:moveTo>
                    <a:pt x="0" y="1790"/>
                  </a:moveTo>
                  <a:cubicBezTo>
                    <a:pt x="3245" y="-646"/>
                    <a:pt x="8924" y="-1458"/>
                    <a:pt x="9736" y="5037"/>
                  </a:cubicBezTo>
                  <a:cubicBezTo>
                    <a:pt x="7302" y="1790"/>
                    <a:pt x="7302" y="5849"/>
                    <a:pt x="2434" y="5037"/>
                  </a:cubicBezTo>
                  <a:cubicBezTo>
                    <a:pt x="1623" y="3413"/>
                    <a:pt x="1623" y="1790"/>
                    <a:pt x="0" y="179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68861C36-76F5-5B53-2B6C-FB2EB4B0A6BB}"/>
                </a:ext>
              </a:extLst>
            </p:cNvPr>
            <p:cNvSpPr/>
            <p:nvPr/>
          </p:nvSpPr>
          <p:spPr>
            <a:xfrm>
              <a:off x="2192091" y="2877706"/>
              <a:ext cx="1441047" cy="341726"/>
            </a:xfrm>
            <a:custGeom>
              <a:avLst/>
              <a:gdLst>
                <a:gd name="connsiteX0" fmla="*/ 1310426 w 1441047"/>
                <a:gd name="connsiteY0" fmla="*/ 249560 h 341726"/>
                <a:gd name="connsiteX1" fmla="*/ 1316105 w 1441047"/>
                <a:gd name="connsiteY1" fmla="*/ 251184 h 341726"/>
                <a:gd name="connsiteX2" fmla="*/ 1315294 w 1441047"/>
                <a:gd name="connsiteY2" fmla="*/ 243877 h 341726"/>
                <a:gd name="connsiteX3" fmla="*/ 1311237 w 1441047"/>
                <a:gd name="connsiteY3" fmla="*/ 243877 h 341726"/>
                <a:gd name="connsiteX4" fmla="*/ 1310426 w 1441047"/>
                <a:gd name="connsiteY4" fmla="*/ 249560 h 341726"/>
                <a:gd name="connsiteX5" fmla="*/ 766845 w 1441047"/>
                <a:gd name="connsiteY5" fmla="*/ 264986 h 341726"/>
                <a:gd name="connsiteX6" fmla="*/ 766845 w 1441047"/>
                <a:gd name="connsiteY6" fmla="*/ 264986 h 341726"/>
                <a:gd name="connsiteX7" fmla="*/ 746562 w 1441047"/>
                <a:gd name="connsiteY7" fmla="*/ 262550 h 341726"/>
                <a:gd name="connsiteX8" fmla="*/ 736826 w 1441047"/>
                <a:gd name="connsiteY8" fmla="*/ 262550 h 341726"/>
                <a:gd name="connsiteX9" fmla="*/ 746562 w 1441047"/>
                <a:gd name="connsiteY9" fmla="*/ 262550 h 341726"/>
                <a:gd name="connsiteX10" fmla="*/ 733581 w 1441047"/>
                <a:gd name="connsiteY10" fmla="*/ 260927 h 341726"/>
                <a:gd name="connsiteX11" fmla="*/ 733581 w 1441047"/>
                <a:gd name="connsiteY11" fmla="*/ 260927 h 341726"/>
                <a:gd name="connsiteX12" fmla="*/ 1354237 w 1441047"/>
                <a:gd name="connsiteY12" fmla="*/ 243065 h 341726"/>
                <a:gd name="connsiteX13" fmla="*/ 1350180 w 1441047"/>
                <a:gd name="connsiteY13" fmla="*/ 235758 h 341726"/>
                <a:gd name="connsiteX14" fmla="*/ 1354237 w 1441047"/>
                <a:gd name="connsiteY14" fmla="*/ 243065 h 341726"/>
                <a:gd name="connsiteX15" fmla="*/ 1049994 w 1441047"/>
                <a:gd name="connsiteY15" fmla="*/ 252808 h 341726"/>
                <a:gd name="connsiteX16" fmla="*/ 1058918 w 1441047"/>
                <a:gd name="connsiteY16" fmla="*/ 250372 h 341726"/>
                <a:gd name="connsiteX17" fmla="*/ 1058107 w 1441047"/>
                <a:gd name="connsiteY17" fmla="*/ 247124 h 341726"/>
                <a:gd name="connsiteX18" fmla="*/ 1049994 w 1441047"/>
                <a:gd name="connsiteY18" fmla="*/ 252808 h 341726"/>
                <a:gd name="connsiteX19" fmla="*/ 729524 w 1441047"/>
                <a:gd name="connsiteY19" fmla="*/ 256055 h 341726"/>
                <a:gd name="connsiteX20" fmla="*/ 716543 w 1441047"/>
                <a:gd name="connsiteY20" fmla="*/ 251184 h 341726"/>
                <a:gd name="connsiteX21" fmla="*/ 729524 w 1441047"/>
                <a:gd name="connsiteY21" fmla="*/ 256055 h 341726"/>
                <a:gd name="connsiteX22" fmla="*/ 771712 w 1441047"/>
                <a:gd name="connsiteY22" fmla="*/ 238194 h 341726"/>
                <a:gd name="connsiteX23" fmla="*/ 780637 w 1441047"/>
                <a:gd name="connsiteY23" fmla="*/ 239818 h 341726"/>
                <a:gd name="connsiteX24" fmla="*/ 771712 w 1441047"/>
                <a:gd name="connsiteY24" fmla="*/ 238194 h 341726"/>
                <a:gd name="connsiteX25" fmla="*/ 770090 w 1441047"/>
                <a:gd name="connsiteY25" fmla="*/ 235758 h 341726"/>
                <a:gd name="connsiteX26" fmla="*/ 758731 w 1441047"/>
                <a:gd name="connsiteY26" fmla="*/ 234135 h 341726"/>
                <a:gd name="connsiteX27" fmla="*/ 770090 w 1441047"/>
                <a:gd name="connsiteY27" fmla="*/ 235758 h 341726"/>
                <a:gd name="connsiteX28" fmla="*/ 1284464 w 1441047"/>
                <a:gd name="connsiteY28" fmla="*/ 216273 h 341726"/>
                <a:gd name="connsiteX29" fmla="*/ 1289332 w 1441047"/>
                <a:gd name="connsiteY29" fmla="*/ 210590 h 341726"/>
                <a:gd name="connsiteX30" fmla="*/ 1277973 w 1441047"/>
                <a:gd name="connsiteY30" fmla="*/ 208966 h 341726"/>
                <a:gd name="connsiteX31" fmla="*/ 1284464 w 1441047"/>
                <a:gd name="connsiteY31" fmla="*/ 216273 h 341726"/>
                <a:gd name="connsiteX32" fmla="*/ 1360727 w 1441047"/>
                <a:gd name="connsiteY32" fmla="*/ 173244 h 341726"/>
                <a:gd name="connsiteX33" fmla="*/ 1354237 w 1441047"/>
                <a:gd name="connsiteY33" fmla="*/ 168372 h 341726"/>
                <a:gd name="connsiteX34" fmla="*/ 1325030 w 1441047"/>
                <a:gd name="connsiteY34" fmla="*/ 171620 h 341726"/>
                <a:gd name="connsiteX35" fmla="*/ 1360727 w 1441047"/>
                <a:gd name="connsiteY35" fmla="*/ 173244 h 341726"/>
                <a:gd name="connsiteX36" fmla="*/ 1216313 w 1441047"/>
                <a:gd name="connsiteY36" fmla="*/ 169996 h 341726"/>
                <a:gd name="connsiteX37" fmla="*/ 1229294 w 1441047"/>
                <a:gd name="connsiteY37" fmla="*/ 171620 h 341726"/>
                <a:gd name="connsiteX38" fmla="*/ 1216313 w 1441047"/>
                <a:gd name="connsiteY38" fmla="*/ 169996 h 341726"/>
                <a:gd name="connsiteX39" fmla="*/ 1280407 w 1441047"/>
                <a:gd name="connsiteY39" fmla="*/ 132650 h 341726"/>
                <a:gd name="connsiteX40" fmla="*/ 1286898 w 1441047"/>
                <a:gd name="connsiteY40" fmla="*/ 126966 h 341726"/>
                <a:gd name="connsiteX41" fmla="*/ 1279596 w 1441047"/>
                <a:gd name="connsiteY41" fmla="*/ 125342 h 341726"/>
                <a:gd name="connsiteX42" fmla="*/ 1280407 w 1441047"/>
                <a:gd name="connsiteY42" fmla="*/ 132650 h 341726"/>
                <a:gd name="connsiteX43" fmla="*/ 1299067 w 1441047"/>
                <a:gd name="connsiteY43" fmla="*/ 117224 h 341726"/>
                <a:gd name="connsiteX44" fmla="*/ 1307992 w 1441047"/>
                <a:gd name="connsiteY44" fmla="*/ 114788 h 341726"/>
                <a:gd name="connsiteX45" fmla="*/ 1299067 w 1441047"/>
                <a:gd name="connsiteY45" fmla="*/ 117224 h 341726"/>
                <a:gd name="connsiteX46" fmla="*/ 1298256 w 1441047"/>
                <a:gd name="connsiteY46" fmla="*/ 113976 h 341726"/>
                <a:gd name="connsiteX47" fmla="*/ 1277973 w 1441047"/>
                <a:gd name="connsiteY47" fmla="*/ 114788 h 341726"/>
                <a:gd name="connsiteX48" fmla="*/ 1298256 w 1441047"/>
                <a:gd name="connsiteY48" fmla="*/ 113976 h 341726"/>
                <a:gd name="connsiteX49" fmla="*/ 787127 w 1441047"/>
                <a:gd name="connsiteY49" fmla="*/ 55521 h 341726"/>
                <a:gd name="connsiteX50" fmla="*/ 784693 w 1441047"/>
                <a:gd name="connsiteY50" fmla="*/ 49838 h 341726"/>
                <a:gd name="connsiteX51" fmla="*/ 796863 w 1441047"/>
                <a:gd name="connsiteY51" fmla="*/ 45778 h 341726"/>
                <a:gd name="connsiteX52" fmla="*/ 769279 w 1441047"/>
                <a:gd name="connsiteY52" fmla="*/ 46590 h 341726"/>
                <a:gd name="connsiteX53" fmla="*/ 787127 w 1441047"/>
                <a:gd name="connsiteY53" fmla="*/ 55521 h 341726"/>
                <a:gd name="connsiteX54" fmla="*/ 807410 w 1441047"/>
                <a:gd name="connsiteY54" fmla="*/ 36036 h 341726"/>
                <a:gd name="connsiteX55" fmla="*/ 792807 w 1441047"/>
                <a:gd name="connsiteY55" fmla="*/ 38471 h 341726"/>
                <a:gd name="connsiteX56" fmla="*/ 807410 w 1441047"/>
                <a:gd name="connsiteY56" fmla="*/ 36036 h 341726"/>
                <a:gd name="connsiteX57" fmla="*/ 766845 w 1441047"/>
                <a:gd name="connsiteY57" fmla="*/ 40095 h 341726"/>
                <a:gd name="connsiteX58" fmla="*/ 783071 w 1441047"/>
                <a:gd name="connsiteY58" fmla="*/ 37659 h 341726"/>
                <a:gd name="connsiteX59" fmla="*/ 766845 w 1441047"/>
                <a:gd name="connsiteY59" fmla="*/ 40095 h 341726"/>
                <a:gd name="connsiteX60" fmla="*/ 743316 w 1441047"/>
                <a:gd name="connsiteY60" fmla="*/ 38471 h 341726"/>
                <a:gd name="connsiteX61" fmla="*/ 763599 w 1441047"/>
                <a:gd name="connsiteY61" fmla="*/ 39283 h 341726"/>
                <a:gd name="connsiteX62" fmla="*/ 743316 w 1441047"/>
                <a:gd name="connsiteY62" fmla="*/ 38471 h 341726"/>
                <a:gd name="connsiteX63" fmla="*/ 1110031 w 1441047"/>
                <a:gd name="connsiteY63" fmla="*/ 83125 h 341726"/>
                <a:gd name="connsiteX64" fmla="*/ 1120578 w 1441047"/>
                <a:gd name="connsiteY64" fmla="*/ 80689 h 341726"/>
                <a:gd name="connsiteX65" fmla="*/ 1110031 w 1441047"/>
                <a:gd name="connsiteY65" fmla="*/ 83125 h 341726"/>
                <a:gd name="connsiteX66" fmla="*/ 475582 w 1441047"/>
                <a:gd name="connsiteY66" fmla="*/ 1937 h 341726"/>
                <a:gd name="connsiteX67" fmla="*/ 494243 w 1441047"/>
                <a:gd name="connsiteY67" fmla="*/ 2749 h 341726"/>
                <a:gd name="connsiteX68" fmla="*/ 502356 w 1441047"/>
                <a:gd name="connsiteY68" fmla="*/ 13303 h 341726"/>
                <a:gd name="connsiteX69" fmla="*/ 491809 w 1441047"/>
                <a:gd name="connsiteY69" fmla="*/ 15739 h 341726"/>
                <a:gd name="connsiteX70" fmla="*/ 572940 w 1441047"/>
                <a:gd name="connsiteY70" fmla="*/ 10867 h 341726"/>
                <a:gd name="connsiteX71" fmla="*/ 568884 w 1441047"/>
                <a:gd name="connsiteY71" fmla="*/ 7620 h 341726"/>
                <a:gd name="connsiteX72" fmla="*/ 585110 w 1441047"/>
                <a:gd name="connsiteY72" fmla="*/ 6808 h 341726"/>
                <a:gd name="connsiteX73" fmla="*/ 576185 w 1441047"/>
                <a:gd name="connsiteY73" fmla="*/ 9244 h 341726"/>
                <a:gd name="connsiteX74" fmla="*/ 624053 w 1441047"/>
                <a:gd name="connsiteY74" fmla="*/ 5184 h 341726"/>
                <a:gd name="connsiteX75" fmla="*/ 641902 w 1441047"/>
                <a:gd name="connsiteY75" fmla="*/ 11679 h 341726"/>
                <a:gd name="connsiteX76" fmla="*/ 636223 w 1441047"/>
                <a:gd name="connsiteY76" fmla="*/ 10056 h 341726"/>
                <a:gd name="connsiteX77" fmla="*/ 661374 w 1441047"/>
                <a:gd name="connsiteY77" fmla="*/ 1937 h 341726"/>
                <a:gd name="connsiteX78" fmla="*/ 656506 w 1441047"/>
                <a:gd name="connsiteY78" fmla="*/ 9244 h 341726"/>
                <a:gd name="connsiteX79" fmla="*/ 687336 w 1441047"/>
                <a:gd name="connsiteY79" fmla="*/ 17362 h 341726"/>
                <a:gd name="connsiteX80" fmla="*/ 684090 w 1441047"/>
                <a:gd name="connsiteY80" fmla="*/ 18986 h 341726"/>
                <a:gd name="connsiteX81" fmla="*/ 823637 w 1441047"/>
                <a:gd name="connsiteY81" fmla="*/ 17362 h 341726"/>
                <a:gd name="connsiteX82" fmla="*/ 831750 w 1441047"/>
                <a:gd name="connsiteY82" fmla="*/ 27917 h 341726"/>
                <a:gd name="connsiteX83" fmla="*/ 826071 w 1441047"/>
                <a:gd name="connsiteY83" fmla="*/ 24669 h 341726"/>
                <a:gd name="connsiteX84" fmla="*/ 825259 w 1441047"/>
                <a:gd name="connsiteY84" fmla="*/ 30353 h 341726"/>
                <a:gd name="connsiteX85" fmla="*/ 896655 w 1441047"/>
                <a:gd name="connsiteY85" fmla="*/ 36848 h 341726"/>
                <a:gd name="connsiteX86" fmla="*/ 912881 w 1441047"/>
                <a:gd name="connsiteY86" fmla="*/ 34412 h 341726"/>
                <a:gd name="connsiteX87" fmla="*/ 902334 w 1441047"/>
                <a:gd name="connsiteY87" fmla="*/ 38471 h 341726"/>
                <a:gd name="connsiteX88" fmla="*/ 817146 w 1441047"/>
                <a:gd name="connsiteY88" fmla="*/ 38471 h 341726"/>
                <a:gd name="connsiteX89" fmla="*/ 825259 w 1441047"/>
                <a:gd name="connsiteY89" fmla="*/ 40095 h 341726"/>
                <a:gd name="connsiteX90" fmla="*/ 813090 w 1441047"/>
                <a:gd name="connsiteY90" fmla="*/ 44155 h 341726"/>
                <a:gd name="connsiteX91" fmla="*/ 857712 w 1441047"/>
                <a:gd name="connsiteY91" fmla="*/ 45778 h 341726"/>
                <a:gd name="connsiteX92" fmla="*/ 856900 w 1441047"/>
                <a:gd name="connsiteY92" fmla="*/ 53085 h 341726"/>
                <a:gd name="connsiteX93" fmla="*/ 897466 w 1441047"/>
                <a:gd name="connsiteY93" fmla="*/ 49838 h 341726"/>
                <a:gd name="connsiteX94" fmla="*/ 897466 w 1441047"/>
                <a:gd name="connsiteY94" fmla="*/ 53897 h 341726"/>
                <a:gd name="connsiteX95" fmla="*/ 909636 w 1441047"/>
                <a:gd name="connsiteY95" fmla="*/ 49838 h 341726"/>
                <a:gd name="connsiteX96" fmla="*/ 904768 w 1441047"/>
                <a:gd name="connsiteY96" fmla="*/ 57145 h 341726"/>
                <a:gd name="connsiteX97" fmla="*/ 905579 w 1441047"/>
                <a:gd name="connsiteY97" fmla="*/ 60392 h 341726"/>
                <a:gd name="connsiteX98" fmla="*/ 959126 w 1441047"/>
                <a:gd name="connsiteY98" fmla="*/ 62016 h 341726"/>
                <a:gd name="connsiteX99" fmla="*/ 1026465 w 1441047"/>
                <a:gd name="connsiteY99" fmla="*/ 66887 h 341726"/>
                <a:gd name="connsiteX100" fmla="*/ 1080012 w 1441047"/>
                <a:gd name="connsiteY100" fmla="*/ 68511 h 341726"/>
                <a:gd name="connsiteX101" fmla="*/ 1072710 w 1441047"/>
                <a:gd name="connsiteY101" fmla="*/ 72570 h 341726"/>
                <a:gd name="connsiteX102" fmla="*/ 1081635 w 1441047"/>
                <a:gd name="connsiteY102" fmla="*/ 74194 h 341726"/>
                <a:gd name="connsiteX103" fmla="*/ 1076767 w 1441047"/>
                <a:gd name="connsiteY103" fmla="*/ 81501 h 341726"/>
                <a:gd name="connsiteX104" fmla="*/ 1083258 w 1441047"/>
                <a:gd name="connsiteY104" fmla="*/ 86372 h 341726"/>
                <a:gd name="connsiteX105" fmla="*/ 1084880 w 1441047"/>
                <a:gd name="connsiteY105" fmla="*/ 79065 h 341726"/>
                <a:gd name="connsiteX106" fmla="*/ 1120578 w 1441047"/>
                <a:gd name="connsiteY106" fmla="*/ 83125 h 341726"/>
                <a:gd name="connsiteX107" fmla="*/ 1115710 w 1441047"/>
                <a:gd name="connsiteY107" fmla="*/ 87184 h 341726"/>
                <a:gd name="connsiteX108" fmla="*/ 1124635 w 1441047"/>
                <a:gd name="connsiteY108" fmla="*/ 88808 h 341726"/>
                <a:gd name="connsiteX109" fmla="*/ 1148974 w 1441047"/>
                <a:gd name="connsiteY109" fmla="*/ 89620 h 341726"/>
                <a:gd name="connsiteX110" fmla="*/ 1153031 w 1441047"/>
                <a:gd name="connsiteY110" fmla="*/ 95303 h 341726"/>
                <a:gd name="connsiteX111" fmla="*/ 1150597 w 1441047"/>
                <a:gd name="connsiteY111" fmla="*/ 92056 h 341726"/>
                <a:gd name="connsiteX112" fmla="*/ 1190351 w 1441047"/>
                <a:gd name="connsiteY112" fmla="*/ 97739 h 341726"/>
                <a:gd name="connsiteX113" fmla="*/ 1196030 w 1441047"/>
                <a:gd name="connsiteY113" fmla="*/ 93679 h 341726"/>
                <a:gd name="connsiteX114" fmla="*/ 1202521 w 1441047"/>
                <a:gd name="connsiteY114" fmla="*/ 100986 h 341726"/>
                <a:gd name="connsiteX115" fmla="*/ 1315294 w 1441047"/>
                <a:gd name="connsiteY115" fmla="*/ 109105 h 341726"/>
                <a:gd name="connsiteX116" fmla="*/ 1314482 w 1441047"/>
                <a:gd name="connsiteY116" fmla="*/ 116412 h 341726"/>
                <a:gd name="connsiteX117" fmla="*/ 1337199 w 1441047"/>
                <a:gd name="connsiteY117" fmla="*/ 115600 h 341726"/>
                <a:gd name="connsiteX118" fmla="*/ 1367218 w 1441047"/>
                <a:gd name="connsiteY118" fmla="*/ 122095 h 341726"/>
                <a:gd name="connsiteX119" fmla="*/ 1363973 w 1441047"/>
                <a:gd name="connsiteY119" fmla="*/ 129402 h 341726"/>
                <a:gd name="connsiteX120" fmla="*/ 1386689 w 1441047"/>
                <a:gd name="connsiteY120" fmla="*/ 130214 h 341726"/>
                <a:gd name="connsiteX121" fmla="*/ 1373708 w 1441047"/>
                <a:gd name="connsiteY121" fmla="*/ 126966 h 341726"/>
                <a:gd name="connsiteX122" fmla="*/ 1405350 w 1441047"/>
                <a:gd name="connsiteY122" fmla="*/ 127778 h 341726"/>
                <a:gd name="connsiteX123" fmla="*/ 1389123 w 1441047"/>
                <a:gd name="connsiteY123" fmla="*/ 128590 h 341726"/>
                <a:gd name="connsiteX124" fmla="*/ 1398859 w 1441047"/>
                <a:gd name="connsiteY124" fmla="*/ 133461 h 341726"/>
                <a:gd name="connsiteX125" fmla="*/ 1367218 w 1441047"/>
                <a:gd name="connsiteY125" fmla="*/ 132650 h 341726"/>
                <a:gd name="connsiteX126" fmla="*/ 1365595 w 1441047"/>
                <a:gd name="connsiteY126" fmla="*/ 138333 h 341726"/>
                <a:gd name="connsiteX127" fmla="*/ 1286086 w 1441047"/>
                <a:gd name="connsiteY127" fmla="*/ 128590 h 341726"/>
                <a:gd name="connsiteX128" fmla="*/ 1292577 w 1441047"/>
                <a:gd name="connsiteY128" fmla="*/ 137521 h 341726"/>
                <a:gd name="connsiteX129" fmla="*/ 1299879 w 1441047"/>
                <a:gd name="connsiteY129" fmla="*/ 133461 h 341726"/>
                <a:gd name="connsiteX130" fmla="*/ 1312048 w 1441047"/>
                <a:gd name="connsiteY130" fmla="*/ 139956 h 341726"/>
                <a:gd name="connsiteX131" fmla="*/ 1330709 w 1441047"/>
                <a:gd name="connsiteY131" fmla="*/ 137521 h 341726"/>
                <a:gd name="connsiteX132" fmla="*/ 1327463 w 1441047"/>
                <a:gd name="connsiteY132" fmla="*/ 144828 h 341726"/>
                <a:gd name="connsiteX133" fmla="*/ 1335577 w 1441047"/>
                <a:gd name="connsiteY133" fmla="*/ 137521 h 341726"/>
                <a:gd name="connsiteX134" fmla="*/ 1375331 w 1441047"/>
                <a:gd name="connsiteY134" fmla="*/ 143204 h 341726"/>
                <a:gd name="connsiteX135" fmla="*/ 1333143 w 1441047"/>
                <a:gd name="connsiteY135" fmla="*/ 150511 h 341726"/>
                <a:gd name="connsiteX136" fmla="*/ 1393180 w 1441047"/>
                <a:gd name="connsiteY136" fmla="*/ 152135 h 341726"/>
                <a:gd name="connsiteX137" fmla="*/ 1351803 w 1441047"/>
                <a:gd name="connsiteY137" fmla="*/ 152135 h 341726"/>
                <a:gd name="connsiteX138" fmla="*/ 1358293 w 1441047"/>
                <a:gd name="connsiteY138" fmla="*/ 159442 h 341726"/>
                <a:gd name="connsiteX139" fmla="*/ 1322596 w 1441047"/>
                <a:gd name="connsiteY139" fmla="*/ 155382 h 341726"/>
                <a:gd name="connsiteX140" fmla="*/ 1362350 w 1441047"/>
                <a:gd name="connsiteY140" fmla="*/ 162689 h 341726"/>
                <a:gd name="connsiteX141" fmla="*/ 1419142 w 1441047"/>
                <a:gd name="connsiteY141" fmla="*/ 174867 h 341726"/>
                <a:gd name="connsiteX142" fmla="*/ 1359916 w 1441047"/>
                <a:gd name="connsiteY142" fmla="*/ 175679 h 341726"/>
                <a:gd name="connsiteX143" fmla="*/ 1428066 w 1441047"/>
                <a:gd name="connsiteY143" fmla="*/ 192729 h 341726"/>
                <a:gd name="connsiteX144" fmla="*/ 1441047 w 1441047"/>
                <a:gd name="connsiteY144" fmla="*/ 195976 h 341726"/>
                <a:gd name="connsiteX145" fmla="*/ 1245521 w 1441047"/>
                <a:gd name="connsiteY145" fmla="*/ 174055 h 341726"/>
                <a:gd name="connsiteX146" fmla="*/ 1316105 w 1441047"/>
                <a:gd name="connsiteY146" fmla="*/ 195164 h 341726"/>
                <a:gd name="connsiteX147" fmla="*/ 1316916 w 1441047"/>
                <a:gd name="connsiteY147" fmla="*/ 189481 h 341726"/>
                <a:gd name="connsiteX148" fmla="*/ 1379388 w 1441047"/>
                <a:gd name="connsiteY148" fmla="*/ 204907 h 341726"/>
                <a:gd name="connsiteX149" fmla="*/ 1319350 w 1441047"/>
                <a:gd name="connsiteY149" fmla="*/ 203283 h 341726"/>
                <a:gd name="connsiteX150" fmla="*/ 1397237 w 1441047"/>
                <a:gd name="connsiteY150" fmla="*/ 221956 h 341726"/>
                <a:gd name="connsiteX151" fmla="*/ 1396425 w 1441047"/>
                <a:gd name="connsiteY151" fmla="*/ 227639 h 341726"/>
                <a:gd name="connsiteX152" fmla="*/ 1415085 w 1441047"/>
                <a:gd name="connsiteY152" fmla="*/ 226827 h 341726"/>
                <a:gd name="connsiteX153" fmla="*/ 1413463 w 1441047"/>
                <a:gd name="connsiteY153" fmla="*/ 232511 h 341726"/>
                <a:gd name="connsiteX154" fmla="*/ 1311237 w 1441047"/>
                <a:gd name="connsiteY154" fmla="*/ 216273 h 341726"/>
                <a:gd name="connsiteX155" fmla="*/ 1346124 w 1441047"/>
                <a:gd name="connsiteY155" fmla="*/ 233323 h 341726"/>
                <a:gd name="connsiteX156" fmla="*/ 1370463 w 1441047"/>
                <a:gd name="connsiteY156" fmla="*/ 232511 h 341726"/>
                <a:gd name="connsiteX157" fmla="*/ 1367218 w 1441047"/>
                <a:gd name="connsiteY157" fmla="*/ 239818 h 341726"/>
                <a:gd name="connsiteX158" fmla="*/ 1372086 w 1441047"/>
                <a:gd name="connsiteY158" fmla="*/ 232511 h 341726"/>
                <a:gd name="connsiteX159" fmla="*/ 1380199 w 1441047"/>
                <a:gd name="connsiteY159" fmla="*/ 256055 h 341726"/>
                <a:gd name="connsiteX160" fmla="*/ 1385067 w 1441047"/>
                <a:gd name="connsiteY160" fmla="*/ 254432 h 341726"/>
                <a:gd name="connsiteX161" fmla="*/ 1381010 w 1441047"/>
                <a:gd name="connsiteY161" fmla="*/ 248748 h 341726"/>
                <a:gd name="connsiteX162" fmla="*/ 1387501 w 1441047"/>
                <a:gd name="connsiteY162" fmla="*/ 256055 h 341726"/>
                <a:gd name="connsiteX163" fmla="*/ 1394803 w 1441047"/>
                <a:gd name="connsiteY163" fmla="*/ 257679 h 341726"/>
                <a:gd name="connsiteX164" fmla="*/ 1397237 w 1441047"/>
                <a:gd name="connsiteY164" fmla="*/ 246313 h 341726"/>
                <a:gd name="connsiteX165" fmla="*/ 1402916 w 1441047"/>
                <a:gd name="connsiteY165" fmla="*/ 262550 h 341726"/>
                <a:gd name="connsiteX166" fmla="*/ 1338822 w 1441047"/>
                <a:gd name="connsiteY166" fmla="*/ 251996 h 341726"/>
                <a:gd name="connsiteX167" fmla="*/ 1344501 w 1441047"/>
                <a:gd name="connsiteY167" fmla="*/ 256867 h 341726"/>
                <a:gd name="connsiteX168" fmla="*/ 1320162 w 1441047"/>
                <a:gd name="connsiteY168" fmla="*/ 269045 h 341726"/>
                <a:gd name="connsiteX169" fmla="*/ 1325030 w 1441047"/>
                <a:gd name="connsiteY169" fmla="*/ 260115 h 341726"/>
                <a:gd name="connsiteX170" fmla="*/ 1319350 w 1441047"/>
                <a:gd name="connsiteY170" fmla="*/ 256867 h 341726"/>
                <a:gd name="connsiteX171" fmla="*/ 1313671 w 1441047"/>
                <a:gd name="connsiteY171" fmla="*/ 260927 h 341726"/>
                <a:gd name="connsiteX172" fmla="*/ 1312048 w 1441047"/>
                <a:gd name="connsiteY172" fmla="*/ 268233 h 341726"/>
                <a:gd name="connsiteX173" fmla="*/ 1267426 w 1441047"/>
                <a:gd name="connsiteY173" fmla="*/ 253620 h 341726"/>
                <a:gd name="connsiteX174" fmla="*/ 1268237 w 1441047"/>
                <a:gd name="connsiteY174" fmla="*/ 259303 h 341726"/>
                <a:gd name="connsiteX175" fmla="*/ 1273917 w 1441047"/>
                <a:gd name="connsiteY175" fmla="*/ 259303 h 341726"/>
                <a:gd name="connsiteX176" fmla="*/ 1276351 w 1441047"/>
                <a:gd name="connsiteY176" fmla="*/ 266610 h 341726"/>
                <a:gd name="connsiteX177" fmla="*/ 1265803 w 1441047"/>
                <a:gd name="connsiteY177" fmla="*/ 269045 h 341726"/>
                <a:gd name="connsiteX178" fmla="*/ 1263370 w 1441047"/>
                <a:gd name="connsiteY178" fmla="*/ 258491 h 341726"/>
                <a:gd name="connsiteX179" fmla="*/ 1260124 w 1441047"/>
                <a:gd name="connsiteY179" fmla="*/ 267421 h 341726"/>
                <a:gd name="connsiteX180" fmla="*/ 1234162 w 1441047"/>
                <a:gd name="connsiteY180" fmla="*/ 268233 h 341726"/>
                <a:gd name="connsiteX181" fmla="*/ 1234973 w 1441047"/>
                <a:gd name="connsiteY181" fmla="*/ 262550 h 341726"/>
                <a:gd name="connsiteX182" fmla="*/ 1177370 w 1441047"/>
                <a:gd name="connsiteY182" fmla="*/ 257679 h 341726"/>
                <a:gd name="connsiteX183" fmla="*/ 1166823 w 1441047"/>
                <a:gd name="connsiteY183" fmla="*/ 261738 h 341726"/>
                <a:gd name="connsiteX184" fmla="*/ 1164389 w 1441047"/>
                <a:gd name="connsiteY184" fmla="*/ 256055 h 341726"/>
                <a:gd name="connsiteX185" fmla="*/ 1153842 w 1441047"/>
                <a:gd name="connsiteY185" fmla="*/ 258491 h 341726"/>
                <a:gd name="connsiteX186" fmla="*/ 1149785 w 1441047"/>
                <a:gd name="connsiteY186" fmla="*/ 252808 h 341726"/>
                <a:gd name="connsiteX187" fmla="*/ 1135182 w 1441047"/>
                <a:gd name="connsiteY187" fmla="*/ 256867 h 341726"/>
                <a:gd name="connsiteX188" fmla="*/ 1128691 w 1441047"/>
                <a:gd name="connsiteY188" fmla="*/ 251996 h 341726"/>
                <a:gd name="connsiteX189" fmla="*/ 1063786 w 1441047"/>
                <a:gd name="connsiteY189" fmla="*/ 252808 h 341726"/>
                <a:gd name="connsiteX190" fmla="*/ 1096239 w 1441047"/>
                <a:gd name="connsiteY190" fmla="*/ 262550 h 341726"/>
                <a:gd name="connsiteX191" fmla="*/ 1093805 w 1441047"/>
                <a:gd name="connsiteY191" fmla="*/ 260927 h 341726"/>
                <a:gd name="connsiteX192" fmla="*/ 1215502 w 1441047"/>
                <a:gd name="connsiteY192" fmla="*/ 272293 h 341726"/>
                <a:gd name="connsiteX193" fmla="*/ 1176559 w 1441047"/>
                <a:gd name="connsiteY193" fmla="*/ 277164 h 341726"/>
                <a:gd name="connsiteX194" fmla="*/ 1124635 w 1441047"/>
                <a:gd name="connsiteY194" fmla="*/ 273917 h 341726"/>
                <a:gd name="connsiteX195" fmla="*/ 1106786 w 1441047"/>
                <a:gd name="connsiteY195" fmla="*/ 267421 h 341726"/>
                <a:gd name="connsiteX196" fmla="*/ 1093805 w 1441047"/>
                <a:gd name="connsiteY196" fmla="*/ 271481 h 341726"/>
                <a:gd name="connsiteX197" fmla="*/ 1102729 w 1441047"/>
                <a:gd name="connsiteY197" fmla="*/ 269045 h 341726"/>
                <a:gd name="connsiteX198" fmla="*/ 1051616 w 1441047"/>
                <a:gd name="connsiteY198" fmla="*/ 261738 h 341726"/>
                <a:gd name="connsiteX199" fmla="*/ 1048371 w 1441047"/>
                <a:gd name="connsiteY199" fmla="*/ 269045 h 341726"/>
                <a:gd name="connsiteX200" fmla="*/ 1033767 w 1441047"/>
                <a:gd name="connsiteY200" fmla="*/ 267421 h 341726"/>
                <a:gd name="connsiteX201" fmla="*/ 1041069 w 1441047"/>
                <a:gd name="connsiteY201" fmla="*/ 263362 h 341726"/>
                <a:gd name="connsiteX202" fmla="*/ 1025654 w 1441047"/>
                <a:gd name="connsiteY202" fmla="*/ 260115 h 341726"/>
                <a:gd name="connsiteX203" fmla="*/ 1032145 w 1441047"/>
                <a:gd name="connsiteY203" fmla="*/ 267421 h 341726"/>
                <a:gd name="connsiteX204" fmla="*/ 977787 w 1441047"/>
                <a:gd name="connsiteY204" fmla="*/ 262550 h 341726"/>
                <a:gd name="connsiteX205" fmla="*/ 981032 w 1441047"/>
                <a:gd name="connsiteY205" fmla="*/ 253620 h 341726"/>
                <a:gd name="connsiteX206" fmla="*/ 967239 w 1441047"/>
                <a:gd name="connsiteY206" fmla="*/ 248748 h 341726"/>
                <a:gd name="connsiteX207" fmla="*/ 965617 w 1441047"/>
                <a:gd name="connsiteY207" fmla="*/ 256055 h 341726"/>
                <a:gd name="connsiteX208" fmla="*/ 976975 w 1441047"/>
                <a:gd name="connsiteY208" fmla="*/ 259303 h 341726"/>
                <a:gd name="connsiteX209" fmla="*/ 956692 w 1441047"/>
                <a:gd name="connsiteY209" fmla="*/ 260115 h 341726"/>
                <a:gd name="connsiteX210" fmla="*/ 955881 w 1441047"/>
                <a:gd name="connsiteY210" fmla="*/ 251184 h 341726"/>
                <a:gd name="connsiteX211" fmla="*/ 942900 w 1441047"/>
                <a:gd name="connsiteY211" fmla="*/ 251996 h 341726"/>
                <a:gd name="connsiteX212" fmla="*/ 951824 w 1441047"/>
                <a:gd name="connsiteY212" fmla="*/ 249560 h 341726"/>
                <a:gd name="connsiteX213" fmla="*/ 891787 w 1441047"/>
                <a:gd name="connsiteY213" fmla="*/ 243065 h 341726"/>
                <a:gd name="connsiteX214" fmla="*/ 887730 w 1441047"/>
                <a:gd name="connsiteY214" fmla="*/ 239818 h 341726"/>
                <a:gd name="connsiteX215" fmla="*/ 839052 w 1441047"/>
                <a:gd name="connsiteY215" fmla="*/ 238194 h 341726"/>
                <a:gd name="connsiteX216" fmla="*/ 784693 w 1441047"/>
                <a:gd name="connsiteY216" fmla="*/ 238194 h 341726"/>
                <a:gd name="connsiteX217" fmla="*/ 860957 w 1441047"/>
                <a:gd name="connsiteY217" fmla="*/ 255243 h 341726"/>
                <a:gd name="connsiteX218" fmla="*/ 858523 w 1441047"/>
                <a:gd name="connsiteY218" fmla="*/ 249560 h 341726"/>
                <a:gd name="connsiteX219" fmla="*/ 878806 w 1441047"/>
                <a:gd name="connsiteY219" fmla="*/ 247124 h 341726"/>
                <a:gd name="connsiteX220" fmla="*/ 877995 w 1441047"/>
                <a:gd name="connsiteY220" fmla="*/ 252808 h 341726"/>
                <a:gd name="connsiteX221" fmla="*/ 912881 w 1441047"/>
                <a:gd name="connsiteY221" fmla="*/ 247936 h 341726"/>
                <a:gd name="connsiteX222" fmla="*/ 908013 w 1441047"/>
                <a:gd name="connsiteY222" fmla="*/ 251996 h 341726"/>
                <a:gd name="connsiteX223" fmla="*/ 934787 w 1441047"/>
                <a:gd name="connsiteY223" fmla="*/ 256055 h 341726"/>
                <a:gd name="connsiteX224" fmla="*/ 868259 w 1441047"/>
                <a:gd name="connsiteY224" fmla="*/ 258491 h 341726"/>
                <a:gd name="connsiteX225" fmla="*/ 741694 w 1441047"/>
                <a:gd name="connsiteY225" fmla="*/ 254432 h 341726"/>
                <a:gd name="connsiteX226" fmla="*/ 818769 w 1441047"/>
                <a:gd name="connsiteY226" fmla="*/ 262550 h 341726"/>
                <a:gd name="connsiteX227" fmla="*/ 787939 w 1441047"/>
                <a:gd name="connsiteY227" fmla="*/ 267421 h 341726"/>
                <a:gd name="connsiteX228" fmla="*/ 797675 w 1441047"/>
                <a:gd name="connsiteY228" fmla="*/ 270669 h 341726"/>
                <a:gd name="connsiteX229" fmla="*/ 781448 w 1441047"/>
                <a:gd name="connsiteY229" fmla="*/ 271481 h 341726"/>
                <a:gd name="connsiteX230" fmla="*/ 774958 w 1441047"/>
                <a:gd name="connsiteY230" fmla="*/ 277164 h 341726"/>
                <a:gd name="connsiteX231" fmla="*/ 757920 w 1441047"/>
                <a:gd name="connsiteY231" fmla="*/ 277976 h 341726"/>
                <a:gd name="connsiteX232" fmla="*/ 738449 w 1441047"/>
                <a:gd name="connsiteY232" fmla="*/ 273105 h 341726"/>
                <a:gd name="connsiteX233" fmla="*/ 736826 w 1441047"/>
                <a:gd name="connsiteY233" fmla="*/ 278788 h 341726"/>
                <a:gd name="connsiteX234" fmla="*/ 475582 w 1441047"/>
                <a:gd name="connsiteY234" fmla="*/ 283659 h 341726"/>
                <a:gd name="connsiteX235" fmla="*/ 505601 w 1441047"/>
                <a:gd name="connsiteY235" fmla="*/ 286095 h 341726"/>
                <a:gd name="connsiteX236" fmla="*/ 512092 w 1441047"/>
                <a:gd name="connsiteY236" fmla="*/ 295026 h 341726"/>
                <a:gd name="connsiteX237" fmla="*/ 486129 w 1441047"/>
                <a:gd name="connsiteY237" fmla="*/ 297461 h 341726"/>
                <a:gd name="connsiteX238" fmla="*/ 414734 w 1441047"/>
                <a:gd name="connsiteY238" fmla="*/ 305580 h 341726"/>
                <a:gd name="connsiteX239" fmla="*/ 407432 w 1441047"/>
                <a:gd name="connsiteY239" fmla="*/ 302332 h 341726"/>
                <a:gd name="connsiteX240" fmla="*/ 406621 w 1441047"/>
                <a:gd name="connsiteY240" fmla="*/ 316946 h 341726"/>
                <a:gd name="connsiteX241" fmla="*/ 386338 w 1441047"/>
                <a:gd name="connsiteY241" fmla="*/ 313699 h 341726"/>
                <a:gd name="connsiteX242" fmla="*/ 379036 w 1441047"/>
                <a:gd name="connsiteY242" fmla="*/ 319382 h 341726"/>
                <a:gd name="connsiteX243" fmla="*/ 376602 w 1441047"/>
                <a:gd name="connsiteY243" fmla="*/ 308827 h 341726"/>
                <a:gd name="connsiteX244" fmla="*/ 365244 w 1441047"/>
                <a:gd name="connsiteY244" fmla="*/ 311263 h 341726"/>
                <a:gd name="connsiteX245" fmla="*/ 374979 w 1441047"/>
                <a:gd name="connsiteY245" fmla="*/ 312887 h 341726"/>
                <a:gd name="connsiteX246" fmla="*/ 374168 w 1441047"/>
                <a:gd name="connsiteY246" fmla="*/ 318570 h 341726"/>
                <a:gd name="connsiteX247" fmla="*/ 346583 w 1441047"/>
                <a:gd name="connsiteY247" fmla="*/ 321818 h 341726"/>
                <a:gd name="connsiteX248" fmla="*/ 362810 w 1441047"/>
                <a:gd name="connsiteY248" fmla="*/ 315323 h 341726"/>
                <a:gd name="connsiteX249" fmla="*/ 305206 w 1441047"/>
                <a:gd name="connsiteY249" fmla="*/ 313699 h 341726"/>
                <a:gd name="connsiteX250" fmla="*/ 300338 w 1441047"/>
                <a:gd name="connsiteY250" fmla="*/ 317758 h 341726"/>
                <a:gd name="connsiteX251" fmla="*/ 294659 w 1441047"/>
                <a:gd name="connsiteY251" fmla="*/ 314511 h 341726"/>
                <a:gd name="connsiteX252" fmla="*/ 289791 w 1441047"/>
                <a:gd name="connsiteY252" fmla="*/ 320194 h 341726"/>
                <a:gd name="connsiteX253" fmla="*/ 261395 w 1441047"/>
                <a:gd name="connsiteY253" fmla="*/ 319382 h 341726"/>
                <a:gd name="connsiteX254" fmla="*/ 239490 w 1441047"/>
                <a:gd name="connsiteY254" fmla="*/ 321818 h 341726"/>
                <a:gd name="connsiteX255" fmla="*/ 237867 w 1441047"/>
                <a:gd name="connsiteY255" fmla="*/ 321818 h 341726"/>
                <a:gd name="connsiteX256" fmla="*/ 201358 w 1441047"/>
                <a:gd name="connsiteY256" fmla="*/ 328313 h 341726"/>
                <a:gd name="connsiteX257" fmla="*/ 134019 w 1441047"/>
                <a:gd name="connsiteY257" fmla="*/ 338055 h 341726"/>
                <a:gd name="connsiteX258" fmla="*/ 65057 w 1441047"/>
                <a:gd name="connsiteY258" fmla="*/ 340491 h 341726"/>
                <a:gd name="connsiteX259" fmla="*/ 36661 w 1441047"/>
                <a:gd name="connsiteY259" fmla="*/ 332372 h 341726"/>
                <a:gd name="connsiteX260" fmla="*/ 35849 w 1441047"/>
                <a:gd name="connsiteY260" fmla="*/ 325065 h 341726"/>
                <a:gd name="connsiteX261" fmla="*/ 152 w 1441047"/>
                <a:gd name="connsiteY261" fmla="*/ 288530 h 341726"/>
                <a:gd name="connsiteX262" fmla="*/ 152 w 1441047"/>
                <a:gd name="connsiteY262" fmla="*/ 250372 h 341726"/>
                <a:gd name="connsiteX263" fmla="*/ 10699 w 1441047"/>
                <a:gd name="connsiteY263" fmla="*/ 228451 h 341726"/>
                <a:gd name="connsiteX264" fmla="*/ 13944 w 1441047"/>
                <a:gd name="connsiteY264" fmla="*/ 181362 h 341726"/>
                <a:gd name="connsiteX265" fmla="*/ 8265 w 1441047"/>
                <a:gd name="connsiteY265" fmla="*/ 178115 h 341726"/>
                <a:gd name="connsiteX266" fmla="*/ 17189 w 1441047"/>
                <a:gd name="connsiteY266" fmla="*/ 170808 h 341726"/>
                <a:gd name="connsiteX267" fmla="*/ 17189 w 1441047"/>
                <a:gd name="connsiteY267" fmla="*/ 154570 h 341726"/>
                <a:gd name="connsiteX268" fmla="*/ 11510 w 1441047"/>
                <a:gd name="connsiteY268" fmla="*/ 151323 h 341726"/>
                <a:gd name="connsiteX269" fmla="*/ 13944 w 1441047"/>
                <a:gd name="connsiteY269" fmla="*/ 138333 h 341726"/>
                <a:gd name="connsiteX270" fmla="*/ 18001 w 1441047"/>
                <a:gd name="connsiteY270" fmla="*/ 139956 h 341726"/>
                <a:gd name="connsiteX271" fmla="*/ 97509 w 1441047"/>
                <a:gd name="connsiteY271" fmla="*/ 82313 h 341726"/>
                <a:gd name="connsiteX272" fmla="*/ 230565 w 1441047"/>
                <a:gd name="connsiteY272" fmla="*/ 40907 h 341726"/>
                <a:gd name="connsiteX273" fmla="*/ 400130 w 1441047"/>
                <a:gd name="connsiteY273" fmla="*/ 9244 h 341726"/>
                <a:gd name="connsiteX274" fmla="*/ 459356 w 1441047"/>
                <a:gd name="connsiteY274" fmla="*/ 3561 h 341726"/>
                <a:gd name="connsiteX275" fmla="*/ 450432 w 1441047"/>
                <a:gd name="connsiteY275" fmla="*/ 9244 h 341726"/>
                <a:gd name="connsiteX276" fmla="*/ 455299 w 1441047"/>
                <a:gd name="connsiteY276" fmla="*/ 19798 h 341726"/>
                <a:gd name="connsiteX277" fmla="*/ 490997 w 1441047"/>
                <a:gd name="connsiteY277" fmla="*/ 3561 h 341726"/>
                <a:gd name="connsiteX278" fmla="*/ 475582 w 1441047"/>
                <a:gd name="connsiteY278" fmla="*/ 1937 h 34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441047" h="341726">
                  <a:moveTo>
                    <a:pt x="1310426" y="249560"/>
                  </a:moveTo>
                  <a:cubicBezTo>
                    <a:pt x="1312860" y="249560"/>
                    <a:pt x="1314482" y="249560"/>
                    <a:pt x="1316105" y="251184"/>
                  </a:cubicBezTo>
                  <a:cubicBezTo>
                    <a:pt x="1316105" y="248748"/>
                    <a:pt x="1316916" y="244689"/>
                    <a:pt x="1315294" y="243877"/>
                  </a:cubicBezTo>
                  <a:cubicBezTo>
                    <a:pt x="1314482" y="247124"/>
                    <a:pt x="1313671" y="243877"/>
                    <a:pt x="1311237" y="243877"/>
                  </a:cubicBezTo>
                  <a:cubicBezTo>
                    <a:pt x="1311237" y="246313"/>
                    <a:pt x="1310426" y="247936"/>
                    <a:pt x="1310426" y="249560"/>
                  </a:cubicBezTo>
                  <a:moveTo>
                    <a:pt x="766845" y="264986"/>
                  </a:moveTo>
                  <a:cubicBezTo>
                    <a:pt x="786316" y="268233"/>
                    <a:pt x="773335" y="256867"/>
                    <a:pt x="766845" y="264986"/>
                  </a:cubicBezTo>
                  <a:moveTo>
                    <a:pt x="746562" y="262550"/>
                  </a:moveTo>
                  <a:cubicBezTo>
                    <a:pt x="745750" y="260927"/>
                    <a:pt x="737637" y="259303"/>
                    <a:pt x="736826" y="262550"/>
                  </a:cubicBezTo>
                  <a:cubicBezTo>
                    <a:pt x="737637" y="264174"/>
                    <a:pt x="745750" y="266610"/>
                    <a:pt x="746562" y="262550"/>
                  </a:cubicBezTo>
                  <a:moveTo>
                    <a:pt x="733581" y="260927"/>
                  </a:moveTo>
                  <a:cubicBezTo>
                    <a:pt x="714920" y="259303"/>
                    <a:pt x="717354" y="267421"/>
                    <a:pt x="733581" y="260927"/>
                  </a:cubicBezTo>
                  <a:moveTo>
                    <a:pt x="1354237" y="243065"/>
                  </a:moveTo>
                  <a:cubicBezTo>
                    <a:pt x="1355048" y="238194"/>
                    <a:pt x="1354237" y="234946"/>
                    <a:pt x="1350180" y="235758"/>
                  </a:cubicBezTo>
                  <a:cubicBezTo>
                    <a:pt x="1347746" y="239006"/>
                    <a:pt x="1350180" y="243065"/>
                    <a:pt x="1354237" y="243065"/>
                  </a:cubicBezTo>
                  <a:moveTo>
                    <a:pt x="1049994" y="252808"/>
                  </a:moveTo>
                  <a:cubicBezTo>
                    <a:pt x="1052428" y="251996"/>
                    <a:pt x="1058107" y="254432"/>
                    <a:pt x="1058918" y="250372"/>
                  </a:cubicBezTo>
                  <a:cubicBezTo>
                    <a:pt x="1058107" y="250372"/>
                    <a:pt x="1057295" y="248748"/>
                    <a:pt x="1058107" y="247124"/>
                  </a:cubicBezTo>
                  <a:cubicBezTo>
                    <a:pt x="1054050" y="247936"/>
                    <a:pt x="1050805" y="248748"/>
                    <a:pt x="1049994" y="252808"/>
                  </a:cubicBezTo>
                  <a:moveTo>
                    <a:pt x="729524" y="256055"/>
                  </a:moveTo>
                  <a:cubicBezTo>
                    <a:pt x="730335" y="248748"/>
                    <a:pt x="718977" y="255243"/>
                    <a:pt x="716543" y="251184"/>
                  </a:cubicBezTo>
                  <a:cubicBezTo>
                    <a:pt x="715732" y="259303"/>
                    <a:pt x="728713" y="251184"/>
                    <a:pt x="729524" y="256055"/>
                  </a:cubicBezTo>
                  <a:moveTo>
                    <a:pt x="771712" y="238194"/>
                  </a:moveTo>
                  <a:cubicBezTo>
                    <a:pt x="773335" y="240630"/>
                    <a:pt x="776580" y="239818"/>
                    <a:pt x="780637" y="239818"/>
                  </a:cubicBezTo>
                  <a:cubicBezTo>
                    <a:pt x="781448" y="231699"/>
                    <a:pt x="773335" y="233323"/>
                    <a:pt x="771712" y="238194"/>
                  </a:cubicBezTo>
                  <a:moveTo>
                    <a:pt x="770090" y="235758"/>
                  </a:moveTo>
                  <a:cubicBezTo>
                    <a:pt x="764411" y="237382"/>
                    <a:pt x="763599" y="234135"/>
                    <a:pt x="758731" y="234135"/>
                  </a:cubicBezTo>
                  <a:cubicBezTo>
                    <a:pt x="757109" y="241441"/>
                    <a:pt x="769279" y="239006"/>
                    <a:pt x="770090" y="235758"/>
                  </a:cubicBezTo>
                  <a:moveTo>
                    <a:pt x="1284464" y="216273"/>
                  </a:moveTo>
                  <a:cubicBezTo>
                    <a:pt x="1284464" y="212214"/>
                    <a:pt x="1288520" y="213838"/>
                    <a:pt x="1289332" y="210590"/>
                  </a:cubicBezTo>
                  <a:cubicBezTo>
                    <a:pt x="1284464" y="208154"/>
                    <a:pt x="1282030" y="211402"/>
                    <a:pt x="1277973" y="208966"/>
                  </a:cubicBezTo>
                  <a:cubicBezTo>
                    <a:pt x="1277162" y="215461"/>
                    <a:pt x="1283652" y="213026"/>
                    <a:pt x="1284464" y="216273"/>
                  </a:cubicBezTo>
                  <a:moveTo>
                    <a:pt x="1360727" y="173244"/>
                  </a:moveTo>
                  <a:cubicBezTo>
                    <a:pt x="1359105" y="167560"/>
                    <a:pt x="1354237" y="175679"/>
                    <a:pt x="1354237" y="168372"/>
                  </a:cubicBezTo>
                  <a:cubicBezTo>
                    <a:pt x="1346935" y="175679"/>
                    <a:pt x="1333954" y="166748"/>
                    <a:pt x="1325030" y="171620"/>
                  </a:cubicBezTo>
                  <a:cubicBezTo>
                    <a:pt x="1336388" y="169996"/>
                    <a:pt x="1352614" y="182986"/>
                    <a:pt x="1360727" y="173244"/>
                  </a:cubicBezTo>
                  <a:moveTo>
                    <a:pt x="1216313" y="169996"/>
                  </a:moveTo>
                  <a:cubicBezTo>
                    <a:pt x="1223615" y="169996"/>
                    <a:pt x="1224426" y="175679"/>
                    <a:pt x="1229294" y="171620"/>
                  </a:cubicBezTo>
                  <a:cubicBezTo>
                    <a:pt x="1227672" y="167560"/>
                    <a:pt x="1215502" y="166748"/>
                    <a:pt x="1216313" y="169996"/>
                  </a:cubicBezTo>
                  <a:moveTo>
                    <a:pt x="1280407" y="132650"/>
                  </a:moveTo>
                  <a:cubicBezTo>
                    <a:pt x="1283652" y="132650"/>
                    <a:pt x="1284464" y="128590"/>
                    <a:pt x="1286898" y="126966"/>
                  </a:cubicBezTo>
                  <a:cubicBezTo>
                    <a:pt x="1285275" y="125342"/>
                    <a:pt x="1282841" y="124531"/>
                    <a:pt x="1279596" y="125342"/>
                  </a:cubicBezTo>
                  <a:cubicBezTo>
                    <a:pt x="1278784" y="129402"/>
                    <a:pt x="1281218" y="129402"/>
                    <a:pt x="1280407" y="132650"/>
                  </a:cubicBezTo>
                  <a:moveTo>
                    <a:pt x="1299067" y="117224"/>
                  </a:moveTo>
                  <a:cubicBezTo>
                    <a:pt x="1303124" y="116412"/>
                    <a:pt x="1306369" y="122095"/>
                    <a:pt x="1307992" y="114788"/>
                  </a:cubicBezTo>
                  <a:cubicBezTo>
                    <a:pt x="1303935" y="113976"/>
                    <a:pt x="1301501" y="113164"/>
                    <a:pt x="1299067" y="117224"/>
                  </a:cubicBezTo>
                  <a:moveTo>
                    <a:pt x="1298256" y="113976"/>
                  </a:moveTo>
                  <a:cubicBezTo>
                    <a:pt x="1290143" y="117224"/>
                    <a:pt x="1283652" y="109105"/>
                    <a:pt x="1277973" y="114788"/>
                  </a:cubicBezTo>
                  <a:cubicBezTo>
                    <a:pt x="1282030" y="115600"/>
                    <a:pt x="1297445" y="118848"/>
                    <a:pt x="1298256" y="113976"/>
                  </a:cubicBezTo>
                  <a:moveTo>
                    <a:pt x="787127" y="55521"/>
                  </a:moveTo>
                  <a:cubicBezTo>
                    <a:pt x="787939" y="52273"/>
                    <a:pt x="785505" y="52273"/>
                    <a:pt x="784693" y="49838"/>
                  </a:cubicBezTo>
                  <a:cubicBezTo>
                    <a:pt x="789561" y="49838"/>
                    <a:pt x="793618" y="49026"/>
                    <a:pt x="796863" y="45778"/>
                  </a:cubicBezTo>
                  <a:cubicBezTo>
                    <a:pt x="787939" y="47402"/>
                    <a:pt x="781448" y="45778"/>
                    <a:pt x="769279" y="46590"/>
                  </a:cubicBezTo>
                  <a:cubicBezTo>
                    <a:pt x="768467" y="62828"/>
                    <a:pt x="780637" y="53897"/>
                    <a:pt x="787127" y="55521"/>
                  </a:cubicBezTo>
                  <a:moveTo>
                    <a:pt x="807410" y="36036"/>
                  </a:moveTo>
                  <a:cubicBezTo>
                    <a:pt x="803354" y="37659"/>
                    <a:pt x="795241" y="34412"/>
                    <a:pt x="792807" y="38471"/>
                  </a:cubicBezTo>
                  <a:cubicBezTo>
                    <a:pt x="796052" y="42531"/>
                    <a:pt x="804165" y="39283"/>
                    <a:pt x="807410" y="36036"/>
                  </a:cubicBezTo>
                  <a:moveTo>
                    <a:pt x="766845" y="40095"/>
                  </a:moveTo>
                  <a:cubicBezTo>
                    <a:pt x="774146" y="39283"/>
                    <a:pt x="777392" y="42531"/>
                    <a:pt x="783071" y="37659"/>
                  </a:cubicBezTo>
                  <a:cubicBezTo>
                    <a:pt x="779014" y="32788"/>
                    <a:pt x="770090" y="33600"/>
                    <a:pt x="766845" y="40095"/>
                  </a:cubicBezTo>
                  <a:moveTo>
                    <a:pt x="743316" y="38471"/>
                  </a:moveTo>
                  <a:cubicBezTo>
                    <a:pt x="750618" y="38471"/>
                    <a:pt x="754675" y="40907"/>
                    <a:pt x="763599" y="39283"/>
                  </a:cubicBezTo>
                  <a:cubicBezTo>
                    <a:pt x="762788" y="31164"/>
                    <a:pt x="744128" y="36848"/>
                    <a:pt x="743316" y="38471"/>
                  </a:cubicBezTo>
                  <a:moveTo>
                    <a:pt x="1110031" y="83125"/>
                  </a:moveTo>
                  <a:cubicBezTo>
                    <a:pt x="1111654" y="85560"/>
                    <a:pt x="1119767" y="86372"/>
                    <a:pt x="1120578" y="80689"/>
                  </a:cubicBezTo>
                  <a:cubicBezTo>
                    <a:pt x="1117333" y="82313"/>
                    <a:pt x="1110842" y="79065"/>
                    <a:pt x="1110031" y="83125"/>
                  </a:cubicBezTo>
                  <a:moveTo>
                    <a:pt x="475582" y="1937"/>
                  </a:moveTo>
                  <a:cubicBezTo>
                    <a:pt x="478828" y="5996"/>
                    <a:pt x="488563" y="1937"/>
                    <a:pt x="494243" y="2749"/>
                  </a:cubicBezTo>
                  <a:cubicBezTo>
                    <a:pt x="489375" y="14927"/>
                    <a:pt x="502356" y="2749"/>
                    <a:pt x="502356" y="13303"/>
                  </a:cubicBezTo>
                  <a:cubicBezTo>
                    <a:pt x="499111" y="14115"/>
                    <a:pt x="493431" y="11679"/>
                    <a:pt x="491809" y="15739"/>
                  </a:cubicBezTo>
                  <a:cubicBezTo>
                    <a:pt x="513714" y="16551"/>
                    <a:pt x="550223" y="18174"/>
                    <a:pt x="572940" y="10867"/>
                  </a:cubicBezTo>
                  <a:cubicBezTo>
                    <a:pt x="572129" y="9244"/>
                    <a:pt x="570506" y="8432"/>
                    <a:pt x="568884" y="7620"/>
                  </a:cubicBezTo>
                  <a:cubicBezTo>
                    <a:pt x="571318" y="4372"/>
                    <a:pt x="582676" y="4372"/>
                    <a:pt x="585110" y="6808"/>
                  </a:cubicBezTo>
                  <a:cubicBezTo>
                    <a:pt x="583487" y="11679"/>
                    <a:pt x="579431" y="3561"/>
                    <a:pt x="576185" y="9244"/>
                  </a:cubicBezTo>
                  <a:cubicBezTo>
                    <a:pt x="590789" y="13303"/>
                    <a:pt x="607016" y="-499"/>
                    <a:pt x="624053" y="5184"/>
                  </a:cubicBezTo>
                  <a:cubicBezTo>
                    <a:pt x="616751" y="13303"/>
                    <a:pt x="635412" y="7620"/>
                    <a:pt x="641902" y="11679"/>
                  </a:cubicBezTo>
                  <a:cubicBezTo>
                    <a:pt x="641902" y="9244"/>
                    <a:pt x="638657" y="10056"/>
                    <a:pt x="636223" y="10056"/>
                  </a:cubicBezTo>
                  <a:cubicBezTo>
                    <a:pt x="638657" y="-499"/>
                    <a:pt x="651638" y="2749"/>
                    <a:pt x="661374" y="1937"/>
                  </a:cubicBezTo>
                  <a:cubicBezTo>
                    <a:pt x="662185" y="7620"/>
                    <a:pt x="656506" y="4372"/>
                    <a:pt x="656506" y="9244"/>
                  </a:cubicBezTo>
                  <a:cubicBezTo>
                    <a:pt x="666241" y="12491"/>
                    <a:pt x="683279" y="7620"/>
                    <a:pt x="687336" y="17362"/>
                  </a:cubicBezTo>
                  <a:cubicBezTo>
                    <a:pt x="687336" y="18986"/>
                    <a:pt x="685713" y="18986"/>
                    <a:pt x="684090" y="18986"/>
                  </a:cubicBezTo>
                  <a:cubicBezTo>
                    <a:pt x="725467" y="30353"/>
                    <a:pt x="770901" y="17362"/>
                    <a:pt x="823637" y="17362"/>
                  </a:cubicBezTo>
                  <a:cubicBezTo>
                    <a:pt x="820391" y="26293"/>
                    <a:pt x="831750" y="18174"/>
                    <a:pt x="831750" y="27917"/>
                  </a:cubicBezTo>
                  <a:cubicBezTo>
                    <a:pt x="828504" y="27917"/>
                    <a:pt x="830127" y="23046"/>
                    <a:pt x="826071" y="24669"/>
                  </a:cubicBezTo>
                  <a:cubicBezTo>
                    <a:pt x="828504" y="27917"/>
                    <a:pt x="828504" y="26293"/>
                    <a:pt x="825259" y="30353"/>
                  </a:cubicBezTo>
                  <a:cubicBezTo>
                    <a:pt x="851221" y="29541"/>
                    <a:pt x="874750" y="25481"/>
                    <a:pt x="896655" y="36848"/>
                  </a:cubicBezTo>
                  <a:cubicBezTo>
                    <a:pt x="895844" y="27917"/>
                    <a:pt x="905579" y="34412"/>
                    <a:pt x="912881" y="34412"/>
                  </a:cubicBezTo>
                  <a:cubicBezTo>
                    <a:pt x="912070" y="46590"/>
                    <a:pt x="906391" y="38471"/>
                    <a:pt x="902334" y="38471"/>
                  </a:cubicBezTo>
                  <a:cubicBezTo>
                    <a:pt x="880429" y="40095"/>
                    <a:pt x="843920" y="38471"/>
                    <a:pt x="817146" y="38471"/>
                  </a:cubicBezTo>
                  <a:cubicBezTo>
                    <a:pt x="817146" y="42531"/>
                    <a:pt x="822825" y="39283"/>
                    <a:pt x="825259" y="40095"/>
                  </a:cubicBezTo>
                  <a:cubicBezTo>
                    <a:pt x="827693" y="41719"/>
                    <a:pt x="817146" y="43343"/>
                    <a:pt x="813090" y="44155"/>
                  </a:cubicBezTo>
                  <a:cubicBezTo>
                    <a:pt x="823637" y="57145"/>
                    <a:pt x="845542" y="42531"/>
                    <a:pt x="857712" y="45778"/>
                  </a:cubicBezTo>
                  <a:cubicBezTo>
                    <a:pt x="857712" y="48214"/>
                    <a:pt x="857712" y="50650"/>
                    <a:pt x="856900" y="53085"/>
                  </a:cubicBezTo>
                  <a:cubicBezTo>
                    <a:pt x="869070" y="52273"/>
                    <a:pt x="886919" y="55521"/>
                    <a:pt x="897466" y="49838"/>
                  </a:cubicBezTo>
                  <a:cubicBezTo>
                    <a:pt x="899900" y="50650"/>
                    <a:pt x="897466" y="51461"/>
                    <a:pt x="897466" y="53897"/>
                  </a:cubicBezTo>
                  <a:cubicBezTo>
                    <a:pt x="904768" y="54709"/>
                    <a:pt x="903146" y="44155"/>
                    <a:pt x="909636" y="49838"/>
                  </a:cubicBezTo>
                  <a:cubicBezTo>
                    <a:pt x="908825" y="53085"/>
                    <a:pt x="903146" y="50650"/>
                    <a:pt x="904768" y="57145"/>
                  </a:cubicBezTo>
                  <a:cubicBezTo>
                    <a:pt x="904768" y="58768"/>
                    <a:pt x="906391" y="58768"/>
                    <a:pt x="905579" y="60392"/>
                  </a:cubicBezTo>
                  <a:cubicBezTo>
                    <a:pt x="919372" y="55521"/>
                    <a:pt x="951824" y="53897"/>
                    <a:pt x="959126" y="62016"/>
                  </a:cubicBezTo>
                  <a:cubicBezTo>
                    <a:pt x="985088" y="62828"/>
                    <a:pt x="1010239" y="58768"/>
                    <a:pt x="1026465" y="66887"/>
                  </a:cubicBezTo>
                  <a:cubicBezTo>
                    <a:pt x="1038635" y="63640"/>
                    <a:pt x="1059729" y="66887"/>
                    <a:pt x="1080012" y="68511"/>
                  </a:cubicBezTo>
                  <a:cubicBezTo>
                    <a:pt x="1080824" y="75818"/>
                    <a:pt x="1075144" y="66887"/>
                    <a:pt x="1072710" y="72570"/>
                  </a:cubicBezTo>
                  <a:cubicBezTo>
                    <a:pt x="1072710" y="76630"/>
                    <a:pt x="1078390" y="73382"/>
                    <a:pt x="1081635" y="74194"/>
                  </a:cubicBezTo>
                  <a:cubicBezTo>
                    <a:pt x="1079201" y="77442"/>
                    <a:pt x="1074333" y="76630"/>
                    <a:pt x="1076767" y="81501"/>
                  </a:cubicBezTo>
                  <a:cubicBezTo>
                    <a:pt x="1076767" y="85560"/>
                    <a:pt x="1084880" y="80689"/>
                    <a:pt x="1083258" y="86372"/>
                  </a:cubicBezTo>
                  <a:cubicBezTo>
                    <a:pt x="1087314" y="84748"/>
                    <a:pt x="1081635" y="81501"/>
                    <a:pt x="1084880" y="79065"/>
                  </a:cubicBezTo>
                  <a:cubicBezTo>
                    <a:pt x="1099484" y="77442"/>
                    <a:pt x="1112465" y="73382"/>
                    <a:pt x="1120578" y="83125"/>
                  </a:cubicBezTo>
                  <a:cubicBezTo>
                    <a:pt x="1120578" y="87184"/>
                    <a:pt x="1118144" y="86372"/>
                    <a:pt x="1115710" y="87184"/>
                  </a:cubicBezTo>
                  <a:cubicBezTo>
                    <a:pt x="1115710" y="91244"/>
                    <a:pt x="1121389" y="87996"/>
                    <a:pt x="1124635" y="88808"/>
                  </a:cubicBezTo>
                  <a:cubicBezTo>
                    <a:pt x="1117333" y="80689"/>
                    <a:pt x="1141672" y="89620"/>
                    <a:pt x="1148974" y="89620"/>
                  </a:cubicBezTo>
                  <a:cubicBezTo>
                    <a:pt x="1142484" y="94491"/>
                    <a:pt x="1150597" y="92056"/>
                    <a:pt x="1153031" y="95303"/>
                  </a:cubicBezTo>
                  <a:cubicBezTo>
                    <a:pt x="1153842" y="92056"/>
                    <a:pt x="1152219" y="92056"/>
                    <a:pt x="1150597" y="92056"/>
                  </a:cubicBezTo>
                  <a:cubicBezTo>
                    <a:pt x="1163578" y="87996"/>
                    <a:pt x="1181427" y="87184"/>
                    <a:pt x="1190351" y="97739"/>
                  </a:cubicBezTo>
                  <a:cubicBezTo>
                    <a:pt x="1192785" y="96927"/>
                    <a:pt x="1194408" y="94491"/>
                    <a:pt x="1196030" y="93679"/>
                  </a:cubicBezTo>
                  <a:cubicBezTo>
                    <a:pt x="1200087" y="93679"/>
                    <a:pt x="1200087" y="99362"/>
                    <a:pt x="1202521" y="100986"/>
                  </a:cubicBezTo>
                  <a:cubicBezTo>
                    <a:pt x="1243087" y="97739"/>
                    <a:pt x="1276351" y="105857"/>
                    <a:pt x="1315294" y="109105"/>
                  </a:cubicBezTo>
                  <a:cubicBezTo>
                    <a:pt x="1315294" y="111541"/>
                    <a:pt x="1315294" y="113976"/>
                    <a:pt x="1314482" y="116412"/>
                  </a:cubicBezTo>
                  <a:cubicBezTo>
                    <a:pt x="1325841" y="120471"/>
                    <a:pt x="1329086" y="110729"/>
                    <a:pt x="1337199" y="115600"/>
                  </a:cubicBezTo>
                  <a:cubicBezTo>
                    <a:pt x="1329897" y="109105"/>
                    <a:pt x="1363973" y="115600"/>
                    <a:pt x="1367218" y="122095"/>
                  </a:cubicBezTo>
                  <a:cubicBezTo>
                    <a:pt x="1368029" y="126966"/>
                    <a:pt x="1363973" y="126154"/>
                    <a:pt x="1363973" y="129402"/>
                  </a:cubicBezTo>
                  <a:cubicBezTo>
                    <a:pt x="1372086" y="129402"/>
                    <a:pt x="1377765" y="131838"/>
                    <a:pt x="1386689" y="130214"/>
                  </a:cubicBezTo>
                  <a:cubicBezTo>
                    <a:pt x="1383444" y="127778"/>
                    <a:pt x="1378576" y="127778"/>
                    <a:pt x="1373708" y="126966"/>
                  </a:cubicBezTo>
                  <a:cubicBezTo>
                    <a:pt x="1383444" y="122095"/>
                    <a:pt x="1399670" y="128590"/>
                    <a:pt x="1405350" y="127778"/>
                  </a:cubicBezTo>
                  <a:cubicBezTo>
                    <a:pt x="1407784" y="134273"/>
                    <a:pt x="1390746" y="128590"/>
                    <a:pt x="1389123" y="128590"/>
                  </a:cubicBezTo>
                  <a:cubicBezTo>
                    <a:pt x="1388312" y="135085"/>
                    <a:pt x="1396425" y="131026"/>
                    <a:pt x="1398859" y="133461"/>
                  </a:cubicBezTo>
                  <a:cubicBezTo>
                    <a:pt x="1391557" y="136709"/>
                    <a:pt x="1373708" y="144016"/>
                    <a:pt x="1367218" y="132650"/>
                  </a:cubicBezTo>
                  <a:cubicBezTo>
                    <a:pt x="1365595" y="132650"/>
                    <a:pt x="1365595" y="135897"/>
                    <a:pt x="1365595" y="138333"/>
                  </a:cubicBezTo>
                  <a:cubicBezTo>
                    <a:pt x="1338010" y="136709"/>
                    <a:pt x="1316105" y="127778"/>
                    <a:pt x="1286086" y="128590"/>
                  </a:cubicBezTo>
                  <a:cubicBezTo>
                    <a:pt x="1283652" y="136709"/>
                    <a:pt x="1296633" y="126966"/>
                    <a:pt x="1292577" y="137521"/>
                  </a:cubicBezTo>
                  <a:cubicBezTo>
                    <a:pt x="1296633" y="138333"/>
                    <a:pt x="1295822" y="132650"/>
                    <a:pt x="1299879" y="133461"/>
                  </a:cubicBezTo>
                  <a:cubicBezTo>
                    <a:pt x="1296633" y="142392"/>
                    <a:pt x="1312860" y="129402"/>
                    <a:pt x="1312048" y="139956"/>
                  </a:cubicBezTo>
                  <a:cubicBezTo>
                    <a:pt x="1311237" y="131026"/>
                    <a:pt x="1324218" y="136709"/>
                    <a:pt x="1330709" y="137521"/>
                  </a:cubicBezTo>
                  <a:cubicBezTo>
                    <a:pt x="1329897" y="139956"/>
                    <a:pt x="1328275" y="142392"/>
                    <a:pt x="1327463" y="144828"/>
                  </a:cubicBezTo>
                  <a:cubicBezTo>
                    <a:pt x="1335577" y="144828"/>
                    <a:pt x="1330709" y="139956"/>
                    <a:pt x="1335577" y="137521"/>
                  </a:cubicBezTo>
                  <a:cubicBezTo>
                    <a:pt x="1347746" y="140768"/>
                    <a:pt x="1362350" y="141580"/>
                    <a:pt x="1375331" y="143204"/>
                  </a:cubicBezTo>
                  <a:cubicBezTo>
                    <a:pt x="1363973" y="149699"/>
                    <a:pt x="1341256" y="133461"/>
                    <a:pt x="1333143" y="150511"/>
                  </a:cubicBezTo>
                  <a:cubicBezTo>
                    <a:pt x="1348558" y="139956"/>
                    <a:pt x="1376954" y="152947"/>
                    <a:pt x="1393180" y="152135"/>
                  </a:cubicBezTo>
                  <a:cubicBezTo>
                    <a:pt x="1379388" y="158630"/>
                    <a:pt x="1365595" y="150511"/>
                    <a:pt x="1351803" y="152135"/>
                  </a:cubicBezTo>
                  <a:cubicBezTo>
                    <a:pt x="1351803" y="157006"/>
                    <a:pt x="1359916" y="152135"/>
                    <a:pt x="1358293" y="159442"/>
                  </a:cubicBezTo>
                  <a:cubicBezTo>
                    <a:pt x="1346935" y="158630"/>
                    <a:pt x="1335577" y="157818"/>
                    <a:pt x="1322596" y="155382"/>
                  </a:cubicBezTo>
                  <a:cubicBezTo>
                    <a:pt x="1330709" y="164313"/>
                    <a:pt x="1348558" y="161065"/>
                    <a:pt x="1362350" y="162689"/>
                  </a:cubicBezTo>
                  <a:cubicBezTo>
                    <a:pt x="1382633" y="165936"/>
                    <a:pt x="1402916" y="172432"/>
                    <a:pt x="1419142" y="174867"/>
                  </a:cubicBezTo>
                  <a:cubicBezTo>
                    <a:pt x="1402104" y="183798"/>
                    <a:pt x="1380199" y="171620"/>
                    <a:pt x="1359916" y="175679"/>
                  </a:cubicBezTo>
                  <a:cubicBezTo>
                    <a:pt x="1375331" y="187045"/>
                    <a:pt x="1409406" y="182986"/>
                    <a:pt x="1428066" y="192729"/>
                  </a:cubicBezTo>
                  <a:cubicBezTo>
                    <a:pt x="1432934" y="191917"/>
                    <a:pt x="1440236" y="187045"/>
                    <a:pt x="1441047" y="195976"/>
                  </a:cubicBezTo>
                  <a:cubicBezTo>
                    <a:pt x="1374520" y="191917"/>
                    <a:pt x="1311237" y="176491"/>
                    <a:pt x="1245521" y="174055"/>
                  </a:cubicBezTo>
                  <a:cubicBezTo>
                    <a:pt x="1261747" y="185422"/>
                    <a:pt x="1300690" y="177303"/>
                    <a:pt x="1316105" y="195164"/>
                  </a:cubicBezTo>
                  <a:cubicBezTo>
                    <a:pt x="1317728" y="194352"/>
                    <a:pt x="1318539" y="189481"/>
                    <a:pt x="1316916" y="189481"/>
                  </a:cubicBezTo>
                  <a:cubicBezTo>
                    <a:pt x="1339633" y="182986"/>
                    <a:pt x="1352614" y="206530"/>
                    <a:pt x="1379388" y="204907"/>
                  </a:cubicBezTo>
                  <a:cubicBezTo>
                    <a:pt x="1363161" y="210590"/>
                    <a:pt x="1334765" y="200036"/>
                    <a:pt x="1319350" y="203283"/>
                  </a:cubicBezTo>
                  <a:cubicBezTo>
                    <a:pt x="1342067" y="213026"/>
                    <a:pt x="1375331" y="210590"/>
                    <a:pt x="1397237" y="221956"/>
                  </a:cubicBezTo>
                  <a:cubicBezTo>
                    <a:pt x="1397237" y="223580"/>
                    <a:pt x="1397237" y="226016"/>
                    <a:pt x="1396425" y="227639"/>
                  </a:cubicBezTo>
                  <a:cubicBezTo>
                    <a:pt x="1401293" y="221144"/>
                    <a:pt x="1407784" y="225204"/>
                    <a:pt x="1415085" y="226827"/>
                  </a:cubicBezTo>
                  <a:cubicBezTo>
                    <a:pt x="1415085" y="228451"/>
                    <a:pt x="1408595" y="230887"/>
                    <a:pt x="1413463" y="232511"/>
                  </a:cubicBezTo>
                  <a:cubicBezTo>
                    <a:pt x="1383444" y="230075"/>
                    <a:pt x="1342067" y="218709"/>
                    <a:pt x="1311237" y="216273"/>
                  </a:cubicBezTo>
                  <a:cubicBezTo>
                    <a:pt x="1317728" y="228451"/>
                    <a:pt x="1349369" y="218709"/>
                    <a:pt x="1346124" y="233323"/>
                  </a:cubicBezTo>
                  <a:cubicBezTo>
                    <a:pt x="1357482" y="228451"/>
                    <a:pt x="1359105" y="232511"/>
                    <a:pt x="1370463" y="232511"/>
                  </a:cubicBezTo>
                  <a:cubicBezTo>
                    <a:pt x="1369652" y="234946"/>
                    <a:pt x="1368029" y="237382"/>
                    <a:pt x="1367218" y="239818"/>
                  </a:cubicBezTo>
                  <a:cubicBezTo>
                    <a:pt x="1369652" y="238194"/>
                    <a:pt x="1372897" y="238194"/>
                    <a:pt x="1372086" y="232511"/>
                  </a:cubicBezTo>
                  <a:cubicBezTo>
                    <a:pt x="1381822" y="235758"/>
                    <a:pt x="1381822" y="247124"/>
                    <a:pt x="1380199" y="256055"/>
                  </a:cubicBezTo>
                  <a:cubicBezTo>
                    <a:pt x="1381822" y="255243"/>
                    <a:pt x="1382633" y="254432"/>
                    <a:pt x="1385067" y="254432"/>
                  </a:cubicBezTo>
                  <a:cubicBezTo>
                    <a:pt x="1386689" y="249560"/>
                    <a:pt x="1382633" y="251184"/>
                    <a:pt x="1381010" y="248748"/>
                  </a:cubicBezTo>
                  <a:cubicBezTo>
                    <a:pt x="1383444" y="243877"/>
                    <a:pt x="1388312" y="250372"/>
                    <a:pt x="1387501" y="256055"/>
                  </a:cubicBezTo>
                  <a:cubicBezTo>
                    <a:pt x="1392369" y="258491"/>
                    <a:pt x="1395614" y="246313"/>
                    <a:pt x="1394803" y="257679"/>
                  </a:cubicBezTo>
                  <a:cubicBezTo>
                    <a:pt x="1400482" y="256055"/>
                    <a:pt x="1396425" y="251996"/>
                    <a:pt x="1397237" y="246313"/>
                  </a:cubicBezTo>
                  <a:cubicBezTo>
                    <a:pt x="1403727" y="247124"/>
                    <a:pt x="1403727" y="253620"/>
                    <a:pt x="1402916" y="262550"/>
                  </a:cubicBezTo>
                  <a:cubicBezTo>
                    <a:pt x="1379388" y="257679"/>
                    <a:pt x="1359916" y="248748"/>
                    <a:pt x="1338822" y="251996"/>
                  </a:cubicBezTo>
                  <a:cubicBezTo>
                    <a:pt x="1341256" y="253620"/>
                    <a:pt x="1340444" y="257679"/>
                    <a:pt x="1344501" y="256867"/>
                  </a:cubicBezTo>
                  <a:cubicBezTo>
                    <a:pt x="1341256" y="272293"/>
                    <a:pt x="1325030" y="252808"/>
                    <a:pt x="1320162" y="269045"/>
                  </a:cubicBezTo>
                  <a:cubicBezTo>
                    <a:pt x="1316105" y="266610"/>
                    <a:pt x="1321784" y="259303"/>
                    <a:pt x="1325030" y="260115"/>
                  </a:cubicBezTo>
                  <a:cubicBezTo>
                    <a:pt x="1325030" y="253620"/>
                    <a:pt x="1317728" y="264986"/>
                    <a:pt x="1319350" y="256867"/>
                  </a:cubicBezTo>
                  <a:cubicBezTo>
                    <a:pt x="1316916" y="257679"/>
                    <a:pt x="1317728" y="262550"/>
                    <a:pt x="1313671" y="260927"/>
                  </a:cubicBezTo>
                  <a:cubicBezTo>
                    <a:pt x="1314482" y="262550"/>
                    <a:pt x="1316916" y="269857"/>
                    <a:pt x="1312048" y="268233"/>
                  </a:cubicBezTo>
                  <a:cubicBezTo>
                    <a:pt x="1310426" y="250372"/>
                    <a:pt x="1283652" y="254432"/>
                    <a:pt x="1267426" y="253620"/>
                  </a:cubicBezTo>
                  <a:cubicBezTo>
                    <a:pt x="1266615" y="256867"/>
                    <a:pt x="1268237" y="256867"/>
                    <a:pt x="1268237" y="259303"/>
                  </a:cubicBezTo>
                  <a:cubicBezTo>
                    <a:pt x="1269049" y="264986"/>
                    <a:pt x="1271483" y="257679"/>
                    <a:pt x="1273917" y="259303"/>
                  </a:cubicBezTo>
                  <a:cubicBezTo>
                    <a:pt x="1273917" y="262550"/>
                    <a:pt x="1274728" y="264986"/>
                    <a:pt x="1276351" y="266610"/>
                  </a:cubicBezTo>
                  <a:cubicBezTo>
                    <a:pt x="1275539" y="270669"/>
                    <a:pt x="1269049" y="267421"/>
                    <a:pt x="1265803" y="269045"/>
                  </a:cubicBezTo>
                  <a:cubicBezTo>
                    <a:pt x="1263370" y="268233"/>
                    <a:pt x="1266615" y="258491"/>
                    <a:pt x="1263370" y="258491"/>
                  </a:cubicBezTo>
                  <a:cubicBezTo>
                    <a:pt x="1256879" y="258491"/>
                    <a:pt x="1264181" y="264986"/>
                    <a:pt x="1260124" y="267421"/>
                  </a:cubicBezTo>
                  <a:cubicBezTo>
                    <a:pt x="1247143" y="272293"/>
                    <a:pt x="1246332" y="264174"/>
                    <a:pt x="1234162" y="268233"/>
                  </a:cubicBezTo>
                  <a:cubicBezTo>
                    <a:pt x="1234162" y="266610"/>
                    <a:pt x="1234162" y="264986"/>
                    <a:pt x="1234973" y="262550"/>
                  </a:cubicBezTo>
                  <a:cubicBezTo>
                    <a:pt x="1213068" y="270669"/>
                    <a:pt x="1195219" y="256867"/>
                    <a:pt x="1177370" y="257679"/>
                  </a:cubicBezTo>
                  <a:cubicBezTo>
                    <a:pt x="1172502" y="257679"/>
                    <a:pt x="1170068" y="263362"/>
                    <a:pt x="1166823" y="261738"/>
                  </a:cubicBezTo>
                  <a:cubicBezTo>
                    <a:pt x="1166012" y="260927"/>
                    <a:pt x="1165200" y="256867"/>
                    <a:pt x="1164389" y="256055"/>
                  </a:cubicBezTo>
                  <a:cubicBezTo>
                    <a:pt x="1161144" y="255243"/>
                    <a:pt x="1157087" y="259303"/>
                    <a:pt x="1153842" y="258491"/>
                  </a:cubicBezTo>
                  <a:cubicBezTo>
                    <a:pt x="1152219" y="257679"/>
                    <a:pt x="1151408" y="253620"/>
                    <a:pt x="1149785" y="252808"/>
                  </a:cubicBezTo>
                  <a:cubicBezTo>
                    <a:pt x="1146540" y="251996"/>
                    <a:pt x="1139238" y="257679"/>
                    <a:pt x="1135182" y="256867"/>
                  </a:cubicBezTo>
                  <a:cubicBezTo>
                    <a:pt x="1131125" y="256055"/>
                    <a:pt x="1131125" y="253620"/>
                    <a:pt x="1128691" y="251996"/>
                  </a:cubicBezTo>
                  <a:cubicBezTo>
                    <a:pt x="1125446" y="260927"/>
                    <a:pt x="1077578" y="248748"/>
                    <a:pt x="1063786" y="252808"/>
                  </a:cubicBezTo>
                  <a:cubicBezTo>
                    <a:pt x="1075956" y="262550"/>
                    <a:pt x="1085692" y="250372"/>
                    <a:pt x="1096239" y="262550"/>
                  </a:cubicBezTo>
                  <a:cubicBezTo>
                    <a:pt x="1096239" y="260927"/>
                    <a:pt x="1094616" y="260927"/>
                    <a:pt x="1093805" y="260927"/>
                  </a:cubicBezTo>
                  <a:cubicBezTo>
                    <a:pt x="1126257" y="258491"/>
                    <a:pt x="1173313" y="268233"/>
                    <a:pt x="1215502" y="272293"/>
                  </a:cubicBezTo>
                  <a:cubicBezTo>
                    <a:pt x="1207389" y="290966"/>
                    <a:pt x="1184672" y="268233"/>
                    <a:pt x="1176559" y="277164"/>
                  </a:cubicBezTo>
                  <a:cubicBezTo>
                    <a:pt x="1154653" y="275540"/>
                    <a:pt x="1144106" y="269045"/>
                    <a:pt x="1124635" y="273917"/>
                  </a:cubicBezTo>
                  <a:cubicBezTo>
                    <a:pt x="1127069" y="264174"/>
                    <a:pt x="1110842" y="276352"/>
                    <a:pt x="1106786" y="267421"/>
                  </a:cubicBezTo>
                  <a:cubicBezTo>
                    <a:pt x="1105163" y="272293"/>
                    <a:pt x="1098672" y="271481"/>
                    <a:pt x="1093805" y="271481"/>
                  </a:cubicBezTo>
                  <a:cubicBezTo>
                    <a:pt x="1096239" y="269045"/>
                    <a:pt x="1101106" y="267421"/>
                    <a:pt x="1102729" y="269045"/>
                  </a:cubicBezTo>
                  <a:cubicBezTo>
                    <a:pt x="1087314" y="262550"/>
                    <a:pt x="1067842" y="273105"/>
                    <a:pt x="1051616" y="261738"/>
                  </a:cubicBezTo>
                  <a:cubicBezTo>
                    <a:pt x="1049994" y="263362"/>
                    <a:pt x="1048371" y="265798"/>
                    <a:pt x="1048371" y="269045"/>
                  </a:cubicBezTo>
                  <a:cubicBezTo>
                    <a:pt x="1041880" y="266610"/>
                    <a:pt x="1038635" y="269045"/>
                    <a:pt x="1033767" y="267421"/>
                  </a:cubicBezTo>
                  <a:cubicBezTo>
                    <a:pt x="1035390" y="264986"/>
                    <a:pt x="1037824" y="263362"/>
                    <a:pt x="1041069" y="263362"/>
                  </a:cubicBezTo>
                  <a:cubicBezTo>
                    <a:pt x="1035390" y="259303"/>
                    <a:pt x="1031333" y="261738"/>
                    <a:pt x="1025654" y="260115"/>
                  </a:cubicBezTo>
                  <a:cubicBezTo>
                    <a:pt x="1024031" y="266610"/>
                    <a:pt x="1034579" y="260115"/>
                    <a:pt x="1032145" y="267421"/>
                  </a:cubicBezTo>
                  <a:cubicBezTo>
                    <a:pt x="1009428" y="264174"/>
                    <a:pt x="993201" y="262550"/>
                    <a:pt x="977787" y="262550"/>
                  </a:cubicBezTo>
                  <a:cubicBezTo>
                    <a:pt x="976975" y="256867"/>
                    <a:pt x="980221" y="256867"/>
                    <a:pt x="981032" y="253620"/>
                  </a:cubicBezTo>
                  <a:cubicBezTo>
                    <a:pt x="970485" y="258491"/>
                    <a:pt x="972107" y="251184"/>
                    <a:pt x="967239" y="248748"/>
                  </a:cubicBezTo>
                  <a:cubicBezTo>
                    <a:pt x="964805" y="250372"/>
                    <a:pt x="967239" y="251184"/>
                    <a:pt x="965617" y="256055"/>
                  </a:cubicBezTo>
                  <a:cubicBezTo>
                    <a:pt x="967239" y="262550"/>
                    <a:pt x="972919" y="254432"/>
                    <a:pt x="976975" y="259303"/>
                  </a:cubicBezTo>
                  <a:cubicBezTo>
                    <a:pt x="971296" y="268233"/>
                    <a:pt x="965617" y="256867"/>
                    <a:pt x="956692" y="260115"/>
                  </a:cubicBezTo>
                  <a:cubicBezTo>
                    <a:pt x="959126" y="254432"/>
                    <a:pt x="957504" y="255243"/>
                    <a:pt x="955881" y="251184"/>
                  </a:cubicBezTo>
                  <a:cubicBezTo>
                    <a:pt x="951013" y="251996"/>
                    <a:pt x="946957" y="254432"/>
                    <a:pt x="942900" y="251996"/>
                  </a:cubicBezTo>
                  <a:cubicBezTo>
                    <a:pt x="943711" y="247936"/>
                    <a:pt x="949391" y="251184"/>
                    <a:pt x="951824" y="249560"/>
                  </a:cubicBezTo>
                  <a:cubicBezTo>
                    <a:pt x="937221" y="239006"/>
                    <a:pt x="914504" y="243877"/>
                    <a:pt x="891787" y="243065"/>
                  </a:cubicBezTo>
                  <a:cubicBezTo>
                    <a:pt x="889353" y="243065"/>
                    <a:pt x="888542" y="239818"/>
                    <a:pt x="887730" y="239818"/>
                  </a:cubicBezTo>
                  <a:cubicBezTo>
                    <a:pt x="871504" y="237382"/>
                    <a:pt x="849599" y="246313"/>
                    <a:pt x="839052" y="238194"/>
                  </a:cubicBezTo>
                  <a:cubicBezTo>
                    <a:pt x="819580" y="239818"/>
                    <a:pt x="804976" y="240630"/>
                    <a:pt x="784693" y="238194"/>
                  </a:cubicBezTo>
                  <a:cubicBezTo>
                    <a:pt x="806599" y="252808"/>
                    <a:pt x="843920" y="234946"/>
                    <a:pt x="860957" y="255243"/>
                  </a:cubicBezTo>
                  <a:cubicBezTo>
                    <a:pt x="863391" y="252808"/>
                    <a:pt x="862580" y="249560"/>
                    <a:pt x="858523" y="249560"/>
                  </a:cubicBezTo>
                  <a:cubicBezTo>
                    <a:pt x="862580" y="242253"/>
                    <a:pt x="873127" y="251996"/>
                    <a:pt x="878806" y="247124"/>
                  </a:cubicBezTo>
                  <a:cubicBezTo>
                    <a:pt x="877183" y="249560"/>
                    <a:pt x="877995" y="250372"/>
                    <a:pt x="877995" y="252808"/>
                  </a:cubicBezTo>
                  <a:cubicBezTo>
                    <a:pt x="893410" y="244689"/>
                    <a:pt x="899089" y="253620"/>
                    <a:pt x="912881" y="247936"/>
                  </a:cubicBezTo>
                  <a:cubicBezTo>
                    <a:pt x="912070" y="254432"/>
                    <a:pt x="908825" y="247936"/>
                    <a:pt x="908013" y="251996"/>
                  </a:cubicBezTo>
                  <a:cubicBezTo>
                    <a:pt x="912881" y="254432"/>
                    <a:pt x="924240" y="253620"/>
                    <a:pt x="934787" y="256055"/>
                  </a:cubicBezTo>
                  <a:cubicBezTo>
                    <a:pt x="909636" y="263362"/>
                    <a:pt x="890164" y="250372"/>
                    <a:pt x="868259" y="258491"/>
                  </a:cubicBezTo>
                  <a:cubicBezTo>
                    <a:pt x="829316" y="253620"/>
                    <a:pt x="780637" y="256867"/>
                    <a:pt x="741694" y="254432"/>
                  </a:cubicBezTo>
                  <a:cubicBezTo>
                    <a:pt x="757920" y="264174"/>
                    <a:pt x="793618" y="260927"/>
                    <a:pt x="818769" y="262550"/>
                  </a:cubicBezTo>
                  <a:cubicBezTo>
                    <a:pt x="810656" y="272293"/>
                    <a:pt x="796052" y="261738"/>
                    <a:pt x="787939" y="267421"/>
                  </a:cubicBezTo>
                  <a:cubicBezTo>
                    <a:pt x="789561" y="269857"/>
                    <a:pt x="793618" y="270669"/>
                    <a:pt x="797675" y="270669"/>
                  </a:cubicBezTo>
                  <a:cubicBezTo>
                    <a:pt x="794429" y="276352"/>
                    <a:pt x="788750" y="269857"/>
                    <a:pt x="781448" y="271481"/>
                  </a:cubicBezTo>
                  <a:cubicBezTo>
                    <a:pt x="779826" y="271481"/>
                    <a:pt x="776580" y="277164"/>
                    <a:pt x="774958" y="277164"/>
                  </a:cubicBezTo>
                  <a:cubicBezTo>
                    <a:pt x="770901" y="277976"/>
                    <a:pt x="762788" y="267421"/>
                    <a:pt x="757920" y="277976"/>
                  </a:cubicBezTo>
                  <a:cubicBezTo>
                    <a:pt x="758731" y="269045"/>
                    <a:pt x="742505" y="282035"/>
                    <a:pt x="738449" y="273105"/>
                  </a:cubicBezTo>
                  <a:cubicBezTo>
                    <a:pt x="736826" y="273105"/>
                    <a:pt x="736826" y="276352"/>
                    <a:pt x="736826" y="278788"/>
                  </a:cubicBezTo>
                  <a:cubicBezTo>
                    <a:pt x="663808" y="267421"/>
                    <a:pt x="568072" y="274729"/>
                    <a:pt x="475582" y="283659"/>
                  </a:cubicBezTo>
                  <a:cubicBezTo>
                    <a:pt x="483695" y="287718"/>
                    <a:pt x="499922" y="290154"/>
                    <a:pt x="505601" y="286095"/>
                  </a:cubicBezTo>
                  <a:cubicBezTo>
                    <a:pt x="511280" y="286095"/>
                    <a:pt x="511280" y="293402"/>
                    <a:pt x="512092" y="295026"/>
                  </a:cubicBezTo>
                  <a:cubicBezTo>
                    <a:pt x="502356" y="293402"/>
                    <a:pt x="494243" y="289342"/>
                    <a:pt x="486129" y="297461"/>
                  </a:cubicBezTo>
                  <a:cubicBezTo>
                    <a:pt x="467469" y="292590"/>
                    <a:pt x="440696" y="303144"/>
                    <a:pt x="414734" y="305580"/>
                  </a:cubicBezTo>
                  <a:cubicBezTo>
                    <a:pt x="419602" y="295837"/>
                    <a:pt x="409054" y="310451"/>
                    <a:pt x="407432" y="302332"/>
                  </a:cubicBezTo>
                  <a:cubicBezTo>
                    <a:pt x="405809" y="303956"/>
                    <a:pt x="410677" y="311263"/>
                    <a:pt x="406621" y="316946"/>
                  </a:cubicBezTo>
                  <a:cubicBezTo>
                    <a:pt x="399319" y="310451"/>
                    <a:pt x="400941" y="325877"/>
                    <a:pt x="386338" y="313699"/>
                  </a:cubicBezTo>
                  <a:cubicBezTo>
                    <a:pt x="382281" y="312075"/>
                    <a:pt x="380658" y="325065"/>
                    <a:pt x="379036" y="319382"/>
                  </a:cubicBezTo>
                  <a:cubicBezTo>
                    <a:pt x="374168" y="319382"/>
                    <a:pt x="378225" y="315323"/>
                    <a:pt x="376602" y="308827"/>
                  </a:cubicBezTo>
                  <a:cubicBezTo>
                    <a:pt x="370923" y="311263"/>
                    <a:pt x="368489" y="309639"/>
                    <a:pt x="365244" y="311263"/>
                  </a:cubicBezTo>
                  <a:cubicBezTo>
                    <a:pt x="365244" y="315323"/>
                    <a:pt x="372545" y="312075"/>
                    <a:pt x="374979" y="312887"/>
                  </a:cubicBezTo>
                  <a:cubicBezTo>
                    <a:pt x="374168" y="314511"/>
                    <a:pt x="372545" y="317758"/>
                    <a:pt x="374168" y="318570"/>
                  </a:cubicBezTo>
                  <a:cubicBezTo>
                    <a:pt x="365244" y="319382"/>
                    <a:pt x="353885" y="321818"/>
                    <a:pt x="346583" y="321818"/>
                  </a:cubicBezTo>
                  <a:cubicBezTo>
                    <a:pt x="353074" y="316946"/>
                    <a:pt x="356319" y="317758"/>
                    <a:pt x="362810" y="315323"/>
                  </a:cubicBezTo>
                  <a:cubicBezTo>
                    <a:pt x="351451" y="308827"/>
                    <a:pt x="322244" y="317758"/>
                    <a:pt x="305206" y="313699"/>
                  </a:cubicBezTo>
                  <a:cubicBezTo>
                    <a:pt x="303584" y="312887"/>
                    <a:pt x="301961" y="317758"/>
                    <a:pt x="300338" y="317758"/>
                  </a:cubicBezTo>
                  <a:cubicBezTo>
                    <a:pt x="298716" y="317758"/>
                    <a:pt x="296282" y="313699"/>
                    <a:pt x="294659" y="314511"/>
                  </a:cubicBezTo>
                  <a:cubicBezTo>
                    <a:pt x="290602" y="315323"/>
                    <a:pt x="293848" y="318570"/>
                    <a:pt x="289791" y="320194"/>
                  </a:cubicBezTo>
                  <a:cubicBezTo>
                    <a:pt x="281678" y="324253"/>
                    <a:pt x="270320" y="316134"/>
                    <a:pt x="261395" y="319382"/>
                  </a:cubicBezTo>
                  <a:cubicBezTo>
                    <a:pt x="258961" y="326689"/>
                    <a:pt x="246791" y="324253"/>
                    <a:pt x="239490" y="321818"/>
                  </a:cubicBezTo>
                  <a:cubicBezTo>
                    <a:pt x="244358" y="325065"/>
                    <a:pt x="238678" y="327501"/>
                    <a:pt x="237867" y="321818"/>
                  </a:cubicBezTo>
                  <a:cubicBezTo>
                    <a:pt x="234622" y="325065"/>
                    <a:pt x="207037" y="333996"/>
                    <a:pt x="201358" y="328313"/>
                  </a:cubicBezTo>
                  <a:cubicBezTo>
                    <a:pt x="182698" y="336431"/>
                    <a:pt x="156735" y="338867"/>
                    <a:pt x="134019" y="338055"/>
                  </a:cubicBezTo>
                  <a:cubicBezTo>
                    <a:pt x="110491" y="337243"/>
                    <a:pt x="79661" y="344550"/>
                    <a:pt x="65057" y="340491"/>
                  </a:cubicBezTo>
                  <a:cubicBezTo>
                    <a:pt x="55321" y="338055"/>
                    <a:pt x="49642" y="325065"/>
                    <a:pt x="36661" y="332372"/>
                  </a:cubicBezTo>
                  <a:cubicBezTo>
                    <a:pt x="35849" y="330748"/>
                    <a:pt x="35038" y="328313"/>
                    <a:pt x="35849" y="325065"/>
                  </a:cubicBezTo>
                  <a:cubicBezTo>
                    <a:pt x="10699" y="328313"/>
                    <a:pt x="4208" y="309639"/>
                    <a:pt x="152" y="288530"/>
                  </a:cubicBezTo>
                  <a:cubicBezTo>
                    <a:pt x="-1471" y="274729"/>
                    <a:pt x="10699" y="256055"/>
                    <a:pt x="152" y="250372"/>
                  </a:cubicBezTo>
                  <a:cubicBezTo>
                    <a:pt x="3397" y="241441"/>
                    <a:pt x="3397" y="234946"/>
                    <a:pt x="10699" y="228451"/>
                  </a:cubicBezTo>
                  <a:cubicBezTo>
                    <a:pt x="6642" y="211402"/>
                    <a:pt x="-2282" y="195976"/>
                    <a:pt x="13944" y="181362"/>
                  </a:cubicBezTo>
                  <a:cubicBezTo>
                    <a:pt x="13944" y="175679"/>
                    <a:pt x="6642" y="187045"/>
                    <a:pt x="8265" y="178115"/>
                  </a:cubicBezTo>
                  <a:cubicBezTo>
                    <a:pt x="13133" y="178927"/>
                    <a:pt x="15567" y="174867"/>
                    <a:pt x="17189" y="170808"/>
                  </a:cubicBezTo>
                  <a:cubicBezTo>
                    <a:pt x="13944" y="167560"/>
                    <a:pt x="10699" y="158630"/>
                    <a:pt x="17189" y="154570"/>
                  </a:cubicBezTo>
                  <a:cubicBezTo>
                    <a:pt x="17189" y="151323"/>
                    <a:pt x="12321" y="153758"/>
                    <a:pt x="11510" y="151323"/>
                  </a:cubicBezTo>
                  <a:cubicBezTo>
                    <a:pt x="14755" y="146451"/>
                    <a:pt x="10699" y="144016"/>
                    <a:pt x="13944" y="138333"/>
                  </a:cubicBezTo>
                  <a:cubicBezTo>
                    <a:pt x="14755" y="139145"/>
                    <a:pt x="16378" y="139956"/>
                    <a:pt x="18001" y="139956"/>
                  </a:cubicBezTo>
                  <a:cubicBezTo>
                    <a:pt x="3397" y="101798"/>
                    <a:pt x="67491" y="90432"/>
                    <a:pt x="97509" y="82313"/>
                  </a:cubicBezTo>
                  <a:cubicBezTo>
                    <a:pt x="141320" y="70135"/>
                    <a:pt x="183509" y="52273"/>
                    <a:pt x="230565" y="40907"/>
                  </a:cubicBezTo>
                  <a:cubicBezTo>
                    <a:pt x="293036" y="25481"/>
                    <a:pt x="342527" y="22234"/>
                    <a:pt x="400130" y="9244"/>
                  </a:cubicBezTo>
                  <a:cubicBezTo>
                    <a:pt x="416356" y="12491"/>
                    <a:pt x="439884" y="4372"/>
                    <a:pt x="459356" y="3561"/>
                  </a:cubicBezTo>
                  <a:cubicBezTo>
                    <a:pt x="458545" y="9244"/>
                    <a:pt x="457733" y="10056"/>
                    <a:pt x="450432" y="9244"/>
                  </a:cubicBezTo>
                  <a:cubicBezTo>
                    <a:pt x="456111" y="11679"/>
                    <a:pt x="454488" y="14115"/>
                    <a:pt x="455299" y="19798"/>
                  </a:cubicBezTo>
                  <a:cubicBezTo>
                    <a:pt x="456922" y="2749"/>
                    <a:pt x="476394" y="-3746"/>
                    <a:pt x="490997" y="3561"/>
                  </a:cubicBezTo>
                  <a:cubicBezTo>
                    <a:pt x="486129" y="-1311"/>
                    <a:pt x="487752" y="-499"/>
                    <a:pt x="475582" y="1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70E274F1-AA3A-57E8-67D6-B5C02B15046C}"/>
                </a:ext>
              </a:extLst>
            </p:cNvPr>
            <p:cNvSpPr/>
            <p:nvPr/>
          </p:nvSpPr>
          <p:spPr>
            <a:xfrm>
              <a:off x="3165821" y="2912150"/>
              <a:ext cx="16226" cy="4839"/>
            </a:xfrm>
            <a:custGeom>
              <a:avLst/>
              <a:gdLst>
                <a:gd name="connsiteX0" fmla="*/ 0 w 16226"/>
                <a:gd name="connsiteY0" fmla="*/ 4839 h 4839"/>
                <a:gd name="connsiteX1" fmla="*/ 16226 w 16226"/>
                <a:gd name="connsiteY1" fmla="*/ 2404 h 4839"/>
                <a:gd name="connsiteX2" fmla="*/ 0 w 16226"/>
                <a:gd name="connsiteY2" fmla="*/ 4839 h 4839"/>
              </a:gdLst>
              <a:ahLst/>
              <a:cxnLst>
                <a:cxn ang="0">
                  <a:pos x="connsiteX0" y="connsiteY0"/>
                </a:cxn>
                <a:cxn ang="0">
                  <a:pos x="connsiteX1" y="connsiteY1"/>
                </a:cxn>
                <a:cxn ang="0">
                  <a:pos x="connsiteX2" y="connsiteY2"/>
                </a:cxn>
              </a:cxnLst>
              <a:rect l="l" t="t" r="r" b="b"/>
              <a:pathLst>
                <a:path w="16226" h="4839">
                  <a:moveTo>
                    <a:pt x="0" y="4839"/>
                  </a:moveTo>
                  <a:cubicBezTo>
                    <a:pt x="2434" y="-4903"/>
                    <a:pt x="9736" y="3215"/>
                    <a:pt x="16226" y="2404"/>
                  </a:cubicBezTo>
                  <a:cubicBezTo>
                    <a:pt x="10547" y="7275"/>
                    <a:pt x="5679" y="1592"/>
                    <a:pt x="0" y="483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E85D5407-7ABF-FB3D-D221-F3AB14E786E6}"/>
                </a:ext>
              </a:extLst>
            </p:cNvPr>
            <p:cNvSpPr/>
            <p:nvPr/>
          </p:nvSpPr>
          <p:spPr>
            <a:xfrm>
              <a:off x="3203141" y="2915285"/>
              <a:ext cx="11358" cy="5110"/>
            </a:xfrm>
            <a:custGeom>
              <a:avLst/>
              <a:gdLst>
                <a:gd name="connsiteX0" fmla="*/ 0 w 11358"/>
                <a:gd name="connsiteY0" fmla="*/ 81 h 5110"/>
                <a:gd name="connsiteX1" fmla="*/ 7302 w 11358"/>
                <a:gd name="connsiteY1" fmla="*/ 81 h 5110"/>
                <a:gd name="connsiteX2" fmla="*/ 11358 w 11358"/>
                <a:gd name="connsiteY2" fmla="*/ 3328 h 5110"/>
                <a:gd name="connsiteX3" fmla="*/ 0 w 11358"/>
                <a:gd name="connsiteY3" fmla="*/ 81 h 5110"/>
              </a:gdLst>
              <a:ahLst/>
              <a:cxnLst>
                <a:cxn ang="0">
                  <a:pos x="connsiteX0" y="connsiteY0"/>
                </a:cxn>
                <a:cxn ang="0">
                  <a:pos x="connsiteX1" y="connsiteY1"/>
                </a:cxn>
                <a:cxn ang="0">
                  <a:pos x="connsiteX2" y="connsiteY2"/>
                </a:cxn>
                <a:cxn ang="0">
                  <a:pos x="connsiteX3" y="connsiteY3"/>
                </a:cxn>
              </a:cxnLst>
              <a:rect l="l" t="t" r="r" b="b"/>
              <a:pathLst>
                <a:path w="11358" h="5110">
                  <a:moveTo>
                    <a:pt x="0" y="81"/>
                  </a:moveTo>
                  <a:cubicBezTo>
                    <a:pt x="2434" y="-731"/>
                    <a:pt x="5679" y="4952"/>
                    <a:pt x="7302" y="81"/>
                  </a:cubicBezTo>
                  <a:cubicBezTo>
                    <a:pt x="8925" y="893"/>
                    <a:pt x="8113" y="4140"/>
                    <a:pt x="11358" y="3328"/>
                  </a:cubicBezTo>
                  <a:cubicBezTo>
                    <a:pt x="9736" y="3328"/>
                    <a:pt x="0" y="9012"/>
                    <a:pt x="0" y="8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 name="Freeform 48">
              <a:extLst>
                <a:ext uri="{FF2B5EF4-FFF2-40B4-BE49-F238E27FC236}">
                  <a16:creationId xmlns:a16="http://schemas.microsoft.com/office/drawing/2014/main" id="{E6B5530E-B7AE-2344-7542-63DDF57438F8}"/>
                </a:ext>
              </a:extLst>
            </p:cNvPr>
            <p:cNvSpPr/>
            <p:nvPr/>
          </p:nvSpPr>
          <p:spPr>
            <a:xfrm>
              <a:off x="3243469" y="2922477"/>
              <a:ext cx="16464" cy="12157"/>
            </a:xfrm>
            <a:custGeom>
              <a:avLst/>
              <a:gdLst>
                <a:gd name="connsiteX0" fmla="*/ 3483 w 16464"/>
                <a:gd name="connsiteY0" fmla="*/ 9126 h 12157"/>
                <a:gd name="connsiteX1" fmla="*/ 238 w 16464"/>
                <a:gd name="connsiteY1" fmla="*/ 195 h 12157"/>
                <a:gd name="connsiteX2" fmla="*/ 16464 w 16464"/>
                <a:gd name="connsiteY2" fmla="*/ 10750 h 12157"/>
                <a:gd name="connsiteX3" fmla="*/ 3483 w 16464"/>
                <a:gd name="connsiteY3" fmla="*/ 9126 h 12157"/>
              </a:gdLst>
              <a:ahLst/>
              <a:cxnLst>
                <a:cxn ang="0">
                  <a:pos x="connsiteX0" y="connsiteY0"/>
                </a:cxn>
                <a:cxn ang="0">
                  <a:pos x="connsiteX1" y="connsiteY1"/>
                </a:cxn>
                <a:cxn ang="0">
                  <a:pos x="connsiteX2" y="connsiteY2"/>
                </a:cxn>
                <a:cxn ang="0">
                  <a:pos x="connsiteX3" y="connsiteY3"/>
                </a:cxn>
              </a:cxnLst>
              <a:rect l="l" t="t" r="r" b="b"/>
              <a:pathLst>
                <a:path w="16464" h="12157">
                  <a:moveTo>
                    <a:pt x="3483" y="9126"/>
                  </a:moveTo>
                  <a:cubicBezTo>
                    <a:pt x="5917" y="2631"/>
                    <a:pt x="-1385" y="6691"/>
                    <a:pt x="238" y="195"/>
                  </a:cubicBezTo>
                  <a:cubicBezTo>
                    <a:pt x="9974" y="-1428"/>
                    <a:pt x="10785" y="7502"/>
                    <a:pt x="16464" y="10750"/>
                  </a:cubicBezTo>
                  <a:cubicBezTo>
                    <a:pt x="11596" y="16433"/>
                    <a:pt x="9162" y="2631"/>
                    <a:pt x="3483" y="912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9461BCC8-7798-E1A4-730C-A6A6684FBB38}"/>
                </a:ext>
              </a:extLst>
            </p:cNvPr>
            <p:cNvSpPr/>
            <p:nvPr/>
          </p:nvSpPr>
          <p:spPr>
            <a:xfrm>
              <a:off x="3265612" y="2926514"/>
              <a:ext cx="42999" cy="4780"/>
            </a:xfrm>
            <a:custGeom>
              <a:avLst/>
              <a:gdLst>
                <a:gd name="connsiteX0" fmla="*/ 0 w 42999"/>
                <a:gd name="connsiteY0" fmla="*/ 1030 h 4780"/>
                <a:gd name="connsiteX1" fmla="*/ 43000 w 42999"/>
                <a:gd name="connsiteY1" fmla="*/ 2654 h 4780"/>
                <a:gd name="connsiteX2" fmla="*/ 0 w 42999"/>
                <a:gd name="connsiteY2" fmla="*/ 1030 h 4780"/>
              </a:gdLst>
              <a:ahLst/>
              <a:cxnLst>
                <a:cxn ang="0">
                  <a:pos x="connsiteX0" y="connsiteY0"/>
                </a:cxn>
                <a:cxn ang="0">
                  <a:pos x="connsiteX1" y="connsiteY1"/>
                </a:cxn>
                <a:cxn ang="0">
                  <a:pos x="connsiteX2" y="connsiteY2"/>
                </a:cxn>
              </a:cxnLst>
              <a:rect l="l" t="t" r="r" b="b"/>
              <a:pathLst>
                <a:path w="42999" h="4780">
                  <a:moveTo>
                    <a:pt x="0" y="1030"/>
                  </a:moveTo>
                  <a:cubicBezTo>
                    <a:pt x="13792" y="-1405"/>
                    <a:pt x="30019" y="1030"/>
                    <a:pt x="43000" y="2654"/>
                  </a:cubicBezTo>
                  <a:cubicBezTo>
                    <a:pt x="35698" y="6714"/>
                    <a:pt x="7302" y="4278"/>
                    <a:pt x="0" y="103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8D16988C-9C25-AAE9-00C6-FE54E92916F5}"/>
                </a:ext>
              </a:extLst>
            </p:cNvPr>
            <p:cNvSpPr/>
            <p:nvPr/>
          </p:nvSpPr>
          <p:spPr>
            <a:xfrm>
              <a:off x="3295717" y="2946669"/>
              <a:ext cx="13706" cy="2343"/>
            </a:xfrm>
            <a:custGeom>
              <a:avLst/>
              <a:gdLst>
                <a:gd name="connsiteX0" fmla="*/ 13706 w 13706"/>
                <a:gd name="connsiteY0" fmla="*/ 1172 h 2343"/>
                <a:gd name="connsiteX1" fmla="*/ 13706 w 13706"/>
                <a:gd name="connsiteY1" fmla="*/ 1172 h 2343"/>
              </a:gdLst>
              <a:ahLst/>
              <a:cxnLst>
                <a:cxn ang="0">
                  <a:pos x="connsiteX0" y="connsiteY0"/>
                </a:cxn>
                <a:cxn ang="0">
                  <a:pos x="connsiteX1" y="connsiteY1"/>
                </a:cxn>
              </a:cxnLst>
              <a:rect l="l" t="t" r="r" b="b"/>
              <a:pathLst>
                <a:path w="13706" h="2343">
                  <a:moveTo>
                    <a:pt x="13706" y="1172"/>
                  </a:moveTo>
                  <a:cubicBezTo>
                    <a:pt x="-5765" y="5231"/>
                    <a:pt x="-3332" y="-2888"/>
                    <a:pt x="13706" y="117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DC9571CC-EEDA-C67B-1E09-118839113B5B}"/>
                </a:ext>
              </a:extLst>
            </p:cNvPr>
            <p:cNvSpPr/>
            <p:nvPr/>
          </p:nvSpPr>
          <p:spPr>
            <a:xfrm>
              <a:off x="3624214" y="3052989"/>
              <a:ext cx="23528" cy="7964"/>
            </a:xfrm>
            <a:custGeom>
              <a:avLst/>
              <a:gdLst>
                <a:gd name="connsiteX0" fmla="*/ 23528 w 23528"/>
                <a:gd name="connsiteY0" fmla="*/ 3644 h 7964"/>
                <a:gd name="connsiteX1" fmla="*/ 20283 w 23528"/>
                <a:gd name="connsiteY1" fmla="*/ 3644 h 7964"/>
                <a:gd name="connsiteX2" fmla="*/ 18660 w 23528"/>
                <a:gd name="connsiteY2" fmla="*/ 7704 h 7964"/>
                <a:gd name="connsiteX3" fmla="*/ 0 w 23528"/>
                <a:gd name="connsiteY3" fmla="*/ 2832 h 7964"/>
                <a:gd name="connsiteX4" fmla="*/ 15415 w 23528"/>
                <a:gd name="connsiteY4" fmla="*/ 6080 h 7964"/>
                <a:gd name="connsiteX5" fmla="*/ 23528 w 23528"/>
                <a:gd name="connsiteY5" fmla="*/ 3644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8" h="7964">
                  <a:moveTo>
                    <a:pt x="23528" y="3644"/>
                  </a:moveTo>
                  <a:cubicBezTo>
                    <a:pt x="22717" y="6080"/>
                    <a:pt x="20283" y="5268"/>
                    <a:pt x="20283" y="3644"/>
                  </a:cubicBezTo>
                  <a:cubicBezTo>
                    <a:pt x="18660" y="3644"/>
                    <a:pt x="18660" y="6080"/>
                    <a:pt x="18660" y="7704"/>
                  </a:cubicBezTo>
                  <a:cubicBezTo>
                    <a:pt x="9736" y="9327"/>
                    <a:pt x="6491" y="2832"/>
                    <a:pt x="0" y="2832"/>
                  </a:cubicBezTo>
                  <a:cubicBezTo>
                    <a:pt x="0" y="-2039"/>
                    <a:pt x="16226" y="-415"/>
                    <a:pt x="15415" y="6080"/>
                  </a:cubicBezTo>
                  <a:cubicBezTo>
                    <a:pt x="19472" y="2832"/>
                    <a:pt x="19472" y="2021"/>
                    <a:pt x="23528" y="364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993DB35B-76F9-39F3-7B96-39FF904F0067}"/>
                </a:ext>
              </a:extLst>
            </p:cNvPr>
            <p:cNvSpPr/>
            <p:nvPr/>
          </p:nvSpPr>
          <p:spPr>
            <a:xfrm>
              <a:off x="3687496" y="3060584"/>
              <a:ext cx="11358" cy="9251"/>
            </a:xfrm>
            <a:custGeom>
              <a:avLst/>
              <a:gdLst>
                <a:gd name="connsiteX0" fmla="*/ 3245 w 11358"/>
                <a:gd name="connsiteY0" fmla="*/ 109 h 9251"/>
                <a:gd name="connsiteX1" fmla="*/ 10547 w 11358"/>
                <a:gd name="connsiteY1" fmla="*/ 1732 h 9251"/>
                <a:gd name="connsiteX2" fmla="*/ 3245 w 11358"/>
                <a:gd name="connsiteY2" fmla="*/ 4168 h 9251"/>
                <a:gd name="connsiteX3" fmla="*/ 11358 w 11358"/>
                <a:gd name="connsiteY3" fmla="*/ 7415 h 9251"/>
                <a:gd name="connsiteX4" fmla="*/ 0 w 11358"/>
                <a:gd name="connsiteY4" fmla="*/ 8227 h 9251"/>
                <a:gd name="connsiteX5" fmla="*/ 3245 w 11358"/>
                <a:gd name="connsiteY5" fmla="*/ 109 h 9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8" h="9251">
                  <a:moveTo>
                    <a:pt x="3245" y="109"/>
                  </a:moveTo>
                  <a:cubicBezTo>
                    <a:pt x="6490" y="-703"/>
                    <a:pt x="6490" y="3356"/>
                    <a:pt x="10547" y="1732"/>
                  </a:cubicBezTo>
                  <a:cubicBezTo>
                    <a:pt x="10547" y="5792"/>
                    <a:pt x="5679" y="2544"/>
                    <a:pt x="3245" y="4168"/>
                  </a:cubicBezTo>
                  <a:cubicBezTo>
                    <a:pt x="4868" y="6604"/>
                    <a:pt x="8113" y="7415"/>
                    <a:pt x="11358" y="7415"/>
                  </a:cubicBezTo>
                  <a:cubicBezTo>
                    <a:pt x="7302" y="11475"/>
                    <a:pt x="2434" y="7415"/>
                    <a:pt x="0" y="8227"/>
                  </a:cubicBezTo>
                  <a:cubicBezTo>
                    <a:pt x="0" y="3356"/>
                    <a:pt x="4057" y="4980"/>
                    <a:pt x="3245" y="1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 name="Freeform 53">
              <a:extLst>
                <a:ext uri="{FF2B5EF4-FFF2-40B4-BE49-F238E27FC236}">
                  <a16:creationId xmlns:a16="http://schemas.microsoft.com/office/drawing/2014/main" id="{E6983BCD-3A40-9DE8-21EB-483764EBAA8F}"/>
                </a:ext>
              </a:extLst>
            </p:cNvPr>
            <p:cNvSpPr/>
            <p:nvPr/>
          </p:nvSpPr>
          <p:spPr>
            <a:xfrm>
              <a:off x="3638817" y="3109697"/>
              <a:ext cx="11358" cy="6238"/>
            </a:xfrm>
            <a:custGeom>
              <a:avLst/>
              <a:gdLst>
                <a:gd name="connsiteX0" fmla="*/ 0 w 11358"/>
                <a:gd name="connsiteY0" fmla="*/ 3768 h 6238"/>
                <a:gd name="connsiteX1" fmla="*/ 11358 w 11358"/>
                <a:gd name="connsiteY1" fmla="*/ 5391 h 6238"/>
                <a:gd name="connsiteX2" fmla="*/ 0 w 11358"/>
                <a:gd name="connsiteY2" fmla="*/ 3768 h 6238"/>
              </a:gdLst>
              <a:ahLst/>
              <a:cxnLst>
                <a:cxn ang="0">
                  <a:pos x="connsiteX0" y="connsiteY0"/>
                </a:cxn>
                <a:cxn ang="0">
                  <a:pos x="connsiteX1" y="connsiteY1"/>
                </a:cxn>
                <a:cxn ang="0">
                  <a:pos x="connsiteX2" y="connsiteY2"/>
                </a:cxn>
              </a:cxnLst>
              <a:rect l="l" t="t" r="r" b="b"/>
              <a:pathLst>
                <a:path w="11358" h="6238">
                  <a:moveTo>
                    <a:pt x="0" y="3768"/>
                  </a:moveTo>
                  <a:cubicBezTo>
                    <a:pt x="2434" y="-3539"/>
                    <a:pt x="10547" y="1332"/>
                    <a:pt x="11358" y="5391"/>
                  </a:cubicBezTo>
                  <a:cubicBezTo>
                    <a:pt x="9736" y="8639"/>
                    <a:pt x="5679" y="1332"/>
                    <a:pt x="0" y="376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E6FB40C1-E0B7-7CD1-31FC-0F4D4F5B3523}"/>
                </a:ext>
              </a:extLst>
            </p:cNvPr>
            <p:cNvSpPr/>
            <p:nvPr/>
          </p:nvSpPr>
          <p:spPr>
            <a:xfrm>
              <a:off x="3651798" y="3109405"/>
              <a:ext cx="5679" cy="7970"/>
            </a:xfrm>
            <a:custGeom>
              <a:avLst/>
              <a:gdLst>
                <a:gd name="connsiteX0" fmla="*/ 0 w 5679"/>
                <a:gd name="connsiteY0" fmla="*/ 7307 h 7970"/>
                <a:gd name="connsiteX1" fmla="*/ 1622 w 5679"/>
                <a:gd name="connsiteY1" fmla="*/ 0 h 7970"/>
                <a:gd name="connsiteX2" fmla="*/ 5679 w 5679"/>
                <a:gd name="connsiteY2" fmla="*/ 3247 h 7970"/>
                <a:gd name="connsiteX3" fmla="*/ 2434 w 5679"/>
                <a:gd name="connsiteY3" fmla="*/ 4871 h 7970"/>
                <a:gd name="connsiteX4" fmla="*/ 4057 w 5679"/>
                <a:gd name="connsiteY4" fmla="*/ 6495 h 7970"/>
                <a:gd name="connsiteX5" fmla="*/ 0 w 5679"/>
                <a:gd name="connsiteY5" fmla="*/ 7307 h 7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9" h="7970">
                  <a:moveTo>
                    <a:pt x="0" y="7307"/>
                  </a:moveTo>
                  <a:cubicBezTo>
                    <a:pt x="0" y="3247"/>
                    <a:pt x="1622" y="2436"/>
                    <a:pt x="1622" y="0"/>
                  </a:cubicBezTo>
                  <a:cubicBezTo>
                    <a:pt x="3245" y="812"/>
                    <a:pt x="4057" y="3247"/>
                    <a:pt x="5679" y="3247"/>
                  </a:cubicBezTo>
                  <a:cubicBezTo>
                    <a:pt x="5679" y="4871"/>
                    <a:pt x="4057" y="4871"/>
                    <a:pt x="2434" y="4871"/>
                  </a:cubicBezTo>
                  <a:cubicBezTo>
                    <a:pt x="2434" y="6495"/>
                    <a:pt x="3245" y="6495"/>
                    <a:pt x="4057" y="6495"/>
                  </a:cubicBezTo>
                  <a:cubicBezTo>
                    <a:pt x="3245" y="9743"/>
                    <a:pt x="2434" y="6495"/>
                    <a:pt x="0" y="73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46B28562-E47B-DD4C-4A01-229006E0AEC8}"/>
                </a:ext>
              </a:extLst>
            </p:cNvPr>
            <p:cNvSpPr/>
            <p:nvPr/>
          </p:nvSpPr>
          <p:spPr>
            <a:xfrm>
              <a:off x="3168254" y="3145693"/>
              <a:ext cx="240149" cy="29794"/>
            </a:xfrm>
            <a:custGeom>
              <a:avLst/>
              <a:gdLst>
                <a:gd name="connsiteX0" fmla="*/ 185791 w 240149"/>
                <a:gd name="connsiteY0" fmla="*/ 22167 h 29794"/>
                <a:gd name="connsiteX1" fmla="*/ 196338 w 240149"/>
                <a:gd name="connsiteY1" fmla="*/ 19731 h 29794"/>
                <a:gd name="connsiteX2" fmla="*/ 185791 w 240149"/>
                <a:gd name="connsiteY2" fmla="*/ 22167 h 29794"/>
                <a:gd name="connsiteX3" fmla="*/ 184980 w 240149"/>
                <a:gd name="connsiteY3" fmla="*/ 18920 h 29794"/>
                <a:gd name="connsiteX4" fmla="*/ 175244 w 240149"/>
                <a:gd name="connsiteY4" fmla="*/ 17296 h 29794"/>
                <a:gd name="connsiteX5" fmla="*/ 184980 w 240149"/>
                <a:gd name="connsiteY5" fmla="*/ 18920 h 29794"/>
                <a:gd name="connsiteX6" fmla="*/ 151716 w 240149"/>
                <a:gd name="connsiteY6" fmla="*/ 18108 h 29794"/>
                <a:gd name="connsiteX7" fmla="*/ 163074 w 240149"/>
                <a:gd name="connsiteY7" fmla="*/ 15672 h 29794"/>
                <a:gd name="connsiteX8" fmla="*/ 151716 w 240149"/>
                <a:gd name="connsiteY8" fmla="*/ 18108 h 29794"/>
                <a:gd name="connsiteX9" fmla="*/ 0 w 240149"/>
                <a:gd name="connsiteY9" fmla="*/ 9177 h 29794"/>
                <a:gd name="connsiteX10" fmla="*/ 61660 w 240149"/>
                <a:gd name="connsiteY10" fmla="*/ 10801 h 29794"/>
                <a:gd name="connsiteX11" fmla="*/ 1623 w 240149"/>
                <a:gd name="connsiteY11" fmla="*/ 1870 h 29794"/>
                <a:gd name="connsiteX12" fmla="*/ 104660 w 240149"/>
                <a:gd name="connsiteY12" fmla="*/ 6741 h 29794"/>
                <a:gd name="connsiteX13" fmla="*/ 98980 w 240149"/>
                <a:gd name="connsiteY13" fmla="*/ 3494 h 29794"/>
                <a:gd name="connsiteX14" fmla="*/ 112773 w 240149"/>
                <a:gd name="connsiteY14" fmla="*/ 8365 h 29794"/>
                <a:gd name="connsiteX15" fmla="*/ 135490 w 240149"/>
                <a:gd name="connsiteY15" fmla="*/ 10801 h 29794"/>
                <a:gd name="connsiteX16" fmla="*/ 135490 w 240149"/>
                <a:gd name="connsiteY16" fmla="*/ 9177 h 29794"/>
                <a:gd name="connsiteX17" fmla="*/ 233659 w 240149"/>
                <a:gd name="connsiteY17" fmla="*/ 19731 h 29794"/>
                <a:gd name="connsiteX18" fmla="*/ 228791 w 240149"/>
                <a:gd name="connsiteY18" fmla="*/ 25415 h 29794"/>
                <a:gd name="connsiteX19" fmla="*/ 240149 w 240149"/>
                <a:gd name="connsiteY19" fmla="*/ 27038 h 29794"/>
                <a:gd name="connsiteX20" fmla="*/ 218244 w 240149"/>
                <a:gd name="connsiteY20" fmla="*/ 29474 h 29794"/>
                <a:gd name="connsiteX21" fmla="*/ 219055 w 240149"/>
                <a:gd name="connsiteY21" fmla="*/ 22167 h 29794"/>
                <a:gd name="connsiteX22" fmla="*/ 198772 w 240149"/>
                <a:gd name="connsiteY22" fmla="*/ 21355 h 29794"/>
                <a:gd name="connsiteX23" fmla="*/ 217432 w 240149"/>
                <a:gd name="connsiteY23" fmla="*/ 24603 h 29794"/>
                <a:gd name="connsiteX24" fmla="*/ 150093 w 240149"/>
                <a:gd name="connsiteY24" fmla="*/ 21355 h 29794"/>
                <a:gd name="connsiteX25" fmla="*/ 142791 w 240149"/>
                <a:gd name="connsiteY25" fmla="*/ 19731 h 29794"/>
                <a:gd name="connsiteX26" fmla="*/ 71396 w 240149"/>
                <a:gd name="connsiteY26" fmla="*/ 11612 h 29794"/>
                <a:gd name="connsiteX27" fmla="*/ 82754 w 240149"/>
                <a:gd name="connsiteY27" fmla="*/ 10801 h 29794"/>
                <a:gd name="connsiteX28" fmla="*/ 39754 w 240149"/>
                <a:gd name="connsiteY28" fmla="*/ 12424 h 29794"/>
                <a:gd name="connsiteX29" fmla="*/ 0 w 240149"/>
                <a:gd name="connsiteY29" fmla="*/ 9177 h 2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149" h="29794">
                  <a:moveTo>
                    <a:pt x="185791" y="22167"/>
                  </a:moveTo>
                  <a:cubicBezTo>
                    <a:pt x="189036" y="21355"/>
                    <a:pt x="194716" y="23791"/>
                    <a:pt x="196338" y="19731"/>
                  </a:cubicBezTo>
                  <a:cubicBezTo>
                    <a:pt x="192282" y="20543"/>
                    <a:pt x="188225" y="14860"/>
                    <a:pt x="185791" y="22167"/>
                  </a:cubicBezTo>
                  <a:moveTo>
                    <a:pt x="184980" y="18920"/>
                  </a:moveTo>
                  <a:cubicBezTo>
                    <a:pt x="180112" y="20543"/>
                    <a:pt x="178489" y="18108"/>
                    <a:pt x="175244" y="17296"/>
                  </a:cubicBezTo>
                  <a:cubicBezTo>
                    <a:pt x="174433" y="22167"/>
                    <a:pt x="184980" y="23791"/>
                    <a:pt x="184980" y="18920"/>
                  </a:cubicBezTo>
                  <a:moveTo>
                    <a:pt x="151716" y="18108"/>
                  </a:moveTo>
                  <a:cubicBezTo>
                    <a:pt x="156584" y="18920"/>
                    <a:pt x="159829" y="20543"/>
                    <a:pt x="163074" y="15672"/>
                  </a:cubicBezTo>
                  <a:cubicBezTo>
                    <a:pt x="157395" y="18108"/>
                    <a:pt x="153339" y="11612"/>
                    <a:pt x="151716" y="18108"/>
                  </a:cubicBezTo>
                  <a:moveTo>
                    <a:pt x="0" y="9177"/>
                  </a:moveTo>
                  <a:cubicBezTo>
                    <a:pt x="21094" y="5118"/>
                    <a:pt x="41377" y="12424"/>
                    <a:pt x="61660" y="10801"/>
                  </a:cubicBezTo>
                  <a:cubicBezTo>
                    <a:pt x="46245" y="1870"/>
                    <a:pt x="20283" y="9989"/>
                    <a:pt x="1623" y="1870"/>
                  </a:cubicBezTo>
                  <a:cubicBezTo>
                    <a:pt x="33264" y="-3813"/>
                    <a:pt x="68962" y="5118"/>
                    <a:pt x="104660" y="6741"/>
                  </a:cubicBezTo>
                  <a:cubicBezTo>
                    <a:pt x="104660" y="3494"/>
                    <a:pt x="102226" y="2682"/>
                    <a:pt x="98980" y="3494"/>
                  </a:cubicBezTo>
                  <a:cubicBezTo>
                    <a:pt x="105471" y="-566"/>
                    <a:pt x="111961" y="2682"/>
                    <a:pt x="112773" y="8365"/>
                  </a:cubicBezTo>
                  <a:cubicBezTo>
                    <a:pt x="120075" y="246"/>
                    <a:pt x="127376" y="9989"/>
                    <a:pt x="135490" y="10801"/>
                  </a:cubicBezTo>
                  <a:cubicBezTo>
                    <a:pt x="137112" y="9989"/>
                    <a:pt x="136301" y="9177"/>
                    <a:pt x="135490" y="9177"/>
                  </a:cubicBezTo>
                  <a:cubicBezTo>
                    <a:pt x="164697" y="10801"/>
                    <a:pt x="203640" y="14860"/>
                    <a:pt x="233659" y="19731"/>
                  </a:cubicBezTo>
                  <a:cubicBezTo>
                    <a:pt x="234470" y="24603"/>
                    <a:pt x="232847" y="26226"/>
                    <a:pt x="228791" y="25415"/>
                  </a:cubicBezTo>
                  <a:cubicBezTo>
                    <a:pt x="231225" y="29474"/>
                    <a:pt x="236904" y="22167"/>
                    <a:pt x="240149" y="27038"/>
                  </a:cubicBezTo>
                  <a:cubicBezTo>
                    <a:pt x="232847" y="31098"/>
                    <a:pt x="224734" y="29474"/>
                    <a:pt x="218244" y="29474"/>
                  </a:cubicBezTo>
                  <a:cubicBezTo>
                    <a:pt x="218244" y="27038"/>
                    <a:pt x="218244" y="24603"/>
                    <a:pt x="219055" y="22167"/>
                  </a:cubicBezTo>
                  <a:cubicBezTo>
                    <a:pt x="210131" y="23791"/>
                    <a:pt x="205263" y="18108"/>
                    <a:pt x="198772" y="21355"/>
                  </a:cubicBezTo>
                  <a:cubicBezTo>
                    <a:pt x="202829" y="24603"/>
                    <a:pt x="210131" y="24603"/>
                    <a:pt x="217432" y="24603"/>
                  </a:cubicBezTo>
                  <a:cubicBezTo>
                    <a:pt x="202017" y="27038"/>
                    <a:pt x="165508" y="27038"/>
                    <a:pt x="150093" y="21355"/>
                  </a:cubicBezTo>
                  <a:cubicBezTo>
                    <a:pt x="145225" y="19731"/>
                    <a:pt x="144414" y="14048"/>
                    <a:pt x="142791" y="19731"/>
                  </a:cubicBezTo>
                  <a:cubicBezTo>
                    <a:pt x="113584" y="14860"/>
                    <a:pt x="93301" y="12424"/>
                    <a:pt x="71396" y="11612"/>
                  </a:cubicBezTo>
                  <a:cubicBezTo>
                    <a:pt x="74641" y="13236"/>
                    <a:pt x="77886" y="12424"/>
                    <a:pt x="82754" y="10801"/>
                  </a:cubicBezTo>
                  <a:cubicBezTo>
                    <a:pt x="81132" y="20543"/>
                    <a:pt x="51113" y="13236"/>
                    <a:pt x="39754" y="12424"/>
                  </a:cubicBezTo>
                  <a:cubicBezTo>
                    <a:pt x="27585" y="12424"/>
                    <a:pt x="12981" y="10801"/>
                    <a:pt x="0" y="917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7" name="Freeform 56">
              <a:extLst>
                <a:ext uri="{FF2B5EF4-FFF2-40B4-BE49-F238E27FC236}">
                  <a16:creationId xmlns:a16="http://schemas.microsoft.com/office/drawing/2014/main" id="{C95B1D06-8979-F482-4895-7A265F1433A4}"/>
                </a:ext>
              </a:extLst>
            </p:cNvPr>
            <p:cNvSpPr/>
            <p:nvPr/>
          </p:nvSpPr>
          <p:spPr>
            <a:xfrm>
              <a:off x="3544705" y="3135183"/>
              <a:ext cx="13792" cy="8321"/>
            </a:xfrm>
            <a:custGeom>
              <a:avLst/>
              <a:gdLst>
                <a:gd name="connsiteX0" fmla="*/ 0 w 13792"/>
                <a:gd name="connsiteY0" fmla="*/ 3450 h 8321"/>
                <a:gd name="connsiteX1" fmla="*/ 13792 w 13792"/>
                <a:gd name="connsiteY1" fmla="*/ 8321 h 8321"/>
                <a:gd name="connsiteX2" fmla="*/ 0 w 13792"/>
                <a:gd name="connsiteY2" fmla="*/ 3450 h 8321"/>
              </a:gdLst>
              <a:ahLst/>
              <a:cxnLst>
                <a:cxn ang="0">
                  <a:pos x="connsiteX0" y="connsiteY0"/>
                </a:cxn>
                <a:cxn ang="0">
                  <a:pos x="connsiteX1" y="connsiteY1"/>
                </a:cxn>
                <a:cxn ang="0">
                  <a:pos x="connsiteX2" y="connsiteY2"/>
                </a:cxn>
              </a:cxnLst>
              <a:rect l="l" t="t" r="r" b="b"/>
              <a:pathLst>
                <a:path w="13792" h="8321">
                  <a:moveTo>
                    <a:pt x="0" y="3450"/>
                  </a:moveTo>
                  <a:cubicBezTo>
                    <a:pt x="3245" y="-4669"/>
                    <a:pt x="12981" y="3450"/>
                    <a:pt x="13792" y="8321"/>
                  </a:cubicBezTo>
                  <a:cubicBezTo>
                    <a:pt x="8925" y="4262"/>
                    <a:pt x="8113" y="6698"/>
                    <a:pt x="0" y="345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8" name="Freeform 57">
              <a:extLst>
                <a:ext uri="{FF2B5EF4-FFF2-40B4-BE49-F238E27FC236}">
                  <a16:creationId xmlns:a16="http://schemas.microsoft.com/office/drawing/2014/main" id="{230BCF51-BD56-8AD2-F90D-EEBDF4B0F32B}"/>
                </a:ext>
              </a:extLst>
            </p:cNvPr>
            <p:cNvSpPr/>
            <p:nvPr/>
          </p:nvSpPr>
          <p:spPr>
            <a:xfrm>
              <a:off x="3470511" y="3141768"/>
              <a:ext cx="9288" cy="3360"/>
            </a:xfrm>
            <a:custGeom>
              <a:avLst/>
              <a:gdLst>
                <a:gd name="connsiteX0" fmla="*/ 9288 w 9288"/>
                <a:gd name="connsiteY0" fmla="*/ 925 h 3360"/>
                <a:gd name="connsiteX1" fmla="*/ 364 w 9288"/>
                <a:gd name="connsiteY1" fmla="*/ 3360 h 3360"/>
                <a:gd name="connsiteX2" fmla="*/ 9288 w 9288"/>
                <a:gd name="connsiteY2" fmla="*/ 925 h 3360"/>
              </a:gdLst>
              <a:ahLst/>
              <a:cxnLst>
                <a:cxn ang="0">
                  <a:pos x="connsiteX0" y="connsiteY0"/>
                </a:cxn>
                <a:cxn ang="0">
                  <a:pos x="connsiteX1" y="connsiteY1"/>
                </a:cxn>
                <a:cxn ang="0">
                  <a:pos x="connsiteX2" y="connsiteY2"/>
                </a:cxn>
              </a:cxnLst>
              <a:rect l="l" t="t" r="r" b="b"/>
              <a:pathLst>
                <a:path w="9288" h="3360">
                  <a:moveTo>
                    <a:pt x="9288" y="925"/>
                  </a:moveTo>
                  <a:cubicBezTo>
                    <a:pt x="7666" y="6608"/>
                    <a:pt x="364" y="-699"/>
                    <a:pt x="364" y="3360"/>
                  </a:cubicBezTo>
                  <a:cubicBezTo>
                    <a:pt x="-2070" y="-1511"/>
                    <a:pt x="8477" y="113"/>
                    <a:pt x="9288" y="92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9" name="Freeform 58">
              <a:extLst>
                <a:ext uri="{FF2B5EF4-FFF2-40B4-BE49-F238E27FC236}">
                  <a16:creationId xmlns:a16="http://schemas.microsoft.com/office/drawing/2014/main" id="{9BFB9C5E-4048-0815-9442-9FDA951D3942}"/>
                </a:ext>
              </a:extLst>
            </p:cNvPr>
            <p:cNvSpPr/>
            <p:nvPr/>
          </p:nvSpPr>
          <p:spPr>
            <a:xfrm>
              <a:off x="2605202" y="3182474"/>
              <a:ext cx="11358" cy="10392"/>
            </a:xfrm>
            <a:custGeom>
              <a:avLst/>
              <a:gdLst>
                <a:gd name="connsiteX0" fmla="*/ 0 w 11358"/>
                <a:gd name="connsiteY0" fmla="*/ 7307 h 10392"/>
                <a:gd name="connsiteX1" fmla="*/ 1623 w 11358"/>
                <a:gd name="connsiteY1" fmla="*/ 0 h 10392"/>
                <a:gd name="connsiteX2" fmla="*/ 11358 w 11358"/>
                <a:gd name="connsiteY2" fmla="*/ 1624 h 10392"/>
                <a:gd name="connsiteX3" fmla="*/ 9736 w 11358"/>
                <a:gd name="connsiteY3" fmla="*/ 5683 h 10392"/>
                <a:gd name="connsiteX4" fmla="*/ 5679 w 11358"/>
                <a:gd name="connsiteY4" fmla="*/ 4059 h 10392"/>
                <a:gd name="connsiteX5" fmla="*/ 2434 w 11358"/>
                <a:gd name="connsiteY5" fmla="*/ 5683 h 10392"/>
                <a:gd name="connsiteX6" fmla="*/ 8113 w 11358"/>
                <a:gd name="connsiteY6" fmla="*/ 8931 h 10392"/>
                <a:gd name="connsiteX7" fmla="*/ 0 w 11358"/>
                <a:gd name="connsiteY7" fmla="*/ 7307 h 10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58" h="10392">
                  <a:moveTo>
                    <a:pt x="0" y="7307"/>
                  </a:moveTo>
                  <a:cubicBezTo>
                    <a:pt x="0" y="4059"/>
                    <a:pt x="2434" y="3247"/>
                    <a:pt x="1623" y="0"/>
                  </a:cubicBezTo>
                  <a:cubicBezTo>
                    <a:pt x="4868" y="812"/>
                    <a:pt x="6491" y="2436"/>
                    <a:pt x="11358" y="1624"/>
                  </a:cubicBezTo>
                  <a:cubicBezTo>
                    <a:pt x="10547" y="3247"/>
                    <a:pt x="7302" y="4871"/>
                    <a:pt x="9736" y="5683"/>
                  </a:cubicBezTo>
                  <a:cubicBezTo>
                    <a:pt x="8113" y="12178"/>
                    <a:pt x="7302" y="4059"/>
                    <a:pt x="5679" y="4059"/>
                  </a:cubicBezTo>
                  <a:cubicBezTo>
                    <a:pt x="4868" y="4059"/>
                    <a:pt x="4057" y="5683"/>
                    <a:pt x="2434" y="5683"/>
                  </a:cubicBezTo>
                  <a:cubicBezTo>
                    <a:pt x="3245" y="8119"/>
                    <a:pt x="5679" y="8931"/>
                    <a:pt x="8113" y="8931"/>
                  </a:cubicBezTo>
                  <a:cubicBezTo>
                    <a:pt x="7302" y="12990"/>
                    <a:pt x="2434" y="7307"/>
                    <a:pt x="0" y="73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60" name="Freeform 59">
              <a:extLst>
                <a:ext uri="{FF2B5EF4-FFF2-40B4-BE49-F238E27FC236}">
                  <a16:creationId xmlns:a16="http://schemas.microsoft.com/office/drawing/2014/main" id="{964361CD-1E7E-B178-E187-CF6719B1B7A5}"/>
                </a:ext>
              </a:extLst>
            </p:cNvPr>
            <p:cNvSpPr/>
            <p:nvPr/>
          </p:nvSpPr>
          <p:spPr>
            <a:xfrm>
              <a:off x="3112274" y="2911306"/>
              <a:ext cx="14696" cy="16237"/>
            </a:xfrm>
            <a:custGeom>
              <a:avLst/>
              <a:gdLst>
                <a:gd name="connsiteX0" fmla="*/ 4868 w 14696"/>
                <a:gd name="connsiteY0" fmla="*/ 0 h 16237"/>
                <a:gd name="connsiteX1" fmla="*/ 13792 w 14696"/>
                <a:gd name="connsiteY1" fmla="*/ 0 h 16237"/>
                <a:gd name="connsiteX2" fmla="*/ 14604 w 14696"/>
                <a:gd name="connsiteY2" fmla="*/ 10554 h 16237"/>
                <a:gd name="connsiteX3" fmla="*/ 9736 w 14696"/>
                <a:gd name="connsiteY3" fmla="*/ 16238 h 16237"/>
                <a:gd name="connsiteX4" fmla="*/ 0 w 14696"/>
                <a:gd name="connsiteY4" fmla="*/ 12990 h 16237"/>
                <a:gd name="connsiteX5" fmla="*/ 4868 w 14696"/>
                <a:gd name="connsiteY5" fmla="*/ 0 h 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96" h="16237">
                  <a:moveTo>
                    <a:pt x="4868" y="0"/>
                  </a:moveTo>
                  <a:cubicBezTo>
                    <a:pt x="9736" y="3247"/>
                    <a:pt x="7302" y="2436"/>
                    <a:pt x="13792" y="0"/>
                  </a:cubicBezTo>
                  <a:cubicBezTo>
                    <a:pt x="10547" y="7307"/>
                    <a:pt x="15415" y="3247"/>
                    <a:pt x="14604" y="10554"/>
                  </a:cubicBezTo>
                  <a:cubicBezTo>
                    <a:pt x="8925" y="8931"/>
                    <a:pt x="9736" y="8119"/>
                    <a:pt x="9736" y="16238"/>
                  </a:cubicBezTo>
                  <a:cubicBezTo>
                    <a:pt x="4868" y="16238"/>
                    <a:pt x="5679" y="10554"/>
                    <a:pt x="0" y="12990"/>
                  </a:cubicBezTo>
                  <a:cubicBezTo>
                    <a:pt x="811" y="9743"/>
                    <a:pt x="1623" y="9743"/>
                    <a:pt x="4868"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61" name="Freeform 60">
              <a:extLst>
                <a:ext uri="{FF2B5EF4-FFF2-40B4-BE49-F238E27FC236}">
                  <a16:creationId xmlns:a16="http://schemas.microsoft.com/office/drawing/2014/main" id="{9F6CED64-D24D-8C5A-9CE1-AE2C09375BF4}"/>
                </a:ext>
              </a:extLst>
            </p:cNvPr>
            <p:cNvSpPr/>
            <p:nvPr/>
          </p:nvSpPr>
          <p:spPr>
            <a:xfrm>
              <a:off x="3194217" y="2916590"/>
              <a:ext cx="47867" cy="15093"/>
            </a:xfrm>
            <a:custGeom>
              <a:avLst/>
              <a:gdLst>
                <a:gd name="connsiteX0" fmla="*/ 47868 w 47867"/>
                <a:gd name="connsiteY0" fmla="*/ 6083 h 15093"/>
                <a:gd name="connsiteX1" fmla="*/ 37320 w 47867"/>
                <a:gd name="connsiteY1" fmla="*/ 8519 h 15093"/>
                <a:gd name="connsiteX2" fmla="*/ 47056 w 47867"/>
                <a:gd name="connsiteY2" fmla="*/ 11766 h 15093"/>
                <a:gd name="connsiteX3" fmla="*/ 17038 w 47867"/>
                <a:gd name="connsiteY3" fmla="*/ 12578 h 15093"/>
                <a:gd name="connsiteX4" fmla="*/ 0 w 47867"/>
                <a:gd name="connsiteY4" fmla="*/ 7707 h 15093"/>
                <a:gd name="connsiteX5" fmla="*/ 27585 w 47867"/>
                <a:gd name="connsiteY5" fmla="*/ 8519 h 15093"/>
                <a:gd name="connsiteX6" fmla="*/ 25151 w 47867"/>
                <a:gd name="connsiteY6" fmla="*/ 1212 h 15093"/>
                <a:gd name="connsiteX7" fmla="*/ 47868 w 47867"/>
                <a:gd name="connsiteY7" fmla="*/ 6083 h 15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67" h="15093">
                  <a:moveTo>
                    <a:pt x="47868" y="6083"/>
                  </a:moveTo>
                  <a:cubicBezTo>
                    <a:pt x="47056" y="10142"/>
                    <a:pt x="40566" y="6895"/>
                    <a:pt x="37320" y="8519"/>
                  </a:cubicBezTo>
                  <a:cubicBezTo>
                    <a:pt x="38132" y="12578"/>
                    <a:pt x="42188" y="12578"/>
                    <a:pt x="47056" y="11766"/>
                  </a:cubicBezTo>
                  <a:cubicBezTo>
                    <a:pt x="42188" y="18261"/>
                    <a:pt x="27585" y="13390"/>
                    <a:pt x="17038" y="12578"/>
                  </a:cubicBezTo>
                  <a:cubicBezTo>
                    <a:pt x="10547" y="12578"/>
                    <a:pt x="811" y="18261"/>
                    <a:pt x="0" y="7707"/>
                  </a:cubicBezTo>
                  <a:cubicBezTo>
                    <a:pt x="10547" y="10142"/>
                    <a:pt x="15415" y="6083"/>
                    <a:pt x="27585" y="8519"/>
                  </a:cubicBezTo>
                  <a:cubicBezTo>
                    <a:pt x="30019" y="2835"/>
                    <a:pt x="21094" y="3647"/>
                    <a:pt x="25151" y="1212"/>
                  </a:cubicBezTo>
                  <a:cubicBezTo>
                    <a:pt x="32453" y="-2848"/>
                    <a:pt x="40566" y="4459"/>
                    <a:pt x="47868" y="608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grpSp>
      <p:grpSp>
        <p:nvGrpSpPr>
          <p:cNvPr id="62" name="Graphic 4">
            <a:extLst>
              <a:ext uri="{FF2B5EF4-FFF2-40B4-BE49-F238E27FC236}">
                <a16:creationId xmlns:a16="http://schemas.microsoft.com/office/drawing/2014/main" id="{B2EE7C81-131B-4720-856A-EB2A2B674B64}"/>
              </a:ext>
            </a:extLst>
          </p:cNvPr>
          <p:cNvGrpSpPr/>
          <p:nvPr/>
        </p:nvGrpSpPr>
        <p:grpSpPr>
          <a:xfrm>
            <a:off x="2654815" y="4871277"/>
            <a:ext cx="1135704" cy="331011"/>
            <a:chOff x="4139399" y="2992494"/>
            <a:chExt cx="890685" cy="259598"/>
          </a:xfrm>
          <a:solidFill>
            <a:schemeClr val="accent2"/>
          </a:solidFill>
        </p:grpSpPr>
        <p:sp>
          <p:nvSpPr>
            <p:cNvPr id="63" name="Freeform 62">
              <a:extLst>
                <a:ext uri="{FF2B5EF4-FFF2-40B4-BE49-F238E27FC236}">
                  <a16:creationId xmlns:a16="http://schemas.microsoft.com/office/drawing/2014/main" id="{4578CC1F-43F5-13BD-591D-CA232AB8950D}"/>
                </a:ext>
              </a:extLst>
            </p:cNvPr>
            <p:cNvSpPr/>
            <p:nvPr/>
          </p:nvSpPr>
          <p:spPr>
            <a:xfrm>
              <a:off x="4202681" y="3244264"/>
              <a:ext cx="1716" cy="1898"/>
            </a:xfrm>
            <a:custGeom>
              <a:avLst/>
              <a:gdLst>
                <a:gd name="connsiteX0" fmla="*/ 0 w 1716"/>
                <a:gd name="connsiteY0" fmla="*/ 1537 h 1898"/>
                <a:gd name="connsiteX1" fmla="*/ 811 w 1716"/>
                <a:gd name="connsiteY1" fmla="*/ 1537 h 1898"/>
                <a:gd name="connsiteX2" fmla="*/ 0 w 1716"/>
                <a:gd name="connsiteY2" fmla="*/ 1537 h 1898"/>
              </a:gdLst>
              <a:ahLst/>
              <a:cxnLst>
                <a:cxn ang="0">
                  <a:pos x="connsiteX0" y="connsiteY0"/>
                </a:cxn>
                <a:cxn ang="0">
                  <a:pos x="connsiteX1" y="connsiteY1"/>
                </a:cxn>
                <a:cxn ang="0">
                  <a:pos x="connsiteX2" y="connsiteY2"/>
                </a:cxn>
              </a:cxnLst>
              <a:rect l="l" t="t" r="r" b="b"/>
              <a:pathLst>
                <a:path w="1716" h="1898">
                  <a:moveTo>
                    <a:pt x="0" y="1537"/>
                  </a:moveTo>
                  <a:cubicBezTo>
                    <a:pt x="0" y="2349"/>
                    <a:pt x="811" y="1537"/>
                    <a:pt x="811" y="1537"/>
                  </a:cubicBezTo>
                  <a:cubicBezTo>
                    <a:pt x="3245" y="-87"/>
                    <a:pt x="0" y="-898"/>
                    <a:pt x="0" y="15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28" name="Freeform 127">
              <a:extLst>
                <a:ext uri="{FF2B5EF4-FFF2-40B4-BE49-F238E27FC236}">
                  <a16:creationId xmlns:a16="http://schemas.microsoft.com/office/drawing/2014/main" id="{D50B9850-6EBB-4CC3-B478-CBF937062DDF}"/>
                </a:ext>
              </a:extLst>
            </p:cNvPr>
            <p:cNvSpPr/>
            <p:nvPr/>
          </p:nvSpPr>
          <p:spPr>
            <a:xfrm>
              <a:off x="4200247" y="3242891"/>
              <a:ext cx="1081" cy="1647"/>
            </a:xfrm>
            <a:custGeom>
              <a:avLst/>
              <a:gdLst>
                <a:gd name="connsiteX0" fmla="*/ 0 w 1081"/>
                <a:gd name="connsiteY0" fmla="*/ 1286 h 1647"/>
                <a:gd name="connsiteX1" fmla="*/ 0 w 1081"/>
                <a:gd name="connsiteY1" fmla="*/ 1286 h 1647"/>
                <a:gd name="connsiteX2" fmla="*/ 0 w 1081"/>
                <a:gd name="connsiteY2" fmla="*/ 1286 h 1647"/>
              </a:gdLst>
              <a:ahLst/>
              <a:cxnLst>
                <a:cxn ang="0">
                  <a:pos x="connsiteX0" y="connsiteY0"/>
                </a:cxn>
                <a:cxn ang="0">
                  <a:pos x="connsiteX1" y="connsiteY1"/>
                </a:cxn>
                <a:cxn ang="0">
                  <a:pos x="connsiteX2" y="connsiteY2"/>
                </a:cxn>
              </a:cxnLst>
              <a:rect l="l" t="t" r="r" b="b"/>
              <a:pathLst>
                <a:path w="1081" h="1647">
                  <a:moveTo>
                    <a:pt x="0" y="1286"/>
                  </a:moveTo>
                  <a:cubicBezTo>
                    <a:pt x="0" y="2098"/>
                    <a:pt x="811" y="1286"/>
                    <a:pt x="0" y="1286"/>
                  </a:cubicBezTo>
                  <a:cubicBezTo>
                    <a:pt x="2434" y="474"/>
                    <a:pt x="0" y="-1149"/>
                    <a:pt x="0" y="128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29" name="Freeform 128">
              <a:extLst>
                <a:ext uri="{FF2B5EF4-FFF2-40B4-BE49-F238E27FC236}">
                  <a16:creationId xmlns:a16="http://schemas.microsoft.com/office/drawing/2014/main" id="{B32F6E68-ADA0-CA16-DC53-AC0A38C42A54}"/>
                </a:ext>
              </a:extLst>
            </p:cNvPr>
            <p:cNvSpPr/>
            <p:nvPr/>
          </p:nvSpPr>
          <p:spPr>
            <a:xfrm>
              <a:off x="4207590" y="3244104"/>
              <a:ext cx="4883" cy="2057"/>
            </a:xfrm>
            <a:custGeom>
              <a:avLst/>
              <a:gdLst>
                <a:gd name="connsiteX0" fmla="*/ 770 w 4883"/>
                <a:gd name="connsiteY0" fmla="*/ 1697 h 2057"/>
                <a:gd name="connsiteX1" fmla="*/ 2393 w 4883"/>
                <a:gd name="connsiteY1" fmla="*/ 1697 h 2057"/>
                <a:gd name="connsiteX2" fmla="*/ 4827 w 4883"/>
                <a:gd name="connsiteY2" fmla="*/ 885 h 2057"/>
                <a:gd name="connsiteX3" fmla="*/ 770 w 4883"/>
                <a:gd name="connsiteY3" fmla="*/ 1697 h 2057"/>
              </a:gdLst>
              <a:ahLst/>
              <a:cxnLst>
                <a:cxn ang="0">
                  <a:pos x="connsiteX0" y="connsiteY0"/>
                </a:cxn>
                <a:cxn ang="0">
                  <a:pos x="connsiteX1" y="connsiteY1"/>
                </a:cxn>
                <a:cxn ang="0">
                  <a:pos x="connsiteX2" y="connsiteY2"/>
                </a:cxn>
                <a:cxn ang="0">
                  <a:pos x="connsiteX3" y="connsiteY3"/>
                </a:cxn>
              </a:cxnLst>
              <a:rect l="l" t="t" r="r" b="b"/>
              <a:pathLst>
                <a:path w="4883" h="2057">
                  <a:moveTo>
                    <a:pt x="770" y="1697"/>
                  </a:moveTo>
                  <a:cubicBezTo>
                    <a:pt x="2393" y="1697"/>
                    <a:pt x="2393" y="2509"/>
                    <a:pt x="2393" y="1697"/>
                  </a:cubicBezTo>
                  <a:cubicBezTo>
                    <a:pt x="2393" y="885"/>
                    <a:pt x="4015" y="1697"/>
                    <a:pt x="4827" y="885"/>
                  </a:cubicBezTo>
                  <a:cubicBezTo>
                    <a:pt x="5638" y="-739"/>
                    <a:pt x="-2475" y="73"/>
                    <a:pt x="770" y="169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0" name="Freeform 129">
              <a:extLst>
                <a:ext uri="{FF2B5EF4-FFF2-40B4-BE49-F238E27FC236}">
                  <a16:creationId xmlns:a16="http://schemas.microsoft.com/office/drawing/2014/main" id="{99DAA5F8-EA06-9493-216C-1EC921EB953D}"/>
                </a:ext>
              </a:extLst>
            </p:cNvPr>
            <p:cNvSpPr/>
            <p:nvPr/>
          </p:nvSpPr>
          <p:spPr>
            <a:xfrm>
              <a:off x="4216951" y="3240538"/>
              <a:ext cx="40585" cy="5878"/>
            </a:xfrm>
            <a:custGeom>
              <a:avLst/>
              <a:gdLst>
                <a:gd name="connsiteX0" fmla="*/ 35221 w 40585"/>
                <a:gd name="connsiteY0" fmla="*/ 391 h 5878"/>
                <a:gd name="connsiteX1" fmla="*/ 9259 w 40585"/>
                <a:gd name="connsiteY1" fmla="*/ 1203 h 5878"/>
                <a:gd name="connsiteX2" fmla="*/ 1146 w 40585"/>
                <a:gd name="connsiteY2" fmla="*/ 2015 h 5878"/>
                <a:gd name="connsiteX3" fmla="*/ 1957 w 40585"/>
                <a:gd name="connsiteY3" fmla="*/ 2827 h 5878"/>
                <a:gd name="connsiteX4" fmla="*/ 2768 w 40585"/>
                <a:gd name="connsiteY4" fmla="*/ 3639 h 5878"/>
                <a:gd name="connsiteX5" fmla="*/ 21429 w 40585"/>
                <a:gd name="connsiteY5" fmla="*/ 5263 h 5878"/>
                <a:gd name="connsiteX6" fmla="*/ 26296 w 40585"/>
                <a:gd name="connsiteY6" fmla="*/ 4451 h 5878"/>
                <a:gd name="connsiteX7" fmla="*/ 39278 w 40585"/>
                <a:gd name="connsiteY7" fmla="*/ 4451 h 5878"/>
                <a:gd name="connsiteX8" fmla="*/ 39278 w 40585"/>
                <a:gd name="connsiteY8" fmla="*/ 3639 h 5878"/>
                <a:gd name="connsiteX9" fmla="*/ 40089 w 40585"/>
                <a:gd name="connsiteY9" fmla="*/ 2827 h 5878"/>
                <a:gd name="connsiteX10" fmla="*/ 35221 w 40585"/>
                <a:gd name="connsiteY10" fmla="*/ 391 h 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85" h="5878">
                  <a:moveTo>
                    <a:pt x="35221" y="391"/>
                  </a:moveTo>
                  <a:cubicBezTo>
                    <a:pt x="35221" y="-1233"/>
                    <a:pt x="10070" y="2827"/>
                    <a:pt x="9259" y="1203"/>
                  </a:cubicBezTo>
                  <a:cubicBezTo>
                    <a:pt x="8447" y="391"/>
                    <a:pt x="-3722" y="2015"/>
                    <a:pt x="1146" y="2015"/>
                  </a:cubicBezTo>
                  <a:cubicBezTo>
                    <a:pt x="1957" y="2015"/>
                    <a:pt x="1957" y="2827"/>
                    <a:pt x="1957" y="2827"/>
                  </a:cubicBezTo>
                  <a:cubicBezTo>
                    <a:pt x="1957" y="4451"/>
                    <a:pt x="2768" y="3639"/>
                    <a:pt x="2768" y="3639"/>
                  </a:cubicBezTo>
                  <a:cubicBezTo>
                    <a:pt x="6825" y="2015"/>
                    <a:pt x="18183" y="7698"/>
                    <a:pt x="21429" y="5263"/>
                  </a:cubicBezTo>
                  <a:cubicBezTo>
                    <a:pt x="23051" y="3639"/>
                    <a:pt x="22240" y="5263"/>
                    <a:pt x="26296" y="4451"/>
                  </a:cubicBezTo>
                  <a:cubicBezTo>
                    <a:pt x="40900" y="1203"/>
                    <a:pt x="37655" y="5263"/>
                    <a:pt x="39278" y="4451"/>
                  </a:cubicBezTo>
                  <a:cubicBezTo>
                    <a:pt x="39278" y="4451"/>
                    <a:pt x="39278" y="3639"/>
                    <a:pt x="39278" y="3639"/>
                  </a:cubicBezTo>
                  <a:cubicBezTo>
                    <a:pt x="38466" y="3639"/>
                    <a:pt x="39278" y="2827"/>
                    <a:pt x="40089" y="2827"/>
                  </a:cubicBezTo>
                  <a:cubicBezTo>
                    <a:pt x="42523" y="2015"/>
                    <a:pt x="35221" y="3639"/>
                    <a:pt x="35221" y="39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1" name="Freeform 130">
              <a:extLst>
                <a:ext uri="{FF2B5EF4-FFF2-40B4-BE49-F238E27FC236}">
                  <a16:creationId xmlns:a16="http://schemas.microsoft.com/office/drawing/2014/main" id="{95097451-27D1-21BD-ADB5-7E36A9E33C2B}"/>
                </a:ext>
              </a:extLst>
            </p:cNvPr>
            <p:cNvSpPr/>
            <p:nvPr/>
          </p:nvSpPr>
          <p:spPr>
            <a:xfrm>
              <a:off x="4208671" y="3212894"/>
              <a:ext cx="341785" cy="37039"/>
            </a:xfrm>
            <a:custGeom>
              <a:avLst/>
              <a:gdLst>
                <a:gd name="connsiteX0" fmla="*/ 291763 w 341785"/>
                <a:gd name="connsiteY0" fmla="*/ 17481 h 37039"/>
                <a:gd name="connsiteX1" fmla="*/ 291763 w 341785"/>
                <a:gd name="connsiteY1" fmla="*/ 17481 h 37039"/>
                <a:gd name="connsiteX2" fmla="*/ 291763 w 341785"/>
                <a:gd name="connsiteY2" fmla="*/ 17481 h 37039"/>
                <a:gd name="connsiteX3" fmla="*/ 285272 w 341785"/>
                <a:gd name="connsiteY3" fmla="*/ 19105 h 37039"/>
                <a:gd name="connsiteX4" fmla="*/ 284461 w 341785"/>
                <a:gd name="connsiteY4" fmla="*/ 18293 h 37039"/>
                <a:gd name="connsiteX5" fmla="*/ 285272 w 341785"/>
                <a:gd name="connsiteY5" fmla="*/ 19105 h 37039"/>
                <a:gd name="connsiteX6" fmla="*/ 264178 w 341785"/>
                <a:gd name="connsiteY6" fmla="*/ 19105 h 37039"/>
                <a:gd name="connsiteX7" fmla="*/ 265801 w 341785"/>
                <a:gd name="connsiteY7" fmla="*/ 18293 h 37039"/>
                <a:gd name="connsiteX8" fmla="*/ 264178 w 341785"/>
                <a:gd name="connsiteY8" fmla="*/ 19105 h 37039"/>
                <a:gd name="connsiteX9" fmla="*/ 267423 w 341785"/>
                <a:gd name="connsiteY9" fmla="*/ 21541 h 37039"/>
                <a:gd name="connsiteX10" fmla="*/ 265801 w 341785"/>
                <a:gd name="connsiteY10" fmla="*/ 21541 h 37039"/>
                <a:gd name="connsiteX11" fmla="*/ 267423 w 341785"/>
                <a:gd name="connsiteY11" fmla="*/ 21541 h 37039"/>
                <a:gd name="connsiteX12" fmla="*/ 265801 w 341785"/>
                <a:gd name="connsiteY12" fmla="*/ 23977 h 37039"/>
                <a:gd name="connsiteX13" fmla="*/ 264178 w 341785"/>
                <a:gd name="connsiteY13" fmla="*/ 23165 h 37039"/>
                <a:gd name="connsiteX14" fmla="*/ 265801 w 341785"/>
                <a:gd name="connsiteY14" fmla="*/ 23977 h 37039"/>
                <a:gd name="connsiteX15" fmla="*/ 264178 w 341785"/>
                <a:gd name="connsiteY15" fmla="*/ 22353 h 37039"/>
                <a:gd name="connsiteX16" fmla="*/ 263367 w 341785"/>
                <a:gd name="connsiteY16" fmla="*/ 21541 h 37039"/>
                <a:gd name="connsiteX17" fmla="*/ 264178 w 341785"/>
                <a:gd name="connsiteY17" fmla="*/ 22353 h 37039"/>
                <a:gd name="connsiteX18" fmla="*/ 258499 w 341785"/>
                <a:gd name="connsiteY18" fmla="*/ 22353 h 37039"/>
                <a:gd name="connsiteX19" fmla="*/ 261744 w 341785"/>
                <a:gd name="connsiteY19" fmla="*/ 23165 h 37039"/>
                <a:gd name="connsiteX20" fmla="*/ 258499 w 341785"/>
                <a:gd name="connsiteY20" fmla="*/ 22353 h 37039"/>
                <a:gd name="connsiteX21" fmla="*/ 259310 w 341785"/>
                <a:gd name="connsiteY21" fmla="*/ 19105 h 37039"/>
                <a:gd name="connsiteX22" fmla="*/ 258499 w 341785"/>
                <a:gd name="connsiteY22" fmla="*/ 19917 h 37039"/>
                <a:gd name="connsiteX23" fmla="*/ 259310 w 341785"/>
                <a:gd name="connsiteY23" fmla="*/ 19105 h 37039"/>
                <a:gd name="connsiteX24" fmla="*/ 255253 w 341785"/>
                <a:gd name="connsiteY24" fmla="*/ 15046 h 37039"/>
                <a:gd name="connsiteX25" fmla="*/ 237405 w 341785"/>
                <a:gd name="connsiteY25" fmla="*/ 15858 h 37039"/>
                <a:gd name="connsiteX26" fmla="*/ 235782 w 341785"/>
                <a:gd name="connsiteY26" fmla="*/ 16670 h 37039"/>
                <a:gd name="connsiteX27" fmla="*/ 235782 w 341785"/>
                <a:gd name="connsiteY27" fmla="*/ 15858 h 37039"/>
                <a:gd name="connsiteX28" fmla="*/ 240650 w 341785"/>
                <a:gd name="connsiteY28" fmla="*/ 15046 h 37039"/>
                <a:gd name="connsiteX29" fmla="*/ 247140 w 341785"/>
                <a:gd name="connsiteY29" fmla="*/ 15046 h 37039"/>
                <a:gd name="connsiteX30" fmla="*/ 247952 w 341785"/>
                <a:gd name="connsiteY30" fmla="*/ 15046 h 37039"/>
                <a:gd name="connsiteX31" fmla="*/ 255253 w 341785"/>
                <a:gd name="connsiteY31" fmla="*/ 15046 h 37039"/>
                <a:gd name="connsiteX32" fmla="*/ 252820 w 341785"/>
                <a:gd name="connsiteY32" fmla="*/ 19917 h 37039"/>
                <a:gd name="connsiteX33" fmla="*/ 251197 w 341785"/>
                <a:gd name="connsiteY33" fmla="*/ 19105 h 37039"/>
                <a:gd name="connsiteX34" fmla="*/ 252820 w 341785"/>
                <a:gd name="connsiteY34" fmla="*/ 19917 h 37039"/>
                <a:gd name="connsiteX35" fmla="*/ 245518 w 341785"/>
                <a:gd name="connsiteY35" fmla="*/ 21541 h 37039"/>
                <a:gd name="connsiteX36" fmla="*/ 246329 w 341785"/>
                <a:gd name="connsiteY36" fmla="*/ 20729 h 37039"/>
                <a:gd name="connsiteX37" fmla="*/ 245518 w 341785"/>
                <a:gd name="connsiteY37" fmla="*/ 21541 h 37039"/>
                <a:gd name="connsiteX38" fmla="*/ 239027 w 341785"/>
                <a:gd name="connsiteY38" fmla="*/ 18293 h 37039"/>
                <a:gd name="connsiteX39" fmla="*/ 234159 w 341785"/>
                <a:gd name="connsiteY39" fmla="*/ 19917 h 37039"/>
                <a:gd name="connsiteX40" fmla="*/ 234971 w 341785"/>
                <a:gd name="connsiteY40" fmla="*/ 19105 h 37039"/>
                <a:gd name="connsiteX41" fmla="*/ 239027 w 341785"/>
                <a:gd name="connsiteY41" fmla="*/ 18293 h 37039"/>
                <a:gd name="connsiteX42" fmla="*/ 231725 w 341785"/>
                <a:gd name="connsiteY42" fmla="*/ 20729 h 37039"/>
                <a:gd name="connsiteX43" fmla="*/ 231725 w 341785"/>
                <a:gd name="connsiteY43" fmla="*/ 19105 h 37039"/>
                <a:gd name="connsiteX44" fmla="*/ 232537 w 341785"/>
                <a:gd name="connsiteY44" fmla="*/ 16670 h 37039"/>
                <a:gd name="connsiteX45" fmla="*/ 233348 w 341785"/>
                <a:gd name="connsiteY45" fmla="*/ 14234 h 37039"/>
                <a:gd name="connsiteX46" fmla="*/ 231725 w 341785"/>
                <a:gd name="connsiteY46" fmla="*/ 20729 h 37039"/>
                <a:gd name="connsiteX47" fmla="*/ 230103 w 341785"/>
                <a:gd name="connsiteY47" fmla="*/ 15046 h 37039"/>
                <a:gd name="connsiteX48" fmla="*/ 230103 w 341785"/>
                <a:gd name="connsiteY48" fmla="*/ 19105 h 37039"/>
                <a:gd name="connsiteX49" fmla="*/ 230103 w 341785"/>
                <a:gd name="connsiteY49" fmla="*/ 19917 h 37039"/>
                <a:gd name="connsiteX50" fmla="*/ 227669 w 341785"/>
                <a:gd name="connsiteY50" fmla="*/ 20729 h 37039"/>
                <a:gd name="connsiteX51" fmla="*/ 228480 w 341785"/>
                <a:gd name="connsiteY51" fmla="*/ 19917 h 37039"/>
                <a:gd name="connsiteX52" fmla="*/ 230103 w 341785"/>
                <a:gd name="connsiteY52" fmla="*/ 16670 h 37039"/>
                <a:gd name="connsiteX53" fmla="*/ 218744 w 341785"/>
                <a:gd name="connsiteY53" fmla="*/ 15046 h 37039"/>
                <a:gd name="connsiteX54" fmla="*/ 222801 w 341785"/>
                <a:gd name="connsiteY54" fmla="*/ 15046 h 37039"/>
                <a:gd name="connsiteX55" fmla="*/ 227669 w 341785"/>
                <a:gd name="connsiteY55" fmla="*/ 15046 h 37039"/>
                <a:gd name="connsiteX56" fmla="*/ 230103 w 341785"/>
                <a:gd name="connsiteY56" fmla="*/ 14234 h 37039"/>
                <a:gd name="connsiteX57" fmla="*/ 232537 w 341785"/>
                <a:gd name="connsiteY57" fmla="*/ 14234 h 37039"/>
                <a:gd name="connsiteX58" fmla="*/ 230103 w 341785"/>
                <a:gd name="connsiteY58" fmla="*/ 15046 h 37039"/>
                <a:gd name="connsiteX59" fmla="*/ 223612 w 341785"/>
                <a:gd name="connsiteY59" fmla="*/ 19917 h 37039"/>
                <a:gd name="connsiteX60" fmla="*/ 225235 w 341785"/>
                <a:gd name="connsiteY60" fmla="*/ 19105 h 37039"/>
                <a:gd name="connsiteX61" fmla="*/ 223612 w 341785"/>
                <a:gd name="connsiteY61" fmla="*/ 19917 h 37039"/>
                <a:gd name="connsiteX62" fmla="*/ 219556 w 341785"/>
                <a:gd name="connsiteY62" fmla="*/ 20729 h 37039"/>
                <a:gd name="connsiteX63" fmla="*/ 221178 w 341785"/>
                <a:gd name="connsiteY63" fmla="*/ 19105 h 37039"/>
                <a:gd name="connsiteX64" fmla="*/ 219556 w 341785"/>
                <a:gd name="connsiteY64" fmla="*/ 20729 h 37039"/>
                <a:gd name="connsiteX65" fmla="*/ 216310 w 341785"/>
                <a:gd name="connsiteY65" fmla="*/ 17481 h 37039"/>
                <a:gd name="connsiteX66" fmla="*/ 215499 w 341785"/>
                <a:gd name="connsiteY66" fmla="*/ 16670 h 37039"/>
                <a:gd name="connsiteX67" fmla="*/ 216310 w 341785"/>
                <a:gd name="connsiteY67" fmla="*/ 17481 h 37039"/>
                <a:gd name="connsiteX68" fmla="*/ 209009 w 341785"/>
                <a:gd name="connsiteY68" fmla="*/ 17481 h 37039"/>
                <a:gd name="connsiteX69" fmla="*/ 213065 w 341785"/>
                <a:gd name="connsiteY69" fmla="*/ 16670 h 37039"/>
                <a:gd name="connsiteX70" fmla="*/ 209009 w 341785"/>
                <a:gd name="connsiteY70" fmla="*/ 17481 h 37039"/>
                <a:gd name="connsiteX71" fmla="*/ 204141 w 341785"/>
                <a:gd name="connsiteY71" fmla="*/ 19105 h 37039"/>
                <a:gd name="connsiteX72" fmla="*/ 200896 w 341785"/>
                <a:gd name="connsiteY72" fmla="*/ 20729 h 37039"/>
                <a:gd name="connsiteX73" fmla="*/ 199273 w 341785"/>
                <a:gd name="connsiteY73" fmla="*/ 20729 h 37039"/>
                <a:gd name="connsiteX74" fmla="*/ 196839 w 341785"/>
                <a:gd name="connsiteY74" fmla="*/ 19917 h 37039"/>
                <a:gd name="connsiteX75" fmla="*/ 198461 w 341785"/>
                <a:gd name="connsiteY75" fmla="*/ 19105 h 37039"/>
                <a:gd name="connsiteX76" fmla="*/ 204141 w 341785"/>
                <a:gd name="connsiteY76" fmla="*/ 19105 h 37039"/>
                <a:gd name="connsiteX77" fmla="*/ 155462 w 341785"/>
                <a:gd name="connsiteY77" fmla="*/ 22353 h 37039"/>
                <a:gd name="connsiteX78" fmla="*/ 153839 w 341785"/>
                <a:gd name="connsiteY78" fmla="*/ 21541 h 37039"/>
                <a:gd name="connsiteX79" fmla="*/ 153028 w 341785"/>
                <a:gd name="connsiteY79" fmla="*/ 23165 h 37039"/>
                <a:gd name="connsiteX80" fmla="*/ 151405 w 341785"/>
                <a:gd name="connsiteY80" fmla="*/ 22353 h 37039"/>
                <a:gd name="connsiteX81" fmla="*/ 157896 w 341785"/>
                <a:gd name="connsiteY81" fmla="*/ 19917 h 37039"/>
                <a:gd name="connsiteX82" fmla="*/ 155462 w 341785"/>
                <a:gd name="connsiteY82" fmla="*/ 22353 h 37039"/>
                <a:gd name="connsiteX83" fmla="*/ 141669 w 341785"/>
                <a:gd name="connsiteY83" fmla="*/ 23977 h 37039"/>
                <a:gd name="connsiteX84" fmla="*/ 135179 w 341785"/>
                <a:gd name="connsiteY84" fmla="*/ 26412 h 37039"/>
                <a:gd name="connsiteX85" fmla="*/ 127877 w 341785"/>
                <a:gd name="connsiteY85" fmla="*/ 27224 h 37039"/>
                <a:gd name="connsiteX86" fmla="*/ 134368 w 341785"/>
                <a:gd name="connsiteY86" fmla="*/ 25600 h 37039"/>
                <a:gd name="connsiteX87" fmla="*/ 131122 w 341785"/>
                <a:gd name="connsiteY87" fmla="*/ 24788 h 37039"/>
                <a:gd name="connsiteX88" fmla="*/ 131934 w 341785"/>
                <a:gd name="connsiteY88" fmla="*/ 24788 h 37039"/>
                <a:gd name="connsiteX89" fmla="*/ 132745 w 341785"/>
                <a:gd name="connsiteY89" fmla="*/ 23977 h 37039"/>
                <a:gd name="connsiteX90" fmla="*/ 136802 w 341785"/>
                <a:gd name="connsiteY90" fmla="*/ 23165 h 37039"/>
                <a:gd name="connsiteX91" fmla="*/ 141669 w 341785"/>
                <a:gd name="connsiteY91" fmla="*/ 23977 h 37039"/>
                <a:gd name="connsiteX92" fmla="*/ 126254 w 341785"/>
                <a:gd name="connsiteY92" fmla="*/ 22353 h 37039"/>
                <a:gd name="connsiteX93" fmla="*/ 125443 w 341785"/>
                <a:gd name="connsiteY93" fmla="*/ 20729 h 37039"/>
                <a:gd name="connsiteX94" fmla="*/ 126254 w 341785"/>
                <a:gd name="connsiteY94" fmla="*/ 22353 h 37039"/>
                <a:gd name="connsiteX95" fmla="*/ 124632 w 341785"/>
                <a:gd name="connsiteY95" fmla="*/ 26412 h 37039"/>
                <a:gd name="connsiteX96" fmla="*/ 123009 w 341785"/>
                <a:gd name="connsiteY96" fmla="*/ 25600 h 37039"/>
                <a:gd name="connsiteX97" fmla="*/ 124632 w 341785"/>
                <a:gd name="connsiteY97" fmla="*/ 26412 h 37039"/>
                <a:gd name="connsiteX98" fmla="*/ 109217 w 341785"/>
                <a:gd name="connsiteY98" fmla="*/ 23977 h 37039"/>
                <a:gd name="connsiteX99" fmla="*/ 102726 w 341785"/>
                <a:gd name="connsiteY99" fmla="*/ 24788 h 37039"/>
                <a:gd name="connsiteX100" fmla="*/ 93802 w 341785"/>
                <a:gd name="connsiteY100" fmla="*/ 23977 h 37039"/>
                <a:gd name="connsiteX101" fmla="*/ 97858 w 341785"/>
                <a:gd name="connsiteY101" fmla="*/ 22353 h 37039"/>
                <a:gd name="connsiteX102" fmla="*/ 102726 w 341785"/>
                <a:gd name="connsiteY102" fmla="*/ 22353 h 37039"/>
                <a:gd name="connsiteX103" fmla="*/ 109217 w 341785"/>
                <a:gd name="connsiteY103" fmla="*/ 22353 h 37039"/>
                <a:gd name="connsiteX104" fmla="*/ 109217 w 341785"/>
                <a:gd name="connsiteY104" fmla="*/ 23977 h 37039"/>
                <a:gd name="connsiteX105" fmla="*/ 110028 w 341785"/>
                <a:gd name="connsiteY105" fmla="*/ 27224 h 37039"/>
                <a:gd name="connsiteX106" fmla="*/ 110839 w 341785"/>
                <a:gd name="connsiteY106" fmla="*/ 26412 h 37039"/>
                <a:gd name="connsiteX107" fmla="*/ 110028 w 341785"/>
                <a:gd name="connsiteY107" fmla="*/ 27224 h 37039"/>
                <a:gd name="connsiteX108" fmla="*/ 102726 w 341785"/>
                <a:gd name="connsiteY108" fmla="*/ 19105 h 37039"/>
                <a:gd name="connsiteX109" fmla="*/ 105972 w 341785"/>
                <a:gd name="connsiteY109" fmla="*/ 19105 h 37039"/>
                <a:gd name="connsiteX110" fmla="*/ 102726 w 341785"/>
                <a:gd name="connsiteY110" fmla="*/ 19105 h 37039"/>
                <a:gd name="connsiteX111" fmla="*/ 91368 w 341785"/>
                <a:gd name="connsiteY111" fmla="*/ 25600 h 37039"/>
                <a:gd name="connsiteX112" fmla="*/ 92179 w 341785"/>
                <a:gd name="connsiteY112" fmla="*/ 24788 h 37039"/>
                <a:gd name="connsiteX113" fmla="*/ 91368 w 341785"/>
                <a:gd name="connsiteY113" fmla="*/ 25600 h 37039"/>
                <a:gd name="connsiteX114" fmla="*/ 84066 w 341785"/>
                <a:gd name="connsiteY114" fmla="*/ 21541 h 37039"/>
                <a:gd name="connsiteX115" fmla="*/ 87311 w 341785"/>
                <a:gd name="connsiteY115" fmla="*/ 20729 h 37039"/>
                <a:gd name="connsiteX116" fmla="*/ 84066 w 341785"/>
                <a:gd name="connsiteY116" fmla="*/ 21541 h 37039"/>
                <a:gd name="connsiteX117" fmla="*/ 81632 w 341785"/>
                <a:gd name="connsiteY117" fmla="*/ 24788 h 37039"/>
                <a:gd name="connsiteX118" fmla="*/ 82443 w 341785"/>
                <a:gd name="connsiteY118" fmla="*/ 23977 h 37039"/>
                <a:gd name="connsiteX119" fmla="*/ 81632 w 341785"/>
                <a:gd name="connsiteY119" fmla="*/ 24788 h 37039"/>
                <a:gd name="connsiteX120" fmla="*/ 80821 w 341785"/>
                <a:gd name="connsiteY120" fmla="*/ 20729 h 37039"/>
                <a:gd name="connsiteX121" fmla="*/ 81632 w 341785"/>
                <a:gd name="connsiteY121" fmla="*/ 19917 h 37039"/>
                <a:gd name="connsiteX122" fmla="*/ 80821 w 341785"/>
                <a:gd name="connsiteY122" fmla="*/ 20729 h 37039"/>
                <a:gd name="connsiteX123" fmla="*/ 72708 w 341785"/>
                <a:gd name="connsiteY123" fmla="*/ 22353 h 37039"/>
                <a:gd name="connsiteX124" fmla="*/ 75953 w 341785"/>
                <a:gd name="connsiteY124" fmla="*/ 22353 h 37039"/>
                <a:gd name="connsiteX125" fmla="*/ 72708 w 341785"/>
                <a:gd name="connsiteY125" fmla="*/ 22353 h 37039"/>
                <a:gd name="connsiteX126" fmla="*/ 73519 w 341785"/>
                <a:gd name="connsiteY126" fmla="*/ 27224 h 37039"/>
                <a:gd name="connsiteX127" fmla="*/ 72708 w 341785"/>
                <a:gd name="connsiteY127" fmla="*/ 25600 h 37039"/>
                <a:gd name="connsiteX128" fmla="*/ 73519 w 341785"/>
                <a:gd name="connsiteY128" fmla="*/ 27224 h 37039"/>
                <a:gd name="connsiteX129" fmla="*/ 63783 w 341785"/>
                <a:gd name="connsiteY129" fmla="*/ 27224 h 37039"/>
                <a:gd name="connsiteX130" fmla="*/ 63783 w 341785"/>
                <a:gd name="connsiteY130" fmla="*/ 27224 h 37039"/>
                <a:gd name="connsiteX131" fmla="*/ 63783 w 341785"/>
                <a:gd name="connsiteY131" fmla="*/ 27224 h 37039"/>
                <a:gd name="connsiteX132" fmla="*/ 61349 w 341785"/>
                <a:gd name="connsiteY132" fmla="*/ 28036 h 37039"/>
                <a:gd name="connsiteX133" fmla="*/ 60538 w 341785"/>
                <a:gd name="connsiteY133" fmla="*/ 27224 h 37039"/>
                <a:gd name="connsiteX134" fmla="*/ 61349 w 341785"/>
                <a:gd name="connsiteY134" fmla="*/ 28036 h 37039"/>
                <a:gd name="connsiteX135" fmla="*/ 53236 w 341785"/>
                <a:gd name="connsiteY135" fmla="*/ 28848 h 37039"/>
                <a:gd name="connsiteX136" fmla="*/ 52425 w 341785"/>
                <a:gd name="connsiteY136" fmla="*/ 28036 h 37039"/>
                <a:gd name="connsiteX137" fmla="*/ 53236 w 341785"/>
                <a:gd name="connsiteY137" fmla="*/ 28848 h 37039"/>
                <a:gd name="connsiteX138" fmla="*/ 54047 w 341785"/>
                <a:gd name="connsiteY138" fmla="*/ 20729 h 37039"/>
                <a:gd name="connsiteX139" fmla="*/ 52425 w 341785"/>
                <a:gd name="connsiteY139" fmla="*/ 20729 h 37039"/>
                <a:gd name="connsiteX140" fmla="*/ 54047 w 341785"/>
                <a:gd name="connsiteY140" fmla="*/ 20729 h 37039"/>
                <a:gd name="connsiteX141" fmla="*/ 45123 w 341785"/>
                <a:gd name="connsiteY141" fmla="*/ 18293 h 37039"/>
                <a:gd name="connsiteX142" fmla="*/ 53236 w 341785"/>
                <a:gd name="connsiteY142" fmla="*/ 17481 h 37039"/>
                <a:gd name="connsiteX143" fmla="*/ 45123 w 341785"/>
                <a:gd name="connsiteY143" fmla="*/ 18293 h 37039"/>
                <a:gd name="connsiteX144" fmla="*/ 323404 w 341785"/>
                <a:gd name="connsiteY144" fmla="*/ 19917 h 37039"/>
                <a:gd name="connsiteX145" fmla="*/ 325838 w 341785"/>
                <a:gd name="connsiteY145" fmla="*/ 19105 h 37039"/>
                <a:gd name="connsiteX146" fmla="*/ 319348 w 341785"/>
                <a:gd name="connsiteY146" fmla="*/ 17481 h 37039"/>
                <a:gd name="connsiteX147" fmla="*/ 333951 w 341785"/>
                <a:gd name="connsiteY147" fmla="*/ 15858 h 37039"/>
                <a:gd name="connsiteX148" fmla="*/ 335574 w 341785"/>
                <a:gd name="connsiteY148" fmla="*/ 16670 h 37039"/>
                <a:gd name="connsiteX149" fmla="*/ 338819 w 341785"/>
                <a:gd name="connsiteY149" fmla="*/ 16670 h 37039"/>
                <a:gd name="connsiteX150" fmla="*/ 321781 w 341785"/>
                <a:gd name="connsiteY150" fmla="*/ 15858 h 37039"/>
                <a:gd name="connsiteX151" fmla="*/ 320159 w 341785"/>
                <a:gd name="connsiteY151" fmla="*/ 15858 h 37039"/>
                <a:gd name="connsiteX152" fmla="*/ 314480 w 341785"/>
                <a:gd name="connsiteY152" fmla="*/ 16670 h 37039"/>
                <a:gd name="connsiteX153" fmla="*/ 309612 w 341785"/>
                <a:gd name="connsiteY153" fmla="*/ 17481 h 37039"/>
                <a:gd name="connsiteX154" fmla="*/ 308800 w 341785"/>
                <a:gd name="connsiteY154" fmla="*/ 18293 h 37039"/>
                <a:gd name="connsiteX155" fmla="*/ 305555 w 341785"/>
                <a:gd name="connsiteY155" fmla="*/ 19917 h 37039"/>
                <a:gd name="connsiteX156" fmla="*/ 297442 w 341785"/>
                <a:gd name="connsiteY156" fmla="*/ 20729 h 37039"/>
                <a:gd name="connsiteX157" fmla="*/ 301499 w 341785"/>
                <a:gd name="connsiteY157" fmla="*/ 19105 h 37039"/>
                <a:gd name="connsiteX158" fmla="*/ 303121 w 341785"/>
                <a:gd name="connsiteY158" fmla="*/ 19105 h 37039"/>
                <a:gd name="connsiteX159" fmla="*/ 306367 w 341785"/>
                <a:gd name="connsiteY159" fmla="*/ 17481 h 37039"/>
                <a:gd name="connsiteX160" fmla="*/ 276348 w 341785"/>
                <a:gd name="connsiteY160" fmla="*/ 19917 h 37039"/>
                <a:gd name="connsiteX161" fmla="*/ 275536 w 341785"/>
                <a:gd name="connsiteY161" fmla="*/ 20729 h 37039"/>
                <a:gd name="connsiteX162" fmla="*/ 274725 w 341785"/>
                <a:gd name="connsiteY162" fmla="*/ 19917 h 37039"/>
                <a:gd name="connsiteX163" fmla="*/ 274725 w 341785"/>
                <a:gd name="connsiteY163" fmla="*/ 18293 h 37039"/>
                <a:gd name="connsiteX164" fmla="*/ 269857 w 341785"/>
                <a:gd name="connsiteY164" fmla="*/ 16670 h 37039"/>
                <a:gd name="connsiteX165" fmla="*/ 257688 w 341785"/>
                <a:gd name="connsiteY165" fmla="*/ 16670 h 37039"/>
                <a:gd name="connsiteX166" fmla="*/ 264178 w 341785"/>
                <a:gd name="connsiteY166" fmla="*/ 16670 h 37039"/>
                <a:gd name="connsiteX167" fmla="*/ 274725 w 341785"/>
                <a:gd name="connsiteY167" fmla="*/ 15046 h 37039"/>
                <a:gd name="connsiteX168" fmla="*/ 282027 w 341785"/>
                <a:gd name="connsiteY168" fmla="*/ 15046 h 37039"/>
                <a:gd name="connsiteX169" fmla="*/ 289329 w 341785"/>
                <a:gd name="connsiteY169" fmla="*/ 14234 h 37039"/>
                <a:gd name="connsiteX170" fmla="*/ 233348 w 341785"/>
                <a:gd name="connsiteY170" fmla="*/ 13422 h 37039"/>
                <a:gd name="connsiteX171" fmla="*/ 230914 w 341785"/>
                <a:gd name="connsiteY171" fmla="*/ 14234 h 37039"/>
                <a:gd name="connsiteX172" fmla="*/ 221990 w 341785"/>
                <a:gd name="connsiteY172" fmla="*/ 15046 h 37039"/>
                <a:gd name="connsiteX173" fmla="*/ 217122 w 341785"/>
                <a:gd name="connsiteY173" fmla="*/ 13422 h 37039"/>
                <a:gd name="connsiteX174" fmla="*/ 216310 w 341785"/>
                <a:gd name="connsiteY174" fmla="*/ 14234 h 37039"/>
                <a:gd name="connsiteX175" fmla="*/ 213877 w 341785"/>
                <a:gd name="connsiteY175" fmla="*/ 15858 h 37039"/>
                <a:gd name="connsiteX176" fmla="*/ 210631 w 341785"/>
                <a:gd name="connsiteY176" fmla="*/ 15858 h 37039"/>
                <a:gd name="connsiteX177" fmla="*/ 213065 w 341785"/>
                <a:gd name="connsiteY177" fmla="*/ 13422 h 37039"/>
                <a:gd name="connsiteX178" fmla="*/ 210631 w 341785"/>
                <a:gd name="connsiteY178" fmla="*/ 13422 h 37039"/>
                <a:gd name="connsiteX179" fmla="*/ 210631 w 341785"/>
                <a:gd name="connsiteY179" fmla="*/ 14234 h 37039"/>
                <a:gd name="connsiteX180" fmla="*/ 209820 w 341785"/>
                <a:gd name="connsiteY180" fmla="*/ 15046 h 37039"/>
                <a:gd name="connsiteX181" fmla="*/ 201707 w 341785"/>
                <a:gd name="connsiteY181" fmla="*/ 16670 h 37039"/>
                <a:gd name="connsiteX182" fmla="*/ 194405 w 341785"/>
                <a:gd name="connsiteY182" fmla="*/ 17481 h 37039"/>
                <a:gd name="connsiteX183" fmla="*/ 189537 w 341785"/>
                <a:gd name="connsiteY183" fmla="*/ 17481 h 37039"/>
                <a:gd name="connsiteX184" fmla="*/ 181424 w 341785"/>
                <a:gd name="connsiteY184" fmla="*/ 17481 h 37039"/>
                <a:gd name="connsiteX185" fmla="*/ 180613 w 341785"/>
                <a:gd name="connsiteY185" fmla="*/ 18293 h 37039"/>
                <a:gd name="connsiteX186" fmla="*/ 176556 w 341785"/>
                <a:gd name="connsiteY186" fmla="*/ 19105 h 37039"/>
                <a:gd name="connsiteX187" fmla="*/ 178179 w 341785"/>
                <a:gd name="connsiteY187" fmla="*/ 15858 h 37039"/>
                <a:gd name="connsiteX188" fmla="*/ 178990 w 341785"/>
                <a:gd name="connsiteY188" fmla="*/ 15046 h 37039"/>
                <a:gd name="connsiteX189" fmla="*/ 173311 w 341785"/>
                <a:gd name="connsiteY189" fmla="*/ 18293 h 37039"/>
                <a:gd name="connsiteX190" fmla="*/ 170065 w 341785"/>
                <a:gd name="connsiteY190" fmla="*/ 18293 h 37039"/>
                <a:gd name="connsiteX191" fmla="*/ 171688 w 341785"/>
                <a:gd name="connsiteY191" fmla="*/ 15858 h 37039"/>
                <a:gd name="connsiteX192" fmla="*/ 166820 w 341785"/>
                <a:gd name="connsiteY192" fmla="*/ 18293 h 37039"/>
                <a:gd name="connsiteX193" fmla="*/ 158707 w 341785"/>
                <a:gd name="connsiteY193" fmla="*/ 18293 h 37039"/>
                <a:gd name="connsiteX194" fmla="*/ 162764 w 341785"/>
                <a:gd name="connsiteY194" fmla="*/ 17481 h 37039"/>
                <a:gd name="connsiteX195" fmla="*/ 157085 w 341785"/>
                <a:gd name="connsiteY195" fmla="*/ 17481 h 37039"/>
                <a:gd name="connsiteX196" fmla="*/ 150594 w 341785"/>
                <a:gd name="connsiteY196" fmla="*/ 18293 h 37039"/>
                <a:gd name="connsiteX197" fmla="*/ 149783 w 341785"/>
                <a:gd name="connsiteY197" fmla="*/ 19105 h 37039"/>
                <a:gd name="connsiteX198" fmla="*/ 148160 w 341785"/>
                <a:gd name="connsiteY198" fmla="*/ 19917 h 37039"/>
                <a:gd name="connsiteX199" fmla="*/ 145726 w 341785"/>
                <a:gd name="connsiteY199" fmla="*/ 20729 h 37039"/>
                <a:gd name="connsiteX200" fmla="*/ 145726 w 341785"/>
                <a:gd name="connsiteY200" fmla="*/ 20729 h 37039"/>
                <a:gd name="connsiteX201" fmla="*/ 145726 w 341785"/>
                <a:gd name="connsiteY201" fmla="*/ 19917 h 37039"/>
                <a:gd name="connsiteX202" fmla="*/ 143292 w 341785"/>
                <a:gd name="connsiteY202" fmla="*/ 21541 h 37039"/>
                <a:gd name="connsiteX203" fmla="*/ 140047 w 341785"/>
                <a:gd name="connsiteY203" fmla="*/ 21541 h 37039"/>
                <a:gd name="connsiteX204" fmla="*/ 136802 w 341785"/>
                <a:gd name="connsiteY204" fmla="*/ 22353 h 37039"/>
                <a:gd name="connsiteX205" fmla="*/ 131934 w 341785"/>
                <a:gd name="connsiteY205" fmla="*/ 22353 h 37039"/>
                <a:gd name="connsiteX206" fmla="*/ 132745 w 341785"/>
                <a:gd name="connsiteY206" fmla="*/ 23165 h 37039"/>
                <a:gd name="connsiteX207" fmla="*/ 131934 w 341785"/>
                <a:gd name="connsiteY207" fmla="*/ 23977 h 37039"/>
                <a:gd name="connsiteX208" fmla="*/ 117330 w 341785"/>
                <a:gd name="connsiteY208" fmla="*/ 23977 h 37039"/>
                <a:gd name="connsiteX209" fmla="*/ 116519 w 341785"/>
                <a:gd name="connsiteY209" fmla="*/ 23165 h 37039"/>
                <a:gd name="connsiteX210" fmla="*/ 114085 w 341785"/>
                <a:gd name="connsiteY210" fmla="*/ 22353 h 37039"/>
                <a:gd name="connsiteX211" fmla="*/ 98670 w 341785"/>
                <a:gd name="connsiteY211" fmla="*/ 24788 h 37039"/>
                <a:gd name="connsiteX212" fmla="*/ 95425 w 341785"/>
                <a:gd name="connsiteY212" fmla="*/ 24788 h 37039"/>
                <a:gd name="connsiteX213" fmla="*/ 90557 w 341785"/>
                <a:gd name="connsiteY213" fmla="*/ 23165 h 37039"/>
                <a:gd name="connsiteX214" fmla="*/ 90557 w 341785"/>
                <a:gd name="connsiteY214" fmla="*/ 21541 h 37039"/>
                <a:gd name="connsiteX215" fmla="*/ 87311 w 341785"/>
                <a:gd name="connsiteY215" fmla="*/ 20729 h 37039"/>
                <a:gd name="connsiteX216" fmla="*/ 85689 w 341785"/>
                <a:gd name="connsiteY216" fmla="*/ 22353 h 37039"/>
                <a:gd name="connsiteX217" fmla="*/ 82443 w 341785"/>
                <a:gd name="connsiteY217" fmla="*/ 23977 h 37039"/>
                <a:gd name="connsiteX218" fmla="*/ 81632 w 341785"/>
                <a:gd name="connsiteY218" fmla="*/ 21541 h 37039"/>
                <a:gd name="connsiteX219" fmla="*/ 78387 w 341785"/>
                <a:gd name="connsiteY219" fmla="*/ 22353 h 37039"/>
                <a:gd name="connsiteX220" fmla="*/ 74330 w 341785"/>
                <a:gd name="connsiteY220" fmla="*/ 24788 h 37039"/>
                <a:gd name="connsiteX221" fmla="*/ 72708 w 341785"/>
                <a:gd name="connsiteY221" fmla="*/ 24788 h 37039"/>
                <a:gd name="connsiteX222" fmla="*/ 67840 w 341785"/>
                <a:gd name="connsiteY222" fmla="*/ 23165 h 37039"/>
                <a:gd name="connsiteX223" fmla="*/ 64594 w 341785"/>
                <a:gd name="connsiteY223" fmla="*/ 22353 h 37039"/>
                <a:gd name="connsiteX224" fmla="*/ 62161 w 341785"/>
                <a:gd name="connsiteY224" fmla="*/ 21541 h 37039"/>
                <a:gd name="connsiteX225" fmla="*/ 52425 w 341785"/>
                <a:gd name="connsiteY225" fmla="*/ 21541 h 37039"/>
                <a:gd name="connsiteX226" fmla="*/ 47557 w 341785"/>
                <a:gd name="connsiteY226" fmla="*/ 20729 h 37039"/>
                <a:gd name="connsiteX227" fmla="*/ 40255 w 341785"/>
                <a:gd name="connsiteY227" fmla="*/ 21541 h 37039"/>
                <a:gd name="connsiteX228" fmla="*/ 35387 w 341785"/>
                <a:gd name="connsiteY228" fmla="*/ 21541 h 37039"/>
                <a:gd name="connsiteX229" fmla="*/ 30519 w 341785"/>
                <a:gd name="connsiteY229" fmla="*/ 22353 h 37039"/>
                <a:gd name="connsiteX230" fmla="*/ 26463 w 341785"/>
                <a:gd name="connsiteY230" fmla="*/ 22353 h 37039"/>
                <a:gd name="connsiteX231" fmla="*/ 25651 w 341785"/>
                <a:gd name="connsiteY231" fmla="*/ 21541 h 37039"/>
                <a:gd name="connsiteX232" fmla="*/ 20783 w 341785"/>
                <a:gd name="connsiteY232" fmla="*/ 20729 h 37039"/>
                <a:gd name="connsiteX233" fmla="*/ 15104 w 341785"/>
                <a:gd name="connsiteY233" fmla="*/ 19917 h 37039"/>
                <a:gd name="connsiteX234" fmla="*/ 15104 w 341785"/>
                <a:gd name="connsiteY234" fmla="*/ 19105 h 37039"/>
                <a:gd name="connsiteX235" fmla="*/ 14293 w 341785"/>
                <a:gd name="connsiteY235" fmla="*/ 18293 h 37039"/>
                <a:gd name="connsiteX236" fmla="*/ 14293 w 341785"/>
                <a:gd name="connsiteY236" fmla="*/ 16670 h 37039"/>
                <a:gd name="connsiteX237" fmla="*/ 15104 w 341785"/>
                <a:gd name="connsiteY237" fmla="*/ 15046 h 37039"/>
                <a:gd name="connsiteX238" fmla="*/ 10236 w 341785"/>
                <a:gd name="connsiteY238" fmla="*/ 12610 h 37039"/>
                <a:gd name="connsiteX239" fmla="*/ 11048 w 341785"/>
                <a:gd name="connsiteY239" fmla="*/ 11798 h 37039"/>
                <a:gd name="connsiteX240" fmla="*/ 11859 w 341785"/>
                <a:gd name="connsiteY240" fmla="*/ 8551 h 37039"/>
                <a:gd name="connsiteX241" fmla="*/ 11048 w 341785"/>
                <a:gd name="connsiteY241" fmla="*/ 7739 h 37039"/>
                <a:gd name="connsiteX242" fmla="*/ 9425 w 341785"/>
                <a:gd name="connsiteY242" fmla="*/ 6927 h 37039"/>
                <a:gd name="connsiteX243" fmla="*/ 6180 w 341785"/>
                <a:gd name="connsiteY243" fmla="*/ 5303 h 37039"/>
                <a:gd name="connsiteX244" fmla="*/ 501 w 341785"/>
                <a:gd name="connsiteY244" fmla="*/ 2056 h 37039"/>
                <a:gd name="connsiteX245" fmla="*/ 2123 w 341785"/>
                <a:gd name="connsiteY245" fmla="*/ 9363 h 37039"/>
                <a:gd name="connsiteX246" fmla="*/ 7802 w 341785"/>
                <a:gd name="connsiteY246" fmla="*/ 25600 h 37039"/>
                <a:gd name="connsiteX247" fmla="*/ 11048 w 341785"/>
                <a:gd name="connsiteY247" fmla="*/ 28036 h 37039"/>
                <a:gd name="connsiteX248" fmla="*/ 15104 w 341785"/>
                <a:gd name="connsiteY248" fmla="*/ 31283 h 37039"/>
                <a:gd name="connsiteX249" fmla="*/ 57293 w 341785"/>
                <a:gd name="connsiteY249" fmla="*/ 28848 h 37039"/>
                <a:gd name="connsiteX250" fmla="*/ 57293 w 341785"/>
                <a:gd name="connsiteY250" fmla="*/ 29660 h 37039"/>
                <a:gd name="connsiteX251" fmla="*/ 58915 w 341785"/>
                <a:gd name="connsiteY251" fmla="*/ 30471 h 37039"/>
                <a:gd name="connsiteX252" fmla="*/ 67840 w 341785"/>
                <a:gd name="connsiteY252" fmla="*/ 30471 h 37039"/>
                <a:gd name="connsiteX253" fmla="*/ 61349 w 341785"/>
                <a:gd name="connsiteY253" fmla="*/ 31283 h 37039"/>
                <a:gd name="connsiteX254" fmla="*/ 55670 w 341785"/>
                <a:gd name="connsiteY254" fmla="*/ 32095 h 37039"/>
                <a:gd name="connsiteX255" fmla="*/ 54047 w 341785"/>
                <a:gd name="connsiteY255" fmla="*/ 35343 h 37039"/>
                <a:gd name="connsiteX256" fmla="*/ 54047 w 341785"/>
                <a:gd name="connsiteY256" fmla="*/ 36155 h 37039"/>
                <a:gd name="connsiteX257" fmla="*/ 58915 w 341785"/>
                <a:gd name="connsiteY257" fmla="*/ 35343 h 37039"/>
                <a:gd name="connsiteX258" fmla="*/ 62972 w 341785"/>
                <a:gd name="connsiteY258" fmla="*/ 35343 h 37039"/>
                <a:gd name="connsiteX259" fmla="*/ 67029 w 341785"/>
                <a:gd name="connsiteY259" fmla="*/ 34531 h 37039"/>
                <a:gd name="connsiteX260" fmla="*/ 74330 w 341785"/>
                <a:gd name="connsiteY260" fmla="*/ 34531 h 37039"/>
                <a:gd name="connsiteX261" fmla="*/ 77576 w 341785"/>
                <a:gd name="connsiteY261" fmla="*/ 35343 h 37039"/>
                <a:gd name="connsiteX262" fmla="*/ 78387 w 341785"/>
                <a:gd name="connsiteY262" fmla="*/ 35343 h 37039"/>
                <a:gd name="connsiteX263" fmla="*/ 91368 w 341785"/>
                <a:gd name="connsiteY263" fmla="*/ 34531 h 37039"/>
                <a:gd name="connsiteX264" fmla="*/ 92179 w 341785"/>
                <a:gd name="connsiteY264" fmla="*/ 36155 h 37039"/>
                <a:gd name="connsiteX265" fmla="*/ 94613 w 341785"/>
                <a:gd name="connsiteY265" fmla="*/ 35343 h 37039"/>
                <a:gd name="connsiteX266" fmla="*/ 100292 w 341785"/>
                <a:gd name="connsiteY266" fmla="*/ 33719 h 37039"/>
                <a:gd name="connsiteX267" fmla="*/ 104349 w 341785"/>
                <a:gd name="connsiteY267" fmla="*/ 32095 h 37039"/>
                <a:gd name="connsiteX268" fmla="*/ 109217 w 341785"/>
                <a:gd name="connsiteY268" fmla="*/ 32095 h 37039"/>
                <a:gd name="connsiteX269" fmla="*/ 107594 w 341785"/>
                <a:gd name="connsiteY269" fmla="*/ 32907 h 37039"/>
                <a:gd name="connsiteX270" fmla="*/ 106783 w 341785"/>
                <a:gd name="connsiteY270" fmla="*/ 35343 h 37039"/>
                <a:gd name="connsiteX271" fmla="*/ 106783 w 341785"/>
                <a:gd name="connsiteY271" fmla="*/ 36155 h 37039"/>
                <a:gd name="connsiteX272" fmla="*/ 113273 w 341785"/>
                <a:gd name="connsiteY272" fmla="*/ 35343 h 37039"/>
                <a:gd name="connsiteX273" fmla="*/ 114085 w 341785"/>
                <a:gd name="connsiteY273" fmla="*/ 35343 h 37039"/>
                <a:gd name="connsiteX274" fmla="*/ 127066 w 341785"/>
                <a:gd name="connsiteY274" fmla="*/ 33719 h 37039"/>
                <a:gd name="connsiteX275" fmla="*/ 127066 w 341785"/>
                <a:gd name="connsiteY275" fmla="*/ 34531 h 37039"/>
                <a:gd name="connsiteX276" fmla="*/ 130311 w 341785"/>
                <a:gd name="connsiteY276" fmla="*/ 34531 h 37039"/>
                <a:gd name="connsiteX277" fmla="*/ 135990 w 341785"/>
                <a:gd name="connsiteY277" fmla="*/ 32907 h 37039"/>
                <a:gd name="connsiteX278" fmla="*/ 138424 w 341785"/>
                <a:gd name="connsiteY278" fmla="*/ 33719 h 37039"/>
                <a:gd name="connsiteX279" fmla="*/ 144103 w 341785"/>
                <a:gd name="connsiteY279" fmla="*/ 30471 h 37039"/>
                <a:gd name="connsiteX280" fmla="*/ 148160 w 341785"/>
                <a:gd name="connsiteY280" fmla="*/ 24788 h 37039"/>
                <a:gd name="connsiteX281" fmla="*/ 149783 w 341785"/>
                <a:gd name="connsiteY281" fmla="*/ 25600 h 37039"/>
                <a:gd name="connsiteX282" fmla="*/ 150594 w 341785"/>
                <a:gd name="connsiteY282" fmla="*/ 24788 h 37039"/>
                <a:gd name="connsiteX283" fmla="*/ 151405 w 341785"/>
                <a:gd name="connsiteY283" fmla="*/ 24788 h 37039"/>
                <a:gd name="connsiteX284" fmla="*/ 151405 w 341785"/>
                <a:gd name="connsiteY284" fmla="*/ 25600 h 37039"/>
                <a:gd name="connsiteX285" fmla="*/ 150594 w 341785"/>
                <a:gd name="connsiteY285" fmla="*/ 27224 h 37039"/>
                <a:gd name="connsiteX286" fmla="*/ 149783 w 341785"/>
                <a:gd name="connsiteY286" fmla="*/ 28036 h 37039"/>
                <a:gd name="connsiteX287" fmla="*/ 148160 w 341785"/>
                <a:gd name="connsiteY287" fmla="*/ 30471 h 37039"/>
                <a:gd name="connsiteX288" fmla="*/ 148971 w 341785"/>
                <a:gd name="connsiteY288" fmla="*/ 31283 h 37039"/>
                <a:gd name="connsiteX289" fmla="*/ 145726 w 341785"/>
                <a:gd name="connsiteY289" fmla="*/ 32095 h 37039"/>
                <a:gd name="connsiteX290" fmla="*/ 143292 w 341785"/>
                <a:gd name="connsiteY290" fmla="*/ 32907 h 37039"/>
                <a:gd name="connsiteX291" fmla="*/ 146537 w 341785"/>
                <a:gd name="connsiteY291" fmla="*/ 34531 h 37039"/>
                <a:gd name="connsiteX292" fmla="*/ 152217 w 341785"/>
                <a:gd name="connsiteY292" fmla="*/ 32907 h 37039"/>
                <a:gd name="connsiteX293" fmla="*/ 152217 w 341785"/>
                <a:gd name="connsiteY293" fmla="*/ 32095 h 37039"/>
                <a:gd name="connsiteX294" fmla="*/ 153028 w 341785"/>
                <a:gd name="connsiteY294" fmla="*/ 31283 h 37039"/>
                <a:gd name="connsiteX295" fmla="*/ 165198 w 341785"/>
                <a:gd name="connsiteY295" fmla="*/ 24788 h 37039"/>
                <a:gd name="connsiteX296" fmla="*/ 166009 w 341785"/>
                <a:gd name="connsiteY296" fmla="*/ 24788 h 37039"/>
                <a:gd name="connsiteX297" fmla="*/ 168443 w 341785"/>
                <a:gd name="connsiteY297" fmla="*/ 25600 h 37039"/>
                <a:gd name="connsiteX298" fmla="*/ 170877 w 341785"/>
                <a:gd name="connsiteY298" fmla="*/ 26412 h 37039"/>
                <a:gd name="connsiteX299" fmla="*/ 167632 w 341785"/>
                <a:gd name="connsiteY299" fmla="*/ 27224 h 37039"/>
                <a:gd name="connsiteX300" fmla="*/ 168443 w 341785"/>
                <a:gd name="connsiteY300" fmla="*/ 27224 h 37039"/>
                <a:gd name="connsiteX301" fmla="*/ 169254 w 341785"/>
                <a:gd name="connsiteY301" fmla="*/ 27224 h 37039"/>
                <a:gd name="connsiteX302" fmla="*/ 173311 w 341785"/>
                <a:gd name="connsiteY302" fmla="*/ 25600 h 37039"/>
                <a:gd name="connsiteX303" fmla="*/ 181424 w 341785"/>
                <a:gd name="connsiteY303" fmla="*/ 24788 h 37039"/>
                <a:gd name="connsiteX304" fmla="*/ 191160 w 341785"/>
                <a:gd name="connsiteY304" fmla="*/ 22353 h 37039"/>
                <a:gd name="connsiteX305" fmla="*/ 192782 w 341785"/>
                <a:gd name="connsiteY305" fmla="*/ 23977 h 37039"/>
                <a:gd name="connsiteX306" fmla="*/ 193594 w 341785"/>
                <a:gd name="connsiteY306" fmla="*/ 24788 h 37039"/>
                <a:gd name="connsiteX307" fmla="*/ 200084 w 341785"/>
                <a:gd name="connsiteY307" fmla="*/ 23165 h 37039"/>
                <a:gd name="connsiteX308" fmla="*/ 195216 w 341785"/>
                <a:gd name="connsiteY308" fmla="*/ 28036 h 37039"/>
                <a:gd name="connsiteX309" fmla="*/ 192782 w 341785"/>
                <a:gd name="connsiteY309" fmla="*/ 29660 h 37039"/>
                <a:gd name="connsiteX310" fmla="*/ 200084 w 341785"/>
                <a:gd name="connsiteY310" fmla="*/ 29660 h 37039"/>
                <a:gd name="connsiteX311" fmla="*/ 202518 w 341785"/>
                <a:gd name="connsiteY311" fmla="*/ 28848 h 37039"/>
                <a:gd name="connsiteX312" fmla="*/ 205763 w 341785"/>
                <a:gd name="connsiteY312" fmla="*/ 28848 h 37039"/>
                <a:gd name="connsiteX313" fmla="*/ 209820 w 341785"/>
                <a:gd name="connsiteY313" fmla="*/ 28848 h 37039"/>
                <a:gd name="connsiteX314" fmla="*/ 212254 w 341785"/>
                <a:gd name="connsiteY314" fmla="*/ 27224 h 37039"/>
                <a:gd name="connsiteX315" fmla="*/ 217122 w 341785"/>
                <a:gd name="connsiteY315" fmla="*/ 23977 h 37039"/>
                <a:gd name="connsiteX316" fmla="*/ 218744 w 341785"/>
                <a:gd name="connsiteY316" fmla="*/ 25600 h 37039"/>
                <a:gd name="connsiteX317" fmla="*/ 213065 w 341785"/>
                <a:gd name="connsiteY317" fmla="*/ 26412 h 37039"/>
                <a:gd name="connsiteX318" fmla="*/ 214688 w 341785"/>
                <a:gd name="connsiteY318" fmla="*/ 28036 h 37039"/>
                <a:gd name="connsiteX319" fmla="*/ 220367 w 341785"/>
                <a:gd name="connsiteY319" fmla="*/ 27224 h 37039"/>
                <a:gd name="connsiteX320" fmla="*/ 221990 w 341785"/>
                <a:gd name="connsiteY320" fmla="*/ 28036 h 37039"/>
                <a:gd name="connsiteX321" fmla="*/ 223612 w 341785"/>
                <a:gd name="connsiteY321" fmla="*/ 29660 h 37039"/>
                <a:gd name="connsiteX322" fmla="*/ 223612 w 341785"/>
                <a:gd name="connsiteY322" fmla="*/ 28848 h 37039"/>
                <a:gd name="connsiteX323" fmla="*/ 223612 w 341785"/>
                <a:gd name="connsiteY323" fmla="*/ 28036 h 37039"/>
                <a:gd name="connsiteX324" fmla="*/ 226857 w 341785"/>
                <a:gd name="connsiteY324" fmla="*/ 26412 h 37039"/>
                <a:gd name="connsiteX325" fmla="*/ 226857 w 341785"/>
                <a:gd name="connsiteY325" fmla="*/ 27224 h 37039"/>
                <a:gd name="connsiteX326" fmla="*/ 232537 w 341785"/>
                <a:gd name="connsiteY326" fmla="*/ 27224 h 37039"/>
                <a:gd name="connsiteX327" fmla="*/ 233348 w 341785"/>
                <a:gd name="connsiteY327" fmla="*/ 28036 h 37039"/>
                <a:gd name="connsiteX328" fmla="*/ 233348 w 341785"/>
                <a:gd name="connsiteY328" fmla="*/ 29660 h 37039"/>
                <a:gd name="connsiteX329" fmla="*/ 233348 w 341785"/>
                <a:gd name="connsiteY329" fmla="*/ 30471 h 37039"/>
                <a:gd name="connsiteX330" fmla="*/ 233348 w 341785"/>
                <a:gd name="connsiteY330" fmla="*/ 31283 h 37039"/>
                <a:gd name="connsiteX331" fmla="*/ 235782 w 341785"/>
                <a:gd name="connsiteY331" fmla="*/ 30471 h 37039"/>
                <a:gd name="connsiteX332" fmla="*/ 236593 w 341785"/>
                <a:gd name="connsiteY332" fmla="*/ 30471 h 37039"/>
                <a:gd name="connsiteX333" fmla="*/ 245518 w 341785"/>
                <a:gd name="connsiteY333" fmla="*/ 24788 h 37039"/>
                <a:gd name="connsiteX334" fmla="*/ 243084 w 341785"/>
                <a:gd name="connsiteY334" fmla="*/ 26412 h 37039"/>
                <a:gd name="connsiteX335" fmla="*/ 247140 w 341785"/>
                <a:gd name="connsiteY335" fmla="*/ 28848 h 37039"/>
                <a:gd name="connsiteX336" fmla="*/ 249574 w 341785"/>
                <a:gd name="connsiteY336" fmla="*/ 25600 h 37039"/>
                <a:gd name="connsiteX337" fmla="*/ 251197 w 341785"/>
                <a:gd name="connsiteY337" fmla="*/ 28036 h 37039"/>
                <a:gd name="connsiteX338" fmla="*/ 252008 w 341785"/>
                <a:gd name="connsiteY338" fmla="*/ 29660 h 37039"/>
                <a:gd name="connsiteX339" fmla="*/ 252820 w 341785"/>
                <a:gd name="connsiteY339" fmla="*/ 29660 h 37039"/>
                <a:gd name="connsiteX340" fmla="*/ 255253 w 341785"/>
                <a:gd name="connsiteY340" fmla="*/ 28848 h 37039"/>
                <a:gd name="connsiteX341" fmla="*/ 262556 w 341785"/>
                <a:gd name="connsiteY341" fmla="*/ 28848 h 37039"/>
                <a:gd name="connsiteX342" fmla="*/ 266612 w 341785"/>
                <a:gd name="connsiteY342" fmla="*/ 28036 h 37039"/>
                <a:gd name="connsiteX343" fmla="*/ 269046 w 341785"/>
                <a:gd name="connsiteY343" fmla="*/ 27224 h 37039"/>
                <a:gd name="connsiteX344" fmla="*/ 271480 w 341785"/>
                <a:gd name="connsiteY344" fmla="*/ 27224 h 37039"/>
                <a:gd name="connsiteX345" fmla="*/ 271480 w 341785"/>
                <a:gd name="connsiteY345" fmla="*/ 25600 h 37039"/>
                <a:gd name="connsiteX346" fmla="*/ 277970 w 341785"/>
                <a:gd name="connsiteY346" fmla="*/ 23165 h 37039"/>
                <a:gd name="connsiteX347" fmla="*/ 277159 w 341785"/>
                <a:gd name="connsiteY347" fmla="*/ 25600 h 37039"/>
                <a:gd name="connsiteX348" fmla="*/ 274725 w 341785"/>
                <a:gd name="connsiteY348" fmla="*/ 27224 h 37039"/>
                <a:gd name="connsiteX349" fmla="*/ 277970 w 341785"/>
                <a:gd name="connsiteY349" fmla="*/ 27224 h 37039"/>
                <a:gd name="connsiteX350" fmla="*/ 281216 w 341785"/>
                <a:gd name="connsiteY350" fmla="*/ 25600 h 37039"/>
                <a:gd name="connsiteX351" fmla="*/ 280404 w 341785"/>
                <a:gd name="connsiteY351" fmla="*/ 24788 h 37039"/>
                <a:gd name="connsiteX352" fmla="*/ 279593 w 341785"/>
                <a:gd name="connsiteY352" fmla="*/ 24788 h 37039"/>
                <a:gd name="connsiteX353" fmla="*/ 281216 w 341785"/>
                <a:gd name="connsiteY353" fmla="*/ 23165 h 37039"/>
                <a:gd name="connsiteX354" fmla="*/ 282838 w 341785"/>
                <a:gd name="connsiteY354" fmla="*/ 23165 h 37039"/>
                <a:gd name="connsiteX355" fmla="*/ 286084 w 341785"/>
                <a:gd name="connsiteY355" fmla="*/ 24788 h 37039"/>
                <a:gd name="connsiteX356" fmla="*/ 285272 w 341785"/>
                <a:gd name="connsiteY356" fmla="*/ 25600 h 37039"/>
                <a:gd name="connsiteX357" fmla="*/ 282838 w 341785"/>
                <a:gd name="connsiteY357" fmla="*/ 27224 h 37039"/>
                <a:gd name="connsiteX358" fmla="*/ 286895 w 341785"/>
                <a:gd name="connsiteY358" fmla="*/ 25600 h 37039"/>
                <a:gd name="connsiteX359" fmla="*/ 287706 w 341785"/>
                <a:gd name="connsiteY359" fmla="*/ 24788 h 37039"/>
                <a:gd name="connsiteX360" fmla="*/ 288517 w 341785"/>
                <a:gd name="connsiteY360" fmla="*/ 23977 h 37039"/>
                <a:gd name="connsiteX361" fmla="*/ 288517 w 341785"/>
                <a:gd name="connsiteY361" fmla="*/ 22353 h 37039"/>
                <a:gd name="connsiteX362" fmla="*/ 294197 w 341785"/>
                <a:gd name="connsiteY362" fmla="*/ 23165 h 37039"/>
                <a:gd name="connsiteX363" fmla="*/ 295819 w 341785"/>
                <a:gd name="connsiteY363" fmla="*/ 23165 h 37039"/>
                <a:gd name="connsiteX364" fmla="*/ 309612 w 341785"/>
                <a:gd name="connsiteY364" fmla="*/ 19105 h 37039"/>
                <a:gd name="connsiteX365" fmla="*/ 318536 w 341785"/>
                <a:gd name="connsiteY365" fmla="*/ 18293 h 37039"/>
                <a:gd name="connsiteX366" fmla="*/ 308800 w 341785"/>
                <a:gd name="connsiteY366" fmla="*/ 21541 h 37039"/>
                <a:gd name="connsiteX367" fmla="*/ 321781 w 341785"/>
                <a:gd name="connsiteY367" fmla="*/ 21541 h 37039"/>
                <a:gd name="connsiteX368" fmla="*/ 323404 w 341785"/>
                <a:gd name="connsiteY368" fmla="*/ 19917 h 37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341785" h="37039">
                  <a:moveTo>
                    <a:pt x="291763" y="17481"/>
                  </a:moveTo>
                  <a:cubicBezTo>
                    <a:pt x="290140" y="17481"/>
                    <a:pt x="291763" y="17481"/>
                    <a:pt x="291763" y="17481"/>
                  </a:cubicBezTo>
                  <a:cubicBezTo>
                    <a:pt x="295008" y="16670"/>
                    <a:pt x="293385" y="18293"/>
                    <a:pt x="291763" y="17481"/>
                  </a:cubicBezTo>
                  <a:moveTo>
                    <a:pt x="285272" y="19105"/>
                  </a:moveTo>
                  <a:cubicBezTo>
                    <a:pt x="284461" y="20729"/>
                    <a:pt x="283650" y="18293"/>
                    <a:pt x="284461" y="18293"/>
                  </a:cubicBezTo>
                  <a:cubicBezTo>
                    <a:pt x="284461" y="18293"/>
                    <a:pt x="286084" y="18293"/>
                    <a:pt x="285272" y="19105"/>
                  </a:cubicBezTo>
                  <a:moveTo>
                    <a:pt x="264178" y="19105"/>
                  </a:moveTo>
                  <a:cubicBezTo>
                    <a:pt x="264178" y="18293"/>
                    <a:pt x="264989" y="18293"/>
                    <a:pt x="265801" y="18293"/>
                  </a:cubicBezTo>
                  <a:cubicBezTo>
                    <a:pt x="276348" y="15858"/>
                    <a:pt x="264178" y="20729"/>
                    <a:pt x="264178" y="19105"/>
                  </a:cubicBezTo>
                  <a:moveTo>
                    <a:pt x="267423" y="21541"/>
                  </a:moveTo>
                  <a:cubicBezTo>
                    <a:pt x="264989" y="22353"/>
                    <a:pt x="264989" y="20729"/>
                    <a:pt x="265801" y="21541"/>
                  </a:cubicBezTo>
                  <a:cubicBezTo>
                    <a:pt x="265801" y="20729"/>
                    <a:pt x="269857" y="20729"/>
                    <a:pt x="267423" y="21541"/>
                  </a:cubicBezTo>
                  <a:moveTo>
                    <a:pt x="265801" y="23977"/>
                  </a:moveTo>
                  <a:cubicBezTo>
                    <a:pt x="264178" y="24788"/>
                    <a:pt x="264178" y="23165"/>
                    <a:pt x="264178" y="23165"/>
                  </a:cubicBezTo>
                  <a:cubicBezTo>
                    <a:pt x="264989" y="22353"/>
                    <a:pt x="266612" y="23165"/>
                    <a:pt x="265801" y="23977"/>
                  </a:cubicBezTo>
                  <a:moveTo>
                    <a:pt x="264178" y="22353"/>
                  </a:moveTo>
                  <a:cubicBezTo>
                    <a:pt x="263367" y="23977"/>
                    <a:pt x="262556" y="21541"/>
                    <a:pt x="263367" y="21541"/>
                  </a:cubicBezTo>
                  <a:cubicBezTo>
                    <a:pt x="263367" y="20729"/>
                    <a:pt x="264178" y="21541"/>
                    <a:pt x="264178" y="22353"/>
                  </a:cubicBezTo>
                  <a:moveTo>
                    <a:pt x="258499" y="22353"/>
                  </a:moveTo>
                  <a:cubicBezTo>
                    <a:pt x="258499" y="22353"/>
                    <a:pt x="260933" y="20729"/>
                    <a:pt x="261744" y="23165"/>
                  </a:cubicBezTo>
                  <a:cubicBezTo>
                    <a:pt x="263367" y="26412"/>
                    <a:pt x="256876" y="21541"/>
                    <a:pt x="258499" y="22353"/>
                  </a:cubicBezTo>
                  <a:moveTo>
                    <a:pt x="259310" y="19105"/>
                  </a:moveTo>
                  <a:cubicBezTo>
                    <a:pt x="261744" y="17481"/>
                    <a:pt x="260121" y="20729"/>
                    <a:pt x="258499" y="19917"/>
                  </a:cubicBezTo>
                  <a:cubicBezTo>
                    <a:pt x="258499" y="19917"/>
                    <a:pt x="258499" y="19105"/>
                    <a:pt x="259310" y="19105"/>
                  </a:cubicBezTo>
                  <a:moveTo>
                    <a:pt x="255253" y="15046"/>
                  </a:moveTo>
                  <a:cubicBezTo>
                    <a:pt x="254442" y="15858"/>
                    <a:pt x="239839" y="17481"/>
                    <a:pt x="237405" y="15858"/>
                  </a:cubicBezTo>
                  <a:cubicBezTo>
                    <a:pt x="236593" y="15858"/>
                    <a:pt x="236593" y="16670"/>
                    <a:pt x="235782" y="16670"/>
                  </a:cubicBezTo>
                  <a:cubicBezTo>
                    <a:pt x="234971" y="16670"/>
                    <a:pt x="235782" y="15858"/>
                    <a:pt x="235782" y="15858"/>
                  </a:cubicBezTo>
                  <a:cubicBezTo>
                    <a:pt x="236593" y="15046"/>
                    <a:pt x="237405" y="15858"/>
                    <a:pt x="240650" y="15046"/>
                  </a:cubicBezTo>
                  <a:cubicBezTo>
                    <a:pt x="243895" y="14234"/>
                    <a:pt x="244706" y="15858"/>
                    <a:pt x="247140" y="15046"/>
                  </a:cubicBezTo>
                  <a:cubicBezTo>
                    <a:pt x="247952" y="14234"/>
                    <a:pt x="248763" y="14234"/>
                    <a:pt x="247952" y="15046"/>
                  </a:cubicBezTo>
                  <a:cubicBezTo>
                    <a:pt x="247952" y="15858"/>
                    <a:pt x="256876" y="13422"/>
                    <a:pt x="255253" y="15046"/>
                  </a:cubicBezTo>
                  <a:moveTo>
                    <a:pt x="252820" y="19917"/>
                  </a:moveTo>
                  <a:cubicBezTo>
                    <a:pt x="251197" y="20729"/>
                    <a:pt x="251197" y="19105"/>
                    <a:pt x="251197" y="19105"/>
                  </a:cubicBezTo>
                  <a:cubicBezTo>
                    <a:pt x="252008" y="18293"/>
                    <a:pt x="255253" y="19105"/>
                    <a:pt x="252820" y="19917"/>
                  </a:cubicBezTo>
                  <a:moveTo>
                    <a:pt x="245518" y="21541"/>
                  </a:moveTo>
                  <a:cubicBezTo>
                    <a:pt x="244706" y="21541"/>
                    <a:pt x="245518" y="20729"/>
                    <a:pt x="246329" y="20729"/>
                  </a:cubicBezTo>
                  <a:cubicBezTo>
                    <a:pt x="248763" y="18293"/>
                    <a:pt x="246329" y="21541"/>
                    <a:pt x="245518" y="21541"/>
                  </a:cubicBezTo>
                  <a:moveTo>
                    <a:pt x="239027" y="18293"/>
                  </a:moveTo>
                  <a:cubicBezTo>
                    <a:pt x="239027" y="19105"/>
                    <a:pt x="234971" y="19917"/>
                    <a:pt x="234159" y="19917"/>
                  </a:cubicBezTo>
                  <a:cubicBezTo>
                    <a:pt x="234159" y="19917"/>
                    <a:pt x="234971" y="19105"/>
                    <a:pt x="234971" y="19105"/>
                  </a:cubicBezTo>
                  <a:cubicBezTo>
                    <a:pt x="236593" y="19105"/>
                    <a:pt x="239027" y="17481"/>
                    <a:pt x="239027" y="18293"/>
                  </a:cubicBezTo>
                  <a:moveTo>
                    <a:pt x="231725" y="20729"/>
                  </a:moveTo>
                  <a:cubicBezTo>
                    <a:pt x="231725" y="20729"/>
                    <a:pt x="231725" y="19105"/>
                    <a:pt x="231725" y="19105"/>
                  </a:cubicBezTo>
                  <a:cubicBezTo>
                    <a:pt x="232537" y="17481"/>
                    <a:pt x="234971" y="17481"/>
                    <a:pt x="232537" y="16670"/>
                  </a:cubicBezTo>
                  <a:cubicBezTo>
                    <a:pt x="230103" y="16670"/>
                    <a:pt x="232537" y="16670"/>
                    <a:pt x="233348" y="14234"/>
                  </a:cubicBezTo>
                  <a:cubicBezTo>
                    <a:pt x="234971" y="10174"/>
                    <a:pt x="234159" y="21541"/>
                    <a:pt x="231725" y="20729"/>
                  </a:cubicBezTo>
                  <a:moveTo>
                    <a:pt x="230103" y="15046"/>
                  </a:moveTo>
                  <a:cubicBezTo>
                    <a:pt x="230914" y="14234"/>
                    <a:pt x="230914" y="18293"/>
                    <a:pt x="230103" y="19105"/>
                  </a:cubicBezTo>
                  <a:cubicBezTo>
                    <a:pt x="229292" y="19917"/>
                    <a:pt x="229292" y="19917"/>
                    <a:pt x="230103" y="19917"/>
                  </a:cubicBezTo>
                  <a:cubicBezTo>
                    <a:pt x="230914" y="19917"/>
                    <a:pt x="228480" y="20729"/>
                    <a:pt x="227669" y="20729"/>
                  </a:cubicBezTo>
                  <a:cubicBezTo>
                    <a:pt x="227669" y="20729"/>
                    <a:pt x="228480" y="19917"/>
                    <a:pt x="228480" y="19917"/>
                  </a:cubicBezTo>
                  <a:cubicBezTo>
                    <a:pt x="230103" y="19105"/>
                    <a:pt x="228480" y="19105"/>
                    <a:pt x="230103" y="16670"/>
                  </a:cubicBezTo>
                  <a:cubicBezTo>
                    <a:pt x="232537" y="12610"/>
                    <a:pt x="217122" y="19105"/>
                    <a:pt x="218744" y="15046"/>
                  </a:cubicBezTo>
                  <a:cubicBezTo>
                    <a:pt x="219556" y="14234"/>
                    <a:pt x="218744" y="15858"/>
                    <a:pt x="222801" y="15046"/>
                  </a:cubicBezTo>
                  <a:cubicBezTo>
                    <a:pt x="226857" y="14234"/>
                    <a:pt x="226046" y="15858"/>
                    <a:pt x="227669" y="15046"/>
                  </a:cubicBezTo>
                  <a:cubicBezTo>
                    <a:pt x="229292" y="14234"/>
                    <a:pt x="229292" y="15046"/>
                    <a:pt x="230103" y="14234"/>
                  </a:cubicBezTo>
                  <a:cubicBezTo>
                    <a:pt x="230914" y="12610"/>
                    <a:pt x="234971" y="13422"/>
                    <a:pt x="232537" y="14234"/>
                  </a:cubicBezTo>
                  <a:cubicBezTo>
                    <a:pt x="230103" y="15046"/>
                    <a:pt x="229292" y="15858"/>
                    <a:pt x="230103" y="15046"/>
                  </a:cubicBezTo>
                  <a:moveTo>
                    <a:pt x="223612" y="19917"/>
                  </a:moveTo>
                  <a:cubicBezTo>
                    <a:pt x="221990" y="19105"/>
                    <a:pt x="225235" y="17481"/>
                    <a:pt x="225235" y="19105"/>
                  </a:cubicBezTo>
                  <a:cubicBezTo>
                    <a:pt x="226046" y="19105"/>
                    <a:pt x="224424" y="19917"/>
                    <a:pt x="223612" y="19917"/>
                  </a:cubicBezTo>
                  <a:moveTo>
                    <a:pt x="219556" y="20729"/>
                  </a:moveTo>
                  <a:cubicBezTo>
                    <a:pt x="217933" y="19917"/>
                    <a:pt x="221178" y="17481"/>
                    <a:pt x="221178" y="19105"/>
                  </a:cubicBezTo>
                  <a:cubicBezTo>
                    <a:pt x="221990" y="19917"/>
                    <a:pt x="220367" y="20729"/>
                    <a:pt x="219556" y="20729"/>
                  </a:cubicBezTo>
                  <a:moveTo>
                    <a:pt x="216310" y="17481"/>
                  </a:moveTo>
                  <a:cubicBezTo>
                    <a:pt x="214688" y="17481"/>
                    <a:pt x="214688" y="17481"/>
                    <a:pt x="215499" y="16670"/>
                  </a:cubicBezTo>
                  <a:cubicBezTo>
                    <a:pt x="213877" y="16670"/>
                    <a:pt x="218744" y="16670"/>
                    <a:pt x="216310" y="17481"/>
                  </a:cubicBezTo>
                  <a:moveTo>
                    <a:pt x="209009" y="17481"/>
                  </a:moveTo>
                  <a:cubicBezTo>
                    <a:pt x="209009" y="17481"/>
                    <a:pt x="212254" y="16670"/>
                    <a:pt x="213065" y="16670"/>
                  </a:cubicBezTo>
                  <a:cubicBezTo>
                    <a:pt x="214688" y="17481"/>
                    <a:pt x="209009" y="19105"/>
                    <a:pt x="209009" y="17481"/>
                  </a:cubicBezTo>
                  <a:moveTo>
                    <a:pt x="204141" y="19105"/>
                  </a:moveTo>
                  <a:cubicBezTo>
                    <a:pt x="201707" y="20729"/>
                    <a:pt x="200896" y="19105"/>
                    <a:pt x="200896" y="20729"/>
                  </a:cubicBezTo>
                  <a:cubicBezTo>
                    <a:pt x="200896" y="21541"/>
                    <a:pt x="200084" y="19917"/>
                    <a:pt x="199273" y="20729"/>
                  </a:cubicBezTo>
                  <a:cubicBezTo>
                    <a:pt x="197650" y="22353"/>
                    <a:pt x="196839" y="19917"/>
                    <a:pt x="196839" y="19917"/>
                  </a:cubicBezTo>
                  <a:cubicBezTo>
                    <a:pt x="196839" y="19105"/>
                    <a:pt x="198461" y="19917"/>
                    <a:pt x="198461" y="19105"/>
                  </a:cubicBezTo>
                  <a:cubicBezTo>
                    <a:pt x="199273" y="18293"/>
                    <a:pt x="208197" y="15858"/>
                    <a:pt x="204141" y="19105"/>
                  </a:cubicBezTo>
                  <a:moveTo>
                    <a:pt x="155462" y="22353"/>
                  </a:moveTo>
                  <a:cubicBezTo>
                    <a:pt x="153839" y="23165"/>
                    <a:pt x="153839" y="23165"/>
                    <a:pt x="153839" y="21541"/>
                  </a:cubicBezTo>
                  <a:cubicBezTo>
                    <a:pt x="153839" y="19105"/>
                    <a:pt x="153028" y="22353"/>
                    <a:pt x="153028" y="23165"/>
                  </a:cubicBezTo>
                  <a:cubicBezTo>
                    <a:pt x="152217" y="24788"/>
                    <a:pt x="150594" y="22353"/>
                    <a:pt x="151405" y="22353"/>
                  </a:cubicBezTo>
                  <a:cubicBezTo>
                    <a:pt x="151405" y="19917"/>
                    <a:pt x="157896" y="19917"/>
                    <a:pt x="157896" y="19917"/>
                  </a:cubicBezTo>
                  <a:cubicBezTo>
                    <a:pt x="157896" y="18293"/>
                    <a:pt x="160330" y="20729"/>
                    <a:pt x="155462" y="22353"/>
                  </a:cubicBezTo>
                  <a:moveTo>
                    <a:pt x="141669" y="23977"/>
                  </a:moveTo>
                  <a:cubicBezTo>
                    <a:pt x="140858" y="24788"/>
                    <a:pt x="141669" y="23977"/>
                    <a:pt x="135179" y="26412"/>
                  </a:cubicBezTo>
                  <a:cubicBezTo>
                    <a:pt x="126254" y="29660"/>
                    <a:pt x="127066" y="26412"/>
                    <a:pt x="127877" y="27224"/>
                  </a:cubicBezTo>
                  <a:cubicBezTo>
                    <a:pt x="129500" y="26412"/>
                    <a:pt x="133556" y="26412"/>
                    <a:pt x="134368" y="25600"/>
                  </a:cubicBezTo>
                  <a:cubicBezTo>
                    <a:pt x="135990" y="23977"/>
                    <a:pt x="129500" y="27224"/>
                    <a:pt x="131122" y="24788"/>
                  </a:cubicBezTo>
                  <a:cubicBezTo>
                    <a:pt x="131122" y="24788"/>
                    <a:pt x="131934" y="24788"/>
                    <a:pt x="131934" y="24788"/>
                  </a:cubicBezTo>
                  <a:cubicBezTo>
                    <a:pt x="131934" y="25600"/>
                    <a:pt x="132745" y="24788"/>
                    <a:pt x="132745" y="23977"/>
                  </a:cubicBezTo>
                  <a:cubicBezTo>
                    <a:pt x="132745" y="22353"/>
                    <a:pt x="135990" y="23165"/>
                    <a:pt x="136802" y="23165"/>
                  </a:cubicBezTo>
                  <a:cubicBezTo>
                    <a:pt x="136802" y="24788"/>
                    <a:pt x="143292" y="21541"/>
                    <a:pt x="141669" y="23977"/>
                  </a:cubicBezTo>
                  <a:moveTo>
                    <a:pt x="126254" y="22353"/>
                  </a:moveTo>
                  <a:cubicBezTo>
                    <a:pt x="124632" y="22353"/>
                    <a:pt x="124632" y="20729"/>
                    <a:pt x="125443" y="20729"/>
                  </a:cubicBezTo>
                  <a:cubicBezTo>
                    <a:pt x="126254" y="20729"/>
                    <a:pt x="127877" y="22353"/>
                    <a:pt x="126254" y="22353"/>
                  </a:cubicBezTo>
                  <a:moveTo>
                    <a:pt x="124632" y="26412"/>
                  </a:moveTo>
                  <a:cubicBezTo>
                    <a:pt x="121386" y="25600"/>
                    <a:pt x="123009" y="25600"/>
                    <a:pt x="123009" y="25600"/>
                  </a:cubicBezTo>
                  <a:cubicBezTo>
                    <a:pt x="125443" y="23977"/>
                    <a:pt x="127066" y="26412"/>
                    <a:pt x="124632" y="26412"/>
                  </a:cubicBezTo>
                  <a:moveTo>
                    <a:pt x="109217" y="23977"/>
                  </a:moveTo>
                  <a:cubicBezTo>
                    <a:pt x="109217" y="23165"/>
                    <a:pt x="105160" y="25600"/>
                    <a:pt x="102726" y="24788"/>
                  </a:cubicBezTo>
                  <a:cubicBezTo>
                    <a:pt x="100292" y="23977"/>
                    <a:pt x="93802" y="27224"/>
                    <a:pt x="93802" y="23977"/>
                  </a:cubicBezTo>
                  <a:cubicBezTo>
                    <a:pt x="93802" y="21541"/>
                    <a:pt x="95425" y="23165"/>
                    <a:pt x="97858" y="22353"/>
                  </a:cubicBezTo>
                  <a:cubicBezTo>
                    <a:pt x="100292" y="21541"/>
                    <a:pt x="100292" y="23165"/>
                    <a:pt x="102726" y="22353"/>
                  </a:cubicBezTo>
                  <a:cubicBezTo>
                    <a:pt x="105160" y="21541"/>
                    <a:pt x="104349" y="23165"/>
                    <a:pt x="109217" y="22353"/>
                  </a:cubicBezTo>
                  <a:cubicBezTo>
                    <a:pt x="117330" y="20729"/>
                    <a:pt x="110028" y="25600"/>
                    <a:pt x="109217" y="23977"/>
                  </a:cubicBezTo>
                  <a:moveTo>
                    <a:pt x="110028" y="27224"/>
                  </a:moveTo>
                  <a:cubicBezTo>
                    <a:pt x="109217" y="26412"/>
                    <a:pt x="110028" y="26412"/>
                    <a:pt x="110839" y="26412"/>
                  </a:cubicBezTo>
                  <a:cubicBezTo>
                    <a:pt x="113273" y="24788"/>
                    <a:pt x="112462" y="28036"/>
                    <a:pt x="110028" y="27224"/>
                  </a:cubicBezTo>
                  <a:moveTo>
                    <a:pt x="102726" y="19105"/>
                  </a:moveTo>
                  <a:cubicBezTo>
                    <a:pt x="103538" y="17481"/>
                    <a:pt x="115707" y="18293"/>
                    <a:pt x="105972" y="19105"/>
                  </a:cubicBezTo>
                  <a:cubicBezTo>
                    <a:pt x="101104" y="19917"/>
                    <a:pt x="102726" y="19105"/>
                    <a:pt x="102726" y="19105"/>
                  </a:cubicBezTo>
                  <a:moveTo>
                    <a:pt x="91368" y="25600"/>
                  </a:moveTo>
                  <a:cubicBezTo>
                    <a:pt x="91368" y="24788"/>
                    <a:pt x="92179" y="23977"/>
                    <a:pt x="92179" y="24788"/>
                  </a:cubicBezTo>
                  <a:cubicBezTo>
                    <a:pt x="94613" y="23165"/>
                    <a:pt x="91368" y="27224"/>
                    <a:pt x="91368" y="25600"/>
                  </a:cubicBezTo>
                  <a:moveTo>
                    <a:pt x="84066" y="21541"/>
                  </a:moveTo>
                  <a:cubicBezTo>
                    <a:pt x="83255" y="23165"/>
                    <a:pt x="82443" y="18293"/>
                    <a:pt x="87311" y="20729"/>
                  </a:cubicBezTo>
                  <a:cubicBezTo>
                    <a:pt x="86500" y="20729"/>
                    <a:pt x="84066" y="20729"/>
                    <a:pt x="84066" y="21541"/>
                  </a:cubicBezTo>
                  <a:moveTo>
                    <a:pt x="81632" y="24788"/>
                  </a:moveTo>
                  <a:cubicBezTo>
                    <a:pt x="81632" y="24788"/>
                    <a:pt x="81632" y="23977"/>
                    <a:pt x="82443" y="23977"/>
                  </a:cubicBezTo>
                  <a:cubicBezTo>
                    <a:pt x="84066" y="20729"/>
                    <a:pt x="82443" y="24788"/>
                    <a:pt x="81632" y="24788"/>
                  </a:cubicBezTo>
                  <a:moveTo>
                    <a:pt x="80821" y="20729"/>
                  </a:moveTo>
                  <a:cubicBezTo>
                    <a:pt x="79198" y="19917"/>
                    <a:pt x="80821" y="19917"/>
                    <a:pt x="81632" y="19917"/>
                  </a:cubicBezTo>
                  <a:cubicBezTo>
                    <a:pt x="84066" y="19105"/>
                    <a:pt x="82443" y="21541"/>
                    <a:pt x="80821" y="20729"/>
                  </a:cubicBezTo>
                  <a:moveTo>
                    <a:pt x="72708" y="22353"/>
                  </a:moveTo>
                  <a:cubicBezTo>
                    <a:pt x="75142" y="22353"/>
                    <a:pt x="75142" y="20729"/>
                    <a:pt x="75953" y="22353"/>
                  </a:cubicBezTo>
                  <a:cubicBezTo>
                    <a:pt x="76764" y="23977"/>
                    <a:pt x="69462" y="22353"/>
                    <a:pt x="72708" y="22353"/>
                  </a:cubicBezTo>
                  <a:moveTo>
                    <a:pt x="73519" y="27224"/>
                  </a:moveTo>
                  <a:cubicBezTo>
                    <a:pt x="69462" y="28036"/>
                    <a:pt x="72708" y="25600"/>
                    <a:pt x="72708" y="25600"/>
                  </a:cubicBezTo>
                  <a:cubicBezTo>
                    <a:pt x="75142" y="24788"/>
                    <a:pt x="77576" y="26412"/>
                    <a:pt x="73519" y="27224"/>
                  </a:cubicBezTo>
                  <a:moveTo>
                    <a:pt x="63783" y="27224"/>
                  </a:moveTo>
                  <a:cubicBezTo>
                    <a:pt x="62972" y="27224"/>
                    <a:pt x="63783" y="26412"/>
                    <a:pt x="63783" y="27224"/>
                  </a:cubicBezTo>
                  <a:cubicBezTo>
                    <a:pt x="67029" y="26412"/>
                    <a:pt x="65406" y="28036"/>
                    <a:pt x="63783" y="27224"/>
                  </a:cubicBezTo>
                  <a:moveTo>
                    <a:pt x="61349" y="28036"/>
                  </a:moveTo>
                  <a:cubicBezTo>
                    <a:pt x="59727" y="28036"/>
                    <a:pt x="59727" y="28036"/>
                    <a:pt x="60538" y="27224"/>
                  </a:cubicBezTo>
                  <a:cubicBezTo>
                    <a:pt x="58915" y="27224"/>
                    <a:pt x="63783" y="27224"/>
                    <a:pt x="61349" y="28036"/>
                  </a:cubicBezTo>
                  <a:moveTo>
                    <a:pt x="53236" y="28848"/>
                  </a:moveTo>
                  <a:cubicBezTo>
                    <a:pt x="51614" y="29660"/>
                    <a:pt x="51614" y="28036"/>
                    <a:pt x="52425" y="28036"/>
                  </a:cubicBezTo>
                  <a:cubicBezTo>
                    <a:pt x="53236" y="27224"/>
                    <a:pt x="54047" y="28036"/>
                    <a:pt x="53236" y="28848"/>
                  </a:cubicBezTo>
                  <a:moveTo>
                    <a:pt x="54047" y="20729"/>
                  </a:moveTo>
                  <a:cubicBezTo>
                    <a:pt x="53236" y="21541"/>
                    <a:pt x="52425" y="20729"/>
                    <a:pt x="52425" y="20729"/>
                  </a:cubicBezTo>
                  <a:cubicBezTo>
                    <a:pt x="53236" y="19917"/>
                    <a:pt x="54859" y="19917"/>
                    <a:pt x="54047" y="20729"/>
                  </a:cubicBezTo>
                  <a:moveTo>
                    <a:pt x="45123" y="18293"/>
                  </a:moveTo>
                  <a:cubicBezTo>
                    <a:pt x="42689" y="17481"/>
                    <a:pt x="54047" y="17481"/>
                    <a:pt x="53236" y="17481"/>
                  </a:cubicBezTo>
                  <a:cubicBezTo>
                    <a:pt x="53236" y="17481"/>
                    <a:pt x="45934" y="18293"/>
                    <a:pt x="45123" y="18293"/>
                  </a:cubicBezTo>
                  <a:moveTo>
                    <a:pt x="323404" y="19917"/>
                  </a:moveTo>
                  <a:cubicBezTo>
                    <a:pt x="323404" y="19105"/>
                    <a:pt x="325027" y="20729"/>
                    <a:pt x="325838" y="19105"/>
                  </a:cubicBezTo>
                  <a:cubicBezTo>
                    <a:pt x="326649" y="17481"/>
                    <a:pt x="318536" y="18293"/>
                    <a:pt x="319348" y="17481"/>
                  </a:cubicBezTo>
                  <a:cubicBezTo>
                    <a:pt x="320159" y="15858"/>
                    <a:pt x="331517" y="17481"/>
                    <a:pt x="333951" y="15858"/>
                  </a:cubicBezTo>
                  <a:cubicBezTo>
                    <a:pt x="334763" y="15046"/>
                    <a:pt x="334763" y="15858"/>
                    <a:pt x="335574" y="16670"/>
                  </a:cubicBezTo>
                  <a:cubicBezTo>
                    <a:pt x="336385" y="17481"/>
                    <a:pt x="336385" y="17481"/>
                    <a:pt x="338819" y="16670"/>
                  </a:cubicBezTo>
                  <a:cubicBezTo>
                    <a:pt x="350989" y="11798"/>
                    <a:pt x="321781" y="17481"/>
                    <a:pt x="321781" y="15858"/>
                  </a:cubicBezTo>
                  <a:cubicBezTo>
                    <a:pt x="321781" y="15046"/>
                    <a:pt x="320970" y="15046"/>
                    <a:pt x="320159" y="15858"/>
                  </a:cubicBezTo>
                  <a:cubicBezTo>
                    <a:pt x="319348" y="15858"/>
                    <a:pt x="316914" y="16670"/>
                    <a:pt x="314480" y="16670"/>
                  </a:cubicBezTo>
                  <a:cubicBezTo>
                    <a:pt x="308800" y="16670"/>
                    <a:pt x="311234" y="17481"/>
                    <a:pt x="309612" y="17481"/>
                  </a:cubicBezTo>
                  <a:cubicBezTo>
                    <a:pt x="308800" y="17481"/>
                    <a:pt x="308800" y="17481"/>
                    <a:pt x="308800" y="18293"/>
                  </a:cubicBezTo>
                  <a:cubicBezTo>
                    <a:pt x="308800" y="19105"/>
                    <a:pt x="306367" y="19917"/>
                    <a:pt x="305555" y="19917"/>
                  </a:cubicBezTo>
                  <a:cubicBezTo>
                    <a:pt x="303932" y="19105"/>
                    <a:pt x="297442" y="20729"/>
                    <a:pt x="297442" y="20729"/>
                  </a:cubicBezTo>
                  <a:cubicBezTo>
                    <a:pt x="297442" y="19917"/>
                    <a:pt x="300687" y="18293"/>
                    <a:pt x="301499" y="19105"/>
                  </a:cubicBezTo>
                  <a:cubicBezTo>
                    <a:pt x="301499" y="19105"/>
                    <a:pt x="302310" y="19105"/>
                    <a:pt x="303121" y="19105"/>
                  </a:cubicBezTo>
                  <a:cubicBezTo>
                    <a:pt x="303932" y="17481"/>
                    <a:pt x="305555" y="19917"/>
                    <a:pt x="306367" y="17481"/>
                  </a:cubicBezTo>
                  <a:cubicBezTo>
                    <a:pt x="306367" y="16670"/>
                    <a:pt x="276348" y="15046"/>
                    <a:pt x="276348" y="19917"/>
                  </a:cubicBezTo>
                  <a:cubicBezTo>
                    <a:pt x="276348" y="21541"/>
                    <a:pt x="274725" y="21541"/>
                    <a:pt x="275536" y="20729"/>
                  </a:cubicBezTo>
                  <a:cubicBezTo>
                    <a:pt x="275536" y="19917"/>
                    <a:pt x="275536" y="19917"/>
                    <a:pt x="274725" y="19917"/>
                  </a:cubicBezTo>
                  <a:cubicBezTo>
                    <a:pt x="273914" y="19917"/>
                    <a:pt x="273914" y="19105"/>
                    <a:pt x="274725" y="18293"/>
                  </a:cubicBezTo>
                  <a:cubicBezTo>
                    <a:pt x="275536" y="16670"/>
                    <a:pt x="275536" y="16670"/>
                    <a:pt x="269857" y="16670"/>
                  </a:cubicBezTo>
                  <a:cubicBezTo>
                    <a:pt x="260933" y="17481"/>
                    <a:pt x="257688" y="17481"/>
                    <a:pt x="257688" y="16670"/>
                  </a:cubicBezTo>
                  <a:cubicBezTo>
                    <a:pt x="258499" y="15046"/>
                    <a:pt x="262556" y="16670"/>
                    <a:pt x="264178" y="16670"/>
                  </a:cubicBezTo>
                  <a:cubicBezTo>
                    <a:pt x="270669" y="14234"/>
                    <a:pt x="269046" y="16670"/>
                    <a:pt x="274725" y="15046"/>
                  </a:cubicBezTo>
                  <a:cubicBezTo>
                    <a:pt x="278782" y="14234"/>
                    <a:pt x="282027" y="14234"/>
                    <a:pt x="282027" y="15046"/>
                  </a:cubicBezTo>
                  <a:cubicBezTo>
                    <a:pt x="282027" y="15858"/>
                    <a:pt x="287706" y="15046"/>
                    <a:pt x="289329" y="14234"/>
                  </a:cubicBezTo>
                  <a:cubicBezTo>
                    <a:pt x="295819" y="10174"/>
                    <a:pt x="231725" y="17481"/>
                    <a:pt x="233348" y="13422"/>
                  </a:cubicBezTo>
                  <a:cubicBezTo>
                    <a:pt x="233348" y="12610"/>
                    <a:pt x="231725" y="13422"/>
                    <a:pt x="230914" y="14234"/>
                  </a:cubicBezTo>
                  <a:cubicBezTo>
                    <a:pt x="230914" y="15046"/>
                    <a:pt x="226857" y="15046"/>
                    <a:pt x="221990" y="15046"/>
                  </a:cubicBezTo>
                  <a:cubicBezTo>
                    <a:pt x="214688" y="15858"/>
                    <a:pt x="219556" y="13422"/>
                    <a:pt x="217122" y="13422"/>
                  </a:cubicBezTo>
                  <a:cubicBezTo>
                    <a:pt x="216310" y="13422"/>
                    <a:pt x="216310" y="13422"/>
                    <a:pt x="216310" y="14234"/>
                  </a:cubicBezTo>
                  <a:cubicBezTo>
                    <a:pt x="216310" y="15046"/>
                    <a:pt x="214688" y="16670"/>
                    <a:pt x="213877" y="15858"/>
                  </a:cubicBezTo>
                  <a:cubicBezTo>
                    <a:pt x="212254" y="15046"/>
                    <a:pt x="211443" y="16670"/>
                    <a:pt x="210631" y="15858"/>
                  </a:cubicBezTo>
                  <a:cubicBezTo>
                    <a:pt x="210631" y="15046"/>
                    <a:pt x="212254" y="15046"/>
                    <a:pt x="213065" y="13422"/>
                  </a:cubicBezTo>
                  <a:cubicBezTo>
                    <a:pt x="213065" y="11798"/>
                    <a:pt x="209820" y="11798"/>
                    <a:pt x="210631" y="13422"/>
                  </a:cubicBezTo>
                  <a:cubicBezTo>
                    <a:pt x="211443" y="14234"/>
                    <a:pt x="211443" y="14234"/>
                    <a:pt x="210631" y="14234"/>
                  </a:cubicBezTo>
                  <a:cubicBezTo>
                    <a:pt x="209820" y="14234"/>
                    <a:pt x="209820" y="14234"/>
                    <a:pt x="209820" y="15046"/>
                  </a:cubicBezTo>
                  <a:cubicBezTo>
                    <a:pt x="209820" y="18293"/>
                    <a:pt x="202518" y="15046"/>
                    <a:pt x="201707" y="16670"/>
                  </a:cubicBezTo>
                  <a:cubicBezTo>
                    <a:pt x="200896" y="18293"/>
                    <a:pt x="196839" y="15858"/>
                    <a:pt x="194405" y="17481"/>
                  </a:cubicBezTo>
                  <a:cubicBezTo>
                    <a:pt x="192782" y="18293"/>
                    <a:pt x="192782" y="15858"/>
                    <a:pt x="189537" y="17481"/>
                  </a:cubicBezTo>
                  <a:cubicBezTo>
                    <a:pt x="185481" y="19105"/>
                    <a:pt x="183046" y="15858"/>
                    <a:pt x="181424" y="17481"/>
                  </a:cubicBezTo>
                  <a:cubicBezTo>
                    <a:pt x="180613" y="17481"/>
                    <a:pt x="180613" y="18293"/>
                    <a:pt x="180613" y="18293"/>
                  </a:cubicBezTo>
                  <a:cubicBezTo>
                    <a:pt x="181424" y="18293"/>
                    <a:pt x="177367" y="19917"/>
                    <a:pt x="176556" y="19105"/>
                  </a:cubicBezTo>
                  <a:cubicBezTo>
                    <a:pt x="175745" y="18293"/>
                    <a:pt x="176556" y="16670"/>
                    <a:pt x="178179" y="15858"/>
                  </a:cubicBezTo>
                  <a:cubicBezTo>
                    <a:pt x="178990" y="15858"/>
                    <a:pt x="178990" y="15046"/>
                    <a:pt x="178990" y="15046"/>
                  </a:cubicBezTo>
                  <a:cubicBezTo>
                    <a:pt x="177367" y="15046"/>
                    <a:pt x="174933" y="18293"/>
                    <a:pt x="173311" y="18293"/>
                  </a:cubicBezTo>
                  <a:cubicBezTo>
                    <a:pt x="171688" y="17481"/>
                    <a:pt x="171688" y="19105"/>
                    <a:pt x="170065" y="18293"/>
                  </a:cubicBezTo>
                  <a:cubicBezTo>
                    <a:pt x="168443" y="17481"/>
                    <a:pt x="174122" y="16670"/>
                    <a:pt x="171688" y="15858"/>
                  </a:cubicBezTo>
                  <a:cubicBezTo>
                    <a:pt x="170065" y="15046"/>
                    <a:pt x="161952" y="23977"/>
                    <a:pt x="166820" y="18293"/>
                  </a:cubicBezTo>
                  <a:cubicBezTo>
                    <a:pt x="166009" y="18293"/>
                    <a:pt x="157896" y="19917"/>
                    <a:pt x="158707" y="18293"/>
                  </a:cubicBezTo>
                  <a:cubicBezTo>
                    <a:pt x="158707" y="17481"/>
                    <a:pt x="162764" y="18293"/>
                    <a:pt x="162764" y="17481"/>
                  </a:cubicBezTo>
                  <a:cubicBezTo>
                    <a:pt x="163575" y="15858"/>
                    <a:pt x="159518" y="17481"/>
                    <a:pt x="157085" y="17481"/>
                  </a:cubicBezTo>
                  <a:cubicBezTo>
                    <a:pt x="151405" y="16670"/>
                    <a:pt x="151405" y="19105"/>
                    <a:pt x="150594" y="18293"/>
                  </a:cubicBezTo>
                  <a:cubicBezTo>
                    <a:pt x="150594" y="18293"/>
                    <a:pt x="149783" y="18293"/>
                    <a:pt x="149783" y="19105"/>
                  </a:cubicBezTo>
                  <a:cubicBezTo>
                    <a:pt x="149783" y="19917"/>
                    <a:pt x="148971" y="19917"/>
                    <a:pt x="148160" y="19917"/>
                  </a:cubicBezTo>
                  <a:cubicBezTo>
                    <a:pt x="145726" y="19105"/>
                    <a:pt x="147349" y="20729"/>
                    <a:pt x="145726" y="20729"/>
                  </a:cubicBezTo>
                  <a:cubicBezTo>
                    <a:pt x="144915" y="20729"/>
                    <a:pt x="144915" y="20729"/>
                    <a:pt x="145726" y="20729"/>
                  </a:cubicBezTo>
                  <a:cubicBezTo>
                    <a:pt x="145726" y="20729"/>
                    <a:pt x="145726" y="19917"/>
                    <a:pt x="145726" y="19917"/>
                  </a:cubicBezTo>
                  <a:cubicBezTo>
                    <a:pt x="144103" y="19105"/>
                    <a:pt x="144103" y="21541"/>
                    <a:pt x="143292" y="21541"/>
                  </a:cubicBezTo>
                  <a:cubicBezTo>
                    <a:pt x="142481" y="20729"/>
                    <a:pt x="139236" y="20729"/>
                    <a:pt x="140047" y="21541"/>
                  </a:cubicBezTo>
                  <a:cubicBezTo>
                    <a:pt x="140047" y="22353"/>
                    <a:pt x="136802" y="23165"/>
                    <a:pt x="136802" y="22353"/>
                  </a:cubicBezTo>
                  <a:cubicBezTo>
                    <a:pt x="135990" y="21541"/>
                    <a:pt x="131934" y="20729"/>
                    <a:pt x="131934" y="22353"/>
                  </a:cubicBezTo>
                  <a:cubicBezTo>
                    <a:pt x="131934" y="22353"/>
                    <a:pt x="131934" y="23165"/>
                    <a:pt x="132745" y="23165"/>
                  </a:cubicBezTo>
                  <a:cubicBezTo>
                    <a:pt x="134368" y="23165"/>
                    <a:pt x="131122" y="25600"/>
                    <a:pt x="131934" y="23977"/>
                  </a:cubicBezTo>
                  <a:cubicBezTo>
                    <a:pt x="132745" y="22353"/>
                    <a:pt x="117330" y="25600"/>
                    <a:pt x="117330" y="23977"/>
                  </a:cubicBezTo>
                  <a:cubicBezTo>
                    <a:pt x="117330" y="23165"/>
                    <a:pt x="117330" y="23165"/>
                    <a:pt x="116519" y="23165"/>
                  </a:cubicBezTo>
                  <a:cubicBezTo>
                    <a:pt x="115707" y="23165"/>
                    <a:pt x="119764" y="19917"/>
                    <a:pt x="114085" y="22353"/>
                  </a:cubicBezTo>
                  <a:cubicBezTo>
                    <a:pt x="112462" y="23165"/>
                    <a:pt x="99481" y="23165"/>
                    <a:pt x="98670" y="24788"/>
                  </a:cubicBezTo>
                  <a:cubicBezTo>
                    <a:pt x="97858" y="27224"/>
                    <a:pt x="87311" y="26412"/>
                    <a:pt x="95425" y="24788"/>
                  </a:cubicBezTo>
                  <a:cubicBezTo>
                    <a:pt x="101915" y="23977"/>
                    <a:pt x="90557" y="23165"/>
                    <a:pt x="90557" y="23165"/>
                  </a:cubicBezTo>
                  <a:cubicBezTo>
                    <a:pt x="88123" y="22353"/>
                    <a:pt x="89745" y="20729"/>
                    <a:pt x="90557" y="21541"/>
                  </a:cubicBezTo>
                  <a:cubicBezTo>
                    <a:pt x="91368" y="21541"/>
                    <a:pt x="95425" y="19917"/>
                    <a:pt x="87311" y="20729"/>
                  </a:cubicBezTo>
                  <a:cubicBezTo>
                    <a:pt x="79198" y="21541"/>
                    <a:pt x="85689" y="21541"/>
                    <a:pt x="85689" y="22353"/>
                  </a:cubicBezTo>
                  <a:cubicBezTo>
                    <a:pt x="85689" y="23165"/>
                    <a:pt x="82443" y="23165"/>
                    <a:pt x="82443" y="23977"/>
                  </a:cubicBezTo>
                  <a:cubicBezTo>
                    <a:pt x="81632" y="26412"/>
                    <a:pt x="79198" y="22353"/>
                    <a:pt x="81632" y="21541"/>
                  </a:cubicBezTo>
                  <a:cubicBezTo>
                    <a:pt x="84877" y="20729"/>
                    <a:pt x="78387" y="19917"/>
                    <a:pt x="78387" y="22353"/>
                  </a:cubicBezTo>
                  <a:cubicBezTo>
                    <a:pt x="78387" y="23977"/>
                    <a:pt x="75142" y="23165"/>
                    <a:pt x="74330" y="24788"/>
                  </a:cubicBezTo>
                  <a:cubicBezTo>
                    <a:pt x="73519" y="26412"/>
                    <a:pt x="72708" y="25600"/>
                    <a:pt x="72708" y="24788"/>
                  </a:cubicBezTo>
                  <a:cubicBezTo>
                    <a:pt x="72708" y="23165"/>
                    <a:pt x="67029" y="25600"/>
                    <a:pt x="67840" y="23165"/>
                  </a:cubicBezTo>
                  <a:cubicBezTo>
                    <a:pt x="68651" y="22353"/>
                    <a:pt x="67840" y="21541"/>
                    <a:pt x="64594" y="22353"/>
                  </a:cubicBezTo>
                  <a:cubicBezTo>
                    <a:pt x="62161" y="22353"/>
                    <a:pt x="59727" y="21541"/>
                    <a:pt x="62161" y="21541"/>
                  </a:cubicBezTo>
                  <a:cubicBezTo>
                    <a:pt x="67029" y="20729"/>
                    <a:pt x="53236" y="21541"/>
                    <a:pt x="52425" y="21541"/>
                  </a:cubicBezTo>
                  <a:cubicBezTo>
                    <a:pt x="50802" y="21541"/>
                    <a:pt x="49179" y="20729"/>
                    <a:pt x="47557" y="20729"/>
                  </a:cubicBezTo>
                  <a:cubicBezTo>
                    <a:pt x="45934" y="22353"/>
                    <a:pt x="43500" y="19917"/>
                    <a:pt x="40255" y="21541"/>
                  </a:cubicBezTo>
                  <a:cubicBezTo>
                    <a:pt x="37010" y="23165"/>
                    <a:pt x="36198" y="19917"/>
                    <a:pt x="35387" y="21541"/>
                  </a:cubicBezTo>
                  <a:cubicBezTo>
                    <a:pt x="34576" y="23165"/>
                    <a:pt x="32953" y="20729"/>
                    <a:pt x="30519" y="22353"/>
                  </a:cubicBezTo>
                  <a:cubicBezTo>
                    <a:pt x="28085" y="23977"/>
                    <a:pt x="28897" y="21541"/>
                    <a:pt x="26463" y="22353"/>
                  </a:cubicBezTo>
                  <a:cubicBezTo>
                    <a:pt x="25651" y="22353"/>
                    <a:pt x="25651" y="22353"/>
                    <a:pt x="25651" y="21541"/>
                  </a:cubicBezTo>
                  <a:cubicBezTo>
                    <a:pt x="26463" y="19105"/>
                    <a:pt x="22406" y="21541"/>
                    <a:pt x="20783" y="20729"/>
                  </a:cubicBezTo>
                  <a:cubicBezTo>
                    <a:pt x="20783" y="19917"/>
                    <a:pt x="15915" y="19917"/>
                    <a:pt x="15104" y="19917"/>
                  </a:cubicBezTo>
                  <a:cubicBezTo>
                    <a:pt x="14293" y="19917"/>
                    <a:pt x="14293" y="19917"/>
                    <a:pt x="15104" y="19105"/>
                  </a:cubicBezTo>
                  <a:cubicBezTo>
                    <a:pt x="15915" y="18293"/>
                    <a:pt x="15915" y="18293"/>
                    <a:pt x="14293" y="18293"/>
                  </a:cubicBezTo>
                  <a:cubicBezTo>
                    <a:pt x="12670" y="18293"/>
                    <a:pt x="12670" y="17481"/>
                    <a:pt x="14293" y="16670"/>
                  </a:cubicBezTo>
                  <a:cubicBezTo>
                    <a:pt x="15915" y="15858"/>
                    <a:pt x="16727" y="15046"/>
                    <a:pt x="15104" y="15046"/>
                  </a:cubicBezTo>
                  <a:cubicBezTo>
                    <a:pt x="11048" y="15858"/>
                    <a:pt x="4557" y="13422"/>
                    <a:pt x="10236" y="12610"/>
                  </a:cubicBezTo>
                  <a:cubicBezTo>
                    <a:pt x="11859" y="12610"/>
                    <a:pt x="11859" y="11798"/>
                    <a:pt x="11048" y="11798"/>
                  </a:cubicBezTo>
                  <a:cubicBezTo>
                    <a:pt x="9425" y="11798"/>
                    <a:pt x="9425" y="10986"/>
                    <a:pt x="11859" y="8551"/>
                  </a:cubicBezTo>
                  <a:cubicBezTo>
                    <a:pt x="12670" y="7739"/>
                    <a:pt x="11859" y="7739"/>
                    <a:pt x="11048" y="7739"/>
                  </a:cubicBezTo>
                  <a:cubicBezTo>
                    <a:pt x="9425" y="7739"/>
                    <a:pt x="8614" y="7739"/>
                    <a:pt x="9425" y="6927"/>
                  </a:cubicBezTo>
                  <a:cubicBezTo>
                    <a:pt x="11048" y="5303"/>
                    <a:pt x="7802" y="8551"/>
                    <a:pt x="6180" y="5303"/>
                  </a:cubicBezTo>
                  <a:cubicBezTo>
                    <a:pt x="1312" y="-2004"/>
                    <a:pt x="-1122" y="-380"/>
                    <a:pt x="501" y="2056"/>
                  </a:cubicBezTo>
                  <a:cubicBezTo>
                    <a:pt x="1312" y="3680"/>
                    <a:pt x="501" y="2868"/>
                    <a:pt x="2123" y="9363"/>
                  </a:cubicBezTo>
                  <a:cubicBezTo>
                    <a:pt x="6991" y="30471"/>
                    <a:pt x="8614" y="23977"/>
                    <a:pt x="7802" y="25600"/>
                  </a:cubicBezTo>
                  <a:cubicBezTo>
                    <a:pt x="7802" y="26412"/>
                    <a:pt x="8614" y="29660"/>
                    <a:pt x="11048" y="28036"/>
                  </a:cubicBezTo>
                  <a:cubicBezTo>
                    <a:pt x="15104" y="26412"/>
                    <a:pt x="11859" y="29660"/>
                    <a:pt x="15104" y="31283"/>
                  </a:cubicBezTo>
                  <a:cubicBezTo>
                    <a:pt x="15915" y="32095"/>
                    <a:pt x="19972" y="30471"/>
                    <a:pt x="57293" y="28848"/>
                  </a:cubicBezTo>
                  <a:cubicBezTo>
                    <a:pt x="57293" y="28848"/>
                    <a:pt x="57293" y="28848"/>
                    <a:pt x="57293" y="29660"/>
                  </a:cubicBezTo>
                  <a:cubicBezTo>
                    <a:pt x="56481" y="30471"/>
                    <a:pt x="56481" y="30471"/>
                    <a:pt x="58915" y="30471"/>
                  </a:cubicBezTo>
                  <a:cubicBezTo>
                    <a:pt x="67840" y="28848"/>
                    <a:pt x="75142" y="29660"/>
                    <a:pt x="67840" y="30471"/>
                  </a:cubicBezTo>
                  <a:cubicBezTo>
                    <a:pt x="62972" y="31283"/>
                    <a:pt x="59727" y="32907"/>
                    <a:pt x="61349" y="31283"/>
                  </a:cubicBezTo>
                  <a:cubicBezTo>
                    <a:pt x="62972" y="30471"/>
                    <a:pt x="55670" y="30471"/>
                    <a:pt x="55670" y="32095"/>
                  </a:cubicBezTo>
                  <a:cubicBezTo>
                    <a:pt x="55670" y="34531"/>
                    <a:pt x="52425" y="34531"/>
                    <a:pt x="54047" y="35343"/>
                  </a:cubicBezTo>
                  <a:cubicBezTo>
                    <a:pt x="54859" y="35343"/>
                    <a:pt x="54859" y="36155"/>
                    <a:pt x="54047" y="36155"/>
                  </a:cubicBezTo>
                  <a:cubicBezTo>
                    <a:pt x="53236" y="36967"/>
                    <a:pt x="61349" y="33719"/>
                    <a:pt x="58915" y="35343"/>
                  </a:cubicBezTo>
                  <a:cubicBezTo>
                    <a:pt x="57293" y="36967"/>
                    <a:pt x="61349" y="36155"/>
                    <a:pt x="62972" y="35343"/>
                  </a:cubicBezTo>
                  <a:cubicBezTo>
                    <a:pt x="65406" y="33719"/>
                    <a:pt x="66217" y="35343"/>
                    <a:pt x="67029" y="34531"/>
                  </a:cubicBezTo>
                  <a:cubicBezTo>
                    <a:pt x="69462" y="32907"/>
                    <a:pt x="72708" y="35343"/>
                    <a:pt x="74330" y="34531"/>
                  </a:cubicBezTo>
                  <a:cubicBezTo>
                    <a:pt x="75953" y="33719"/>
                    <a:pt x="77576" y="33719"/>
                    <a:pt x="77576" y="35343"/>
                  </a:cubicBezTo>
                  <a:cubicBezTo>
                    <a:pt x="77576" y="36155"/>
                    <a:pt x="78387" y="36155"/>
                    <a:pt x="78387" y="35343"/>
                  </a:cubicBezTo>
                  <a:cubicBezTo>
                    <a:pt x="81632" y="32907"/>
                    <a:pt x="97047" y="32095"/>
                    <a:pt x="91368" y="34531"/>
                  </a:cubicBezTo>
                  <a:cubicBezTo>
                    <a:pt x="88934" y="35343"/>
                    <a:pt x="89745" y="37778"/>
                    <a:pt x="92179" y="36155"/>
                  </a:cubicBezTo>
                  <a:cubicBezTo>
                    <a:pt x="92990" y="35343"/>
                    <a:pt x="94613" y="35343"/>
                    <a:pt x="94613" y="35343"/>
                  </a:cubicBezTo>
                  <a:cubicBezTo>
                    <a:pt x="95425" y="36155"/>
                    <a:pt x="99481" y="35343"/>
                    <a:pt x="100292" y="33719"/>
                  </a:cubicBezTo>
                  <a:cubicBezTo>
                    <a:pt x="101915" y="32095"/>
                    <a:pt x="101104" y="32907"/>
                    <a:pt x="104349" y="32095"/>
                  </a:cubicBezTo>
                  <a:cubicBezTo>
                    <a:pt x="106783" y="31283"/>
                    <a:pt x="107594" y="32907"/>
                    <a:pt x="109217" y="32095"/>
                  </a:cubicBezTo>
                  <a:cubicBezTo>
                    <a:pt x="112462" y="31283"/>
                    <a:pt x="110028" y="34531"/>
                    <a:pt x="107594" y="32907"/>
                  </a:cubicBezTo>
                  <a:cubicBezTo>
                    <a:pt x="106783" y="32095"/>
                    <a:pt x="104349" y="34531"/>
                    <a:pt x="106783" y="35343"/>
                  </a:cubicBezTo>
                  <a:cubicBezTo>
                    <a:pt x="108406" y="35343"/>
                    <a:pt x="108406" y="35343"/>
                    <a:pt x="106783" y="36155"/>
                  </a:cubicBezTo>
                  <a:cubicBezTo>
                    <a:pt x="101104" y="37778"/>
                    <a:pt x="114896" y="36967"/>
                    <a:pt x="113273" y="35343"/>
                  </a:cubicBezTo>
                  <a:cubicBezTo>
                    <a:pt x="113273" y="34531"/>
                    <a:pt x="113273" y="34531"/>
                    <a:pt x="114085" y="35343"/>
                  </a:cubicBezTo>
                  <a:cubicBezTo>
                    <a:pt x="118141" y="37778"/>
                    <a:pt x="132745" y="31283"/>
                    <a:pt x="127066" y="33719"/>
                  </a:cubicBezTo>
                  <a:cubicBezTo>
                    <a:pt x="126254" y="34531"/>
                    <a:pt x="126254" y="34531"/>
                    <a:pt x="127066" y="34531"/>
                  </a:cubicBezTo>
                  <a:cubicBezTo>
                    <a:pt x="128689" y="35343"/>
                    <a:pt x="129500" y="33719"/>
                    <a:pt x="130311" y="34531"/>
                  </a:cubicBezTo>
                  <a:cubicBezTo>
                    <a:pt x="135179" y="35343"/>
                    <a:pt x="134368" y="32095"/>
                    <a:pt x="135990" y="32907"/>
                  </a:cubicBezTo>
                  <a:cubicBezTo>
                    <a:pt x="136802" y="33719"/>
                    <a:pt x="133556" y="35343"/>
                    <a:pt x="138424" y="33719"/>
                  </a:cubicBezTo>
                  <a:cubicBezTo>
                    <a:pt x="142481" y="32907"/>
                    <a:pt x="140047" y="31283"/>
                    <a:pt x="144103" y="30471"/>
                  </a:cubicBezTo>
                  <a:cubicBezTo>
                    <a:pt x="149783" y="28848"/>
                    <a:pt x="145726" y="25600"/>
                    <a:pt x="148160" y="24788"/>
                  </a:cubicBezTo>
                  <a:cubicBezTo>
                    <a:pt x="149783" y="23977"/>
                    <a:pt x="149783" y="23977"/>
                    <a:pt x="149783" y="25600"/>
                  </a:cubicBezTo>
                  <a:cubicBezTo>
                    <a:pt x="149783" y="26412"/>
                    <a:pt x="149783" y="26412"/>
                    <a:pt x="150594" y="24788"/>
                  </a:cubicBezTo>
                  <a:cubicBezTo>
                    <a:pt x="151405" y="22353"/>
                    <a:pt x="152217" y="23165"/>
                    <a:pt x="151405" y="24788"/>
                  </a:cubicBezTo>
                  <a:cubicBezTo>
                    <a:pt x="150594" y="25600"/>
                    <a:pt x="150594" y="25600"/>
                    <a:pt x="151405" y="25600"/>
                  </a:cubicBezTo>
                  <a:cubicBezTo>
                    <a:pt x="152217" y="25600"/>
                    <a:pt x="152217" y="27224"/>
                    <a:pt x="150594" y="27224"/>
                  </a:cubicBezTo>
                  <a:cubicBezTo>
                    <a:pt x="149783" y="27224"/>
                    <a:pt x="149783" y="28036"/>
                    <a:pt x="149783" y="28036"/>
                  </a:cubicBezTo>
                  <a:cubicBezTo>
                    <a:pt x="150594" y="28848"/>
                    <a:pt x="145726" y="30471"/>
                    <a:pt x="148160" y="30471"/>
                  </a:cubicBezTo>
                  <a:cubicBezTo>
                    <a:pt x="148971" y="30471"/>
                    <a:pt x="149783" y="31283"/>
                    <a:pt x="148971" y="31283"/>
                  </a:cubicBezTo>
                  <a:cubicBezTo>
                    <a:pt x="148160" y="33719"/>
                    <a:pt x="140858" y="32907"/>
                    <a:pt x="145726" y="32095"/>
                  </a:cubicBezTo>
                  <a:cubicBezTo>
                    <a:pt x="150594" y="30471"/>
                    <a:pt x="141669" y="31283"/>
                    <a:pt x="143292" y="32907"/>
                  </a:cubicBezTo>
                  <a:cubicBezTo>
                    <a:pt x="144103" y="33719"/>
                    <a:pt x="136802" y="36155"/>
                    <a:pt x="146537" y="34531"/>
                  </a:cubicBezTo>
                  <a:cubicBezTo>
                    <a:pt x="152217" y="33719"/>
                    <a:pt x="152217" y="34531"/>
                    <a:pt x="152217" y="32907"/>
                  </a:cubicBezTo>
                  <a:cubicBezTo>
                    <a:pt x="152217" y="32095"/>
                    <a:pt x="152217" y="31283"/>
                    <a:pt x="152217" y="32095"/>
                  </a:cubicBezTo>
                  <a:cubicBezTo>
                    <a:pt x="152217" y="32095"/>
                    <a:pt x="153028" y="32095"/>
                    <a:pt x="153028" y="31283"/>
                  </a:cubicBezTo>
                  <a:cubicBezTo>
                    <a:pt x="153839" y="29660"/>
                    <a:pt x="165198" y="28848"/>
                    <a:pt x="165198" y="24788"/>
                  </a:cubicBezTo>
                  <a:cubicBezTo>
                    <a:pt x="165198" y="23165"/>
                    <a:pt x="166820" y="23977"/>
                    <a:pt x="166009" y="24788"/>
                  </a:cubicBezTo>
                  <a:cubicBezTo>
                    <a:pt x="165198" y="25600"/>
                    <a:pt x="166009" y="25600"/>
                    <a:pt x="168443" y="25600"/>
                  </a:cubicBezTo>
                  <a:cubicBezTo>
                    <a:pt x="170877" y="24788"/>
                    <a:pt x="171688" y="24788"/>
                    <a:pt x="170877" y="26412"/>
                  </a:cubicBezTo>
                  <a:cubicBezTo>
                    <a:pt x="170065" y="28036"/>
                    <a:pt x="168443" y="26412"/>
                    <a:pt x="167632" y="27224"/>
                  </a:cubicBezTo>
                  <a:cubicBezTo>
                    <a:pt x="166820" y="28036"/>
                    <a:pt x="166820" y="28036"/>
                    <a:pt x="168443" y="27224"/>
                  </a:cubicBezTo>
                  <a:cubicBezTo>
                    <a:pt x="169254" y="27224"/>
                    <a:pt x="169254" y="27224"/>
                    <a:pt x="169254" y="27224"/>
                  </a:cubicBezTo>
                  <a:cubicBezTo>
                    <a:pt x="169254" y="28036"/>
                    <a:pt x="174122" y="26412"/>
                    <a:pt x="173311" y="25600"/>
                  </a:cubicBezTo>
                  <a:cubicBezTo>
                    <a:pt x="172499" y="23165"/>
                    <a:pt x="186292" y="23165"/>
                    <a:pt x="181424" y="24788"/>
                  </a:cubicBezTo>
                  <a:cubicBezTo>
                    <a:pt x="178990" y="25600"/>
                    <a:pt x="177367" y="28036"/>
                    <a:pt x="191160" y="22353"/>
                  </a:cubicBezTo>
                  <a:cubicBezTo>
                    <a:pt x="194405" y="21541"/>
                    <a:pt x="193594" y="23165"/>
                    <a:pt x="192782" y="23977"/>
                  </a:cubicBezTo>
                  <a:cubicBezTo>
                    <a:pt x="191971" y="24788"/>
                    <a:pt x="192782" y="25600"/>
                    <a:pt x="193594" y="24788"/>
                  </a:cubicBezTo>
                  <a:cubicBezTo>
                    <a:pt x="194405" y="23165"/>
                    <a:pt x="200896" y="22353"/>
                    <a:pt x="200084" y="23165"/>
                  </a:cubicBezTo>
                  <a:cubicBezTo>
                    <a:pt x="200084" y="23977"/>
                    <a:pt x="195216" y="27224"/>
                    <a:pt x="195216" y="28036"/>
                  </a:cubicBezTo>
                  <a:cubicBezTo>
                    <a:pt x="195216" y="28848"/>
                    <a:pt x="194405" y="29660"/>
                    <a:pt x="192782" y="29660"/>
                  </a:cubicBezTo>
                  <a:cubicBezTo>
                    <a:pt x="185481" y="32907"/>
                    <a:pt x="199273" y="31283"/>
                    <a:pt x="200084" y="29660"/>
                  </a:cubicBezTo>
                  <a:cubicBezTo>
                    <a:pt x="200084" y="28036"/>
                    <a:pt x="202518" y="30471"/>
                    <a:pt x="202518" y="28848"/>
                  </a:cubicBezTo>
                  <a:cubicBezTo>
                    <a:pt x="202518" y="28036"/>
                    <a:pt x="204952" y="29660"/>
                    <a:pt x="205763" y="28848"/>
                  </a:cubicBezTo>
                  <a:cubicBezTo>
                    <a:pt x="206575" y="28036"/>
                    <a:pt x="209009" y="29660"/>
                    <a:pt x="209820" y="28848"/>
                  </a:cubicBezTo>
                  <a:cubicBezTo>
                    <a:pt x="211443" y="28036"/>
                    <a:pt x="213065" y="28848"/>
                    <a:pt x="212254" y="27224"/>
                  </a:cubicBezTo>
                  <a:cubicBezTo>
                    <a:pt x="211443" y="23977"/>
                    <a:pt x="217933" y="21541"/>
                    <a:pt x="217122" y="23977"/>
                  </a:cubicBezTo>
                  <a:cubicBezTo>
                    <a:pt x="217122" y="24788"/>
                    <a:pt x="218744" y="24788"/>
                    <a:pt x="218744" y="25600"/>
                  </a:cubicBezTo>
                  <a:cubicBezTo>
                    <a:pt x="218744" y="26412"/>
                    <a:pt x="213877" y="24788"/>
                    <a:pt x="213065" y="26412"/>
                  </a:cubicBezTo>
                  <a:cubicBezTo>
                    <a:pt x="213065" y="27224"/>
                    <a:pt x="217122" y="25600"/>
                    <a:pt x="214688" y="28036"/>
                  </a:cubicBezTo>
                  <a:cubicBezTo>
                    <a:pt x="213065" y="29660"/>
                    <a:pt x="219556" y="28036"/>
                    <a:pt x="220367" y="27224"/>
                  </a:cubicBezTo>
                  <a:cubicBezTo>
                    <a:pt x="221178" y="26412"/>
                    <a:pt x="223612" y="25600"/>
                    <a:pt x="221990" y="28036"/>
                  </a:cubicBezTo>
                  <a:cubicBezTo>
                    <a:pt x="221178" y="29660"/>
                    <a:pt x="221990" y="30471"/>
                    <a:pt x="223612" y="29660"/>
                  </a:cubicBezTo>
                  <a:cubicBezTo>
                    <a:pt x="223612" y="29660"/>
                    <a:pt x="223612" y="28848"/>
                    <a:pt x="223612" y="28848"/>
                  </a:cubicBezTo>
                  <a:cubicBezTo>
                    <a:pt x="222801" y="28848"/>
                    <a:pt x="223612" y="27224"/>
                    <a:pt x="223612" y="28036"/>
                  </a:cubicBezTo>
                  <a:cubicBezTo>
                    <a:pt x="224424" y="28848"/>
                    <a:pt x="226046" y="25600"/>
                    <a:pt x="226857" y="26412"/>
                  </a:cubicBezTo>
                  <a:cubicBezTo>
                    <a:pt x="226857" y="26412"/>
                    <a:pt x="226857" y="27224"/>
                    <a:pt x="226857" y="27224"/>
                  </a:cubicBezTo>
                  <a:cubicBezTo>
                    <a:pt x="226046" y="28036"/>
                    <a:pt x="230914" y="28036"/>
                    <a:pt x="232537" y="27224"/>
                  </a:cubicBezTo>
                  <a:cubicBezTo>
                    <a:pt x="234159" y="26412"/>
                    <a:pt x="234971" y="27224"/>
                    <a:pt x="233348" y="28036"/>
                  </a:cubicBezTo>
                  <a:cubicBezTo>
                    <a:pt x="232537" y="28848"/>
                    <a:pt x="232537" y="29660"/>
                    <a:pt x="233348" y="29660"/>
                  </a:cubicBezTo>
                  <a:cubicBezTo>
                    <a:pt x="234159" y="29660"/>
                    <a:pt x="234159" y="29660"/>
                    <a:pt x="233348" y="30471"/>
                  </a:cubicBezTo>
                  <a:cubicBezTo>
                    <a:pt x="233348" y="30471"/>
                    <a:pt x="232537" y="31283"/>
                    <a:pt x="233348" y="31283"/>
                  </a:cubicBezTo>
                  <a:cubicBezTo>
                    <a:pt x="234159" y="32095"/>
                    <a:pt x="236593" y="28848"/>
                    <a:pt x="235782" y="30471"/>
                  </a:cubicBezTo>
                  <a:cubicBezTo>
                    <a:pt x="234971" y="32907"/>
                    <a:pt x="238216" y="31283"/>
                    <a:pt x="236593" y="30471"/>
                  </a:cubicBezTo>
                  <a:cubicBezTo>
                    <a:pt x="234971" y="29660"/>
                    <a:pt x="239027" y="25600"/>
                    <a:pt x="245518" y="24788"/>
                  </a:cubicBezTo>
                  <a:cubicBezTo>
                    <a:pt x="243084" y="25600"/>
                    <a:pt x="239839" y="27224"/>
                    <a:pt x="243084" y="26412"/>
                  </a:cubicBezTo>
                  <a:cubicBezTo>
                    <a:pt x="248763" y="25600"/>
                    <a:pt x="246329" y="28848"/>
                    <a:pt x="247140" y="28848"/>
                  </a:cubicBezTo>
                  <a:cubicBezTo>
                    <a:pt x="248763" y="29660"/>
                    <a:pt x="247140" y="25600"/>
                    <a:pt x="249574" y="25600"/>
                  </a:cubicBezTo>
                  <a:cubicBezTo>
                    <a:pt x="251197" y="25600"/>
                    <a:pt x="253631" y="27224"/>
                    <a:pt x="251197" y="28036"/>
                  </a:cubicBezTo>
                  <a:cubicBezTo>
                    <a:pt x="248763" y="28848"/>
                    <a:pt x="251197" y="30471"/>
                    <a:pt x="252008" y="29660"/>
                  </a:cubicBezTo>
                  <a:cubicBezTo>
                    <a:pt x="252008" y="29660"/>
                    <a:pt x="252820" y="29660"/>
                    <a:pt x="252820" y="29660"/>
                  </a:cubicBezTo>
                  <a:cubicBezTo>
                    <a:pt x="252820" y="29660"/>
                    <a:pt x="254442" y="29660"/>
                    <a:pt x="255253" y="28848"/>
                  </a:cubicBezTo>
                  <a:cubicBezTo>
                    <a:pt x="259310" y="26412"/>
                    <a:pt x="259310" y="29660"/>
                    <a:pt x="262556" y="28848"/>
                  </a:cubicBezTo>
                  <a:cubicBezTo>
                    <a:pt x="265801" y="28848"/>
                    <a:pt x="265801" y="29660"/>
                    <a:pt x="266612" y="28036"/>
                  </a:cubicBezTo>
                  <a:cubicBezTo>
                    <a:pt x="267423" y="27224"/>
                    <a:pt x="270669" y="25600"/>
                    <a:pt x="269046" y="27224"/>
                  </a:cubicBezTo>
                  <a:cubicBezTo>
                    <a:pt x="267423" y="28848"/>
                    <a:pt x="269857" y="28848"/>
                    <a:pt x="271480" y="27224"/>
                  </a:cubicBezTo>
                  <a:cubicBezTo>
                    <a:pt x="273103" y="25600"/>
                    <a:pt x="273103" y="25600"/>
                    <a:pt x="271480" y="25600"/>
                  </a:cubicBezTo>
                  <a:cubicBezTo>
                    <a:pt x="267423" y="26412"/>
                    <a:pt x="274725" y="22353"/>
                    <a:pt x="277970" y="23165"/>
                  </a:cubicBezTo>
                  <a:cubicBezTo>
                    <a:pt x="281216" y="23165"/>
                    <a:pt x="277159" y="23977"/>
                    <a:pt x="277159" y="25600"/>
                  </a:cubicBezTo>
                  <a:cubicBezTo>
                    <a:pt x="277159" y="27224"/>
                    <a:pt x="273914" y="26412"/>
                    <a:pt x="274725" y="27224"/>
                  </a:cubicBezTo>
                  <a:cubicBezTo>
                    <a:pt x="274725" y="28036"/>
                    <a:pt x="277159" y="26412"/>
                    <a:pt x="277970" y="27224"/>
                  </a:cubicBezTo>
                  <a:cubicBezTo>
                    <a:pt x="278782" y="28036"/>
                    <a:pt x="282838" y="25600"/>
                    <a:pt x="281216" y="25600"/>
                  </a:cubicBezTo>
                  <a:cubicBezTo>
                    <a:pt x="281216" y="25600"/>
                    <a:pt x="280404" y="25600"/>
                    <a:pt x="280404" y="24788"/>
                  </a:cubicBezTo>
                  <a:cubicBezTo>
                    <a:pt x="280404" y="23977"/>
                    <a:pt x="280404" y="23977"/>
                    <a:pt x="279593" y="24788"/>
                  </a:cubicBezTo>
                  <a:cubicBezTo>
                    <a:pt x="276348" y="27224"/>
                    <a:pt x="280404" y="21541"/>
                    <a:pt x="281216" y="23165"/>
                  </a:cubicBezTo>
                  <a:cubicBezTo>
                    <a:pt x="282027" y="23977"/>
                    <a:pt x="282027" y="22353"/>
                    <a:pt x="282838" y="23165"/>
                  </a:cubicBezTo>
                  <a:cubicBezTo>
                    <a:pt x="283650" y="24788"/>
                    <a:pt x="285272" y="22353"/>
                    <a:pt x="286084" y="24788"/>
                  </a:cubicBezTo>
                  <a:cubicBezTo>
                    <a:pt x="286084" y="25600"/>
                    <a:pt x="286084" y="26412"/>
                    <a:pt x="285272" y="25600"/>
                  </a:cubicBezTo>
                  <a:cubicBezTo>
                    <a:pt x="284461" y="24788"/>
                    <a:pt x="282027" y="26412"/>
                    <a:pt x="282838" y="27224"/>
                  </a:cubicBezTo>
                  <a:cubicBezTo>
                    <a:pt x="283650" y="28036"/>
                    <a:pt x="288517" y="26412"/>
                    <a:pt x="286895" y="25600"/>
                  </a:cubicBezTo>
                  <a:cubicBezTo>
                    <a:pt x="286084" y="25600"/>
                    <a:pt x="286084" y="24788"/>
                    <a:pt x="287706" y="24788"/>
                  </a:cubicBezTo>
                  <a:cubicBezTo>
                    <a:pt x="288517" y="24788"/>
                    <a:pt x="288517" y="23977"/>
                    <a:pt x="288517" y="23977"/>
                  </a:cubicBezTo>
                  <a:cubicBezTo>
                    <a:pt x="287706" y="23977"/>
                    <a:pt x="288517" y="21541"/>
                    <a:pt x="288517" y="22353"/>
                  </a:cubicBezTo>
                  <a:cubicBezTo>
                    <a:pt x="288517" y="24788"/>
                    <a:pt x="295819" y="20729"/>
                    <a:pt x="294197" y="23165"/>
                  </a:cubicBezTo>
                  <a:cubicBezTo>
                    <a:pt x="293385" y="24788"/>
                    <a:pt x="295008" y="24788"/>
                    <a:pt x="295819" y="23165"/>
                  </a:cubicBezTo>
                  <a:cubicBezTo>
                    <a:pt x="296631" y="22353"/>
                    <a:pt x="306367" y="20729"/>
                    <a:pt x="309612" y="19105"/>
                  </a:cubicBezTo>
                  <a:cubicBezTo>
                    <a:pt x="313668" y="17481"/>
                    <a:pt x="313668" y="17481"/>
                    <a:pt x="318536" y="18293"/>
                  </a:cubicBezTo>
                  <a:cubicBezTo>
                    <a:pt x="311234" y="22353"/>
                    <a:pt x="314480" y="19917"/>
                    <a:pt x="308800" y="21541"/>
                  </a:cubicBezTo>
                  <a:cubicBezTo>
                    <a:pt x="298253" y="23977"/>
                    <a:pt x="321781" y="21541"/>
                    <a:pt x="321781" y="21541"/>
                  </a:cubicBezTo>
                  <a:cubicBezTo>
                    <a:pt x="321781" y="19105"/>
                    <a:pt x="323404" y="20729"/>
                    <a:pt x="323404" y="1991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2" name="Freeform 131">
              <a:extLst>
                <a:ext uri="{FF2B5EF4-FFF2-40B4-BE49-F238E27FC236}">
                  <a16:creationId xmlns:a16="http://schemas.microsoft.com/office/drawing/2014/main" id="{7E512695-64B1-528A-78A4-3A289DB6B556}"/>
                </a:ext>
              </a:extLst>
            </p:cNvPr>
            <p:cNvSpPr/>
            <p:nvPr/>
          </p:nvSpPr>
          <p:spPr>
            <a:xfrm>
              <a:off x="4254606" y="3239423"/>
              <a:ext cx="3083" cy="1734"/>
            </a:xfrm>
            <a:custGeom>
              <a:avLst/>
              <a:gdLst>
                <a:gd name="connsiteX0" fmla="*/ 0 w 3083"/>
                <a:gd name="connsiteY0" fmla="*/ 1507 h 1734"/>
                <a:gd name="connsiteX1" fmla="*/ 1623 w 3083"/>
                <a:gd name="connsiteY1" fmla="*/ 695 h 1734"/>
                <a:gd name="connsiteX2" fmla="*/ 0 w 3083"/>
                <a:gd name="connsiteY2" fmla="*/ 1507 h 1734"/>
              </a:gdLst>
              <a:ahLst/>
              <a:cxnLst>
                <a:cxn ang="0">
                  <a:pos x="connsiteX0" y="connsiteY0"/>
                </a:cxn>
                <a:cxn ang="0">
                  <a:pos x="connsiteX1" y="connsiteY1"/>
                </a:cxn>
                <a:cxn ang="0">
                  <a:pos x="connsiteX2" y="connsiteY2"/>
                </a:cxn>
              </a:cxnLst>
              <a:rect l="l" t="t" r="r" b="b"/>
              <a:pathLst>
                <a:path w="3083" h="1734">
                  <a:moveTo>
                    <a:pt x="0" y="1507"/>
                  </a:moveTo>
                  <a:cubicBezTo>
                    <a:pt x="0" y="2319"/>
                    <a:pt x="1623" y="695"/>
                    <a:pt x="1623" y="695"/>
                  </a:cubicBezTo>
                  <a:cubicBezTo>
                    <a:pt x="5679" y="-929"/>
                    <a:pt x="0" y="695"/>
                    <a:pt x="0"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3" name="Freeform 132">
              <a:extLst>
                <a:ext uri="{FF2B5EF4-FFF2-40B4-BE49-F238E27FC236}">
                  <a16:creationId xmlns:a16="http://schemas.microsoft.com/office/drawing/2014/main" id="{2F6C1540-5625-9DE2-C7FF-D062F6D15284}"/>
                </a:ext>
              </a:extLst>
            </p:cNvPr>
            <p:cNvSpPr/>
            <p:nvPr/>
          </p:nvSpPr>
          <p:spPr>
            <a:xfrm>
              <a:off x="4231039" y="3222256"/>
              <a:ext cx="15453" cy="3415"/>
            </a:xfrm>
            <a:custGeom>
              <a:avLst/>
              <a:gdLst>
                <a:gd name="connsiteX0" fmla="*/ 11397 w 15453"/>
                <a:gd name="connsiteY0" fmla="*/ 0 h 3415"/>
                <a:gd name="connsiteX1" fmla="*/ 39 w 15453"/>
                <a:gd name="connsiteY1" fmla="*/ 1624 h 3415"/>
                <a:gd name="connsiteX2" fmla="*/ 4907 w 15453"/>
                <a:gd name="connsiteY2" fmla="*/ 3248 h 3415"/>
                <a:gd name="connsiteX3" fmla="*/ 10586 w 15453"/>
                <a:gd name="connsiteY3" fmla="*/ 2436 h 3415"/>
                <a:gd name="connsiteX4" fmla="*/ 15454 w 15453"/>
                <a:gd name="connsiteY4" fmla="*/ 812 h 3415"/>
                <a:gd name="connsiteX5" fmla="*/ 11397 w 15453"/>
                <a:gd name="connsiteY5" fmla="*/ 0 h 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53" h="3415">
                  <a:moveTo>
                    <a:pt x="11397" y="0"/>
                  </a:moveTo>
                  <a:cubicBezTo>
                    <a:pt x="11397" y="0"/>
                    <a:pt x="-773" y="0"/>
                    <a:pt x="39" y="1624"/>
                  </a:cubicBezTo>
                  <a:cubicBezTo>
                    <a:pt x="39" y="3248"/>
                    <a:pt x="4907" y="3248"/>
                    <a:pt x="4907" y="3248"/>
                  </a:cubicBezTo>
                  <a:cubicBezTo>
                    <a:pt x="8152" y="4059"/>
                    <a:pt x="8963" y="1624"/>
                    <a:pt x="10586" y="2436"/>
                  </a:cubicBezTo>
                  <a:cubicBezTo>
                    <a:pt x="13020" y="3248"/>
                    <a:pt x="15454" y="2436"/>
                    <a:pt x="15454" y="812"/>
                  </a:cubicBezTo>
                  <a:cubicBezTo>
                    <a:pt x="15454" y="0"/>
                    <a:pt x="15454" y="0"/>
                    <a:pt x="1139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4" name="Freeform 133">
              <a:extLst>
                <a:ext uri="{FF2B5EF4-FFF2-40B4-BE49-F238E27FC236}">
                  <a16:creationId xmlns:a16="http://schemas.microsoft.com/office/drawing/2014/main" id="{6BD23AEC-31CC-2CB5-76D4-0DB4CAE77E2E}"/>
                </a:ext>
              </a:extLst>
            </p:cNvPr>
            <p:cNvSpPr/>
            <p:nvPr/>
          </p:nvSpPr>
          <p:spPr>
            <a:xfrm>
              <a:off x="4230969" y="3221648"/>
              <a:ext cx="2118" cy="969"/>
            </a:xfrm>
            <a:custGeom>
              <a:avLst/>
              <a:gdLst>
                <a:gd name="connsiteX0" fmla="*/ 109 w 2118"/>
                <a:gd name="connsiteY0" fmla="*/ 609 h 969"/>
                <a:gd name="connsiteX1" fmla="*/ 1731 w 2118"/>
                <a:gd name="connsiteY1" fmla="*/ 609 h 969"/>
                <a:gd name="connsiteX2" fmla="*/ 109 w 2118"/>
                <a:gd name="connsiteY2" fmla="*/ 609 h 969"/>
              </a:gdLst>
              <a:ahLst/>
              <a:cxnLst>
                <a:cxn ang="0">
                  <a:pos x="connsiteX0" y="connsiteY0"/>
                </a:cxn>
                <a:cxn ang="0">
                  <a:pos x="connsiteX1" y="connsiteY1"/>
                </a:cxn>
                <a:cxn ang="0">
                  <a:pos x="connsiteX2" y="connsiteY2"/>
                </a:cxn>
              </a:cxnLst>
              <a:rect l="l" t="t" r="r" b="b"/>
              <a:pathLst>
                <a:path w="2118" h="969">
                  <a:moveTo>
                    <a:pt x="109" y="609"/>
                  </a:moveTo>
                  <a:cubicBezTo>
                    <a:pt x="109" y="1421"/>
                    <a:pt x="920" y="609"/>
                    <a:pt x="1731" y="609"/>
                  </a:cubicBezTo>
                  <a:cubicBezTo>
                    <a:pt x="3354" y="-203"/>
                    <a:pt x="-703" y="-203"/>
                    <a:pt x="109"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5" name="Freeform 134">
              <a:extLst>
                <a:ext uri="{FF2B5EF4-FFF2-40B4-BE49-F238E27FC236}">
                  <a16:creationId xmlns:a16="http://schemas.microsoft.com/office/drawing/2014/main" id="{57C71089-4773-4FE6-8D48-93DAF6CAF3A7}"/>
                </a:ext>
              </a:extLst>
            </p:cNvPr>
            <p:cNvSpPr/>
            <p:nvPr/>
          </p:nvSpPr>
          <p:spPr>
            <a:xfrm>
              <a:off x="4247213" y="3222775"/>
              <a:ext cx="5493" cy="4446"/>
            </a:xfrm>
            <a:custGeom>
              <a:avLst/>
              <a:gdLst>
                <a:gd name="connsiteX0" fmla="*/ 91 w 5493"/>
                <a:gd name="connsiteY0" fmla="*/ 3540 h 4446"/>
                <a:gd name="connsiteX1" fmla="*/ 2525 w 5493"/>
                <a:gd name="connsiteY1" fmla="*/ 2729 h 4446"/>
                <a:gd name="connsiteX2" fmla="*/ 4959 w 5493"/>
                <a:gd name="connsiteY2" fmla="*/ 293 h 4446"/>
                <a:gd name="connsiteX3" fmla="*/ 91 w 5493"/>
                <a:gd name="connsiteY3" fmla="*/ 3540 h 4446"/>
              </a:gdLst>
              <a:ahLst/>
              <a:cxnLst>
                <a:cxn ang="0">
                  <a:pos x="connsiteX0" y="connsiteY0"/>
                </a:cxn>
                <a:cxn ang="0">
                  <a:pos x="connsiteX1" y="connsiteY1"/>
                </a:cxn>
                <a:cxn ang="0">
                  <a:pos x="connsiteX2" y="connsiteY2"/>
                </a:cxn>
                <a:cxn ang="0">
                  <a:pos x="connsiteX3" y="connsiteY3"/>
                </a:cxn>
              </a:cxnLst>
              <a:rect l="l" t="t" r="r" b="b"/>
              <a:pathLst>
                <a:path w="5493" h="4446">
                  <a:moveTo>
                    <a:pt x="91" y="3540"/>
                  </a:moveTo>
                  <a:cubicBezTo>
                    <a:pt x="902" y="5976"/>
                    <a:pt x="-721" y="2729"/>
                    <a:pt x="2525" y="2729"/>
                  </a:cubicBezTo>
                  <a:cubicBezTo>
                    <a:pt x="4147" y="2729"/>
                    <a:pt x="6581" y="1105"/>
                    <a:pt x="4959" y="293"/>
                  </a:cubicBezTo>
                  <a:cubicBezTo>
                    <a:pt x="4147" y="-519"/>
                    <a:pt x="-721" y="293"/>
                    <a:pt x="91" y="354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6" name="Freeform 135">
              <a:extLst>
                <a:ext uri="{FF2B5EF4-FFF2-40B4-BE49-F238E27FC236}">
                  <a16:creationId xmlns:a16="http://schemas.microsoft.com/office/drawing/2014/main" id="{9C73D61F-794D-6036-C053-39E9E696ADD4}"/>
                </a:ext>
              </a:extLst>
            </p:cNvPr>
            <p:cNvSpPr/>
            <p:nvPr/>
          </p:nvSpPr>
          <p:spPr>
            <a:xfrm>
              <a:off x="4252983" y="3221991"/>
              <a:ext cx="4154" cy="2811"/>
            </a:xfrm>
            <a:custGeom>
              <a:avLst/>
              <a:gdLst>
                <a:gd name="connsiteX0" fmla="*/ 3245 w 4154"/>
                <a:gd name="connsiteY0" fmla="*/ 265 h 2811"/>
                <a:gd name="connsiteX1" fmla="*/ 0 w 4154"/>
                <a:gd name="connsiteY1" fmla="*/ 1889 h 2811"/>
                <a:gd name="connsiteX2" fmla="*/ 3245 w 4154"/>
                <a:gd name="connsiteY2" fmla="*/ 265 h 2811"/>
              </a:gdLst>
              <a:ahLst/>
              <a:cxnLst>
                <a:cxn ang="0">
                  <a:pos x="connsiteX0" y="connsiteY0"/>
                </a:cxn>
                <a:cxn ang="0">
                  <a:pos x="connsiteX1" y="connsiteY1"/>
                </a:cxn>
                <a:cxn ang="0">
                  <a:pos x="connsiteX2" y="connsiteY2"/>
                </a:cxn>
              </a:cxnLst>
              <a:rect l="l" t="t" r="r" b="b"/>
              <a:pathLst>
                <a:path w="4154" h="2811">
                  <a:moveTo>
                    <a:pt x="3245" y="265"/>
                  </a:moveTo>
                  <a:cubicBezTo>
                    <a:pt x="811" y="1077"/>
                    <a:pt x="811" y="265"/>
                    <a:pt x="0" y="1889"/>
                  </a:cubicBezTo>
                  <a:cubicBezTo>
                    <a:pt x="0" y="5137"/>
                    <a:pt x="6491" y="-1358"/>
                    <a:pt x="3245" y="26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7" name="Freeform 136">
              <a:extLst>
                <a:ext uri="{FF2B5EF4-FFF2-40B4-BE49-F238E27FC236}">
                  <a16:creationId xmlns:a16="http://schemas.microsoft.com/office/drawing/2014/main" id="{7C8EC129-55FE-61CF-E112-C4A54B43178D}"/>
                </a:ext>
              </a:extLst>
            </p:cNvPr>
            <p:cNvSpPr/>
            <p:nvPr/>
          </p:nvSpPr>
          <p:spPr>
            <a:xfrm>
              <a:off x="4273155" y="3229438"/>
              <a:ext cx="1531" cy="1298"/>
            </a:xfrm>
            <a:custGeom>
              <a:avLst/>
              <a:gdLst>
                <a:gd name="connsiteX0" fmla="*/ 923 w 1531"/>
                <a:gd name="connsiteY0" fmla="*/ 937 h 1298"/>
                <a:gd name="connsiteX1" fmla="*/ 923 w 1531"/>
                <a:gd name="connsiteY1" fmla="*/ 937 h 1298"/>
                <a:gd name="connsiteX2" fmla="*/ 923 w 1531"/>
                <a:gd name="connsiteY2" fmla="*/ 937 h 1298"/>
              </a:gdLst>
              <a:ahLst/>
              <a:cxnLst>
                <a:cxn ang="0">
                  <a:pos x="connsiteX0" y="connsiteY0"/>
                </a:cxn>
                <a:cxn ang="0">
                  <a:pos x="connsiteX1" y="connsiteY1"/>
                </a:cxn>
                <a:cxn ang="0">
                  <a:pos x="connsiteX2" y="connsiteY2"/>
                </a:cxn>
              </a:cxnLst>
              <a:rect l="l" t="t" r="r" b="b"/>
              <a:pathLst>
                <a:path w="1531" h="1298">
                  <a:moveTo>
                    <a:pt x="923" y="937"/>
                  </a:moveTo>
                  <a:cubicBezTo>
                    <a:pt x="1734" y="1749"/>
                    <a:pt x="1734" y="937"/>
                    <a:pt x="923" y="937"/>
                  </a:cubicBezTo>
                  <a:cubicBezTo>
                    <a:pt x="1734" y="-686"/>
                    <a:pt x="-1511" y="126"/>
                    <a:pt x="923"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8" name="Freeform 137">
              <a:extLst>
                <a:ext uri="{FF2B5EF4-FFF2-40B4-BE49-F238E27FC236}">
                  <a16:creationId xmlns:a16="http://schemas.microsoft.com/office/drawing/2014/main" id="{7492EE4C-73C3-2B33-7105-0CBC9BB17BF2}"/>
                </a:ext>
              </a:extLst>
            </p:cNvPr>
            <p:cNvSpPr/>
            <p:nvPr/>
          </p:nvSpPr>
          <p:spPr>
            <a:xfrm>
              <a:off x="4269799" y="3227603"/>
              <a:ext cx="2064" cy="1484"/>
            </a:xfrm>
            <a:custGeom>
              <a:avLst/>
              <a:gdLst>
                <a:gd name="connsiteX0" fmla="*/ 1844 w 2064"/>
                <a:gd name="connsiteY0" fmla="*/ 1148 h 1484"/>
                <a:gd name="connsiteX1" fmla="*/ 221 w 2064"/>
                <a:gd name="connsiteY1" fmla="*/ 336 h 1484"/>
                <a:gd name="connsiteX2" fmla="*/ 1844 w 2064"/>
                <a:gd name="connsiteY2" fmla="*/ 1148 h 1484"/>
              </a:gdLst>
              <a:ahLst/>
              <a:cxnLst>
                <a:cxn ang="0">
                  <a:pos x="connsiteX0" y="connsiteY0"/>
                </a:cxn>
                <a:cxn ang="0">
                  <a:pos x="connsiteX1" y="connsiteY1"/>
                </a:cxn>
                <a:cxn ang="0">
                  <a:pos x="connsiteX2" y="connsiteY2"/>
                </a:cxn>
              </a:cxnLst>
              <a:rect l="l" t="t" r="r" b="b"/>
              <a:pathLst>
                <a:path w="2064" h="1484">
                  <a:moveTo>
                    <a:pt x="1844" y="1148"/>
                  </a:moveTo>
                  <a:cubicBezTo>
                    <a:pt x="2655" y="336"/>
                    <a:pt x="1032" y="-476"/>
                    <a:pt x="221" y="336"/>
                  </a:cubicBezTo>
                  <a:cubicBezTo>
                    <a:pt x="-590" y="1148"/>
                    <a:pt x="1032" y="1960"/>
                    <a:pt x="1844"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39" name="Freeform 138">
              <a:extLst>
                <a:ext uri="{FF2B5EF4-FFF2-40B4-BE49-F238E27FC236}">
                  <a16:creationId xmlns:a16="http://schemas.microsoft.com/office/drawing/2014/main" id="{8E9CA699-1F2A-BC3B-5086-D9D9483CC1F8}"/>
                </a:ext>
              </a:extLst>
            </p:cNvPr>
            <p:cNvSpPr/>
            <p:nvPr/>
          </p:nvSpPr>
          <p:spPr>
            <a:xfrm>
              <a:off x="4259473" y="3223271"/>
              <a:ext cx="1622" cy="969"/>
            </a:xfrm>
            <a:custGeom>
              <a:avLst/>
              <a:gdLst>
                <a:gd name="connsiteX0" fmla="*/ 1622 w 1622"/>
                <a:gd name="connsiteY0" fmla="*/ 609 h 969"/>
                <a:gd name="connsiteX1" fmla="*/ 0 w 1622"/>
                <a:gd name="connsiteY1" fmla="*/ 609 h 969"/>
                <a:gd name="connsiteX2" fmla="*/ 1622 w 1622"/>
                <a:gd name="connsiteY2" fmla="*/ 609 h 969"/>
              </a:gdLst>
              <a:ahLst/>
              <a:cxnLst>
                <a:cxn ang="0">
                  <a:pos x="connsiteX0" y="connsiteY0"/>
                </a:cxn>
                <a:cxn ang="0">
                  <a:pos x="connsiteX1" y="connsiteY1"/>
                </a:cxn>
                <a:cxn ang="0">
                  <a:pos x="connsiteX2" y="connsiteY2"/>
                </a:cxn>
              </a:cxnLst>
              <a:rect l="l" t="t" r="r" b="b"/>
              <a:pathLst>
                <a:path w="1622" h="969">
                  <a:moveTo>
                    <a:pt x="1622" y="609"/>
                  </a:moveTo>
                  <a:cubicBezTo>
                    <a:pt x="1622" y="-203"/>
                    <a:pt x="811" y="-203"/>
                    <a:pt x="0" y="609"/>
                  </a:cubicBezTo>
                  <a:cubicBezTo>
                    <a:pt x="0" y="609"/>
                    <a:pt x="811" y="1421"/>
                    <a:pt x="1622"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0" name="Freeform 139">
              <a:extLst>
                <a:ext uri="{FF2B5EF4-FFF2-40B4-BE49-F238E27FC236}">
                  <a16:creationId xmlns:a16="http://schemas.microsoft.com/office/drawing/2014/main" id="{95568144-EC92-B70D-2A9F-02BBDA1ED1B4}"/>
                </a:ext>
              </a:extLst>
            </p:cNvPr>
            <p:cNvSpPr/>
            <p:nvPr/>
          </p:nvSpPr>
          <p:spPr>
            <a:xfrm>
              <a:off x="4275497" y="3228752"/>
              <a:ext cx="6692" cy="1984"/>
            </a:xfrm>
            <a:custGeom>
              <a:avLst/>
              <a:gdLst>
                <a:gd name="connsiteX0" fmla="*/ 1014 w 6692"/>
                <a:gd name="connsiteY0" fmla="*/ 1624 h 1984"/>
                <a:gd name="connsiteX1" fmla="*/ 2636 w 6692"/>
                <a:gd name="connsiteY1" fmla="*/ 1624 h 1984"/>
                <a:gd name="connsiteX2" fmla="*/ 5882 w 6692"/>
                <a:gd name="connsiteY2" fmla="*/ 812 h 1984"/>
                <a:gd name="connsiteX3" fmla="*/ 3448 w 6692"/>
                <a:gd name="connsiteY3" fmla="*/ 0 h 1984"/>
                <a:gd name="connsiteX4" fmla="*/ 1014 w 6692"/>
                <a:gd name="connsiteY4" fmla="*/ 1624 h 1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2" h="1984">
                  <a:moveTo>
                    <a:pt x="1014" y="1624"/>
                  </a:moveTo>
                  <a:cubicBezTo>
                    <a:pt x="2636" y="2436"/>
                    <a:pt x="2636" y="1624"/>
                    <a:pt x="2636" y="1624"/>
                  </a:cubicBezTo>
                  <a:cubicBezTo>
                    <a:pt x="2636" y="812"/>
                    <a:pt x="4259" y="1624"/>
                    <a:pt x="5882" y="812"/>
                  </a:cubicBezTo>
                  <a:cubicBezTo>
                    <a:pt x="7504" y="0"/>
                    <a:pt x="6693" y="0"/>
                    <a:pt x="3448" y="0"/>
                  </a:cubicBezTo>
                  <a:cubicBezTo>
                    <a:pt x="-609" y="812"/>
                    <a:pt x="-609" y="812"/>
                    <a:pt x="1014"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1" name="Freeform 140">
              <a:extLst>
                <a:ext uri="{FF2B5EF4-FFF2-40B4-BE49-F238E27FC236}">
                  <a16:creationId xmlns:a16="http://schemas.microsoft.com/office/drawing/2014/main" id="{6C8C7E3C-D3B7-B728-8B91-DA8F324D7A01}"/>
                </a:ext>
              </a:extLst>
            </p:cNvPr>
            <p:cNvSpPr/>
            <p:nvPr/>
          </p:nvSpPr>
          <p:spPr>
            <a:xfrm>
              <a:off x="4245522" y="3214009"/>
              <a:ext cx="12647" cy="4882"/>
            </a:xfrm>
            <a:custGeom>
              <a:avLst/>
              <a:gdLst>
                <a:gd name="connsiteX0" fmla="*/ 12329 w 12647"/>
                <a:gd name="connsiteY0" fmla="*/ 3376 h 4882"/>
                <a:gd name="connsiteX1" fmla="*/ 11518 w 12647"/>
                <a:gd name="connsiteY1" fmla="*/ 3376 h 4882"/>
                <a:gd name="connsiteX2" fmla="*/ 159 w 12647"/>
                <a:gd name="connsiteY2" fmla="*/ 128 h 4882"/>
                <a:gd name="connsiteX3" fmla="*/ 4216 w 12647"/>
                <a:gd name="connsiteY3" fmla="*/ 4188 h 4882"/>
                <a:gd name="connsiteX4" fmla="*/ 12329 w 12647"/>
                <a:gd name="connsiteY4" fmla="*/ 3376 h 4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7" h="4882">
                  <a:moveTo>
                    <a:pt x="12329" y="3376"/>
                  </a:moveTo>
                  <a:cubicBezTo>
                    <a:pt x="12329" y="3376"/>
                    <a:pt x="11518" y="3376"/>
                    <a:pt x="11518" y="3376"/>
                  </a:cubicBezTo>
                  <a:cubicBezTo>
                    <a:pt x="10706" y="4188"/>
                    <a:pt x="1782" y="1752"/>
                    <a:pt x="159" y="128"/>
                  </a:cubicBezTo>
                  <a:cubicBezTo>
                    <a:pt x="-652" y="-684"/>
                    <a:pt x="1782" y="2564"/>
                    <a:pt x="4216" y="4188"/>
                  </a:cubicBezTo>
                  <a:cubicBezTo>
                    <a:pt x="9084" y="5811"/>
                    <a:pt x="13952" y="4188"/>
                    <a:pt x="12329" y="337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2" name="Freeform 141">
              <a:extLst>
                <a:ext uri="{FF2B5EF4-FFF2-40B4-BE49-F238E27FC236}">
                  <a16:creationId xmlns:a16="http://schemas.microsoft.com/office/drawing/2014/main" id="{6F997C2B-9ADC-AC48-4977-2EBBC0C9D58A}"/>
                </a:ext>
              </a:extLst>
            </p:cNvPr>
            <p:cNvSpPr/>
            <p:nvPr/>
          </p:nvSpPr>
          <p:spPr>
            <a:xfrm>
              <a:off x="4139399" y="2992494"/>
              <a:ext cx="890685" cy="245480"/>
            </a:xfrm>
            <a:custGeom>
              <a:avLst/>
              <a:gdLst>
                <a:gd name="connsiteX0" fmla="*/ 863240 w 890685"/>
                <a:gd name="connsiteY0" fmla="*/ 216772 h 245480"/>
                <a:gd name="connsiteX1" fmla="*/ 852692 w 890685"/>
                <a:gd name="connsiteY1" fmla="*/ 215148 h 245480"/>
                <a:gd name="connsiteX2" fmla="*/ 858372 w 890685"/>
                <a:gd name="connsiteY2" fmla="*/ 213524 h 245480"/>
                <a:gd name="connsiteX3" fmla="*/ 863240 w 890685"/>
                <a:gd name="connsiteY3" fmla="*/ 216772 h 245480"/>
                <a:gd name="connsiteX4" fmla="*/ 841334 w 890685"/>
                <a:gd name="connsiteY4" fmla="*/ 227326 h 245480"/>
                <a:gd name="connsiteX5" fmla="*/ 841334 w 890685"/>
                <a:gd name="connsiteY5" fmla="*/ 227326 h 245480"/>
                <a:gd name="connsiteX6" fmla="*/ 839711 w 890685"/>
                <a:gd name="connsiteY6" fmla="*/ 227326 h 245480"/>
                <a:gd name="connsiteX7" fmla="*/ 838900 w 890685"/>
                <a:gd name="connsiteY7" fmla="*/ 227326 h 245480"/>
                <a:gd name="connsiteX8" fmla="*/ 837277 w 890685"/>
                <a:gd name="connsiteY8" fmla="*/ 227326 h 245480"/>
                <a:gd name="connsiteX9" fmla="*/ 833221 w 890685"/>
                <a:gd name="connsiteY9" fmla="*/ 226515 h 245480"/>
                <a:gd name="connsiteX10" fmla="*/ 837277 w 890685"/>
                <a:gd name="connsiteY10" fmla="*/ 225703 h 245480"/>
                <a:gd name="connsiteX11" fmla="*/ 841334 w 890685"/>
                <a:gd name="connsiteY11" fmla="*/ 227326 h 245480"/>
                <a:gd name="connsiteX12" fmla="*/ 841334 w 890685"/>
                <a:gd name="connsiteY12" fmla="*/ 229762 h 245480"/>
                <a:gd name="connsiteX13" fmla="*/ 838900 w 890685"/>
                <a:gd name="connsiteY13" fmla="*/ 228950 h 245480"/>
                <a:gd name="connsiteX14" fmla="*/ 841334 w 890685"/>
                <a:gd name="connsiteY14" fmla="*/ 229762 h 245480"/>
                <a:gd name="connsiteX15" fmla="*/ 839711 w 890685"/>
                <a:gd name="connsiteY15" fmla="*/ 237881 h 245480"/>
                <a:gd name="connsiteX16" fmla="*/ 826730 w 890685"/>
                <a:gd name="connsiteY16" fmla="*/ 237881 h 245480"/>
                <a:gd name="connsiteX17" fmla="*/ 816995 w 890685"/>
                <a:gd name="connsiteY17" fmla="*/ 234633 h 245480"/>
                <a:gd name="connsiteX18" fmla="*/ 821863 w 890685"/>
                <a:gd name="connsiteY18" fmla="*/ 233821 h 245480"/>
                <a:gd name="connsiteX19" fmla="*/ 828353 w 890685"/>
                <a:gd name="connsiteY19" fmla="*/ 234633 h 245480"/>
                <a:gd name="connsiteX20" fmla="*/ 829976 w 890685"/>
                <a:gd name="connsiteY20" fmla="*/ 235445 h 245480"/>
                <a:gd name="connsiteX21" fmla="*/ 835655 w 890685"/>
                <a:gd name="connsiteY21" fmla="*/ 237881 h 245480"/>
                <a:gd name="connsiteX22" fmla="*/ 836466 w 890685"/>
                <a:gd name="connsiteY22" fmla="*/ 237881 h 245480"/>
                <a:gd name="connsiteX23" fmla="*/ 839711 w 890685"/>
                <a:gd name="connsiteY23" fmla="*/ 237881 h 245480"/>
                <a:gd name="connsiteX24" fmla="*/ 836466 w 890685"/>
                <a:gd name="connsiteY24" fmla="*/ 219208 h 245480"/>
                <a:gd name="connsiteX25" fmla="*/ 838900 w 890685"/>
                <a:gd name="connsiteY25" fmla="*/ 220020 h 245480"/>
                <a:gd name="connsiteX26" fmla="*/ 836466 w 890685"/>
                <a:gd name="connsiteY26" fmla="*/ 219208 h 245480"/>
                <a:gd name="connsiteX27" fmla="*/ 759391 w 890685"/>
                <a:gd name="connsiteY27" fmla="*/ 233010 h 245480"/>
                <a:gd name="connsiteX28" fmla="*/ 755335 w 890685"/>
                <a:gd name="connsiteY28" fmla="*/ 234633 h 245480"/>
                <a:gd name="connsiteX29" fmla="*/ 759391 w 890685"/>
                <a:gd name="connsiteY29" fmla="*/ 233010 h 245480"/>
                <a:gd name="connsiteX30" fmla="*/ 748033 w 890685"/>
                <a:gd name="connsiteY30" fmla="*/ 234633 h 245480"/>
                <a:gd name="connsiteX31" fmla="*/ 748844 w 890685"/>
                <a:gd name="connsiteY31" fmla="*/ 233821 h 245480"/>
                <a:gd name="connsiteX32" fmla="*/ 748033 w 890685"/>
                <a:gd name="connsiteY32" fmla="*/ 234633 h 245480"/>
                <a:gd name="connsiteX33" fmla="*/ 741542 w 890685"/>
                <a:gd name="connsiteY33" fmla="*/ 228950 h 245480"/>
                <a:gd name="connsiteX34" fmla="*/ 741542 w 890685"/>
                <a:gd name="connsiteY34" fmla="*/ 228138 h 245480"/>
                <a:gd name="connsiteX35" fmla="*/ 745599 w 890685"/>
                <a:gd name="connsiteY35" fmla="*/ 228950 h 245480"/>
                <a:gd name="connsiteX36" fmla="*/ 748844 w 890685"/>
                <a:gd name="connsiteY36" fmla="*/ 229762 h 245480"/>
                <a:gd name="connsiteX37" fmla="*/ 741542 w 890685"/>
                <a:gd name="connsiteY37" fmla="*/ 228950 h 245480"/>
                <a:gd name="connsiteX38" fmla="*/ 732618 w 890685"/>
                <a:gd name="connsiteY38" fmla="*/ 233010 h 245480"/>
                <a:gd name="connsiteX39" fmla="*/ 732618 w 890685"/>
                <a:gd name="connsiteY39" fmla="*/ 233010 h 245480"/>
                <a:gd name="connsiteX40" fmla="*/ 732618 w 890685"/>
                <a:gd name="connsiteY40" fmla="*/ 233010 h 245480"/>
                <a:gd name="connsiteX41" fmla="*/ 727750 w 890685"/>
                <a:gd name="connsiteY41" fmla="*/ 233010 h 245480"/>
                <a:gd name="connsiteX42" fmla="*/ 727750 w 890685"/>
                <a:gd name="connsiteY42" fmla="*/ 231386 h 245480"/>
                <a:gd name="connsiteX43" fmla="*/ 727750 w 890685"/>
                <a:gd name="connsiteY43" fmla="*/ 233010 h 245480"/>
                <a:gd name="connsiteX44" fmla="*/ 703410 w 890685"/>
                <a:gd name="connsiteY44" fmla="*/ 225703 h 245480"/>
                <a:gd name="connsiteX45" fmla="*/ 700977 w 890685"/>
                <a:gd name="connsiteY45" fmla="*/ 225703 h 245480"/>
                <a:gd name="connsiteX46" fmla="*/ 703410 w 890685"/>
                <a:gd name="connsiteY46" fmla="*/ 225703 h 245480"/>
                <a:gd name="connsiteX47" fmla="*/ 676637 w 890685"/>
                <a:gd name="connsiteY47" fmla="*/ 222455 h 245480"/>
                <a:gd name="connsiteX48" fmla="*/ 667713 w 890685"/>
                <a:gd name="connsiteY48" fmla="*/ 221643 h 245480"/>
                <a:gd name="connsiteX49" fmla="*/ 674203 w 890685"/>
                <a:gd name="connsiteY49" fmla="*/ 221643 h 245480"/>
                <a:gd name="connsiteX50" fmla="*/ 676637 w 890685"/>
                <a:gd name="connsiteY50" fmla="*/ 222455 h 245480"/>
                <a:gd name="connsiteX51" fmla="*/ 670146 w 890685"/>
                <a:gd name="connsiteY51" fmla="*/ 228138 h 245480"/>
                <a:gd name="connsiteX52" fmla="*/ 666090 w 890685"/>
                <a:gd name="connsiteY52" fmla="*/ 227326 h 245480"/>
                <a:gd name="connsiteX53" fmla="*/ 664467 w 890685"/>
                <a:gd name="connsiteY53" fmla="*/ 226515 h 245480"/>
                <a:gd name="connsiteX54" fmla="*/ 670146 w 890685"/>
                <a:gd name="connsiteY54" fmla="*/ 226515 h 245480"/>
                <a:gd name="connsiteX55" fmla="*/ 670146 w 890685"/>
                <a:gd name="connsiteY55" fmla="*/ 228138 h 245480"/>
                <a:gd name="connsiteX56" fmla="*/ 653920 w 890685"/>
                <a:gd name="connsiteY56" fmla="*/ 221643 h 245480"/>
                <a:gd name="connsiteX57" fmla="*/ 649052 w 890685"/>
                <a:gd name="connsiteY57" fmla="*/ 221643 h 245480"/>
                <a:gd name="connsiteX58" fmla="*/ 653920 w 890685"/>
                <a:gd name="connsiteY58" fmla="*/ 221643 h 245480"/>
                <a:gd name="connsiteX59" fmla="*/ 623902 w 890685"/>
                <a:gd name="connsiteY59" fmla="*/ 226515 h 245480"/>
                <a:gd name="connsiteX60" fmla="*/ 614166 w 890685"/>
                <a:gd name="connsiteY60" fmla="*/ 224891 h 245480"/>
                <a:gd name="connsiteX61" fmla="*/ 631203 w 890685"/>
                <a:gd name="connsiteY61" fmla="*/ 224891 h 245480"/>
                <a:gd name="connsiteX62" fmla="*/ 623902 w 890685"/>
                <a:gd name="connsiteY62" fmla="*/ 226515 h 245480"/>
                <a:gd name="connsiteX63" fmla="*/ 498959 w 890685"/>
                <a:gd name="connsiteY63" fmla="*/ 212713 h 245480"/>
                <a:gd name="connsiteX64" fmla="*/ 506261 w 890685"/>
                <a:gd name="connsiteY64" fmla="*/ 212713 h 245480"/>
                <a:gd name="connsiteX65" fmla="*/ 498959 w 890685"/>
                <a:gd name="connsiteY65" fmla="*/ 212713 h 245480"/>
                <a:gd name="connsiteX66" fmla="*/ 493280 w 890685"/>
                <a:gd name="connsiteY66" fmla="*/ 212713 h 245480"/>
                <a:gd name="connsiteX67" fmla="*/ 490846 w 890685"/>
                <a:gd name="connsiteY67" fmla="*/ 211901 h 245480"/>
                <a:gd name="connsiteX68" fmla="*/ 493280 w 890685"/>
                <a:gd name="connsiteY68" fmla="*/ 212713 h 245480"/>
                <a:gd name="connsiteX69" fmla="*/ 481110 w 890685"/>
                <a:gd name="connsiteY69" fmla="*/ 212713 h 245480"/>
                <a:gd name="connsiteX70" fmla="*/ 482733 w 890685"/>
                <a:gd name="connsiteY70" fmla="*/ 211901 h 245480"/>
                <a:gd name="connsiteX71" fmla="*/ 481110 w 890685"/>
                <a:gd name="connsiteY71" fmla="*/ 212713 h 245480"/>
                <a:gd name="connsiteX72" fmla="*/ 473808 w 890685"/>
                <a:gd name="connsiteY72" fmla="*/ 212713 h 245480"/>
                <a:gd name="connsiteX73" fmla="*/ 470563 w 890685"/>
                <a:gd name="connsiteY73" fmla="*/ 211901 h 245480"/>
                <a:gd name="connsiteX74" fmla="*/ 473808 w 890685"/>
                <a:gd name="connsiteY74" fmla="*/ 212713 h 245480"/>
                <a:gd name="connsiteX75" fmla="*/ 469752 w 890685"/>
                <a:gd name="connsiteY75" fmla="*/ 27604 h 245480"/>
                <a:gd name="connsiteX76" fmla="*/ 468129 w 890685"/>
                <a:gd name="connsiteY76" fmla="*/ 26792 h 245480"/>
                <a:gd name="connsiteX77" fmla="*/ 469752 w 890685"/>
                <a:gd name="connsiteY77" fmla="*/ 27604 h 245480"/>
                <a:gd name="connsiteX78" fmla="*/ 468940 w 890685"/>
                <a:gd name="connsiteY78" fmla="*/ 213524 h 245480"/>
                <a:gd name="connsiteX79" fmla="*/ 468129 w 890685"/>
                <a:gd name="connsiteY79" fmla="*/ 212713 h 245480"/>
                <a:gd name="connsiteX80" fmla="*/ 468940 w 890685"/>
                <a:gd name="connsiteY80" fmla="*/ 213524 h 245480"/>
                <a:gd name="connsiteX81" fmla="*/ 437299 w 890685"/>
                <a:gd name="connsiteY81" fmla="*/ 12990 h 245480"/>
                <a:gd name="connsiteX82" fmla="*/ 431620 w 890685"/>
                <a:gd name="connsiteY82" fmla="*/ 13802 h 245480"/>
                <a:gd name="connsiteX83" fmla="*/ 437299 w 890685"/>
                <a:gd name="connsiteY83" fmla="*/ 12990 h 245480"/>
                <a:gd name="connsiteX84" fmla="*/ 386997 w 890685"/>
                <a:gd name="connsiteY84" fmla="*/ 16238 h 245480"/>
                <a:gd name="connsiteX85" fmla="*/ 376450 w 890685"/>
                <a:gd name="connsiteY85" fmla="*/ 16238 h 245480"/>
                <a:gd name="connsiteX86" fmla="*/ 394299 w 890685"/>
                <a:gd name="connsiteY86" fmla="*/ 15426 h 245480"/>
                <a:gd name="connsiteX87" fmla="*/ 386997 w 890685"/>
                <a:gd name="connsiteY87" fmla="*/ 16238 h 245480"/>
                <a:gd name="connsiteX88" fmla="*/ 378073 w 890685"/>
                <a:gd name="connsiteY88" fmla="*/ 25168 h 245480"/>
                <a:gd name="connsiteX89" fmla="*/ 318847 w 890685"/>
                <a:gd name="connsiteY89" fmla="*/ 29228 h 245480"/>
                <a:gd name="connsiteX90" fmla="*/ 300998 w 890685"/>
                <a:gd name="connsiteY90" fmla="*/ 26792 h 245480"/>
                <a:gd name="connsiteX91" fmla="*/ 352111 w 890685"/>
                <a:gd name="connsiteY91" fmla="*/ 24356 h 245480"/>
                <a:gd name="connsiteX92" fmla="*/ 378073 w 890685"/>
                <a:gd name="connsiteY92" fmla="*/ 25168 h 245480"/>
                <a:gd name="connsiteX93" fmla="*/ 330205 w 890685"/>
                <a:gd name="connsiteY93" fmla="*/ 16238 h 245480"/>
                <a:gd name="connsiteX94" fmla="*/ 331017 w 890685"/>
                <a:gd name="connsiteY94" fmla="*/ 17050 h 245480"/>
                <a:gd name="connsiteX95" fmla="*/ 330205 w 890685"/>
                <a:gd name="connsiteY95" fmla="*/ 16238 h 245480"/>
                <a:gd name="connsiteX96" fmla="*/ 346432 w 890685"/>
                <a:gd name="connsiteY96" fmla="*/ 19485 h 245480"/>
                <a:gd name="connsiteX97" fmla="*/ 352111 w 890685"/>
                <a:gd name="connsiteY97" fmla="*/ 19485 h 245480"/>
                <a:gd name="connsiteX98" fmla="*/ 348866 w 890685"/>
                <a:gd name="connsiteY98" fmla="*/ 19485 h 245480"/>
                <a:gd name="connsiteX99" fmla="*/ 347243 w 890685"/>
                <a:gd name="connsiteY99" fmla="*/ 19485 h 245480"/>
                <a:gd name="connsiteX100" fmla="*/ 346432 w 890685"/>
                <a:gd name="connsiteY100" fmla="*/ 19485 h 245480"/>
                <a:gd name="connsiteX101" fmla="*/ 889202 w 890685"/>
                <a:gd name="connsiteY101" fmla="*/ 165624 h 245480"/>
                <a:gd name="connsiteX102" fmla="*/ 881900 w 890685"/>
                <a:gd name="connsiteY102" fmla="*/ 164812 h 245480"/>
                <a:gd name="connsiteX103" fmla="*/ 889202 w 890685"/>
                <a:gd name="connsiteY103" fmla="*/ 165624 h 245480"/>
                <a:gd name="connsiteX104" fmla="*/ 888390 w 890685"/>
                <a:gd name="connsiteY104" fmla="*/ 170495 h 245480"/>
                <a:gd name="connsiteX105" fmla="*/ 888390 w 890685"/>
                <a:gd name="connsiteY105" fmla="*/ 170495 h 245480"/>
                <a:gd name="connsiteX106" fmla="*/ 889202 w 890685"/>
                <a:gd name="connsiteY106" fmla="*/ 172119 h 245480"/>
                <a:gd name="connsiteX107" fmla="*/ 884334 w 890685"/>
                <a:gd name="connsiteY107" fmla="*/ 170495 h 245480"/>
                <a:gd name="connsiteX108" fmla="*/ 884334 w 890685"/>
                <a:gd name="connsiteY108" fmla="*/ 168871 h 245480"/>
                <a:gd name="connsiteX109" fmla="*/ 884334 w 890685"/>
                <a:gd name="connsiteY109" fmla="*/ 168059 h 245480"/>
                <a:gd name="connsiteX110" fmla="*/ 887579 w 890685"/>
                <a:gd name="connsiteY110" fmla="*/ 168059 h 245480"/>
                <a:gd name="connsiteX111" fmla="*/ 888390 w 890685"/>
                <a:gd name="connsiteY111" fmla="*/ 170495 h 245480"/>
                <a:gd name="connsiteX112" fmla="*/ 889202 w 890685"/>
                <a:gd name="connsiteY112" fmla="*/ 189980 h 245480"/>
                <a:gd name="connsiteX113" fmla="*/ 887579 w 890685"/>
                <a:gd name="connsiteY113" fmla="*/ 189980 h 245480"/>
                <a:gd name="connsiteX114" fmla="*/ 886768 w 890685"/>
                <a:gd name="connsiteY114" fmla="*/ 189980 h 245480"/>
                <a:gd name="connsiteX115" fmla="*/ 883523 w 890685"/>
                <a:gd name="connsiteY115" fmla="*/ 189980 h 245480"/>
                <a:gd name="connsiteX116" fmla="*/ 881900 w 890685"/>
                <a:gd name="connsiteY116" fmla="*/ 186732 h 245480"/>
                <a:gd name="connsiteX117" fmla="*/ 880277 w 890685"/>
                <a:gd name="connsiteY117" fmla="*/ 183485 h 245480"/>
                <a:gd name="connsiteX118" fmla="*/ 885145 w 890685"/>
                <a:gd name="connsiteY118" fmla="*/ 182673 h 245480"/>
                <a:gd name="connsiteX119" fmla="*/ 888390 w 890685"/>
                <a:gd name="connsiteY119" fmla="*/ 172930 h 245480"/>
                <a:gd name="connsiteX120" fmla="*/ 890013 w 890685"/>
                <a:gd name="connsiteY120" fmla="*/ 170495 h 245480"/>
                <a:gd name="connsiteX121" fmla="*/ 890013 w 890685"/>
                <a:gd name="connsiteY121" fmla="*/ 168871 h 245480"/>
                <a:gd name="connsiteX122" fmla="*/ 888390 w 890685"/>
                <a:gd name="connsiteY122" fmla="*/ 159129 h 245480"/>
                <a:gd name="connsiteX123" fmla="*/ 885145 w 890685"/>
                <a:gd name="connsiteY123" fmla="*/ 142079 h 245480"/>
                <a:gd name="connsiteX124" fmla="*/ 888390 w 890685"/>
                <a:gd name="connsiteY124" fmla="*/ 142891 h 245480"/>
                <a:gd name="connsiteX125" fmla="*/ 885956 w 890685"/>
                <a:gd name="connsiteY125" fmla="*/ 135584 h 245480"/>
                <a:gd name="connsiteX126" fmla="*/ 882711 w 890685"/>
                <a:gd name="connsiteY126" fmla="*/ 122594 h 245480"/>
                <a:gd name="connsiteX127" fmla="*/ 880277 w 890685"/>
                <a:gd name="connsiteY127" fmla="*/ 115287 h 245480"/>
                <a:gd name="connsiteX128" fmla="*/ 874598 w 890685"/>
                <a:gd name="connsiteY128" fmla="*/ 97426 h 245480"/>
                <a:gd name="connsiteX129" fmla="*/ 869730 w 890685"/>
                <a:gd name="connsiteY129" fmla="*/ 86059 h 245480"/>
                <a:gd name="connsiteX130" fmla="*/ 860806 w 890685"/>
                <a:gd name="connsiteY130" fmla="*/ 62515 h 245480"/>
                <a:gd name="connsiteX131" fmla="*/ 856749 w 890685"/>
                <a:gd name="connsiteY131" fmla="*/ 67386 h 245480"/>
                <a:gd name="connsiteX132" fmla="*/ 853504 w 890685"/>
                <a:gd name="connsiteY132" fmla="*/ 72257 h 245480"/>
                <a:gd name="connsiteX133" fmla="*/ 852692 w 890685"/>
                <a:gd name="connsiteY133" fmla="*/ 73069 h 245480"/>
                <a:gd name="connsiteX134" fmla="*/ 852692 w 890685"/>
                <a:gd name="connsiteY134" fmla="*/ 64950 h 245480"/>
                <a:gd name="connsiteX135" fmla="*/ 854315 w 890685"/>
                <a:gd name="connsiteY135" fmla="*/ 65762 h 245480"/>
                <a:gd name="connsiteX136" fmla="*/ 855126 w 890685"/>
                <a:gd name="connsiteY136" fmla="*/ 56020 h 245480"/>
                <a:gd name="connsiteX137" fmla="*/ 848636 w 890685"/>
                <a:gd name="connsiteY137" fmla="*/ 51960 h 245480"/>
                <a:gd name="connsiteX138" fmla="*/ 846202 w 890685"/>
                <a:gd name="connsiteY138" fmla="*/ 52772 h 245480"/>
                <a:gd name="connsiteX139" fmla="*/ 846202 w 890685"/>
                <a:gd name="connsiteY139" fmla="*/ 43841 h 245480"/>
                <a:gd name="connsiteX140" fmla="*/ 847013 w 890685"/>
                <a:gd name="connsiteY140" fmla="*/ 39782 h 245480"/>
                <a:gd name="connsiteX141" fmla="*/ 843768 w 890685"/>
                <a:gd name="connsiteY141" fmla="*/ 41406 h 245480"/>
                <a:gd name="connsiteX142" fmla="*/ 843768 w 890685"/>
                <a:gd name="connsiteY142" fmla="*/ 35723 h 245480"/>
                <a:gd name="connsiteX143" fmla="*/ 843768 w 890685"/>
                <a:gd name="connsiteY143" fmla="*/ 34911 h 245480"/>
                <a:gd name="connsiteX144" fmla="*/ 837277 w 890685"/>
                <a:gd name="connsiteY144" fmla="*/ 17050 h 245480"/>
                <a:gd name="connsiteX145" fmla="*/ 835655 w 890685"/>
                <a:gd name="connsiteY145" fmla="*/ 16238 h 245480"/>
                <a:gd name="connsiteX146" fmla="*/ 829976 w 890685"/>
                <a:gd name="connsiteY146" fmla="*/ 14614 h 245480"/>
                <a:gd name="connsiteX147" fmla="*/ 821051 w 890685"/>
                <a:gd name="connsiteY147" fmla="*/ 13802 h 245480"/>
                <a:gd name="connsiteX148" fmla="*/ 798334 w 890685"/>
                <a:gd name="connsiteY148" fmla="*/ 15426 h 245480"/>
                <a:gd name="connsiteX149" fmla="*/ 811315 w 890685"/>
                <a:gd name="connsiteY149" fmla="*/ 17861 h 245480"/>
                <a:gd name="connsiteX150" fmla="*/ 812938 w 890685"/>
                <a:gd name="connsiteY150" fmla="*/ 19485 h 245480"/>
                <a:gd name="connsiteX151" fmla="*/ 809693 w 890685"/>
                <a:gd name="connsiteY151" fmla="*/ 21109 h 245480"/>
                <a:gd name="connsiteX152" fmla="*/ 787787 w 890685"/>
                <a:gd name="connsiteY152" fmla="*/ 21921 h 245480"/>
                <a:gd name="connsiteX153" fmla="*/ 803202 w 890685"/>
                <a:gd name="connsiteY153" fmla="*/ 24356 h 245480"/>
                <a:gd name="connsiteX154" fmla="*/ 802391 w 890685"/>
                <a:gd name="connsiteY154" fmla="*/ 24356 h 245480"/>
                <a:gd name="connsiteX155" fmla="*/ 801580 w 890685"/>
                <a:gd name="connsiteY155" fmla="*/ 25980 h 245480"/>
                <a:gd name="connsiteX156" fmla="*/ 798334 w 890685"/>
                <a:gd name="connsiteY156" fmla="*/ 26792 h 245480"/>
                <a:gd name="connsiteX157" fmla="*/ 800768 w 890685"/>
                <a:gd name="connsiteY157" fmla="*/ 30040 h 245480"/>
                <a:gd name="connsiteX158" fmla="*/ 795089 w 890685"/>
                <a:gd name="connsiteY158" fmla="*/ 33287 h 245480"/>
                <a:gd name="connsiteX159" fmla="*/ 793466 w 890685"/>
                <a:gd name="connsiteY159" fmla="*/ 34099 h 245480"/>
                <a:gd name="connsiteX160" fmla="*/ 600373 w 890685"/>
                <a:gd name="connsiteY160" fmla="*/ 27604 h 245480"/>
                <a:gd name="connsiteX161" fmla="*/ 471374 w 890685"/>
                <a:gd name="connsiteY161" fmla="*/ 23544 h 245480"/>
                <a:gd name="connsiteX162" fmla="*/ 472186 w 890685"/>
                <a:gd name="connsiteY162" fmla="*/ 22733 h 245480"/>
                <a:gd name="connsiteX163" fmla="*/ 472997 w 890685"/>
                <a:gd name="connsiteY163" fmla="*/ 21109 h 245480"/>
                <a:gd name="connsiteX164" fmla="*/ 467318 w 890685"/>
                <a:gd name="connsiteY164" fmla="*/ 21109 h 245480"/>
                <a:gd name="connsiteX165" fmla="*/ 463261 w 890685"/>
                <a:gd name="connsiteY165" fmla="*/ 21921 h 245480"/>
                <a:gd name="connsiteX166" fmla="*/ 459204 w 890685"/>
                <a:gd name="connsiteY166" fmla="*/ 21921 h 245480"/>
                <a:gd name="connsiteX167" fmla="*/ 455959 w 890685"/>
                <a:gd name="connsiteY167" fmla="*/ 22733 h 245480"/>
                <a:gd name="connsiteX168" fmla="*/ 406469 w 890685"/>
                <a:gd name="connsiteY168" fmla="*/ 21109 h 245480"/>
                <a:gd name="connsiteX169" fmla="*/ 421884 w 890685"/>
                <a:gd name="connsiteY169" fmla="*/ 18673 h 245480"/>
                <a:gd name="connsiteX170" fmla="*/ 431620 w 890685"/>
                <a:gd name="connsiteY170" fmla="*/ 16238 h 245480"/>
                <a:gd name="connsiteX171" fmla="*/ 437299 w 890685"/>
                <a:gd name="connsiteY171" fmla="*/ 13802 h 245480"/>
                <a:gd name="connsiteX172" fmla="*/ 443790 w 890685"/>
                <a:gd name="connsiteY172" fmla="*/ 12990 h 245480"/>
                <a:gd name="connsiteX173" fmla="*/ 460016 w 890685"/>
                <a:gd name="connsiteY173" fmla="*/ 11366 h 245480"/>
                <a:gd name="connsiteX174" fmla="*/ 447846 w 890685"/>
                <a:gd name="connsiteY174" fmla="*/ 11366 h 245480"/>
                <a:gd name="connsiteX175" fmla="*/ 453525 w 890685"/>
                <a:gd name="connsiteY175" fmla="*/ 9743 h 245480"/>
                <a:gd name="connsiteX176" fmla="*/ 461639 w 890685"/>
                <a:gd name="connsiteY176" fmla="*/ 11366 h 245480"/>
                <a:gd name="connsiteX177" fmla="*/ 479487 w 890685"/>
                <a:gd name="connsiteY177" fmla="*/ 9743 h 245480"/>
                <a:gd name="connsiteX178" fmla="*/ 475431 w 890685"/>
                <a:gd name="connsiteY178" fmla="*/ 11366 h 245480"/>
                <a:gd name="connsiteX179" fmla="*/ 493280 w 890685"/>
                <a:gd name="connsiteY179" fmla="*/ 8931 h 245480"/>
                <a:gd name="connsiteX180" fmla="*/ 498148 w 890685"/>
                <a:gd name="connsiteY180" fmla="*/ 7307 h 245480"/>
                <a:gd name="connsiteX181" fmla="*/ 362658 w 890685"/>
                <a:gd name="connsiteY181" fmla="*/ 11366 h 245480"/>
                <a:gd name="connsiteX182" fmla="*/ 362658 w 890685"/>
                <a:gd name="connsiteY182" fmla="*/ 12990 h 245480"/>
                <a:gd name="connsiteX183" fmla="*/ 364281 w 890685"/>
                <a:gd name="connsiteY183" fmla="*/ 12990 h 245480"/>
                <a:gd name="connsiteX184" fmla="*/ 371583 w 890685"/>
                <a:gd name="connsiteY184" fmla="*/ 12178 h 245480"/>
                <a:gd name="connsiteX185" fmla="*/ 371583 w 890685"/>
                <a:gd name="connsiteY185" fmla="*/ 12990 h 245480"/>
                <a:gd name="connsiteX186" fmla="*/ 347243 w 890685"/>
                <a:gd name="connsiteY186" fmla="*/ 13802 h 245480"/>
                <a:gd name="connsiteX187" fmla="*/ 337507 w 890685"/>
                <a:gd name="connsiteY187" fmla="*/ 14614 h 245480"/>
                <a:gd name="connsiteX188" fmla="*/ 344809 w 890685"/>
                <a:gd name="connsiteY188" fmla="*/ 10554 h 245480"/>
                <a:gd name="connsiteX189" fmla="*/ 376450 w 890685"/>
                <a:gd name="connsiteY189" fmla="*/ 7307 h 245480"/>
                <a:gd name="connsiteX190" fmla="*/ 522487 w 890685"/>
                <a:gd name="connsiteY190" fmla="*/ 1624 h 245480"/>
                <a:gd name="connsiteX191" fmla="*/ 470563 w 890685"/>
                <a:gd name="connsiteY191" fmla="*/ 0 h 245480"/>
                <a:gd name="connsiteX192" fmla="*/ 266112 w 890685"/>
                <a:gd name="connsiteY192" fmla="*/ 5683 h 245480"/>
                <a:gd name="connsiteX193" fmla="*/ 261244 w 890685"/>
                <a:gd name="connsiteY193" fmla="*/ 4059 h 245480"/>
                <a:gd name="connsiteX194" fmla="*/ 262055 w 890685"/>
                <a:gd name="connsiteY194" fmla="*/ 5683 h 245480"/>
                <a:gd name="connsiteX195" fmla="*/ 257998 w 890685"/>
                <a:gd name="connsiteY195" fmla="*/ 5683 h 245480"/>
                <a:gd name="connsiteX196" fmla="*/ 249885 w 890685"/>
                <a:gd name="connsiteY196" fmla="*/ 4059 h 245480"/>
                <a:gd name="connsiteX197" fmla="*/ 238527 w 890685"/>
                <a:gd name="connsiteY197" fmla="*/ 6495 h 245480"/>
                <a:gd name="connsiteX198" fmla="*/ 235281 w 890685"/>
                <a:gd name="connsiteY198" fmla="*/ 6495 h 245480"/>
                <a:gd name="connsiteX199" fmla="*/ 83566 w 890685"/>
                <a:gd name="connsiteY199" fmla="*/ 12178 h 245480"/>
                <a:gd name="connsiteX200" fmla="*/ 64905 w 890685"/>
                <a:gd name="connsiteY200" fmla="*/ 11366 h 245480"/>
                <a:gd name="connsiteX201" fmla="*/ 56792 w 890685"/>
                <a:gd name="connsiteY201" fmla="*/ 12178 h 245480"/>
                <a:gd name="connsiteX202" fmla="*/ 52735 w 890685"/>
                <a:gd name="connsiteY202" fmla="*/ 12990 h 245480"/>
                <a:gd name="connsiteX203" fmla="*/ 38943 w 890685"/>
                <a:gd name="connsiteY203" fmla="*/ 25980 h 245480"/>
                <a:gd name="connsiteX204" fmla="*/ 34887 w 890685"/>
                <a:gd name="connsiteY204" fmla="*/ 34911 h 245480"/>
                <a:gd name="connsiteX205" fmla="*/ 30830 w 890685"/>
                <a:gd name="connsiteY205" fmla="*/ 41406 h 245480"/>
                <a:gd name="connsiteX206" fmla="*/ 27585 w 890685"/>
                <a:gd name="connsiteY206" fmla="*/ 49525 h 245480"/>
                <a:gd name="connsiteX207" fmla="*/ 22717 w 890685"/>
                <a:gd name="connsiteY207" fmla="*/ 61703 h 245480"/>
                <a:gd name="connsiteX208" fmla="*/ 19472 w 890685"/>
                <a:gd name="connsiteY208" fmla="*/ 69010 h 245480"/>
                <a:gd name="connsiteX209" fmla="*/ 10547 w 890685"/>
                <a:gd name="connsiteY209" fmla="*/ 89307 h 245480"/>
                <a:gd name="connsiteX210" fmla="*/ 8925 w 890685"/>
                <a:gd name="connsiteY210" fmla="*/ 91742 h 245480"/>
                <a:gd name="connsiteX211" fmla="*/ 8925 w 890685"/>
                <a:gd name="connsiteY211" fmla="*/ 91742 h 245480"/>
                <a:gd name="connsiteX212" fmla="*/ 4057 w 890685"/>
                <a:gd name="connsiteY212" fmla="*/ 109604 h 245480"/>
                <a:gd name="connsiteX213" fmla="*/ 0 w 890685"/>
                <a:gd name="connsiteY213" fmla="*/ 112039 h 245480"/>
                <a:gd name="connsiteX214" fmla="*/ 4057 w 890685"/>
                <a:gd name="connsiteY214" fmla="*/ 117723 h 245480"/>
                <a:gd name="connsiteX215" fmla="*/ 4868 w 890685"/>
                <a:gd name="connsiteY215" fmla="*/ 119346 h 245480"/>
                <a:gd name="connsiteX216" fmla="*/ 2434 w 890685"/>
                <a:gd name="connsiteY216" fmla="*/ 120970 h 245480"/>
                <a:gd name="connsiteX217" fmla="*/ 4057 w 890685"/>
                <a:gd name="connsiteY217" fmla="*/ 123406 h 245480"/>
                <a:gd name="connsiteX218" fmla="*/ 5679 w 890685"/>
                <a:gd name="connsiteY218" fmla="*/ 127465 h 245480"/>
                <a:gd name="connsiteX219" fmla="*/ 4868 w 890685"/>
                <a:gd name="connsiteY219" fmla="*/ 131525 h 245480"/>
                <a:gd name="connsiteX220" fmla="*/ 12170 w 890685"/>
                <a:gd name="connsiteY220" fmla="*/ 136396 h 245480"/>
                <a:gd name="connsiteX221" fmla="*/ 34887 w 890685"/>
                <a:gd name="connsiteY221" fmla="*/ 149386 h 245480"/>
                <a:gd name="connsiteX222" fmla="*/ 55170 w 890685"/>
                <a:gd name="connsiteY222" fmla="*/ 175366 h 245480"/>
                <a:gd name="connsiteX223" fmla="*/ 68151 w 890685"/>
                <a:gd name="connsiteY223" fmla="*/ 195663 h 245480"/>
                <a:gd name="connsiteX224" fmla="*/ 77886 w 890685"/>
                <a:gd name="connsiteY224" fmla="*/ 207841 h 245480"/>
                <a:gd name="connsiteX225" fmla="*/ 80320 w 890685"/>
                <a:gd name="connsiteY225" fmla="*/ 209465 h 245480"/>
                <a:gd name="connsiteX226" fmla="*/ 86811 w 890685"/>
                <a:gd name="connsiteY226" fmla="*/ 211901 h 245480"/>
                <a:gd name="connsiteX227" fmla="*/ 93301 w 890685"/>
                <a:gd name="connsiteY227" fmla="*/ 215148 h 245480"/>
                <a:gd name="connsiteX228" fmla="*/ 133056 w 890685"/>
                <a:gd name="connsiteY228" fmla="*/ 216772 h 245480"/>
                <a:gd name="connsiteX229" fmla="*/ 133056 w 890685"/>
                <a:gd name="connsiteY229" fmla="*/ 219208 h 245480"/>
                <a:gd name="connsiteX230" fmla="*/ 464884 w 890685"/>
                <a:gd name="connsiteY230" fmla="*/ 209465 h 245480"/>
                <a:gd name="connsiteX231" fmla="*/ 455148 w 890685"/>
                <a:gd name="connsiteY231" fmla="*/ 211089 h 245480"/>
                <a:gd name="connsiteX232" fmla="*/ 452714 w 890685"/>
                <a:gd name="connsiteY232" fmla="*/ 210277 h 245480"/>
                <a:gd name="connsiteX233" fmla="*/ 450280 w 890685"/>
                <a:gd name="connsiteY233" fmla="*/ 210277 h 245480"/>
                <a:gd name="connsiteX234" fmla="*/ 446223 w 890685"/>
                <a:gd name="connsiteY234" fmla="*/ 210277 h 245480"/>
                <a:gd name="connsiteX235" fmla="*/ 437299 w 890685"/>
                <a:gd name="connsiteY235" fmla="*/ 210277 h 245480"/>
                <a:gd name="connsiteX236" fmla="*/ 433243 w 890685"/>
                <a:gd name="connsiteY236" fmla="*/ 210277 h 245480"/>
                <a:gd name="connsiteX237" fmla="*/ 430808 w 890685"/>
                <a:gd name="connsiteY237" fmla="*/ 213524 h 245480"/>
                <a:gd name="connsiteX238" fmla="*/ 516808 w 890685"/>
                <a:gd name="connsiteY238" fmla="*/ 212713 h 245480"/>
                <a:gd name="connsiteX239" fmla="*/ 520864 w 890685"/>
                <a:gd name="connsiteY239" fmla="*/ 211901 h 245480"/>
                <a:gd name="connsiteX240" fmla="*/ 521676 w 890685"/>
                <a:gd name="connsiteY240" fmla="*/ 211901 h 245480"/>
                <a:gd name="connsiteX241" fmla="*/ 528166 w 890685"/>
                <a:gd name="connsiteY241" fmla="*/ 212713 h 245480"/>
                <a:gd name="connsiteX242" fmla="*/ 528978 w 890685"/>
                <a:gd name="connsiteY242" fmla="*/ 212713 h 245480"/>
                <a:gd name="connsiteX243" fmla="*/ 539525 w 890685"/>
                <a:gd name="connsiteY243" fmla="*/ 212713 h 245480"/>
                <a:gd name="connsiteX244" fmla="*/ 548449 w 890685"/>
                <a:gd name="connsiteY244" fmla="*/ 213524 h 245480"/>
                <a:gd name="connsiteX245" fmla="*/ 551694 w 890685"/>
                <a:gd name="connsiteY245" fmla="*/ 213524 h 245480"/>
                <a:gd name="connsiteX246" fmla="*/ 558185 w 890685"/>
                <a:gd name="connsiteY246" fmla="*/ 215148 h 245480"/>
                <a:gd name="connsiteX247" fmla="*/ 548449 w 890685"/>
                <a:gd name="connsiteY247" fmla="*/ 219208 h 245480"/>
                <a:gd name="connsiteX248" fmla="*/ 608486 w 890685"/>
                <a:gd name="connsiteY248" fmla="*/ 221643 h 245480"/>
                <a:gd name="connsiteX249" fmla="*/ 597939 w 890685"/>
                <a:gd name="connsiteY249" fmla="*/ 224079 h 245480"/>
                <a:gd name="connsiteX250" fmla="*/ 609298 w 890685"/>
                <a:gd name="connsiteY250" fmla="*/ 223267 h 245480"/>
                <a:gd name="connsiteX251" fmla="*/ 608486 w 890685"/>
                <a:gd name="connsiteY251" fmla="*/ 224079 h 245480"/>
                <a:gd name="connsiteX252" fmla="*/ 641750 w 890685"/>
                <a:gd name="connsiteY252" fmla="*/ 224891 h 245480"/>
                <a:gd name="connsiteX253" fmla="*/ 639317 w 890685"/>
                <a:gd name="connsiteY253" fmla="*/ 224079 h 245480"/>
                <a:gd name="connsiteX254" fmla="*/ 633637 w 890685"/>
                <a:gd name="connsiteY254" fmla="*/ 222455 h 245480"/>
                <a:gd name="connsiteX255" fmla="*/ 653920 w 890685"/>
                <a:gd name="connsiteY255" fmla="*/ 224891 h 245480"/>
                <a:gd name="connsiteX256" fmla="*/ 646618 w 890685"/>
                <a:gd name="connsiteY256" fmla="*/ 225703 h 245480"/>
                <a:gd name="connsiteX257" fmla="*/ 649864 w 890685"/>
                <a:gd name="connsiteY257" fmla="*/ 227326 h 245480"/>
                <a:gd name="connsiteX258" fmla="*/ 703410 w 890685"/>
                <a:gd name="connsiteY258" fmla="*/ 228950 h 245480"/>
                <a:gd name="connsiteX259" fmla="*/ 708278 w 890685"/>
                <a:gd name="connsiteY259" fmla="*/ 229762 h 245480"/>
                <a:gd name="connsiteX260" fmla="*/ 709090 w 890685"/>
                <a:gd name="connsiteY260" fmla="*/ 228950 h 245480"/>
                <a:gd name="connsiteX261" fmla="*/ 719637 w 890685"/>
                <a:gd name="connsiteY261" fmla="*/ 228138 h 245480"/>
                <a:gd name="connsiteX262" fmla="*/ 718825 w 890685"/>
                <a:gd name="connsiteY262" fmla="*/ 229762 h 245480"/>
                <a:gd name="connsiteX263" fmla="*/ 721259 w 890685"/>
                <a:gd name="connsiteY263" fmla="*/ 229762 h 245480"/>
                <a:gd name="connsiteX264" fmla="*/ 714769 w 890685"/>
                <a:gd name="connsiteY264" fmla="*/ 229762 h 245480"/>
                <a:gd name="connsiteX265" fmla="*/ 709090 w 890685"/>
                <a:gd name="connsiteY265" fmla="*/ 232198 h 245480"/>
                <a:gd name="connsiteX266" fmla="*/ 729373 w 890685"/>
                <a:gd name="connsiteY266" fmla="*/ 233010 h 245480"/>
                <a:gd name="connsiteX267" fmla="*/ 756957 w 890685"/>
                <a:gd name="connsiteY267" fmla="*/ 234633 h 245480"/>
                <a:gd name="connsiteX268" fmla="*/ 758580 w 890685"/>
                <a:gd name="connsiteY268" fmla="*/ 233010 h 245480"/>
                <a:gd name="connsiteX269" fmla="*/ 759391 w 890685"/>
                <a:gd name="connsiteY269" fmla="*/ 233010 h 245480"/>
                <a:gd name="connsiteX270" fmla="*/ 761014 w 890685"/>
                <a:gd name="connsiteY270" fmla="*/ 233821 h 245480"/>
                <a:gd name="connsiteX271" fmla="*/ 762636 w 890685"/>
                <a:gd name="connsiteY271" fmla="*/ 233821 h 245480"/>
                <a:gd name="connsiteX272" fmla="*/ 763448 w 890685"/>
                <a:gd name="connsiteY272" fmla="*/ 233821 h 245480"/>
                <a:gd name="connsiteX273" fmla="*/ 767504 w 890685"/>
                <a:gd name="connsiteY273" fmla="*/ 234633 h 245480"/>
                <a:gd name="connsiteX274" fmla="*/ 770750 w 890685"/>
                <a:gd name="connsiteY274" fmla="*/ 234633 h 245480"/>
                <a:gd name="connsiteX275" fmla="*/ 781297 w 890685"/>
                <a:gd name="connsiteY275" fmla="*/ 235445 h 245480"/>
                <a:gd name="connsiteX276" fmla="*/ 792655 w 890685"/>
                <a:gd name="connsiteY276" fmla="*/ 236257 h 245480"/>
                <a:gd name="connsiteX277" fmla="*/ 791032 w 890685"/>
                <a:gd name="connsiteY277" fmla="*/ 237069 h 245480"/>
                <a:gd name="connsiteX278" fmla="*/ 804825 w 890685"/>
                <a:gd name="connsiteY278" fmla="*/ 237069 h 245480"/>
                <a:gd name="connsiteX279" fmla="*/ 808070 w 890685"/>
                <a:gd name="connsiteY279" fmla="*/ 236257 h 245480"/>
                <a:gd name="connsiteX280" fmla="*/ 808070 w 890685"/>
                <a:gd name="connsiteY280" fmla="*/ 237069 h 245480"/>
                <a:gd name="connsiteX281" fmla="*/ 815372 w 890685"/>
                <a:gd name="connsiteY281" fmla="*/ 241940 h 245480"/>
                <a:gd name="connsiteX282" fmla="*/ 804825 w 890685"/>
                <a:gd name="connsiteY282" fmla="*/ 241129 h 245480"/>
                <a:gd name="connsiteX283" fmla="*/ 816995 w 890685"/>
                <a:gd name="connsiteY283" fmla="*/ 245188 h 245480"/>
                <a:gd name="connsiteX284" fmla="*/ 816183 w 890685"/>
                <a:gd name="connsiteY284" fmla="*/ 241940 h 245480"/>
                <a:gd name="connsiteX285" fmla="*/ 816183 w 890685"/>
                <a:gd name="connsiteY285" fmla="*/ 239505 h 245480"/>
                <a:gd name="connsiteX286" fmla="*/ 815372 w 890685"/>
                <a:gd name="connsiteY286" fmla="*/ 236257 h 245480"/>
                <a:gd name="connsiteX287" fmla="*/ 837277 w 890685"/>
                <a:gd name="connsiteY287" fmla="*/ 239505 h 245480"/>
                <a:gd name="connsiteX288" fmla="*/ 839711 w 890685"/>
                <a:gd name="connsiteY288" fmla="*/ 237881 h 245480"/>
                <a:gd name="connsiteX289" fmla="*/ 838900 w 890685"/>
                <a:gd name="connsiteY289" fmla="*/ 232198 h 245480"/>
                <a:gd name="connsiteX290" fmla="*/ 847824 w 890685"/>
                <a:gd name="connsiteY290" fmla="*/ 233010 h 245480"/>
                <a:gd name="connsiteX291" fmla="*/ 841334 w 890685"/>
                <a:gd name="connsiteY291" fmla="*/ 231386 h 245480"/>
                <a:gd name="connsiteX292" fmla="*/ 839711 w 890685"/>
                <a:gd name="connsiteY292" fmla="*/ 231386 h 245480"/>
                <a:gd name="connsiteX293" fmla="*/ 838900 w 890685"/>
                <a:gd name="connsiteY293" fmla="*/ 230574 h 245480"/>
                <a:gd name="connsiteX294" fmla="*/ 839711 w 890685"/>
                <a:gd name="connsiteY294" fmla="*/ 226515 h 245480"/>
                <a:gd name="connsiteX295" fmla="*/ 840523 w 890685"/>
                <a:gd name="connsiteY295" fmla="*/ 223267 h 245480"/>
                <a:gd name="connsiteX296" fmla="*/ 841334 w 890685"/>
                <a:gd name="connsiteY296" fmla="*/ 221643 h 245480"/>
                <a:gd name="connsiteX297" fmla="*/ 838089 w 890685"/>
                <a:gd name="connsiteY297" fmla="*/ 219208 h 245480"/>
                <a:gd name="connsiteX298" fmla="*/ 847824 w 890685"/>
                <a:gd name="connsiteY298" fmla="*/ 220832 h 245480"/>
                <a:gd name="connsiteX299" fmla="*/ 848636 w 890685"/>
                <a:gd name="connsiteY299" fmla="*/ 220020 h 245480"/>
                <a:gd name="connsiteX300" fmla="*/ 847824 w 890685"/>
                <a:gd name="connsiteY300" fmla="*/ 218396 h 245480"/>
                <a:gd name="connsiteX301" fmla="*/ 836466 w 890685"/>
                <a:gd name="connsiteY301" fmla="*/ 217584 h 245480"/>
                <a:gd name="connsiteX302" fmla="*/ 836466 w 890685"/>
                <a:gd name="connsiteY302" fmla="*/ 215960 h 245480"/>
                <a:gd name="connsiteX303" fmla="*/ 859183 w 890685"/>
                <a:gd name="connsiteY303" fmla="*/ 218396 h 245480"/>
                <a:gd name="connsiteX304" fmla="*/ 861617 w 890685"/>
                <a:gd name="connsiteY304" fmla="*/ 215960 h 245480"/>
                <a:gd name="connsiteX305" fmla="*/ 861617 w 890685"/>
                <a:gd name="connsiteY305" fmla="*/ 210277 h 245480"/>
                <a:gd name="connsiteX306" fmla="*/ 862428 w 890685"/>
                <a:gd name="connsiteY306" fmla="*/ 209465 h 245480"/>
                <a:gd name="connsiteX307" fmla="*/ 863240 w 890685"/>
                <a:gd name="connsiteY307" fmla="*/ 209465 h 245480"/>
                <a:gd name="connsiteX308" fmla="*/ 872164 w 890685"/>
                <a:gd name="connsiteY308" fmla="*/ 207029 h 245480"/>
                <a:gd name="connsiteX309" fmla="*/ 877843 w 890685"/>
                <a:gd name="connsiteY309" fmla="*/ 207841 h 245480"/>
                <a:gd name="connsiteX310" fmla="*/ 879466 w 890685"/>
                <a:gd name="connsiteY310" fmla="*/ 207029 h 245480"/>
                <a:gd name="connsiteX311" fmla="*/ 874598 w 890685"/>
                <a:gd name="connsiteY311" fmla="*/ 204594 h 245480"/>
                <a:gd name="connsiteX312" fmla="*/ 878655 w 890685"/>
                <a:gd name="connsiteY312" fmla="*/ 204594 h 245480"/>
                <a:gd name="connsiteX313" fmla="*/ 877032 w 890685"/>
                <a:gd name="connsiteY313" fmla="*/ 201346 h 245480"/>
                <a:gd name="connsiteX314" fmla="*/ 879466 w 890685"/>
                <a:gd name="connsiteY314" fmla="*/ 200535 h 245480"/>
                <a:gd name="connsiteX315" fmla="*/ 881900 w 890685"/>
                <a:gd name="connsiteY315" fmla="*/ 197287 h 245480"/>
                <a:gd name="connsiteX316" fmla="*/ 881900 w 890685"/>
                <a:gd name="connsiteY316" fmla="*/ 194851 h 245480"/>
                <a:gd name="connsiteX317" fmla="*/ 881900 w 890685"/>
                <a:gd name="connsiteY317" fmla="*/ 192416 h 245480"/>
                <a:gd name="connsiteX318" fmla="*/ 885145 w 890685"/>
                <a:gd name="connsiteY318" fmla="*/ 190792 h 245480"/>
                <a:gd name="connsiteX319" fmla="*/ 889202 w 890685"/>
                <a:gd name="connsiteY319" fmla="*/ 189980 h 24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890685" h="245480">
                  <a:moveTo>
                    <a:pt x="863240" y="216772"/>
                  </a:moveTo>
                  <a:cubicBezTo>
                    <a:pt x="859994" y="215148"/>
                    <a:pt x="855126" y="216772"/>
                    <a:pt x="852692" y="215148"/>
                  </a:cubicBezTo>
                  <a:cubicBezTo>
                    <a:pt x="849447" y="211901"/>
                    <a:pt x="857560" y="214336"/>
                    <a:pt x="858372" y="213524"/>
                  </a:cubicBezTo>
                  <a:cubicBezTo>
                    <a:pt x="859183" y="211901"/>
                    <a:pt x="866485" y="217584"/>
                    <a:pt x="863240" y="216772"/>
                  </a:cubicBezTo>
                  <a:moveTo>
                    <a:pt x="841334" y="227326"/>
                  </a:moveTo>
                  <a:cubicBezTo>
                    <a:pt x="840523" y="227326"/>
                    <a:pt x="840523" y="227326"/>
                    <a:pt x="841334" y="227326"/>
                  </a:cubicBezTo>
                  <a:cubicBezTo>
                    <a:pt x="841334" y="226515"/>
                    <a:pt x="840523" y="226515"/>
                    <a:pt x="839711" y="227326"/>
                  </a:cubicBezTo>
                  <a:cubicBezTo>
                    <a:pt x="838900" y="228138"/>
                    <a:pt x="838900" y="227326"/>
                    <a:pt x="838900" y="227326"/>
                  </a:cubicBezTo>
                  <a:cubicBezTo>
                    <a:pt x="838900" y="226515"/>
                    <a:pt x="838089" y="226515"/>
                    <a:pt x="837277" y="227326"/>
                  </a:cubicBezTo>
                  <a:cubicBezTo>
                    <a:pt x="834032" y="229762"/>
                    <a:pt x="833221" y="226515"/>
                    <a:pt x="833221" y="226515"/>
                  </a:cubicBezTo>
                  <a:cubicBezTo>
                    <a:pt x="833221" y="223267"/>
                    <a:pt x="836466" y="226515"/>
                    <a:pt x="837277" y="225703"/>
                  </a:cubicBezTo>
                  <a:cubicBezTo>
                    <a:pt x="838089" y="224079"/>
                    <a:pt x="841334" y="225703"/>
                    <a:pt x="841334" y="227326"/>
                  </a:cubicBezTo>
                  <a:moveTo>
                    <a:pt x="841334" y="229762"/>
                  </a:moveTo>
                  <a:cubicBezTo>
                    <a:pt x="838900" y="230574"/>
                    <a:pt x="838900" y="228950"/>
                    <a:pt x="838900" y="228950"/>
                  </a:cubicBezTo>
                  <a:cubicBezTo>
                    <a:pt x="838900" y="227326"/>
                    <a:pt x="843768" y="228138"/>
                    <a:pt x="841334" y="229762"/>
                  </a:cubicBezTo>
                  <a:moveTo>
                    <a:pt x="839711" y="237881"/>
                  </a:moveTo>
                  <a:cubicBezTo>
                    <a:pt x="838900" y="239505"/>
                    <a:pt x="830787" y="237069"/>
                    <a:pt x="826730" y="237881"/>
                  </a:cubicBezTo>
                  <a:cubicBezTo>
                    <a:pt x="817806" y="239505"/>
                    <a:pt x="816183" y="234633"/>
                    <a:pt x="816995" y="234633"/>
                  </a:cubicBezTo>
                  <a:cubicBezTo>
                    <a:pt x="817806" y="232198"/>
                    <a:pt x="820240" y="234633"/>
                    <a:pt x="821863" y="233821"/>
                  </a:cubicBezTo>
                  <a:cubicBezTo>
                    <a:pt x="823485" y="233010"/>
                    <a:pt x="827542" y="236257"/>
                    <a:pt x="828353" y="234633"/>
                  </a:cubicBezTo>
                  <a:cubicBezTo>
                    <a:pt x="829164" y="233821"/>
                    <a:pt x="829976" y="233821"/>
                    <a:pt x="829976" y="235445"/>
                  </a:cubicBezTo>
                  <a:cubicBezTo>
                    <a:pt x="829976" y="236257"/>
                    <a:pt x="836466" y="235445"/>
                    <a:pt x="835655" y="237881"/>
                  </a:cubicBezTo>
                  <a:cubicBezTo>
                    <a:pt x="835655" y="238693"/>
                    <a:pt x="835655" y="238693"/>
                    <a:pt x="836466" y="237881"/>
                  </a:cubicBezTo>
                  <a:cubicBezTo>
                    <a:pt x="838089" y="236257"/>
                    <a:pt x="839711" y="236257"/>
                    <a:pt x="839711" y="237881"/>
                  </a:cubicBezTo>
                  <a:moveTo>
                    <a:pt x="836466" y="219208"/>
                  </a:moveTo>
                  <a:cubicBezTo>
                    <a:pt x="836466" y="218396"/>
                    <a:pt x="838900" y="218396"/>
                    <a:pt x="838900" y="220020"/>
                  </a:cubicBezTo>
                  <a:cubicBezTo>
                    <a:pt x="838089" y="221643"/>
                    <a:pt x="835655" y="219208"/>
                    <a:pt x="836466" y="219208"/>
                  </a:cubicBezTo>
                  <a:moveTo>
                    <a:pt x="759391" y="233010"/>
                  </a:moveTo>
                  <a:cubicBezTo>
                    <a:pt x="759391" y="233821"/>
                    <a:pt x="756146" y="234633"/>
                    <a:pt x="755335" y="234633"/>
                  </a:cubicBezTo>
                  <a:cubicBezTo>
                    <a:pt x="753712" y="233010"/>
                    <a:pt x="759391" y="231386"/>
                    <a:pt x="759391" y="233010"/>
                  </a:cubicBezTo>
                  <a:moveTo>
                    <a:pt x="748033" y="234633"/>
                  </a:moveTo>
                  <a:cubicBezTo>
                    <a:pt x="748033" y="234633"/>
                    <a:pt x="748844" y="233821"/>
                    <a:pt x="748844" y="233821"/>
                  </a:cubicBezTo>
                  <a:cubicBezTo>
                    <a:pt x="751278" y="233010"/>
                    <a:pt x="748844" y="235445"/>
                    <a:pt x="748033" y="234633"/>
                  </a:cubicBezTo>
                  <a:moveTo>
                    <a:pt x="741542" y="228950"/>
                  </a:moveTo>
                  <a:cubicBezTo>
                    <a:pt x="739920" y="228138"/>
                    <a:pt x="741542" y="228138"/>
                    <a:pt x="741542" y="228138"/>
                  </a:cubicBezTo>
                  <a:cubicBezTo>
                    <a:pt x="743165" y="227326"/>
                    <a:pt x="743976" y="228950"/>
                    <a:pt x="745599" y="228950"/>
                  </a:cubicBezTo>
                  <a:cubicBezTo>
                    <a:pt x="747221" y="228138"/>
                    <a:pt x="749656" y="228950"/>
                    <a:pt x="748844" y="229762"/>
                  </a:cubicBezTo>
                  <a:cubicBezTo>
                    <a:pt x="748844" y="229762"/>
                    <a:pt x="743976" y="229762"/>
                    <a:pt x="741542" y="228950"/>
                  </a:cubicBezTo>
                  <a:moveTo>
                    <a:pt x="732618" y="233010"/>
                  </a:moveTo>
                  <a:cubicBezTo>
                    <a:pt x="730995" y="233821"/>
                    <a:pt x="730995" y="232198"/>
                    <a:pt x="732618" y="233010"/>
                  </a:cubicBezTo>
                  <a:cubicBezTo>
                    <a:pt x="731806" y="230574"/>
                    <a:pt x="732618" y="232198"/>
                    <a:pt x="732618" y="233010"/>
                  </a:cubicBezTo>
                  <a:moveTo>
                    <a:pt x="727750" y="233010"/>
                  </a:moveTo>
                  <a:cubicBezTo>
                    <a:pt x="724505" y="232198"/>
                    <a:pt x="727750" y="231386"/>
                    <a:pt x="727750" y="231386"/>
                  </a:cubicBezTo>
                  <a:cubicBezTo>
                    <a:pt x="733429" y="229762"/>
                    <a:pt x="729373" y="233010"/>
                    <a:pt x="727750" y="233010"/>
                  </a:cubicBezTo>
                  <a:moveTo>
                    <a:pt x="703410" y="225703"/>
                  </a:moveTo>
                  <a:cubicBezTo>
                    <a:pt x="702599" y="228138"/>
                    <a:pt x="700165" y="225703"/>
                    <a:pt x="700977" y="225703"/>
                  </a:cubicBezTo>
                  <a:cubicBezTo>
                    <a:pt x="700977" y="225703"/>
                    <a:pt x="704222" y="224079"/>
                    <a:pt x="703410" y="225703"/>
                  </a:cubicBezTo>
                  <a:moveTo>
                    <a:pt x="676637" y="222455"/>
                  </a:moveTo>
                  <a:cubicBezTo>
                    <a:pt x="675014" y="224079"/>
                    <a:pt x="666901" y="221643"/>
                    <a:pt x="667713" y="221643"/>
                  </a:cubicBezTo>
                  <a:cubicBezTo>
                    <a:pt x="667713" y="220832"/>
                    <a:pt x="670146" y="221643"/>
                    <a:pt x="674203" y="221643"/>
                  </a:cubicBezTo>
                  <a:cubicBezTo>
                    <a:pt x="676637" y="221643"/>
                    <a:pt x="677448" y="221643"/>
                    <a:pt x="676637" y="222455"/>
                  </a:cubicBezTo>
                  <a:moveTo>
                    <a:pt x="670146" y="228138"/>
                  </a:moveTo>
                  <a:cubicBezTo>
                    <a:pt x="666901" y="228950"/>
                    <a:pt x="666901" y="226515"/>
                    <a:pt x="666090" y="227326"/>
                  </a:cubicBezTo>
                  <a:cubicBezTo>
                    <a:pt x="665279" y="228950"/>
                    <a:pt x="663656" y="226515"/>
                    <a:pt x="664467" y="226515"/>
                  </a:cubicBezTo>
                  <a:cubicBezTo>
                    <a:pt x="665279" y="224891"/>
                    <a:pt x="670146" y="226515"/>
                    <a:pt x="670146" y="226515"/>
                  </a:cubicBezTo>
                  <a:cubicBezTo>
                    <a:pt x="670146" y="226515"/>
                    <a:pt x="675014" y="227326"/>
                    <a:pt x="670146" y="228138"/>
                  </a:cubicBezTo>
                  <a:moveTo>
                    <a:pt x="653920" y="221643"/>
                  </a:moveTo>
                  <a:cubicBezTo>
                    <a:pt x="653920" y="221643"/>
                    <a:pt x="649864" y="222455"/>
                    <a:pt x="649052" y="221643"/>
                  </a:cubicBezTo>
                  <a:cubicBezTo>
                    <a:pt x="648241" y="221643"/>
                    <a:pt x="654732" y="220020"/>
                    <a:pt x="653920" y="221643"/>
                  </a:cubicBezTo>
                  <a:moveTo>
                    <a:pt x="623902" y="226515"/>
                  </a:moveTo>
                  <a:cubicBezTo>
                    <a:pt x="619845" y="228138"/>
                    <a:pt x="614166" y="224891"/>
                    <a:pt x="614166" y="224891"/>
                  </a:cubicBezTo>
                  <a:cubicBezTo>
                    <a:pt x="611732" y="223267"/>
                    <a:pt x="630392" y="224079"/>
                    <a:pt x="631203" y="224891"/>
                  </a:cubicBezTo>
                  <a:cubicBezTo>
                    <a:pt x="632015" y="227326"/>
                    <a:pt x="626335" y="224891"/>
                    <a:pt x="623902" y="226515"/>
                  </a:cubicBezTo>
                  <a:moveTo>
                    <a:pt x="498959" y="212713"/>
                  </a:moveTo>
                  <a:cubicBezTo>
                    <a:pt x="494902" y="211089"/>
                    <a:pt x="505450" y="211901"/>
                    <a:pt x="506261" y="212713"/>
                  </a:cubicBezTo>
                  <a:cubicBezTo>
                    <a:pt x="506261" y="213524"/>
                    <a:pt x="499770" y="213524"/>
                    <a:pt x="498959" y="212713"/>
                  </a:cubicBezTo>
                  <a:moveTo>
                    <a:pt x="493280" y="212713"/>
                  </a:moveTo>
                  <a:cubicBezTo>
                    <a:pt x="492468" y="214336"/>
                    <a:pt x="490035" y="211089"/>
                    <a:pt x="490846" y="211901"/>
                  </a:cubicBezTo>
                  <a:cubicBezTo>
                    <a:pt x="492468" y="211089"/>
                    <a:pt x="494091" y="211901"/>
                    <a:pt x="493280" y="212713"/>
                  </a:cubicBezTo>
                  <a:moveTo>
                    <a:pt x="481110" y="212713"/>
                  </a:moveTo>
                  <a:cubicBezTo>
                    <a:pt x="480299" y="211901"/>
                    <a:pt x="482733" y="211901"/>
                    <a:pt x="482733" y="211901"/>
                  </a:cubicBezTo>
                  <a:cubicBezTo>
                    <a:pt x="490035" y="211901"/>
                    <a:pt x="482733" y="213524"/>
                    <a:pt x="481110" y="212713"/>
                  </a:cubicBezTo>
                  <a:moveTo>
                    <a:pt x="473808" y="212713"/>
                  </a:moveTo>
                  <a:cubicBezTo>
                    <a:pt x="471374" y="213524"/>
                    <a:pt x="470563" y="211901"/>
                    <a:pt x="470563" y="211901"/>
                  </a:cubicBezTo>
                  <a:cubicBezTo>
                    <a:pt x="470563" y="212713"/>
                    <a:pt x="476242" y="211901"/>
                    <a:pt x="473808" y="212713"/>
                  </a:cubicBezTo>
                  <a:moveTo>
                    <a:pt x="469752" y="27604"/>
                  </a:moveTo>
                  <a:cubicBezTo>
                    <a:pt x="468940" y="29228"/>
                    <a:pt x="467318" y="26792"/>
                    <a:pt x="468129" y="26792"/>
                  </a:cubicBezTo>
                  <a:cubicBezTo>
                    <a:pt x="468940" y="25980"/>
                    <a:pt x="470563" y="26792"/>
                    <a:pt x="469752" y="27604"/>
                  </a:cubicBezTo>
                  <a:moveTo>
                    <a:pt x="468940" y="213524"/>
                  </a:moveTo>
                  <a:cubicBezTo>
                    <a:pt x="466506" y="214336"/>
                    <a:pt x="467318" y="212713"/>
                    <a:pt x="468129" y="212713"/>
                  </a:cubicBezTo>
                  <a:cubicBezTo>
                    <a:pt x="468129" y="211901"/>
                    <a:pt x="471374" y="212713"/>
                    <a:pt x="468940" y="213524"/>
                  </a:cubicBezTo>
                  <a:moveTo>
                    <a:pt x="437299" y="12990"/>
                  </a:moveTo>
                  <a:cubicBezTo>
                    <a:pt x="444601" y="12990"/>
                    <a:pt x="438110" y="15426"/>
                    <a:pt x="431620" y="13802"/>
                  </a:cubicBezTo>
                  <a:cubicBezTo>
                    <a:pt x="431620" y="14614"/>
                    <a:pt x="350488" y="17050"/>
                    <a:pt x="437299" y="12990"/>
                  </a:cubicBezTo>
                  <a:moveTo>
                    <a:pt x="386997" y="16238"/>
                  </a:moveTo>
                  <a:cubicBezTo>
                    <a:pt x="384564" y="16238"/>
                    <a:pt x="375639" y="17861"/>
                    <a:pt x="376450" y="16238"/>
                  </a:cubicBezTo>
                  <a:cubicBezTo>
                    <a:pt x="373205" y="14614"/>
                    <a:pt x="394299" y="15426"/>
                    <a:pt x="394299" y="15426"/>
                  </a:cubicBezTo>
                  <a:cubicBezTo>
                    <a:pt x="398356" y="14614"/>
                    <a:pt x="393488" y="17050"/>
                    <a:pt x="386997" y="16238"/>
                  </a:cubicBezTo>
                  <a:moveTo>
                    <a:pt x="378073" y="25168"/>
                  </a:moveTo>
                  <a:cubicBezTo>
                    <a:pt x="337507" y="24356"/>
                    <a:pt x="320470" y="30851"/>
                    <a:pt x="318847" y="29228"/>
                  </a:cubicBezTo>
                  <a:cubicBezTo>
                    <a:pt x="318036" y="27604"/>
                    <a:pt x="300187" y="29228"/>
                    <a:pt x="300998" y="26792"/>
                  </a:cubicBezTo>
                  <a:cubicBezTo>
                    <a:pt x="299376" y="25980"/>
                    <a:pt x="351300" y="24356"/>
                    <a:pt x="352111" y="24356"/>
                  </a:cubicBezTo>
                  <a:cubicBezTo>
                    <a:pt x="374016" y="21921"/>
                    <a:pt x="415394" y="25980"/>
                    <a:pt x="378073" y="25168"/>
                  </a:cubicBezTo>
                  <a:moveTo>
                    <a:pt x="330205" y="16238"/>
                  </a:moveTo>
                  <a:cubicBezTo>
                    <a:pt x="331017" y="15426"/>
                    <a:pt x="333451" y="15426"/>
                    <a:pt x="331017" y="17050"/>
                  </a:cubicBezTo>
                  <a:cubicBezTo>
                    <a:pt x="328583" y="17861"/>
                    <a:pt x="330205" y="16238"/>
                    <a:pt x="330205" y="16238"/>
                  </a:cubicBezTo>
                  <a:moveTo>
                    <a:pt x="346432" y="19485"/>
                  </a:moveTo>
                  <a:cubicBezTo>
                    <a:pt x="346432" y="18673"/>
                    <a:pt x="356979" y="18673"/>
                    <a:pt x="352111" y="19485"/>
                  </a:cubicBezTo>
                  <a:cubicBezTo>
                    <a:pt x="351300" y="19485"/>
                    <a:pt x="349677" y="20297"/>
                    <a:pt x="348866" y="19485"/>
                  </a:cubicBezTo>
                  <a:cubicBezTo>
                    <a:pt x="348054" y="19485"/>
                    <a:pt x="347243" y="19485"/>
                    <a:pt x="347243" y="19485"/>
                  </a:cubicBezTo>
                  <a:cubicBezTo>
                    <a:pt x="346432" y="21109"/>
                    <a:pt x="346432" y="19485"/>
                    <a:pt x="346432" y="19485"/>
                  </a:cubicBezTo>
                  <a:moveTo>
                    <a:pt x="889202" y="165624"/>
                  </a:moveTo>
                  <a:cubicBezTo>
                    <a:pt x="889202" y="166435"/>
                    <a:pt x="881900" y="165624"/>
                    <a:pt x="881900" y="164812"/>
                  </a:cubicBezTo>
                  <a:cubicBezTo>
                    <a:pt x="881088" y="164812"/>
                    <a:pt x="889202" y="164812"/>
                    <a:pt x="889202" y="165624"/>
                  </a:cubicBezTo>
                  <a:moveTo>
                    <a:pt x="888390" y="170495"/>
                  </a:moveTo>
                  <a:cubicBezTo>
                    <a:pt x="887579" y="170495"/>
                    <a:pt x="887579" y="171307"/>
                    <a:pt x="888390" y="170495"/>
                  </a:cubicBezTo>
                  <a:cubicBezTo>
                    <a:pt x="889202" y="171307"/>
                    <a:pt x="889202" y="171307"/>
                    <a:pt x="889202" y="172119"/>
                  </a:cubicBezTo>
                  <a:cubicBezTo>
                    <a:pt x="888390" y="172930"/>
                    <a:pt x="882711" y="172930"/>
                    <a:pt x="884334" y="170495"/>
                  </a:cubicBezTo>
                  <a:cubicBezTo>
                    <a:pt x="884334" y="170495"/>
                    <a:pt x="885145" y="169683"/>
                    <a:pt x="884334" y="168871"/>
                  </a:cubicBezTo>
                  <a:cubicBezTo>
                    <a:pt x="883523" y="168871"/>
                    <a:pt x="883523" y="168059"/>
                    <a:pt x="884334" y="168059"/>
                  </a:cubicBezTo>
                  <a:cubicBezTo>
                    <a:pt x="885956" y="167247"/>
                    <a:pt x="886768" y="168871"/>
                    <a:pt x="887579" y="168059"/>
                  </a:cubicBezTo>
                  <a:cubicBezTo>
                    <a:pt x="889202" y="167247"/>
                    <a:pt x="890013" y="169683"/>
                    <a:pt x="888390" y="170495"/>
                  </a:cubicBezTo>
                  <a:moveTo>
                    <a:pt x="889202" y="189980"/>
                  </a:moveTo>
                  <a:cubicBezTo>
                    <a:pt x="888390" y="189980"/>
                    <a:pt x="887579" y="189980"/>
                    <a:pt x="887579" y="189980"/>
                  </a:cubicBezTo>
                  <a:cubicBezTo>
                    <a:pt x="887579" y="189980"/>
                    <a:pt x="887579" y="189980"/>
                    <a:pt x="886768" y="189980"/>
                  </a:cubicBezTo>
                  <a:cubicBezTo>
                    <a:pt x="886768" y="190792"/>
                    <a:pt x="885956" y="189980"/>
                    <a:pt x="883523" y="189980"/>
                  </a:cubicBezTo>
                  <a:cubicBezTo>
                    <a:pt x="881088" y="189980"/>
                    <a:pt x="882711" y="187544"/>
                    <a:pt x="881900" y="186732"/>
                  </a:cubicBezTo>
                  <a:cubicBezTo>
                    <a:pt x="881088" y="186732"/>
                    <a:pt x="881088" y="183485"/>
                    <a:pt x="880277" y="183485"/>
                  </a:cubicBezTo>
                  <a:cubicBezTo>
                    <a:pt x="879466" y="183485"/>
                    <a:pt x="879466" y="181049"/>
                    <a:pt x="885145" y="182673"/>
                  </a:cubicBezTo>
                  <a:cubicBezTo>
                    <a:pt x="895692" y="186732"/>
                    <a:pt x="877843" y="174554"/>
                    <a:pt x="888390" y="172930"/>
                  </a:cubicBezTo>
                  <a:cubicBezTo>
                    <a:pt x="890013" y="172930"/>
                    <a:pt x="891636" y="171307"/>
                    <a:pt x="890013" y="170495"/>
                  </a:cubicBezTo>
                  <a:cubicBezTo>
                    <a:pt x="889202" y="169683"/>
                    <a:pt x="889202" y="168871"/>
                    <a:pt x="890013" y="168871"/>
                  </a:cubicBezTo>
                  <a:cubicBezTo>
                    <a:pt x="891636" y="168871"/>
                    <a:pt x="886768" y="159129"/>
                    <a:pt x="888390" y="159129"/>
                  </a:cubicBezTo>
                  <a:cubicBezTo>
                    <a:pt x="889202" y="159129"/>
                    <a:pt x="885145" y="142891"/>
                    <a:pt x="885145" y="142079"/>
                  </a:cubicBezTo>
                  <a:cubicBezTo>
                    <a:pt x="887579" y="142079"/>
                    <a:pt x="886768" y="142079"/>
                    <a:pt x="888390" y="142891"/>
                  </a:cubicBezTo>
                  <a:cubicBezTo>
                    <a:pt x="885145" y="135584"/>
                    <a:pt x="885956" y="136396"/>
                    <a:pt x="885956" y="135584"/>
                  </a:cubicBezTo>
                  <a:cubicBezTo>
                    <a:pt x="888390" y="134772"/>
                    <a:pt x="880277" y="128277"/>
                    <a:pt x="882711" y="122594"/>
                  </a:cubicBezTo>
                  <a:cubicBezTo>
                    <a:pt x="883523" y="120970"/>
                    <a:pt x="881900" y="116099"/>
                    <a:pt x="880277" y="115287"/>
                  </a:cubicBezTo>
                  <a:cubicBezTo>
                    <a:pt x="878655" y="114475"/>
                    <a:pt x="876220" y="98238"/>
                    <a:pt x="874598" y="97426"/>
                  </a:cubicBezTo>
                  <a:cubicBezTo>
                    <a:pt x="870541" y="95802"/>
                    <a:pt x="872164" y="90931"/>
                    <a:pt x="869730" y="86059"/>
                  </a:cubicBezTo>
                  <a:cubicBezTo>
                    <a:pt x="863240" y="73881"/>
                    <a:pt x="862428" y="63327"/>
                    <a:pt x="860806" y="62515"/>
                  </a:cubicBezTo>
                  <a:cubicBezTo>
                    <a:pt x="859183" y="61703"/>
                    <a:pt x="864051" y="64138"/>
                    <a:pt x="856749" y="67386"/>
                  </a:cubicBezTo>
                  <a:cubicBezTo>
                    <a:pt x="852692" y="69010"/>
                    <a:pt x="853504" y="68198"/>
                    <a:pt x="853504" y="72257"/>
                  </a:cubicBezTo>
                  <a:cubicBezTo>
                    <a:pt x="853504" y="79564"/>
                    <a:pt x="852692" y="73069"/>
                    <a:pt x="852692" y="73069"/>
                  </a:cubicBezTo>
                  <a:cubicBezTo>
                    <a:pt x="848636" y="56020"/>
                    <a:pt x="849447" y="63327"/>
                    <a:pt x="852692" y="64950"/>
                  </a:cubicBezTo>
                  <a:cubicBezTo>
                    <a:pt x="853504" y="65762"/>
                    <a:pt x="852692" y="67386"/>
                    <a:pt x="854315" y="65762"/>
                  </a:cubicBezTo>
                  <a:cubicBezTo>
                    <a:pt x="855938" y="64138"/>
                    <a:pt x="857560" y="55208"/>
                    <a:pt x="855126" y="56020"/>
                  </a:cubicBezTo>
                  <a:cubicBezTo>
                    <a:pt x="852692" y="56832"/>
                    <a:pt x="855126" y="49525"/>
                    <a:pt x="848636" y="51960"/>
                  </a:cubicBezTo>
                  <a:lnTo>
                    <a:pt x="846202" y="52772"/>
                  </a:lnTo>
                  <a:cubicBezTo>
                    <a:pt x="845391" y="48713"/>
                    <a:pt x="842957" y="42218"/>
                    <a:pt x="846202" y="43841"/>
                  </a:cubicBezTo>
                  <a:cubicBezTo>
                    <a:pt x="850259" y="45465"/>
                    <a:pt x="851070" y="32475"/>
                    <a:pt x="847013" y="39782"/>
                  </a:cubicBezTo>
                  <a:cubicBezTo>
                    <a:pt x="843768" y="44653"/>
                    <a:pt x="842957" y="42218"/>
                    <a:pt x="843768" y="41406"/>
                  </a:cubicBezTo>
                  <a:cubicBezTo>
                    <a:pt x="844579" y="40594"/>
                    <a:pt x="844579" y="36535"/>
                    <a:pt x="843768" y="35723"/>
                  </a:cubicBezTo>
                  <a:cubicBezTo>
                    <a:pt x="843768" y="35723"/>
                    <a:pt x="843768" y="34911"/>
                    <a:pt x="843768" y="34911"/>
                  </a:cubicBezTo>
                  <a:cubicBezTo>
                    <a:pt x="845391" y="30851"/>
                    <a:pt x="837277" y="17050"/>
                    <a:pt x="837277" y="17050"/>
                  </a:cubicBezTo>
                  <a:cubicBezTo>
                    <a:pt x="837277" y="15426"/>
                    <a:pt x="836466" y="15426"/>
                    <a:pt x="835655" y="16238"/>
                  </a:cubicBezTo>
                  <a:cubicBezTo>
                    <a:pt x="834844" y="17050"/>
                    <a:pt x="830787" y="16238"/>
                    <a:pt x="829976" y="14614"/>
                  </a:cubicBezTo>
                  <a:cubicBezTo>
                    <a:pt x="829164" y="12178"/>
                    <a:pt x="823485" y="12178"/>
                    <a:pt x="821051" y="13802"/>
                  </a:cubicBezTo>
                  <a:cubicBezTo>
                    <a:pt x="817806" y="16238"/>
                    <a:pt x="730184" y="8931"/>
                    <a:pt x="798334" y="15426"/>
                  </a:cubicBezTo>
                  <a:cubicBezTo>
                    <a:pt x="807259" y="16238"/>
                    <a:pt x="811315" y="19485"/>
                    <a:pt x="811315" y="17861"/>
                  </a:cubicBezTo>
                  <a:cubicBezTo>
                    <a:pt x="811315" y="17050"/>
                    <a:pt x="815372" y="17861"/>
                    <a:pt x="812938" y="19485"/>
                  </a:cubicBezTo>
                  <a:cubicBezTo>
                    <a:pt x="811315" y="21109"/>
                    <a:pt x="809693" y="18673"/>
                    <a:pt x="809693" y="21109"/>
                  </a:cubicBezTo>
                  <a:cubicBezTo>
                    <a:pt x="808881" y="24356"/>
                    <a:pt x="790221" y="21109"/>
                    <a:pt x="787787" y="21921"/>
                  </a:cubicBezTo>
                  <a:cubicBezTo>
                    <a:pt x="786165" y="22733"/>
                    <a:pt x="804013" y="23544"/>
                    <a:pt x="803202" y="24356"/>
                  </a:cubicBezTo>
                  <a:cubicBezTo>
                    <a:pt x="803202" y="24356"/>
                    <a:pt x="802391" y="25168"/>
                    <a:pt x="802391" y="24356"/>
                  </a:cubicBezTo>
                  <a:cubicBezTo>
                    <a:pt x="801580" y="24356"/>
                    <a:pt x="800768" y="25980"/>
                    <a:pt x="801580" y="25980"/>
                  </a:cubicBezTo>
                  <a:cubicBezTo>
                    <a:pt x="801580" y="25980"/>
                    <a:pt x="802391" y="25980"/>
                    <a:pt x="798334" y="26792"/>
                  </a:cubicBezTo>
                  <a:cubicBezTo>
                    <a:pt x="802391" y="28416"/>
                    <a:pt x="802391" y="28416"/>
                    <a:pt x="800768" y="30040"/>
                  </a:cubicBezTo>
                  <a:cubicBezTo>
                    <a:pt x="798334" y="33287"/>
                    <a:pt x="797523" y="34099"/>
                    <a:pt x="795089" y="33287"/>
                  </a:cubicBezTo>
                  <a:cubicBezTo>
                    <a:pt x="791844" y="32475"/>
                    <a:pt x="790221" y="33287"/>
                    <a:pt x="793466" y="34099"/>
                  </a:cubicBezTo>
                  <a:cubicBezTo>
                    <a:pt x="830787" y="43841"/>
                    <a:pt x="615788" y="23544"/>
                    <a:pt x="600373" y="27604"/>
                  </a:cubicBezTo>
                  <a:cubicBezTo>
                    <a:pt x="600373" y="27604"/>
                    <a:pt x="471374" y="27604"/>
                    <a:pt x="471374" y="23544"/>
                  </a:cubicBezTo>
                  <a:cubicBezTo>
                    <a:pt x="471374" y="22733"/>
                    <a:pt x="471374" y="21921"/>
                    <a:pt x="472186" y="22733"/>
                  </a:cubicBezTo>
                  <a:cubicBezTo>
                    <a:pt x="472997" y="22733"/>
                    <a:pt x="473808" y="21921"/>
                    <a:pt x="472997" y="21109"/>
                  </a:cubicBezTo>
                  <a:cubicBezTo>
                    <a:pt x="472186" y="21109"/>
                    <a:pt x="468940" y="21921"/>
                    <a:pt x="467318" y="21109"/>
                  </a:cubicBezTo>
                  <a:cubicBezTo>
                    <a:pt x="465695" y="20297"/>
                    <a:pt x="465695" y="22733"/>
                    <a:pt x="463261" y="21921"/>
                  </a:cubicBezTo>
                  <a:cubicBezTo>
                    <a:pt x="461639" y="21109"/>
                    <a:pt x="460016" y="22733"/>
                    <a:pt x="459204" y="21921"/>
                  </a:cubicBezTo>
                  <a:cubicBezTo>
                    <a:pt x="457582" y="21109"/>
                    <a:pt x="455148" y="21921"/>
                    <a:pt x="455959" y="22733"/>
                  </a:cubicBezTo>
                  <a:cubicBezTo>
                    <a:pt x="458393" y="25168"/>
                    <a:pt x="418639" y="21109"/>
                    <a:pt x="406469" y="21109"/>
                  </a:cubicBezTo>
                  <a:cubicBezTo>
                    <a:pt x="374016" y="21109"/>
                    <a:pt x="421884" y="17861"/>
                    <a:pt x="421884" y="18673"/>
                  </a:cubicBezTo>
                  <a:cubicBezTo>
                    <a:pt x="423507" y="19485"/>
                    <a:pt x="429186" y="16238"/>
                    <a:pt x="431620" y="16238"/>
                  </a:cubicBezTo>
                  <a:cubicBezTo>
                    <a:pt x="434865" y="16238"/>
                    <a:pt x="432431" y="13802"/>
                    <a:pt x="437299" y="13802"/>
                  </a:cubicBezTo>
                  <a:cubicBezTo>
                    <a:pt x="441356" y="13802"/>
                    <a:pt x="442167" y="12178"/>
                    <a:pt x="443790" y="12990"/>
                  </a:cubicBezTo>
                  <a:cubicBezTo>
                    <a:pt x="444601" y="12990"/>
                    <a:pt x="453525" y="13802"/>
                    <a:pt x="460016" y="11366"/>
                  </a:cubicBezTo>
                  <a:cubicBezTo>
                    <a:pt x="458393" y="11366"/>
                    <a:pt x="448657" y="10554"/>
                    <a:pt x="447846" y="11366"/>
                  </a:cubicBezTo>
                  <a:cubicBezTo>
                    <a:pt x="446223" y="12178"/>
                    <a:pt x="444601" y="9743"/>
                    <a:pt x="453525" y="9743"/>
                  </a:cubicBezTo>
                  <a:cubicBezTo>
                    <a:pt x="480299" y="9743"/>
                    <a:pt x="460827" y="10554"/>
                    <a:pt x="461639" y="11366"/>
                  </a:cubicBezTo>
                  <a:cubicBezTo>
                    <a:pt x="463261" y="12990"/>
                    <a:pt x="480299" y="8119"/>
                    <a:pt x="479487" y="9743"/>
                  </a:cubicBezTo>
                  <a:cubicBezTo>
                    <a:pt x="479487" y="9743"/>
                    <a:pt x="474619" y="10554"/>
                    <a:pt x="475431" y="11366"/>
                  </a:cubicBezTo>
                  <a:cubicBezTo>
                    <a:pt x="477054" y="12178"/>
                    <a:pt x="482733" y="8119"/>
                    <a:pt x="493280" y="8931"/>
                  </a:cubicBezTo>
                  <a:cubicBezTo>
                    <a:pt x="494902" y="8931"/>
                    <a:pt x="496525" y="8119"/>
                    <a:pt x="498148" y="7307"/>
                  </a:cubicBezTo>
                  <a:cubicBezTo>
                    <a:pt x="490846" y="7307"/>
                    <a:pt x="328583" y="7307"/>
                    <a:pt x="362658" y="11366"/>
                  </a:cubicBezTo>
                  <a:cubicBezTo>
                    <a:pt x="364281" y="11366"/>
                    <a:pt x="364281" y="11366"/>
                    <a:pt x="362658" y="12990"/>
                  </a:cubicBezTo>
                  <a:cubicBezTo>
                    <a:pt x="361847" y="13802"/>
                    <a:pt x="362658" y="13802"/>
                    <a:pt x="364281" y="12990"/>
                  </a:cubicBezTo>
                  <a:cubicBezTo>
                    <a:pt x="371583" y="9743"/>
                    <a:pt x="374016" y="13802"/>
                    <a:pt x="371583" y="12178"/>
                  </a:cubicBezTo>
                  <a:cubicBezTo>
                    <a:pt x="369960" y="11366"/>
                    <a:pt x="369960" y="12990"/>
                    <a:pt x="371583" y="12990"/>
                  </a:cubicBezTo>
                  <a:cubicBezTo>
                    <a:pt x="375639" y="12990"/>
                    <a:pt x="351300" y="17050"/>
                    <a:pt x="347243" y="13802"/>
                  </a:cubicBezTo>
                  <a:cubicBezTo>
                    <a:pt x="346432" y="12990"/>
                    <a:pt x="345620" y="15426"/>
                    <a:pt x="337507" y="14614"/>
                  </a:cubicBezTo>
                  <a:cubicBezTo>
                    <a:pt x="331828" y="13802"/>
                    <a:pt x="361035" y="9743"/>
                    <a:pt x="344809" y="10554"/>
                  </a:cubicBezTo>
                  <a:cubicBezTo>
                    <a:pt x="268545" y="12990"/>
                    <a:pt x="349677" y="5683"/>
                    <a:pt x="376450" y="7307"/>
                  </a:cubicBezTo>
                  <a:cubicBezTo>
                    <a:pt x="393488" y="8931"/>
                    <a:pt x="627958" y="-1624"/>
                    <a:pt x="522487" y="1624"/>
                  </a:cubicBezTo>
                  <a:cubicBezTo>
                    <a:pt x="522487" y="1624"/>
                    <a:pt x="468940" y="2436"/>
                    <a:pt x="470563" y="0"/>
                  </a:cubicBezTo>
                  <a:cubicBezTo>
                    <a:pt x="470563" y="0"/>
                    <a:pt x="266112" y="6495"/>
                    <a:pt x="266112" y="5683"/>
                  </a:cubicBezTo>
                  <a:cubicBezTo>
                    <a:pt x="266923" y="4059"/>
                    <a:pt x="263677" y="3247"/>
                    <a:pt x="261244" y="4059"/>
                  </a:cubicBezTo>
                  <a:cubicBezTo>
                    <a:pt x="257998" y="4871"/>
                    <a:pt x="258810" y="5683"/>
                    <a:pt x="262055" y="5683"/>
                  </a:cubicBezTo>
                  <a:cubicBezTo>
                    <a:pt x="268545" y="5683"/>
                    <a:pt x="261244" y="7307"/>
                    <a:pt x="257998" y="5683"/>
                  </a:cubicBezTo>
                  <a:cubicBezTo>
                    <a:pt x="254753" y="4059"/>
                    <a:pt x="252319" y="5683"/>
                    <a:pt x="249885" y="4059"/>
                  </a:cubicBezTo>
                  <a:cubicBezTo>
                    <a:pt x="245829" y="2436"/>
                    <a:pt x="233659" y="6495"/>
                    <a:pt x="238527" y="6495"/>
                  </a:cubicBezTo>
                  <a:cubicBezTo>
                    <a:pt x="240961" y="6495"/>
                    <a:pt x="238527" y="8931"/>
                    <a:pt x="235281" y="6495"/>
                  </a:cubicBezTo>
                  <a:cubicBezTo>
                    <a:pt x="234470" y="5683"/>
                    <a:pt x="85999" y="12178"/>
                    <a:pt x="83566" y="12178"/>
                  </a:cubicBezTo>
                  <a:cubicBezTo>
                    <a:pt x="62471" y="11366"/>
                    <a:pt x="66528" y="8119"/>
                    <a:pt x="64905" y="11366"/>
                  </a:cubicBezTo>
                  <a:cubicBezTo>
                    <a:pt x="63283" y="14614"/>
                    <a:pt x="59226" y="11366"/>
                    <a:pt x="56792" y="12178"/>
                  </a:cubicBezTo>
                  <a:cubicBezTo>
                    <a:pt x="54358" y="12990"/>
                    <a:pt x="54358" y="12178"/>
                    <a:pt x="52735" y="12990"/>
                  </a:cubicBezTo>
                  <a:cubicBezTo>
                    <a:pt x="40566" y="24356"/>
                    <a:pt x="38132" y="21921"/>
                    <a:pt x="38943" y="25980"/>
                  </a:cubicBezTo>
                  <a:cubicBezTo>
                    <a:pt x="39755" y="27604"/>
                    <a:pt x="36509" y="33287"/>
                    <a:pt x="34887" y="34911"/>
                  </a:cubicBezTo>
                  <a:cubicBezTo>
                    <a:pt x="32453" y="36535"/>
                    <a:pt x="32453" y="40594"/>
                    <a:pt x="30830" y="41406"/>
                  </a:cubicBezTo>
                  <a:cubicBezTo>
                    <a:pt x="28396" y="43841"/>
                    <a:pt x="30019" y="50337"/>
                    <a:pt x="27585" y="49525"/>
                  </a:cubicBezTo>
                  <a:cubicBezTo>
                    <a:pt x="25151" y="49525"/>
                    <a:pt x="22717" y="60891"/>
                    <a:pt x="22717" y="61703"/>
                  </a:cubicBezTo>
                  <a:cubicBezTo>
                    <a:pt x="22717" y="64950"/>
                    <a:pt x="21094" y="63327"/>
                    <a:pt x="19472" y="69010"/>
                  </a:cubicBezTo>
                  <a:cubicBezTo>
                    <a:pt x="17849" y="74693"/>
                    <a:pt x="10547" y="82812"/>
                    <a:pt x="10547" y="89307"/>
                  </a:cubicBezTo>
                  <a:cubicBezTo>
                    <a:pt x="10547" y="93366"/>
                    <a:pt x="9736" y="94178"/>
                    <a:pt x="8925" y="91742"/>
                  </a:cubicBezTo>
                  <a:cubicBezTo>
                    <a:pt x="8113" y="90931"/>
                    <a:pt x="8113" y="90931"/>
                    <a:pt x="8925" y="91742"/>
                  </a:cubicBezTo>
                  <a:cubicBezTo>
                    <a:pt x="9736" y="94178"/>
                    <a:pt x="2434" y="105544"/>
                    <a:pt x="4057" y="109604"/>
                  </a:cubicBezTo>
                  <a:cubicBezTo>
                    <a:pt x="4868" y="112851"/>
                    <a:pt x="4057" y="112039"/>
                    <a:pt x="0" y="112039"/>
                  </a:cubicBezTo>
                  <a:cubicBezTo>
                    <a:pt x="3245" y="118535"/>
                    <a:pt x="3245" y="117723"/>
                    <a:pt x="4057" y="117723"/>
                  </a:cubicBezTo>
                  <a:cubicBezTo>
                    <a:pt x="4868" y="117723"/>
                    <a:pt x="6491" y="118535"/>
                    <a:pt x="4868" y="119346"/>
                  </a:cubicBezTo>
                  <a:cubicBezTo>
                    <a:pt x="2434" y="120158"/>
                    <a:pt x="811" y="119346"/>
                    <a:pt x="2434" y="120970"/>
                  </a:cubicBezTo>
                  <a:cubicBezTo>
                    <a:pt x="4057" y="122594"/>
                    <a:pt x="2434" y="122594"/>
                    <a:pt x="4057" y="123406"/>
                  </a:cubicBezTo>
                  <a:cubicBezTo>
                    <a:pt x="6491" y="125030"/>
                    <a:pt x="7302" y="128277"/>
                    <a:pt x="5679" y="127465"/>
                  </a:cubicBezTo>
                  <a:cubicBezTo>
                    <a:pt x="4868" y="126653"/>
                    <a:pt x="4057" y="129901"/>
                    <a:pt x="4868" y="131525"/>
                  </a:cubicBezTo>
                  <a:cubicBezTo>
                    <a:pt x="5679" y="133148"/>
                    <a:pt x="10547" y="136396"/>
                    <a:pt x="12170" y="136396"/>
                  </a:cubicBezTo>
                  <a:cubicBezTo>
                    <a:pt x="17849" y="137208"/>
                    <a:pt x="12981" y="138832"/>
                    <a:pt x="34887" y="149386"/>
                  </a:cubicBezTo>
                  <a:cubicBezTo>
                    <a:pt x="43000" y="167247"/>
                    <a:pt x="53547" y="168059"/>
                    <a:pt x="55170" y="175366"/>
                  </a:cubicBezTo>
                  <a:cubicBezTo>
                    <a:pt x="56792" y="184297"/>
                    <a:pt x="62471" y="192416"/>
                    <a:pt x="68151" y="195663"/>
                  </a:cubicBezTo>
                  <a:cubicBezTo>
                    <a:pt x="72207" y="198099"/>
                    <a:pt x="71396" y="204594"/>
                    <a:pt x="77886" y="207841"/>
                  </a:cubicBezTo>
                  <a:cubicBezTo>
                    <a:pt x="79509" y="208653"/>
                    <a:pt x="80320" y="209465"/>
                    <a:pt x="80320" y="209465"/>
                  </a:cubicBezTo>
                  <a:cubicBezTo>
                    <a:pt x="80320" y="210277"/>
                    <a:pt x="81943" y="210277"/>
                    <a:pt x="86811" y="211901"/>
                  </a:cubicBezTo>
                  <a:cubicBezTo>
                    <a:pt x="91679" y="213524"/>
                    <a:pt x="90056" y="214336"/>
                    <a:pt x="93301" y="215148"/>
                  </a:cubicBezTo>
                  <a:cubicBezTo>
                    <a:pt x="93301" y="215148"/>
                    <a:pt x="125754" y="219208"/>
                    <a:pt x="133056" y="216772"/>
                  </a:cubicBezTo>
                  <a:cubicBezTo>
                    <a:pt x="135490" y="215960"/>
                    <a:pt x="134678" y="218396"/>
                    <a:pt x="133056" y="219208"/>
                  </a:cubicBezTo>
                  <a:cubicBezTo>
                    <a:pt x="133056" y="219208"/>
                    <a:pt x="477054" y="200535"/>
                    <a:pt x="464884" y="209465"/>
                  </a:cubicBezTo>
                  <a:cubicBezTo>
                    <a:pt x="464072" y="210277"/>
                    <a:pt x="455959" y="209465"/>
                    <a:pt x="455148" y="211089"/>
                  </a:cubicBezTo>
                  <a:cubicBezTo>
                    <a:pt x="455148" y="211901"/>
                    <a:pt x="453525" y="211901"/>
                    <a:pt x="452714" y="210277"/>
                  </a:cubicBezTo>
                  <a:cubicBezTo>
                    <a:pt x="452714" y="209465"/>
                    <a:pt x="451903" y="209465"/>
                    <a:pt x="450280" y="210277"/>
                  </a:cubicBezTo>
                  <a:cubicBezTo>
                    <a:pt x="447846" y="211901"/>
                    <a:pt x="447846" y="209465"/>
                    <a:pt x="446223" y="210277"/>
                  </a:cubicBezTo>
                  <a:cubicBezTo>
                    <a:pt x="442978" y="211901"/>
                    <a:pt x="437299" y="210277"/>
                    <a:pt x="437299" y="210277"/>
                  </a:cubicBezTo>
                  <a:cubicBezTo>
                    <a:pt x="437299" y="211089"/>
                    <a:pt x="434865" y="211089"/>
                    <a:pt x="433243" y="210277"/>
                  </a:cubicBezTo>
                  <a:cubicBezTo>
                    <a:pt x="432431" y="210277"/>
                    <a:pt x="431620" y="211089"/>
                    <a:pt x="430808" y="213524"/>
                  </a:cubicBezTo>
                  <a:cubicBezTo>
                    <a:pt x="430808" y="213524"/>
                    <a:pt x="515997" y="211901"/>
                    <a:pt x="516808" y="212713"/>
                  </a:cubicBezTo>
                  <a:cubicBezTo>
                    <a:pt x="517619" y="213524"/>
                    <a:pt x="520864" y="212713"/>
                    <a:pt x="520864" y="211901"/>
                  </a:cubicBezTo>
                  <a:cubicBezTo>
                    <a:pt x="520864" y="211089"/>
                    <a:pt x="521676" y="211089"/>
                    <a:pt x="521676" y="211901"/>
                  </a:cubicBezTo>
                  <a:cubicBezTo>
                    <a:pt x="522487" y="212713"/>
                    <a:pt x="527355" y="213524"/>
                    <a:pt x="528166" y="212713"/>
                  </a:cubicBezTo>
                  <a:cubicBezTo>
                    <a:pt x="528166" y="212713"/>
                    <a:pt x="528978" y="212713"/>
                    <a:pt x="528978" y="212713"/>
                  </a:cubicBezTo>
                  <a:cubicBezTo>
                    <a:pt x="530600" y="213524"/>
                    <a:pt x="540336" y="211901"/>
                    <a:pt x="539525" y="212713"/>
                  </a:cubicBezTo>
                  <a:cubicBezTo>
                    <a:pt x="538714" y="214336"/>
                    <a:pt x="547638" y="212713"/>
                    <a:pt x="548449" y="213524"/>
                  </a:cubicBezTo>
                  <a:cubicBezTo>
                    <a:pt x="549261" y="214336"/>
                    <a:pt x="551694" y="211901"/>
                    <a:pt x="551694" y="213524"/>
                  </a:cubicBezTo>
                  <a:cubicBezTo>
                    <a:pt x="552506" y="215148"/>
                    <a:pt x="556562" y="212713"/>
                    <a:pt x="558185" y="215148"/>
                  </a:cubicBezTo>
                  <a:cubicBezTo>
                    <a:pt x="560619" y="217584"/>
                    <a:pt x="542770" y="217584"/>
                    <a:pt x="548449" y="219208"/>
                  </a:cubicBezTo>
                  <a:cubicBezTo>
                    <a:pt x="552506" y="220020"/>
                    <a:pt x="607675" y="220020"/>
                    <a:pt x="608486" y="221643"/>
                  </a:cubicBezTo>
                  <a:cubicBezTo>
                    <a:pt x="609298" y="223267"/>
                    <a:pt x="598751" y="223267"/>
                    <a:pt x="597939" y="224079"/>
                  </a:cubicBezTo>
                  <a:cubicBezTo>
                    <a:pt x="597128" y="225703"/>
                    <a:pt x="608486" y="223267"/>
                    <a:pt x="609298" y="223267"/>
                  </a:cubicBezTo>
                  <a:cubicBezTo>
                    <a:pt x="609298" y="223267"/>
                    <a:pt x="609298" y="224079"/>
                    <a:pt x="608486" y="224079"/>
                  </a:cubicBezTo>
                  <a:cubicBezTo>
                    <a:pt x="603619" y="224891"/>
                    <a:pt x="640939" y="225703"/>
                    <a:pt x="641750" y="224891"/>
                  </a:cubicBezTo>
                  <a:cubicBezTo>
                    <a:pt x="642562" y="224079"/>
                    <a:pt x="641750" y="224079"/>
                    <a:pt x="639317" y="224079"/>
                  </a:cubicBezTo>
                  <a:cubicBezTo>
                    <a:pt x="631203" y="224079"/>
                    <a:pt x="632826" y="221643"/>
                    <a:pt x="633637" y="222455"/>
                  </a:cubicBezTo>
                  <a:cubicBezTo>
                    <a:pt x="634449" y="223267"/>
                    <a:pt x="654732" y="222455"/>
                    <a:pt x="653920" y="224891"/>
                  </a:cubicBezTo>
                  <a:cubicBezTo>
                    <a:pt x="653109" y="226515"/>
                    <a:pt x="647430" y="225703"/>
                    <a:pt x="646618" y="225703"/>
                  </a:cubicBezTo>
                  <a:cubicBezTo>
                    <a:pt x="645807" y="224079"/>
                    <a:pt x="634449" y="226515"/>
                    <a:pt x="649864" y="227326"/>
                  </a:cubicBezTo>
                  <a:cubicBezTo>
                    <a:pt x="649864" y="227326"/>
                    <a:pt x="702599" y="229762"/>
                    <a:pt x="703410" y="228950"/>
                  </a:cubicBezTo>
                  <a:cubicBezTo>
                    <a:pt x="705844" y="227326"/>
                    <a:pt x="705033" y="230574"/>
                    <a:pt x="708278" y="229762"/>
                  </a:cubicBezTo>
                  <a:cubicBezTo>
                    <a:pt x="709901" y="229762"/>
                    <a:pt x="709901" y="229762"/>
                    <a:pt x="709090" y="228950"/>
                  </a:cubicBezTo>
                  <a:cubicBezTo>
                    <a:pt x="702599" y="225703"/>
                    <a:pt x="726939" y="227326"/>
                    <a:pt x="719637" y="228138"/>
                  </a:cubicBezTo>
                  <a:cubicBezTo>
                    <a:pt x="717203" y="228138"/>
                    <a:pt x="717203" y="228950"/>
                    <a:pt x="718825" y="229762"/>
                  </a:cubicBezTo>
                  <a:cubicBezTo>
                    <a:pt x="720448" y="229762"/>
                    <a:pt x="720448" y="228138"/>
                    <a:pt x="721259" y="229762"/>
                  </a:cubicBezTo>
                  <a:cubicBezTo>
                    <a:pt x="722882" y="232198"/>
                    <a:pt x="715580" y="229762"/>
                    <a:pt x="714769" y="229762"/>
                  </a:cubicBezTo>
                  <a:cubicBezTo>
                    <a:pt x="713957" y="230574"/>
                    <a:pt x="713957" y="228138"/>
                    <a:pt x="709090" y="232198"/>
                  </a:cubicBezTo>
                  <a:cubicBezTo>
                    <a:pt x="718014" y="229762"/>
                    <a:pt x="724505" y="235445"/>
                    <a:pt x="729373" y="233010"/>
                  </a:cubicBezTo>
                  <a:cubicBezTo>
                    <a:pt x="733429" y="231386"/>
                    <a:pt x="754523" y="235445"/>
                    <a:pt x="756957" y="234633"/>
                  </a:cubicBezTo>
                  <a:cubicBezTo>
                    <a:pt x="757769" y="234633"/>
                    <a:pt x="758580" y="232198"/>
                    <a:pt x="758580" y="233010"/>
                  </a:cubicBezTo>
                  <a:cubicBezTo>
                    <a:pt x="758580" y="233010"/>
                    <a:pt x="759391" y="233010"/>
                    <a:pt x="759391" y="233010"/>
                  </a:cubicBezTo>
                  <a:cubicBezTo>
                    <a:pt x="760203" y="232198"/>
                    <a:pt x="760203" y="232198"/>
                    <a:pt x="761014" y="233821"/>
                  </a:cubicBezTo>
                  <a:cubicBezTo>
                    <a:pt x="761825" y="235445"/>
                    <a:pt x="761825" y="235445"/>
                    <a:pt x="762636" y="233821"/>
                  </a:cubicBezTo>
                  <a:cubicBezTo>
                    <a:pt x="762636" y="233010"/>
                    <a:pt x="763448" y="233010"/>
                    <a:pt x="763448" y="233821"/>
                  </a:cubicBezTo>
                  <a:cubicBezTo>
                    <a:pt x="763448" y="235445"/>
                    <a:pt x="765070" y="233821"/>
                    <a:pt x="767504" y="234633"/>
                  </a:cubicBezTo>
                  <a:cubicBezTo>
                    <a:pt x="769127" y="235445"/>
                    <a:pt x="768316" y="233821"/>
                    <a:pt x="770750" y="234633"/>
                  </a:cubicBezTo>
                  <a:cubicBezTo>
                    <a:pt x="777240" y="237069"/>
                    <a:pt x="780485" y="233821"/>
                    <a:pt x="781297" y="235445"/>
                  </a:cubicBezTo>
                  <a:cubicBezTo>
                    <a:pt x="782108" y="236257"/>
                    <a:pt x="791844" y="234633"/>
                    <a:pt x="792655" y="236257"/>
                  </a:cubicBezTo>
                  <a:cubicBezTo>
                    <a:pt x="792655" y="237069"/>
                    <a:pt x="790221" y="237069"/>
                    <a:pt x="791032" y="237069"/>
                  </a:cubicBezTo>
                  <a:cubicBezTo>
                    <a:pt x="794278" y="238693"/>
                    <a:pt x="795089" y="235445"/>
                    <a:pt x="804825" y="237069"/>
                  </a:cubicBezTo>
                  <a:cubicBezTo>
                    <a:pt x="807259" y="237881"/>
                    <a:pt x="807259" y="236257"/>
                    <a:pt x="808070" y="236257"/>
                  </a:cubicBezTo>
                  <a:cubicBezTo>
                    <a:pt x="808070" y="236257"/>
                    <a:pt x="808070" y="237069"/>
                    <a:pt x="808070" y="237069"/>
                  </a:cubicBezTo>
                  <a:cubicBezTo>
                    <a:pt x="806448" y="237881"/>
                    <a:pt x="811315" y="237069"/>
                    <a:pt x="815372" y="241940"/>
                  </a:cubicBezTo>
                  <a:cubicBezTo>
                    <a:pt x="811315" y="241129"/>
                    <a:pt x="804825" y="241129"/>
                    <a:pt x="804825" y="241129"/>
                  </a:cubicBezTo>
                  <a:cubicBezTo>
                    <a:pt x="804013" y="242752"/>
                    <a:pt x="814561" y="244376"/>
                    <a:pt x="816995" y="245188"/>
                  </a:cubicBezTo>
                  <a:cubicBezTo>
                    <a:pt x="818617" y="246000"/>
                    <a:pt x="818617" y="245188"/>
                    <a:pt x="816183" y="241940"/>
                  </a:cubicBezTo>
                  <a:cubicBezTo>
                    <a:pt x="813749" y="238693"/>
                    <a:pt x="813749" y="237881"/>
                    <a:pt x="816183" y="239505"/>
                  </a:cubicBezTo>
                  <a:cubicBezTo>
                    <a:pt x="817806" y="241129"/>
                    <a:pt x="817806" y="241129"/>
                    <a:pt x="815372" y="236257"/>
                  </a:cubicBezTo>
                  <a:cubicBezTo>
                    <a:pt x="821051" y="237069"/>
                    <a:pt x="835655" y="238693"/>
                    <a:pt x="837277" y="239505"/>
                  </a:cubicBezTo>
                  <a:cubicBezTo>
                    <a:pt x="838900" y="240317"/>
                    <a:pt x="842145" y="239505"/>
                    <a:pt x="839711" y="237881"/>
                  </a:cubicBezTo>
                  <a:cubicBezTo>
                    <a:pt x="837277" y="235445"/>
                    <a:pt x="836466" y="231386"/>
                    <a:pt x="838900" y="232198"/>
                  </a:cubicBezTo>
                  <a:cubicBezTo>
                    <a:pt x="839711" y="232198"/>
                    <a:pt x="845391" y="233010"/>
                    <a:pt x="847824" y="233010"/>
                  </a:cubicBezTo>
                  <a:cubicBezTo>
                    <a:pt x="851070" y="233010"/>
                    <a:pt x="845391" y="230574"/>
                    <a:pt x="841334" y="231386"/>
                  </a:cubicBezTo>
                  <a:cubicBezTo>
                    <a:pt x="840523" y="231386"/>
                    <a:pt x="839711" y="231386"/>
                    <a:pt x="839711" y="231386"/>
                  </a:cubicBezTo>
                  <a:cubicBezTo>
                    <a:pt x="839711" y="231386"/>
                    <a:pt x="839711" y="230574"/>
                    <a:pt x="838900" y="230574"/>
                  </a:cubicBezTo>
                  <a:cubicBezTo>
                    <a:pt x="836466" y="230574"/>
                    <a:pt x="840523" y="227326"/>
                    <a:pt x="839711" y="226515"/>
                  </a:cubicBezTo>
                  <a:cubicBezTo>
                    <a:pt x="838900" y="225703"/>
                    <a:pt x="839711" y="223267"/>
                    <a:pt x="840523" y="223267"/>
                  </a:cubicBezTo>
                  <a:cubicBezTo>
                    <a:pt x="841334" y="224079"/>
                    <a:pt x="843768" y="221643"/>
                    <a:pt x="841334" y="221643"/>
                  </a:cubicBezTo>
                  <a:cubicBezTo>
                    <a:pt x="839711" y="221643"/>
                    <a:pt x="837277" y="220020"/>
                    <a:pt x="838089" y="219208"/>
                  </a:cubicBezTo>
                  <a:cubicBezTo>
                    <a:pt x="838900" y="219208"/>
                    <a:pt x="846202" y="220832"/>
                    <a:pt x="847824" y="220832"/>
                  </a:cubicBezTo>
                  <a:cubicBezTo>
                    <a:pt x="849447" y="220832"/>
                    <a:pt x="849447" y="220020"/>
                    <a:pt x="848636" y="220020"/>
                  </a:cubicBezTo>
                  <a:cubicBezTo>
                    <a:pt x="847824" y="220020"/>
                    <a:pt x="847824" y="219208"/>
                    <a:pt x="847824" y="218396"/>
                  </a:cubicBezTo>
                  <a:cubicBezTo>
                    <a:pt x="849447" y="214336"/>
                    <a:pt x="836466" y="218396"/>
                    <a:pt x="836466" y="217584"/>
                  </a:cubicBezTo>
                  <a:cubicBezTo>
                    <a:pt x="836466" y="216772"/>
                    <a:pt x="838089" y="215960"/>
                    <a:pt x="836466" y="215960"/>
                  </a:cubicBezTo>
                  <a:cubicBezTo>
                    <a:pt x="829164" y="214336"/>
                    <a:pt x="851881" y="215148"/>
                    <a:pt x="859183" y="218396"/>
                  </a:cubicBezTo>
                  <a:cubicBezTo>
                    <a:pt x="862428" y="220020"/>
                    <a:pt x="862428" y="219208"/>
                    <a:pt x="861617" y="215960"/>
                  </a:cubicBezTo>
                  <a:cubicBezTo>
                    <a:pt x="859994" y="211901"/>
                    <a:pt x="861617" y="213524"/>
                    <a:pt x="861617" y="210277"/>
                  </a:cubicBezTo>
                  <a:cubicBezTo>
                    <a:pt x="861617" y="207029"/>
                    <a:pt x="863240" y="209465"/>
                    <a:pt x="862428" y="209465"/>
                  </a:cubicBezTo>
                  <a:cubicBezTo>
                    <a:pt x="861617" y="210277"/>
                    <a:pt x="863240" y="211089"/>
                    <a:pt x="863240" y="209465"/>
                  </a:cubicBezTo>
                  <a:cubicBezTo>
                    <a:pt x="864051" y="207841"/>
                    <a:pt x="865673" y="209465"/>
                    <a:pt x="872164" y="207029"/>
                  </a:cubicBezTo>
                  <a:cubicBezTo>
                    <a:pt x="874598" y="206218"/>
                    <a:pt x="877843" y="208653"/>
                    <a:pt x="877843" y="207841"/>
                  </a:cubicBezTo>
                  <a:cubicBezTo>
                    <a:pt x="877843" y="207029"/>
                    <a:pt x="880277" y="208653"/>
                    <a:pt x="879466" y="207029"/>
                  </a:cubicBezTo>
                  <a:cubicBezTo>
                    <a:pt x="878655" y="205406"/>
                    <a:pt x="872975" y="207029"/>
                    <a:pt x="874598" y="204594"/>
                  </a:cubicBezTo>
                  <a:cubicBezTo>
                    <a:pt x="875409" y="203782"/>
                    <a:pt x="876220" y="204594"/>
                    <a:pt x="878655" y="204594"/>
                  </a:cubicBezTo>
                  <a:cubicBezTo>
                    <a:pt x="880277" y="204594"/>
                    <a:pt x="879466" y="201346"/>
                    <a:pt x="877032" y="201346"/>
                  </a:cubicBezTo>
                  <a:cubicBezTo>
                    <a:pt x="872975" y="201346"/>
                    <a:pt x="877032" y="199723"/>
                    <a:pt x="879466" y="200535"/>
                  </a:cubicBezTo>
                  <a:cubicBezTo>
                    <a:pt x="881088" y="201346"/>
                    <a:pt x="882711" y="198911"/>
                    <a:pt x="881900" y="197287"/>
                  </a:cubicBezTo>
                  <a:cubicBezTo>
                    <a:pt x="881088" y="196475"/>
                    <a:pt x="881088" y="194851"/>
                    <a:pt x="881900" y="194851"/>
                  </a:cubicBezTo>
                  <a:cubicBezTo>
                    <a:pt x="882711" y="194039"/>
                    <a:pt x="873787" y="193227"/>
                    <a:pt x="881900" y="192416"/>
                  </a:cubicBezTo>
                  <a:cubicBezTo>
                    <a:pt x="884334" y="192416"/>
                    <a:pt x="885145" y="191604"/>
                    <a:pt x="885145" y="190792"/>
                  </a:cubicBezTo>
                  <a:cubicBezTo>
                    <a:pt x="891636" y="189980"/>
                    <a:pt x="890824" y="189168"/>
                    <a:pt x="889202" y="18998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3" name="Freeform 142">
              <a:extLst>
                <a:ext uri="{FF2B5EF4-FFF2-40B4-BE49-F238E27FC236}">
                  <a16:creationId xmlns:a16="http://schemas.microsoft.com/office/drawing/2014/main" id="{D16A071C-DD1C-A5C9-9F63-63C6FAEEF1B4}"/>
                </a:ext>
              </a:extLst>
            </p:cNvPr>
            <p:cNvSpPr/>
            <p:nvPr/>
          </p:nvSpPr>
          <p:spPr>
            <a:xfrm>
              <a:off x="4272930" y="3227712"/>
              <a:ext cx="3825" cy="1039"/>
            </a:xfrm>
            <a:custGeom>
              <a:avLst/>
              <a:gdLst>
                <a:gd name="connsiteX0" fmla="*/ 1147 w 3825"/>
                <a:gd name="connsiteY0" fmla="*/ 227 h 1039"/>
                <a:gd name="connsiteX1" fmla="*/ 336 w 3825"/>
                <a:gd name="connsiteY1" fmla="*/ 1039 h 1039"/>
                <a:gd name="connsiteX2" fmla="*/ 1147 w 3825"/>
                <a:gd name="connsiteY2" fmla="*/ 227 h 1039"/>
              </a:gdLst>
              <a:ahLst/>
              <a:cxnLst>
                <a:cxn ang="0">
                  <a:pos x="connsiteX0" y="connsiteY0"/>
                </a:cxn>
                <a:cxn ang="0">
                  <a:pos x="connsiteX1" y="connsiteY1"/>
                </a:cxn>
                <a:cxn ang="0">
                  <a:pos x="connsiteX2" y="connsiteY2"/>
                </a:cxn>
              </a:cxnLst>
              <a:rect l="l" t="t" r="r" b="b"/>
              <a:pathLst>
                <a:path w="3825" h="1039">
                  <a:moveTo>
                    <a:pt x="1147" y="227"/>
                  </a:moveTo>
                  <a:cubicBezTo>
                    <a:pt x="336" y="227"/>
                    <a:pt x="-475" y="227"/>
                    <a:pt x="336" y="1039"/>
                  </a:cubicBezTo>
                  <a:cubicBezTo>
                    <a:pt x="1959" y="1039"/>
                    <a:pt x="6827" y="-585"/>
                    <a:pt x="1147"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4" name="Freeform 143">
              <a:extLst>
                <a:ext uri="{FF2B5EF4-FFF2-40B4-BE49-F238E27FC236}">
                  <a16:creationId xmlns:a16="http://schemas.microsoft.com/office/drawing/2014/main" id="{8879AE73-1CAD-4114-EE73-3D6BB4A20102}"/>
                </a:ext>
              </a:extLst>
            </p:cNvPr>
            <p:cNvSpPr/>
            <p:nvPr/>
          </p:nvSpPr>
          <p:spPr>
            <a:xfrm>
              <a:off x="4271766" y="3222131"/>
              <a:ext cx="2403" cy="1298"/>
            </a:xfrm>
            <a:custGeom>
              <a:avLst/>
              <a:gdLst>
                <a:gd name="connsiteX0" fmla="*/ 688 w 2403"/>
                <a:gd name="connsiteY0" fmla="*/ 937 h 1298"/>
                <a:gd name="connsiteX1" fmla="*/ 2311 w 2403"/>
                <a:gd name="connsiteY1" fmla="*/ 937 h 1298"/>
                <a:gd name="connsiteX2" fmla="*/ 688 w 2403"/>
                <a:gd name="connsiteY2" fmla="*/ 937 h 1298"/>
              </a:gdLst>
              <a:ahLst/>
              <a:cxnLst>
                <a:cxn ang="0">
                  <a:pos x="connsiteX0" y="connsiteY0"/>
                </a:cxn>
                <a:cxn ang="0">
                  <a:pos x="connsiteX1" y="connsiteY1"/>
                </a:cxn>
                <a:cxn ang="0">
                  <a:pos x="connsiteX2" y="connsiteY2"/>
                </a:cxn>
              </a:cxnLst>
              <a:rect l="l" t="t" r="r" b="b"/>
              <a:pathLst>
                <a:path w="2403" h="1298">
                  <a:moveTo>
                    <a:pt x="688" y="937"/>
                  </a:moveTo>
                  <a:cubicBezTo>
                    <a:pt x="1499" y="1749"/>
                    <a:pt x="2311" y="937"/>
                    <a:pt x="2311" y="937"/>
                  </a:cubicBezTo>
                  <a:cubicBezTo>
                    <a:pt x="3122" y="-686"/>
                    <a:pt x="-1746" y="126"/>
                    <a:pt x="688"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5" name="Freeform 144">
              <a:extLst>
                <a:ext uri="{FF2B5EF4-FFF2-40B4-BE49-F238E27FC236}">
                  <a16:creationId xmlns:a16="http://schemas.microsoft.com/office/drawing/2014/main" id="{7AA8C642-663C-2966-EB5E-E4A7BF26A54C}"/>
                </a:ext>
              </a:extLst>
            </p:cNvPr>
            <p:cNvSpPr/>
            <p:nvPr/>
          </p:nvSpPr>
          <p:spPr>
            <a:xfrm>
              <a:off x="4279420" y="3220886"/>
              <a:ext cx="2388" cy="1572"/>
            </a:xfrm>
            <a:custGeom>
              <a:avLst/>
              <a:gdLst>
                <a:gd name="connsiteX0" fmla="*/ 1147 w 2388"/>
                <a:gd name="connsiteY0" fmla="*/ 1370 h 1572"/>
                <a:gd name="connsiteX1" fmla="*/ 336 w 2388"/>
                <a:gd name="connsiteY1" fmla="*/ 558 h 1572"/>
                <a:gd name="connsiteX2" fmla="*/ 1147 w 2388"/>
                <a:gd name="connsiteY2" fmla="*/ 1370 h 1572"/>
              </a:gdLst>
              <a:ahLst/>
              <a:cxnLst>
                <a:cxn ang="0">
                  <a:pos x="connsiteX0" y="connsiteY0"/>
                </a:cxn>
                <a:cxn ang="0">
                  <a:pos x="connsiteX1" y="connsiteY1"/>
                </a:cxn>
                <a:cxn ang="0">
                  <a:pos x="connsiteX2" y="connsiteY2"/>
                </a:cxn>
              </a:cxnLst>
              <a:rect l="l" t="t" r="r" b="b"/>
              <a:pathLst>
                <a:path w="2388" h="1572">
                  <a:moveTo>
                    <a:pt x="1147" y="1370"/>
                  </a:moveTo>
                  <a:cubicBezTo>
                    <a:pt x="3581" y="1370"/>
                    <a:pt x="1959" y="-1066"/>
                    <a:pt x="336" y="558"/>
                  </a:cubicBezTo>
                  <a:cubicBezTo>
                    <a:pt x="-475" y="2182"/>
                    <a:pt x="336" y="1370"/>
                    <a:pt x="1147" y="137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6" name="Freeform 145">
              <a:extLst>
                <a:ext uri="{FF2B5EF4-FFF2-40B4-BE49-F238E27FC236}">
                  <a16:creationId xmlns:a16="http://schemas.microsoft.com/office/drawing/2014/main" id="{6E4FCB49-6D5A-4133-E98E-BC87849B31A9}"/>
                </a:ext>
              </a:extLst>
            </p:cNvPr>
            <p:cNvSpPr/>
            <p:nvPr/>
          </p:nvSpPr>
          <p:spPr>
            <a:xfrm>
              <a:off x="4282995" y="3213007"/>
              <a:ext cx="88328" cy="7842"/>
            </a:xfrm>
            <a:custGeom>
              <a:avLst/>
              <a:gdLst>
                <a:gd name="connsiteX0" fmla="*/ 81949 w 88328"/>
                <a:gd name="connsiteY0" fmla="*/ 319 h 7842"/>
                <a:gd name="connsiteX1" fmla="*/ 45440 w 88328"/>
                <a:gd name="connsiteY1" fmla="*/ 3566 h 7842"/>
                <a:gd name="connsiteX2" fmla="*/ 35704 w 88328"/>
                <a:gd name="connsiteY2" fmla="*/ 3566 h 7842"/>
                <a:gd name="connsiteX3" fmla="*/ 6 w 88328"/>
                <a:gd name="connsiteY3" fmla="*/ 7625 h 7842"/>
                <a:gd name="connsiteX4" fmla="*/ 75459 w 88328"/>
                <a:gd name="connsiteY4" fmla="*/ 4378 h 7842"/>
                <a:gd name="connsiteX5" fmla="*/ 80326 w 88328"/>
                <a:gd name="connsiteY5" fmla="*/ 3566 h 7842"/>
                <a:gd name="connsiteX6" fmla="*/ 81949 w 88328"/>
                <a:gd name="connsiteY6" fmla="*/ 3566 h 7842"/>
                <a:gd name="connsiteX7" fmla="*/ 87628 w 88328"/>
                <a:gd name="connsiteY7" fmla="*/ 1942 h 7842"/>
                <a:gd name="connsiteX8" fmla="*/ 81949 w 88328"/>
                <a:gd name="connsiteY8" fmla="*/ 319 h 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328" h="7842">
                  <a:moveTo>
                    <a:pt x="81949" y="319"/>
                  </a:moveTo>
                  <a:cubicBezTo>
                    <a:pt x="73025" y="1130"/>
                    <a:pt x="51119" y="1942"/>
                    <a:pt x="45440" y="3566"/>
                  </a:cubicBezTo>
                  <a:cubicBezTo>
                    <a:pt x="42195" y="4378"/>
                    <a:pt x="41383" y="2754"/>
                    <a:pt x="35704" y="3566"/>
                  </a:cubicBezTo>
                  <a:cubicBezTo>
                    <a:pt x="35704" y="3566"/>
                    <a:pt x="818" y="6813"/>
                    <a:pt x="6" y="7625"/>
                  </a:cubicBezTo>
                  <a:cubicBezTo>
                    <a:pt x="-805" y="9249"/>
                    <a:pt x="77081" y="1130"/>
                    <a:pt x="75459" y="4378"/>
                  </a:cubicBezTo>
                  <a:cubicBezTo>
                    <a:pt x="74647" y="6002"/>
                    <a:pt x="79515" y="1942"/>
                    <a:pt x="80326" y="3566"/>
                  </a:cubicBezTo>
                  <a:cubicBezTo>
                    <a:pt x="80326" y="4378"/>
                    <a:pt x="81138" y="4378"/>
                    <a:pt x="81949" y="3566"/>
                  </a:cubicBezTo>
                  <a:cubicBezTo>
                    <a:pt x="83572" y="1130"/>
                    <a:pt x="83572" y="5190"/>
                    <a:pt x="87628" y="1942"/>
                  </a:cubicBezTo>
                  <a:cubicBezTo>
                    <a:pt x="88440" y="319"/>
                    <a:pt x="90062" y="-493"/>
                    <a:pt x="81949" y="31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7" name="Freeform 146">
              <a:extLst>
                <a:ext uri="{FF2B5EF4-FFF2-40B4-BE49-F238E27FC236}">
                  <a16:creationId xmlns:a16="http://schemas.microsoft.com/office/drawing/2014/main" id="{1FF9E8D7-B060-6CA3-F29D-3EBDAEFDD137}"/>
                </a:ext>
              </a:extLst>
            </p:cNvPr>
            <p:cNvSpPr/>
            <p:nvPr/>
          </p:nvSpPr>
          <p:spPr>
            <a:xfrm>
              <a:off x="4298645" y="3227002"/>
              <a:ext cx="8696" cy="1298"/>
            </a:xfrm>
            <a:custGeom>
              <a:avLst/>
              <a:gdLst>
                <a:gd name="connsiteX0" fmla="*/ 583 w 8696"/>
                <a:gd name="connsiteY0" fmla="*/ 938 h 1298"/>
                <a:gd name="connsiteX1" fmla="*/ 3017 w 8696"/>
                <a:gd name="connsiteY1" fmla="*/ 938 h 1298"/>
                <a:gd name="connsiteX2" fmla="*/ 7074 w 8696"/>
                <a:gd name="connsiteY2" fmla="*/ 938 h 1298"/>
                <a:gd name="connsiteX3" fmla="*/ 8696 w 8696"/>
                <a:gd name="connsiteY3" fmla="*/ 938 h 1298"/>
                <a:gd name="connsiteX4" fmla="*/ 583 w 8696"/>
                <a:gd name="connsiteY4" fmla="*/ 938 h 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6" h="1298">
                  <a:moveTo>
                    <a:pt x="583" y="938"/>
                  </a:moveTo>
                  <a:cubicBezTo>
                    <a:pt x="1394" y="1749"/>
                    <a:pt x="3017" y="938"/>
                    <a:pt x="3017" y="938"/>
                  </a:cubicBezTo>
                  <a:cubicBezTo>
                    <a:pt x="4640" y="126"/>
                    <a:pt x="6262" y="1749"/>
                    <a:pt x="7074" y="938"/>
                  </a:cubicBezTo>
                  <a:cubicBezTo>
                    <a:pt x="7885" y="126"/>
                    <a:pt x="8696" y="1749"/>
                    <a:pt x="8696" y="938"/>
                  </a:cubicBezTo>
                  <a:cubicBezTo>
                    <a:pt x="8696" y="-686"/>
                    <a:pt x="-2662" y="126"/>
                    <a:pt x="583"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8" name="Freeform 147">
              <a:extLst>
                <a:ext uri="{FF2B5EF4-FFF2-40B4-BE49-F238E27FC236}">
                  <a16:creationId xmlns:a16="http://schemas.microsoft.com/office/drawing/2014/main" id="{3D5EAA5C-DB2D-B388-CDCF-84F1173B6AB3}"/>
                </a:ext>
              </a:extLst>
            </p:cNvPr>
            <p:cNvSpPr/>
            <p:nvPr/>
          </p:nvSpPr>
          <p:spPr>
            <a:xfrm>
              <a:off x="4307989" y="3225980"/>
              <a:ext cx="11601" cy="1869"/>
            </a:xfrm>
            <a:custGeom>
              <a:avLst/>
              <a:gdLst>
                <a:gd name="connsiteX0" fmla="*/ 163 w 11601"/>
                <a:gd name="connsiteY0" fmla="*/ 1148 h 1869"/>
                <a:gd name="connsiteX1" fmla="*/ 2597 w 11601"/>
                <a:gd name="connsiteY1" fmla="*/ 1148 h 1869"/>
                <a:gd name="connsiteX2" fmla="*/ 6654 w 11601"/>
                <a:gd name="connsiteY2" fmla="*/ 1148 h 1869"/>
                <a:gd name="connsiteX3" fmla="*/ 11522 w 11601"/>
                <a:gd name="connsiteY3" fmla="*/ 336 h 1869"/>
                <a:gd name="connsiteX4" fmla="*/ 163 w 11601"/>
                <a:gd name="connsiteY4" fmla="*/ 1148 h 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1" h="1869">
                  <a:moveTo>
                    <a:pt x="163" y="1148"/>
                  </a:moveTo>
                  <a:cubicBezTo>
                    <a:pt x="-648" y="2772"/>
                    <a:pt x="1786" y="1148"/>
                    <a:pt x="2597" y="1148"/>
                  </a:cubicBezTo>
                  <a:cubicBezTo>
                    <a:pt x="4220" y="336"/>
                    <a:pt x="5842" y="1960"/>
                    <a:pt x="6654" y="1148"/>
                  </a:cubicBezTo>
                  <a:cubicBezTo>
                    <a:pt x="6654" y="336"/>
                    <a:pt x="12333" y="336"/>
                    <a:pt x="11522" y="336"/>
                  </a:cubicBezTo>
                  <a:cubicBezTo>
                    <a:pt x="10710" y="-475"/>
                    <a:pt x="163" y="336"/>
                    <a:pt x="163"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49" name="Freeform 148">
              <a:extLst>
                <a:ext uri="{FF2B5EF4-FFF2-40B4-BE49-F238E27FC236}">
                  <a16:creationId xmlns:a16="http://schemas.microsoft.com/office/drawing/2014/main" id="{7C14F46E-BF0C-9A22-9EDE-268D7A92CDB0}"/>
                </a:ext>
              </a:extLst>
            </p:cNvPr>
            <p:cNvSpPr/>
            <p:nvPr/>
          </p:nvSpPr>
          <p:spPr>
            <a:xfrm>
              <a:off x="4322756" y="3228626"/>
              <a:ext cx="1285" cy="1874"/>
            </a:xfrm>
            <a:custGeom>
              <a:avLst/>
              <a:gdLst>
                <a:gd name="connsiteX0" fmla="*/ 0 w 1285"/>
                <a:gd name="connsiteY0" fmla="*/ 938 h 1874"/>
                <a:gd name="connsiteX1" fmla="*/ 0 w 1285"/>
                <a:gd name="connsiteY1" fmla="*/ 938 h 1874"/>
                <a:gd name="connsiteX2" fmla="*/ 0 w 1285"/>
                <a:gd name="connsiteY2" fmla="*/ 938 h 1874"/>
              </a:gdLst>
              <a:ahLst/>
              <a:cxnLst>
                <a:cxn ang="0">
                  <a:pos x="connsiteX0" y="connsiteY0"/>
                </a:cxn>
                <a:cxn ang="0">
                  <a:pos x="connsiteX1" y="connsiteY1"/>
                </a:cxn>
                <a:cxn ang="0">
                  <a:pos x="connsiteX2" y="connsiteY2"/>
                </a:cxn>
              </a:cxnLst>
              <a:rect l="l" t="t" r="r" b="b"/>
              <a:pathLst>
                <a:path w="1285" h="1874">
                  <a:moveTo>
                    <a:pt x="0" y="938"/>
                  </a:moveTo>
                  <a:cubicBezTo>
                    <a:pt x="0" y="2561"/>
                    <a:pt x="811" y="1749"/>
                    <a:pt x="0" y="938"/>
                  </a:cubicBezTo>
                  <a:cubicBezTo>
                    <a:pt x="2434" y="126"/>
                    <a:pt x="811" y="-686"/>
                    <a:pt x="0"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0" name="Freeform 149">
              <a:extLst>
                <a:ext uri="{FF2B5EF4-FFF2-40B4-BE49-F238E27FC236}">
                  <a16:creationId xmlns:a16="http://schemas.microsoft.com/office/drawing/2014/main" id="{FF724CA3-676C-D667-9FC1-845A93D065C8}"/>
                </a:ext>
              </a:extLst>
            </p:cNvPr>
            <p:cNvSpPr/>
            <p:nvPr/>
          </p:nvSpPr>
          <p:spPr>
            <a:xfrm>
              <a:off x="4325468" y="3228524"/>
              <a:ext cx="1680" cy="1039"/>
            </a:xfrm>
            <a:custGeom>
              <a:avLst/>
              <a:gdLst>
                <a:gd name="connsiteX0" fmla="*/ 533 w 1680"/>
                <a:gd name="connsiteY0" fmla="*/ 227 h 1039"/>
                <a:gd name="connsiteX1" fmla="*/ 1344 w 1680"/>
                <a:gd name="connsiteY1" fmla="*/ 1039 h 1039"/>
                <a:gd name="connsiteX2" fmla="*/ 533 w 1680"/>
                <a:gd name="connsiteY2" fmla="*/ 227 h 1039"/>
              </a:gdLst>
              <a:ahLst/>
              <a:cxnLst>
                <a:cxn ang="0">
                  <a:pos x="connsiteX0" y="connsiteY0"/>
                </a:cxn>
                <a:cxn ang="0">
                  <a:pos x="connsiteX1" y="connsiteY1"/>
                </a:cxn>
                <a:cxn ang="0">
                  <a:pos x="connsiteX2" y="connsiteY2"/>
                </a:cxn>
              </a:cxnLst>
              <a:rect l="l" t="t" r="r" b="b"/>
              <a:pathLst>
                <a:path w="1680" h="1039">
                  <a:moveTo>
                    <a:pt x="533" y="227"/>
                  </a:moveTo>
                  <a:cubicBezTo>
                    <a:pt x="-278" y="1039"/>
                    <a:pt x="-278" y="1039"/>
                    <a:pt x="1344" y="1039"/>
                  </a:cubicBezTo>
                  <a:cubicBezTo>
                    <a:pt x="2155" y="1039"/>
                    <a:pt x="1344" y="-585"/>
                    <a:pt x="533"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1" name="Freeform 150">
              <a:extLst>
                <a:ext uri="{FF2B5EF4-FFF2-40B4-BE49-F238E27FC236}">
                  <a16:creationId xmlns:a16="http://schemas.microsoft.com/office/drawing/2014/main" id="{403873D8-AB82-525E-B6E2-28A05C1E15AD}"/>
                </a:ext>
              </a:extLst>
            </p:cNvPr>
            <p:cNvSpPr/>
            <p:nvPr/>
          </p:nvSpPr>
          <p:spPr>
            <a:xfrm>
              <a:off x="4327902" y="3228524"/>
              <a:ext cx="1680" cy="1039"/>
            </a:xfrm>
            <a:custGeom>
              <a:avLst/>
              <a:gdLst>
                <a:gd name="connsiteX0" fmla="*/ 533 w 1680"/>
                <a:gd name="connsiteY0" fmla="*/ 227 h 1039"/>
                <a:gd name="connsiteX1" fmla="*/ 1344 w 1680"/>
                <a:gd name="connsiteY1" fmla="*/ 1039 h 1039"/>
                <a:gd name="connsiteX2" fmla="*/ 533 w 1680"/>
                <a:gd name="connsiteY2" fmla="*/ 227 h 1039"/>
              </a:gdLst>
              <a:ahLst/>
              <a:cxnLst>
                <a:cxn ang="0">
                  <a:pos x="connsiteX0" y="connsiteY0"/>
                </a:cxn>
                <a:cxn ang="0">
                  <a:pos x="connsiteX1" y="connsiteY1"/>
                </a:cxn>
                <a:cxn ang="0">
                  <a:pos x="connsiteX2" y="connsiteY2"/>
                </a:cxn>
              </a:cxnLst>
              <a:rect l="l" t="t" r="r" b="b"/>
              <a:pathLst>
                <a:path w="1680" h="1039">
                  <a:moveTo>
                    <a:pt x="533" y="227"/>
                  </a:moveTo>
                  <a:cubicBezTo>
                    <a:pt x="-278" y="1039"/>
                    <a:pt x="-278" y="1039"/>
                    <a:pt x="1344" y="1039"/>
                  </a:cubicBezTo>
                  <a:cubicBezTo>
                    <a:pt x="2155" y="1039"/>
                    <a:pt x="1344" y="-585"/>
                    <a:pt x="533"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2" name="Freeform 151">
              <a:extLst>
                <a:ext uri="{FF2B5EF4-FFF2-40B4-BE49-F238E27FC236}">
                  <a16:creationId xmlns:a16="http://schemas.microsoft.com/office/drawing/2014/main" id="{B1062361-8945-4A20-08BA-B0C33F4D90D9}"/>
                </a:ext>
              </a:extLst>
            </p:cNvPr>
            <p:cNvSpPr/>
            <p:nvPr/>
          </p:nvSpPr>
          <p:spPr>
            <a:xfrm>
              <a:off x="4320081" y="3224823"/>
              <a:ext cx="12443" cy="1793"/>
            </a:xfrm>
            <a:custGeom>
              <a:avLst/>
              <a:gdLst>
                <a:gd name="connsiteX0" fmla="*/ 1863 w 12443"/>
                <a:gd name="connsiteY0" fmla="*/ 1493 h 1793"/>
                <a:gd name="connsiteX1" fmla="*/ 1863 w 12443"/>
                <a:gd name="connsiteY1" fmla="*/ 1493 h 1793"/>
              </a:gdLst>
              <a:ahLst/>
              <a:cxnLst>
                <a:cxn ang="0">
                  <a:pos x="connsiteX0" y="connsiteY0"/>
                </a:cxn>
                <a:cxn ang="0">
                  <a:pos x="connsiteX1" y="connsiteY1"/>
                </a:cxn>
              </a:cxnLst>
              <a:rect l="l" t="t" r="r" b="b"/>
              <a:pathLst>
                <a:path w="12443" h="1793">
                  <a:moveTo>
                    <a:pt x="1863" y="1493"/>
                  </a:moveTo>
                  <a:cubicBezTo>
                    <a:pt x="30259" y="-2566"/>
                    <a:pt x="-8684" y="3117"/>
                    <a:pt x="1863" y="149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3" name="Freeform 152">
              <a:extLst>
                <a:ext uri="{FF2B5EF4-FFF2-40B4-BE49-F238E27FC236}">
                  <a16:creationId xmlns:a16="http://schemas.microsoft.com/office/drawing/2014/main" id="{DCC44568-E99A-94A1-2CB0-69DE797E1CB7}"/>
                </a:ext>
              </a:extLst>
            </p:cNvPr>
            <p:cNvSpPr/>
            <p:nvPr/>
          </p:nvSpPr>
          <p:spPr>
            <a:xfrm>
              <a:off x="4330642" y="3228391"/>
              <a:ext cx="1265" cy="1082"/>
            </a:xfrm>
            <a:custGeom>
              <a:avLst/>
              <a:gdLst>
                <a:gd name="connsiteX0" fmla="*/ 227 w 1265"/>
                <a:gd name="connsiteY0" fmla="*/ 361 h 1082"/>
                <a:gd name="connsiteX1" fmla="*/ 1039 w 1265"/>
                <a:gd name="connsiteY1" fmla="*/ 361 h 1082"/>
                <a:gd name="connsiteX2" fmla="*/ 227 w 1265"/>
                <a:gd name="connsiteY2" fmla="*/ 361 h 1082"/>
              </a:gdLst>
              <a:ahLst/>
              <a:cxnLst>
                <a:cxn ang="0">
                  <a:pos x="connsiteX0" y="connsiteY0"/>
                </a:cxn>
                <a:cxn ang="0">
                  <a:pos x="connsiteX1" y="connsiteY1"/>
                </a:cxn>
                <a:cxn ang="0">
                  <a:pos x="connsiteX2" y="connsiteY2"/>
                </a:cxn>
              </a:cxnLst>
              <a:rect l="l" t="t" r="r" b="b"/>
              <a:pathLst>
                <a:path w="1265" h="1082">
                  <a:moveTo>
                    <a:pt x="227" y="361"/>
                  </a:moveTo>
                  <a:cubicBezTo>
                    <a:pt x="-584" y="1984"/>
                    <a:pt x="1039" y="361"/>
                    <a:pt x="1039" y="361"/>
                  </a:cubicBezTo>
                  <a:cubicBezTo>
                    <a:pt x="1850" y="361"/>
                    <a:pt x="227" y="-451"/>
                    <a:pt x="22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4" name="Freeform 153">
              <a:extLst>
                <a:ext uri="{FF2B5EF4-FFF2-40B4-BE49-F238E27FC236}">
                  <a16:creationId xmlns:a16="http://schemas.microsoft.com/office/drawing/2014/main" id="{FE0D6B58-767D-3F55-6E04-3C4FA0833AE9}"/>
                </a:ext>
              </a:extLst>
            </p:cNvPr>
            <p:cNvSpPr/>
            <p:nvPr/>
          </p:nvSpPr>
          <p:spPr>
            <a:xfrm>
              <a:off x="4360992" y="3237010"/>
              <a:ext cx="12035" cy="3739"/>
            </a:xfrm>
            <a:custGeom>
              <a:avLst/>
              <a:gdLst>
                <a:gd name="connsiteX0" fmla="*/ 708 w 12035"/>
                <a:gd name="connsiteY0" fmla="*/ 2296 h 3739"/>
                <a:gd name="connsiteX1" fmla="*/ 7198 w 12035"/>
                <a:gd name="connsiteY1" fmla="*/ 2296 h 3739"/>
                <a:gd name="connsiteX2" fmla="*/ 8009 w 12035"/>
                <a:gd name="connsiteY2" fmla="*/ 2296 h 3739"/>
                <a:gd name="connsiteX3" fmla="*/ 9632 w 12035"/>
                <a:gd name="connsiteY3" fmla="*/ 2296 h 3739"/>
                <a:gd name="connsiteX4" fmla="*/ 11255 w 12035"/>
                <a:gd name="connsiteY4" fmla="*/ 673 h 3739"/>
                <a:gd name="connsiteX5" fmla="*/ 708 w 12035"/>
                <a:gd name="connsiteY5" fmla="*/ 2296 h 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35" h="3739">
                  <a:moveTo>
                    <a:pt x="708" y="2296"/>
                  </a:moveTo>
                  <a:cubicBezTo>
                    <a:pt x="-2538" y="5544"/>
                    <a:pt x="6387" y="2296"/>
                    <a:pt x="7198" y="2296"/>
                  </a:cubicBezTo>
                  <a:cubicBezTo>
                    <a:pt x="8009" y="2296"/>
                    <a:pt x="8821" y="2296"/>
                    <a:pt x="8009" y="2296"/>
                  </a:cubicBezTo>
                  <a:cubicBezTo>
                    <a:pt x="8009" y="1484"/>
                    <a:pt x="9632" y="1484"/>
                    <a:pt x="9632" y="2296"/>
                  </a:cubicBezTo>
                  <a:cubicBezTo>
                    <a:pt x="9632" y="3920"/>
                    <a:pt x="9632" y="1484"/>
                    <a:pt x="11255" y="673"/>
                  </a:cubicBezTo>
                  <a:cubicBezTo>
                    <a:pt x="15311" y="-951"/>
                    <a:pt x="2330" y="673"/>
                    <a:pt x="708" y="229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5" name="Freeform 154">
              <a:extLst>
                <a:ext uri="{FF2B5EF4-FFF2-40B4-BE49-F238E27FC236}">
                  <a16:creationId xmlns:a16="http://schemas.microsoft.com/office/drawing/2014/main" id="{643F004B-B213-030E-3853-74D5D10AB680}"/>
                </a:ext>
              </a:extLst>
            </p:cNvPr>
            <p:cNvSpPr/>
            <p:nvPr/>
          </p:nvSpPr>
          <p:spPr>
            <a:xfrm>
              <a:off x="4335854" y="3224356"/>
              <a:ext cx="2390" cy="1148"/>
            </a:xfrm>
            <a:custGeom>
              <a:avLst/>
              <a:gdLst>
                <a:gd name="connsiteX0" fmla="*/ 694 w 2390"/>
                <a:gd name="connsiteY0" fmla="*/ 336 h 1148"/>
                <a:gd name="connsiteX1" fmla="*/ 1506 w 2390"/>
                <a:gd name="connsiteY1" fmla="*/ 1148 h 1148"/>
                <a:gd name="connsiteX2" fmla="*/ 694 w 2390"/>
                <a:gd name="connsiteY2" fmla="*/ 336 h 1148"/>
              </a:gdLst>
              <a:ahLst/>
              <a:cxnLst>
                <a:cxn ang="0">
                  <a:pos x="connsiteX0" y="connsiteY0"/>
                </a:cxn>
                <a:cxn ang="0">
                  <a:pos x="connsiteX1" y="connsiteY1"/>
                </a:cxn>
                <a:cxn ang="0">
                  <a:pos x="connsiteX2" y="connsiteY2"/>
                </a:cxn>
              </a:cxnLst>
              <a:rect l="l" t="t" r="r" b="b"/>
              <a:pathLst>
                <a:path w="2390" h="1148">
                  <a:moveTo>
                    <a:pt x="694" y="336"/>
                  </a:moveTo>
                  <a:cubicBezTo>
                    <a:pt x="-928" y="336"/>
                    <a:pt x="694" y="1148"/>
                    <a:pt x="1506" y="1148"/>
                  </a:cubicBezTo>
                  <a:cubicBezTo>
                    <a:pt x="3128" y="336"/>
                    <a:pt x="2317" y="-476"/>
                    <a:pt x="694"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6" name="Freeform 155">
              <a:extLst>
                <a:ext uri="{FF2B5EF4-FFF2-40B4-BE49-F238E27FC236}">
                  <a16:creationId xmlns:a16="http://schemas.microsoft.com/office/drawing/2014/main" id="{FC0D61CB-89AF-F826-4BDD-9EB546BCCB6B}"/>
                </a:ext>
              </a:extLst>
            </p:cNvPr>
            <p:cNvSpPr/>
            <p:nvPr/>
          </p:nvSpPr>
          <p:spPr>
            <a:xfrm>
              <a:off x="4374459" y="3236534"/>
              <a:ext cx="3083" cy="1484"/>
            </a:xfrm>
            <a:custGeom>
              <a:avLst/>
              <a:gdLst>
                <a:gd name="connsiteX0" fmla="*/ 221 w 3083"/>
                <a:gd name="connsiteY0" fmla="*/ 336 h 1484"/>
                <a:gd name="connsiteX1" fmla="*/ 1844 w 3083"/>
                <a:gd name="connsiteY1" fmla="*/ 1148 h 1484"/>
                <a:gd name="connsiteX2" fmla="*/ 221 w 3083"/>
                <a:gd name="connsiteY2" fmla="*/ 336 h 1484"/>
              </a:gdLst>
              <a:ahLst/>
              <a:cxnLst>
                <a:cxn ang="0">
                  <a:pos x="connsiteX0" y="connsiteY0"/>
                </a:cxn>
                <a:cxn ang="0">
                  <a:pos x="connsiteX1" y="connsiteY1"/>
                </a:cxn>
                <a:cxn ang="0">
                  <a:pos x="connsiteX2" y="connsiteY2"/>
                </a:cxn>
              </a:cxnLst>
              <a:rect l="l" t="t" r="r" b="b"/>
              <a:pathLst>
                <a:path w="3083" h="1484">
                  <a:moveTo>
                    <a:pt x="221" y="336"/>
                  </a:moveTo>
                  <a:cubicBezTo>
                    <a:pt x="-590" y="1148"/>
                    <a:pt x="1032" y="1960"/>
                    <a:pt x="1844" y="1148"/>
                  </a:cubicBezTo>
                  <a:cubicBezTo>
                    <a:pt x="5089" y="336"/>
                    <a:pt x="1032" y="-476"/>
                    <a:pt x="221"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7" name="Freeform 156">
              <a:extLst>
                <a:ext uri="{FF2B5EF4-FFF2-40B4-BE49-F238E27FC236}">
                  <a16:creationId xmlns:a16="http://schemas.microsoft.com/office/drawing/2014/main" id="{80F62FD2-8EE0-867B-4ECF-A3E98C1E37BF}"/>
                </a:ext>
              </a:extLst>
            </p:cNvPr>
            <p:cNvSpPr/>
            <p:nvPr/>
          </p:nvSpPr>
          <p:spPr>
            <a:xfrm>
              <a:off x="4381351" y="3236957"/>
              <a:ext cx="3267" cy="2619"/>
            </a:xfrm>
            <a:custGeom>
              <a:avLst/>
              <a:gdLst>
                <a:gd name="connsiteX0" fmla="*/ 1442 w 3267"/>
                <a:gd name="connsiteY0" fmla="*/ 1537 h 2619"/>
                <a:gd name="connsiteX1" fmla="*/ 1442 w 3267"/>
                <a:gd name="connsiteY1" fmla="*/ 1537 h 2619"/>
                <a:gd name="connsiteX2" fmla="*/ 1442 w 3267"/>
                <a:gd name="connsiteY2" fmla="*/ 1537 h 2619"/>
              </a:gdLst>
              <a:ahLst/>
              <a:cxnLst>
                <a:cxn ang="0">
                  <a:pos x="connsiteX0" y="connsiteY0"/>
                </a:cxn>
                <a:cxn ang="0">
                  <a:pos x="connsiteX1" y="connsiteY1"/>
                </a:cxn>
                <a:cxn ang="0">
                  <a:pos x="connsiteX2" y="connsiteY2"/>
                </a:cxn>
              </a:cxnLst>
              <a:rect l="l" t="t" r="r" b="b"/>
              <a:pathLst>
                <a:path w="3267" h="2619">
                  <a:moveTo>
                    <a:pt x="1442" y="1537"/>
                  </a:moveTo>
                  <a:cubicBezTo>
                    <a:pt x="-1803" y="3973"/>
                    <a:pt x="1442" y="1537"/>
                    <a:pt x="1442" y="1537"/>
                  </a:cubicBezTo>
                  <a:cubicBezTo>
                    <a:pt x="3876" y="-86"/>
                    <a:pt x="3876" y="-898"/>
                    <a:pt x="1442" y="15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8" name="Freeform 157">
              <a:extLst>
                <a:ext uri="{FF2B5EF4-FFF2-40B4-BE49-F238E27FC236}">
                  <a16:creationId xmlns:a16="http://schemas.microsoft.com/office/drawing/2014/main" id="{E96BA4A7-CAAD-16CE-000E-A08C96C6ADA2}"/>
                </a:ext>
              </a:extLst>
            </p:cNvPr>
            <p:cNvSpPr/>
            <p:nvPr/>
          </p:nvSpPr>
          <p:spPr>
            <a:xfrm>
              <a:off x="4344301" y="3224083"/>
              <a:ext cx="1646" cy="608"/>
            </a:xfrm>
            <a:custGeom>
              <a:avLst/>
              <a:gdLst>
                <a:gd name="connsiteX0" fmla="*/ 361 w 1646"/>
                <a:gd name="connsiteY0" fmla="*/ 609 h 608"/>
                <a:gd name="connsiteX1" fmla="*/ 361 w 1646"/>
                <a:gd name="connsiteY1" fmla="*/ 609 h 608"/>
                <a:gd name="connsiteX2" fmla="*/ 361 w 1646"/>
                <a:gd name="connsiteY2" fmla="*/ 609 h 608"/>
              </a:gdLst>
              <a:ahLst/>
              <a:cxnLst>
                <a:cxn ang="0">
                  <a:pos x="connsiteX0" y="connsiteY0"/>
                </a:cxn>
                <a:cxn ang="0">
                  <a:pos x="connsiteX1" y="connsiteY1"/>
                </a:cxn>
                <a:cxn ang="0">
                  <a:pos x="connsiteX2" y="connsiteY2"/>
                </a:cxn>
              </a:cxnLst>
              <a:rect l="l" t="t" r="r" b="b"/>
              <a:pathLst>
                <a:path w="1646" h="608">
                  <a:moveTo>
                    <a:pt x="361" y="609"/>
                  </a:moveTo>
                  <a:cubicBezTo>
                    <a:pt x="1172" y="609"/>
                    <a:pt x="2794" y="-203"/>
                    <a:pt x="361" y="609"/>
                  </a:cubicBezTo>
                  <a:cubicBezTo>
                    <a:pt x="361" y="-203"/>
                    <a:pt x="-451" y="-203"/>
                    <a:pt x="361"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59" name="Freeform 158">
              <a:extLst>
                <a:ext uri="{FF2B5EF4-FFF2-40B4-BE49-F238E27FC236}">
                  <a16:creationId xmlns:a16="http://schemas.microsoft.com/office/drawing/2014/main" id="{9C12E33F-D697-0314-D654-97D706FC80F7}"/>
                </a:ext>
              </a:extLst>
            </p:cNvPr>
            <p:cNvSpPr/>
            <p:nvPr/>
          </p:nvSpPr>
          <p:spPr>
            <a:xfrm>
              <a:off x="4378737" y="3235933"/>
              <a:ext cx="1038" cy="1659"/>
            </a:xfrm>
            <a:custGeom>
              <a:avLst/>
              <a:gdLst>
                <a:gd name="connsiteX0" fmla="*/ 0 w 1038"/>
                <a:gd name="connsiteY0" fmla="*/ 938 h 1659"/>
                <a:gd name="connsiteX1" fmla="*/ 811 w 1038"/>
                <a:gd name="connsiteY1" fmla="*/ 938 h 1659"/>
                <a:gd name="connsiteX2" fmla="*/ 0 w 1038"/>
                <a:gd name="connsiteY2" fmla="*/ 938 h 1659"/>
              </a:gdLst>
              <a:ahLst/>
              <a:cxnLst>
                <a:cxn ang="0">
                  <a:pos x="connsiteX0" y="connsiteY0"/>
                </a:cxn>
                <a:cxn ang="0">
                  <a:pos x="connsiteX1" y="connsiteY1"/>
                </a:cxn>
                <a:cxn ang="0">
                  <a:pos x="connsiteX2" y="connsiteY2"/>
                </a:cxn>
              </a:cxnLst>
              <a:rect l="l" t="t" r="r" b="b"/>
              <a:pathLst>
                <a:path w="1038" h="1659">
                  <a:moveTo>
                    <a:pt x="0" y="938"/>
                  </a:moveTo>
                  <a:cubicBezTo>
                    <a:pt x="0" y="2561"/>
                    <a:pt x="811" y="938"/>
                    <a:pt x="811" y="938"/>
                  </a:cubicBezTo>
                  <a:cubicBezTo>
                    <a:pt x="1623" y="-686"/>
                    <a:pt x="0" y="126"/>
                    <a:pt x="0"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0" name="Freeform 159">
              <a:extLst>
                <a:ext uri="{FF2B5EF4-FFF2-40B4-BE49-F238E27FC236}">
                  <a16:creationId xmlns:a16="http://schemas.microsoft.com/office/drawing/2014/main" id="{D1D6D176-032A-9905-D255-6178F2B40585}"/>
                </a:ext>
              </a:extLst>
            </p:cNvPr>
            <p:cNvSpPr/>
            <p:nvPr/>
          </p:nvSpPr>
          <p:spPr>
            <a:xfrm>
              <a:off x="4349530" y="3223271"/>
              <a:ext cx="1622" cy="969"/>
            </a:xfrm>
            <a:custGeom>
              <a:avLst/>
              <a:gdLst>
                <a:gd name="connsiteX0" fmla="*/ 0 w 1622"/>
                <a:gd name="connsiteY0" fmla="*/ 609 h 969"/>
                <a:gd name="connsiteX1" fmla="*/ 1622 w 1622"/>
                <a:gd name="connsiteY1" fmla="*/ 609 h 969"/>
                <a:gd name="connsiteX2" fmla="*/ 0 w 1622"/>
                <a:gd name="connsiteY2" fmla="*/ 609 h 969"/>
              </a:gdLst>
              <a:ahLst/>
              <a:cxnLst>
                <a:cxn ang="0">
                  <a:pos x="connsiteX0" y="connsiteY0"/>
                </a:cxn>
                <a:cxn ang="0">
                  <a:pos x="connsiteX1" y="connsiteY1"/>
                </a:cxn>
                <a:cxn ang="0">
                  <a:pos x="connsiteX2" y="connsiteY2"/>
                </a:cxn>
              </a:cxnLst>
              <a:rect l="l" t="t" r="r" b="b"/>
              <a:pathLst>
                <a:path w="1622" h="969">
                  <a:moveTo>
                    <a:pt x="0" y="609"/>
                  </a:moveTo>
                  <a:cubicBezTo>
                    <a:pt x="0" y="609"/>
                    <a:pt x="811" y="1421"/>
                    <a:pt x="1622" y="609"/>
                  </a:cubicBezTo>
                  <a:cubicBezTo>
                    <a:pt x="1622" y="-203"/>
                    <a:pt x="0" y="-203"/>
                    <a:pt x="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1" name="Freeform 160">
              <a:extLst>
                <a:ext uri="{FF2B5EF4-FFF2-40B4-BE49-F238E27FC236}">
                  <a16:creationId xmlns:a16="http://schemas.microsoft.com/office/drawing/2014/main" id="{CCA176CD-5ADD-403E-6F71-D04F40EF7830}"/>
                </a:ext>
              </a:extLst>
            </p:cNvPr>
            <p:cNvSpPr/>
            <p:nvPr/>
          </p:nvSpPr>
          <p:spPr>
            <a:xfrm>
              <a:off x="4386231" y="3235449"/>
              <a:ext cx="10319" cy="4174"/>
            </a:xfrm>
            <a:custGeom>
              <a:avLst/>
              <a:gdLst>
                <a:gd name="connsiteX0" fmla="*/ 1430 w 10319"/>
                <a:gd name="connsiteY0" fmla="*/ 609 h 4174"/>
                <a:gd name="connsiteX1" fmla="*/ 1430 w 10319"/>
                <a:gd name="connsiteY1" fmla="*/ 2233 h 4174"/>
                <a:gd name="connsiteX2" fmla="*/ 3053 w 10319"/>
                <a:gd name="connsiteY2" fmla="*/ 3856 h 4174"/>
                <a:gd name="connsiteX3" fmla="*/ 5487 w 10319"/>
                <a:gd name="connsiteY3" fmla="*/ 1421 h 4174"/>
                <a:gd name="connsiteX4" fmla="*/ 5487 w 10319"/>
                <a:gd name="connsiteY4" fmla="*/ 2233 h 4174"/>
                <a:gd name="connsiteX5" fmla="*/ 7109 w 10319"/>
                <a:gd name="connsiteY5" fmla="*/ 2233 h 4174"/>
                <a:gd name="connsiteX6" fmla="*/ 7921 w 10319"/>
                <a:gd name="connsiteY6" fmla="*/ 609 h 4174"/>
                <a:gd name="connsiteX7" fmla="*/ 1430 w 10319"/>
                <a:gd name="connsiteY7" fmla="*/ 609 h 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19" h="4174">
                  <a:moveTo>
                    <a:pt x="1430" y="609"/>
                  </a:moveTo>
                  <a:cubicBezTo>
                    <a:pt x="2241" y="609"/>
                    <a:pt x="3053" y="609"/>
                    <a:pt x="1430" y="2233"/>
                  </a:cubicBezTo>
                  <a:cubicBezTo>
                    <a:pt x="619" y="3856"/>
                    <a:pt x="1430" y="4668"/>
                    <a:pt x="3053" y="3856"/>
                  </a:cubicBezTo>
                  <a:cubicBezTo>
                    <a:pt x="4675" y="3044"/>
                    <a:pt x="3864" y="2233"/>
                    <a:pt x="5487" y="1421"/>
                  </a:cubicBezTo>
                  <a:cubicBezTo>
                    <a:pt x="6298" y="1421"/>
                    <a:pt x="6298" y="1421"/>
                    <a:pt x="5487" y="2233"/>
                  </a:cubicBezTo>
                  <a:cubicBezTo>
                    <a:pt x="4675" y="3044"/>
                    <a:pt x="7921" y="3856"/>
                    <a:pt x="7109" y="2233"/>
                  </a:cubicBezTo>
                  <a:cubicBezTo>
                    <a:pt x="6298" y="1421"/>
                    <a:pt x="7109" y="1421"/>
                    <a:pt x="7921" y="609"/>
                  </a:cubicBezTo>
                  <a:cubicBezTo>
                    <a:pt x="17656" y="-203"/>
                    <a:pt x="-5872" y="-203"/>
                    <a:pt x="143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2" name="Freeform 161">
              <a:extLst>
                <a:ext uri="{FF2B5EF4-FFF2-40B4-BE49-F238E27FC236}">
                  <a16:creationId xmlns:a16="http://schemas.microsoft.com/office/drawing/2014/main" id="{FC9CB921-CA0F-7A4B-51FB-FA96BFC8DCE9}"/>
                </a:ext>
              </a:extLst>
            </p:cNvPr>
            <p:cNvSpPr/>
            <p:nvPr/>
          </p:nvSpPr>
          <p:spPr>
            <a:xfrm>
              <a:off x="4351152" y="3223519"/>
              <a:ext cx="1622" cy="721"/>
            </a:xfrm>
            <a:custGeom>
              <a:avLst/>
              <a:gdLst>
                <a:gd name="connsiteX0" fmla="*/ 0 w 1622"/>
                <a:gd name="connsiteY0" fmla="*/ 361 h 721"/>
                <a:gd name="connsiteX1" fmla="*/ 1623 w 1622"/>
                <a:gd name="connsiteY1" fmla="*/ 361 h 721"/>
                <a:gd name="connsiteX2" fmla="*/ 0 w 1622"/>
                <a:gd name="connsiteY2" fmla="*/ 361 h 721"/>
              </a:gdLst>
              <a:ahLst/>
              <a:cxnLst>
                <a:cxn ang="0">
                  <a:pos x="connsiteX0" y="connsiteY0"/>
                </a:cxn>
                <a:cxn ang="0">
                  <a:pos x="connsiteX1" y="connsiteY1"/>
                </a:cxn>
                <a:cxn ang="0">
                  <a:pos x="connsiteX2" y="connsiteY2"/>
                </a:cxn>
              </a:cxnLst>
              <a:rect l="l" t="t" r="r" b="b"/>
              <a:pathLst>
                <a:path w="1622" h="721">
                  <a:moveTo>
                    <a:pt x="0" y="361"/>
                  </a:moveTo>
                  <a:cubicBezTo>
                    <a:pt x="0" y="361"/>
                    <a:pt x="811" y="1173"/>
                    <a:pt x="1623" y="361"/>
                  </a:cubicBezTo>
                  <a:cubicBezTo>
                    <a:pt x="1623" y="-451"/>
                    <a:pt x="0" y="361"/>
                    <a:pt x="0"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3" name="Freeform 162">
              <a:extLst>
                <a:ext uri="{FF2B5EF4-FFF2-40B4-BE49-F238E27FC236}">
                  <a16:creationId xmlns:a16="http://schemas.microsoft.com/office/drawing/2014/main" id="{27A49D26-42B9-45A3-E3CB-2B17FA93BD44}"/>
                </a:ext>
              </a:extLst>
            </p:cNvPr>
            <p:cNvSpPr/>
            <p:nvPr/>
          </p:nvSpPr>
          <p:spPr>
            <a:xfrm>
              <a:off x="4353586" y="3223068"/>
              <a:ext cx="1622" cy="360"/>
            </a:xfrm>
            <a:custGeom>
              <a:avLst/>
              <a:gdLst>
                <a:gd name="connsiteX0" fmla="*/ 0 w 1622"/>
                <a:gd name="connsiteY0" fmla="*/ 0 h 360"/>
                <a:gd name="connsiteX1" fmla="*/ 1622 w 1622"/>
                <a:gd name="connsiteY1" fmla="*/ 0 h 360"/>
                <a:gd name="connsiteX2" fmla="*/ 0 w 1622"/>
                <a:gd name="connsiteY2" fmla="*/ 0 h 360"/>
              </a:gdLst>
              <a:ahLst/>
              <a:cxnLst>
                <a:cxn ang="0">
                  <a:pos x="connsiteX0" y="connsiteY0"/>
                </a:cxn>
                <a:cxn ang="0">
                  <a:pos x="connsiteX1" y="connsiteY1"/>
                </a:cxn>
                <a:cxn ang="0">
                  <a:pos x="connsiteX2" y="connsiteY2"/>
                </a:cxn>
              </a:cxnLst>
              <a:rect l="l" t="t" r="r" b="b"/>
              <a:pathLst>
                <a:path w="1622" h="360">
                  <a:moveTo>
                    <a:pt x="0" y="0"/>
                  </a:moveTo>
                  <a:cubicBezTo>
                    <a:pt x="0" y="0"/>
                    <a:pt x="811" y="812"/>
                    <a:pt x="1622" y="0"/>
                  </a:cubicBezTo>
                  <a:cubicBezTo>
                    <a:pt x="1622" y="0"/>
                    <a:pt x="0"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4" name="Freeform 163">
              <a:extLst>
                <a:ext uri="{FF2B5EF4-FFF2-40B4-BE49-F238E27FC236}">
                  <a16:creationId xmlns:a16="http://schemas.microsoft.com/office/drawing/2014/main" id="{46F6A63D-8619-8BCE-820D-DC990D06CC4C}"/>
                </a:ext>
              </a:extLst>
            </p:cNvPr>
            <p:cNvSpPr/>
            <p:nvPr/>
          </p:nvSpPr>
          <p:spPr>
            <a:xfrm>
              <a:off x="4369739" y="3225277"/>
              <a:ext cx="1999" cy="1597"/>
            </a:xfrm>
            <a:custGeom>
              <a:avLst/>
              <a:gdLst>
                <a:gd name="connsiteX0" fmla="*/ 884 w 1999"/>
                <a:gd name="connsiteY0" fmla="*/ 227 h 1597"/>
                <a:gd name="connsiteX1" fmla="*/ 1696 w 1999"/>
                <a:gd name="connsiteY1" fmla="*/ 1039 h 1597"/>
                <a:gd name="connsiteX2" fmla="*/ 884 w 1999"/>
                <a:gd name="connsiteY2" fmla="*/ 227 h 1597"/>
              </a:gdLst>
              <a:ahLst/>
              <a:cxnLst>
                <a:cxn ang="0">
                  <a:pos x="connsiteX0" y="connsiteY0"/>
                </a:cxn>
                <a:cxn ang="0">
                  <a:pos x="connsiteX1" y="connsiteY1"/>
                </a:cxn>
                <a:cxn ang="0">
                  <a:pos x="connsiteX2" y="connsiteY2"/>
                </a:cxn>
              </a:cxnLst>
              <a:rect l="l" t="t" r="r" b="b"/>
              <a:pathLst>
                <a:path w="1999" h="1597">
                  <a:moveTo>
                    <a:pt x="884" y="227"/>
                  </a:moveTo>
                  <a:cubicBezTo>
                    <a:pt x="-738" y="227"/>
                    <a:pt x="73" y="2663"/>
                    <a:pt x="1696" y="1039"/>
                  </a:cubicBezTo>
                  <a:cubicBezTo>
                    <a:pt x="884" y="1039"/>
                    <a:pt x="3318" y="-585"/>
                    <a:pt x="884"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5" name="Freeform 164">
              <a:extLst>
                <a:ext uri="{FF2B5EF4-FFF2-40B4-BE49-F238E27FC236}">
                  <a16:creationId xmlns:a16="http://schemas.microsoft.com/office/drawing/2014/main" id="{4F02881F-830E-A76C-C7CC-C476C927FA15}"/>
                </a:ext>
              </a:extLst>
            </p:cNvPr>
            <p:cNvSpPr/>
            <p:nvPr/>
          </p:nvSpPr>
          <p:spPr>
            <a:xfrm>
              <a:off x="4356760" y="3221319"/>
              <a:ext cx="3419" cy="937"/>
            </a:xfrm>
            <a:custGeom>
              <a:avLst/>
              <a:gdLst>
                <a:gd name="connsiteX0" fmla="*/ 71 w 3419"/>
                <a:gd name="connsiteY0" fmla="*/ 937 h 937"/>
                <a:gd name="connsiteX1" fmla="*/ 2505 w 3419"/>
                <a:gd name="connsiteY1" fmla="*/ 937 h 937"/>
                <a:gd name="connsiteX2" fmla="*/ 71 w 3419"/>
                <a:gd name="connsiteY2" fmla="*/ 937 h 937"/>
              </a:gdLst>
              <a:ahLst/>
              <a:cxnLst>
                <a:cxn ang="0">
                  <a:pos x="connsiteX0" y="connsiteY0"/>
                </a:cxn>
                <a:cxn ang="0">
                  <a:pos x="connsiteX1" y="connsiteY1"/>
                </a:cxn>
                <a:cxn ang="0">
                  <a:pos x="connsiteX2" y="connsiteY2"/>
                </a:cxn>
              </a:cxnLst>
              <a:rect l="l" t="t" r="r" b="b"/>
              <a:pathLst>
                <a:path w="3419" h="937">
                  <a:moveTo>
                    <a:pt x="71" y="937"/>
                  </a:moveTo>
                  <a:cubicBezTo>
                    <a:pt x="882" y="937"/>
                    <a:pt x="1693" y="937"/>
                    <a:pt x="2505" y="937"/>
                  </a:cubicBezTo>
                  <a:cubicBezTo>
                    <a:pt x="5750" y="-686"/>
                    <a:pt x="-740" y="126"/>
                    <a:pt x="71"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6" name="Freeform 165">
              <a:extLst>
                <a:ext uri="{FF2B5EF4-FFF2-40B4-BE49-F238E27FC236}">
                  <a16:creationId xmlns:a16="http://schemas.microsoft.com/office/drawing/2014/main" id="{160BB9CA-15CD-D86F-903B-A7F66872CAB2}"/>
                </a:ext>
              </a:extLst>
            </p:cNvPr>
            <p:cNvSpPr/>
            <p:nvPr/>
          </p:nvSpPr>
          <p:spPr>
            <a:xfrm>
              <a:off x="4361628" y="3222707"/>
              <a:ext cx="3419" cy="360"/>
            </a:xfrm>
            <a:custGeom>
              <a:avLst/>
              <a:gdLst>
                <a:gd name="connsiteX0" fmla="*/ 71 w 3419"/>
                <a:gd name="connsiteY0" fmla="*/ 361 h 360"/>
                <a:gd name="connsiteX1" fmla="*/ 2505 w 3419"/>
                <a:gd name="connsiteY1" fmla="*/ 361 h 360"/>
                <a:gd name="connsiteX2" fmla="*/ 71 w 3419"/>
                <a:gd name="connsiteY2" fmla="*/ 361 h 360"/>
              </a:gdLst>
              <a:ahLst/>
              <a:cxnLst>
                <a:cxn ang="0">
                  <a:pos x="connsiteX0" y="connsiteY0"/>
                </a:cxn>
                <a:cxn ang="0">
                  <a:pos x="connsiteX1" y="connsiteY1"/>
                </a:cxn>
                <a:cxn ang="0">
                  <a:pos x="connsiteX2" y="connsiteY2"/>
                </a:cxn>
              </a:cxnLst>
              <a:rect l="l" t="t" r="r" b="b"/>
              <a:pathLst>
                <a:path w="3419" h="360">
                  <a:moveTo>
                    <a:pt x="71" y="361"/>
                  </a:moveTo>
                  <a:cubicBezTo>
                    <a:pt x="882" y="361"/>
                    <a:pt x="1693" y="361"/>
                    <a:pt x="2505" y="361"/>
                  </a:cubicBezTo>
                  <a:cubicBezTo>
                    <a:pt x="5750" y="-451"/>
                    <a:pt x="-740" y="361"/>
                    <a:pt x="71"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7" name="Freeform 166">
              <a:extLst>
                <a:ext uri="{FF2B5EF4-FFF2-40B4-BE49-F238E27FC236}">
                  <a16:creationId xmlns:a16="http://schemas.microsoft.com/office/drawing/2014/main" id="{8E25B33E-58D4-F165-955E-EEB528D0B269}"/>
                </a:ext>
              </a:extLst>
            </p:cNvPr>
            <p:cNvSpPr/>
            <p:nvPr/>
          </p:nvSpPr>
          <p:spPr>
            <a:xfrm>
              <a:off x="4397217" y="3235364"/>
              <a:ext cx="3943" cy="1709"/>
            </a:xfrm>
            <a:custGeom>
              <a:avLst/>
              <a:gdLst>
                <a:gd name="connsiteX0" fmla="*/ 1803 w 3943"/>
                <a:gd name="connsiteY0" fmla="*/ 1507 h 1709"/>
                <a:gd name="connsiteX1" fmla="*/ 1803 w 3943"/>
                <a:gd name="connsiteY1" fmla="*/ 695 h 1709"/>
                <a:gd name="connsiteX2" fmla="*/ 1803 w 3943"/>
                <a:gd name="connsiteY2" fmla="*/ 1507 h 1709"/>
              </a:gdLst>
              <a:ahLst/>
              <a:cxnLst>
                <a:cxn ang="0">
                  <a:pos x="connsiteX0" y="connsiteY0"/>
                </a:cxn>
                <a:cxn ang="0">
                  <a:pos x="connsiteX1" y="connsiteY1"/>
                </a:cxn>
                <a:cxn ang="0">
                  <a:pos x="connsiteX2" y="connsiteY2"/>
                </a:cxn>
              </a:cxnLst>
              <a:rect l="l" t="t" r="r" b="b"/>
              <a:pathLst>
                <a:path w="3943" h="1709">
                  <a:moveTo>
                    <a:pt x="1803" y="1507"/>
                  </a:moveTo>
                  <a:cubicBezTo>
                    <a:pt x="4237" y="695"/>
                    <a:pt x="5048" y="-929"/>
                    <a:pt x="1803" y="695"/>
                  </a:cubicBezTo>
                  <a:cubicBezTo>
                    <a:pt x="-2254" y="2319"/>
                    <a:pt x="1803" y="1507"/>
                    <a:pt x="1803"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8" name="Freeform 167">
              <a:extLst>
                <a:ext uri="{FF2B5EF4-FFF2-40B4-BE49-F238E27FC236}">
                  <a16:creationId xmlns:a16="http://schemas.microsoft.com/office/drawing/2014/main" id="{BA0C7705-A265-00CE-30B6-18F68B76721F}"/>
                </a:ext>
              </a:extLst>
            </p:cNvPr>
            <p:cNvSpPr/>
            <p:nvPr/>
          </p:nvSpPr>
          <p:spPr>
            <a:xfrm>
              <a:off x="4361902" y="3220633"/>
              <a:ext cx="10045" cy="811"/>
            </a:xfrm>
            <a:custGeom>
              <a:avLst/>
              <a:gdLst>
                <a:gd name="connsiteX0" fmla="*/ 5476 w 10045"/>
                <a:gd name="connsiteY0" fmla="*/ 0 h 811"/>
                <a:gd name="connsiteX1" fmla="*/ 5476 w 10045"/>
                <a:gd name="connsiteY1" fmla="*/ 812 h 811"/>
                <a:gd name="connsiteX2" fmla="*/ 5476 w 10045"/>
                <a:gd name="connsiteY2" fmla="*/ 0 h 811"/>
              </a:gdLst>
              <a:ahLst/>
              <a:cxnLst>
                <a:cxn ang="0">
                  <a:pos x="connsiteX0" y="connsiteY0"/>
                </a:cxn>
                <a:cxn ang="0">
                  <a:pos x="connsiteX1" y="connsiteY1"/>
                </a:cxn>
                <a:cxn ang="0">
                  <a:pos x="connsiteX2" y="connsiteY2"/>
                </a:cxn>
              </a:cxnLst>
              <a:rect l="l" t="t" r="r" b="b"/>
              <a:pathLst>
                <a:path w="10045" h="811">
                  <a:moveTo>
                    <a:pt x="5476" y="0"/>
                  </a:moveTo>
                  <a:cubicBezTo>
                    <a:pt x="-1825" y="0"/>
                    <a:pt x="-1825" y="812"/>
                    <a:pt x="5476" y="812"/>
                  </a:cubicBezTo>
                  <a:cubicBezTo>
                    <a:pt x="11967" y="812"/>
                    <a:pt x="11156" y="0"/>
                    <a:pt x="5476"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69" name="Freeform 168">
              <a:extLst>
                <a:ext uri="{FF2B5EF4-FFF2-40B4-BE49-F238E27FC236}">
                  <a16:creationId xmlns:a16="http://schemas.microsoft.com/office/drawing/2014/main" id="{F8F7EB9A-8C59-9B3C-DF23-FAA4DCE771F7}"/>
                </a:ext>
              </a:extLst>
            </p:cNvPr>
            <p:cNvSpPr/>
            <p:nvPr/>
          </p:nvSpPr>
          <p:spPr>
            <a:xfrm>
              <a:off x="4393816" y="3232420"/>
              <a:ext cx="3316" cy="1594"/>
            </a:xfrm>
            <a:custGeom>
              <a:avLst/>
              <a:gdLst>
                <a:gd name="connsiteX0" fmla="*/ 1147 w 3316"/>
                <a:gd name="connsiteY0" fmla="*/ 391 h 1594"/>
                <a:gd name="connsiteX1" fmla="*/ 336 w 3316"/>
                <a:gd name="connsiteY1" fmla="*/ 1203 h 1594"/>
                <a:gd name="connsiteX2" fmla="*/ 1147 w 3316"/>
                <a:gd name="connsiteY2" fmla="*/ 391 h 1594"/>
              </a:gdLst>
              <a:ahLst/>
              <a:cxnLst>
                <a:cxn ang="0">
                  <a:pos x="connsiteX0" y="connsiteY0"/>
                </a:cxn>
                <a:cxn ang="0">
                  <a:pos x="connsiteX1" y="connsiteY1"/>
                </a:cxn>
                <a:cxn ang="0">
                  <a:pos x="connsiteX2" y="connsiteY2"/>
                </a:cxn>
              </a:cxnLst>
              <a:rect l="l" t="t" r="r" b="b"/>
              <a:pathLst>
                <a:path w="3316" h="1594">
                  <a:moveTo>
                    <a:pt x="1147" y="391"/>
                  </a:moveTo>
                  <a:cubicBezTo>
                    <a:pt x="336" y="1203"/>
                    <a:pt x="-475" y="1203"/>
                    <a:pt x="336" y="1203"/>
                  </a:cubicBezTo>
                  <a:cubicBezTo>
                    <a:pt x="2770" y="2827"/>
                    <a:pt x="5204" y="-1233"/>
                    <a:pt x="1147" y="39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0" name="Freeform 169">
              <a:extLst>
                <a:ext uri="{FF2B5EF4-FFF2-40B4-BE49-F238E27FC236}">
                  <a16:creationId xmlns:a16="http://schemas.microsoft.com/office/drawing/2014/main" id="{1B2AC42C-8E37-C83C-FF18-141F2D1F1C0B}"/>
                </a:ext>
              </a:extLst>
            </p:cNvPr>
            <p:cNvSpPr/>
            <p:nvPr/>
          </p:nvSpPr>
          <p:spPr>
            <a:xfrm>
              <a:off x="4408301" y="3237321"/>
              <a:ext cx="9982" cy="1984"/>
            </a:xfrm>
            <a:custGeom>
              <a:avLst/>
              <a:gdLst>
                <a:gd name="connsiteX0" fmla="*/ 8568 w 9982"/>
                <a:gd name="connsiteY0" fmla="*/ 361 h 1984"/>
                <a:gd name="connsiteX1" fmla="*/ 4511 w 9982"/>
                <a:gd name="connsiteY1" fmla="*/ 361 h 1984"/>
                <a:gd name="connsiteX2" fmla="*/ 454 w 9982"/>
                <a:gd name="connsiteY2" fmla="*/ 1173 h 1984"/>
                <a:gd name="connsiteX3" fmla="*/ 2077 w 9982"/>
                <a:gd name="connsiteY3" fmla="*/ 1984 h 1984"/>
                <a:gd name="connsiteX4" fmla="*/ 6945 w 9982"/>
                <a:gd name="connsiteY4" fmla="*/ 1173 h 1984"/>
                <a:gd name="connsiteX5" fmla="*/ 8568 w 9982"/>
                <a:gd name="connsiteY5" fmla="*/ 361 h 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82" h="1984">
                  <a:moveTo>
                    <a:pt x="8568" y="361"/>
                  </a:moveTo>
                  <a:cubicBezTo>
                    <a:pt x="6134" y="361"/>
                    <a:pt x="7756" y="-451"/>
                    <a:pt x="4511" y="361"/>
                  </a:cubicBezTo>
                  <a:cubicBezTo>
                    <a:pt x="2077" y="1173"/>
                    <a:pt x="1266" y="361"/>
                    <a:pt x="454" y="1173"/>
                  </a:cubicBezTo>
                  <a:cubicBezTo>
                    <a:pt x="-1168" y="1984"/>
                    <a:pt x="2077" y="1984"/>
                    <a:pt x="2077" y="1984"/>
                  </a:cubicBezTo>
                  <a:cubicBezTo>
                    <a:pt x="3700" y="1984"/>
                    <a:pt x="6134" y="1173"/>
                    <a:pt x="6945" y="1173"/>
                  </a:cubicBezTo>
                  <a:cubicBezTo>
                    <a:pt x="10190" y="1984"/>
                    <a:pt x="11001" y="361"/>
                    <a:pt x="8568"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1" name="Freeform 170">
              <a:extLst>
                <a:ext uri="{FF2B5EF4-FFF2-40B4-BE49-F238E27FC236}">
                  <a16:creationId xmlns:a16="http://schemas.microsoft.com/office/drawing/2014/main" id="{BA00FDFD-F92D-A195-591E-693D11BDAD63}"/>
                </a:ext>
              </a:extLst>
            </p:cNvPr>
            <p:cNvSpPr/>
            <p:nvPr/>
          </p:nvSpPr>
          <p:spPr>
            <a:xfrm>
              <a:off x="4419302" y="3237557"/>
              <a:ext cx="5005" cy="1298"/>
            </a:xfrm>
            <a:custGeom>
              <a:avLst/>
              <a:gdLst>
                <a:gd name="connsiteX0" fmla="*/ 0 w 5005"/>
                <a:gd name="connsiteY0" fmla="*/ 937 h 1298"/>
                <a:gd name="connsiteX1" fmla="*/ 1623 w 5005"/>
                <a:gd name="connsiteY1" fmla="*/ 937 h 1298"/>
                <a:gd name="connsiteX2" fmla="*/ 0 w 5005"/>
                <a:gd name="connsiteY2" fmla="*/ 937 h 1298"/>
              </a:gdLst>
              <a:ahLst/>
              <a:cxnLst>
                <a:cxn ang="0">
                  <a:pos x="connsiteX0" y="connsiteY0"/>
                </a:cxn>
                <a:cxn ang="0">
                  <a:pos x="connsiteX1" y="connsiteY1"/>
                </a:cxn>
                <a:cxn ang="0">
                  <a:pos x="connsiteX2" y="connsiteY2"/>
                </a:cxn>
              </a:cxnLst>
              <a:rect l="l" t="t" r="r" b="b"/>
              <a:pathLst>
                <a:path w="5005" h="1298">
                  <a:moveTo>
                    <a:pt x="0" y="937"/>
                  </a:moveTo>
                  <a:cubicBezTo>
                    <a:pt x="0" y="1749"/>
                    <a:pt x="1623" y="937"/>
                    <a:pt x="1623" y="937"/>
                  </a:cubicBezTo>
                  <a:cubicBezTo>
                    <a:pt x="9736" y="126"/>
                    <a:pt x="811" y="-686"/>
                    <a:pt x="0"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2" name="Freeform 171">
              <a:extLst>
                <a:ext uri="{FF2B5EF4-FFF2-40B4-BE49-F238E27FC236}">
                  <a16:creationId xmlns:a16="http://schemas.microsoft.com/office/drawing/2014/main" id="{729C8EF2-E4E1-C8EF-1AA7-7CF7E4780D01}"/>
                </a:ext>
              </a:extLst>
            </p:cNvPr>
            <p:cNvSpPr/>
            <p:nvPr/>
          </p:nvSpPr>
          <p:spPr>
            <a:xfrm>
              <a:off x="4374571" y="3213529"/>
              <a:ext cx="87730" cy="7196"/>
            </a:xfrm>
            <a:custGeom>
              <a:avLst/>
              <a:gdLst>
                <a:gd name="connsiteX0" fmla="*/ 26071 w 87730"/>
                <a:gd name="connsiteY0" fmla="*/ 5480 h 7196"/>
                <a:gd name="connsiteX1" fmla="*/ 25260 w 87730"/>
                <a:gd name="connsiteY1" fmla="*/ 5480 h 7196"/>
                <a:gd name="connsiteX2" fmla="*/ 26071 w 87730"/>
                <a:gd name="connsiteY2" fmla="*/ 5480 h 7196"/>
                <a:gd name="connsiteX3" fmla="*/ 76373 w 87730"/>
                <a:gd name="connsiteY3" fmla="*/ 3856 h 7196"/>
                <a:gd name="connsiteX4" fmla="*/ 81240 w 87730"/>
                <a:gd name="connsiteY4" fmla="*/ 3045 h 7196"/>
                <a:gd name="connsiteX5" fmla="*/ 83674 w 87730"/>
                <a:gd name="connsiteY5" fmla="*/ 3045 h 7196"/>
                <a:gd name="connsiteX6" fmla="*/ 87731 w 87730"/>
                <a:gd name="connsiteY6" fmla="*/ 609 h 7196"/>
                <a:gd name="connsiteX7" fmla="*/ 86108 w 87730"/>
                <a:gd name="connsiteY7" fmla="*/ 609 h 7196"/>
                <a:gd name="connsiteX8" fmla="*/ 77995 w 87730"/>
                <a:gd name="connsiteY8" fmla="*/ 1421 h 7196"/>
                <a:gd name="connsiteX9" fmla="*/ 75561 w 87730"/>
                <a:gd name="connsiteY9" fmla="*/ 1421 h 7196"/>
                <a:gd name="connsiteX10" fmla="*/ 67448 w 87730"/>
                <a:gd name="connsiteY10" fmla="*/ 2233 h 7196"/>
                <a:gd name="connsiteX11" fmla="*/ 66637 w 87730"/>
                <a:gd name="connsiteY11" fmla="*/ 1421 h 7196"/>
                <a:gd name="connsiteX12" fmla="*/ 61769 w 87730"/>
                <a:gd name="connsiteY12" fmla="*/ 1421 h 7196"/>
                <a:gd name="connsiteX13" fmla="*/ 60146 w 87730"/>
                <a:gd name="connsiteY13" fmla="*/ 2233 h 7196"/>
                <a:gd name="connsiteX14" fmla="*/ 48788 w 87730"/>
                <a:gd name="connsiteY14" fmla="*/ 2233 h 7196"/>
                <a:gd name="connsiteX15" fmla="*/ 48788 w 87730"/>
                <a:gd name="connsiteY15" fmla="*/ 2233 h 7196"/>
                <a:gd name="connsiteX16" fmla="*/ 38241 w 87730"/>
                <a:gd name="connsiteY16" fmla="*/ 3045 h 7196"/>
                <a:gd name="connsiteX17" fmla="*/ 26882 w 87730"/>
                <a:gd name="connsiteY17" fmla="*/ 3045 h 7196"/>
                <a:gd name="connsiteX18" fmla="*/ 24448 w 87730"/>
                <a:gd name="connsiteY18" fmla="*/ 3045 h 7196"/>
                <a:gd name="connsiteX19" fmla="*/ 920 w 87730"/>
                <a:gd name="connsiteY19" fmla="*/ 7104 h 7196"/>
                <a:gd name="connsiteX20" fmla="*/ 30127 w 87730"/>
                <a:gd name="connsiteY20" fmla="*/ 6292 h 7196"/>
                <a:gd name="connsiteX21" fmla="*/ 30127 w 87730"/>
                <a:gd name="connsiteY21" fmla="*/ 7104 h 7196"/>
                <a:gd name="connsiteX22" fmla="*/ 34995 w 87730"/>
                <a:gd name="connsiteY22" fmla="*/ 5480 h 7196"/>
                <a:gd name="connsiteX23" fmla="*/ 36618 w 87730"/>
                <a:gd name="connsiteY23" fmla="*/ 5480 h 7196"/>
                <a:gd name="connsiteX24" fmla="*/ 52844 w 87730"/>
                <a:gd name="connsiteY24" fmla="*/ 3856 h 7196"/>
                <a:gd name="connsiteX25" fmla="*/ 57712 w 87730"/>
                <a:gd name="connsiteY25" fmla="*/ 4668 h 7196"/>
                <a:gd name="connsiteX26" fmla="*/ 68259 w 87730"/>
                <a:gd name="connsiteY26" fmla="*/ 3856 h 7196"/>
                <a:gd name="connsiteX27" fmla="*/ 76373 w 87730"/>
                <a:gd name="connsiteY27" fmla="*/ 3856 h 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7730" h="7196">
                  <a:moveTo>
                    <a:pt x="26071" y="5480"/>
                  </a:moveTo>
                  <a:cubicBezTo>
                    <a:pt x="24448" y="6292"/>
                    <a:pt x="25260" y="4668"/>
                    <a:pt x="25260" y="5480"/>
                  </a:cubicBezTo>
                  <a:cubicBezTo>
                    <a:pt x="25260" y="3856"/>
                    <a:pt x="26882" y="4668"/>
                    <a:pt x="26071" y="5480"/>
                  </a:cubicBezTo>
                  <a:moveTo>
                    <a:pt x="76373" y="3856"/>
                  </a:moveTo>
                  <a:cubicBezTo>
                    <a:pt x="77995" y="3045"/>
                    <a:pt x="80429" y="3045"/>
                    <a:pt x="81240" y="3045"/>
                  </a:cubicBezTo>
                  <a:cubicBezTo>
                    <a:pt x="82863" y="3856"/>
                    <a:pt x="82863" y="1421"/>
                    <a:pt x="83674" y="3045"/>
                  </a:cubicBezTo>
                  <a:cubicBezTo>
                    <a:pt x="83674" y="4668"/>
                    <a:pt x="87731" y="2233"/>
                    <a:pt x="87731" y="609"/>
                  </a:cubicBezTo>
                  <a:cubicBezTo>
                    <a:pt x="87731" y="-203"/>
                    <a:pt x="86920" y="-203"/>
                    <a:pt x="86108" y="609"/>
                  </a:cubicBezTo>
                  <a:cubicBezTo>
                    <a:pt x="84486" y="2233"/>
                    <a:pt x="79618" y="2233"/>
                    <a:pt x="77995" y="1421"/>
                  </a:cubicBezTo>
                  <a:cubicBezTo>
                    <a:pt x="76373" y="609"/>
                    <a:pt x="73127" y="2233"/>
                    <a:pt x="75561" y="1421"/>
                  </a:cubicBezTo>
                  <a:cubicBezTo>
                    <a:pt x="82052" y="609"/>
                    <a:pt x="70693" y="3856"/>
                    <a:pt x="67448" y="2233"/>
                  </a:cubicBezTo>
                  <a:cubicBezTo>
                    <a:pt x="66637" y="2233"/>
                    <a:pt x="66637" y="609"/>
                    <a:pt x="66637" y="1421"/>
                  </a:cubicBezTo>
                  <a:cubicBezTo>
                    <a:pt x="66637" y="2233"/>
                    <a:pt x="58524" y="3045"/>
                    <a:pt x="61769" y="1421"/>
                  </a:cubicBezTo>
                  <a:cubicBezTo>
                    <a:pt x="64203" y="609"/>
                    <a:pt x="60146" y="1421"/>
                    <a:pt x="60146" y="2233"/>
                  </a:cubicBezTo>
                  <a:cubicBezTo>
                    <a:pt x="60146" y="3045"/>
                    <a:pt x="48788" y="3856"/>
                    <a:pt x="48788" y="2233"/>
                  </a:cubicBezTo>
                  <a:cubicBezTo>
                    <a:pt x="48788" y="2233"/>
                    <a:pt x="48788" y="2233"/>
                    <a:pt x="48788" y="2233"/>
                  </a:cubicBezTo>
                  <a:cubicBezTo>
                    <a:pt x="48788" y="3045"/>
                    <a:pt x="39863" y="3856"/>
                    <a:pt x="38241" y="3045"/>
                  </a:cubicBezTo>
                  <a:cubicBezTo>
                    <a:pt x="38241" y="3045"/>
                    <a:pt x="20392" y="5480"/>
                    <a:pt x="26882" y="3045"/>
                  </a:cubicBezTo>
                  <a:cubicBezTo>
                    <a:pt x="28505" y="2233"/>
                    <a:pt x="26882" y="2233"/>
                    <a:pt x="24448" y="3045"/>
                  </a:cubicBezTo>
                  <a:cubicBezTo>
                    <a:pt x="11467" y="7104"/>
                    <a:pt x="-3948" y="4668"/>
                    <a:pt x="920" y="7104"/>
                  </a:cubicBezTo>
                  <a:cubicBezTo>
                    <a:pt x="1731" y="7104"/>
                    <a:pt x="34184" y="4668"/>
                    <a:pt x="30127" y="6292"/>
                  </a:cubicBezTo>
                  <a:cubicBezTo>
                    <a:pt x="29316" y="7104"/>
                    <a:pt x="29316" y="7104"/>
                    <a:pt x="30127" y="7104"/>
                  </a:cubicBezTo>
                  <a:cubicBezTo>
                    <a:pt x="31750" y="7916"/>
                    <a:pt x="34995" y="3045"/>
                    <a:pt x="34995" y="5480"/>
                  </a:cubicBezTo>
                  <a:cubicBezTo>
                    <a:pt x="34995" y="6292"/>
                    <a:pt x="37429" y="6292"/>
                    <a:pt x="36618" y="5480"/>
                  </a:cubicBezTo>
                  <a:cubicBezTo>
                    <a:pt x="35807" y="3856"/>
                    <a:pt x="46354" y="4668"/>
                    <a:pt x="52844" y="3856"/>
                  </a:cubicBezTo>
                  <a:cubicBezTo>
                    <a:pt x="57712" y="3856"/>
                    <a:pt x="56090" y="6292"/>
                    <a:pt x="57712" y="4668"/>
                  </a:cubicBezTo>
                  <a:cubicBezTo>
                    <a:pt x="60146" y="1421"/>
                    <a:pt x="65014" y="4668"/>
                    <a:pt x="68259" y="3856"/>
                  </a:cubicBezTo>
                  <a:cubicBezTo>
                    <a:pt x="72316" y="3045"/>
                    <a:pt x="74750" y="4668"/>
                    <a:pt x="76373" y="385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3" name="Freeform 172">
              <a:extLst>
                <a:ext uri="{FF2B5EF4-FFF2-40B4-BE49-F238E27FC236}">
                  <a16:creationId xmlns:a16="http://schemas.microsoft.com/office/drawing/2014/main" id="{EFF52803-D99C-9A5D-D3B2-7A6CA2321BC2}"/>
                </a:ext>
              </a:extLst>
            </p:cNvPr>
            <p:cNvSpPr/>
            <p:nvPr/>
          </p:nvSpPr>
          <p:spPr>
            <a:xfrm>
              <a:off x="4390906" y="3224449"/>
              <a:ext cx="1369" cy="1866"/>
            </a:xfrm>
            <a:custGeom>
              <a:avLst/>
              <a:gdLst>
                <a:gd name="connsiteX0" fmla="*/ 0 w 1369"/>
                <a:gd name="connsiteY0" fmla="*/ 1055 h 1866"/>
                <a:gd name="connsiteX1" fmla="*/ 811 w 1369"/>
                <a:gd name="connsiteY1" fmla="*/ 1866 h 1866"/>
                <a:gd name="connsiteX2" fmla="*/ 0 w 1369"/>
                <a:gd name="connsiteY2" fmla="*/ 1055 h 1866"/>
              </a:gdLst>
              <a:ahLst/>
              <a:cxnLst>
                <a:cxn ang="0">
                  <a:pos x="connsiteX0" y="connsiteY0"/>
                </a:cxn>
                <a:cxn ang="0">
                  <a:pos x="connsiteX1" y="connsiteY1"/>
                </a:cxn>
                <a:cxn ang="0">
                  <a:pos x="connsiteX2" y="connsiteY2"/>
                </a:cxn>
              </a:cxnLst>
              <a:rect l="l" t="t" r="r" b="b"/>
              <a:pathLst>
                <a:path w="1369" h="1866">
                  <a:moveTo>
                    <a:pt x="0" y="1055"/>
                  </a:moveTo>
                  <a:cubicBezTo>
                    <a:pt x="0" y="1866"/>
                    <a:pt x="811" y="1866"/>
                    <a:pt x="811" y="1866"/>
                  </a:cubicBezTo>
                  <a:cubicBezTo>
                    <a:pt x="2434" y="1055"/>
                    <a:pt x="0" y="-1381"/>
                    <a:pt x="0" y="105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4" name="Freeform 173">
              <a:extLst>
                <a:ext uri="{FF2B5EF4-FFF2-40B4-BE49-F238E27FC236}">
                  <a16:creationId xmlns:a16="http://schemas.microsoft.com/office/drawing/2014/main" id="{0C23B379-9183-13DD-0944-42C6E991C262}"/>
                </a:ext>
              </a:extLst>
            </p:cNvPr>
            <p:cNvSpPr/>
            <p:nvPr/>
          </p:nvSpPr>
          <p:spPr>
            <a:xfrm>
              <a:off x="4370922" y="3204543"/>
              <a:ext cx="145006" cy="12030"/>
            </a:xfrm>
            <a:custGeom>
              <a:avLst/>
              <a:gdLst>
                <a:gd name="connsiteX0" fmla="*/ 123833 w 145006"/>
                <a:gd name="connsiteY0" fmla="*/ 7159 h 12030"/>
                <a:gd name="connsiteX1" fmla="*/ 125455 w 145006"/>
                <a:gd name="connsiteY1" fmla="*/ 7159 h 12030"/>
                <a:gd name="connsiteX2" fmla="*/ 123833 w 145006"/>
                <a:gd name="connsiteY2" fmla="*/ 7159 h 12030"/>
                <a:gd name="connsiteX3" fmla="*/ 30532 w 145006"/>
                <a:gd name="connsiteY3" fmla="*/ 10406 h 12030"/>
                <a:gd name="connsiteX4" fmla="*/ 30532 w 145006"/>
                <a:gd name="connsiteY4" fmla="*/ 9594 h 12030"/>
                <a:gd name="connsiteX5" fmla="*/ 30532 w 145006"/>
                <a:gd name="connsiteY5" fmla="*/ 10406 h 12030"/>
                <a:gd name="connsiteX6" fmla="*/ 29720 w 145006"/>
                <a:gd name="connsiteY6" fmla="*/ 7159 h 12030"/>
                <a:gd name="connsiteX7" fmla="*/ 14305 w 145006"/>
                <a:gd name="connsiteY7" fmla="*/ 7971 h 12030"/>
                <a:gd name="connsiteX8" fmla="*/ 513 w 145006"/>
                <a:gd name="connsiteY8" fmla="*/ 12030 h 12030"/>
                <a:gd name="connsiteX9" fmla="*/ 7815 w 145006"/>
                <a:gd name="connsiteY9" fmla="*/ 11218 h 12030"/>
                <a:gd name="connsiteX10" fmla="*/ 11871 w 145006"/>
                <a:gd name="connsiteY10" fmla="*/ 11218 h 12030"/>
                <a:gd name="connsiteX11" fmla="*/ 14305 w 145006"/>
                <a:gd name="connsiteY11" fmla="*/ 10406 h 12030"/>
                <a:gd name="connsiteX12" fmla="*/ 17551 w 145006"/>
                <a:gd name="connsiteY12" fmla="*/ 10406 h 12030"/>
                <a:gd name="connsiteX13" fmla="*/ 18362 w 145006"/>
                <a:gd name="connsiteY13" fmla="*/ 10406 h 12030"/>
                <a:gd name="connsiteX14" fmla="*/ 27286 w 145006"/>
                <a:gd name="connsiteY14" fmla="*/ 7971 h 12030"/>
                <a:gd name="connsiteX15" fmla="*/ 28098 w 145006"/>
                <a:gd name="connsiteY15" fmla="*/ 8783 h 12030"/>
                <a:gd name="connsiteX16" fmla="*/ 27286 w 145006"/>
                <a:gd name="connsiteY16" fmla="*/ 10406 h 12030"/>
                <a:gd name="connsiteX17" fmla="*/ 30532 w 145006"/>
                <a:gd name="connsiteY17" fmla="*/ 9594 h 12030"/>
                <a:gd name="connsiteX18" fmla="*/ 32154 w 145006"/>
                <a:gd name="connsiteY18" fmla="*/ 9594 h 12030"/>
                <a:gd name="connsiteX19" fmla="*/ 37022 w 145006"/>
                <a:gd name="connsiteY19" fmla="*/ 9594 h 12030"/>
                <a:gd name="connsiteX20" fmla="*/ 39456 w 145006"/>
                <a:gd name="connsiteY20" fmla="*/ 9594 h 12030"/>
                <a:gd name="connsiteX21" fmla="*/ 46758 w 145006"/>
                <a:gd name="connsiteY21" fmla="*/ 9594 h 12030"/>
                <a:gd name="connsiteX22" fmla="*/ 51626 w 145006"/>
                <a:gd name="connsiteY22" fmla="*/ 8783 h 12030"/>
                <a:gd name="connsiteX23" fmla="*/ 52437 w 145006"/>
                <a:gd name="connsiteY23" fmla="*/ 8783 h 12030"/>
                <a:gd name="connsiteX24" fmla="*/ 53248 w 145006"/>
                <a:gd name="connsiteY24" fmla="*/ 8783 h 12030"/>
                <a:gd name="connsiteX25" fmla="*/ 57305 w 145006"/>
                <a:gd name="connsiteY25" fmla="*/ 8783 h 12030"/>
                <a:gd name="connsiteX26" fmla="*/ 66229 w 145006"/>
                <a:gd name="connsiteY26" fmla="*/ 7971 h 12030"/>
                <a:gd name="connsiteX27" fmla="*/ 67852 w 145006"/>
                <a:gd name="connsiteY27" fmla="*/ 7971 h 12030"/>
                <a:gd name="connsiteX28" fmla="*/ 71909 w 145006"/>
                <a:gd name="connsiteY28" fmla="*/ 7159 h 12030"/>
                <a:gd name="connsiteX29" fmla="*/ 75154 w 145006"/>
                <a:gd name="connsiteY29" fmla="*/ 7159 h 12030"/>
                <a:gd name="connsiteX30" fmla="*/ 75965 w 145006"/>
                <a:gd name="connsiteY30" fmla="*/ 7159 h 12030"/>
                <a:gd name="connsiteX31" fmla="*/ 77588 w 145006"/>
                <a:gd name="connsiteY31" fmla="*/ 6347 h 12030"/>
                <a:gd name="connsiteX32" fmla="*/ 80833 w 145006"/>
                <a:gd name="connsiteY32" fmla="*/ 7159 h 12030"/>
                <a:gd name="connsiteX33" fmla="*/ 81644 w 145006"/>
                <a:gd name="connsiteY33" fmla="*/ 7971 h 12030"/>
                <a:gd name="connsiteX34" fmla="*/ 86512 w 145006"/>
                <a:gd name="connsiteY34" fmla="*/ 6347 h 12030"/>
                <a:gd name="connsiteX35" fmla="*/ 88946 w 145006"/>
                <a:gd name="connsiteY35" fmla="*/ 5535 h 12030"/>
                <a:gd name="connsiteX36" fmla="*/ 92192 w 145006"/>
                <a:gd name="connsiteY36" fmla="*/ 5535 h 12030"/>
                <a:gd name="connsiteX37" fmla="*/ 93814 w 145006"/>
                <a:gd name="connsiteY37" fmla="*/ 5535 h 12030"/>
                <a:gd name="connsiteX38" fmla="*/ 98682 w 145006"/>
                <a:gd name="connsiteY38" fmla="*/ 5535 h 12030"/>
                <a:gd name="connsiteX39" fmla="*/ 99493 w 145006"/>
                <a:gd name="connsiteY39" fmla="*/ 5535 h 12030"/>
                <a:gd name="connsiteX40" fmla="*/ 105172 w 145006"/>
                <a:gd name="connsiteY40" fmla="*/ 5535 h 12030"/>
                <a:gd name="connsiteX41" fmla="*/ 115720 w 145006"/>
                <a:gd name="connsiteY41" fmla="*/ 5535 h 12030"/>
                <a:gd name="connsiteX42" fmla="*/ 118154 w 145006"/>
                <a:gd name="connsiteY42" fmla="*/ 3099 h 12030"/>
                <a:gd name="connsiteX43" fmla="*/ 118154 w 145006"/>
                <a:gd name="connsiteY43" fmla="*/ 3911 h 12030"/>
                <a:gd name="connsiteX44" fmla="*/ 118154 w 145006"/>
                <a:gd name="connsiteY44" fmla="*/ 4723 h 12030"/>
                <a:gd name="connsiteX45" fmla="*/ 122210 w 145006"/>
                <a:gd name="connsiteY45" fmla="*/ 5535 h 12030"/>
                <a:gd name="connsiteX46" fmla="*/ 124644 w 145006"/>
                <a:gd name="connsiteY46" fmla="*/ 6347 h 12030"/>
                <a:gd name="connsiteX47" fmla="*/ 127889 w 145006"/>
                <a:gd name="connsiteY47" fmla="*/ 5535 h 12030"/>
                <a:gd name="connsiteX48" fmla="*/ 136003 w 145006"/>
                <a:gd name="connsiteY48" fmla="*/ 3099 h 12030"/>
                <a:gd name="connsiteX49" fmla="*/ 136814 w 145006"/>
                <a:gd name="connsiteY49" fmla="*/ 3099 h 12030"/>
                <a:gd name="connsiteX50" fmla="*/ 144927 w 145006"/>
                <a:gd name="connsiteY50" fmla="*/ 1475 h 12030"/>
                <a:gd name="connsiteX51" fmla="*/ 139248 w 145006"/>
                <a:gd name="connsiteY51" fmla="*/ 664 h 12030"/>
                <a:gd name="connsiteX52" fmla="*/ 131946 w 145006"/>
                <a:gd name="connsiteY52" fmla="*/ 664 h 12030"/>
                <a:gd name="connsiteX53" fmla="*/ 131135 w 145006"/>
                <a:gd name="connsiteY53" fmla="*/ 664 h 12030"/>
                <a:gd name="connsiteX54" fmla="*/ 99493 w 145006"/>
                <a:gd name="connsiteY54" fmla="*/ 1475 h 12030"/>
                <a:gd name="connsiteX55" fmla="*/ 95437 w 145006"/>
                <a:gd name="connsiteY55" fmla="*/ 2287 h 12030"/>
                <a:gd name="connsiteX56" fmla="*/ 37833 w 145006"/>
                <a:gd name="connsiteY56" fmla="*/ 5535 h 12030"/>
                <a:gd name="connsiteX57" fmla="*/ 35400 w 145006"/>
                <a:gd name="connsiteY57" fmla="*/ 3911 h 12030"/>
                <a:gd name="connsiteX58" fmla="*/ 29720 w 145006"/>
                <a:gd name="connsiteY58" fmla="*/ 7159 h 1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45006" h="12030">
                  <a:moveTo>
                    <a:pt x="123833" y="7159"/>
                  </a:moveTo>
                  <a:cubicBezTo>
                    <a:pt x="124644" y="5535"/>
                    <a:pt x="127078" y="5535"/>
                    <a:pt x="125455" y="7159"/>
                  </a:cubicBezTo>
                  <a:cubicBezTo>
                    <a:pt x="124644" y="8783"/>
                    <a:pt x="123833" y="6347"/>
                    <a:pt x="123833" y="7159"/>
                  </a:cubicBezTo>
                  <a:moveTo>
                    <a:pt x="30532" y="10406"/>
                  </a:moveTo>
                  <a:cubicBezTo>
                    <a:pt x="30532" y="10406"/>
                    <a:pt x="30532" y="8783"/>
                    <a:pt x="30532" y="9594"/>
                  </a:cubicBezTo>
                  <a:cubicBezTo>
                    <a:pt x="32154" y="7971"/>
                    <a:pt x="30532" y="10406"/>
                    <a:pt x="30532" y="10406"/>
                  </a:cubicBezTo>
                  <a:moveTo>
                    <a:pt x="29720" y="7159"/>
                  </a:moveTo>
                  <a:cubicBezTo>
                    <a:pt x="27286" y="6347"/>
                    <a:pt x="28909" y="8783"/>
                    <a:pt x="14305" y="7971"/>
                  </a:cubicBezTo>
                  <a:cubicBezTo>
                    <a:pt x="513" y="7159"/>
                    <a:pt x="-1110" y="12030"/>
                    <a:pt x="513" y="12030"/>
                  </a:cubicBezTo>
                  <a:cubicBezTo>
                    <a:pt x="513" y="11218"/>
                    <a:pt x="10249" y="9594"/>
                    <a:pt x="7815" y="11218"/>
                  </a:cubicBezTo>
                  <a:cubicBezTo>
                    <a:pt x="6192" y="12030"/>
                    <a:pt x="9437" y="12030"/>
                    <a:pt x="11871" y="11218"/>
                  </a:cubicBezTo>
                  <a:cubicBezTo>
                    <a:pt x="13494" y="10406"/>
                    <a:pt x="14305" y="10406"/>
                    <a:pt x="14305" y="10406"/>
                  </a:cubicBezTo>
                  <a:cubicBezTo>
                    <a:pt x="14305" y="11218"/>
                    <a:pt x="17551" y="9594"/>
                    <a:pt x="17551" y="10406"/>
                  </a:cubicBezTo>
                  <a:cubicBezTo>
                    <a:pt x="17551" y="10406"/>
                    <a:pt x="18362" y="10406"/>
                    <a:pt x="18362" y="10406"/>
                  </a:cubicBezTo>
                  <a:cubicBezTo>
                    <a:pt x="19173" y="8783"/>
                    <a:pt x="24852" y="12030"/>
                    <a:pt x="27286" y="7971"/>
                  </a:cubicBezTo>
                  <a:cubicBezTo>
                    <a:pt x="28098" y="6347"/>
                    <a:pt x="29720" y="7159"/>
                    <a:pt x="28098" y="8783"/>
                  </a:cubicBezTo>
                  <a:lnTo>
                    <a:pt x="27286" y="10406"/>
                  </a:lnTo>
                  <a:cubicBezTo>
                    <a:pt x="28098" y="10406"/>
                    <a:pt x="30532" y="8783"/>
                    <a:pt x="30532" y="9594"/>
                  </a:cubicBezTo>
                  <a:cubicBezTo>
                    <a:pt x="30532" y="9594"/>
                    <a:pt x="31343" y="9594"/>
                    <a:pt x="32154" y="9594"/>
                  </a:cubicBezTo>
                  <a:cubicBezTo>
                    <a:pt x="34588" y="7971"/>
                    <a:pt x="34588" y="10406"/>
                    <a:pt x="37022" y="9594"/>
                  </a:cubicBezTo>
                  <a:cubicBezTo>
                    <a:pt x="39456" y="8783"/>
                    <a:pt x="39456" y="10406"/>
                    <a:pt x="39456" y="9594"/>
                  </a:cubicBezTo>
                  <a:cubicBezTo>
                    <a:pt x="40267" y="7971"/>
                    <a:pt x="43513" y="10406"/>
                    <a:pt x="46758" y="9594"/>
                  </a:cubicBezTo>
                  <a:cubicBezTo>
                    <a:pt x="49192" y="8783"/>
                    <a:pt x="49192" y="10406"/>
                    <a:pt x="51626" y="8783"/>
                  </a:cubicBezTo>
                  <a:cubicBezTo>
                    <a:pt x="52437" y="7971"/>
                    <a:pt x="53248" y="7971"/>
                    <a:pt x="52437" y="8783"/>
                  </a:cubicBezTo>
                  <a:cubicBezTo>
                    <a:pt x="52437" y="9594"/>
                    <a:pt x="52437" y="9594"/>
                    <a:pt x="53248" y="8783"/>
                  </a:cubicBezTo>
                  <a:cubicBezTo>
                    <a:pt x="54871" y="7971"/>
                    <a:pt x="54060" y="9594"/>
                    <a:pt x="57305" y="8783"/>
                  </a:cubicBezTo>
                  <a:cubicBezTo>
                    <a:pt x="62984" y="6347"/>
                    <a:pt x="65418" y="11218"/>
                    <a:pt x="66229" y="7971"/>
                  </a:cubicBezTo>
                  <a:cubicBezTo>
                    <a:pt x="66229" y="6347"/>
                    <a:pt x="67041" y="7159"/>
                    <a:pt x="67852" y="7971"/>
                  </a:cubicBezTo>
                  <a:cubicBezTo>
                    <a:pt x="67852" y="9594"/>
                    <a:pt x="70286" y="7159"/>
                    <a:pt x="71909" y="7159"/>
                  </a:cubicBezTo>
                  <a:cubicBezTo>
                    <a:pt x="73531" y="7971"/>
                    <a:pt x="74343" y="5535"/>
                    <a:pt x="75154" y="7159"/>
                  </a:cubicBezTo>
                  <a:cubicBezTo>
                    <a:pt x="75154" y="7971"/>
                    <a:pt x="75965" y="7971"/>
                    <a:pt x="75965" y="7159"/>
                  </a:cubicBezTo>
                  <a:cubicBezTo>
                    <a:pt x="75965" y="6347"/>
                    <a:pt x="76776" y="6347"/>
                    <a:pt x="77588" y="6347"/>
                  </a:cubicBezTo>
                  <a:cubicBezTo>
                    <a:pt x="79211" y="7159"/>
                    <a:pt x="80833" y="3099"/>
                    <a:pt x="80833" y="7159"/>
                  </a:cubicBezTo>
                  <a:cubicBezTo>
                    <a:pt x="80833" y="7971"/>
                    <a:pt x="80833" y="7971"/>
                    <a:pt x="81644" y="7971"/>
                  </a:cubicBezTo>
                  <a:cubicBezTo>
                    <a:pt x="82456" y="7159"/>
                    <a:pt x="85701" y="5535"/>
                    <a:pt x="86512" y="6347"/>
                  </a:cubicBezTo>
                  <a:cubicBezTo>
                    <a:pt x="87324" y="7159"/>
                    <a:pt x="85701" y="5535"/>
                    <a:pt x="88946" y="5535"/>
                  </a:cubicBezTo>
                  <a:cubicBezTo>
                    <a:pt x="89758" y="5535"/>
                    <a:pt x="92192" y="5535"/>
                    <a:pt x="92192" y="5535"/>
                  </a:cubicBezTo>
                  <a:cubicBezTo>
                    <a:pt x="93003" y="5535"/>
                    <a:pt x="93814" y="4723"/>
                    <a:pt x="93814" y="5535"/>
                  </a:cubicBezTo>
                  <a:cubicBezTo>
                    <a:pt x="94625" y="6347"/>
                    <a:pt x="97871" y="4723"/>
                    <a:pt x="98682" y="5535"/>
                  </a:cubicBezTo>
                  <a:cubicBezTo>
                    <a:pt x="98682" y="5535"/>
                    <a:pt x="99493" y="6347"/>
                    <a:pt x="99493" y="5535"/>
                  </a:cubicBezTo>
                  <a:cubicBezTo>
                    <a:pt x="99493" y="4723"/>
                    <a:pt x="105172" y="4723"/>
                    <a:pt x="105172" y="5535"/>
                  </a:cubicBezTo>
                  <a:cubicBezTo>
                    <a:pt x="105172" y="6347"/>
                    <a:pt x="114908" y="5535"/>
                    <a:pt x="115720" y="5535"/>
                  </a:cubicBezTo>
                  <a:cubicBezTo>
                    <a:pt x="116531" y="6347"/>
                    <a:pt x="117342" y="3911"/>
                    <a:pt x="118154" y="3099"/>
                  </a:cubicBezTo>
                  <a:cubicBezTo>
                    <a:pt x="118965" y="3099"/>
                    <a:pt x="118965" y="3099"/>
                    <a:pt x="118154" y="3911"/>
                  </a:cubicBezTo>
                  <a:cubicBezTo>
                    <a:pt x="117342" y="4723"/>
                    <a:pt x="117342" y="5535"/>
                    <a:pt x="118154" y="4723"/>
                  </a:cubicBezTo>
                  <a:cubicBezTo>
                    <a:pt x="124644" y="664"/>
                    <a:pt x="125455" y="4723"/>
                    <a:pt x="122210" y="5535"/>
                  </a:cubicBezTo>
                  <a:cubicBezTo>
                    <a:pt x="117342" y="6347"/>
                    <a:pt x="122210" y="7159"/>
                    <a:pt x="124644" y="6347"/>
                  </a:cubicBezTo>
                  <a:cubicBezTo>
                    <a:pt x="125455" y="5535"/>
                    <a:pt x="127889" y="7159"/>
                    <a:pt x="127889" y="5535"/>
                  </a:cubicBezTo>
                  <a:cubicBezTo>
                    <a:pt x="128701" y="2287"/>
                    <a:pt x="133569" y="5535"/>
                    <a:pt x="136003" y="3099"/>
                  </a:cubicBezTo>
                  <a:cubicBezTo>
                    <a:pt x="136003" y="3099"/>
                    <a:pt x="136814" y="2287"/>
                    <a:pt x="136814" y="3099"/>
                  </a:cubicBezTo>
                  <a:cubicBezTo>
                    <a:pt x="137625" y="3911"/>
                    <a:pt x="144927" y="3099"/>
                    <a:pt x="144927" y="1475"/>
                  </a:cubicBezTo>
                  <a:cubicBezTo>
                    <a:pt x="145738" y="-1772"/>
                    <a:pt x="140059" y="1475"/>
                    <a:pt x="139248" y="664"/>
                  </a:cubicBezTo>
                  <a:cubicBezTo>
                    <a:pt x="138436" y="-148"/>
                    <a:pt x="131946" y="-148"/>
                    <a:pt x="131946" y="664"/>
                  </a:cubicBezTo>
                  <a:cubicBezTo>
                    <a:pt x="131946" y="664"/>
                    <a:pt x="131946" y="664"/>
                    <a:pt x="131135" y="664"/>
                  </a:cubicBezTo>
                  <a:cubicBezTo>
                    <a:pt x="131135" y="-148"/>
                    <a:pt x="103550" y="664"/>
                    <a:pt x="99493" y="1475"/>
                  </a:cubicBezTo>
                  <a:cubicBezTo>
                    <a:pt x="96248" y="2287"/>
                    <a:pt x="97059" y="3099"/>
                    <a:pt x="95437" y="2287"/>
                  </a:cubicBezTo>
                  <a:cubicBezTo>
                    <a:pt x="88946" y="-148"/>
                    <a:pt x="38645" y="4723"/>
                    <a:pt x="37833" y="5535"/>
                  </a:cubicBezTo>
                  <a:cubicBezTo>
                    <a:pt x="37022" y="7159"/>
                    <a:pt x="34588" y="5535"/>
                    <a:pt x="35400" y="3911"/>
                  </a:cubicBezTo>
                  <a:cubicBezTo>
                    <a:pt x="35400" y="4723"/>
                    <a:pt x="32154" y="7971"/>
                    <a:pt x="29720" y="715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5" name="Freeform 174">
              <a:extLst>
                <a:ext uri="{FF2B5EF4-FFF2-40B4-BE49-F238E27FC236}">
                  <a16:creationId xmlns:a16="http://schemas.microsoft.com/office/drawing/2014/main" id="{8D4A5062-EEF7-4BC0-E7C2-1D2A8788C31C}"/>
                </a:ext>
              </a:extLst>
            </p:cNvPr>
            <p:cNvSpPr/>
            <p:nvPr/>
          </p:nvSpPr>
          <p:spPr>
            <a:xfrm>
              <a:off x="4394501" y="3223750"/>
              <a:ext cx="9718" cy="1919"/>
            </a:xfrm>
            <a:custGeom>
              <a:avLst/>
              <a:gdLst>
                <a:gd name="connsiteX0" fmla="*/ 8575 w 9718"/>
                <a:gd name="connsiteY0" fmla="*/ 130 h 1919"/>
                <a:gd name="connsiteX1" fmla="*/ 1273 w 9718"/>
                <a:gd name="connsiteY1" fmla="*/ 1754 h 1919"/>
                <a:gd name="connsiteX2" fmla="*/ 5330 w 9718"/>
                <a:gd name="connsiteY2" fmla="*/ 1754 h 1919"/>
                <a:gd name="connsiteX3" fmla="*/ 8575 w 9718"/>
                <a:gd name="connsiteY3" fmla="*/ 130 h 1919"/>
              </a:gdLst>
              <a:ahLst/>
              <a:cxnLst>
                <a:cxn ang="0">
                  <a:pos x="connsiteX0" y="connsiteY0"/>
                </a:cxn>
                <a:cxn ang="0">
                  <a:pos x="connsiteX1" y="connsiteY1"/>
                </a:cxn>
                <a:cxn ang="0">
                  <a:pos x="connsiteX2" y="connsiteY2"/>
                </a:cxn>
                <a:cxn ang="0">
                  <a:pos x="connsiteX3" y="connsiteY3"/>
                </a:cxn>
              </a:cxnLst>
              <a:rect l="l" t="t" r="r" b="b"/>
              <a:pathLst>
                <a:path w="9718" h="1919">
                  <a:moveTo>
                    <a:pt x="8575" y="130"/>
                  </a:moveTo>
                  <a:cubicBezTo>
                    <a:pt x="6952" y="130"/>
                    <a:pt x="-3595" y="-682"/>
                    <a:pt x="1273" y="1754"/>
                  </a:cubicBezTo>
                  <a:cubicBezTo>
                    <a:pt x="2896" y="1754"/>
                    <a:pt x="2896" y="942"/>
                    <a:pt x="5330" y="1754"/>
                  </a:cubicBezTo>
                  <a:cubicBezTo>
                    <a:pt x="9386" y="2565"/>
                    <a:pt x="11009" y="130"/>
                    <a:pt x="8575" y="13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6" name="Freeform 175">
              <a:extLst>
                <a:ext uri="{FF2B5EF4-FFF2-40B4-BE49-F238E27FC236}">
                  <a16:creationId xmlns:a16="http://schemas.microsoft.com/office/drawing/2014/main" id="{95460958-2E11-A7DC-8C72-B6EEFC46006A}"/>
                </a:ext>
              </a:extLst>
            </p:cNvPr>
            <p:cNvSpPr/>
            <p:nvPr/>
          </p:nvSpPr>
          <p:spPr>
            <a:xfrm>
              <a:off x="4425793" y="3237346"/>
              <a:ext cx="1147" cy="1484"/>
            </a:xfrm>
            <a:custGeom>
              <a:avLst/>
              <a:gdLst>
                <a:gd name="connsiteX0" fmla="*/ 0 w 1147"/>
                <a:gd name="connsiteY0" fmla="*/ 336 h 1484"/>
                <a:gd name="connsiteX1" fmla="*/ 811 w 1147"/>
                <a:gd name="connsiteY1" fmla="*/ 1148 h 1484"/>
                <a:gd name="connsiteX2" fmla="*/ 0 w 1147"/>
                <a:gd name="connsiteY2" fmla="*/ 336 h 1484"/>
              </a:gdLst>
              <a:ahLst/>
              <a:cxnLst>
                <a:cxn ang="0">
                  <a:pos x="connsiteX0" y="connsiteY0"/>
                </a:cxn>
                <a:cxn ang="0">
                  <a:pos x="connsiteX1" y="connsiteY1"/>
                </a:cxn>
                <a:cxn ang="0">
                  <a:pos x="connsiteX2" y="connsiteY2"/>
                </a:cxn>
              </a:cxnLst>
              <a:rect l="l" t="t" r="r" b="b"/>
              <a:pathLst>
                <a:path w="1147" h="1484">
                  <a:moveTo>
                    <a:pt x="0" y="336"/>
                  </a:moveTo>
                  <a:cubicBezTo>
                    <a:pt x="0" y="1148"/>
                    <a:pt x="811" y="1960"/>
                    <a:pt x="811" y="1148"/>
                  </a:cubicBezTo>
                  <a:cubicBezTo>
                    <a:pt x="1622" y="336"/>
                    <a:pt x="811" y="-476"/>
                    <a:pt x="0"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7" name="Freeform 176">
              <a:extLst>
                <a:ext uri="{FF2B5EF4-FFF2-40B4-BE49-F238E27FC236}">
                  <a16:creationId xmlns:a16="http://schemas.microsoft.com/office/drawing/2014/main" id="{F15011DF-6825-D8DA-A36B-5E9A21E629CA}"/>
                </a:ext>
              </a:extLst>
            </p:cNvPr>
            <p:cNvSpPr/>
            <p:nvPr/>
          </p:nvSpPr>
          <p:spPr>
            <a:xfrm>
              <a:off x="4433996" y="3236961"/>
              <a:ext cx="2006" cy="2008"/>
            </a:xfrm>
            <a:custGeom>
              <a:avLst/>
              <a:gdLst>
                <a:gd name="connsiteX0" fmla="*/ 721 w 2006"/>
                <a:gd name="connsiteY0" fmla="*/ 722 h 2008"/>
                <a:gd name="connsiteX1" fmla="*/ 721 w 2006"/>
                <a:gd name="connsiteY1" fmla="*/ 722 h 2008"/>
                <a:gd name="connsiteX2" fmla="*/ 721 w 2006"/>
                <a:gd name="connsiteY2" fmla="*/ 722 h 2008"/>
              </a:gdLst>
              <a:ahLst/>
              <a:cxnLst>
                <a:cxn ang="0">
                  <a:pos x="connsiteX0" y="connsiteY0"/>
                </a:cxn>
                <a:cxn ang="0">
                  <a:pos x="connsiteX1" y="connsiteY1"/>
                </a:cxn>
                <a:cxn ang="0">
                  <a:pos x="connsiteX2" y="connsiteY2"/>
                </a:cxn>
              </a:cxnLst>
              <a:rect l="l" t="t" r="r" b="b"/>
              <a:pathLst>
                <a:path w="2006" h="2008">
                  <a:moveTo>
                    <a:pt x="721" y="722"/>
                  </a:moveTo>
                  <a:cubicBezTo>
                    <a:pt x="-902" y="3157"/>
                    <a:pt x="721" y="1533"/>
                    <a:pt x="721" y="722"/>
                  </a:cubicBezTo>
                  <a:cubicBezTo>
                    <a:pt x="3155" y="722"/>
                    <a:pt x="1532" y="-902"/>
                    <a:pt x="721" y="72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8" name="Freeform 177">
              <a:extLst>
                <a:ext uri="{FF2B5EF4-FFF2-40B4-BE49-F238E27FC236}">
                  <a16:creationId xmlns:a16="http://schemas.microsoft.com/office/drawing/2014/main" id="{2802B802-AEBF-BCE4-E0F5-03D66285E9E5}"/>
                </a:ext>
              </a:extLst>
            </p:cNvPr>
            <p:cNvSpPr/>
            <p:nvPr/>
          </p:nvSpPr>
          <p:spPr>
            <a:xfrm>
              <a:off x="4437026" y="3237073"/>
              <a:ext cx="1297" cy="969"/>
            </a:xfrm>
            <a:custGeom>
              <a:avLst/>
              <a:gdLst>
                <a:gd name="connsiteX0" fmla="*/ 937 w 1297"/>
                <a:gd name="connsiteY0" fmla="*/ 609 h 969"/>
                <a:gd name="connsiteX1" fmla="*/ 937 w 1297"/>
                <a:gd name="connsiteY1" fmla="*/ 609 h 969"/>
                <a:gd name="connsiteX2" fmla="*/ 937 w 1297"/>
                <a:gd name="connsiteY2" fmla="*/ 609 h 969"/>
              </a:gdLst>
              <a:ahLst/>
              <a:cxnLst>
                <a:cxn ang="0">
                  <a:pos x="connsiteX0" y="connsiteY0"/>
                </a:cxn>
                <a:cxn ang="0">
                  <a:pos x="connsiteX1" y="connsiteY1"/>
                </a:cxn>
                <a:cxn ang="0">
                  <a:pos x="connsiteX2" y="connsiteY2"/>
                </a:cxn>
              </a:cxnLst>
              <a:rect l="l" t="t" r="r" b="b"/>
              <a:pathLst>
                <a:path w="1297" h="969">
                  <a:moveTo>
                    <a:pt x="937" y="609"/>
                  </a:moveTo>
                  <a:cubicBezTo>
                    <a:pt x="1748" y="1421"/>
                    <a:pt x="937" y="609"/>
                    <a:pt x="937" y="609"/>
                  </a:cubicBezTo>
                  <a:cubicBezTo>
                    <a:pt x="126" y="-203"/>
                    <a:pt x="-686" y="-203"/>
                    <a:pt x="937"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79" name="Freeform 178">
              <a:extLst>
                <a:ext uri="{FF2B5EF4-FFF2-40B4-BE49-F238E27FC236}">
                  <a16:creationId xmlns:a16="http://schemas.microsoft.com/office/drawing/2014/main" id="{5BA67D2A-52BD-1954-8207-5675DBF808A0}"/>
                </a:ext>
              </a:extLst>
            </p:cNvPr>
            <p:cNvSpPr/>
            <p:nvPr/>
          </p:nvSpPr>
          <p:spPr>
            <a:xfrm>
              <a:off x="4409567" y="3223185"/>
              <a:ext cx="2076" cy="1734"/>
            </a:xfrm>
            <a:custGeom>
              <a:avLst/>
              <a:gdLst>
                <a:gd name="connsiteX0" fmla="*/ 0 w 2076"/>
                <a:gd name="connsiteY0" fmla="*/ 1507 h 1734"/>
                <a:gd name="connsiteX1" fmla="*/ 1622 w 2076"/>
                <a:gd name="connsiteY1" fmla="*/ 695 h 1734"/>
                <a:gd name="connsiteX2" fmla="*/ 0 w 2076"/>
                <a:gd name="connsiteY2" fmla="*/ 1507 h 1734"/>
              </a:gdLst>
              <a:ahLst/>
              <a:cxnLst>
                <a:cxn ang="0">
                  <a:pos x="connsiteX0" y="connsiteY0"/>
                </a:cxn>
                <a:cxn ang="0">
                  <a:pos x="connsiteX1" y="connsiteY1"/>
                </a:cxn>
                <a:cxn ang="0">
                  <a:pos x="connsiteX2" y="connsiteY2"/>
                </a:cxn>
              </a:cxnLst>
              <a:rect l="l" t="t" r="r" b="b"/>
              <a:pathLst>
                <a:path w="2076" h="1734">
                  <a:moveTo>
                    <a:pt x="0" y="1507"/>
                  </a:moveTo>
                  <a:cubicBezTo>
                    <a:pt x="0" y="2319"/>
                    <a:pt x="1622" y="695"/>
                    <a:pt x="1622" y="695"/>
                  </a:cubicBezTo>
                  <a:cubicBezTo>
                    <a:pt x="3245" y="-929"/>
                    <a:pt x="0" y="695"/>
                    <a:pt x="0"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0" name="Freeform 179">
              <a:extLst>
                <a:ext uri="{FF2B5EF4-FFF2-40B4-BE49-F238E27FC236}">
                  <a16:creationId xmlns:a16="http://schemas.microsoft.com/office/drawing/2014/main" id="{550E2A80-BFE4-7719-0860-C63138D8ADEB}"/>
                </a:ext>
              </a:extLst>
            </p:cNvPr>
            <p:cNvSpPr/>
            <p:nvPr/>
          </p:nvSpPr>
          <p:spPr>
            <a:xfrm>
              <a:off x="4446762" y="3237682"/>
              <a:ext cx="2153" cy="1148"/>
            </a:xfrm>
            <a:custGeom>
              <a:avLst/>
              <a:gdLst>
                <a:gd name="connsiteX0" fmla="*/ 937 w 2153"/>
                <a:gd name="connsiteY0" fmla="*/ 0 h 1148"/>
                <a:gd name="connsiteX1" fmla="*/ 937 w 2153"/>
                <a:gd name="connsiteY1" fmla="*/ 812 h 1148"/>
                <a:gd name="connsiteX2" fmla="*/ 937 w 2153"/>
                <a:gd name="connsiteY2" fmla="*/ 0 h 1148"/>
              </a:gdLst>
              <a:ahLst/>
              <a:cxnLst>
                <a:cxn ang="0">
                  <a:pos x="connsiteX0" y="connsiteY0"/>
                </a:cxn>
                <a:cxn ang="0">
                  <a:pos x="connsiteX1" y="connsiteY1"/>
                </a:cxn>
                <a:cxn ang="0">
                  <a:pos x="connsiteX2" y="connsiteY2"/>
                </a:cxn>
              </a:cxnLst>
              <a:rect l="l" t="t" r="r" b="b"/>
              <a:pathLst>
                <a:path w="2153" h="1148">
                  <a:moveTo>
                    <a:pt x="937" y="0"/>
                  </a:moveTo>
                  <a:cubicBezTo>
                    <a:pt x="-686" y="812"/>
                    <a:pt x="126" y="1624"/>
                    <a:pt x="937" y="812"/>
                  </a:cubicBezTo>
                  <a:cubicBezTo>
                    <a:pt x="2559" y="812"/>
                    <a:pt x="2559" y="0"/>
                    <a:pt x="93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1" name="Freeform 180">
              <a:extLst>
                <a:ext uri="{FF2B5EF4-FFF2-40B4-BE49-F238E27FC236}">
                  <a16:creationId xmlns:a16="http://schemas.microsoft.com/office/drawing/2014/main" id="{C096FEAD-E3A5-BCB1-46E3-83FB775F2B9D}"/>
                </a:ext>
              </a:extLst>
            </p:cNvPr>
            <p:cNvSpPr/>
            <p:nvPr/>
          </p:nvSpPr>
          <p:spPr>
            <a:xfrm>
              <a:off x="4451147" y="3235933"/>
              <a:ext cx="1825" cy="1874"/>
            </a:xfrm>
            <a:custGeom>
              <a:avLst/>
              <a:gdLst>
                <a:gd name="connsiteX0" fmla="*/ 608 w 1825"/>
                <a:gd name="connsiteY0" fmla="*/ 938 h 1874"/>
                <a:gd name="connsiteX1" fmla="*/ 608 w 1825"/>
                <a:gd name="connsiteY1" fmla="*/ 938 h 1874"/>
                <a:gd name="connsiteX2" fmla="*/ 608 w 1825"/>
                <a:gd name="connsiteY2" fmla="*/ 938 h 1874"/>
              </a:gdLst>
              <a:ahLst/>
              <a:cxnLst>
                <a:cxn ang="0">
                  <a:pos x="connsiteX0" y="connsiteY0"/>
                </a:cxn>
                <a:cxn ang="0">
                  <a:pos x="connsiteX1" y="connsiteY1"/>
                </a:cxn>
                <a:cxn ang="0">
                  <a:pos x="connsiteX2" y="connsiteY2"/>
                </a:cxn>
              </a:cxnLst>
              <a:rect l="l" t="t" r="r" b="b"/>
              <a:pathLst>
                <a:path w="1825" h="1874">
                  <a:moveTo>
                    <a:pt x="608" y="938"/>
                  </a:moveTo>
                  <a:cubicBezTo>
                    <a:pt x="-203" y="1749"/>
                    <a:pt x="-203" y="2561"/>
                    <a:pt x="608" y="938"/>
                  </a:cubicBezTo>
                  <a:cubicBezTo>
                    <a:pt x="2231" y="126"/>
                    <a:pt x="2231" y="-686"/>
                    <a:pt x="608"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2" name="Freeform 181">
              <a:extLst>
                <a:ext uri="{FF2B5EF4-FFF2-40B4-BE49-F238E27FC236}">
                  <a16:creationId xmlns:a16="http://schemas.microsoft.com/office/drawing/2014/main" id="{B7DEC9B3-00A1-0E22-F135-2CAC338EF0AC}"/>
                </a:ext>
              </a:extLst>
            </p:cNvPr>
            <p:cNvSpPr/>
            <p:nvPr/>
          </p:nvSpPr>
          <p:spPr>
            <a:xfrm>
              <a:off x="4416647" y="3219821"/>
              <a:ext cx="2064" cy="1148"/>
            </a:xfrm>
            <a:custGeom>
              <a:avLst/>
              <a:gdLst>
                <a:gd name="connsiteX0" fmla="*/ 221 w 2064"/>
                <a:gd name="connsiteY0" fmla="*/ 0 h 1148"/>
                <a:gd name="connsiteX1" fmla="*/ 1844 w 2064"/>
                <a:gd name="connsiteY1" fmla="*/ 812 h 1148"/>
                <a:gd name="connsiteX2" fmla="*/ 221 w 2064"/>
                <a:gd name="connsiteY2" fmla="*/ 0 h 1148"/>
              </a:gdLst>
              <a:ahLst/>
              <a:cxnLst>
                <a:cxn ang="0">
                  <a:pos x="connsiteX0" y="connsiteY0"/>
                </a:cxn>
                <a:cxn ang="0">
                  <a:pos x="connsiteX1" y="connsiteY1"/>
                </a:cxn>
                <a:cxn ang="0">
                  <a:pos x="connsiteX2" y="connsiteY2"/>
                </a:cxn>
              </a:cxnLst>
              <a:rect l="l" t="t" r="r" b="b"/>
              <a:pathLst>
                <a:path w="2064" h="1148">
                  <a:moveTo>
                    <a:pt x="221" y="0"/>
                  </a:moveTo>
                  <a:cubicBezTo>
                    <a:pt x="-590" y="812"/>
                    <a:pt x="1032" y="1624"/>
                    <a:pt x="1844" y="812"/>
                  </a:cubicBezTo>
                  <a:cubicBezTo>
                    <a:pt x="2655" y="0"/>
                    <a:pt x="1032" y="0"/>
                    <a:pt x="221"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3" name="Freeform 182">
              <a:extLst>
                <a:ext uri="{FF2B5EF4-FFF2-40B4-BE49-F238E27FC236}">
                  <a16:creationId xmlns:a16="http://schemas.microsoft.com/office/drawing/2014/main" id="{B932DB39-0A6A-C336-C59B-3BF241FD0141}"/>
                </a:ext>
              </a:extLst>
            </p:cNvPr>
            <p:cNvSpPr/>
            <p:nvPr/>
          </p:nvSpPr>
          <p:spPr>
            <a:xfrm>
              <a:off x="4420114" y="3219212"/>
              <a:ext cx="1622" cy="969"/>
            </a:xfrm>
            <a:custGeom>
              <a:avLst/>
              <a:gdLst>
                <a:gd name="connsiteX0" fmla="*/ 0 w 1622"/>
                <a:gd name="connsiteY0" fmla="*/ 609 h 969"/>
                <a:gd name="connsiteX1" fmla="*/ 1623 w 1622"/>
                <a:gd name="connsiteY1" fmla="*/ 609 h 969"/>
                <a:gd name="connsiteX2" fmla="*/ 0 w 1622"/>
                <a:gd name="connsiteY2" fmla="*/ 609 h 969"/>
              </a:gdLst>
              <a:ahLst/>
              <a:cxnLst>
                <a:cxn ang="0">
                  <a:pos x="connsiteX0" y="connsiteY0"/>
                </a:cxn>
                <a:cxn ang="0">
                  <a:pos x="connsiteX1" y="connsiteY1"/>
                </a:cxn>
                <a:cxn ang="0">
                  <a:pos x="connsiteX2" y="connsiteY2"/>
                </a:cxn>
              </a:cxnLst>
              <a:rect l="l" t="t" r="r" b="b"/>
              <a:pathLst>
                <a:path w="1622" h="969">
                  <a:moveTo>
                    <a:pt x="0" y="609"/>
                  </a:moveTo>
                  <a:cubicBezTo>
                    <a:pt x="0" y="609"/>
                    <a:pt x="811" y="1421"/>
                    <a:pt x="1623" y="609"/>
                  </a:cubicBezTo>
                  <a:cubicBezTo>
                    <a:pt x="1623" y="-203"/>
                    <a:pt x="0" y="-203"/>
                    <a:pt x="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4" name="Freeform 183">
              <a:extLst>
                <a:ext uri="{FF2B5EF4-FFF2-40B4-BE49-F238E27FC236}">
                  <a16:creationId xmlns:a16="http://schemas.microsoft.com/office/drawing/2014/main" id="{CA500571-C82F-047E-1B22-6E7124D97EC4}"/>
                </a:ext>
              </a:extLst>
            </p:cNvPr>
            <p:cNvSpPr/>
            <p:nvPr/>
          </p:nvSpPr>
          <p:spPr>
            <a:xfrm>
              <a:off x="4418249" y="3215761"/>
              <a:ext cx="2749" cy="1014"/>
            </a:xfrm>
            <a:custGeom>
              <a:avLst/>
              <a:gdLst>
                <a:gd name="connsiteX0" fmla="*/ 1865 w 2749"/>
                <a:gd name="connsiteY0" fmla="*/ 812 h 1014"/>
                <a:gd name="connsiteX1" fmla="*/ 1054 w 2749"/>
                <a:gd name="connsiteY1" fmla="*/ 0 h 1014"/>
                <a:gd name="connsiteX2" fmla="*/ 1865 w 2749"/>
                <a:gd name="connsiteY2" fmla="*/ 812 h 1014"/>
              </a:gdLst>
              <a:ahLst/>
              <a:cxnLst>
                <a:cxn ang="0">
                  <a:pos x="connsiteX0" y="connsiteY0"/>
                </a:cxn>
                <a:cxn ang="0">
                  <a:pos x="connsiteX1" y="connsiteY1"/>
                </a:cxn>
                <a:cxn ang="0">
                  <a:pos x="connsiteX2" y="connsiteY2"/>
                </a:cxn>
              </a:cxnLst>
              <a:rect l="l" t="t" r="r" b="b"/>
              <a:pathLst>
                <a:path w="2749" h="1014">
                  <a:moveTo>
                    <a:pt x="1865" y="812"/>
                  </a:moveTo>
                  <a:cubicBezTo>
                    <a:pt x="3488" y="0"/>
                    <a:pt x="2677" y="0"/>
                    <a:pt x="1054" y="0"/>
                  </a:cubicBezTo>
                  <a:cubicBezTo>
                    <a:pt x="-1380" y="1624"/>
                    <a:pt x="1054" y="812"/>
                    <a:pt x="1865"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5" name="Freeform 184">
              <a:extLst>
                <a:ext uri="{FF2B5EF4-FFF2-40B4-BE49-F238E27FC236}">
                  <a16:creationId xmlns:a16="http://schemas.microsoft.com/office/drawing/2014/main" id="{2E7B9E46-2466-3AF6-656B-71B3EDE1444A}"/>
                </a:ext>
              </a:extLst>
            </p:cNvPr>
            <p:cNvSpPr/>
            <p:nvPr/>
          </p:nvSpPr>
          <p:spPr>
            <a:xfrm>
              <a:off x="4432374" y="3220272"/>
              <a:ext cx="1658" cy="1298"/>
            </a:xfrm>
            <a:custGeom>
              <a:avLst/>
              <a:gdLst>
                <a:gd name="connsiteX0" fmla="*/ 721 w 1658"/>
                <a:gd name="connsiteY0" fmla="*/ 361 h 1298"/>
                <a:gd name="connsiteX1" fmla="*/ 721 w 1658"/>
                <a:gd name="connsiteY1" fmla="*/ 361 h 1298"/>
                <a:gd name="connsiteX2" fmla="*/ 721 w 1658"/>
                <a:gd name="connsiteY2" fmla="*/ 361 h 1298"/>
              </a:gdLst>
              <a:ahLst/>
              <a:cxnLst>
                <a:cxn ang="0">
                  <a:pos x="connsiteX0" y="connsiteY0"/>
                </a:cxn>
                <a:cxn ang="0">
                  <a:pos x="connsiteX1" y="connsiteY1"/>
                </a:cxn>
                <a:cxn ang="0">
                  <a:pos x="connsiteX2" y="connsiteY2"/>
                </a:cxn>
              </a:cxnLst>
              <a:rect l="l" t="t" r="r" b="b"/>
              <a:pathLst>
                <a:path w="1658" h="1298">
                  <a:moveTo>
                    <a:pt x="721" y="361"/>
                  </a:moveTo>
                  <a:cubicBezTo>
                    <a:pt x="-902" y="1984"/>
                    <a:pt x="721" y="1173"/>
                    <a:pt x="721" y="361"/>
                  </a:cubicBezTo>
                  <a:cubicBezTo>
                    <a:pt x="2344" y="361"/>
                    <a:pt x="1533" y="-451"/>
                    <a:pt x="721"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6" name="Freeform 185">
              <a:extLst>
                <a:ext uri="{FF2B5EF4-FFF2-40B4-BE49-F238E27FC236}">
                  <a16:creationId xmlns:a16="http://schemas.microsoft.com/office/drawing/2014/main" id="{18FE68CD-A7C7-3140-370F-61B344140723}"/>
                </a:ext>
              </a:extLst>
            </p:cNvPr>
            <p:cNvSpPr/>
            <p:nvPr/>
          </p:nvSpPr>
          <p:spPr>
            <a:xfrm>
              <a:off x="4438861" y="3218451"/>
              <a:ext cx="2617" cy="2255"/>
            </a:xfrm>
            <a:custGeom>
              <a:avLst/>
              <a:gdLst>
                <a:gd name="connsiteX0" fmla="*/ 1536 w 2617"/>
                <a:gd name="connsiteY0" fmla="*/ 558 h 2255"/>
                <a:gd name="connsiteX1" fmla="*/ 1536 w 2617"/>
                <a:gd name="connsiteY1" fmla="*/ 1370 h 2255"/>
                <a:gd name="connsiteX2" fmla="*/ 1536 w 2617"/>
                <a:gd name="connsiteY2" fmla="*/ 558 h 2255"/>
              </a:gdLst>
              <a:ahLst/>
              <a:cxnLst>
                <a:cxn ang="0">
                  <a:pos x="connsiteX0" y="connsiteY0"/>
                </a:cxn>
                <a:cxn ang="0">
                  <a:pos x="connsiteX1" y="connsiteY1"/>
                </a:cxn>
                <a:cxn ang="0">
                  <a:pos x="connsiteX2" y="connsiteY2"/>
                </a:cxn>
              </a:cxnLst>
              <a:rect l="l" t="t" r="r" b="b"/>
              <a:pathLst>
                <a:path w="2617" h="2255">
                  <a:moveTo>
                    <a:pt x="1536" y="558"/>
                  </a:moveTo>
                  <a:cubicBezTo>
                    <a:pt x="-898" y="2182"/>
                    <a:pt x="-86" y="2994"/>
                    <a:pt x="1536" y="1370"/>
                  </a:cubicBezTo>
                  <a:cubicBezTo>
                    <a:pt x="1536" y="1370"/>
                    <a:pt x="3970" y="-1066"/>
                    <a:pt x="1536" y="55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7" name="Freeform 186">
              <a:extLst>
                <a:ext uri="{FF2B5EF4-FFF2-40B4-BE49-F238E27FC236}">
                  <a16:creationId xmlns:a16="http://schemas.microsoft.com/office/drawing/2014/main" id="{2222EE79-AC7B-573B-76E1-BE6834A83E14}"/>
                </a:ext>
              </a:extLst>
            </p:cNvPr>
            <p:cNvSpPr/>
            <p:nvPr/>
          </p:nvSpPr>
          <p:spPr>
            <a:xfrm>
              <a:off x="4444453" y="3218029"/>
              <a:ext cx="2052" cy="1148"/>
            </a:xfrm>
            <a:custGeom>
              <a:avLst/>
              <a:gdLst>
                <a:gd name="connsiteX0" fmla="*/ 811 w 2052"/>
                <a:gd name="connsiteY0" fmla="*/ 168 h 1148"/>
                <a:gd name="connsiteX1" fmla="*/ 0 w 2052"/>
                <a:gd name="connsiteY1" fmla="*/ 980 h 1148"/>
                <a:gd name="connsiteX2" fmla="*/ 811 w 2052"/>
                <a:gd name="connsiteY2" fmla="*/ 168 h 1148"/>
              </a:gdLst>
              <a:ahLst/>
              <a:cxnLst>
                <a:cxn ang="0">
                  <a:pos x="connsiteX0" y="connsiteY0"/>
                </a:cxn>
                <a:cxn ang="0">
                  <a:pos x="connsiteX1" y="connsiteY1"/>
                </a:cxn>
                <a:cxn ang="0">
                  <a:pos x="connsiteX2" y="connsiteY2"/>
                </a:cxn>
              </a:cxnLst>
              <a:rect l="l" t="t" r="r" b="b"/>
              <a:pathLst>
                <a:path w="2052" h="1148">
                  <a:moveTo>
                    <a:pt x="811" y="168"/>
                  </a:moveTo>
                  <a:cubicBezTo>
                    <a:pt x="0" y="168"/>
                    <a:pt x="0" y="980"/>
                    <a:pt x="0" y="980"/>
                  </a:cubicBezTo>
                  <a:cubicBezTo>
                    <a:pt x="1623" y="1792"/>
                    <a:pt x="3245" y="-644"/>
                    <a:pt x="811" y="16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8" name="Freeform 187">
              <a:extLst>
                <a:ext uri="{FF2B5EF4-FFF2-40B4-BE49-F238E27FC236}">
                  <a16:creationId xmlns:a16="http://schemas.microsoft.com/office/drawing/2014/main" id="{85D58F7F-6625-6A7E-CEB9-7A34C3606B57}"/>
                </a:ext>
              </a:extLst>
            </p:cNvPr>
            <p:cNvSpPr/>
            <p:nvPr/>
          </p:nvSpPr>
          <p:spPr>
            <a:xfrm>
              <a:off x="4439936" y="3213732"/>
              <a:ext cx="1404" cy="1578"/>
            </a:xfrm>
            <a:custGeom>
              <a:avLst/>
              <a:gdLst>
                <a:gd name="connsiteX0" fmla="*/ 1272 w 1404"/>
                <a:gd name="connsiteY0" fmla="*/ 1218 h 1578"/>
                <a:gd name="connsiteX1" fmla="*/ 461 w 1404"/>
                <a:gd name="connsiteY1" fmla="*/ 1218 h 1578"/>
                <a:gd name="connsiteX2" fmla="*/ 1272 w 1404"/>
                <a:gd name="connsiteY2" fmla="*/ 1218 h 1578"/>
              </a:gdLst>
              <a:ahLst/>
              <a:cxnLst>
                <a:cxn ang="0">
                  <a:pos x="connsiteX0" y="connsiteY0"/>
                </a:cxn>
                <a:cxn ang="0">
                  <a:pos x="connsiteX1" y="connsiteY1"/>
                </a:cxn>
                <a:cxn ang="0">
                  <a:pos x="connsiteX2" y="connsiteY2"/>
                </a:cxn>
              </a:cxnLst>
              <a:rect l="l" t="t" r="r" b="b"/>
              <a:pathLst>
                <a:path w="1404" h="1578">
                  <a:moveTo>
                    <a:pt x="1272" y="1218"/>
                  </a:moveTo>
                  <a:cubicBezTo>
                    <a:pt x="2084" y="-406"/>
                    <a:pt x="-1161" y="-406"/>
                    <a:pt x="461" y="1218"/>
                  </a:cubicBezTo>
                  <a:cubicBezTo>
                    <a:pt x="1272" y="2030"/>
                    <a:pt x="1272" y="1218"/>
                    <a:pt x="1272" y="121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89" name="Freeform 188">
              <a:extLst>
                <a:ext uri="{FF2B5EF4-FFF2-40B4-BE49-F238E27FC236}">
                  <a16:creationId xmlns:a16="http://schemas.microsoft.com/office/drawing/2014/main" id="{03AA73F1-9881-61C6-A67E-F97CAD6BD14E}"/>
                </a:ext>
              </a:extLst>
            </p:cNvPr>
            <p:cNvSpPr/>
            <p:nvPr/>
          </p:nvSpPr>
          <p:spPr>
            <a:xfrm>
              <a:off x="4446551" y="3214391"/>
              <a:ext cx="2052" cy="1370"/>
            </a:xfrm>
            <a:custGeom>
              <a:avLst/>
              <a:gdLst>
                <a:gd name="connsiteX0" fmla="*/ 336 w 2052"/>
                <a:gd name="connsiteY0" fmla="*/ 1370 h 1370"/>
                <a:gd name="connsiteX1" fmla="*/ 1147 w 2052"/>
                <a:gd name="connsiteY1" fmla="*/ 558 h 1370"/>
                <a:gd name="connsiteX2" fmla="*/ 336 w 2052"/>
                <a:gd name="connsiteY2" fmla="*/ 1370 h 1370"/>
                <a:gd name="connsiteX3" fmla="*/ 336 w 2052"/>
                <a:gd name="connsiteY3" fmla="*/ 1370 h 1370"/>
              </a:gdLst>
              <a:ahLst/>
              <a:cxnLst>
                <a:cxn ang="0">
                  <a:pos x="connsiteX0" y="connsiteY0"/>
                </a:cxn>
                <a:cxn ang="0">
                  <a:pos x="connsiteX1" y="connsiteY1"/>
                </a:cxn>
                <a:cxn ang="0">
                  <a:pos x="connsiteX2" y="connsiteY2"/>
                </a:cxn>
                <a:cxn ang="0">
                  <a:pos x="connsiteX3" y="connsiteY3"/>
                </a:cxn>
              </a:cxnLst>
              <a:rect l="l" t="t" r="r" b="b"/>
              <a:pathLst>
                <a:path w="2052" h="1370">
                  <a:moveTo>
                    <a:pt x="336" y="1370"/>
                  </a:moveTo>
                  <a:cubicBezTo>
                    <a:pt x="336" y="558"/>
                    <a:pt x="3581" y="1370"/>
                    <a:pt x="1147" y="558"/>
                  </a:cubicBezTo>
                  <a:cubicBezTo>
                    <a:pt x="336" y="-1066"/>
                    <a:pt x="-475" y="1370"/>
                    <a:pt x="336" y="1370"/>
                  </a:cubicBezTo>
                  <a:cubicBezTo>
                    <a:pt x="336" y="1370"/>
                    <a:pt x="336" y="1370"/>
                    <a:pt x="336" y="137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0" name="Freeform 189">
              <a:extLst>
                <a:ext uri="{FF2B5EF4-FFF2-40B4-BE49-F238E27FC236}">
                  <a16:creationId xmlns:a16="http://schemas.microsoft.com/office/drawing/2014/main" id="{168E337A-AC48-9BDE-F7A1-B2F8328B474E}"/>
                </a:ext>
              </a:extLst>
            </p:cNvPr>
            <p:cNvSpPr/>
            <p:nvPr/>
          </p:nvSpPr>
          <p:spPr>
            <a:xfrm>
              <a:off x="4499382" y="3235597"/>
              <a:ext cx="8783" cy="2312"/>
            </a:xfrm>
            <a:custGeom>
              <a:avLst/>
              <a:gdLst>
                <a:gd name="connsiteX0" fmla="*/ 6731 w 8783"/>
                <a:gd name="connsiteY0" fmla="*/ 461 h 2312"/>
                <a:gd name="connsiteX1" fmla="*/ 1052 w 8783"/>
                <a:gd name="connsiteY1" fmla="*/ 2085 h 2312"/>
                <a:gd name="connsiteX2" fmla="*/ 4298 w 8783"/>
                <a:gd name="connsiteY2" fmla="*/ 2085 h 2312"/>
                <a:gd name="connsiteX3" fmla="*/ 5920 w 8783"/>
                <a:gd name="connsiteY3" fmla="*/ 2085 h 2312"/>
                <a:gd name="connsiteX4" fmla="*/ 7543 w 8783"/>
                <a:gd name="connsiteY4" fmla="*/ 1273 h 2312"/>
                <a:gd name="connsiteX5" fmla="*/ 6731 w 8783"/>
                <a:gd name="connsiteY5" fmla="*/ 461 h 2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83" h="2312">
                  <a:moveTo>
                    <a:pt x="6731" y="461"/>
                  </a:moveTo>
                  <a:cubicBezTo>
                    <a:pt x="5920" y="1273"/>
                    <a:pt x="-3004" y="-350"/>
                    <a:pt x="1052" y="2085"/>
                  </a:cubicBezTo>
                  <a:cubicBezTo>
                    <a:pt x="1864" y="2085"/>
                    <a:pt x="3486" y="2085"/>
                    <a:pt x="4298" y="2085"/>
                  </a:cubicBezTo>
                  <a:cubicBezTo>
                    <a:pt x="5109" y="2085"/>
                    <a:pt x="5920" y="2085"/>
                    <a:pt x="5920" y="2085"/>
                  </a:cubicBezTo>
                  <a:cubicBezTo>
                    <a:pt x="5920" y="2897"/>
                    <a:pt x="6731" y="1273"/>
                    <a:pt x="7543" y="1273"/>
                  </a:cubicBezTo>
                  <a:cubicBezTo>
                    <a:pt x="9977" y="2085"/>
                    <a:pt x="8354" y="-1162"/>
                    <a:pt x="6731" y="4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2" name="Freeform 191">
              <a:extLst>
                <a:ext uri="{FF2B5EF4-FFF2-40B4-BE49-F238E27FC236}">
                  <a16:creationId xmlns:a16="http://schemas.microsoft.com/office/drawing/2014/main" id="{5A85590F-B234-6390-98ED-A5745B96442B}"/>
                </a:ext>
              </a:extLst>
            </p:cNvPr>
            <p:cNvSpPr/>
            <p:nvPr/>
          </p:nvSpPr>
          <p:spPr>
            <a:xfrm>
              <a:off x="4498569" y="3234098"/>
              <a:ext cx="2919" cy="1351"/>
            </a:xfrm>
            <a:custGeom>
              <a:avLst/>
              <a:gdLst>
                <a:gd name="connsiteX0" fmla="*/ 1865 w 2919"/>
                <a:gd name="connsiteY0" fmla="*/ 1148 h 1351"/>
                <a:gd name="connsiteX1" fmla="*/ 1054 w 2919"/>
                <a:gd name="connsiteY1" fmla="*/ 336 h 1351"/>
                <a:gd name="connsiteX2" fmla="*/ 1865 w 2919"/>
                <a:gd name="connsiteY2" fmla="*/ 1148 h 1351"/>
              </a:gdLst>
              <a:ahLst/>
              <a:cxnLst>
                <a:cxn ang="0">
                  <a:pos x="connsiteX0" y="connsiteY0"/>
                </a:cxn>
                <a:cxn ang="0">
                  <a:pos x="connsiteX1" y="connsiteY1"/>
                </a:cxn>
                <a:cxn ang="0">
                  <a:pos x="connsiteX2" y="connsiteY2"/>
                </a:cxn>
              </a:cxnLst>
              <a:rect l="l" t="t" r="r" b="b"/>
              <a:pathLst>
                <a:path w="2919" h="1351">
                  <a:moveTo>
                    <a:pt x="1865" y="1148"/>
                  </a:moveTo>
                  <a:cubicBezTo>
                    <a:pt x="4299" y="336"/>
                    <a:pt x="1865" y="-475"/>
                    <a:pt x="1054" y="336"/>
                  </a:cubicBezTo>
                  <a:cubicBezTo>
                    <a:pt x="-1380" y="1960"/>
                    <a:pt x="1054" y="1148"/>
                    <a:pt x="1865"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3" name="Freeform 192">
              <a:extLst>
                <a:ext uri="{FF2B5EF4-FFF2-40B4-BE49-F238E27FC236}">
                  <a16:creationId xmlns:a16="http://schemas.microsoft.com/office/drawing/2014/main" id="{23FB4723-41F0-E03B-9FC7-B90FE5BE4731}"/>
                </a:ext>
              </a:extLst>
            </p:cNvPr>
            <p:cNvSpPr/>
            <p:nvPr/>
          </p:nvSpPr>
          <p:spPr>
            <a:xfrm>
              <a:off x="4454151" y="3213443"/>
              <a:ext cx="5564" cy="1902"/>
            </a:xfrm>
            <a:custGeom>
              <a:avLst/>
              <a:gdLst>
                <a:gd name="connsiteX0" fmla="*/ 3284 w 5564"/>
                <a:gd name="connsiteY0" fmla="*/ 1507 h 1902"/>
                <a:gd name="connsiteX1" fmla="*/ 4095 w 5564"/>
                <a:gd name="connsiteY1" fmla="*/ 695 h 1902"/>
                <a:gd name="connsiteX2" fmla="*/ 1661 w 5564"/>
                <a:gd name="connsiteY2" fmla="*/ 1507 h 1902"/>
                <a:gd name="connsiteX3" fmla="*/ 3284 w 5564"/>
                <a:gd name="connsiteY3" fmla="*/ 1507 h 1902"/>
              </a:gdLst>
              <a:ahLst/>
              <a:cxnLst>
                <a:cxn ang="0">
                  <a:pos x="connsiteX0" y="connsiteY0"/>
                </a:cxn>
                <a:cxn ang="0">
                  <a:pos x="connsiteX1" y="connsiteY1"/>
                </a:cxn>
                <a:cxn ang="0">
                  <a:pos x="connsiteX2" y="connsiteY2"/>
                </a:cxn>
                <a:cxn ang="0">
                  <a:pos x="connsiteX3" y="connsiteY3"/>
                </a:cxn>
              </a:cxnLst>
              <a:rect l="l" t="t" r="r" b="b"/>
              <a:pathLst>
                <a:path w="5564" h="1902">
                  <a:moveTo>
                    <a:pt x="3284" y="1507"/>
                  </a:moveTo>
                  <a:cubicBezTo>
                    <a:pt x="5718" y="695"/>
                    <a:pt x="6529" y="-929"/>
                    <a:pt x="4095" y="695"/>
                  </a:cubicBezTo>
                  <a:cubicBezTo>
                    <a:pt x="3284" y="1507"/>
                    <a:pt x="1661" y="1507"/>
                    <a:pt x="1661" y="1507"/>
                  </a:cubicBezTo>
                  <a:cubicBezTo>
                    <a:pt x="-773" y="-929"/>
                    <a:pt x="-773" y="3130"/>
                    <a:pt x="3284"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4" name="Freeform 193">
              <a:extLst>
                <a:ext uri="{FF2B5EF4-FFF2-40B4-BE49-F238E27FC236}">
                  <a16:creationId xmlns:a16="http://schemas.microsoft.com/office/drawing/2014/main" id="{FEF54B46-A27F-86D2-B232-19F59C0D2626}"/>
                </a:ext>
              </a:extLst>
            </p:cNvPr>
            <p:cNvSpPr/>
            <p:nvPr/>
          </p:nvSpPr>
          <p:spPr>
            <a:xfrm>
              <a:off x="4508547" y="3234213"/>
              <a:ext cx="3375" cy="2656"/>
            </a:xfrm>
            <a:custGeom>
              <a:avLst/>
              <a:gdLst>
                <a:gd name="connsiteX0" fmla="*/ 3245 w 3375"/>
                <a:gd name="connsiteY0" fmla="*/ 221 h 2656"/>
                <a:gd name="connsiteX1" fmla="*/ 0 w 3375"/>
                <a:gd name="connsiteY1" fmla="*/ 2657 h 2656"/>
                <a:gd name="connsiteX2" fmla="*/ 1623 w 3375"/>
                <a:gd name="connsiteY2" fmla="*/ 1845 h 2656"/>
                <a:gd name="connsiteX3" fmla="*/ 3245 w 3375"/>
                <a:gd name="connsiteY3" fmla="*/ 221 h 2656"/>
              </a:gdLst>
              <a:ahLst/>
              <a:cxnLst>
                <a:cxn ang="0">
                  <a:pos x="connsiteX0" y="connsiteY0"/>
                </a:cxn>
                <a:cxn ang="0">
                  <a:pos x="connsiteX1" y="connsiteY1"/>
                </a:cxn>
                <a:cxn ang="0">
                  <a:pos x="connsiteX2" y="connsiteY2"/>
                </a:cxn>
                <a:cxn ang="0">
                  <a:pos x="connsiteX3" y="connsiteY3"/>
                </a:cxn>
              </a:cxnLst>
              <a:rect l="l" t="t" r="r" b="b"/>
              <a:pathLst>
                <a:path w="3375" h="2656">
                  <a:moveTo>
                    <a:pt x="3245" y="221"/>
                  </a:moveTo>
                  <a:cubicBezTo>
                    <a:pt x="3245" y="1033"/>
                    <a:pt x="0" y="2657"/>
                    <a:pt x="0" y="2657"/>
                  </a:cubicBezTo>
                  <a:cubicBezTo>
                    <a:pt x="0" y="2657"/>
                    <a:pt x="1623" y="1845"/>
                    <a:pt x="1623" y="1845"/>
                  </a:cubicBezTo>
                  <a:cubicBezTo>
                    <a:pt x="4057" y="1033"/>
                    <a:pt x="3245" y="-590"/>
                    <a:pt x="3245" y="22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5" name="Freeform 194">
              <a:extLst>
                <a:ext uri="{FF2B5EF4-FFF2-40B4-BE49-F238E27FC236}">
                  <a16:creationId xmlns:a16="http://schemas.microsoft.com/office/drawing/2014/main" id="{57C9DAE1-2AE8-7034-C5C2-F9E06EAF5514}"/>
                </a:ext>
              </a:extLst>
            </p:cNvPr>
            <p:cNvSpPr/>
            <p:nvPr/>
          </p:nvSpPr>
          <p:spPr>
            <a:xfrm>
              <a:off x="4513335" y="3235816"/>
              <a:ext cx="2713" cy="2093"/>
            </a:xfrm>
            <a:custGeom>
              <a:avLst/>
              <a:gdLst>
                <a:gd name="connsiteX0" fmla="*/ 80 w 2713"/>
                <a:gd name="connsiteY0" fmla="*/ 1867 h 2093"/>
                <a:gd name="connsiteX1" fmla="*/ 1703 w 2713"/>
                <a:gd name="connsiteY1" fmla="*/ 1055 h 2093"/>
                <a:gd name="connsiteX2" fmla="*/ 80 w 2713"/>
                <a:gd name="connsiteY2" fmla="*/ 1867 h 2093"/>
              </a:gdLst>
              <a:ahLst/>
              <a:cxnLst>
                <a:cxn ang="0">
                  <a:pos x="connsiteX0" y="connsiteY0"/>
                </a:cxn>
                <a:cxn ang="0">
                  <a:pos x="connsiteX1" y="connsiteY1"/>
                </a:cxn>
                <a:cxn ang="0">
                  <a:pos x="connsiteX2" y="connsiteY2"/>
                </a:cxn>
              </a:cxnLst>
              <a:rect l="l" t="t" r="r" b="b"/>
              <a:pathLst>
                <a:path w="2713" h="2093">
                  <a:moveTo>
                    <a:pt x="80" y="1867"/>
                  </a:moveTo>
                  <a:cubicBezTo>
                    <a:pt x="80" y="2678"/>
                    <a:pt x="1703" y="1055"/>
                    <a:pt x="1703" y="1055"/>
                  </a:cubicBezTo>
                  <a:cubicBezTo>
                    <a:pt x="4948" y="-1381"/>
                    <a:pt x="-731" y="1055"/>
                    <a:pt x="80" y="186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6" name="Freeform 195">
              <a:extLst>
                <a:ext uri="{FF2B5EF4-FFF2-40B4-BE49-F238E27FC236}">
                  <a16:creationId xmlns:a16="http://schemas.microsoft.com/office/drawing/2014/main" id="{8D4C3FBB-E541-329B-6A22-F1BE4F94FD4A}"/>
                </a:ext>
              </a:extLst>
            </p:cNvPr>
            <p:cNvSpPr/>
            <p:nvPr/>
          </p:nvSpPr>
          <p:spPr>
            <a:xfrm>
              <a:off x="4462886" y="3215401"/>
              <a:ext cx="1374" cy="1082"/>
            </a:xfrm>
            <a:custGeom>
              <a:avLst/>
              <a:gdLst>
                <a:gd name="connsiteX0" fmla="*/ 227 w 1374"/>
                <a:gd name="connsiteY0" fmla="*/ 361 h 1082"/>
                <a:gd name="connsiteX1" fmla="*/ 1038 w 1374"/>
                <a:gd name="connsiteY1" fmla="*/ 361 h 1082"/>
                <a:gd name="connsiteX2" fmla="*/ 227 w 1374"/>
                <a:gd name="connsiteY2" fmla="*/ 361 h 1082"/>
              </a:gdLst>
              <a:ahLst/>
              <a:cxnLst>
                <a:cxn ang="0">
                  <a:pos x="connsiteX0" y="connsiteY0"/>
                </a:cxn>
                <a:cxn ang="0">
                  <a:pos x="connsiteX1" y="connsiteY1"/>
                </a:cxn>
                <a:cxn ang="0">
                  <a:pos x="connsiteX2" y="connsiteY2"/>
                </a:cxn>
              </a:cxnLst>
              <a:rect l="l" t="t" r="r" b="b"/>
              <a:pathLst>
                <a:path w="1374" h="1082">
                  <a:moveTo>
                    <a:pt x="227" y="361"/>
                  </a:moveTo>
                  <a:cubicBezTo>
                    <a:pt x="-584" y="1985"/>
                    <a:pt x="1038" y="361"/>
                    <a:pt x="1038" y="361"/>
                  </a:cubicBezTo>
                  <a:cubicBezTo>
                    <a:pt x="1850" y="361"/>
                    <a:pt x="1038" y="-451"/>
                    <a:pt x="22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7" name="Freeform 196">
              <a:extLst>
                <a:ext uri="{FF2B5EF4-FFF2-40B4-BE49-F238E27FC236}">
                  <a16:creationId xmlns:a16="http://schemas.microsoft.com/office/drawing/2014/main" id="{9780BE9B-1DB0-1311-9D5E-AF2774811554}"/>
                </a:ext>
              </a:extLst>
            </p:cNvPr>
            <p:cNvSpPr/>
            <p:nvPr/>
          </p:nvSpPr>
          <p:spPr>
            <a:xfrm>
              <a:off x="4465387" y="3215964"/>
              <a:ext cx="5066" cy="969"/>
            </a:xfrm>
            <a:custGeom>
              <a:avLst/>
              <a:gdLst>
                <a:gd name="connsiteX0" fmla="*/ 161 w 5066"/>
                <a:gd name="connsiteY0" fmla="*/ 609 h 969"/>
                <a:gd name="connsiteX1" fmla="*/ 2595 w 5066"/>
                <a:gd name="connsiteY1" fmla="*/ 609 h 969"/>
                <a:gd name="connsiteX2" fmla="*/ 161 w 5066"/>
                <a:gd name="connsiteY2" fmla="*/ 609 h 969"/>
              </a:gdLst>
              <a:ahLst/>
              <a:cxnLst>
                <a:cxn ang="0">
                  <a:pos x="connsiteX0" y="connsiteY0"/>
                </a:cxn>
                <a:cxn ang="0">
                  <a:pos x="connsiteX1" y="connsiteY1"/>
                </a:cxn>
                <a:cxn ang="0">
                  <a:pos x="connsiteX2" y="connsiteY2"/>
                </a:cxn>
              </a:cxnLst>
              <a:rect l="l" t="t" r="r" b="b"/>
              <a:pathLst>
                <a:path w="5066" h="969">
                  <a:moveTo>
                    <a:pt x="161" y="609"/>
                  </a:moveTo>
                  <a:cubicBezTo>
                    <a:pt x="972" y="1421"/>
                    <a:pt x="2595" y="609"/>
                    <a:pt x="2595" y="609"/>
                  </a:cubicBezTo>
                  <a:cubicBezTo>
                    <a:pt x="9897" y="-203"/>
                    <a:pt x="-1462" y="-203"/>
                    <a:pt x="161"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8" name="Freeform 197">
              <a:extLst>
                <a:ext uri="{FF2B5EF4-FFF2-40B4-BE49-F238E27FC236}">
                  <a16:creationId xmlns:a16="http://schemas.microsoft.com/office/drawing/2014/main" id="{DE806858-665E-6133-0DE9-CAC57A83EE0D}"/>
                </a:ext>
              </a:extLst>
            </p:cNvPr>
            <p:cNvSpPr/>
            <p:nvPr/>
          </p:nvSpPr>
          <p:spPr>
            <a:xfrm>
              <a:off x="4516497" y="3235722"/>
              <a:ext cx="4043" cy="1351"/>
            </a:xfrm>
            <a:custGeom>
              <a:avLst/>
              <a:gdLst>
                <a:gd name="connsiteX0" fmla="*/ 163 w 4043"/>
                <a:gd name="connsiteY0" fmla="*/ 336 h 1351"/>
                <a:gd name="connsiteX1" fmla="*/ 2597 w 4043"/>
                <a:gd name="connsiteY1" fmla="*/ 1148 h 1351"/>
                <a:gd name="connsiteX2" fmla="*/ 163 w 4043"/>
                <a:gd name="connsiteY2" fmla="*/ 336 h 1351"/>
              </a:gdLst>
              <a:ahLst/>
              <a:cxnLst>
                <a:cxn ang="0">
                  <a:pos x="connsiteX0" y="connsiteY0"/>
                </a:cxn>
                <a:cxn ang="0">
                  <a:pos x="connsiteX1" y="connsiteY1"/>
                </a:cxn>
                <a:cxn ang="0">
                  <a:pos x="connsiteX2" y="connsiteY2"/>
                </a:cxn>
              </a:cxnLst>
              <a:rect l="l" t="t" r="r" b="b"/>
              <a:pathLst>
                <a:path w="4043" h="1351">
                  <a:moveTo>
                    <a:pt x="163" y="336"/>
                  </a:moveTo>
                  <a:cubicBezTo>
                    <a:pt x="-648" y="1960"/>
                    <a:pt x="1786" y="1148"/>
                    <a:pt x="2597" y="1148"/>
                  </a:cubicBezTo>
                  <a:cubicBezTo>
                    <a:pt x="6654" y="336"/>
                    <a:pt x="975" y="-476"/>
                    <a:pt x="163"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199" name="Freeform 198">
              <a:extLst>
                <a:ext uri="{FF2B5EF4-FFF2-40B4-BE49-F238E27FC236}">
                  <a16:creationId xmlns:a16="http://schemas.microsoft.com/office/drawing/2014/main" id="{5A0CB71A-5CF2-B428-2CC7-E9FFE369C188}"/>
                </a:ext>
              </a:extLst>
            </p:cNvPr>
            <p:cNvSpPr/>
            <p:nvPr/>
          </p:nvSpPr>
          <p:spPr>
            <a:xfrm>
              <a:off x="4521192" y="3235500"/>
              <a:ext cx="1483" cy="1900"/>
            </a:xfrm>
            <a:custGeom>
              <a:avLst/>
              <a:gdLst>
                <a:gd name="connsiteX0" fmla="*/ 336 w 1483"/>
                <a:gd name="connsiteY0" fmla="*/ 558 h 1900"/>
                <a:gd name="connsiteX1" fmla="*/ 1147 w 1483"/>
                <a:gd name="connsiteY1" fmla="*/ 1370 h 1900"/>
                <a:gd name="connsiteX2" fmla="*/ 336 w 1483"/>
                <a:gd name="connsiteY2" fmla="*/ 558 h 1900"/>
              </a:gdLst>
              <a:ahLst/>
              <a:cxnLst>
                <a:cxn ang="0">
                  <a:pos x="connsiteX0" y="connsiteY0"/>
                </a:cxn>
                <a:cxn ang="0">
                  <a:pos x="connsiteX1" y="connsiteY1"/>
                </a:cxn>
                <a:cxn ang="0">
                  <a:pos x="connsiteX2" y="connsiteY2"/>
                </a:cxn>
              </a:cxnLst>
              <a:rect l="l" t="t" r="r" b="b"/>
              <a:pathLst>
                <a:path w="1483" h="1900">
                  <a:moveTo>
                    <a:pt x="336" y="558"/>
                  </a:moveTo>
                  <a:cubicBezTo>
                    <a:pt x="-475" y="2994"/>
                    <a:pt x="336" y="1370"/>
                    <a:pt x="1147" y="1370"/>
                  </a:cubicBezTo>
                  <a:cubicBezTo>
                    <a:pt x="1959" y="1370"/>
                    <a:pt x="1147" y="-1066"/>
                    <a:pt x="336" y="55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0" name="Freeform 199">
              <a:extLst>
                <a:ext uri="{FF2B5EF4-FFF2-40B4-BE49-F238E27FC236}">
                  <a16:creationId xmlns:a16="http://schemas.microsoft.com/office/drawing/2014/main" id="{5E0FA055-9673-37D4-FAF5-5C0814E6F42F}"/>
                </a:ext>
              </a:extLst>
            </p:cNvPr>
            <p:cNvSpPr/>
            <p:nvPr/>
          </p:nvSpPr>
          <p:spPr>
            <a:xfrm>
              <a:off x="4466476" y="3213326"/>
              <a:ext cx="1841" cy="1148"/>
            </a:xfrm>
            <a:custGeom>
              <a:avLst/>
              <a:gdLst>
                <a:gd name="connsiteX0" fmla="*/ 1505 w 1841"/>
                <a:gd name="connsiteY0" fmla="*/ 812 h 1148"/>
                <a:gd name="connsiteX1" fmla="*/ 694 w 1841"/>
                <a:gd name="connsiteY1" fmla="*/ 0 h 1148"/>
                <a:gd name="connsiteX2" fmla="*/ 1505 w 1841"/>
                <a:gd name="connsiteY2" fmla="*/ 812 h 1148"/>
              </a:gdLst>
              <a:ahLst/>
              <a:cxnLst>
                <a:cxn ang="0">
                  <a:pos x="connsiteX0" y="connsiteY0"/>
                </a:cxn>
                <a:cxn ang="0">
                  <a:pos x="connsiteX1" y="connsiteY1"/>
                </a:cxn>
                <a:cxn ang="0">
                  <a:pos x="connsiteX2" y="connsiteY2"/>
                </a:cxn>
              </a:cxnLst>
              <a:rect l="l" t="t" r="r" b="b"/>
              <a:pathLst>
                <a:path w="1841" h="1148">
                  <a:moveTo>
                    <a:pt x="1505" y="812"/>
                  </a:moveTo>
                  <a:cubicBezTo>
                    <a:pt x="2317" y="0"/>
                    <a:pt x="1505" y="0"/>
                    <a:pt x="694" y="0"/>
                  </a:cubicBezTo>
                  <a:cubicBezTo>
                    <a:pt x="-928" y="812"/>
                    <a:pt x="694" y="1624"/>
                    <a:pt x="1505"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1" name="Freeform 200">
              <a:extLst>
                <a:ext uri="{FF2B5EF4-FFF2-40B4-BE49-F238E27FC236}">
                  <a16:creationId xmlns:a16="http://schemas.microsoft.com/office/drawing/2014/main" id="{30AA8694-5162-EC70-422E-1992A2368142}"/>
                </a:ext>
              </a:extLst>
            </p:cNvPr>
            <p:cNvSpPr/>
            <p:nvPr/>
          </p:nvSpPr>
          <p:spPr>
            <a:xfrm>
              <a:off x="4471720" y="3214781"/>
              <a:ext cx="5307" cy="1148"/>
            </a:xfrm>
            <a:custGeom>
              <a:avLst/>
              <a:gdLst>
                <a:gd name="connsiteX0" fmla="*/ 318 w 5307"/>
                <a:gd name="connsiteY0" fmla="*/ 980 h 1148"/>
                <a:gd name="connsiteX1" fmla="*/ 1941 w 5307"/>
                <a:gd name="connsiteY1" fmla="*/ 168 h 1148"/>
                <a:gd name="connsiteX2" fmla="*/ 318 w 5307"/>
                <a:gd name="connsiteY2" fmla="*/ 980 h 1148"/>
              </a:gdLst>
              <a:ahLst/>
              <a:cxnLst>
                <a:cxn ang="0">
                  <a:pos x="connsiteX0" y="connsiteY0"/>
                </a:cxn>
                <a:cxn ang="0">
                  <a:pos x="connsiteX1" y="connsiteY1"/>
                </a:cxn>
                <a:cxn ang="0">
                  <a:pos x="connsiteX2" y="connsiteY2"/>
                </a:cxn>
              </a:cxnLst>
              <a:rect l="l" t="t" r="r" b="b"/>
              <a:pathLst>
                <a:path w="5307" h="1148">
                  <a:moveTo>
                    <a:pt x="318" y="980"/>
                  </a:moveTo>
                  <a:cubicBezTo>
                    <a:pt x="2752" y="1792"/>
                    <a:pt x="9243" y="-644"/>
                    <a:pt x="1941" y="168"/>
                  </a:cubicBezTo>
                  <a:cubicBezTo>
                    <a:pt x="318" y="980"/>
                    <a:pt x="-493" y="980"/>
                    <a:pt x="318" y="98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2" name="Freeform 201">
              <a:extLst>
                <a:ext uri="{FF2B5EF4-FFF2-40B4-BE49-F238E27FC236}">
                  <a16:creationId xmlns:a16="http://schemas.microsoft.com/office/drawing/2014/main" id="{3469AC1C-F1EA-39D2-4B3C-F2613DBB75D6}"/>
                </a:ext>
              </a:extLst>
            </p:cNvPr>
            <p:cNvSpPr/>
            <p:nvPr/>
          </p:nvSpPr>
          <p:spPr>
            <a:xfrm>
              <a:off x="4497591" y="3222869"/>
              <a:ext cx="66617" cy="3446"/>
            </a:xfrm>
            <a:custGeom>
              <a:avLst/>
              <a:gdLst>
                <a:gd name="connsiteX0" fmla="*/ 6089 w 66617"/>
                <a:gd name="connsiteY0" fmla="*/ 1011 h 3446"/>
                <a:gd name="connsiteX1" fmla="*/ 4466 w 66617"/>
                <a:gd name="connsiteY1" fmla="*/ 3447 h 3446"/>
                <a:gd name="connsiteX2" fmla="*/ 10957 w 66617"/>
                <a:gd name="connsiteY2" fmla="*/ 2635 h 3446"/>
                <a:gd name="connsiteX3" fmla="*/ 35296 w 66617"/>
                <a:gd name="connsiteY3" fmla="*/ 1823 h 3446"/>
                <a:gd name="connsiteX4" fmla="*/ 43409 w 66617"/>
                <a:gd name="connsiteY4" fmla="*/ 1823 h 3446"/>
                <a:gd name="connsiteX5" fmla="*/ 51522 w 66617"/>
                <a:gd name="connsiteY5" fmla="*/ 2635 h 3446"/>
                <a:gd name="connsiteX6" fmla="*/ 6089 w 66617"/>
                <a:gd name="connsiteY6" fmla="*/ 1011 h 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17" h="3446">
                  <a:moveTo>
                    <a:pt x="6089" y="1011"/>
                  </a:moveTo>
                  <a:cubicBezTo>
                    <a:pt x="-4458" y="1011"/>
                    <a:pt x="1221" y="3447"/>
                    <a:pt x="4466" y="3447"/>
                  </a:cubicBezTo>
                  <a:cubicBezTo>
                    <a:pt x="9334" y="3447"/>
                    <a:pt x="10145" y="1823"/>
                    <a:pt x="10957" y="2635"/>
                  </a:cubicBezTo>
                  <a:cubicBezTo>
                    <a:pt x="13391" y="4259"/>
                    <a:pt x="33674" y="1011"/>
                    <a:pt x="35296" y="1823"/>
                  </a:cubicBezTo>
                  <a:cubicBezTo>
                    <a:pt x="36107" y="2635"/>
                    <a:pt x="41787" y="2635"/>
                    <a:pt x="43409" y="1823"/>
                  </a:cubicBezTo>
                  <a:cubicBezTo>
                    <a:pt x="44221" y="1011"/>
                    <a:pt x="51522" y="1823"/>
                    <a:pt x="51522" y="2635"/>
                  </a:cubicBezTo>
                  <a:cubicBezTo>
                    <a:pt x="51522" y="3447"/>
                    <a:pt x="106692" y="-2236"/>
                    <a:pt x="6089" y="101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3" name="Freeform 202">
              <a:extLst>
                <a:ext uri="{FF2B5EF4-FFF2-40B4-BE49-F238E27FC236}">
                  <a16:creationId xmlns:a16="http://schemas.microsoft.com/office/drawing/2014/main" id="{847AD39A-B20E-E527-1B84-E1CB8A88023F}"/>
                </a:ext>
              </a:extLst>
            </p:cNvPr>
            <p:cNvSpPr/>
            <p:nvPr/>
          </p:nvSpPr>
          <p:spPr>
            <a:xfrm>
              <a:off x="4471811" y="3212990"/>
              <a:ext cx="1038" cy="1681"/>
            </a:xfrm>
            <a:custGeom>
              <a:avLst/>
              <a:gdLst>
                <a:gd name="connsiteX0" fmla="*/ 1038 w 1038"/>
                <a:gd name="connsiteY0" fmla="*/ 1148 h 1681"/>
                <a:gd name="connsiteX1" fmla="*/ 227 w 1038"/>
                <a:gd name="connsiteY1" fmla="*/ 336 h 1681"/>
                <a:gd name="connsiteX2" fmla="*/ 1038 w 1038"/>
                <a:gd name="connsiteY2" fmla="*/ 1148 h 1681"/>
              </a:gdLst>
              <a:ahLst/>
              <a:cxnLst>
                <a:cxn ang="0">
                  <a:pos x="connsiteX0" y="connsiteY0"/>
                </a:cxn>
                <a:cxn ang="0">
                  <a:pos x="connsiteX1" y="connsiteY1"/>
                </a:cxn>
                <a:cxn ang="0">
                  <a:pos x="connsiteX2" y="connsiteY2"/>
                </a:cxn>
              </a:cxnLst>
              <a:rect l="l" t="t" r="r" b="b"/>
              <a:pathLst>
                <a:path w="1038" h="1681">
                  <a:moveTo>
                    <a:pt x="1038" y="1148"/>
                  </a:moveTo>
                  <a:cubicBezTo>
                    <a:pt x="1038" y="336"/>
                    <a:pt x="227" y="-476"/>
                    <a:pt x="227" y="336"/>
                  </a:cubicBezTo>
                  <a:cubicBezTo>
                    <a:pt x="-584" y="1960"/>
                    <a:pt x="1038" y="1960"/>
                    <a:pt x="1038"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4" name="Freeform 203">
              <a:extLst>
                <a:ext uri="{FF2B5EF4-FFF2-40B4-BE49-F238E27FC236}">
                  <a16:creationId xmlns:a16="http://schemas.microsoft.com/office/drawing/2014/main" id="{6F43172B-FEEE-40B4-6953-22F071FF6FD0}"/>
                </a:ext>
              </a:extLst>
            </p:cNvPr>
            <p:cNvSpPr/>
            <p:nvPr/>
          </p:nvSpPr>
          <p:spPr>
            <a:xfrm>
              <a:off x="4528308" y="3235512"/>
              <a:ext cx="11613" cy="2170"/>
            </a:xfrm>
            <a:custGeom>
              <a:avLst/>
              <a:gdLst>
                <a:gd name="connsiteX0" fmla="*/ 1334 w 11613"/>
                <a:gd name="connsiteY0" fmla="*/ 546 h 2170"/>
                <a:gd name="connsiteX1" fmla="*/ 3768 w 11613"/>
                <a:gd name="connsiteY1" fmla="*/ 2170 h 2170"/>
                <a:gd name="connsiteX2" fmla="*/ 1334 w 11613"/>
                <a:gd name="connsiteY2" fmla="*/ 546 h 2170"/>
              </a:gdLst>
              <a:ahLst/>
              <a:cxnLst>
                <a:cxn ang="0">
                  <a:pos x="connsiteX0" y="connsiteY0"/>
                </a:cxn>
                <a:cxn ang="0">
                  <a:pos x="connsiteX1" y="connsiteY1"/>
                </a:cxn>
                <a:cxn ang="0">
                  <a:pos x="connsiteX2" y="connsiteY2"/>
                </a:cxn>
              </a:cxnLst>
              <a:rect l="l" t="t" r="r" b="b"/>
              <a:pathLst>
                <a:path w="11613" h="2170">
                  <a:moveTo>
                    <a:pt x="1334" y="546"/>
                  </a:moveTo>
                  <a:cubicBezTo>
                    <a:pt x="-2723" y="2170"/>
                    <a:pt x="3768" y="1358"/>
                    <a:pt x="3768" y="2170"/>
                  </a:cubicBezTo>
                  <a:cubicBezTo>
                    <a:pt x="20805" y="1358"/>
                    <a:pt x="5390" y="-1078"/>
                    <a:pt x="1334" y="54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5" name="Freeform 204">
              <a:extLst>
                <a:ext uri="{FF2B5EF4-FFF2-40B4-BE49-F238E27FC236}">
                  <a16:creationId xmlns:a16="http://schemas.microsoft.com/office/drawing/2014/main" id="{6541CA9A-3575-E29E-4FED-CB6C933772BF}"/>
                </a:ext>
              </a:extLst>
            </p:cNvPr>
            <p:cNvSpPr/>
            <p:nvPr/>
          </p:nvSpPr>
          <p:spPr>
            <a:xfrm>
              <a:off x="4473535" y="3213099"/>
              <a:ext cx="1873" cy="1375"/>
            </a:xfrm>
            <a:custGeom>
              <a:avLst/>
              <a:gdLst>
                <a:gd name="connsiteX0" fmla="*/ 937 w 1873"/>
                <a:gd name="connsiteY0" fmla="*/ 1039 h 1375"/>
                <a:gd name="connsiteX1" fmla="*/ 937 w 1873"/>
                <a:gd name="connsiteY1" fmla="*/ 227 h 1375"/>
                <a:gd name="connsiteX2" fmla="*/ 937 w 1873"/>
                <a:gd name="connsiteY2" fmla="*/ 1039 h 1375"/>
              </a:gdLst>
              <a:ahLst/>
              <a:cxnLst>
                <a:cxn ang="0">
                  <a:pos x="connsiteX0" y="connsiteY0"/>
                </a:cxn>
                <a:cxn ang="0">
                  <a:pos x="connsiteX1" y="connsiteY1"/>
                </a:cxn>
                <a:cxn ang="0">
                  <a:pos x="connsiteX2" y="connsiteY2"/>
                </a:cxn>
              </a:cxnLst>
              <a:rect l="l" t="t" r="r" b="b"/>
              <a:pathLst>
                <a:path w="1873" h="1375">
                  <a:moveTo>
                    <a:pt x="937" y="1039"/>
                  </a:moveTo>
                  <a:cubicBezTo>
                    <a:pt x="1748" y="1039"/>
                    <a:pt x="2559" y="-585"/>
                    <a:pt x="937" y="227"/>
                  </a:cubicBezTo>
                  <a:cubicBezTo>
                    <a:pt x="-686" y="1039"/>
                    <a:pt x="126" y="1851"/>
                    <a:pt x="937" y="103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6" name="Freeform 205">
              <a:extLst>
                <a:ext uri="{FF2B5EF4-FFF2-40B4-BE49-F238E27FC236}">
                  <a16:creationId xmlns:a16="http://schemas.microsoft.com/office/drawing/2014/main" id="{E004C714-16B3-9890-EC07-0BF23444A0C6}"/>
                </a:ext>
              </a:extLst>
            </p:cNvPr>
            <p:cNvSpPr/>
            <p:nvPr/>
          </p:nvSpPr>
          <p:spPr>
            <a:xfrm>
              <a:off x="4477717" y="3214950"/>
              <a:ext cx="9780" cy="1217"/>
            </a:xfrm>
            <a:custGeom>
              <a:avLst/>
              <a:gdLst>
                <a:gd name="connsiteX0" fmla="*/ 9736 w 9780"/>
                <a:gd name="connsiteY0" fmla="*/ 0 h 1217"/>
                <a:gd name="connsiteX1" fmla="*/ 0 w 9780"/>
                <a:gd name="connsiteY1" fmla="*/ 0 h 1217"/>
                <a:gd name="connsiteX2" fmla="*/ 9736 w 9780"/>
                <a:gd name="connsiteY2" fmla="*/ 0 h 1217"/>
              </a:gdLst>
              <a:ahLst/>
              <a:cxnLst>
                <a:cxn ang="0">
                  <a:pos x="connsiteX0" y="connsiteY0"/>
                </a:cxn>
                <a:cxn ang="0">
                  <a:pos x="connsiteX1" y="connsiteY1"/>
                </a:cxn>
                <a:cxn ang="0">
                  <a:pos x="connsiteX2" y="connsiteY2"/>
                </a:cxn>
              </a:cxnLst>
              <a:rect l="l" t="t" r="r" b="b"/>
              <a:pathLst>
                <a:path w="9780" h="1217">
                  <a:moveTo>
                    <a:pt x="9736" y="0"/>
                  </a:moveTo>
                  <a:cubicBezTo>
                    <a:pt x="9736" y="0"/>
                    <a:pt x="811" y="0"/>
                    <a:pt x="0" y="0"/>
                  </a:cubicBezTo>
                  <a:cubicBezTo>
                    <a:pt x="0" y="1624"/>
                    <a:pt x="10547" y="1624"/>
                    <a:pt x="9736"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7" name="Freeform 206">
              <a:extLst>
                <a:ext uri="{FF2B5EF4-FFF2-40B4-BE49-F238E27FC236}">
                  <a16:creationId xmlns:a16="http://schemas.microsoft.com/office/drawing/2014/main" id="{C7EEBC37-8E50-2B4C-5C85-0772DDDBBA0F}"/>
                </a:ext>
              </a:extLst>
            </p:cNvPr>
            <p:cNvSpPr/>
            <p:nvPr/>
          </p:nvSpPr>
          <p:spPr>
            <a:xfrm>
              <a:off x="4476095" y="3212717"/>
              <a:ext cx="1622" cy="1217"/>
            </a:xfrm>
            <a:custGeom>
              <a:avLst/>
              <a:gdLst>
                <a:gd name="connsiteX0" fmla="*/ 1623 w 1622"/>
                <a:gd name="connsiteY0" fmla="*/ 609 h 1217"/>
                <a:gd name="connsiteX1" fmla="*/ 0 w 1622"/>
                <a:gd name="connsiteY1" fmla="*/ 609 h 1217"/>
                <a:gd name="connsiteX2" fmla="*/ 1623 w 1622"/>
                <a:gd name="connsiteY2" fmla="*/ 609 h 1217"/>
              </a:gdLst>
              <a:ahLst/>
              <a:cxnLst>
                <a:cxn ang="0">
                  <a:pos x="connsiteX0" y="connsiteY0"/>
                </a:cxn>
                <a:cxn ang="0">
                  <a:pos x="connsiteX1" y="connsiteY1"/>
                </a:cxn>
                <a:cxn ang="0">
                  <a:pos x="connsiteX2" y="connsiteY2"/>
                </a:cxn>
              </a:cxnLst>
              <a:rect l="l" t="t" r="r" b="b"/>
              <a:pathLst>
                <a:path w="1622" h="1217">
                  <a:moveTo>
                    <a:pt x="1623" y="609"/>
                  </a:moveTo>
                  <a:cubicBezTo>
                    <a:pt x="1623" y="-203"/>
                    <a:pt x="811" y="-203"/>
                    <a:pt x="0" y="609"/>
                  </a:cubicBezTo>
                  <a:cubicBezTo>
                    <a:pt x="0" y="1421"/>
                    <a:pt x="1623" y="1421"/>
                    <a:pt x="1623"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8" name="Freeform 207">
              <a:extLst>
                <a:ext uri="{FF2B5EF4-FFF2-40B4-BE49-F238E27FC236}">
                  <a16:creationId xmlns:a16="http://schemas.microsoft.com/office/drawing/2014/main" id="{12D4B0D8-C11A-E82E-ED5B-822DBCFFE652}"/>
                </a:ext>
              </a:extLst>
            </p:cNvPr>
            <p:cNvSpPr/>
            <p:nvPr/>
          </p:nvSpPr>
          <p:spPr>
            <a:xfrm>
              <a:off x="4478529" y="3213529"/>
              <a:ext cx="1622" cy="969"/>
            </a:xfrm>
            <a:custGeom>
              <a:avLst/>
              <a:gdLst>
                <a:gd name="connsiteX0" fmla="*/ 1622 w 1622"/>
                <a:gd name="connsiteY0" fmla="*/ 609 h 969"/>
                <a:gd name="connsiteX1" fmla="*/ 0 w 1622"/>
                <a:gd name="connsiteY1" fmla="*/ 609 h 969"/>
                <a:gd name="connsiteX2" fmla="*/ 1622 w 1622"/>
                <a:gd name="connsiteY2" fmla="*/ 609 h 969"/>
              </a:gdLst>
              <a:ahLst/>
              <a:cxnLst>
                <a:cxn ang="0">
                  <a:pos x="connsiteX0" y="connsiteY0"/>
                </a:cxn>
                <a:cxn ang="0">
                  <a:pos x="connsiteX1" y="connsiteY1"/>
                </a:cxn>
                <a:cxn ang="0">
                  <a:pos x="connsiteX2" y="connsiteY2"/>
                </a:cxn>
              </a:cxnLst>
              <a:rect l="l" t="t" r="r" b="b"/>
              <a:pathLst>
                <a:path w="1622" h="969">
                  <a:moveTo>
                    <a:pt x="1622" y="609"/>
                  </a:moveTo>
                  <a:cubicBezTo>
                    <a:pt x="1622" y="-203"/>
                    <a:pt x="811" y="-203"/>
                    <a:pt x="0" y="609"/>
                  </a:cubicBezTo>
                  <a:cubicBezTo>
                    <a:pt x="0" y="609"/>
                    <a:pt x="811" y="1421"/>
                    <a:pt x="1622"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09" name="Freeform 208">
              <a:extLst>
                <a:ext uri="{FF2B5EF4-FFF2-40B4-BE49-F238E27FC236}">
                  <a16:creationId xmlns:a16="http://schemas.microsoft.com/office/drawing/2014/main" id="{1D983163-4D49-5E28-DEE0-F0E8E29D857B}"/>
                </a:ext>
              </a:extLst>
            </p:cNvPr>
            <p:cNvSpPr/>
            <p:nvPr/>
          </p:nvSpPr>
          <p:spPr>
            <a:xfrm>
              <a:off x="4545056" y="3235247"/>
              <a:ext cx="8113" cy="8118"/>
            </a:xfrm>
            <a:custGeom>
              <a:avLst/>
              <a:gdLst>
                <a:gd name="connsiteX0" fmla="*/ 0 w 8113"/>
                <a:gd name="connsiteY0" fmla="*/ 0 h 8118"/>
                <a:gd name="connsiteX1" fmla="*/ 0 w 8113"/>
                <a:gd name="connsiteY1" fmla="*/ 0 h 8118"/>
                <a:gd name="connsiteX2" fmla="*/ 0 w 8113"/>
                <a:gd name="connsiteY2" fmla="*/ 0 h 8118"/>
              </a:gdLst>
              <a:ahLst/>
              <a:cxnLst>
                <a:cxn ang="0">
                  <a:pos x="connsiteX0" y="connsiteY0"/>
                </a:cxn>
                <a:cxn ang="0">
                  <a:pos x="connsiteX1" y="connsiteY1"/>
                </a:cxn>
                <a:cxn ang="0">
                  <a:pos x="connsiteX2" y="connsiteY2"/>
                </a:cxn>
              </a:cxnLst>
              <a:rect l="l" t="t" r="r" b="b"/>
              <a:pathLst>
                <a:path w="8113" h="8118">
                  <a:moveTo>
                    <a:pt x="0" y="0"/>
                  </a:moveTo>
                  <a:cubicBezTo>
                    <a:pt x="0" y="0"/>
                    <a:pt x="0" y="0"/>
                    <a:pt x="0" y="0"/>
                  </a:cubicBezTo>
                  <a:cubicBezTo>
                    <a:pt x="0" y="0"/>
                    <a:pt x="0"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0" name="Freeform 209">
              <a:extLst>
                <a:ext uri="{FF2B5EF4-FFF2-40B4-BE49-F238E27FC236}">
                  <a16:creationId xmlns:a16="http://schemas.microsoft.com/office/drawing/2014/main" id="{729A5F99-7531-7CE8-9178-C0F8C9310E98}"/>
                </a:ext>
              </a:extLst>
            </p:cNvPr>
            <p:cNvSpPr/>
            <p:nvPr/>
          </p:nvSpPr>
          <p:spPr>
            <a:xfrm>
              <a:off x="4540361" y="3235247"/>
              <a:ext cx="3884" cy="1697"/>
            </a:xfrm>
            <a:custGeom>
              <a:avLst/>
              <a:gdLst>
                <a:gd name="connsiteX0" fmla="*/ 2262 w 3884"/>
                <a:gd name="connsiteY0" fmla="*/ 812 h 1697"/>
                <a:gd name="connsiteX1" fmla="*/ 3884 w 3884"/>
                <a:gd name="connsiteY1" fmla="*/ 0 h 1697"/>
                <a:gd name="connsiteX2" fmla="*/ 2262 w 3884"/>
                <a:gd name="connsiteY2" fmla="*/ 812 h 1697"/>
              </a:gdLst>
              <a:ahLst/>
              <a:cxnLst>
                <a:cxn ang="0">
                  <a:pos x="connsiteX0" y="connsiteY0"/>
                </a:cxn>
                <a:cxn ang="0">
                  <a:pos x="connsiteX1" y="connsiteY1"/>
                </a:cxn>
                <a:cxn ang="0">
                  <a:pos x="connsiteX2" y="connsiteY2"/>
                </a:cxn>
              </a:cxnLst>
              <a:rect l="l" t="t" r="r" b="b"/>
              <a:pathLst>
                <a:path w="3884" h="1697">
                  <a:moveTo>
                    <a:pt x="2262" y="812"/>
                  </a:moveTo>
                  <a:cubicBezTo>
                    <a:pt x="2262" y="812"/>
                    <a:pt x="3884" y="0"/>
                    <a:pt x="3884" y="0"/>
                  </a:cubicBezTo>
                  <a:cubicBezTo>
                    <a:pt x="-984" y="1624"/>
                    <a:pt x="-984" y="2436"/>
                    <a:pt x="2262"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1" name="Freeform 210">
              <a:extLst>
                <a:ext uri="{FF2B5EF4-FFF2-40B4-BE49-F238E27FC236}">
                  <a16:creationId xmlns:a16="http://schemas.microsoft.com/office/drawing/2014/main" id="{23C323ED-C5F0-7C0B-6A8A-6909CECF4F70}"/>
                </a:ext>
              </a:extLst>
            </p:cNvPr>
            <p:cNvSpPr/>
            <p:nvPr/>
          </p:nvSpPr>
          <p:spPr>
            <a:xfrm>
              <a:off x="4488589" y="3215190"/>
              <a:ext cx="12323" cy="742"/>
            </a:xfrm>
            <a:custGeom>
              <a:avLst/>
              <a:gdLst>
                <a:gd name="connsiteX0" fmla="*/ 4543 w 12323"/>
                <a:gd name="connsiteY0" fmla="*/ 572 h 742"/>
                <a:gd name="connsiteX1" fmla="*/ 4543 w 12323"/>
                <a:gd name="connsiteY1" fmla="*/ 572 h 742"/>
              </a:gdLst>
              <a:ahLst/>
              <a:cxnLst>
                <a:cxn ang="0">
                  <a:pos x="connsiteX0" y="connsiteY0"/>
                </a:cxn>
                <a:cxn ang="0">
                  <a:pos x="connsiteX1" y="connsiteY1"/>
                </a:cxn>
              </a:cxnLst>
              <a:rect l="l" t="t" r="r" b="b"/>
              <a:pathLst>
                <a:path w="12323" h="742">
                  <a:moveTo>
                    <a:pt x="4543" y="572"/>
                  </a:moveTo>
                  <a:cubicBezTo>
                    <a:pt x="28883" y="-1052"/>
                    <a:pt x="-13306" y="1384"/>
                    <a:pt x="4543" y="57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2" name="Freeform 211">
              <a:extLst>
                <a:ext uri="{FF2B5EF4-FFF2-40B4-BE49-F238E27FC236}">
                  <a16:creationId xmlns:a16="http://schemas.microsoft.com/office/drawing/2014/main" id="{18839BAD-1F35-F49E-1E00-B166B58DAA48}"/>
                </a:ext>
              </a:extLst>
            </p:cNvPr>
            <p:cNvSpPr/>
            <p:nvPr/>
          </p:nvSpPr>
          <p:spPr>
            <a:xfrm>
              <a:off x="4534831" y="3229336"/>
              <a:ext cx="32130" cy="4507"/>
            </a:xfrm>
            <a:custGeom>
              <a:avLst/>
              <a:gdLst>
                <a:gd name="connsiteX0" fmla="*/ 30508 w 32130"/>
                <a:gd name="connsiteY0" fmla="*/ 3475 h 4507"/>
                <a:gd name="connsiteX1" fmla="*/ 31319 w 32130"/>
                <a:gd name="connsiteY1" fmla="*/ 227 h 4507"/>
                <a:gd name="connsiteX2" fmla="*/ 6980 w 32130"/>
                <a:gd name="connsiteY2" fmla="*/ 1039 h 4507"/>
                <a:gd name="connsiteX3" fmla="*/ 489 w 32130"/>
                <a:gd name="connsiteY3" fmla="*/ 3475 h 4507"/>
                <a:gd name="connsiteX4" fmla="*/ 5357 w 32130"/>
                <a:gd name="connsiteY4" fmla="*/ 2663 h 4507"/>
                <a:gd name="connsiteX5" fmla="*/ 9414 w 32130"/>
                <a:gd name="connsiteY5" fmla="*/ 2663 h 4507"/>
                <a:gd name="connsiteX6" fmla="*/ 19961 w 32130"/>
                <a:gd name="connsiteY6" fmla="*/ 2663 h 4507"/>
                <a:gd name="connsiteX7" fmla="*/ 24017 w 32130"/>
                <a:gd name="connsiteY7" fmla="*/ 2663 h 4507"/>
                <a:gd name="connsiteX8" fmla="*/ 25640 w 32130"/>
                <a:gd name="connsiteY8" fmla="*/ 1851 h 4507"/>
                <a:gd name="connsiteX9" fmla="*/ 27263 w 32130"/>
                <a:gd name="connsiteY9" fmla="*/ 3475 h 4507"/>
                <a:gd name="connsiteX10" fmla="*/ 28074 w 32130"/>
                <a:gd name="connsiteY10" fmla="*/ 4287 h 4507"/>
                <a:gd name="connsiteX11" fmla="*/ 32131 w 32130"/>
                <a:gd name="connsiteY11" fmla="*/ 2663 h 4507"/>
                <a:gd name="connsiteX12" fmla="*/ 30508 w 32130"/>
                <a:gd name="connsiteY12" fmla="*/ 3475 h 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30" h="4507">
                  <a:moveTo>
                    <a:pt x="30508" y="3475"/>
                  </a:moveTo>
                  <a:cubicBezTo>
                    <a:pt x="26451" y="6722"/>
                    <a:pt x="31319" y="227"/>
                    <a:pt x="31319" y="227"/>
                  </a:cubicBezTo>
                  <a:cubicBezTo>
                    <a:pt x="31319" y="-585"/>
                    <a:pt x="28074" y="1039"/>
                    <a:pt x="6980" y="1039"/>
                  </a:cubicBezTo>
                  <a:cubicBezTo>
                    <a:pt x="-1133" y="1039"/>
                    <a:pt x="-322" y="3475"/>
                    <a:pt x="489" y="3475"/>
                  </a:cubicBezTo>
                  <a:cubicBezTo>
                    <a:pt x="489" y="3475"/>
                    <a:pt x="6980" y="1039"/>
                    <a:pt x="5357" y="2663"/>
                  </a:cubicBezTo>
                  <a:cubicBezTo>
                    <a:pt x="2923" y="5098"/>
                    <a:pt x="10225" y="1851"/>
                    <a:pt x="9414" y="2663"/>
                  </a:cubicBezTo>
                  <a:cubicBezTo>
                    <a:pt x="8602" y="5910"/>
                    <a:pt x="18338" y="-585"/>
                    <a:pt x="19961" y="2663"/>
                  </a:cubicBezTo>
                  <a:cubicBezTo>
                    <a:pt x="20772" y="4287"/>
                    <a:pt x="23206" y="4287"/>
                    <a:pt x="24017" y="2663"/>
                  </a:cubicBezTo>
                  <a:cubicBezTo>
                    <a:pt x="24017" y="1039"/>
                    <a:pt x="26451" y="1039"/>
                    <a:pt x="25640" y="1851"/>
                  </a:cubicBezTo>
                  <a:cubicBezTo>
                    <a:pt x="24829" y="2663"/>
                    <a:pt x="29697" y="227"/>
                    <a:pt x="27263" y="3475"/>
                  </a:cubicBezTo>
                  <a:cubicBezTo>
                    <a:pt x="26451" y="5098"/>
                    <a:pt x="27263" y="3475"/>
                    <a:pt x="28074" y="4287"/>
                  </a:cubicBezTo>
                  <a:cubicBezTo>
                    <a:pt x="28885" y="5098"/>
                    <a:pt x="32131" y="3475"/>
                    <a:pt x="32131" y="2663"/>
                  </a:cubicBezTo>
                  <a:cubicBezTo>
                    <a:pt x="31319" y="3475"/>
                    <a:pt x="30508" y="3475"/>
                    <a:pt x="30508" y="347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3" name="Freeform 212">
              <a:extLst>
                <a:ext uri="{FF2B5EF4-FFF2-40B4-BE49-F238E27FC236}">
                  <a16:creationId xmlns:a16="http://schemas.microsoft.com/office/drawing/2014/main" id="{E88183C1-8FA0-6BA7-4A10-EE392D9E2D8E}"/>
                </a:ext>
              </a:extLst>
            </p:cNvPr>
            <p:cNvSpPr/>
            <p:nvPr/>
          </p:nvSpPr>
          <p:spPr>
            <a:xfrm>
              <a:off x="4545868" y="3235652"/>
              <a:ext cx="4107" cy="1578"/>
            </a:xfrm>
            <a:custGeom>
              <a:avLst/>
              <a:gdLst>
                <a:gd name="connsiteX0" fmla="*/ 0 w 4107"/>
                <a:gd name="connsiteY0" fmla="*/ 1218 h 1578"/>
                <a:gd name="connsiteX1" fmla="*/ 2434 w 4107"/>
                <a:gd name="connsiteY1" fmla="*/ 1218 h 1578"/>
                <a:gd name="connsiteX2" fmla="*/ 0 w 4107"/>
                <a:gd name="connsiteY2" fmla="*/ 1218 h 1578"/>
              </a:gdLst>
              <a:ahLst/>
              <a:cxnLst>
                <a:cxn ang="0">
                  <a:pos x="connsiteX0" y="connsiteY0"/>
                </a:cxn>
                <a:cxn ang="0">
                  <a:pos x="connsiteX1" y="connsiteY1"/>
                </a:cxn>
                <a:cxn ang="0">
                  <a:pos x="connsiteX2" y="connsiteY2"/>
                </a:cxn>
              </a:cxnLst>
              <a:rect l="l" t="t" r="r" b="b"/>
              <a:pathLst>
                <a:path w="4107" h="1578">
                  <a:moveTo>
                    <a:pt x="0" y="1218"/>
                  </a:moveTo>
                  <a:cubicBezTo>
                    <a:pt x="0" y="2030"/>
                    <a:pt x="2434" y="1218"/>
                    <a:pt x="2434" y="1218"/>
                  </a:cubicBezTo>
                  <a:cubicBezTo>
                    <a:pt x="7302" y="-406"/>
                    <a:pt x="0" y="-406"/>
                    <a:pt x="0" y="121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4" name="Freeform 213">
              <a:extLst>
                <a:ext uri="{FF2B5EF4-FFF2-40B4-BE49-F238E27FC236}">
                  <a16:creationId xmlns:a16="http://schemas.microsoft.com/office/drawing/2014/main" id="{FE52DDAD-F163-72E8-EFEA-34C1F0562FE0}"/>
                </a:ext>
              </a:extLst>
            </p:cNvPr>
            <p:cNvSpPr/>
            <p:nvPr/>
          </p:nvSpPr>
          <p:spPr>
            <a:xfrm>
              <a:off x="4551438" y="3235755"/>
              <a:ext cx="13628" cy="2058"/>
            </a:xfrm>
            <a:custGeom>
              <a:avLst/>
              <a:gdLst>
                <a:gd name="connsiteX0" fmla="*/ 5788 w 13628"/>
                <a:gd name="connsiteY0" fmla="*/ 304 h 2058"/>
                <a:gd name="connsiteX1" fmla="*/ 5788 w 13628"/>
                <a:gd name="connsiteY1" fmla="*/ 1927 h 2058"/>
                <a:gd name="connsiteX2" fmla="*/ 12278 w 13628"/>
                <a:gd name="connsiteY2" fmla="*/ 1116 h 2058"/>
                <a:gd name="connsiteX3" fmla="*/ 5788 w 13628"/>
                <a:gd name="connsiteY3" fmla="*/ 304 h 2058"/>
              </a:gdLst>
              <a:ahLst/>
              <a:cxnLst>
                <a:cxn ang="0">
                  <a:pos x="connsiteX0" y="connsiteY0"/>
                </a:cxn>
                <a:cxn ang="0">
                  <a:pos x="connsiteX1" y="connsiteY1"/>
                </a:cxn>
                <a:cxn ang="0">
                  <a:pos x="connsiteX2" y="connsiteY2"/>
                </a:cxn>
                <a:cxn ang="0">
                  <a:pos x="connsiteX3" y="connsiteY3"/>
                </a:cxn>
              </a:cxnLst>
              <a:rect l="l" t="t" r="r" b="b"/>
              <a:pathLst>
                <a:path w="13628" h="2058">
                  <a:moveTo>
                    <a:pt x="5788" y="304"/>
                  </a:moveTo>
                  <a:cubicBezTo>
                    <a:pt x="4165" y="-508"/>
                    <a:pt x="-6382" y="2739"/>
                    <a:pt x="5788" y="1927"/>
                  </a:cubicBezTo>
                  <a:cubicBezTo>
                    <a:pt x="5788" y="1927"/>
                    <a:pt x="10656" y="1927"/>
                    <a:pt x="12278" y="1116"/>
                  </a:cubicBezTo>
                  <a:cubicBezTo>
                    <a:pt x="17146" y="-1320"/>
                    <a:pt x="7410" y="1116"/>
                    <a:pt x="5788" y="30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5" name="Freeform 214">
              <a:extLst>
                <a:ext uri="{FF2B5EF4-FFF2-40B4-BE49-F238E27FC236}">
                  <a16:creationId xmlns:a16="http://schemas.microsoft.com/office/drawing/2014/main" id="{867D0FA9-1FBD-AE28-4F67-61AD685A3327}"/>
                </a:ext>
              </a:extLst>
            </p:cNvPr>
            <p:cNvSpPr/>
            <p:nvPr/>
          </p:nvSpPr>
          <p:spPr>
            <a:xfrm>
              <a:off x="4503239" y="3214005"/>
              <a:ext cx="15162" cy="1405"/>
            </a:xfrm>
            <a:custGeom>
              <a:avLst/>
              <a:gdLst>
                <a:gd name="connsiteX0" fmla="*/ 3686 w 15162"/>
                <a:gd name="connsiteY0" fmla="*/ 133 h 1405"/>
                <a:gd name="connsiteX1" fmla="*/ 1252 w 15162"/>
                <a:gd name="connsiteY1" fmla="*/ 944 h 1405"/>
                <a:gd name="connsiteX2" fmla="*/ 3686 w 15162"/>
                <a:gd name="connsiteY2" fmla="*/ 133 h 1405"/>
              </a:gdLst>
              <a:ahLst/>
              <a:cxnLst>
                <a:cxn ang="0">
                  <a:pos x="connsiteX0" y="connsiteY0"/>
                </a:cxn>
                <a:cxn ang="0">
                  <a:pos x="connsiteX1" y="connsiteY1"/>
                </a:cxn>
                <a:cxn ang="0">
                  <a:pos x="connsiteX2" y="connsiteY2"/>
                </a:cxn>
              </a:cxnLst>
              <a:rect l="l" t="t" r="r" b="b"/>
              <a:pathLst>
                <a:path w="15162" h="1405">
                  <a:moveTo>
                    <a:pt x="3686" y="133"/>
                  </a:moveTo>
                  <a:cubicBezTo>
                    <a:pt x="-2805" y="133"/>
                    <a:pt x="1252" y="944"/>
                    <a:pt x="1252" y="944"/>
                  </a:cubicBezTo>
                  <a:cubicBezTo>
                    <a:pt x="15856" y="2568"/>
                    <a:pt x="22346" y="-679"/>
                    <a:pt x="3686" y="13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6" name="Freeform 215">
              <a:extLst>
                <a:ext uri="{FF2B5EF4-FFF2-40B4-BE49-F238E27FC236}">
                  <a16:creationId xmlns:a16="http://schemas.microsoft.com/office/drawing/2014/main" id="{21FE5789-E0CF-6DF8-195D-AF1FD5AF9F76}"/>
                </a:ext>
              </a:extLst>
            </p:cNvPr>
            <p:cNvSpPr/>
            <p:nvPr/>
          </p:nvSpPr>
          <p:spPr>
            <a:xfrm>
              <a:off x="4528664" y="3220507"/>
              <a:ext cx="2565" cy="1659"/>
            </a:xfrm>
            <a:custGeom>
              <a:avLst/>
              <a:gdLst>
                <a:gd name="connsiteX0" fmla="*/ 166 w 2565"/>
                <a:gd name="connsiteY0" fmla="*/ 938 h 1659"/>
                <a:gd name="connsiteX1" fmla="*/ 1788 w 2565"/>
                <a:gd name="connsiteY1" fmla="*/ 938 h 1659"/>
                <a:gd name="connsiteX2" fmla="*/ 166 w 2565"/>
                <a:gd name="connsiteY2" fmla="*/ 938 h 1659"/>
              </a:gdLst>
              <a:ahLst/>
              <a:cxnLst>
                <a:cxn ang="0">
                  <a:pos x="connsiteX0" y="connsiteY0"/>
                </a:cxn>
                <a:cxn ang="0">
                  <a:pos x="connsiteX1" y="connsiteY1"/>
                </a:cxn>
                <a:cxn ang="0">
                  <a:pos x="connsiteX2" y="connsiteY2"/>
                </a:cxn>
              </a:cxnLst>
              <a:rect l="l" t="t" r="r" b="b"/>
              <a:pathLst>
                <a:path w="2565" h="1659">
                  <a:moveTo>
                    <a:pt x="166" y="938"/>
                  </a:moveTo>
                  <a:cubicBezTo>
                    <a:pt x="-646" y="2561"/>
                    <a:pt x="1788" y="938"/>
                    <a:pt x="1788" y="938"/>
                  </a:cubicBezTo>
                  <a:cubicBezTo>
                    <a:pt x="4222" y="-686"/>
                    <a:pt x="166" y="126"/>
                    <a:pt x="166"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7" name="Freeform 216">
              <a:extLst>
                <a:ext uri="{FF2B5EF4-FFF2-40B4-BE49-F238E27FC236}">
                  <a16:creationId xmlns:a16="http://schemas.microsoft.com/office/drawing/2014/main" id="{6B695821-03CD-DA8E-686D-C739660F2932}"/>
                </a:ext>
              </a:extLst>
            </p:cNvPr>
            <p:cNvSpPr/>
            <p:nvPr/>
          </p:nvSpPr>
          <p:spPr>
            <a:xfrm>
              <a:off x="4570720" y="3235025"/>
              <a:ext cx="5977" cy="1976"/>
            </a:xfrm>
            <a:custGeom>
              <a:avLst/>
              <a:gdLst>
                <a:gd name="connsiteX0" fmla="*/ 5166 w 5977"/>
                <a:gd name="connsiteY0" fmla="*/ 221 h 1976"/>
                <a:gd name="connsiteX1" fmla="*/ 4355 w 5977"/>
                <a:gd name="connsiteY1" fmla="*/ 221 h 1976"/>
                <a:gd name="connsiteX2" fmla="*/ 2732 w 5977"/>
                <a:gd name="connsiteY2" fmla="*/ 1845 h 1976"/>
                <a:gd name="connsiteX3" fmla="*/ 5166 w 5977"/>
                <a:gd name="connsiteY3" fmla="*/ 221 h 1976"/>
              </a:gdLst>
              <a:ahLst/>
              <a:cxnLst>
                <a:cxn ang="0">
                  <a:pos x="connsiteX0" y="connsiteY0"/>
                </a:cxn>
                <a:cxn ang="0">
                  <a:pos x="connsiteX1" y="connsiteY1"/>
                </a:cxn>
                <a:cxn ang="0">
                  <a:pos x="connsiteX2" y="connsiteY2"/>
                </a:cxn>
                <a:cxn ang="0">
                  <a:pos x="connsiteX3" y="connsiteY3"/>
                </a:cxn>
              </a:cxnLst>
              <a:rect l="l" t="t" r="r" b="b"/>
              <a:pathLst>
                <a:path w="5977" h="1976">
                  <a:moveTo>
                    <a:pt x="5166" y="221"/>
                  </a:moveTo>
                  <a:cubicBezTo>
                    <a:pt x="4355" y="221"/>
                    <a:pt x="4355" y="221"/>
                    <a:pt x="4355" y="221"/>
                  </a:cubicBezTo>
                  <a:cubicBezTo>
                    <a:pt x="5166" y="-591"/>
                    <a:pt x="-4570" y="2657"/>
                    <a:pt x="2732" y="1845"/>
                  </a:cubicBezTo>
                  <a:cubicBezTo>
                    <a:pt x="5978" y="1033"/>
                    <a:pt x="6789" y="-591"/>
                    <a:pt x="5166" y="22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8" name="Freeform 217">
              <a:extLst>
                <a:ext uri="{FF2B5EF4-FFF2-40B4-BE49-F238E27FC236}">
                  <a16:creationId xmlns:a16="http://schemas.microsoft.com/office/drawing/2014/main" id="{64742979-12EC-53F4-4F87-4685F344CA25}"/>
                </a:ext>
              </a:extLst>
            </p:cNvPr>
            <p:cNvSpPr/>
            <p:nvPr/>
          </p:nvSpPr>
          <p:spPr>
            <a:xfrm>
              <a:off x="4550655" y="3227214"/>
              <a:ext cx="2713" cy="1771"/>
            </a:xfrm>
            <a:custGeom>
              <a:avLst/>
              <a:gdLst>
                <a:gd name="connsiteX0" fmla="*/ 80 w 2713"/>
                <a:gd name="connsiteY0" fmla="*/ 1537 h 1771"/>
                <a:gd name="connsiteX1" fmla="*/ 1703 w 2713"/>
                <a:gd name="connsiteY1" fmla="*/ 1537 h 1771"/>
                <a:gd name="connsiteX2" fmla="*/ 80 w 2713"/>
                <a:gd name="connsiteY2" fmla="*/ 1537 h 1771"/>
              </a:gdLst>
              <a:ahLst/>
              <a:cxnLst>
                <a:cxn ang="0">
                  <a:pos x="connsiteX0" y="connsiteY0"/>
                </a:cxn>
                <a:cxn ang="0">
                  <a:pos x="connsiteX1" y="connsiteY1"/>
                </a:cxn>
                <a:cxn ang="0">
                  <a:pos x="connsiteX2" y="connsiteY2"/>
                </a:cxn>
              </a:cxnLst>
              <a:rect l="l" t="t" r="r" b="b"/>
              <a:pathLst>
                <a:path w="2713" h="1771">
                  <a:moveTo>
                    <a:pt x="80" y="1537"/>
                  </a:moveTo>
                  <a:cubicBezTo>
                    <a:pt x="80" y="2349"/>
                    <a:pt x="1703" y="725"/>
                    <a:pt x="1703" y="1537"/>
                  </a:cubicBezTo>
                  <a:cubicBezTo>
                    <a:pt x="4948" y="-898"/>
                    <a:pt x="-731" y="-87"/>
                    <a:pt x="80" y="15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19" name="Freeform 218">
              <a:extLst>
                <a:ext uri="{FF2B5EF4-FFF2-40B4-BE49-F238E27FC236}">
                  <a16:creationId xmlns:a16="http://schemas.microsoft.com/office/drawing/2014/main" id="{93204459-1BD1-C125-AF1B-4371BAB0EE0B}"/>
                </a:ext>
              </a:extLst>
            </p:cNvPr>
            <p:cNvSpPr/>
            <p:nvPr/>
          </p:nvSpPr>
          <p:spPr>
            <a:xfrm>
              <a:off x="4531945" y="3220024"/>
              <a:ext cx="4237" cy="1330"/>
            </a:xfrm>
            <a:custGeom>
              <a:avLst/>
              <a:gdLst>
                <a:gd name="connsiteX0" fmla="*/ 130 w 4237"/>
                <a:gd name="connsiteY0" fmla="*/ 609 h 1330"/>
                <a:gd name="connsiteX1" fmla="*/ 2564 w 4237"/>
                <a:gd name="connsiteY1" fmla="*/ 609 h 1330"/>
                <a:gd name="connsiteX2" fmla="*/ 130 w 4237"/>
                <a:gd name="connsiteY2" fmla="*/ 609 h 1330"/>
              </a:gdLst>
              <a:ahLst/>
              <a:cxnLst>
                <a:cxn ang="0">
                  <a:pos x="connsiteX0" y="connsiteY0"/>
                </a:cxn>
                <a:cxn ang="0">
                  <a:pos x="connsiteX1" y="connsiteY1"/>
                </a:cxn>
                <a:cxn ang="0">
                  <a:pos x="connsiteX2" y="connsiteY2"/>
                </a:cxn>
              </a:cxnLst>
              <a:rect l="l" t="t" r="r" b="b"/>
              <a:pathLst>
                <a:path w="4237" h="1330">
                  <a:moveTo>
                    <a:pt x="130" y="609"/>
                  </a:moveTo>
                  <a:cubicBezTo>
                    <a:pt x="-681" y="2233"/>
                    <a:pt x="2564" y="609"/>
                    <a:pt x="2564" y="609"/>
                  </a:cubicBezTo>
                  <a:cubicBezTo>
                    <a:pt x="7432" y="-203"/>
                    <a:pt x="130" y="-203"/>
                    <a:pt x="13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0" name="Freeform 219">
              <a:extLst>
                <a:ext uri="{FF2B5EF4-FFF2-40B4-BE49-F238E27FC236}">
                  <a16:creationId xmlns:a16="http://schemas.microsoft.com/office/drawing/2014/main" id="{5FC889A1-E6B0-1F4D-1284-A12EA4355791}"/>
                </a:ext>
              </a:extLst>
            </p:cNvPr>
            <p:cNvSpPr/>
            <p:nvPr/>
          </p:nvSpPr>
          <p:spPr>
            <a:xfrm>
              <a:off x="4575698" y="3235950"/>
              <a:ext cx="6476" cy="2119"/>
            </a:xfrm>
            <a:custGeom>
              <a:avLst/>
              <a:gdLst>
                <a:gd name="connsiteX0" fmla="*/ 5868 w 6476"/>
                <a:gd name="connsiteY0" fmla="*/ 109 h 2119"/>
                <a:gd name="connsiteX1" fmla="*/ 2622 w 6476"/>
                <a:gd name="connsiteY1" fmla="*/ 1732 h 2119"/>
                <a:gd name="connsiteX2" fmla="*/ 5868 w 6476"/>
                <a:gd name="connsiteY2" fmla="*/ 921 h 2119"/>
                <a:gd name="connsiteX3" fmla="*/ 5868 w 6476"/>
                <a:gd name="connsiteY3" fmla="*/ 109 h 2119"/>
              </a:gdLst>
              <a:ahLst/>
              <a:cxnLst>
                <a:cxn ang="0">
                  <a:pos x="connsiteX0" y="connsiteY0"/>
                </a:cxn>
                <a:cxn ang="0">
                  <a:pos x="connsiteX1" y="connsiteY1"/>
                </a:cxn>
                <a:cxn ang="0">
                  <a:pos x="connsiteX2" y="connsiteY2"/>
                </a:cxn>
                <a:cxn ang="0">
                  <a:pos x="connsiteX3" y="connsiteY3"/>
                </a:cxn>
              </a:cxnLst>
              <a:rect l="l" t="t" r="r" b="b"/>
              <a:pathLst>
                <a:path w="6476" h="2119">
                  <a:moveTo>
                    <a:pt x="5868" y="109"/>
                  </a:moveTo>
                  <a:cubicBezTo>
                    <a:pt x="3434" y="-703"/>
                    <a:pt x="-3868" y="3356"/>
                    <a:pt x="2622" y="1732"/>
                  </a:cubicBezTo>
                  <a:cubicBezTo>
                    <a:pt x="2622" y="1732"/>
                    <a:pt x="5056" y="921"/>
                    <a:pt x="5868" y="921"/>
                  </a:cubicBezTo>
                  <a:cubicBezTo>
                    <a:pt x="6679" y="1732"/>
                    <a:pt x="6679" y="921"/>
                    <a:pt x="5868" y="1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1" name="Freeform 220">
              <a:extLst>
                <a:ext uri="{FF2B5EF4-FFF2-40B4-BE49-F238E27FC236}">
                  <a16:creationId xmlns:a16="http://schemas.microsoft.com/office/drawing/2014/main" id="{814BD5AB-EB32-B2AE-8586-A407E9994926}"/>
                </a:ext>
              </a:extLst>
            </p:cNvPr>
            <p:cNvSpPr/>
            <p:nvPr/>
          </p:nvSpPr>
          <p:spPr>
            <a:xfrm>
              <a:off x="4519392" y="3213972"/>
              <a:ext cx="12455" cy="1789"/>
            </a:xfrm>
            <a:custGeom>
              <a:avLst/>
              <a:gdLst>
                <a:gd name="connsiteX0" fmla="*/ 11872 w 12455"/>
                <a:gd name="connsiteY0" fmla="*/ 166 h 1789"/>
                <a:gd name="connsiteX1" fmla="*/ 3759 w 12455"/>
                <a:gd name="connsiteY1" fmla="*/ 1789 h 1789"/>
                <a:gd name="connsiteX2" fmla="*/ 11872 w 12455"/>
                <a:gd name="connsiteY2" fmla="*/ 166 h 1789"/>
              </a:gdLst>
              <a:ahLst/>
              <a:cxnLst>
                <a:cxn ang="0">
                  <a:pos x="connsiteX0" y="connsiteY0"/>
                </a:cxn>
                <a:cxn ang="0">
                  <a:pos x="connsiteX1" y="connsiteY1"/>
                </a:cxn>
                <a:cxn ang="0">
                  <a:pos x="connsiteX2" y="connsiteY2"/>
                </a:cxn>
              </a:cxnLst>
              <a:rect l="l" t="t" r="r" b="b"/>
              <a:pathLst>
                <a:path w="12455" h="1789">
                  <a:moveTo>
                    <a:pt x="11872" y="166"/>
                  </a:moveTo>
                  <a:cubicBezTo>
                    <a:pt x="10250" y="-646"/>
                    <a:pt x="-7599" y="1789"/>
                    <a:pt x="3759" y="1789"/>
                  </a:cubicBezTo>
                  <a:cubicBezTo>
                    <a:pt x="3759" y="978"/>
                    <a:pt x="15118" y="978"/>
                    <a:pt x="11872" y="16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2" name="Freeform 221">
              <a:extLst>
                <a:ext uri="{FF2B5EF4-FFF2-40B4-BE49-F238E27FC236}">
                  <a16:creationId xmlns:a16="http://schemas.microsoft.com/office/drawing/2014/main" id="{82B0CD2C-7E30-A48C-77DF-82273A233619}"/>
                </a:ext>
              </a:extLst>
            </p:cNvPr>
            <p:cNvSpPr/>
            <p:nvPr/>
          </p:nvSpPr>
          <p:spPr>
            <a:xfrm>
              <a:off x="4556342" y="3228143"/>
              <a:ext cx="2580" cy="1217"/>
            </a:xfrm>
            <a:custGeom>
              <a:avLst/>
              <a:gdLst>
                <a:gd name="connsiteX0" fmla="*/ 884 w 2580"/>
                <a:gd name="connsiteY0" fmla="*/ 609 h 1217"/>
                <a:gd name="connsiteX1" fmla="*/ 1696 w 2580"/>
                <a:gd name="connsiteY1" fmla="*/ 609 h 1217"/>
                <a:gd name="connsiteX2" fmla="*/ 884 w 2580"/>
                <a:gd name="connsiteY2" fmla="*/ 609 h 1217"/>
              </a:gdLst>
              <a:ahLst/>
              <a:cxnLst>
                <a:cxn ang="0">
                  <a:pos x="connsiteX0" y="connsiteY0"/>
                </a:cxn>
                <a:cxn ang="0">
                  <a:pos x="connsiteX1" y="connsiteY1"/>
                </a:cxn>
                <a:cxn ang="0">
                  <a:pos x="connsiteX2" y="connsiteY2"/>
                </a:cxn>
              </a:cxnLst>
              <a:rect l="l" t="t" r="r" b="b"/>
              <a:pathLst>
                <a:path w="2580" h="1217">
                  <a:moveTo>
                    <a:pt x="884" y="609"/>
                  </a:moveTo>
                  <a:cubicBezTo>
                    <a:pt x="-738" y="1421"/>
                    <a:pt x="73" y="1421"/>
                    <a:pt x="1696" y="609"/>
                  </a:cubicBezTo>
                  <a:cubicBezTo>
                    <a:pt x="3318" y="-203"/>
                    <a:pt x="2507" y="-203"/>
                    <a:pt x="884"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3" name="Freeform 222">
              <a:extLst>
                <a:ext uri="{FF2B5EF4-FFF2-40B4-BE49-F238E27FC236}">
                  <a16:creationId xmlns:a16="http://schemas.microsoft.com/office/drawing/2014/main" id="{37970CE0-857E-421C-2849-47A8D8D9DEA1}"/>
                </a:ext>
              </a:extLst>
            </p:cNvPr>
            <p:cNvSpPr/>
            <p:nvPr/>
          </p:nvSpPr>
          <p:spPr>
            <a:xfrm>
              <a:off x="4566962" y="3230267"/>
              <a:ext cx="15900" cy="3449"/>
            </a:xfrm>
            <a:custGeom>
              <a:avLst/>
              <a:gdLst>
                <a:gd name="connsiteX0" fmla="*/ 13792 w 15900"/>
                <a:gd name="connsiteY0" fmla="*/ 108 h 3449"/>
                <a:gd name="connsiteX1" fmla="*/ 0 w 15900"/>
                <a:gd name="connsiteY1" fmla="*/ 920 h 3449"/>
                <a:gd name="connsiteX2" fmla="*/ 0 w 15900"/>
                <a:gd name="connsiteY2" fmla="*/ 1732 h 3449"/>
                <a:gd name="connsiteX3" fmla="*/ 811 w 15900"/>
                <a:gd name="connsiteY3" fmla="*/ 2544 h 3449"/>
                <a:gd name="connsiteX4" fmla="*/ 8113 w 15900"/>
                <a:gd name="connsiteY4" fmla="*/ 1732 h 3449"/>
                <a:gd name="connsiteX5" fmla="*/ 8113 w 15900"/>
                <a:gd name="connsiteY5" fmla="*/ 2544 h 3449"/>
                <a:gd name="connsiteX6" fmla="*/ 12170 w 15900"/>
                <a:gd name="connsiteY6" fmla="*/ 2544 h 3449"/>
                <a:gd name="connsiteX7" fmla="*/ 13792 w 15900"/>
                <a:gd name="connsiteY7" fmla="*/ 108 h 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0" h="3449">
                  <a:moveTo>
                    <a:pt x="13792" y="108"/>
                  </a:moveTo>
                  <a:cubicBezTo>
                    <a:pt x="10547" y="920"/>
                    <a:pt x="1623" y="-704"/>
                    <a:pt x="0" y="920"/>
                  </a:cubicBezTo>
                  <a:cubicBezTo>
                    <a:pt x="0" y="920"/>
                    <a:pt x="0" y="1732"/>
                    <a:pt x="0" y="1732"/>
                  </a:cubicBezTo>
                  <a:cubicBezTo>
                    <a:pt x="0" y="1732"/>
                    <a:pt x="811" y="1732"/>
                    <a:pt x="811" y="2544"/>
                  </a:cubicBezTo>
                  <a:cubicBezTo>
                    <a:pt x="811" y="4979"/>
                    <a:pt x="8113" y="1732"/>
                    <a:pt x="8113" y="1732"/>
                  </a:cubicBezTo>
                  <a:cubicBezTo>
                    <a:pt x="8113" y="1732"/>
                    <a:pt x="8113" y="2544"/>
                    <a:pt x="8113" y="2544"/>
                  </a:cubicBezTo>
                  <a:cubicBezTo>
                    <a:pt x="6490" y="3356"/>
                    <a:pt x="12170" y="2544"/>
                    <a:pt x="12170" y="2544"/>
                  </a:cubicBezTo>
                  <a:cubicBezTo>
                    <a:pt x="13792" y="3356"/>
                    <a:pt x="18660" y="-704"/>
                    <a:pt x="13792" y="10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4" name="Freeform 223">
              <a:extLst>
                <a:ext uri="{FF2B5EF4-FFF2-40B4-BE49-F238E27FC236}">
                  <a16:creationId xmlns:a16="http://schemas.microsoft.com/office/drawing/2014/main" id="{EC83F548-4394-C14C-5D62-9132E5B5C0B2}"/>
                </a:ext>
              </a:extLst>
            </p:cNvPr>
            <p:cNvSpPr/>
            <p:nvPr/>
          </p:nvSpPr>
          <p:spPr>
            <a:xfrm>
              <a:off x="4515518" y="3206499"/>
              <a:ext cx="22259" cy="4300"/>
            </a:xfrm>
            <a:custGeom>
              <a:avLst/>
              <a:gdLst>
                <a:gd name="connsiteX0" fmla="*/ 3576 w 22259"/>
                <a:gd name="connsiteY0" fmla="*/ 3579 h 4300"/>
                <a:gd name="connsiteX1" fmla="*/ 22237 w 22259"/>
                <a:gd name="connsiteY1" fmla="*/ 1143 h 4300"/>
                <a:gd name="connsiteX2" fmla="*/ 1142 w 22259"/>
                <a:gd name="connsiteY2" fmla="*/ 1143 h 4300"/>
                <a:gd name="connsiteX3" fmla="*/ 331 w 22259"/>
                <a:gd name="connsiteY3" fmla="*/ 3579 h 4300"/>
                <a:gd name="connsiteX4" fmla="*/ 3576 w 22259"/>
                <a:gd name="connsiteY4" fmla="*/ 3579 h 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9" h="4300">
                  <a:moveTo>
                    <a:pt x="3576" y="3579"/>
                  </a:moveTo>
                  <a:cubicBezTo>
                    <a:pt x="5199" y="3579"/>
                    <a:pt x="20614" y="5203"/>
                    <a:pt x="22237" y="1143"/>
                  </a:cubicBezTo>
                  <a:cubicBezTo>
                    <a:pt x="23048" y="-2104"/>
                    <a:pt x="1954" y="2767"/>
                    <a:pt x="1142" y="1143"/>
                  </a:cubicBezTo>
                  <a:cubicBezTo>
                    <a:pt x="331" y="-480"/>
                    <a:pt x="1954" y="1955"/>
                    <a:pt x="331" y="3579"/>
                  </a:cubicBezTo>
                  <a:cubicBezTo>
                    <a:pt x="-1292" y="5203"/>
                    <a:pt x="3576" y="3579"/>
                    <a:pt x="3576" y="357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5" name="Freeform 224">
              <a:extLst>
                <a:ext uri="{FF2B5EF4-FFF2-40B4-BE49-F238E27FC236}">
                  <a16:creationId xmlns:a16="http://schemas.microsoft.com/office/drawing/2014/main" id="{6A648D0B-9382-FD55-8309-2A29367A490C}"/>
                </a:ext>
              </a:extLst>
            </p:cNvPr>
            <p:cNvSpPr/>
            <p:nvPr/>
          </p:nvSpPr>
          <p:spPr>
            <a:xfrm>
              <a:off x="4559535" y="3226791"/>
              <a:ext cx="3757" cy="2296"/>
            </a:xfrm>
            <a:custGeom>
              <a:avLst/>
              <a:gdLst>
                <a:gd name="connsiteX0" fmla="*/ 3371 w 3757"/>
                <a:gd name="connsiteY0" fmla="*/ 336 h 2296"/>
                <a:gd name="connsiteX1" fmla="*/ 1748 w 3757"/>
                <a:gd name="connsiteY1" fmla="*/ 1960 h 2296"/>
                <a:gd name="connsiteX2" fmla="*/ 3371 w 3757"/>
                <a:gd name="connsiteY2" fmla="*/ 336 h 2296"/>
              </a:gdLst>
              <a:ahLst/>
              <a:cxnLst>
                <a:cxn ang="0">
                  <a:pos x="connsiteX0" y="connsiteY0"/>
                </a:cxn>
                <a:cxn ang="0">
                  <a:pos x="connsiteX1" y="connsiteY1"/>
                </a:cxn>
                <a:cxn ang="0">
                  <a:pos x="connsiteX2" y="connsiteY2"/>
                </a:cxn>
              </a:cxnLst>
              <a:rect l="l" t="t" r="r" b="b"/>
              <a:pathLst>
                <a:path w="3757" h="2296">
                  <a:moveTo>
                    <a:pt x="3371" y="336"/>
                  </a:moveTo>
                  <a:cubicBezTo>
                    <a:pt x="1748" y="-1287"/>
                    <a:pt x="-2309" y="3584"/>
                    <a:pt x="1748" y="1960"/>
                  </a:cubicBezTo>
                  <a:cubicBezTo>
                    <a:pt x="937" y="1148"/>
                    <a:pt x="4994" y="1148"/>
                    <a:pt x="3371"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6" name="Freeform 225">
              <a:extLst>
                <a:ext uri="{FF2B5EF4-FFF2-40B4-BE49-F238E27FC236}">
                  <a16:creationId xmlns:a16="http://schemas.microsoft.com/office/drawing/2014/main" id="{1E7D5C08-B65F-0234-2887-6033EB3C40C7}"/>
                </a:ext>
              </a:extLst>
            </p:cNvPr>
            <p:cNvSpPr/>
            <p:nvPr/>
          </p:nvSpPr>
          <p:spPr>
            <a:xfrm>
              <a:off x="4583920" y="3235855"/>
              <a:ext cx="9678" cy="1545"/>
            </a:xfrm>
            <a:custGeom>
              <a:avLst/>
              <a:gdLst>
                <a:gd name="connsiteX0" fmla="*/ 79 w 9678"/>
                <a:gd name="connsiteY0" fmla="*/ 203 h 1545"/>
                <a:gd name="connsiteX1" fmla="*/ 4947 w 9678"/>
                <a:gd name="connsiteY1" fmla="*/ 1015 h 1545"/>
                <a:gd name="connsiteX2" fmla="*/ 79 w 9678"/>
                <a:gd name="connsiteY2" fmla="*/ 203 h 1545"/>
              </a:gdLst>
              <a:ahLst/>
              <a:cxnLst>
                <a:cxn ang="0">
                  <a:pos x="connsiteX0" y="connsiteY0"/>
                </a:cxn>
                <a:cxn ang="0">
                  <a:pos x="connsiteX1" y="connsiteY1"/>
                </a:cxn>
                <a:cxn ang="0">
                  <a:pos x="connsiteX2" y="connsiteY2"/>
                </a:cxn>
              </a:cxnLst>
              <a:rect l="l" t="t" r="r" b="b"/>
              <a:pathLst>
                <a:path w="9678" h="1545">
                  <a:moveTo>
                    <a:pt x="79" y="203"/>
                  </a:moveTo>
                  <a:cubicBezTo>
                    <a:pt x="-732" y="2639"/>
                    <a:pt x="4947" y="1015"/>
                    <a:pt x="4947" y="1015"/>
                  </a:cubicBezTo>
                  <a:cubicBezTo>
                    <a:pt x="17928" y="-609"/>
                    <a:pt x="79" y="203"/>
                    <a:pt x="79" y="20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7" name="Freeform 226">
              <a:extLst>
                <a:ext uri="{FF2B5EF4-FFF2-40B4-BE49-F238E27FC236}">
                  <a16:creationId xmlns:a16="http://schemas.microsoft.com/office/drawing/2014/main" id="{88DE8655-8C8B-012B-BB18-FDDCB222F981}"/>
                </a:ext>
              </a:extLst>
            </p:cNvPr>
            <p:cNvSpPr/>
            <p:nvPr/>
          </p:nvSpPr>
          <p:spPr>
            <a:xfrm>
              <a:off x="4532666" y="3213443"/>
              <a:ext cx="2733" cy="1709"/>
            </a:xfrm>
            <a:custGeom>
              <a:avLst/>
              <a:gdLst>
                <a:gd name="connsiteX0" fmla="*/ 1844 w 2733"/>
                <a:gd name="connsiteY0" fmla="*/ 1507 h 1709"/>
                <a:gd name="connsiteX1" fmla="*/ 221 w 2733"/>
                <a:gd name="connsiteY1" fmla="*/ 695 h 1709"/>
                <a:gd name="connsiteX2" fmla="*/ 1844 w 2733"/>
                <a:gd name="connsiteY2" fmla="*/ 1507 h 1709"/>
              </a:gdLst>
              <a:ahLst/>
              <a:cxnLst>
                <a:cxn ang="0">
                  <a:pos x="connsiteX0" y="connsiteY0"/>
                </a:cxn>
                <a:cxn ang="0">
                  <a:pos x="connsiteX1" y="connsiteY1"/>
                </a:cxn>
                <a:cxn ang="0">
                  <a:pos x="connsiteX2" y="connsiteY2"/>
                </a:cxn>
              </a:cxnLst>
              <a:rect l="l" t="t" r="r" b="b"/>
              <a:pathLst>
                <a:path w="2733" h="1709">
                  <a:moveTo>
                    <a:pt x="1844" y="1507"/>
                  </a:moveTo>
                  <a:cubicBezTo>
                    <a:pt x="4278" y="695"/>
                    <a:pt x="1032" y="-929"/>
                    <a:pt x="221" y="695"/>
                  </a:cubicBezTo>
                  <a:cubicBezTo>
                    <a:pt x="-590" y="2319"/>
                    <a:pt x="1032" y="1507"/>
                    <a:pt x="1844"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8" name="Freeform 227">
              <a:extLst>
                <a:ext uri="{FF2B5EF4-FFF2-40B4-BE49-F238E27FC236}">
                  <a16:creationId xmlns:a16="http://schemas.microsoft.com/office/drawing/2014/main" id="{B95A717C-22DD-A77E-0BFB-8EC39AFD893D}"/>
                </a:ext>
              </a:extLst>
            </p:cNvPr>
            <p:cNvSpPr/>
            <p:nvPr/>
          </p:nvSpPr>
          <p:spPr>
            <a:xfrm>
              <a:off x="4565260" y="3226316"/>
              <a:ext cx="6017" cy="1845"/>
            </a:xfrm>
            <a:custGeom>
              <a:avLst/>
              <a:gdLst>
                <a:gd name="connsiteX0" fmla="*/ 79 w 6017"/>
                <a:gd name="connsiteY0" fmla="*/ 1624 h 1845"/>
                <a:gd name="connsiteX1" fmla="*/ 5758 w 6017"/>
                <a:gd name="connsiteY1" fmla="*/ 0 h 1845"/>
                <a:gd name="connsiteX2" fmla="*/ 79 w 6017"/>
                <a:gd name="connsiteY2" fmla="*/ 1624 h 1845"/>
              </a:gdLst>
              <a:ahLst/>
              <a:cxnLst>
                <a:cxn ang="0">
                  <a:pos x="connsiteX0" y="connsiteY0"/>
                </a:cxn>
                <a:cxn ang="0">
                  <a:pos x="connsiteX1" y="connsiteY1"/>
                </a:cxn>
                <a:cxn ang="0">
                  <a:pos x="connsiteX2" y="connsiteY2"/>
                </a:cxn>
              </a:cxnLst>
              <a:rect l="l" t="t" r="r" b="b"/>
              <a:pathLst>
                <a:path w="6017" h="1845">
                  <a:moveTo>
                    <a:pt x="79" y="1624"/>
                  </a:moveTo>
                  <a:cubicBezTo>
                    <a:pt x="890" y="2436"/>
                    <a:pt x="7381" y="812"/>
                    <a:pt x="5758" y="0"/>
                  </a:cubicBezTo>
                  <a:cubicBezTo>
                    <a:pt x="4947" y="0"/>
                    <a:pt x="-732" y="1624"/>
                    <a:pt x="79"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29" name="Freeform 228">
              <a:extLst>
                <a:ext uri="{FF2B5EF4-FFF2-40B4-BE49-F238E27FC236}">
                  <a16:creationId xmlns:a16="http://schemas.microsoft.com/office/drawing/2014/main" id="{F8FAEAB7-E81C-4AF4-A99F-F1AF8CAF28A8}"/>
                </a:ext>
              </a:extLst>
            </p:cNvPr>
            <p:cNvSpPr/>
            <p:nvPr/>
          </p:nvSpPr>
          <p:spPr>
            <a:xfrm>
              <a:off x="4536722" y="3213818"/>
              <a:ext cx="4569" cy="2177"/>
            </a:xfrm>
            <a:custGeom>
              <a:avLst/>
              <a:gdLst>
                <a:gd name="connsiteX0" fmla="*/ 221 w 4569"/>
                <a:gd name="connsiteY0" fmla="*/ 1132 h 2177"/>
                <a:gd name="connsiteX1" fmla="*/ 1844 w 4569"/>
                <a:gd name="connsiteY1" fmla="*/ 1943 h 2177"/>
                <a:gd name="connsiteX2" fmla="*/ 4278 w 4569"/>
                <a:gd name="connsiteY2" fmla="*/ 1943 h 2177"/>
                <a:gd name="connsiteX3" fmla="*/ 221 w 4569"/>
                <a:gd name="connsiteY3" fmla="*/ 1132 h 2177"/>
              </a:gdLst>
              <a:ahLst/>
              <a:cxnLst>
                <a:cxn ang="0">
                  <a:pos x="connsiteX0" y="connsiteY0"/>
                </a:cxn>
                <a:cxn ang="0">
                  <a:pos x="connsiteX1" y="connsiteY1"/>
                </a:cxn>
                <a:cxn ang="0">
                  <a:pos x="connsiteX2" y="connsiteY2"/>
                </a:cxn>
                <a:cxn ang="0">
                  <a:pos x="connsiteX3" y="connsiteY3"/>
                </a:cxn>
              </a:cxnLst>
              <a:rect l="l" t="t" r="r" b="b"/>
              <a:pathLst>
                <a:path w="4569" h="2177">
                  <a:moveTo>
                    <a:pt x="221" y="1132"/>
                  </a:moveTo>
                  <a:cubicBezTo>
                    <a:pt x="-590" y="2755"/>
                    <a:pt x="1032" y="1132"/>
                    <a:pt x="1844" y="1943"/>
                  </a:cubicBezTo>
                  <a:cubicBezTo>
                    <a:pt x="4278" y="1132"/>
                    <a:pt x="3466" y="2755"/>
                    <a:pt x="4278" y="1943"/>
                  </a:cubicBezTo>
                  <a:cubicBezTo>
                    <a:pt x="5900" y="-492"/>
                    <a:pt x="221" y="-492"/>
                    <a:pt x="221" y="113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0" name="Freeform 229">
              <a:extLst>
                <a:ext uri="{FF2B5EF4-FFF2-40B4-BE49-F238E27FC236}">
                  <a16:creationId xmlns:a16="http://schemas.microsoft.com/office/drawing/2014/main" id="{A4D821FB-8583-F63E-4DA9-BDCBE8F7509B}"/>
                </a:ext>
              </a:extLst>
            </p:cNvPr>
            <p:cNvSpPr/>
            <p:nvPr/>
          </p:nvSpPr>
          <p:spPr>
            <a:xfrm>
              <a:off x="4592924" y="3237221"/>
              <a:ext cx="2052" cy="1405"/>
            </a:xfrm>
            <a:custGeom>
              <a:avLst/>
              <a:gdLst>
                <a:gd name="connsiteX0" fmla="*/ 811 w 2052"/>
                <a:gd name="connsiteY0" fmla="*/ 461 h 1405"/>
                <a:gd name="connsiteX1" fmla="*/ 0 w 2052"/>
                <a:gd name="connsiteY1" fmla="*/ 1273 h 1405"/>
                <a:gd name="connsiteX2" fmla="*/ 811 w 2052"/>
                <a:gd name="connsiteY2" fmla="*/ 461 h 1405"/>
              </a:gdLst>
              <a:ahLst/>
              <a:cxnLst>
                <a:cxn ang="0">
                  <a:pos x="connsiteX0" y="connsiteY0"/>
                </a:cxn>
                <a:cxn ang="0">
                  <a:pos x="connsiteX1" y="connsiteY1"/>
                </a:cxn>
                <a:cxn ang="0">
                  <a:pos x="connsiteX2" y="connsiteY2"/>
                </a:cxn>
              </a:cxnLst>
              <a:rect l="l" t="t" r="r" b="b"/>
              <a:pathLst>
                <a:path w="2052" h="1405">
                  <a:moveTo>
                    <a:pt x="811" y="461"/>
                  </a:moveTo>
                  <a:cubicBezTo>
                    <a:pt x="0" y="461"/>
                    <a:pt x="0" y="1273"/>
                    <a:pt x="0" y="1273"/>
                  </a:cubicBezTo>
                  <a:cubicBezTo>
                    <a:pt x="1622" y="2085"/>
                    <a:pt x="3245" y="-1162"/>
                    <a:pt x="811" y="4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1" name="Freeform 230">
              <a:extLst>
                <a:ext uri="{FF2B5EF4-FFF2-40B4-BE49-F238E27FC236}">
                  <a16:creationId xmlns:a16="http://schemas.microsoft.com/office/drawing/2014/main" id="{4A279E4F-C6FC-8DED-95C8-A16FF4287B86}"/>
                </a:ext>
              </a:extLst>
            </p:cNvPr>
            <p:cNvSpPr/>
            <p:nvPr/>
          </p:nvSpPr>
          <p:spPr>
            <a:xfrm>
              <a:off x="4583188" y="3231274"/>
              <a:ext cx="1442" cy="1537"/>
            </a:xfrm>
            <a:custGeom>
              <a:avLst/>
              <a:gdLst>
                <a:gd name="connsiteX0" fmla="*/ 0 w 1442"/>
                <a:gd name="connsiteY0" fmla="*/ 1537 h 1537"/>
                <a:gd name="connsiteX1" fmla="*/ 0 w 1442"/>
                <a:gd name="connsiteY1" fmla="*/ 1537 h 1537"/>
                <a:gd name="connsiteX2" fmla="*/ 0 w 1442"/>
                <a:gd name="connsiteY2" fmla="*/ 1537 h 1537"/>
              </a:gdLst>
              <a:ahLst/>
              <a:cxnLst>
                <a:cxn ang="0">
                  <a:pos x="connsiteX0" y="connsiteY0"/>
                </a:cxn>
                <a:cxn ang="0">
                  <a:pos x="connsiteX1" y="connsiteY1"/>
                </a:cxn>
                <a:cxn ang="0">
                  <a:pos x="connsiteX2" y="connsiteY2"/>
                </a:cxn>
              </a:cxnLst>
              <a:rect l="l" t="t" r="r" b="b"/>
              <a:pathLst>
                <a:path w="1442" h="1537">
                  <a:moveTo>
                    <a:pt x="0" y="1537"/>
                  </a:moveTo>
                  <a:cubicBezTo>
                    <a:pt x="0" y="1537"/>
                    <a:pt x="0" y="1537"/>
                    <a:pt x="0" y="1537"/>
                  </a:cubicBezTo>
                  <a:cubicBezTo>
                    <a:pt x="3245" y="-898"/>
                    <a:pt x="0" y="-87"/>
                    <a:pt x="0" y="15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2" name="Freeform 231">
              <a:extLst>
                <a:ext uri="{FF2B5EF4-FFF2-40B4-BE49-F238E27FC236}">
                  <a16:creationId xmlns:a16="http://schemas.microsoft.com/office/drawing/2014/main" id="{76750E15-B233-5B2E-9354-DC87FE4E3676}"/>
                </a:ext>
              </a:extLst>
            </p:cNvPr>
            <p:cNvSpPr/>
            <p:nvPr/>
          </p:nvSpPr>
          <p:spPr>
            <a:xfrm>
              <a:off x="4596169" y="3234859"/>
              <a:ext cx="11676" cy="2140"/>
            </a:xfrm>
            <a:custGeom>
              <a:avLst/>
              <a:gdLst>
                <a:gd name="connsiteX0" fmla="*/ 9736 w 11676"/>
                <a:gd name="connsiteY0" fmla="*/ 387 h 2140"/>
                <a:gd name="connsiteX1" fmla="*/ 3245 w 11676"/>
                <a:gd name="connsiteY1" fmla="*/ 387 h 2140"/>
                <a:gd name="connsiteX2" fmla="*/ 1623 w 11676"/>
                <a:gd name="connsiteY2" fmla="*/ 2011 h 2140"/>
                <a:gd name="connsiteX3" fmla="*/ 11358 w 11676"/>
                <a:gd name="connsiteY3" fmla="*/ 387 h 2140"/>
                <a:gd name="connsiteX4" fmla="*/ 9736 w 11676"/>
                <a:gd name="connsiteY4" fmla="*/ 387 h 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6" h="2140">
                  <a:moveTo>
                    <a:pt x="9736" y="387"/>
                  </a:moveTo>
                  <a:cubicBezTo>
                    <a:pt x="8113" y="-425"/>
                    <a:pt x="6490" y="2011"/>
                    <a:pt x="3245" y="387"/>
                  </a:cubicBezTo>
                  <a:cubicBezTo>
                    <a:pt x="-1623" y="-1236"/>
                    <a:pt x="0" y="2823"/>
                    <a:pt x="1623" y="2011"/>
                  </a:cubicBezTo>
                  <a:cubicBezTo>
                    <a:pt x="811" y="2011"/>
                    <a:pt x="10547" y="2823"/>
                    <a:pt x="11358" y="387"/>
                  </a:cubicBezTo>
                  <a:cubicBezTo>
                    <a:pt x="12170" y="-425"/>
                    <a:pt x="11358" y="1199"/>
                    <a:pt x="9736" y="38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3" name="Freeform 232">
              <a:extLst>
                <a:ext uri="{FF2B5EF4-FFF2-40B4-BE49-F238E27FC236}">
                  <a16:creationId xmlns:a16="http://schemas.microsoft.com/office/drawing/2014/main" id="{A86A7777-19FE-2964-4AA0-A3805730A1C2}"/>
                </a:ext>
              </a:extLst>
            </p:cNvPr>
            <p:cNvSpPr/>
            <p:nvPr/>
          </p:nvSpPr>
          <p:spPr>
            <a:xfrm>
              <a:off x="4574350" y="3226791"/>
              <a:ext cx="3072" cy="1484"/>
            </a:xfrm>
            <a:custGeom>
              <a:avLst/>
              <a:gdLst>
                <a:gd name="connsiteX0" fmla="*/ 1536 w 3072"/>
                <a:gd name="connsiteY0" fmla="*/ 336 h 1484"/>
                <a:gd name="connsiteX1" fmla="*/ 1536 w 3072"/>
                <a:gd name="connsiteY1" fmla="*/ 1148 h 1484"/>
                <a:gd name="connsiteX2" fmla="*/ 1536 w 3072"/>
                <a:gd name="connsiteY2" fmla="*/ 336 h 1484"/>
              </a:gdLst>
              <a:ahLst/>
              <a:cxnLst>
                <a:cxn ang="0">
                  <a:pos x="connsiteX0" y="connsiteY0"/>
                </a:cxn>
                <a:cxn ang="0">
                  <a:pos x="connsiteX1" y="connsiteY1"/>
                </a:cxn>
                <a:cxn ang="0">
                  <a:pos x="connsiteX2" y="connsiteY2"/>
                </a:cxn>
              </a:cxnLst>
              <a:rect l="l" t="t" r="r" b="b"/>
              <a:pathLst>
                <a:path w="3072" h="1484">
                  <a:moveTo>
                    <a:pt x="1536" y="336"/>
                  </a:moveTo>
                  <a:cubicBezTo>
                    <a:pt x="-898" y="1148"/>
                    <a:pt x="-86" y="1960"/>
                    <a:pt x="1536" y="1148"/>
                  </a:cubicBezTo>
                  <a:cubicBezTo>
                    <a:pt x="3970" y="336"/>
                    <a:pt x="3159" y="-476"/>
                    <a:pt x="1536"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4" name="Freeform 233">
              <a:extLst>
                <a:ext uri="{FF2B5EF4-FFF2-40B4-BE49-F238E27FC236}">
                  <a16:creationId xmlns:a16="http://schemas.microsoft.com/office/drawing/2014/main" id="{7F414AD3-E056-D2E0-F3A2-8EA366D1F98A}"/>
                </a:ext>
              </a:extLst>
            </p:cNvPr>
            <p:cNvSpPr/>
            <p:nvPr/>
          </p:nvSpPr>
          <p:spPr>
            <a:xfrm>
              <a:off x="4577012" y="3227054"/>
              <a:ext cx="5364" cy="1865"/>
            </a:xfrm>
            <a:custGeom>
              <a:avLst/>
              <a:gdLst>
                <a:gd name="connsiteX0" fmla="*/ 5365 w 5364"/>
                <a:gd name="connsiteY0" fmla="*/ 885 h 1865"/>
                <a:gd name="connsiteX1" fmla="*/ 497 w 5364"/>
                <a:gd name="connsiteY1" fmla="*/ 1697 h 1865"/>
                <a:gd name="connsiteX2" fmla="*/ 5365 w 5364"/>
                <a:gd name="connsiteY2" fmla="*/ 885 h 1865"/>
              </a:gdLst>
              <a:ahLst/>
              <a:cxnLst>
                <a:cxn ang="0">
                  <a:pos x="connsiteX0" y="connsiteY0"/>
                </a:cxn>
                <a:cxn ang="0">
                  <a:pos x="connsiteX1" y="connsiteY1"/>
                </a:cxn>
                <a:cxn ang="0">
                  <a:pos x="connsiteX2" y="connsiteY2"/>
                </a:cxn>
              </a:cxnLst>
              <a:rect l="l" t="t" r="r" b="b"/>
              <a:pathLst>
                <a:path w="5364" h="1865">
                  <a:moveTo>
                    <a:pt x="5365" y="885"/>
                  </a:moveTo>
                  <a:cubicBezTo>
                    <a:pt x="497" y="-739"/>
                    <a:pt x="2119" y="73"/>
                    <a:pt x="497" y="1697"/>
                  </a:cubicBezTo>
                  <a:cubicBezTo>
                    <a:pt x="-1937" y="2509"/>
                    <a:pt x="5365" y="73"/>
                    <a:pt x="5365" y="88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5" name="Freeform 234">
              <a:extLst>
                <a:ext uri="{FF2B5EF4-FFF2-40B4-BE49-F238E27FC236}">
                  <a16:creationId xmlns:a16="http://schemas.microsoft.com/office/drawing/2014/main" id="{BAFD11C9-A00D-2682-DA2B-A13BE44EEFD8}"/>
                </a:ext>
              </a:extLst>
            </p:cNvPr>
            <p:cNvSpPr/>
            <p:nvPr/>
          </p:nvSpPr>
          <p:spPr>
            <a:xfrm>
              <a:off x="4565437" y="3222342"/>
              <a:ext cx="60067" cy="3465"/>
            </a:xfrm>
            <a:custGeom>
              <a:avLst/>
              <a:gdLst>
                <a:gd name="connsiteX0" fmla="*/ 713 w 60067"/>
                <a:gd name="connsiteY0" fmla="*/ 2350 h 3465"/>
                <a:gd name="connsiteX1" fmla="*/ 8015 w 60067"/>
                <a:gd name="connsiteY1" fmla="*/ 2350 h 3465"/>
                <a:gd name="connsiteX2" fmla="*/ 11261 w 60067"/>
                <a:gd name="connsiteY2" fmla="*/ 2350 h 3465"/>
                <a:gd name="connsiteX3" fmla="*/ 13695 w 60067"/>
                <a:gd name="connsiteY3" fmla="*/ 1538 h 3465"/>
                <a:gd name="connsiteX4" fmla="*/ 13695 w 60067"/>
                <a:gd name="connsiteY4" fmla="*/ 2350 h 3465"/>
                <a:gd name="connsiteX5" fmla="*/ 16128 w 60067"/>
                <a:gd name="connsiteY5" fmla="*/ 2350 h 3465"/>
                <a:gd name="connsiteX6" fmla="*/ 24242 w 60067"/>
                <a:gd name="connsiteY6" fmla="*/ 3162 h 3465"/>
                <a:gd name="connsiteX7" fmla="*/ 29921 w 60067"/>
                <a:gd name="connsiteY7" fmla="*/ 2350 h 3465"/>
                <a:gd name="connsiteX8" fmla="*/ 32355 w 60067"/>
                <a:gd name="connsiteY8" fmla="*/ 2350 h 3465"/>
                <a:gd name="connsiteX9" fmla="*/ 34789 w 60067"/>
                <a:gd name="connsiteY9" fmla="*/ 2350 h 3465"/>
                <a:gd name="connsiteX10" fmla="*/ 37223 w 60067"/>
                <a:gd name="connsiteY10" fmla="*/ 3162 h 3465"/>
                <a:gd name="connsiteX11" fmla="*/ 38034 w 60067"/>
                <a:gd name="connsiteY11" fmla="*/ 2350 h 3465"/>
                <a:gd name="connsiteX12" fmla="*/ 39657 w 60067"/>
                <a:gd name="connsiteY12" fmla="*/ 2350 h 3465"/>
                <a:gd name="connsiteX13" fmla="*/ 55883 w 60067"/>
                <a:gd name="connsiteY13" fmla="*/ 2350 h 3465"/>
                <a:gd name="connsiteX14" fmla="*/ 59128 w 60067"/>
                <a:gd name="connsiteY14" fmla="*/ 1538 h 3465"/>
                <a:gd name="connsiteX15" fmla="*/ 46147 w 60067"/>
                <a:gd name="connsiteY15" fmla="*/ 726 h 3465"/>
                <a:gd name="connsiteX16" fmla="*/ 713 w 60067"/>
                <a:gd name="connsiteY16" fmla="*/ 2350 h 3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067" h="3465">
                  <a:moveTo>
                    <a:pt x="713" y="2350"/>
                  </a:moveTo>
                  <a:cubicBezTo>
                    <a:pt x="4770" y="3974"/>
                    <a:pt x="5581" y="726"/>
                    <a:pt x="8015" y="2350"/>
                  </a:cubicBezTo>
                  <a:cubicBezTo>
                    <a:pt x="9638" y="3162"/>
                    <a:pt x="10449" y="1538"/>
                    <a:pt x="11261" y="2350"/>
                  </a:cubicBezTo>
                  <a:cubicBezTo>
                    <a:pt x="12072" y="3162"/>
                    <a:pt x="12883" y="1538"/>
                    <a:pt x="13695" y="1538"/>
                  </a:cubicBezTo>
                  <a:cubicBezTo>
                    <a:pt x="13695" y="1538"/>
                    <a:pt x="13695" y="1538"/>
                    <a:pt x="13695" y="2350"/>
                  </a:cubicBezTo>
                  <a:cubicBezTo>
                    <a:pt x="12883" y="3162"/>
                    <a:pt x="14506" y="3162"/>
                    <a:pt x="16128" y="2350"/>
                  </a:cubicBezTo>
                  <a:cubicBezTo>
                    <a:pt x="18563" y="726"/>
                    <a:pt x="22619" y="3974"/>
                    <a:pt x="24242" y="3162"/>
                  </a:cubicBezTo>
                  <a:cubicBezTo>
                    <a:pt x="25864" y="2350"/>
                    <a:pt x="29921" y="4786"/>
                    <a:pt x="29921" y="2350"/>
                  </a:cubicBezTo>
                  <a:cubicBezTo>
                    <a:pt x="29921" y="726"/>
                    <a:pt x="31544" y="3974"/>
                    <a:pt x="32355" y="2350"/>
                  </a:cubicBezTo>
                  <a:cubicBezTo>
                    <a:pt x="33166" y="726"/>
                    <a:pt x="35600" y="1538"/>
                    <a:pt x="34789" y="2350"/>
                  </a:cubicBezTo>
                  <a:cubicBezTo>
                    <a:pt x="33977" y="3162"/>
                    <a:pt x="35600" y="2350"/>
                    <a:pt x="37223" y="3162"/>
                  </a:cubicBezTo>
                  <a:cubicBezTo>
                    <a:pt x="37223" y="3162"/>
                    <a:pt x="38034" y="3162"/>
                    <a:pt x="38034" y="2350"/>
                  </a:cubicBezTo>
                  <a:cubicBezTo>
                    <a:pt x="38034" y="1538"/>
                    <a:pt x="39657" y="1538"/>
                    <a:pt x="39657" y="2350"/>
                  </a:cubicBezTo>
                  <a:cubicBezTo>
                    <a:pt x="39657" y="3974"/>
                    <a:pt x="53449" y="726"/>
                    <a:pt x="55883" y="2350"/>
                  </a:cubicBezTo>
                  <a:cubicBezTo>
                    <a:pt x="56694" y="3162"/>
                    <a:pt x="56694" y="1538"/>
                    <a:pt x="59128" y="1538"/>
                  </a:cubicBezTo>
                  <a:cubicBezTo>
                    <a:pt x="61562" y="1538"/>
                    <a:pt x="59940" y="-897"/>
                    <a:pt x="46147" y="726"/>
                  </a:cubicBezTo>
                  <a:cubicBezTo>
                    <a:pt x="44524" y="-86"/>
                    <a:pt x="-6588" y="-897"/>
                    <a:pt x="713" y="235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6" name="Freeform 235">
              <a:extLst>
                <a:ext uri="{FF2B5EF4-FFF2-40B4-BE49-F238E27FC236}">
                  <a16:creationId xmlns:a16="http://schemas.microsoft.com/office/drawing/2014/main" id="{848F69C4-2E0A-3E74-36B6-9013F74087C9}"/>
                </a:ext>
              </a:extLst>
            </p:cNvPr>
            <p:cNvSpPr/>
            <p:nvPr/>
          </p:nvSpPr>
          <p:spPr>
            <a:xfrm>
              <a:off x="4585622" y="3231390"/>
              <a:ext cx="1622" cy="969"/>
            </a:xfrm>
            <a:custGeom>
              <a:avLst/>
              <a:gdLst>
                <a:gd name="connsiteX0" fmla="*/ 0 w 1622"/>
                <a:gd name="connsiteY0" fmla="*/ 609 h 969"/>
                <a:gd name="connsiteX1" fmla="*/ 1623 w 1622"/>
                <a:gd name="connsiteY1" fmla="*/ 609 h 969"/>
                <a:gd name="connsiteX2" fmla="*/ 0 w 1622"/>
                <a:gd name="connsiteY2" fmla="*/ 609 h 969"/>
              </a:gdLst>
              <a:ahLst/>
              <a:cxnLst>
                <a:cxn ang="0">
                  <a:pos x="connsiteX0" y="connsiteY0"/>
                </a:cxn>
                <a:cxn ang="0">
                  <a:pos x="connsiteX1" y="connsiteY1"/>
                </a:cxn>
                <a:cxn ang="0">
                  <a:pos x="connsiteX2" y="connsiteY2"/>
                </a:cxn>
              </a:cxnLst>
              <a:rect l="l" t="t" r="r" b="b"/>
              <a:pathLst>
                <a:path w="1622" h="969">
                  <a:moveTo>
                    <a:pt x="0" y="609"/>
                  </a:moveTo>
                  <a:cubicBezTo>
                    <a:pt x="0" y="609"/>
                    <a:pt x="811" y="1421"/>
                    <a:pt x="1623" y="609"/>
                  </a:cubicBezTo>
                  <a:cubicBezTo>
                    <a:pt x="1623" y="-203"/>
                    <a:pt x="0" y="-203"/>
                    <a:pt x="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7" name="Freeform 236">
              <a:extLst>
                <a:ext uri="{FF2B5EF4-FFF2-40B4-BE49-F238E27FC236}">
                  <a16:creationId xmlns:a16="http://schemas.microsoft.com/office/drawing/2014/main" id="{5ADE16CF-C5FD-F38E-2FC1-C80133EBC893}"/>
                </a:ext>
              </a:extLst>
            </p:cNvPr>
            <p:cNvSpPr/>
            <p:nvPr/>
          </p:nvSpPr>
          <p:spPr>
            <a:xfrm>
              <a:off x="4547154" y="3214613"/>
              <a:ext cx="2294" cy="1148"/>
            </a:xfrm>
            <a:custGeom>
              <a:avLst/>
              <a:gdLst>
                <a:gd name="connsiteX0" fmla="*/ 1959 w 2294"/>
                <a:gd name="connsiteY0" fmla="*/ 336 h 1148"/>
                <a:gd name="connsiteX1" fmla="*/ 336 w 2294"/>
                <a:gd name="connsiteY1" fmla="*/ 1148 h 1148"/>
                <a:gd name="connsiteX2" fmla="*/ 1959 w 2294"/>
                <a:gd name="connsiteY2" fmla="*/ 336 h 1148"/>
              </a:gdLst>
              <a:ahLst/>
              <a:cxnLst>
                <a:cxn ang="0">
                  <a:pos x="connsiteX0" y="connsiteY0"/>
                </a:cxn>
                <a:cxn ang="0">
                  <a:pos x="connsiteX1" y="connsiteY1"/>
                </a:cxn>
                <a:cxn ang="0">
                  <a:pos x="connsiteX2" y="connsiteY2"/>
                </a:cxn>
              </a:cxnLst>
              <a:rect l="l" t="t" r="r" b="b"/>
              <a:pathLst>
                <a:path w="2294" h="1148">
                  <a:moveTo>
                    <a:pt x="1959" y="336"/>
                  </a:moveTo>
                  <a:cubicBezTo>
                    <a:pt x="3581" y="-476"/>
                    <a:pt x="-1287" y="336"/>
                    <a:pt x="336" y="1148"/>
                  </a:cubicBezTo>
                  <a:cubicBezTo>
                    <a:pt x="336" y="1148"/>
                    <a:pt x="1147" y="336"/>
                    <a:pt x="1959"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8" name="Freeform 237">
              <a:extLst>
                <a:ext uri="{FF2B5EF4-FFF2-40B4-BE49-F238E27FC236}">
                  <a16:creationId xmlns:a16="http://schemas.microsoft.com/office/drawing/2014/main" id="{6178DA55-91EE-B6FF-0C18-A995221F52C2}"/>
                </a:ext>
              </a:extLst>
            </p:cNvPr>
            <p:cNvSpPr/>
            <p:nvPr/>
          </p:nvSpPr>
          <p:spPr>
            <a:xfrm>
              <a:off x="4588056" y="3230375"/>
              <a:ext cx="6317" cy="1623"/>
            </a:xfrm>
            <a:custGeom>
              <a:avLst/>
              <a:gdLst>
                <a:gd name="connsiteX0" fmla="*/ 3245 w 6317"/>
                <a:gd name="connsiteY0" fmla="*/ 1624 h 1623"/>
                <a:gd name="connsiteX1" fmla="*/ 3245 w 6317"/>
                <a:gd name="connsiteY1" fmla="*/ 0 h 1623"/>
                <a:gd name="connsiteX2" fmla="*/ 0 w 6317"/>
                <a:gd name="connsiteY2" fmla="*/ 812 h 1623"/>
                <a:gd name="connsiteX3" fmla="*/ 3245 w 6317"/>
                <a:gd name="connsiteY3" fmla="*/ 1624 h 1623"/>
              </a:gdLst>
              <a:ahLst/>
              <a:cxnLst>
                <a:cxn ang="0">
                  <a:pos x="connsiteX0" y="connsiteY0"/>
                </a:cxn>
                <a:cxn ang="0">
                  <a:pos x="connsiteX1" y="connsiteY1"/>
                </a:cxn>
                <a:cxn ang="0">
                  <a:pos x="connsiteX2" y="connsiteY2"/>
                </a:cxn>
                <a:cxn ang="0">
                  <a:pos x="connsiteX3" y="connsiteY3"/>
                </a:cxn>
              </a:cxnLst>
              <a:rect l="l" t="t" r="r" b="b"/>
              <a:pathLst>
                <a:path w="6317" h="1623">
                  <a:moveTo>
                    <a:pt x="3245" y="1624"/>
                  </a:moveTo>
                  <a:cubicBezTo>
                    <a:pt x="6490" y="1624"/>
                    <a:pt x="8113" y="812"/>
                    <a:pt x="3245" y="0"/>
                  </a:cubicBezTo>
                  <a:cubicBezTo>
                    <a:pt x="811" y="0"/>
                    <a:pt x="0" y="1624"/>
                    <a:pt x="0" y="812"/>
                  </a:cubicBezTo>
                  <a:cubicBezTo>
                    <a:pt x="811" y="812"/>
                    <a:pt x="3245" y="1624"/>
                    <a:pt x="3245"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39" name="Freeform 238">
              <a:extLst>
                <a:ext uri="{FF2B5EF4-FFF2-40B4-BE49-F238E27FC236}">
                  <a16:creationId xmlns:a16="http://schemas.microsoft.com/office/drawing/2014/main" id="{EE958FA0-04DF-1FF6-5EB8-F3DAFAE04751}"/>
                </a:ext>
              </a:extLst>
            </p:cNvPr>
            <p:cNvSpPr/>
            <p:nvPr/>
          </p:nvSpPr>
          <p:spPr>
            <a:xfrm>
              <a:off x="4582630" y="3226791"/>
              <a:ext cx="2063" cy="1351"/>
            </a:xfrm>
            <a:custGeom>
              <a:avLst/>
              <a:gdLst>
                <a:gd name="connsiteX0" fmla="*/ 1369 w 2063"/>
                <a:gd name="connsiteY0" fmla="*/ 1148 h 1351"/>
                <a:gd name="connsiteX1" fmla="*/ 558 w 2063"/>
                <a:gd name="connsiteY1" fmla="*/ 336 h 1351"/>
                <a:gd name="connsiteX2" fmla="*/ 1369 w 2063"/>
                <a:gd name="connsiteY2" fmla="*/ 1148 h 1351"/>
              </a:gdLst>
              <a:ahLst/>
              <a:cxnLst>
                <a:cxn ang="0">
                  <a:pos x="connsiteX0" y="connsiteY0"/>
                </a:cxn>
                <a:cxn ang="0">
                  <a:pos x="connsiteX1" y="connsiteY1"/>
                </a:cxn>
                <a:cxn ang="0">
                  <a:pos x="connsiteX2" y="connsiteY2"/>
                </a:cxn>
              </a:cxnLst>
              <a:rect l="l" t="t" r="r" b="b"/>
              <a:pathLst>
                <a:path w="2063" h="1351">
                  <a:moveTo>
                    <a:pt x="1369" y="1148"/>
                  </a:moveTo>
                  <a:cubicBezTo>
                    <a:pt x="2992" y="336"/>
                    <a:pt x="1369" y="-476"/>
                    <a:pt x="558" y="336"/>
                  </a:cubicBezTo>
                  <a:cubicBezTo>
                    <a:pt x="-1065" y="1960"/>
                    <a:pt x="1369" y="1148"/>
                    <a:pt x="1369"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0" name="Freeform 239">
              <a:extLst>
                <a:ext uri="{FF2B5EF4-FFF2-40B4-BE49-F238E27FC236}">
                  <a16:creationId xmlns:a16="http://schemas.microsoft.com/office/drawing/2014/main" id="{0B4265DA-DE27-D136-26F1-1A8D56EA4B12}"/>
                </a:ext>
              </a:extLst>
            </p:cNvPr>
            <p:cNvSpPr/>
            <p:nvPr/>
          </p:nvSpPr>
          <p:spPr>
            <a:xfrm>
              <a:off x="4551326" y="3213935"/>
              <a:ext cx="2991" cy="2638"/>
            </a:xfrm>
            <a:custGeom>
              <a:avLst/>
              <a:gdLst>
                <a:gd name="connsiteX0" fmla="*/ 2655 w 2991"/>
                <a:gd name="connsiteY0" fmla="*/ 203 h 2638"/>
                <a:gd name="connsiteX1" fmla="*/ 221 w 2991"/>
                <a:gd name="connsiteY1" fmla="*/ 1015 h 2638"/>
                <a:gd name="connsiteX2" fmla="*/ 1844 w 2991"/>
                <a:gd name="connsiteY2" fmla="*/ 2639 h 2638"/>
                <a:gd name="connsiteX3" fmla="*/ 2655 w 2991"/>
                <a:gd name="connsiteY3" fmla="*/ 203 h 2638"/>
              </a:gdLst>
              <a:ahLst/>
              <a:cxnLst>
                <a:cxn ang="0">
                  <a:pos x="connsiteX0" y="connsiteY0"/>
                </a:cxn>
                <a:cxn ang="0">
                  <a:pos x="connsiteX1" y="connsiteY1"/>
                </a:cxn>
                <a:cxn ang="0">
                  <a:pos x="connsiteX2" y="connsiteY2"/>
                </a:cxn>
                <a:cxn ang="0">
                  <a:pos x="connsiteX3" y="connsiteY3"/>
                </a:cxn>
              </a:cxnLst>
              <a:rect l="l" t="t" r="r" b="b"/>
              <a:pathLst>
                <a:path w="2991" h="2638">
                  <a:moveTo>
                    <a:pt x="2655" y="203"/>
                  </a:moveTo>
                  <a:cubicBezTo>
                    <a:pt x="1032" y="203"/>
                    <a:pt x="1032" y="-609"/>
                    <a:pt x="221" y="1015"/>
                  </a:cubicBezTo>
                  <a:cubicBezTo>
                    <a:pt x="-590" y="2639"/>
                    <a:pt x="1032" y="1827"/>
                    <a:pt x="1844" y="2639"/>
                  </a:cubicBezTo>
                  <a:cubicBezTo>
                    <a:pt x="2655" y="1827"/>
                    <a:pt x="3466" y="203"/>
                    <a:pt x="2655" y="20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1" name="Freeform 240">
              <a:extLst>
                <a:ext uri="{FF2B5EF4-FFF2-40B4-BE49-F238E27FC236}">
                  <a16:creationId xmlns:a16="http://schemas.microsoft.com/office/drawing/2014/main" id="{E355A871-E8A1-3D82-9108-406843B1D172}"/>
                </a:ext>
              </a:extLst>
            </p:cNvPr>
            <p:cNvSpPr/>
            <p:nvPr/>
          </p:nvSpPr>
          <p:spPr>
            <a:xfrm>
              <a:off x="4538831" y="3207174"/>
              <a:ext cx="13950" cy="3716"/>
            </a:xfrm>
            <a:custGeom>
              <a:avLst/>
              <a:gdLst>
                <a:gd name="connsiteX0" fmla="*/ 2168 w 13950"/>
                <a:gd name="connsiteY0" fmla="*/ 2093 h 3716"/>
                <a:gd name="connsiteX1" fmla="*/ 546 w 13950"/>
                <a:gd name="connsiteY1" fmla="*/ 3716 h 3716"/>
                <a:gd name="connsiteX2" fmla="*/ 10282 w 13950"/>
                <a:gd name="connsiteY2" fmla="*/ 3716 h 3716"/>
                <a:gd name="connsiteX3" fmla="*/ 13527 w 13950"/>
                <a:gd name="connsiteY3" fmla="*/ 469 h 3716"/>
                <a:gd name="connsiteX4" fmla="*/ 10282 w 13950"/>
                <a:gd name="connsiteY4" fmla="*/ 469 h 3716"/>
                <a:gd name="connsiteX5" fmla="*/ 2168 w 13950"/>
                <a:gd name="connsiteY5" fmla="*/ 2093 h 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50" h="3716">
                  <a:moveTo>
                    <a:pt x="2168" y="2093"/>
                  </a:moveTo>
                  <a:cubicBezTo>
                    <a:pt x="1357" y="2904"/>
                    <a:pt x="-1077" y="2904"/>
                    <a:pt x="546" y="3716"/>
                  </a:cubicBezTo>
                  <a:cubicBezTo>
                    <a:pt x="1357" y="3716"/>
                    <a:pt x="-265" y="3716"/>
                    <a:pt x="10282" y="3716"/>
                  </a:cubicBezTo>
                  <a:cubicBezTo>
                    <a:pt x="14338" y="3716"/>
                    <a:pt x="14338" y="469"/>
                    <a:pt x="13527" y="469"/>
                  </a:cubicBezTo>
                  <a:cubicBezTo>
                    <a:pt x="11904" y="2093"/>
                    <a:pt x="10282" y="-1155"/>
                    <a:pt x="10282" y="469"/>
                  </a:cubicBezTo>
                  <a:cubicBezTo>
                    <a:pt x="11093" y="1281"/>
                    <a:pt x="2980" y="469"/>
                    <a:pt x="2168" y="209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2" name="Freeform 241">
              <a:extLst>
                <a:ext uri="{FF2B5EF4-FFF2-40B4-BE49-F238E27FC236}">
                  <a16:creationId xmlns:a16="http://schemas.microsoft.com/office/drawing/2014/main" id="{16BD8DE0-71B5-3ACC-E379-1D3CC343EE66}"/>
                </a:ext>
              </a:extLst>
            </p:cNvPr>
            <p:cNvSpPr/>
            <p:nvPr/>
          </p:nvSpPr>
          <p:spPr>
            <a:xfrm>
              <a:off x="4608069" y="3236510"/>
              <a:ext cx="2298" cy="1082"/>
            </a:xfrm>
            <a:custGeom>
              <a:avLst/>
              <a:gdLst>
                <a:gd name="connsiteX0" fmla="*/ 1082 w 2298"/>
                <a:gd name="connsiteY0" fmla="*/ 361 h 1082"/>
                <a:gd name="connsiteX1" fmla="*/ 1082 w 2298"/>
                <a:gd name="connsiteY1" fmla="*/ 361 h 1082"/>
                <a:gd name="connsiteX2" fmla="*/ 1082 w 2298"/>
                <a:gd name="connsiteY2" fmla="*/ 361 h 1082"/>
              </a:gdLst>
              <a:ahLst/>
              <a:cxnLst>
                <a:cxn ang="0">
                  <a:pos x="connsiteX0" y="connsiteY0"/>
                </a:cxn>
                <a:cxn ang="0">
                  <a:pos x="connsiteX1" y="connsiteY1"/>
                </a:cxn>
                <a:cxn ang="0">
                  <a:pos x="connsiteX2" y="connsiteY2"/>
                </a:cxn>
              </a:cxnLst>
              <a:rect l="l" t="t" r="r" b="b"/>
              <a:pathLst>
                <a:path w="2298" h="1082">
                  <a:moveTo>
                    <a:pt x="1082" y="361"/>
                  </a:moveTo>
                  <a:cubicBezTo>
                    <a:pt x="-1352" y="1984"/>
                    <a:pt x="1082" y="361"/>
                    <a:pt x="1082" y="361"/>
                  </a:cubicBezTo>
                  <a:cubicBezTo>
                    <a:pt x="2704" y="361"/>
                    <a:pt x="2704" y="-451"/>
                    <a:pt x="1082"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3" name="Freeform 242">
              <a:extLst>
                <a:ext uri="{FF2B5EF4-FFF2-40B4-BE49-F238E27FC236}">
                  <a16:creationId xmlns:a16="http://schemas.microsoft.com/office/drawing/2014/main" id="{7B243DE2-6B5F-20C4-DB26-222130C4F797}"/>
                </a:ext>
              </a:extLst>
            </p:cNvPr>
            <p:cNvSpPr/>
            <p:nvPr/>
          </p:nvSpPr>
          <p:spPr>
            <a:xfrm>
              <a:off x="4594773" y="3229759"/>
              <a:ext cx="28727" cy="2714"/>
            </a:xfrm>
            <a:custGeom>
              <a:avLst/>
              <a:gdLst>
                <a:gd name="connsiteX0" fmla="*/ 28170 w 28727"/>
                <a:gd name="connsiteY0" fmla="*/ 1428 h 2714"/>
                <a:gd name="connsiteX1" fmla="*/ 14378 w 28727"/>
                <a:gd name="connsiteY1" fmla="*/ 616 h 2714"/>
                <a:gd name="connsiteX2" fmla="*/ 22491 w 28727"/>
                <a:gd name="connsiteY2" fmla="*/ 2240 h 2714"/>
                <a:gd name="connsiteX3" fmla="*/ 27358 w 28727"/>
                <a:gd name="connsiteY3" fmla="*/ 1428 h 2714"/>
                <a:gd name="connsiteX4" fmla="*/ 28170 w 28727"/>
                <a:gd name="connsiteY4" fmla="*/ 1428 h 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27" h="2714">
                  <a:moveTo>
                    <a:pt x="28170" y="1428"/>
                  </a:moveTo>
                  <a:cubicBezTo>
                    <a:pt x="26547" y="-1008"/>
                    <a:pt x="16000" y="1428"/>
                    <a:pt x="14378" y="616"/>
                  </a:cubicBezTo>
                  <a:cubicBezTo>
                    <a:pt x="11944" y="-1820"/>
                    <a:pt x="-21320" y="3864"/>
                    <a:pt x="22491" y="2240"/>
                  </a:cubicBezTo>
                  <a:cubicBezTo>
                    <a:pt x="25736" y="2240"/>
                    <a:pt x="26547" y="-196"/>
                    <a:pt x="27358" y="1428"/>
                  </a:cubicBezTo>
                  <a:cubicBezTo>
                    <a:pt x="27358" y="2240"/>
                    <a:pt x="29793" y="3864"/>
                    <a:pt x="28170" y="142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4" name="Freeform 243">
              <a:extLst>
                <a:ext uri="{FF2B5EF4-FFF2-40B4-BE49-F238E27FC236}">
                  <a16:creationId xmlns:a16="http://schemas.microsoft.com/office/drawing/2014/main" id="{1CAFCF57-1871-5BA4-768B-ADDB0FF4576A}"/>
                </a:ext>
              </a:extLst>
            </p:cNvPr>
            <p:cNvSpPr/>
            <p:nvPr/>
          </p:nvSpPr>
          <p:spPr>
            <a:xfrm>
              <a:off x="4586702" y="3227828"/>
              <a:ext cx="7033" cy="1057"/>
            </a:xfrm>
            <a:custGeom>
              <a:avLst/>
              <a:gdLst>
                <a:gd name="connsiteX0" fmla="*/ 4600 w 7033"/>
                <a:gd name="connsiteY0" fmla="*/ 923 h 1057"/>
                <a:gd name="connsiteX1" fmla="*/ 7034 w 7033"/>
                <a:gd name="connsiteY1" fmla="*/ 923 h 1057"/>
                <a:gd name="connsiteX2" fmla="*/ 4600 w 7033"/>
                <a:gd name="connsiteY2" fmla="*/ 923 h 1057"/>
              </a:gdLst>
              <a:ahLst/>
              <a:cxnLst>
                <a:cxn ang="0">
                  <a:pos x="connsiteX0" y="connsiteY0"/>
                </a:cxn>
                <a:cxn ang="0">
                  <a:pos x="connsiteX1" y="connsiteY1"/>
                </a:cxn>
                <a:cxn ang="0">
                  <a:pos x="connsiteX2" y="connsiteY2"/>
                </a:cxn>
              </a:cxnLst>
              <a:rect l="l" t="t" r="r" b="b"/>
              <a:pathLst>
                <a:path w="7033" h="1057">
                  <a:moveTo>
                    <a:pt x="4600" y="923"/>
                  </a:moveTo>
                  <a:cubicBezTo>
                    <a:pt x="4600" y="923"/>
                    <a:pt x="7034" y="923"/>
                    <a:pt x="7034" y="923"/>
                  </a:cubicBezTo>
                  <a:cubicBezTo>
                    <a:pt x="-1891" y="-1513"/>
                    <a:pt x="-1891" y="1735"/>
                    <a:pt x="4600" y="92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49" name="Freeform 248">
              <a:extLst>
                <a:ext uri="{FF2B5EF4-FFF2-40B4-BE49-F238E27FC236}">
                  <a16:creationId xmlns:a16="http://schemas.microsoft.com/office/drawing/2014/main" id="{DDDD482B-6371-0C18-672A-88E0951A8BAA}"/>
                </a:ext>
              </a:extLst>
            </p:cNvPr>
            <p:cNvSpPr/>
            <p:nvPr/>
          </p:nvSpPr>
          <p:spPr>
            <a:xfrm>
              <a:off x="4555440" y="3214064"/>
              <a:ext cx="8333" cy="1931"/>
            </a:xfrm>
            <a:custGeom>
              <a:avLst/>
              <a:gdLst>
                <a:gd name="connsiteX0" fmla="*/ 163 w 8333"/>
                <a:gd name="connsiteY0" fmla="*/ 885 h 1931"/>
                <a:gd name="connsiteX1" fmla="*/ 2597 w 8333"/>
                <a:gd name="connsiteY1" fmla="*/ 1697 h 1931"/>
                <a:gd name="connsiteX2" fmla="*/ 8276 w 8333"/>
                <a:gd name="connsiteY2" fmla="*/ 1697 h 1931"/>
                <a:gd name="connsiteX3" fmla="*/ 163 w 8333"/>
                <a:gd name="connsiteY3" fmla="*/ 885 h 1931"/>
              </a:gdLst>
              <a:ahLst/>
              <a:cxnLst>
                <a:cxn ang="0">
                  <a:pos x="connsiteX0" y="connsiteY0"/>
                </a:cxn>
                <a:cxn ang="0">
                  <a:pos x="connsiteX1" y="connsiteY1"/>
                </a:cxn>
                <a:cxn ang="0">
                  <a:pos x="connsiteX2" y="connsiteY2"/>
                </a:cxn>
                <a:cxn ang="0">
                  <a:pos x="connsiteX3" y="connsiteY3"/>
                </a:cxn>
              </a:cxnLst>
              <a:rect l="l" t="t" r="r" b="b"/>
              <a:pathLst>
                <a:path w="8333" h="1931">
                  <a:moveTo>
                    <a:pt x="163" y="885"/>
                  </a:moveTo>
                  <a:cubicBezTo>
                    <a:pt x="-648" y="2509"/>
                    <a:pt x="1786" y="1697"/>
                    <a:pt x="2597" y="1697"/>
                  </a:cubicBezTo>
                  <a:cubicBezTo>
                    <a:pt x="5031" y="885"/>
                    <a:pt x="8276" y="2509"/>
                    <a:pt x="8276" y="1697"/>
                  </a:cubicBezTo>
                  <a:cubicBezTo>
                    <a:pt x="9088" y="73"/>
                    <a:pt x="975" y="-739"/>
                    <a:pt x="163" y="88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0" name="Freeform 249">
              <a:extLst>
                <a:ext uri="{FF2B5EF4-FFF2-40B4-BE49-F238E27FC236}">
                  <a16:creationId xmlns:a16="http://schemas.microsoft.com/office/drawing/2014/main" id="{64874F29-8603-A9E2-88FF-AF09CEA13BF8}"/>
                </a:ext>
              </a:extLst>
            </p:cNvPr>
            <p:cNvSpPr/>
            <p:nvPr/>
          </p:nvSpPr>
          <p:spPr>
            <a:xfrm>
              <a:off x="4613791" y="3238158"/>
              <a:ext cx="2092" cy="1148"/>
            </a:xfrm>
            <a:custGeom>
              <a:avLst/>
              <a:gdLst>
                <a:gd name="connsiteX0" fmla="*/ 227 w 2092"/>
                <a:gd name="connsiteY0" fmla="*/ 336 h 1148"/>
                <a:gd name="connsiteX1" fmla="*/ 1038 w 2092"/>
                <a:gd name="connsiteY1" fmla="*/ 1148 h 1148"/>
                <a:gd name="connsiteX2" fmla="*/ 227 w 2092"/>
                <a:gd name="connsiteY2" fmla="*/ 336 h 1148"/>
              </a:gdLst>
              <a:ahLst/>
              <a:cxnLst>
                <a:cxn ang="0">
                  <a:pos x="connsiteX0" y="connsiteY0"/>
                </a:cxn>
                <a:cxn ang="0">
                  <a:pos x="connsiteX1" y="connsiteY1"/>
                </a:cxn>
                <a:cxn ang="0">
                  <a:pos x="connsiteX2" y="connsiteY2"/>
                </a:cxn>
              </a:cxnLst>
              <a:rect l="l" t="t" r="r" b="b"/>
              <a:pathLst>
                <a:path w="2092" h="1148">
                  <a:moveTo>
                    <a:pt x="227" y="336"/>
                  </a:moveTo>
                  <a:cubicBezTo>
                    <a:pt x="-584" y="1148"/>
                    <a:pt x="1038" y="336"/>
                    <a:pt x="1038" y="1148"/>
                  </a:cubicBezTo>
                  <a:cubicBezTo>
                    <a:pt x="3473" y="336"/>
                    <a:pt x="1038" y="-475"/>
                    <a:pt x="227"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2" name="Freeform 251">
              <a:extLst>
                <a:ext uri="{FF2B5EF4-FFF2-40B4-BE49-F238E27FC236}">
                  <a16:creationId xmlns:a16="http://schemas.microsoft.com/office/drawing/2014/main" id="{B0DEC7BD-E47E-169D-4B86-97440C2ED1A5}"/>
                </a:ext>
              </a:extLst>
            </p:cNvPr>
            <p:cNvSpPr/>
            <p:nvPr/>
          </p:nvSpPr>
          <p:spPr>
            <a:xfrm>
              <a:off x="4539150" y="3206470"/>
              <a:ext cx="1265" cy="1082"/>
            </a:xfrm>
            <a:custGeom>
              <a:avLst/>
              <a:gdLst>
                <a:gd name="connsiteX0" fmla="*/ 227 w 1265"/>
                <a:gd name="connsiteY0" fmla="*/ 361 h 1082"/>
                <a:gd name="connsiteX1" fmla="*/ 1039 w 1265"/>
                <a:gd name="connsiteY1" fmla="*/ 361 h 1082"/>
                <a:gd name="connsiteX2" fmla="*/ 227 w 1265"/>
                <a:gd name="connsiteY2" fmla="*/ 361 h 1082"/>
              </a:gdLst>
              <a:ahLst/>
              <a:cxnLst>
                <a:cxn ang="0">
                  <a:pos x="connsiteX0" y="connsiteY0"/>
                </a:cxn>
                <a:cxn ang="0">
                  <a:pos x="connsiteX1" y="connsiteY1"/>
                </a:cxn>
                <a:cxn ang="0">
                  <a:pos x="connsiteX2" y="connsiteY2"/>
                </a:cxn>
              </a:cxnLst>
              <a:rect l="l" t="t" r="r" b="b"/>
              <a:pathLst>
                <a:path w="1265" h="1082">
                  <a:moveTo>
                    <a:pt x="227" y="361"/>
                  </a:moveTo>
                  <a:cubicBezTo>
                    <a:pt x="-584" y="1985"/>
                    <a:pt x="1039" y="361"/>
                    <a:pt x="1039" y="361"/>
                  </a:cubicBezTo>
                  <a:cubicBezTo>
                    <a:pt x="1850" y="361"/>
                    <a:pt x="227" y="-451"/>
                    <a:pt x="22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3" name="Freeform 252">
              <a:extLst>
                <a:ext uri="{FF2B5EF4-FFF2-40B4-BE49-F238E27FC236}">
                  <a16:creationId xmlns:a16="http://schemas.microsoft.com/office/drawing/2014/main" id="{39D80652-86C9-DECE-4DFA-1ED611921E8F}"/>
                </a:ext>
              </a:extLst>
            </p:cNvPr>
            <p:cNvSpPr/>
            <p:nvPr/>
          </p:nvSpPr>
          <p:spPr>
            <a:xfrm>
              <a:off x="4617466" y="3235652"/>
              <a:ext cx="2248" cy="2435"/>
            </a:xfrm>
            <a:custGeom>
              <a:avLst/>
              <a:gdLst>
                <a:gd name="connsiteX0" fmla="*/ 608 w 2248"/>
                <a:gd name="connsiteY0" fmla="*/ 1218 h 2435"/>
                <a:gd name="connsiteX1" fmla="*/ 608 w 2248"/>
                <a:gd name="connsiteY1" fmla="*/ 1218 h 2435"/>
                <a:gd name="connsiteX2" fmla="*/ 608 w 2248"/>
                <a:gd name="connsiteY2" fmla="*/ 1218 h 2435"/>
              </a:gdLst>
              <a:ahLst/>
              <a:cxnLst>
                <a:cxn ang="0">
                  <a:pos x="connsiteX0" y="connsiteY0"/>
                </a:cxn>
                <a:cxn ang="0">
                  <a:pos x="connsiteX1" y="connsiteY1"/>
                </a:cxn>
                <a:cxn ang="0">
                  <a:pos x="connsiteX2" y="connsiteY2"/>
                </a:cxn>
              </a:cxnLst>
              <a:rect l="l" t="t" r="r" b="b"/>
              <a:pathLst>
                <a:path w="2248" h="2435">
                  <a:moveTo>
                    <a:pt x="608" y="1218"/>
                  </a:moveTo>
                  <a:cubicBezTo>
                    <a:pt x="-203" y="2842"/>
                    <a:pt x="-203" y="2842"/>
                    <a:pt x="608" y="1218"/>
                  </a:cubicBezTo>
                  <a:cubicBezTo>
                    <a:pt x="3854" y="-406"/>
                    <a:pt x="1420" y="-406"/>
                    <a:pt x="608" y="121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4" name="Freeform 253">
              <a:extLst>
                <a:ext uri="{FF2B5EF4-FFF2-40B4-BE49-F238E27FC236}">
                  <a16:creationId xmlns:a16="http://schemas.microsoft.com/office/drawing/2014/main" id="{EE59D3FC-1FA9-1069-98B2-D702F3EB5811}"/>
                </a:ext>
              </a:extLst>
            </p:cNvPr>
            <p:cNvSpPr/>
            <p:nvPr/>
          </p:nvSpPr>
          <p:spPr>
            <a:xfrm>
              <a:off x="4593735" y="3226791"/>
              <a:ext cx="2512" cy="1678"/>
            </a:xfrm>
            <a:custGeom>
              <a:avLst/>
              <a:gdLst>
                <a:gd name="connsiteX0" fmla="*/ 1623 w 2512"/>
                <a:gd name="connsiteY0" fmla="*/ 1148 h 1678"/>
                <a:gd name="connsiteX1" fmla="*/ 0 w 2512"/>
                <a:gd name="connsiteY1" fmla="*/ 336 h 1678"/>
                <a:gd name="connsiteX2" fmla="*/ 1623 w 2512"/>
                <a:gd name="connsiteY2" fmla="*/ 1148 h 1678"/>
              </a:gdLst>
              <a:ahLst/>
              <a:cxnLst>
                <a:cxn ang="0">
                  <a:pos x="connsiteX0" y="connsiteY0"/>
                </a:cxn>
                <a:cxn ang="0">
                  <a:pos x="connsiteX1" y="connsiteY1"/>
                </a:cxn>
                <a:cxn ang="0">
                  <a:pos x="connsiteX2" y="connsiteY2"/>
                </a:cxn>
              </a:cxnLst>
              <a:rect l="l" t="t" r="r" b="b"/>
              <a:pathLst>
                <a:path w="2512" h="1678">
                  <a:moveTo>
                    <a:pt x="1623" y="1148"/>
                  </a:moveTo>
                  <a:cubicBezTo>
                    <a:pt x="4057" y="336"/>
                    <a:pt x="811" y="-476"/>
                    <a:pt x="0" y="336"/>
                  </a:cubicBezTo>
                  <a:cubicBezTo>
                    <a:pt x="0" y="2772"/>
                    <a:pt x="1623" y="1148"/>
                    <a:pt x="1623"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255" name="Freeform 254">
              <a:extLst>
                <a:ext uri="{FF2B5EF4-FFF2-40B4-BE49-F238E27FC236}">
                  <a16:creationId xmlns:a16="http://schemas.microsoft.com/office/drawing/2014/main" id="{3D02F91F-B606-DCF3-7BD5-4D0BF8B69559}"/>
                </a:ext>
              </a:extLst>
            </p:cNvPr>
            <p:cNvSpPr/>
            <p:nvPr/>
          </p:nvSpPr>
          <p:spPr>
            <a:xfrm>
              <a:off x="4598284" y="3227603"/>
              <a:ext cx="3073" cy="1484"/>
            </a:xfrm>
            <a:custGeom>
              <a:avLst/>
              <a:gdLst>
                <a:gd name="connsiteX0" fmla="*/ 1131 w 3073"/>
                <a:gd name="connsiteY0" fmla="*/ 336 h 1484"/>
                <a:gd name="connsiteX1" fmla="*/ 1942 w 3073"/>
                <a:gd name="connsiteY1" fmla="*/ 1148 h 1484"/>
                <a:gd name="connsiteX2" fmla="*/ 1131 w 3073"/>
                <a:gd name="connsiteY2" fmla="*/ 336 h 1484"/>
              </a:gdLst>
              <a:ahLst/>
              <a:cxnLst>
                <a:cxn ang="0">
                  <a:pos x="connsiteX0" y="connsiteY0"/>
                </a:cxn>
                <a:cxn ang="0">
                  <a:pos x="connsiteX1" y="connsiteY1"/>
                </a:cxn>
                <a:cxn ang="0">
                  <a:pos x="connsiteX2" y="connsiteY2"/>
                </a:cxn>
              </a:cxnLst>
              <a:rect l="l" t="t" r="r" b="b"/>
              <a:pathLst>
                <a:path w="3073" h="1484">
                  <a:moveTo>
                    <a:pt x="1131" y="336"/>
                  </a:moveTo>
                  <a:cubicBezTo>
                    <a:pt x="-492" y="1148"/>
                    <a:pt x="-492" y="1960"/>
                    <a:pt x="1942" y="1148"/>
                  </a:cubicBezTo>
                  <a:cubicBezTo>
                    <a:pt x="3565" y="336"/>
                    <a:pt x="3565" y="-476"/>
                    <a:pt x="1131"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4" name="Freeform 383">
              <a:extLst>
                <a:ext uri="{FF2B5EF4-FFF2-40B4-BE49-F238E27FC236}">
                  <a16:creationId xmlns:a16="http://schemas.microsoft.com/office/drawing/2014/main" id="{FC08A449-1219-9CB7-FE13-21730FA50516}"/>
                </a:ext>
              </a:extLst>
            </p:cNvPr>
            <p:cNvSpPr/>
            <p:nvPr/>
          </p:nvSpPr>
          <p:spPr>
            <a:xfrm>
              <a:off x="4621910" y="3234942"/>
              <a:ext cx="7522" cy="3551"/>
            </a:xfrm>
            <a:custGeom>
              <a:avLst/>
              <a:gdLst>
                <a:gd name="connsiteX0" fmla="*/ 5900 w 7522"/>
                <a:gd name="connsiteY0" fmla="*/ 304 h 3551"/>
                <a:gd name="connsiteX1" fmla="*/ 1844 w 7522"/>
                <a:gd name="connsiteY1" fmla="*/ 1116 h 3551"/>
                <a:gd name="connsiteX2" fmla="*/ 221 w 7522"/>
                <a:gd name="connsiteY2" fmla="*/ 3552 h 3551"/>
                <a:gd name="connsiteX3" fmla="*/ 4278 w 7522"/>
                <a:gd name="connsiteY3" fmla="*/ 2740 h 3551"/>
                <a:gd name="connsiteX4" fmla="*/ 5900 w 7522"/>
                <a:gd name="connsiteY4" fmla="*/ 304 h 3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2" h="3551">
                  <a:moveTo>
                    <a:pt x="5900" y="304"/>
                  </a:moveTo>
                  <a:cubicBezTo>
                    <a:pt x="4278" y="1928"/>
                    <a:pt x="2655" y="-507"/>
                    <a:pt x="1844" y="1116"/>
                  </a:cubicBezTo>
                  <a:cubicBezTo>
                    <a:pt x="1032" y="2740"/>
                    <a:pt x="-590" y="2740"/>
                    <a:pt x="221" y="3552"/>
                  </a:cubicBezTo>
                  <a:cubicBezTo>
                    <a:pt x="1032" y="3552"/>
                    <a:pt x="4278" y="1928"/>
                    <a:pt x="4278" y="2740"/>
                  </a:cubicBezTo>
                  <a:cubicBezTo>
                    <a:pt x="9146" y="304"/>
                    <a:pt x="7523" y="-507"/>
                    <a:pt x="5900" y="30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5" name="Freeform 384">
              <a:extLst>
                <a:ext uri="{FF2B5EF4-FFF2-40B4-BE49-F238E27FC236}">
                  <a16:creationId xmlns:a16="http://schemas.microsoft.com/office/drawing/2014/main" id="{A3384E2D-9E83-7E5F-B551-D27CF7D76104}"/>
                </a:ext>
              </a:extLst>
            </p:cNvPr>
            <p:cNvSpPr/>
            <p:nvPr/>
          </p:nvSpPr>
          <p:spPr>
            <a:xfrm>
              <a:off x="4566735" y="3213801"/>
              <a:ext cx="1038" cy="1484"/>
            </a:xfrm>
            <a:custGeom>
              <a:avLst/>
              <a:gdLst>
                <a:gd name="connsiteX0" fmla="*/ 1039 w 1038"/>
                <a:gd name="connsiteY0" fmla="*/ 1148 h 1484"/>
                <a:gd name="connsiteX1" fmla="*/ 227 w 1038"/>
                <a:gd name="connsiteY1" fmla="*/ 336 h 1484"/>
                <a:gd name="connsiteX2" fmla="*/ 1039 w 1038"/>
                <a:gd name="connsiteY2" fmla="*/ 1148 h 1484"/>
              </a:gdLst>
              <a:ahLst/>
              <a:cxnLst>
                <a:cxn ang="0">
                  <a:pos x="connsiteX0" y="connsiteY0"/>
                </a:cxn>
                <a:cxn ang="0">
                  <a:pos x="connsiteX1" y="connsiteY1"/>
                </a:cxn>
                <a:cxn ang="0">
                  <a:pos x="connsiteX2" y="connsiteY2"/>
                </a:cxn>
              </a:cxnLst>
              <a:rect l="l" t="t" r="r" b="b"/>
              <a:pathLst>
                <a:path w="1038" h="1484">
                  <a:moveTo>
                    <a:pt x="1039" y="1148"/>
                  </a:moveTo>
                  <a:cubicBezTo>
                    <a:pt x="1039" y="336"/>
                    <a:pt x="227" y="-475"/>
                    <a:pt x="227" y="336"/>
                  </a:cubicBezTo>
                  <a:cubicBezTo>
                    <a:pt x="-584" y="1148"/>
                    <a:pt x="1039" y="1960"/>
                    <a:pt x="1039"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6" name="Freeform 385">
              <a:extLst>
                <a:ext uri="{FF2B5EF4-FFF2-40B4-BE49-F238E27FC236}">
                  <a16:creationId xmlns:a16="http://schemas.microsoft.com/office/drawing/2014/main" id="{A2FC92D4-5D07-56DB-BF22-A48D0B448D17}"/>
                </a:ext>
              </a:extLst>
            </p:cNvPr>
            <p:cNvSpPr/>
            <p:nvPr/>
          </p:nvSpPr>
          <p:spPr>
            <a:xfrm>
              <a:off x="4555224" y="3206439"/>
              <a:ext cx="17417" cy="4786"/>
            </a:xfrm>
            <a:custGeom>
              <a:avLst/>
              <a:gdLst>
                <a:gd name="connsiteX0" fmla="*/ 13361 w 17417"/>
                <a:gd name="connsiteY0" fmla="*/ 391 h 4786"/>
                <a:gd name="connsiteX1" fmla="*/ 10926 w 17417"/>
                <a:gd name="connsiteY1" fmla="*/ 391 h 4786"/>
                <a:gd name="connsiteX2" fmla="*/ 3625 w 17417"/>
                <a:gd name="connsiteY2" fmla="*/ 1203 h 4786"/>
                <a:gd name="connsiteX3" fmla="*/ 379 w 17417"/>
                <a:gd name="connsiteY3" fmla="*/ 2015 h 4786"/>
                <a:gd name="connsiteX4" fmla="*/ 2813 w 17417"/>
                <a:gd name="connsiteY4" fmla="*/ 4451 h 4786"/>
                <a:gd name="connsiteX5" fmla="*/ 6059 w 17417"/>
                <a:gd name="connsiteY5" fmla="*/ 4451 h 4786"/>
                <a:gd name="connsiteX6" fmla="*/ 9304 w 17417"/>
                <a:gd name="connsiteY6" fmla="*/ 4451 h 4786"/>
                <a:gd name="connsiteX7" fmla="*/ 14172 w 17417"/>
                <a:gd name="connsiteY7" fmla="*/ 3639 h 4786"/>
                <a:gd name="connsiteX8" fmla="*/ 14983 w 17417"/>
                <a:gd name="connsiteY8" fmla="*/ 4451 h 4786"/>
                <a:gd name="connsiteX9" fmla="*/ 17417 w 17417"/>
                <a:gd name="connsiteY9" fmla="*/ 391 h 4786"/>
                <a:gd name="connsiteX10" fmla="*/ 13361 w 17417"/>
                <a:gd name="connsiteY10" fmla="*/ 391 h 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17" h="4786">
                  <a:moveTo>
                    <a:pt x="13361" y="391"/>
                  </a:moveTo>
                  <a:cubicBezTo>
                    <a:pt x="12549" y="-421"/>
                    <a:pt x="12549" y="1203"/>
                    <a:pt x="10926" y="391"/>
                  </a:cubicBezTo>
                  <a:cubicBezTo>
                    <a:pt x="9304" y="-1232"/>
                    <a:pt x="4436" y="2827"/>
                    <a:pt x="3625" y="1203"/>
                  </a:cubicBezTo>
                  <a:cubicBezTo>
                    <a:pt x="2813" y="-421"/>
                    <a:pt x="-1243" y="391"/>
                    <a:pt x="379" y="2015"/>
                  </a:cubicBezTo>
                  <a:cubicBezTo>
                    <a:pt x="2002" y="2827"/>
                    <a:pt x="-1243" y="5263"/>
                    <a:pt x="2813" y="4451"/>
                  </a:cubicBezTo>
                  <a:cubicBezTo>
                    <a:pt x="2813" y="4451"/>
                    <a:pt x="5247" y="3639"/>
                    <a:pt x="6059" y="4451"/>
                  </a:cubicBezTo>
                  <a:cubicBezTo>
                    <a:pt x="6870" y="5263"/>
                    <a:pt x="7681" y="3639"/>
                    <a:pt x="9304" y="4451"/>
                  </a:cubicBezTo>
                  <a:cubicBezTo>
                    <a:pt x="10926" y="5263"/>
                    <a:pt x="15794" y="2827"/>
                    <a:pt x="14172" y="3639"/>
                  </a:cubicBezTo>
                  <a:cubicBezTo>
                    <a:pt x="13361" y="4451"/>
                    <a:pt x="14172" y="5263"/>
                    <a:pt x="14983" y="4451"/>
                  </a:cubicBezTo>
                  <a:cubicBezTo>
                    <a:pt x="15794" y="3639"/>
                    <a:pt x="17417" y="391"/>
                    <a:pt x="17417" y="391"/>
                  </a:cubicBezTo>
                  <a:cubicBezTo>
                    <a:pt x="15794" y="-421"/>
                    <a:pt x="14983" y="2015"/>
                    <a:pt x="13361" y="39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7" name="Freeform 386">
              <a:extLst>
                <a:ext uri="{FF2B5EF4-FFF2-40B4-BE49-F238E27FC236}">
                  <a16:creationId xmlns:a16="http://schemas.microsoft.com/office/drawing/2014/main" id="{9A7FCA1E-BB08-9390-34AA-74C70BD58165}"/>
                </a:ext>
              </a:extLst>
            </p:cNvPr>
            <p:cNvSpPr/>
            <p:nvPr/>
          </p:nvSpPr>
          <p:spPr>
            <a:xfrm>
              <a:off x="4605905" y="3226736"/>
              <a:ext cx="51957" cy="5489"/>
            </a:xfrm>
            <a:custGeom>
              <a:avLst/>
              <a:gdLst>
                <a:gd name="connsiteX0" fmla="*/ 51113 w 51957"/>
                <a:gd name="connsiteY0" fmla="*/ 2015 h 5489"/>
                <a:gd name="connsiteX1" fmla="*/ 49490 w 51957"/>
                <a:gd name="connsiteY1" fmla="*/ 1203 h 5489"/>
                <a:gd name="connsiteX2" fmla="*/ 12981 w 51957"/>
                <a:gd name="connsiteY2" fmla="*/ 391 h 5489"/>
                <a:gd name="connsiteX3" fmla="*/ 0 w 51957"/>
                <a:gd name="connsiteY3" fmla="*/ 391 h 5489"/>
                <a:gd name="connsiteX4" fmla="*/ 0 w 51957"/>
                <a:gd name="connsiteY4" fmla="*/ 391 h 5489"/>
                <a:gd name="connsiteX5" fmla="*/ 35698 w 51957"/>
                <a:gd name="connsiteY5" fmla="*/ 1203 h 5489"/>
                <a:gd name="connsiteX6" fmla="*/ 48679 w 51957"/>
                <a:gd name="connsiteY6" fmla="*/ 2827 h 5489"/>
                <a:gd name="connsiteX7" fmla="*/ 47868 w 51957"/>
                <a:gd name="connsiteY7" fmla="*/ 3639 h 5489"/>
                <a:gd name="connsiteX8" fmla="*/ 46245 w 51957"/>
                <a:gd name="connsiteY8" fmla="*/ 5263 h 5489"/>
                <a:gd name="connsiteX9" fmla="*/ 50302 w 51957"/>
                <a:gd name="connsiteY9" fmla="*/ 4451 h 5489"/>
                <a:gd name="connsiteX10" fmla="*/ 50302 w 51957"/>
                <a:gd name="connsiteY10" fmla="*/ 3639 h 5489"/>
                <a:gd name="connsiteX11" fmla="*/ 50302 w 51957"/>
                <a:gd name="connsiteY11" fmla="*/ 2827 h 5489"/>
                <a:gd name="connsiteX12" fmla="*/ 51113 w 51957"/>
                <a:gd name="connsiteY12" fmla="*/ 2015 h 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957" h="5489">
                  <a:moveTo>
                    <a:pt x="51113" y="2015"/>
                  </a:moveTo>
                  <a:cubicBezTo>
                    <a:pt x="52735" y="1203"/>
                    <a:pt x="51924" y="391"/>
                    <a:pt x="49490" y="1203"/>
                  </a:cubicBezTo>
                  <a:cubicBezTo>
                    <a:pt x="32453" y="2827"/>
                    <a:pt x="12981" y="-1232"/>
                    <a:pt x="12981" y="391"/>
                  </a:cubicBezTo>
                  <a:cubicBezTo>
                    <a:pt x="12170" y="1203"/>
                    <a:pt x="4868" y="391"/>
                    <a:pt x="0" y="391"/>
                  </a:cubicBezTo>
                  <a:cubicBezTo>
                    <a:pt x="0" y="391"/>
                    <a:pt x="0" y="391"/>
                    <a:pt x="0" y="391"/>
                  </a:cubicBezTo>
                  <a:cubicBezTo>
                    <a:pt x="811" y="3639"/>
                    <a:pt x="31641" y="391"/>
                    <a:pt x="35698" y="1203"/>
                  </a:cubicBezTo>
                  <a:cubicBezTo>
                    <a:pt x="40566" y="2827"/>
                    <a:pt x="49490" y="-421"/>
                    <a:pt x="48679" y="2827"/>
                  </a:cubicBezTo>
                  <a:cubicBezTo>
                    <a:pt x="48679" y="3639"/>
                    <a:pt x="48679" y="3639"/>
                    <a:pt x="47868" y="3639"/>
                  </a:cubicBezTo>
                  <a:cubicBezTo>
                    <a:pt x="47868" y="2827"/>
                    <a:pt x="46245" y="4451"/>
                    <a:pt x="46245" y="5263"/>
                  </a:cubicBezTo>
                  <a:cubicBezTo>
                    <a:pt x="47056" y="6075"/>
                    <a:pt x="54358" y="4451"/>
                    <a:pt x="50302" y="4451"/>
                  </a:cubicBezTo>
                  <a:cubicBezTo>
                    <a:pt x="49490" y="4451"/>
                    <a:pt x="49490" y="4451"/>
                    <a:pt x="50302" y="3639"/>
                  </a:cubicBezTo>
                  <a:cubicBezTo>
                    <a:pt x="51113" y="2827"/>
                    <a:pt x="51113" y="2827"/>
                    <a:pt x="50302" y="2827"/>
                  </a:cubicBezTo>
                  <a:cubicBezTo>
                    <a:pt x="48679" y="3639"/>
                    <a:pt x="49490" y="2827"/>
                    <a:pt x="51113" y="201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8" name="Freeform 387">
              <a:extLst>
                <a:ext uri="{FF2B5EF4-FFF2-40B4-BE49-F238E27FC236}">
                  <a16:creationId xmlns:a16="http://schemas.microsoft.com/office/drawing/2014/main" id="{91C2D66F-44CD-612D-F9CC-46B25894850F}"/>
                </a:ext>
              </a:extLst>
            </p:cNvPr>
            <p:cNvSpPr/>
            <p:nvPr/>
          </p:nvSpPr>
          <p:spPr>
            <a:xfrm>
              <a:off x="4602267" y="3227128"/>
              <a:ext cx="2826" cy="1623"/>
            </a:xfrm>
            <a:custGeom>
              <a:avLst/>
              <a:gdLst>
                <a:gd name="connsiteX0" fmla="*/ 1204 w 2826"/>
                <a:gd name="connsiteY0" fmla="*/ 1624 h 1623"/>
                <a:gd name="connsiteX1" fmla="*/ 2827 w 2826"/>
                <a:gd name="connsiteY1" fmla="*/ 0 h 1623"/>
                <a:gd name="connsiteX2" fmla="*/ 1204 w 2826"/>
                <a:gd name="connsiteY2" fmla="*/ 1624 h 1623"/>
              </a:gdLst>
              <a:ahLst/>
              <a:cxnLst>
                <a:cxn ang="0">
                  <a:pos x="connsiteX0" y="connsiteY0"/>
                </a:cxn>
                <a:cxn ang="0">
                  <a:pos x="connsiteX1" y="connsiteY1"/>
                </a:cxn>
                <a:cxn ang="0">
                  <a:pos x="connsiteX2" y="connsiteY2"/>
                </a:cxn>
              </a:cxnLst>
              <a:rect l="l" t="t" r="r" b="b"/>
              <a:pathLst>
                <a:path w="2826" h="1623">
                  <a:moveTo>
                    <a:pt x="1204" y="1624"/>
                  </a:moveTo>
                  <a:cubicBezTo>
                    <a:pt x="2015" y="1624"/>
                    <a:pt x="2827" y="812"/>
                    <a:pt x="2827" y="0"/>
                  </a:cubicBezTo>
                  <a:cubicBezTo>
                    <a:pt x="393" y="0"/>
                    <a:pt x="-1230" y="812"/>
                    <a:pt x="1204"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89" name="Freeform 388">
              <a:extLst>
                <a:ext uri="{FF2B5EF4-FFF2-40B4-BE49-F238E27FC236}">
                  <a16:creationId xmlns:a16="http://schemas.microsoft.com/office/drawing/2014/main" id="{246C8CF5-B0F5-259A-2E97-224969B247BB}"/>
                </a:ext>
              </a:extLst>
            </p:cNvPr>
            <p:cNvSpPr/>
            <p:nvPr/>
          </p:nvSpPr>
          <p:spPr>
            <a:xfrm>
              <a:off x="4605094" y="3227128"/>
              <a:ext cx="8113" cy="8118"/>
            </a:xfrm>
            <a:custGeom>
              <a:avLst/>
              <a:gdLst>
                <a:gd name="connsiteX0" fmla="*/ 0 w 8113"/>
                <a:gd name="connsiteY0" fmla="*/ 0 h 8118"/>
                <a:gd name="connsiteX1" fmla="*/ 0 w 8113"/>
                <a:gd name="connsiteY1" fmla="*/ 0 h 8118"/>
                <a:gd name="connsiteX2" fmla="*/ 0 w 8113"/>
                <a:gd name="connsiteY2" fmla="*/ 0 h 8118"/>
              </a:gdLst>
              <a:ahLst/>
              <a:cxnLst>
                <a:cxn ang="0">
                  <a:pos x="connsiteX0" y="connsiteY0"/>
                </a:cxn>
                <a:cxn ang="0">
                  <a:pos x="connsiteX1" y="connsiteY1"/>
                </a:cxn>
                <a:cxn ang="0">
                  <a:pos x="connsiteX2" y="connsiteY2"/>
                </a:cxn>
              </a:cxnLst>
              <a:rect l="l" t="t" r="r" b="b"/>
              <a:pathLst>
                <a:path w="8113" h="8118">
                  <a:moveTo>
                    <a:pt x="0" y="0"/>
                  </a:moveTo>
                  <a:cubicBezTo>
                    <a:pt x="0" y="0"/>
                    <a:pt x="0" y="0"/>
                    <a:pt x="0" y="0"/>
                  </a:cubicBezTo>
                  <a:cubicBezTo>
                    <a:pt x="0" y="0"/>
                    <a:pt x="0"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0" name="Freeform 389">
              <a:extLst>
                <a:ext uri="{FF2B5EF4-FFF2-40B4-BE49-F238E27FC236}">
                  <a16:creationId xmlns:a16="http://schemas.microsoft.com/office/drawing/2014/main" id="{FCBE36FF-183D-64ED-A687-BA575AA6BA07}"/>
                </a:ext>
              </a:extLst>
            </p:cNvPr>
            <p:cNvSpPr/>
            <p:nvPr/>
          </p:nvSpPr>
          <p:spPr>
            <a:xfrm>
              <a:off x="4569426" y="3214138"/>
              <a:ext cx="6041" cy="1623"/>
            </a:xfrm>
            <a:custGeom>
              <a:avLst/>
              <a:gdLst>
                <a:gd name="connsiteX0" fmla="*/ 4837 w 6041"/>
                <a:gd name="connsiteY0" fmla="*/ 0 h 1623"/>
                <a:gd name="connsiteX1" fmla="*/ 2403 w 6041"/>
                <a:gd name="connsiteY1" fmla="*/ 0 h 1623"/>
                <a:gd name="connsiteX2" fmla="*/ 3215 w 6041"/>
                <a:gd name="connsiteY2" fmla="*/ 1624 h 1623"/>
                <a:gd name="connsiteX3" fmla="*/ 4837 w 6041"/>
                <a:gd name="connsiteY3" fmla="*/ 0 h 1623"/>
              </a:gdLst>
              <a:ahLst/>
              <a:cxnLst>
                <a:cxn ang="0">
                  <a:pos x="connsiteX0" y="connsiteY0"/>
                </a:cxn>
                <a:cxn ang="0">
                  <a:pos x="connsiteX1" y="connsiteY1"/>
                </a:cxn>
                <a:cxn ang="0">
                  <a:pos x="connsiteX2" y="connsiteY2"/>
                </a:cxn>
                <a:cxn ang="0">
                  <a:pos x="connsiteX3" y="connsiteY3"/>
                </a:cxn>
              </a:cxnLst>
              <a:rect l="l" t="t" r="r" b="b"/>
              <a:pathLst>
                <a:path w="6041" h="1623">
                  <a:moveTo>
                    <a:pt x="4837" y="0"/>
                  </a:moveTo>
                  <a:cubicBezTo>
                    <a:pt x="4026" y="0"/>
                    <a:pt x="3215" y="0"/>
                    <a:pt x="2403" y="0"/>
                  </a:cubicBezTo>
                  <a:cubicBezTo>
                    <a:pt x="781" y="0"/>
                    <a:pt x="-2465" y="1624"/>
                    <a:pt x="3215" y="1624"/>
                  </a:cubicBezTo>
                  <a:cubicBezTo>
                    <a:pt x="5649" y="812"/>
                    <a:pt x="7271" y="0"/>
                    <a:pt x="483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1" name="Freeform 390">
              <a:extLst>
                <a:ext uri="{FF2B5EF4-FFF2-40B4-BE49-F238E27FC236}">
                  <a16:creationId xmlns:a16="http://schemas.microsoft.com/office/drawing/2014/main" id="{846A9843-3ECF-5351-3FF9-D593732CB802}"/>
                </a:ext>
              </a:extLst>
            </p:cNvPr>
            <p:cNvSpPr/>
            <p:nvPr/>
          </p:nvSpPr>
          <p:spPr>
            <a:xfrm>
              <a:off x="4627698" y="3235019"/>
              <a:ext cx="11598" cy="3949"/>
            </a:xfrm>
            <a:custGeom>
              <a:avLst/>
              <a:gdLst>
                <a:gd name="connsiteX0" fmla="*/ 7414 w 11598"/>
                <a:gd name="connsiteY0" fmla="*/ 227 h 3949"/>
                <a:gd name="connsiteX1" fmla="*/ 4169 w 11598"/>
                <a:gd name="connsiteY1" fmla="*/ 1039 h 3949"/>
                <a:gd name="connsiteX2" fmla="*/ 1735 w 11598"/>
                <a:gd name="connsiteY2" fmla="*/ 2663 h 3949"/>
                <a:gd name="connsiteX3" fmla="*/ 2546 w 11598"/>
                <a:gd name="connsiteY3" fmla="*/ 2663 h 3949"/>
                <a:gd name="connsiteX4" fmla="*/ 4980 w 11598"/>
                <a:gd name="connsiteY4" fmla="*/ 1851 h 3949"/>
                <a:gd name="connsiteX5" fmla="*/ 5792 w 11598"/>
                <a:gd name="connsiteY5" fmla="*/ 1851 h 3949"/>
                <a:gd name="connsiteX6" fmla="*/ 11471 w 11598"/>
                <a:gd name="connsiteY6" fmla="*/ 1039 h 3949"/>
                <a:gd name="connsiteX7" fmla="*/ 7414 w 11598"/>
                <a:gd name="connsiteY7" fmla="*/ 227 h 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98" h="3949">
                  <a:moveTo>
                    <a:pt x="7414" y="227"/>
                  </a:moveTo>
                  <a:cubicBezTo>
                    <a:pt x="5792" y="-585"/>
                    <a:pt x="6603" y="1039"/>
                    <a:pt x="4169" y="1039"/>
                  </a:cubicBezTo>
                  <a:cubicBezTo>
                    <a:pt x="2546" y="1039"/>
                    <a:pt x="4169" y="1851"/>
                    <a:pt x="1735" y="2663"/>
                  </a:cubicBezTo>
                  <a:cubicBezTo>
                    <a:pt x="-699" y="3475"/>
                    <a:pt x="-699" y="5099"/>
                    <a:pt x="2546" y="2663"/>
                  </a:cubicBezTo>
                  <a:cubicBezTo>
                    <a:pt x="2546" y="2663"/>
                    <a:pt x="4980" y="1851"/>
                    <a:pt x="4980" y="1851"/>
                  </a:cubicBezTo>
                  <a:cubicBezTo>
                    <a:pt x="4980" y="1851"/>
                    <a:pt x="4980" y="1851"/>
                    <a:pt x="5792" y="1851"/>
                  </a:cubicBezTo>
                  <a:cubicBezTo>
                    <a:pt x="7414" y="1039"/>
                    <a:pt x="10659" y="1851"/>
                    <a:pt x="11471" y="1039"/>
                  </a:cubicBezTo>
                  <a:cubicBezTo>
                    <a:pt x="12282" y="-585"/>
                    <a:pt x="9037" y="1039"/>
                    <a:pt x="7414"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2" name="Freeform 391">
              <a:extLst>
                <a:ext uri="{FF2B5EF4-FFF2-40B4-BE49-F238E27FC236}">
                  <a16:creationId xmlns:a16="http://schemas.microsoft.com/office/drawing/2014/main" id="{60741E58-1814-44A2-FC69-8DDC3790F4A8}"/>
                </a:ext>
              </a:extLst>
            </p:cNvPr>
            <p:cNvSpPr/>
            <p:nvPr/>
          </p:nvSpPr>
          <p:spPr>
            <a:xfrm>
              <a:off x="4591418" y="3220272"/>
              <a:ext cx="2199" cy="721"/>
            </a:xfrm>
            <a:custGeom>
              <a:avLst/>
              <a:gdLst>
                <a:gd name="connsiteX0" fmla="*/ 1506 w 2199"/>
                <a:gd name="connsiteY0" fmla="*/ 361 h 721"/>
                <a:gd name="connsiteX1" fmla="*/ 694 w 2199"/>
                <a:gd name="connsiteY1" fmla="*/ 361 h 721"/>
                <a:gd name="connsiteX2" fmla="*/ 1506 w 2199"/>
                <a:gd name="connsiteY2" fmla="*/ 361 h 721"/>
              </a:gdLst>
              <a:ahLst/>
              <a:cxnLst>
                <a:cxn ang="0">
                  <a:pos x="connsiteX0" y="connsiteY0"/>
                </a:cxn>
                <a:cxn ang="0">
                  <a:pos x="connsiteX1" y="connsiteY1"/>
                </a:cxn>
                <a:cxn ang="0">
                  <a:pos x="connsiteX2" y="connsiteY2"/>
                </a:cxn>
              </a:cxnLst>
              <a:rect l="l" t="t" r="r" b="b"/>
              <a:pathLst>
                <a:path w="2199" h="721">
                  <a:moveTo>
                    <a:pt x="1506" y="361"/>
                  </a:moveTo>
                  <a:cubicBezTo>
                    <a:pt x="3128" y="361"/>
                    <a:pt x="1506" y="-451"/>
                    <a:pt x="694" y="361"/>
                  </a:cubicBezTo>
                  <a:cubicBezTo>
                    <a:pt x="-928" y="1173"/>
                    <a:pt x="694" y="361"/>
                    <a:pt x="1506"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3" name="Freeform 392">
              <a:extLst>
                <a:ext uri="{FF2B5EF4-FFF2-40B4-BE49-F238E27FC236}">
                  <a16:creationId xmlns:a16="http://schemas.microsoft.com/office/drawing/2014/main" id="{6C79A211-DCE3-8724-DAA8-E85E6E7D443D}"/>
                </a:ext>
              </a:extLst>
            </p:cNvPr>
            <p:cNvSpPr/>
            <p:nvPr/>
          </p:nvSpPr>
          <p:spPr>
            <a:xfrm>
              <a:off x="4577445" y="3214012"/>
              <a:ext cx="3733" cy="1298"/>
            </a:xfrm>
            <a:custGeom>
              <a:avLst/>
              <a:gdLst>
                <a:gd name="connsiteX0" fmla="*/ 2498 w 3733"/>
                <a:gd name="connsiteY0" fmla="*/ 937 h 1298"/>
                <a:gd name="connsiteX1" fmla="*/ 64 w 3733"/>
                <a:gd name="connsiteY1" fmla="*/ 937 h 1298"/>
                <a:gd name="connsiteX2" fmla="*/ 2498 w 3733"/>
                <a:gd name="connsiteY2" fmla="*/ 937 h 1298"/>
              </a:gdLst>
              <a:ahLst/>
              <a:cxnLst>
                <a:cxn ang="0">
                  <a:pos x="connsiteX0" y="connsiteY0"/>
                </a:cxn>
                <a:cxn ang="0">
                  <a:pos x="connsiteX1" y="connsiteY1"/>
                </a:cxn>
                <a:cxn ang="0">
                  <a:pos x="connsiteX2" y="connsiteY2"/>
                </a:cxn>
              </a:cxnLst>
              <a:rect l="l" t="t" r="r" b="b"/>
              <a:pathLst>
                <a:path w="3733" h="1298">
                  <a:moveTo>
                    <a:pt x="2498" y="937"/>
                  </a:moveTo>
                  <a:cubicBezTo>
                    <a:pt x="6554" y="-686"/>
                    <a:pt x="-748" y="126"/>
                    <a:pt x="64" y="937"/>
                  </a:cubicBezTo>
                  <a:cubicBezTo>
                    <a:pt x="64" y="1749"/>
                    <a:pt x="1686" y="937"/>
                    <a:pt x="2498"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4" name="Freeform 393">
              <a:extLst>
                <a:ext uri="{FF2B5EF4-FFF2-40B4-BE49-F238E27FC236}">
                  <a16:creationId xmlns:a16="http://schemas.microsoft.com/office/drawing/2014/main" id="{33C09D17-C4CB-B30F-A15F-BD083C734CEF}"/>
                </a:ext>
              </a:extLst>
            </p:cNvPr>
            <p:cNvSpPr/>
            <p:nvPr/>
          </p:nvSpPr>
          <p:spPr>
            <a:xfrm>
              <a:off x="4581338" y="3214341"/>
              <a:ext cx="1265" cy="969"/>
            </a:xfrm>
            <a:custGeom>
              <a:avLst/>
              <a:gdLst>
                <a:gd name="connsiteX0" fmla="*/ 1038 w 1265"/>
                <a:gd name="connsiteY0" fmla="*/ 609 h 969"/>
                <a:gd name="connsiteX1" fmla="*/ 227 w 1265"/>
                <a:gd name="connsiteY1" fmla="*/ 609 h 969"/>
                <a:gd name="connsiteX2" fmla="*/ 1038 w 1265"/>
                <a:gd name="connsiteY2" fmla="*/ 609 h 969"/>
              </a:gdLst>
              <a:ahLst/>
              <a:cxnLst>
                <a:cxn ang="0">
                  <a:pos x="connsiteX0" y="connsiteY0"/>
                </a:cxn>
                <a:cxn ang="0">
                  <a:pos x="connsiteX1" y="connsiteY1"/>
                </a:cxn>
                <a:cxn ang="0">
                  <a:pos x="connsiteX2" y="connsiteY2"/>
                </a:cxn>
              </a:cxnLst>
              <a:rect l="l" t="t" r="r" b="b"/>
              <a:pathLst>
                <a:path w="1265" h="969">
                  <a:moveTo>
                    <a:pt x="1038" y="609"/>
                  </a:moveTo>
                  <a:cubicBezTo>
                    <a:pt x="1850" y="-203"/>
                    <a:pt x="227" y="-203"/>
                    <a:pt x="227" y="609"/>
                  </a:cubicBezTo>
                  <a:cubicBezTo>
                    <a:pt x="-584" y="1421"/>
                    <a:pt x="1038" y="609"/>
                    <a:pt x="1038"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5" name="Freeform 394">
              <a:extLst>
                <a:ext uri="{FF2B5EF4-FFF2-40B4-BE49-F238E27FC236}">
                  <a16:creationId xmlns:a16="http://schemas.microsoft.com/office/drawing/2014/main" id="{774D5EA3-16EB-F8CF-8E46-E5E55A4539DA}"/>
                </a:ext>
              </a:extLst>
            </p:cNvPr>
            <p:cNvSpPr/>
            <p:nvPr/>
          </p:nvSpPr>
          <p:spPr>
            <a:xfrm>
              <a:off x="4624739" y="3231187"/>
              <a:ext cx="5086" cy="1789"/>
            </a:xfrm>
            <a:custGeom>
              <a:avLst/>
              <a:gdLst>
                <a:gd name="connsiteX0" fmla="*/ 3883 w 5086"/>
                <a:gd name="connsiteY0" fmla="*/ 0 h 1789"/>
                <a:gd name="connsiteX1" fmla="*/ 2260 w 5086"/>
                <a:gd name="connsiteY1" fmla="*/ 1624 h 1789"/>
                <a:gd name="connsiteX2" fmla="*/ 3883 w 5086"/>
                <a:gd name="connsiteY2" fmla="*/ 0 h 1789"/>
              </a:gdLst>
              <a:ahLst/>
              <a:cxnLst>
                <a:cxn ang="0">
                  <a:pos x="connsiteX0" y="connsiteY0"/>
                </a:cxn>
                <a:cxn ang="0">
                  <a:pos x="connsiteX1" y="connsiteY1"/>
                </a:cxn>
                <a:cxn ang="0">
                  <a:pos x="connsiteX2" y="connsiteY2"/>
                </a:cxn>
              </a:cxnLst>
              <a:rect l="l" t="t" r="r" b="b"/>
              <a:pathLst>
                <a:path w="5086" h="1789">
                  <a:moveTo>
                    <a:pt x="3883" y="0"/>
                  </a:moveTo>
                  <a:cubicBezTo>
                    <a:pt x="-2608" y="812"/>
                    <a:pt x="638" y="812"/>
                    <a:pt x="2260" y="1624"/>
                  </a:cubicBezTo>
                  <a:cubicBezTo>
                    <a:pt x="4694" y="2436"/>
                    <a:pt x="6317" y="0"/>
                    <a:pt x="3883"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6" name="Freeform 395">
              <a:extLst>
                <a:ext uri="{FF2B5EF4-FFF2-40B4-BE49-F238E27FC236}">
                  <a16:creationId xmlns:a16="http://schemas.microsoft.com/office/drawing/2014/main" id="{A8353AED-2187-5074-1A2D-0775482B4C54}"/>
                </a:ext>
              </a:extLst>
            </p:cNvPr>
            <p:cNvSpPr/>
            <p:nvPr/>
          </p:nvSpPr>
          <p:spPr>
            <a:xfrm>
              <a:off x="4596981" y="3219695"/>
              <a:ext cx="2433" cy="1659"/>
            </a:xfrm>
            <a:custGeom>
              <a:avLst/>
              <a:gdLst>
                <a:gd name="connsiteX0" fmla="*/ 0 w 2433"/>
                <a:gd name="connsiteY0" fmla="*/ 938 h 1659"/>
                <a:gd name="connsiteX1" fmla="*/ 2434 w 2433"/>
                <a:gd name="connsiteY1" fmla="*/ 938 h 1659"/>
                <a:gd name="connsiteX2" fmla="*/ 0 w 2433"/>
                <a:gd name="connsiteY2" fmla="*/ 938 h 1659"/>
              </a:gdLst>
              <a:ahLst/>
              <a:cxnLst>
                <a:cxn ang="0">
                  <a:pos x="connsiteX0" y="connsiteY0"/>
                </a:cxn>
                <a:cxn ang="0">
                  <a:pos x="connsiteX1" y="connsiteY1"/>
                </a:cxn>
                <a:cxn ang="0">
                  <a:pos x="connsiteX2" y="connsiteY2"/>
                </a:cxn>
              </a:cxnLst>
              <a:rect l="l" t="t" r="r" b="b"/>
              <a:pathLst>
                <a:path w="2433" h="1659">
                  <a:moveTo>
                    <a:pt x="0" y="938"/>
                  </a:moveTo>
                  <a:cubicBezTo>
                    <a:pt x="0" y="938"/>
                    <a:pt x="1622" y="2561"/>
                    <a:pt x="2434" y="938"/>
                  </a:cubicBezTo>
                  <a:cubicBezTo>
                    <a:pt x="2434" y="-686"/>
                    <a:pt x="0" y="126"/>
                    <a:pt x="0"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7" name="Freeform 396">
              <a:extLst>
                <a:ext uri="{FF2B5EF4-FFF2-40B4-BE49-F238E27FC236}">
                  <a16:creationId xmlns:a16="http://schemas.microsoft.com/office/drawing/2014/main" id="{0FA2746D-D662-8FB3-5E9A-9026EE95D095}"/>
                </a:ext>
              </a:extLst>
            </p:cNvPr>
            <p:cNvSpPr/>
            <p:nvPr/>
          </p:nvSpPr>
          <p:spPr>
            <a:xfrm>
              <a:off x="4641603" y="3236870"/>
              <a:ext cx="1622" cy="1148"/>
            </a:xfrm>
            <a:custGeom>
              <a:avLst/>
              <a:gdLst>
                <a:gd name="connsiteX0" fmla="*/ 0 w 1622"/>
                <a:gd name="connsiteY0" fmla="*/ 0 h 1148"/>
                <a:gd name="connsiteX1" fmla="*/ 1622 w 1622"/>
                <a:gd name="connsiteY1" fmla="*/ 812 h 1148"/>
                <a:gd name="connsiteX2" fmla="*/ 0 w 1622"/>
                <a:gd name="connsiteY2" fmla="*/ 0 h 1148"/>
              </a:gdLst>
              <a:ahLst/>
              <a:cxnLst>
                <a:cxn ang="0">
                  <a:pos x="connsiteX0" y="connsiteY0"/>
                </a:cxn>
                <a:cxn ang="0">
                  <a:pos x="connsiteX1" y="connsiteY1"/>
                </a:cxn>
                <a:cxn ang="0">
                  <a:pos x="connsiteX2" y="connsiteY2"/>
                </a:cxn>
              </a:cxnLst>
              <a:rect l="l" t="t" r="r" b="b"/>
              <a:pathLst>
                <a:path w="1622" h="1148">
                  <a:moveTo>
                    <a:pt x="0" y="0"/>
                  </a:moveTo>
                  <a:cubicBezTo>
                    <a:pt x="0" y="812"/>
                    <a:pt x="1622" y="1624"/>
                    <a:pt x="1622" y="812"/>
                  </a:cubicBezTo>
                  <a:cubicBezTo>
                    <a:pt x="811" y="0"/>
                    <a:pt x="0"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8" name="Freeform 397">
              <a:extLst>
                <a:ext uri="{FF2B5EF4-FFF2-40B4-BE49-F238E27FC236}">
                  <a16:creationId xmlns:a16="http://schemas.microsoft.com/office/drawing/2014/main" id="{51894738-54E0-16D0-3D6D-A532DE39D659}"/>
                </a:ext>
              </a:extLst>
            </p:cNvPr>
            <p:cNvSpPr/>
            <p:nvPr/>
          </p:nvSpPr>
          <p:spPr>
            <a:xfrm>
              <a:off x="4585304" y="3213970"/>
              <a:ext cx="4586" cy="1148"/>
            </a:xfrm>
            <a:custGeom>
              <a:avLst/>
              <a:gdLst>
                <a:gd name="connsiteX0" fmla="*/ 1941 w 4586"/>
                <a:gd name="connsiteY0" fmla="*/ 168 h 1148"/>
                <a:gd name="connsiteX1" fmla="*/ 318 w 4586"/>
                <a:gd name="connsiteY1" fmla="*/ 980 h 1148"/>
                <a:gd name="connsiteX2" fmla="*/ 1941 w 4586"/>
                <a:gd name="connsiteY2" fmla="*/ 168 h 1148"/>
              </a:gdLst>
              <a:ahLst/>
              <a:cxnLst>
                <a:cxn ang="0">
                  <a:pos x="connsiteX0" y="connsiteY0"/>
                </a:cxn>
                <a:cxn ang="0">
                  <a:pos x="connsiteX1" y="connsiteY1"/>
                </a:cxn>
                <a:cxn ang="0">
                  <a:pos x="connsiteX2" y="connsiteY2"/>
                </a:cxn>
              </a:cxnLst>
              <a:rect l="l" t="t" r="r" b="b"/>
              <a:pathLst>
                <a:path w="4586" h="1148">
                  <a:moveTo>
                    <a:pt x="1941" y="168"/>
                  </a:moveTo>
                  <a:cubicBezTo>
                    <a:pt x="318" y="168"/>
                    <a:pt x="-493" y="168"/>
                    <a:pt x="318" y="980"/>
                  </a:cubicBezTo>
                  <a:cubicBezTo>
                    <a:pt x="2752" y="1792"/>
                    <a:pt x="7620" y="-644"/>
                    <a:pt x="1941" y="16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399" name="Freeform 398">
              <a:extLst>
                <a:ext uri="{FF2B5EF4-FFF2-40B4-BE49-F238E27FC236}">
                  <a16:creationId xmlns:a16="http://schemas.microsoft.com/office/drawing/2014/main" id="{563B4508-3542-2953-8CF8-5689D7333952}"/>
                </a:ext>
              </a:extLst>
            </p:cNvPr>
            <p:cNvSpPr/>
            <p:nvPr/>
          </p:nvSpPr>
          <p:spPr>
            <a:xfrm>
              <a:off x="4646135" y="3238494"/>
              <a:ext cx="3465" cy="1039"/>
            </a:xfrm>
            <a:custGeom>
              <a:avLst/>
              <a:gdLst>
                <a:gd name="connsiteX0" fmla="*/ 1147 w 3465"/>
                <a:gd name="connsiteY0" fmla="*/ 0 h 1039"/>
                <a:gd name="connsiteX1" fmla="*/ 336 w 3465"/>
                <a:gd name="connsiteY1" fmla="*/ 812 h 1039"/>
                <a:gd name="connsiteX2" fmla="*/ 1147 w 3465"/>
                <a:gd name="connsiteY2" fmla="*/ 0 h 1039"/>
              </a:gdLst>
              <a:ahLst/>
              <a:cxnLst>
                <a:cxn ang="0">
                  <a:pos x="connsiteX0" y="connsiteY0"/>
                </a:cxn>
                <a:cxn ang="0">
                  <a:pos x="connsiteX1" y="connsiteY1"/>
                </a:cxn>
                <a:cxn ang="0">
                  <a:pos x="connsiteX2" y="connsiteY2"/>
                </a:cxn>
              </a:cxnLst>
              <a:rect l="l" t="t" r="r" b="b"/>
              <a:pathLst>
                <a:path w="3465" h="1039">
                  <a:moveTo>
                    <a:pt x="1147" y="0"/>
                  </a:moveTo>
                  <a:cubicBezTo>
                    <a:pt x="336" y="0"/>
                    <a:pt x="-475" y="0"/>
                    <a:pt x="336" y="812"/>
                  </a:cubicBezTo>
                  <a:cubicBezTo>
                    <a:pt x="1959" y="1624"/>
                    <a:pt x="6015" y="0"/>
                    <a:pt x="114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0" name="Freeform 399">
              <a:extLst>
                <a:ext uri="{FF2B5EF4-FFF2-40B4-BE49-F238E27FC236}">
                  <a16:creationId xmlns:a16="http://schemas.microsoft.com/office/drawing/2014/main" id="{0F727B6F-B606-9976-8CD1-7D26859C8CA9}"/>
                </a:ext>
              </a:extLst>
            </p:cNvPr>
            <p:cNvSpPr/>
            <p:nvPr/>
          </p:nvSpPr>
          <p:spPr>
            <a:xfrm>
              <a:off x="4644124" y="3234910"/>
              <a:ext cx="6564" cy="2278"/>
            </a:xfrm>
            <a:custGeom>
              <a:avLst/>
              <a:gdLst>
                <a:gd name="connsiteX0" fmla="*/ 6403 w 6564"/>
                <a:gd name="connsiteY0" fmla="*/ 1148 h 2278"/>
                <a:gd name="connsiteX1" fmla="*/ 2347 w 6564"/>
                <a:gd name="connsiteY1" fmla="*/ 336 h 2278"/>
                <a:gd name="connsiteX2" fmla="*/ 724 w 6564"/>
                <a:gd name="connsiteY2" fmla="*/ 1960 h 2278"/>
                <a:gd name="connsiteX3" fmla="*/ 3158 w 6564"/>
                <a:gd name="connsiteY3" fmla="*/ 1960 h 2278"/>
                <a:gd name="connsiteX4" fmla="*/ 6403 w 6564"/>
                <a:gd name="connsiteY4" fmla="*/ 1148 h 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64" h="2278">
                  <a:moveTo>
                    <a:pt x="6403" y="1148"/>
                  </a:moveTo>
                  <a:cubicBezTo>
                    <a:pt x="4781" y="336"/>
                    <a:pt x="6403" y="-476"/>
                    <a:pt x="2347" y="336"/>
                  </a:cubicBezTo>
                  <a:cubicBezTo>
                    <a:pt x="-1710" y="1960"/>
                    <a:pt x="724" y="2772"/>
                    <a:pt x="724" y="1960"/>
                  </a:cubicBezTo>
                  <a:cubicBezTo>
                    <a:pt x="1536" y="336"/>
                    <a:pt x="2347" y="2772"/>
                    <a:pt x="3158" y="1960"/>
                  </a:cubicBezTo>
                  <a:cubicBezTo>
                    <a:pt x="4781" y="1148"/>
                    <a:pt x="7215" y="2772"/>
                    <a:pt x="6403"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1" name="Freeform 400">
              <a:extLst>
                <a:ext uri="{FF2B5EF4-FFF2-40B4-BE49-F238E27FC236}">
                  <a16:creationId xmlns:a16="http://schemas.microsoft.com/office/drawing/2014/main" id="{7AAB235A-3ADD-DFE4-9D0D-05CFE9E65882}"/>
                </a:ext>
              </a:extLst>
            </p:cNvPr>
            <p:cNvSpPr/>
            <p:nvPr/>
          </p:nvSpPr>
          <p:spPr>
            <a:xfrm>
              <a:off x="4630244" y="3230713"/>
              <a:ext cx="6968" cy="1647"/>
            </a:xfrm>
            <a:custGeom>
              <a:avLst/>
              <a:gdLst>
                <a:gd name="connsiteX0" fmla="*/ 0 w 6968"/>
                <a:gd name="connsiteY0" fmla="*/ 1286 h 1647"/>
                <a:gd name="connsiteX1" fmla="*/ 1623 w 6968"/>
                <a:gd name="connsiteY1" fmla="*/ 1286 h 1647"/>
                <a:gd name="connsiteX2" fmla="*/ 4868 w 6968"/>
                <a:gd name="connsiteY2" fmla="*/ 1286 h 1647"/>
                <a:gd name="connsiteX3" fmla="*/ 0 w 6968"/>
                <a:gd name="connsiteY3" fmla="*/ 1286 h 1647"/>
              </a:gdLst>
              <a:ahLst/>
              <a:cxnLst>
                <a:cxn ang="0">
                  <a:pos x="connsiteX0" y="connsiteY0"/>
                </a:cxn>
                <a:cxn ang="0">
                  <a:pos x="connsiteX1" y="connsiteY1"/>
                </a:cxn>
                <a:cxn ang="0">
                  <a:pos x="connsiteX2" y="connsiteY2"/>
                </a:cxn>
                <a:cxn ang="0">
                  <a:pos x="connsiteX3" y="connsiteY3"/>
                </a:cxn>
              </a:cxnLst>
              <a:rect l="l" t="t" r="r" b="b"/>
              <a:pathLst>
                <a:path w="6968" h="1647">
                  <a:moveTo>
                    <a:pt x="0" y="1286"/>
                  </a:moveTo>
                  <a:cubicBezTo>
                    <a:pt x="0" y="2098"/>
                    <a:pt x="1623" y="1286"/>
                    <a:pt x="1623" y="1286"/>
                  </a:cubicBezTo>
                  <a:cubicBezTo>
                    <a:pt x="2434" y="474"/>
                    <a:pt x="1623" y="2098"/>
                    <a:pt x="4868" y="1286"/>
                  </a:cubicBezTo>
                  <a:cubicBezTo>
                    <a:pt x="11359" y="-1149"/>
                    <a:pt x="811" y="474"/>
                    <a:pt x="0" y="128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2" name="Freeform 401">
              <a:extLst>
                <a:ext uri="{FF2B5EF4-FFF2-40B4-BE49-F238E27FC236}">
                  <a16:creationId xmlns:a16="http://schemas.microsoft.com/office/drawing/2014/main" id="{99FEEB26-AD4F-F35F-AD69-0B9907FAE1B0}"/>
                </a:ext>
              </a:extLst>
            </p:cNvPr>
            <p:cNvSpPr/>
            <p:nvPr/>
          </p:nvSpPr>
          <p:spPr>
            <a:xfrm>
              <a:off x="4592646" y="3212178"/>
              <a:ext cx="14070" cy="1959"/>
            </a:xfrm>
            <a:custGeom>
              <a:avLst/>
              <a:gdLst>
                <a:gd name="connsiteX0" fmla="*/ 10825 w 14070"/>
                <a:gd name="connsiteY0" fmla="*/ 1148 h 1959"/>
                <a:gd name="connsiteX1" fmla="*/ 10825 w 14070"/>
                <a:gd name="connsiteY1" fmla="*/ 1148 h 1959"/>
                <a:gd name="connsiteX2" fmla="*/ 10014 w 14070"/>
                <a:gd name="connsiteY2" fmla="*/ 336 h 1959"/>
                <a:gd name="connsiteX3" fmla="*/ 1089 w 14070"/>
                <a:gd name="connsiteY3" fmla="*/ 1960 h 1959"/>
                <a:gd name="connsiteX4" fmla="*/ 14070 w 14070"/>
                <a:gd name="connsiteY4" fmla="*/ 1148 h 1959"/>
                <a:gd name="connsiteX5" fmla="*/ 10825 w 14070"/>
                <a:gd name="connsiteY5" fmla="*/ 1148 h 1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70" h="1959">
                  <a:moveTo>
                    <a:pt x="10825" y="1148"/>
                  </a:moveTo>
                  <a:cubicBezTo>
                    <a:pt x="10014" y="1960"/>
                    <a:pt x="10014" y="1960"/>
                    <a:pt x="10825" y="1148"/>
                  </a:cubicBezTo>
                  <a:cubicBezTo>
                    <a:pt x="10014" y="336"/>
                    <a:pt x="10014" y="-476"/>
                    <a:pt x="10014" y="336"/>
                  </a:cubicBezTo>
                  <a:cubicBezTo>
                    <a:pt x="9202" y="1960"/>
                    <a:pt x="-3779" y="336"/>
                    <a:pt x="1089" y="1960"/>
                  </a:cubicBezTo>
                  <a:cubicBezTo>
                    <a:pt x="1900" y="1960"/>
                    <a:pt x="12448" y="1960"/>
                    <a:pt x="14070" y="1148"/>
                  </a:cubicBezTo>
                  <a:cubicBezTo>
                    <a:pt x="13259" y="1148"/>
                    <a:pt x="10825" y="336"/>
                    <a:pt x="10825"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3" name="Freeform 402">
              <a:extLst>
                <a:ext uri="{FF2B5EF4-FFF2-40B4-BE49-F238E27FC236}">
                  <a16:creationId xmlns:a16="http://schemas.microsoft.com/office/drawing/2014/main" id="{6E57975A-C991-8197-DFD4-52F87EDAAA7C}"/>
                </a:ext>
              </a:extLst>
            </p:cNvPr>
            <p:cNvSpPr/>
            <p:nvPr/>
          </p:nvSpPr>
          <p:spPr>
            <a:xfrm>
              <a:off x="4651984" y="3235837"/>
              <a:ext cx="6656" cy="2768"/>
            </a:xfrm>
            <a:custGeom>
              <a:avLst/>
              <a:gdLst>
                <a:gd name="connsiteX0" fmla="*/ 166 w 6656"/>
                <a:gd name="connsiteY0" fmla="*/ 1845 h 2768"/>
                <a:gd name="connsiteX1" fmla="*/ 1788 w 6656"/>
                <a:gd name="connsiteY1" fmla="*/ 1845 h 2768"/>
                <a:gd name="connsiteX2" fmla="*/ 6656 w 6656"/>
                <a:gd name="connsiteY2" fmla="*/ 221 h 2768"/>
                <a:gd name="connsiteX3" fmla="*/ 166 w 6656"/>
                <a:gd name="connsiteY3" fmla="*/ 1845 h 2768"/>
              </a:gdLst>
              <a:ahLst/>
              <a:cxnLst>
                <a:cxn ang="0">
                  <a:pos x="connsiteX0" y="connsiteY0"/>
                </a:cxn>
                <a:cxn ang="0">
                  <a:pos x="connsiteX1" y="connsiteY1"/>
                </a:cxn>
                <a:cxn ang="0">
                  <a:pos x="connsiteX2" y="connsiteY2"/>
                </a:cxn>
                <a:cxn ang="0">
                  <a:pos x="connsiteX3" y="connsiteY3"/>
                </a:cxn>
              </a:cxnLst>
              <a:rect l="l" t="t" r="r" b="b"/>
              <a:pathLst>
                <a:path w="6656" h="2768">
                  <a:moveTo>
                    <a:pt x="166" y="1845"/>
                  </a:moveTo>
                  <a:cubicBezTo>
                    <a:pt x="-646" y="4281"/>
                    <a:pt x="1788" y="1033"/>
                    <a:pt x="1788" y="1845"/>
                  </a:cubicBezTo>
                  <a:cubicBezTo>
                    <a:pt x="2599" y="2657"/>
                    <a:pt x="6656" y="1033"/>
                    <a:pt x="6656" y="221"/>
                  </a:cubicBezTo>
                  <a:cubicBezTo>
                    <a:pt x="5845" y="-591"/>
                    <a:pt x="166" y="1033"/>
                    <a:pt x="166" y="184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4" name="Freeform 403">
              <a:extLst>
                <a:ext uri="{FF2B5EF4-FFF2-40B4-BE49-F238E27FC236}">
                  <a16:creationId xmlns:a16="http://schemas.microsoft.com/office/drawing/2014/main" id="{6158C6D1-F0EA-907D-B035-E2D63EA7305D}"/>
                </a:ext>
              </a:extLst>
            </p:cNvPr>
            <p:cNvSpPr/>
            <p:nvPr/>
          </p:nvSpPr>
          <p:spPr>
            <a:xfrm>
              <a:off x="4637421" y="3231772"/>
              <a:ext cx="1873" cy="1375"/>
            </a:xfrm>
            <a:custGeom>
              <a:avLst/>
              <a:gdLst>
                <a:gd name="connsiteX0" fmla="*/ 937 w 1873"/>
                <a:gd name="connsiteY0" fmla="*/ 227 h 1375"/>
                <a:gd name="connsiteX1" fmla="*/ 937 w 1873"/>
                <a:gd name="connsiteY1" fmla="*/ 1039 h 1375"/>
                <a:gd name="connsiteX2" fmla="*/ 937 w 1873"/>
                <a:gd name="connsiteY2" fmla="*/ 227 h 1375"/>
              </a:gdLst>
              <a:ahLst/>
              <a:cxnLst>
                <a:cxn ang="0">
                  <a:pos x="connsiteX0" y="connsiteY0"/>
                </a:cxn>
                <a:cxn ang="0">
                  <a:pos x="connsiteX1" y="connsiteY1"/>
                </a:cxn>
                <a:cxn ang="0">
                  <a:pos x="connsiteX2" y="connsiteY2"/>
                </a:cxn>
              </a:cxnLst>
              <a:rect l="l" t="t" r="r" b="b"/>
              <a:pathLst>
                <a:path w="1873" h="1375">
                  <a:moveTo>
                    <a:pt x="937" y="227"/>
                  </a:moveTo>
                  <a:cubicBezTo>
                    <a:pt x="-686" y="1039"/>
                    <a:pt x="126" y="1851"/>
                    <a:pt x="937" y="1039"/>
                  </a:cubicBezTo>
                  <a:cubicBezTo>
                    <a:pt x="1748" y="1039"/>
                    <a:pt x="2559" y="-585"/>
                    <a:pt x="937"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5" name="Freeform 404">
              <a:extLst>
                <a:ext uri="{FF2B5EF4-FFF2-40B4-BE49-F238E27FC236}">
                  <a16:creationId xmlns:a16="http://schemas.microsoft.com/office/drawing/2014/main" id="{E7F9676C-CB82-C45A-F3D5-1F5A61EE8EE8}"/>
                </a:ext>
              </a:extLst>
            </p:cNvPr>
            <p:cNvSpPr/>
            <p:nvPr/>
          </p:nvSpPr>
          <p:spPr>
            <a:xfrm>
              <a:off x="4639753" y="3231390"/>
              <a:ext cx="1943" cy="1330"/>
            </a:xfrm>
            <a:custGeom>
              <a:avLst/>
              <a:gdLst>
                <a:gd name="connsiteX0" fmla="*/ 227 w 1943"/>
                <a:gd name="connsiteY0" fmla="*/ 609 h 1330"/>
                <a:gd name="connsiteX1" fmla="*/ 1039 w 1943"/>
                <a:gd name="connsiteY1" fmla="*/ 609 h 1330"/>
                <a:gd name="connsiteX2" fmla="*/ 227 w 1943"/>
                <a:gd name="connsiteY2" fmla="*/ 609 h 1330"/>
              </a:gdLst>
              <a:ahLst/>
              <a:cxnLst>
                <a:cxn ang="0">
                  <a:pos x="connsiteX0" y="connsiteY0"/>
                </a:cxn>
                <a:cxn ang="0">
                  <a:pos x="connsiteX1" y="connsiteY1"/>
                </a:cxn>
                <a:cxn ang="0">
                  <a:pos x="connsiteX2" y="connsiteY2"/>
                </a:cxn>
              </a:cxnLst>
              <a:rect l="l" t="t" r="r" b="b"/>
              <a:pathLst>
                <a:path w="1943" h="1330">
                  <a:moveTo>
                    <a:pt x="227" y="609"/>
                  </a:moveTo>
                  <a:cubicBezTo>
                    <a:pt x="-584" y="2233"/>
                    <a:pt x="1039" y="609"/>
                    <a:pt x="1039" y="609"/>
                  </a:cubicBezTo>
                  <a:cubicBezTo>
                    <a:pt x="3472" y="-203"/>
                    <a:pt x="227" y="-203"/>
                    <a:pt x="227"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6" name="Freeform 405">
              <a:extLst>
                <a:ext uri="{FF2B5EF4-FFF2-40B4-BE49-F238E27FC236}">
                  <a16:creationId xmlns:a16="http://schemas.microsoft.com/office/drawing/2014/main" id="{C1A013EA-A0E8-C89F-F708-09916C5EED23}"/>
                </a:ext>
              </a:extLst>
            </p:cNvPr>
            <p:cNvSpPr/>
            <p:nvPr/>
          </p:nvSpPr>
          <p:spPr>
            <a:xfrm>
              <a:off x="4624402" y="3221535"/>
              <a:ext cx="40174" cy="3493"/>
            </a:xfrm>
            <a:custGeom>
              <a:avLst/>
              <a:gdLst>
                <a:gd name="connsiteX0" fmla="*/ 4220 w 40174"/>
                <a:gd name="connsiteY0" fmla="*/ 1534 h 3493"/>
                <a:gd name="connsiteX1" fmla="*/ 2597 w 40174"/>
                <a:gd name="connsiteY1" fmla="*/ 3157 h 3493"/>
                <a:gd name="connsiteX2" fmla="*/ 18824 w 40174"/>
                <a:gd name="connsiteY2" fmla="*/ 2345 h 3493"/>
                <a:gd name="connsiteX3" fmla="*/ 23692 w 40174"/>
                <a:gd name="connsiteY3" fmla="*/ 3157 h 3493"/>
                <a:gd name="connsiteX4" fmla="*/ 34239 w 40174"/>
                <a:gd name="connsiteY4" fmla="*/ 2345 h 3493"/>
                <a:gd name="connsiteX5" fmla="*/ 38295 w 40174"/>
                <a:gd name="connsiteY5" fmla="*/ 722 h 3493"/>
                <a:gd name="connsiteX6" fmla="*/ 5843 w 40174"/>
                <a:gd name="connsiteY6" fmla="*/ 722 h 3493"/>
                <a:gd name="connsiteX7" fmla="*/ 4220 w 40174"/>
                <a:gd name="connsiteY7" fmla="*/ 1534 h 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74" h="3493">
                  <a:moveTo>
                    <a:pt x="4220" y="1534"/>
                  </a:moveTo>
                  <a:cubicBezTo>
                    <a:pt x="-648" y="-90"/>
                    <a:pt x="-1459" y="4781"/>
                    <a:pt x="2597" y="3157"/>
                  </a:cubicBezTo>
                  <a:cubicBezTo>
                    <a:pt x="975" y="2345"/>
                    <a:pt x="18824" y="3969"/>
                    <a:pt x="18824" y="2345"/>
                  </a:cubicBezTo>
                  <a:cubicBezTo>
                    <a:pt x="19635" y="722"/>
                    <a:pt x="18012" y="3969"/>
                    <a:pt x="23692" y="3157"/>
                  </a:cubicBezTo>
                  <a:cubicBezTo>
                    <a:pt x="33427" y="2345"/>
                    <a:pt x="33427" y="1534"/>
                    <a:pt x="34239" y="2345"/>
                  </a:cubicBezTo>
                  <a:cubicBezTo>
                    <a:pt x="35050" y="3969"/>
                    <a:pt x="43974" y="722"/>
                    <a:pt x="38295" y="722"/>
                  </a:cubicBezTo>
                  <a:cubicBezTo>
                    <a:pt x="38295" y="722"/>
                    <a:pt x="5843" y="-902"/>
                    <a:pt x="5843" y="722"/>
                  </a:cubicBezTo>
                  <a:cubicBezTo>
                    <a:pt x="5843" y="1534"/>
                    <a:pt x="5031" y="1534"/>
                    <a:pt x="4220" y="153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7" name="Freeform 406">
              <a:extLst>
                <a:ext uri="{FF2B5EF4-FFF2-40B4-BE49-F238E27FC236}">
                  <a16:creationId xmlns:a16="http://schemas.microsoft.com/office/drawing/2014/main" id="{D845AEE9-438D-CCB2-F934-8A0BC9D7F972}"/>
                </a:ext>
              </a:extLst>
            </p:cNvPr>
            <p:cNvSpPr/>
            <p:nvPr/>
          </p:nvSpPr>
          <p:spPr>
            <a:xfrm>
              <a:off x="4643095" y="3230492"/>
              <a:ext cx="4237" cy="1506"/>
            </a:xfrm>
            <a:custGeom>
              <a:avLst/>
              <a:gdLst>
                <a:gd name="connsiteX0" fmla="*/ 2564 w 4237"/>
                <a:gd name="connsiteY0" fmla="*/ 1507 h 1506"/>
                <a:gd name="connsiteX1" fmla="*/ 130 w 4237"/>
                <a:gd name="connsiteY1" fmla="*/ 695 h 1506"/>
                <a:gd name="connsiteX2" fmla="*/ 2564 w 4237"/>
                <a:gd name="connsiteY2" fmla="*/ 1507 h 1506"/>
              </a:gdLst>
              <a:ahLst/>
              <a:cxnLst>
                <a:cxn ang="0">
                  <a:pos x="connsiteX0" y="connsiteY0"/>
                </a:cxn>
                <a:cxn ang="0">
                  <a:pos x="connsiteX1" y="connsiteY1"/>
                </a:cxn>
                <a:cxn ang="0">
                  <a:pos x="connsiteX2" y="connsiteY2"/>
                </a:cxn>
              </a:cxnLst>
              <a:rect l="l" t="t" r="r" b="b"/>
              <a:pathLst>
                <a:path w="4237" h="1506">
                  <a:moveTo>
                    <a:pt x="2564" y="1507"/>
                  </a:moveTo>
                  <a:cubicBezTo>
                    <a:pt x="7432" y="695"/>
                    <a:pt x="130" y="-929"/>
                    <a:pt x="130" y="695"/>
                  </a:cubicBezTo>
                  <a:cubicBezTo>
                    <a:pt x="-681" y="1507"/>
                    <a:pt x="2564" y="695"/>
                    <a:pt x="2564" y="150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8" name="Freeform 407">
              <a:extLst>
                <a:ext uri="{FF2B5EF4-FFF2-40B4-BE49-F238E27FC236}">
                  <a16:creationId xmlns:a16="http://schemas.microsoft.com/office/drawing/2014/main" id="{490F2486-CA9E-DF3A-3AD1-411A10068EDF}"/>
                </a:ext>
              </a:extLst>
            </p:cNvPr>
            <p:cNvSpPr/>
            <p:nvPr/>
          </p:nvSpPr>
          <p:spPr>
            <a:xfrm>
              <a:off x="4606268" y="3212514"/>
              <a:ext cx="3045" cy="2401"/>
            </a:xfrm>
            <a:custGeom>
              <a:avLst/>
              <a:gdLst>
                <a:gd name="connsiteX0" fmla="*/ 2882 w 3045"/>
                <a:gd name="connsiteY0" fmla="*/ 1624 h 2401"/>
                <a:gd name="connsiteX1" fmla="*/ 448 w 3045"/>
                <a:gd name="connsiteY1" fmla="*/ 0 h 2401"/>
                <a:gd name="connsiteX2" fmla="*/ 2882 w 3045"/>
                <a:gd name="connsiteY2" fmla="*/ 1624 h 2401"/>
              </a:gdLst>
              <a:ahLst/>
              <a:cxnLst>
                <a:cxn ang="0">
                  <a:pos x="connsiteX0" y="connsiteY0"/>
                </a:cxn>
                <a:cxn ang="0">
                  <a:pos x="connsiteX1" y="connsiteY1"/>
                </a:cxn>
                <a:cxn ang="0">
                  <a:pos x="connsiteX2" y="connsiteY2"/>
                </a:cxn>
              </a:cxnLst>
              <a:rect l="l" t="t" r="r" b="b"/>
              <a:pathLst>
                <a:path w="3045" h="2401">
                  <a:moveTo>
                    <a:pt x="2882" y="1624"/>
                  </a:moveTo>
                  <a:cubicBezTo>
                    <a:pt x="3693" y="0"/>
                    <a:pt x="1259" y="812"/>
                    <a:pt x="448" y="0"/>
                  </a:cubicBezTo>
                  <a:cubicBezTo>
                    <a:pt x="-1174" y="0"/>
                    <a:pt x="2071" y="4059"/>
                    <a:pt x="2882"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09" name="Freeform 408">
              <a:extLst>
                <a:ext uri="{FF2B5EF4-FFF2-40B4-BE49-F238E27FC236}">
                  <a16:creationId xmlns:a16="http://schemas.microsoft.com/office/drawing/2014/main" id="{AB3A4D49-A6D5-32A4-1B08-F3648D0A062F}"/>
                </a:ext>
              </a:extLst>
            </p:cNvPr>
            <p:cNvSpPr/>
            <p:nvPr/>
          </p:nvSpPr>
          <p:spPr>
            <a:xfrm>
              <a:off x="4661537" y="3234841"/>
              <a:ext cx="5208" cy="2841"/>
            </a:xfrm>
            <a:custGeom>
              <a:avLst/>
              <a:gdLst>
                <a:gd name="connsiteX0" fmla="*/ 2783 w 5208"/>
                <a:gd name="connsiteY0" fmla="*/ 406 h 2841"/>
                <a:gd name="connsiteX1" fmla="*/ 1972 w 5208"/>
                <a:gd name="connsiteY1" fmla="*/ 2030 h 2841"/>
                <a:gd name="connsiteX2" fmla="*/ 2783 w 5208"/>
                <a:gd name="connsiteY2" fmla="*/ 2030 h 2841"/>
                <a:gd name="connsiteX3" fmla="*/ 1972 w 5208"/>
                <a:gd name="connsiteY3" fmla="*/ 2842 h 2841"/>
                <a:gd name="connsiteX4" fmla="*/ 3594 w 5208"/>
                <a:gd name="connsiteY4" fmla="*/ 2030 h 2841"/>
                <a:gd name="connsiteX5" fmla="*/ 2783 w 5208"/>
                <a:gd name="connsiteY5" fmla="*/ 406 h 2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 h="2841">
                  <a:moveTo>
                    <a:pt x="2783" y="406"/>
                  </a:moveTo>
                  <a:cubicBezTo>
                    <a:pt x="2783" y="-406"/>
                    <a:pt x="-2896" y="2842"/>
                    <a:pt x="1972" y="2030"/>
                  </a:cubicBezTo>
                  <a:cubicBezTo>
                    <a:pt x="3594" y="2030"/>
                    <a:pt x="3594" y="2030"/>
                    <a:pt x="2783" y="2030"/>
                  </a:cubicBezTo>
                  <a:cubicBezTo>
                    <a:pt x="1972" y="2030"/>
                    <a:pt x="1972" y="2842"/>
                    <a:pt x="1972" y="2842"/>
                  </a:cubicBezTo>
                  <a:cubicBezTo>
                    <a:pt x="1972" y="2842"/>
                    <a:pt x="3594" y="2030"/>
                    <a:pt x="3594" y="2030"/>
                  </a:cubicBezTo>
                  <a:cubicBezTo>
                    <a:pt x="7651" y="-1218"/>
                    <a:pt x="2783" y="406"/>
                    <a:pt x="2783" y="40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0" name="Freeform 409">
              <a:extLst>
                <a:ext uri="{FF2B5EF4-FFF2-40B4-BE49-F238E27FC236}">
                  <a16:creationId xmlns:a16="http://schemas.microsoft.com/office/drawing/2014/main" id="{F2C721CA-538C-D19C-8AAD-AA33F9B20234}"/>
                </a:ext>
              </a:extLst>
            </p:cNvPr>
            <p:cNvSpPr/>
            <p:nvPr/>
          </p:nvSpPr>
          <p:spPr>
            <a:xfrm>
              <a:off x="4648678" y="3230014"/>
              <a:ext cx="1265" cy="1082"/>
            </a:xfrm>
            <a:custGeom>
              <a:avLst/>
              <a:gdLst>
                <a:gd name="connsiteX0" fmla="*/ 227 w 1265"/>
                <a:gd name="connsiteY0" fmla="*/ 361 h 1082"/>
                <a:gd name="connsiteX1" fmla="*/ 1039 w 1265"/>
                <a:gd name="connsiteY1" fmla="*/ 361 h 1082"/>
                <a:gd name="connsiteX2" fmla="*/ 227 w 1265"/>
                <a:gd name="connsiteY2" fmla="*/ 361 h 1082"/>
              </a:gdLst>
              <a:ahLst/>
              <a:cxnLst>
                <a:cxn ang="0">
                  <a:pos x="connsiteX0" y="connsiteY0"/>
                </a:cxn>
                <a:cxn ang="0">
                  <a:pos x="connsiteX1" y="connsiteY1"/>
                </a:cxn>
                <a:cxn ang="0">
                  <a:pos x="connsiteX2" y="connsiteY2"/>
                </a:cxn>
              </a:cxnLst>
              <a:rect l="l" t="t" r="r" b="b"/>
              <a:pathLst>
                <a:path w="1265" h="1082">
                  <a:moveTo>
                    <a:pt x="227" y="361"/>
                  </a:moveTo>
                  <a:cubicBezTo>
                    <a:pt x="-584" y="1985"/>
                    <a:pt x="1039" y="361"/>
                    <a:pt x="1039" y="361"/>
                  </a:cubicBezTo>
                  <a:cubicBezTo>
                    <a:pt x="1850" y="361"/>
                    <a:pt x="227" y="-451"/>
                    <a:pt x="22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1" name="Freeform 410">
              <a:extLst>
                <a:ext uri="{FF2B5EF4-FFF2-40B4-BE49-F238E27FC236}">
                  <a16:creationId xmlns:a16="http://schemas.microsoft.com/office/drawing/2014/main" id="{0A2DB75F-8DCC-1B97-1D90-0ABD29B282B2}"/>
                </a:ext>
              </a:extLst>
            </p:cNvPr>
            <p:cNvSpPr/>
            <p:nvPr/>
          </p:nvSpPr>
          <p:spPr>
            <a:xfrm>
              <a:off x="4610552" y="3213200"/>
              <a:ext cx="2009" cy="1874"/>
            </a:xfrm>
            <a:custGeom>
              <a:avLst/>
              <a:gdLst>
                <a:gd name="connsiteX0" fmla="*/ 1844 w 2009"/>
                <a:gd name="connsiteY0" fmla="*/ 937 h 1874"/>
                <a:gd name="connsiteX1" fmla="*/ 221 w 2009"/>
                <a:gd name="connsiteY1" fmla="*/ 937 h 1874"/>
                <a:gd name="connsiteX2" fmla="*/ 1844 w 2009"/>
                <a:gd name="connsiteY2" fmla="*/ 937 h 1874"/>
              </a:gdLst>
              <a:ahLst/>
              <a:cxnLst>
                <a:cxn ang="0">
                  <a:pos x="connsiteX0" y="connsiteY0"/>
                </a:cxn>
                <a:cxn ang="0">
                  <a:pos x="connsiteX1" y="connsiteY1"/>
                </a:cxn>
                <a:cxn ang="0">
                  <a:pos x="connsiteX2" y="connsiteY2"/>
                </a:cxn>
              </a:cxnLst>
              <a:rect l="l" t="t" r="r" b="b"/>
              <a:pathLst>
                <a:path w="2009" h="1874">
                  <a:moveTo>
                    <a:pt x="1844" y="937"/>
                  </a:moveTo>
                  <a:cubicBezTo>
                    <a:pt x="2655" y="-686"/>
                    <a:pt x="221" y="126"/>
                    <a:pt x="221" y="937"/>
                  </a:cubicBezTo>
                  <a:cubicBezTo>
                    <a:pt x="-590" y="1749"/>
                    <a:pt x="1032" y="2561"/>
                    <a:pt x="1844"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2" name="Freeform 411">
              <a:extLst>
                <a:ext uri="{FF2B5EF4-FFF2-40B4-BE49-F238E27FC236}">
                  <a16:creationId xmlns:a16="http://schemas.microsoft.com/office/drawing/2014/main" id="{5EAD22F4-AFD4-1BA1-F9DF-56092B5A9A12}"/>
                </a:ext>
              </a:extLst>
            </p:cNvPr>
            <p:cNvSpPr/>
            <p:nvPr/>
          </p:nvSpPr>
          <p:spPr>
            <a:xfrm>
              <a:off x="4669514" y="3236261"/>
              <a:ext cx="8598" cy="2619"/>
            </a:xfrm>
            <a:custGeom>
              <a:avLst/>
              <a:gdLst>
                <a:gd name="connsiteX0" fmla="*/ 5353 w 8598"/>
                <a:gd name="connsiteY0" fmla="*/ 609 h 2619"/>
                <a:gd name="connsiteX1" fmla="*/ 3731 w 8598"/>
                <a:gd name="connsiteY1" fmla="*/ 609 h 2619"/>
                <a:gd name="connsiteX2" fmla="*/ 2108 w 8598"/>
                <a:gd name="connsiteY2" fmla="*/ 2233 h 2619"/>
                <a:gd name="connsiteX3" fmla="*/ 8599 w 8598"/>
                <a:gd name="connsiteY3" fmla="*/ 609 h 2619"/>
                <a:gd name="connsiteX4" fmla="*/ 5353 w 8598"/>
                <a:gd name="connsiteY4" fmla="*/ 609 h 2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8" h="2619">
                  <a:moveTo>
                    <a:pt x="5353" y="609"/>
                  </a:moveTo>
                  <a:cubicBezTo>
                    <a:pt x="5353" y="609"/>
                    <a:pt x="4542" y="1421"/>
                    <a:pt x="3731" y="609"/>
                  </a:cubicBezTo>
                  <a:cubicBezTo>
                    <a:pt x="2108" y="-203"/>
                    <a:pt x="-2760" y="3856"/>
                    <a:pt x="2108" y="2233"/>
                  </a:cubicBezTo>
                  <a:cubicBezTo>
                    <a:pt x="1297" y="1421"/>
                    <a:pt x="7787" y="3044"/>
                    <a:pt x="8599" y="609"/>
                  </a:cubicBezTo>
                  <a:cubicBezTo>
                    <a:pt x="8599" y="-203"/>
                    <a:pt x="6164" y="-203"/>
                    <a:pt x="5353"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3" name="Freeform 412">
              <a:extLst>
                <a:ext uri="{FF2B5EF4-FFF2-40B4-BE49-F238E27FC236}">
                  <a16:creationId xmlns:a16="http://schemas.microsoft.com/office/drawing/2014/main" id="{5E5F9977-7721-8281-077B-34B82DF7129B}"/>
                </a:ext>
              </a:extLst>
            </p:cNvPr>
            <p:cNvSpPr/>
            <p:nvPr/>
          </p:nvSpPr>
          <p:spPr>
            <a:xfrm>
              <a:off x="4651676" y="3229654"/>
              <a:ext cx="2222" cy="1082"/>
            </a:xfrm>
            <a:custGeom>
              <a:avLst/>
              <a:gdLst>
                <a:gd name="connsiteX0" fmla="*/ 1286 w 2222"/>
                <a:gd name="connsiteY0" fmla="*/ 722 h 1082"/>
                <a:gd name="connsiteX1" fmla="*/ 1286 w 2222"/>
                <a:gd name="connsiteY1" fmla="*/ 722 h 1082"/>
                <a:gd name="connsiteX2" fmla="*/ 1286 w 2222"/>
                <a:gd name="connsiteY2" fmla="*/ 722 h 1082"/>
              </a:gdLst>
              <a:ahLst/>
              <a:cxnLst>
                <a:cxn ang="0">
                  <a:pos x="connsiteX0" y="connsiteY0"/>
                </a:cxn>
                <a:cxn ang="0">
                  <a:pos x="connsiteX1" y="connsiteY1"/>
                </a:cxn>
                <a:cxn ang="0">
                  <a:pos x="connsiteX2" y="connsiteY2"/>
                </a:cxn>
              </a:cxnLst>
              <a:rect l="l" t="t" r="r" b="b"/>
              <a:pathLst>
                <a:path w="2222" h="1082">
                  <a:moveTo>
                    <a:pt x="1286" y="722"/>
                  </a:moveTo>
                  <a:cubicBezTo>
                    <a:pt x="2908" y="722"/>
                    <a:pt x="2097" y="-902"/>
                    <a:pt x="1286" y="722"/>
                  </a:cubicBezTo>
                  <a:cubicBezTo>
                    <a:pt x="-1149" y="1534"/>
                    <a:pt x="474" y="722"/>
                    <a:pt x="1286" y="72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4" name="Freeform 413">
              <a:extLst>
                <a:ext uri="{FF2B5EF4-FFF2-40B4-BE49-F238E27FC236}">
                  <a16:creationId xmlns:a16="http://schemas.microsoft.com/office/drawing/2014/main" id="{25A53DF3-E2B2-3DC5-7B21-7CBA02BBC3B3}"/>
                </a:ext>
              </a:extLst>
            </p:cNvPr>
            <p:cNvSpPr/>
            <p:nvPr/>
          </p:nvSpPr>
          <p:spPr>
            <a:xfrm>
              <a:off x="4613077" y="3213123"/>
              <a:ext cx="3897" cy="1217"/>
            </a:xfrm>
            <a:custGeom>
              <a:avLst/>
              <a:gdLst>
                <a:gd name="connsiteX0" fmla="*/ 2564 w 3897"/>
                <a:gd name="connsiteY0" fmla="*/ 1015 h 1217"/>
                <a:gd name="connsiteX1" fmla="*/ 130 w 3897"/>
                <a:gd name="connsiteY1" fmla="*/ 203 h 1217"/>
                <a:gd name="connsiteX2" fmla="*/ 2564 w 3897"/>
                <a:gd name="connsiteY2" fmla="*/ 1015 h 1217"/>
              </a:gdLst>
              <a:ahLst/>
              <a:cxnLst>
                <a:cxn ang="0">
                  <a:pos x="connsiteX0" y="connsiteY0"/>
                </a:cxn>
                <a:cxn ang="0">
                  <a:pos x="connsiteX1" y="connsiteY1"/>
                </a:cxn>
                <a:cxn ang="0">
                  <a:pos x="connsiteX2" y="connsiteY2"/>
                </a:cxn>
              </a:cxnLst>
              <a:rect l="l" t="t" r="r" b="b"/>
              <a:pathLst>
                <a:path w="3897" h="1217">
                  <a:moveTo>
                    <a:pt x="2564" y="1015"/>
                  </a:moveTo>
                  <a:cubicBezTo>
                    <a:pt x="6621" y="-609"/>
                    <a:pt x="130" y="203"/>
                    <a:pt x="130" y="203"/>
                  </a:cubicBezTo>
                  <a:cubicBezTo>
                    <a:pt x="-681" y="1827"/>
                    <a:pt x="2564" y="1015"/>
                    <a:pt x="2564" y="101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5" name="Freeform 414">
              <a:extLst>
                <a:ext uri="{FF2B5EF4-FFF2-40B4-BE49-F238E27FC236}">
                  <a16:creationId xmlns:a16="http://schemas.microsoft.com/office/drawing/2014/main" id="{AC14AB62-D6F9-9EE3-DA09-5F27D5F41F40}"/>
                </a:ext>
              </a:extLst>
            </p:cNvPr>
            <p:cNvSpPr/>
            <p:nvPr/>
          </p:nvSpPr>
          <p:spPr>
            <a:xfrm>
              <a:off x="4668040" y="3235722"/>
              <a:ext cx="1841" cy="1148"/>
            </a:xfrm>
            <a:custGeom>
              <a:avLst/>
              <a:gdLst>
                <a:gd name="connsiteX0" fmla="*/ 336 w 1841"/>
                <a:gd name="connsiteY0" fmla="*/ 336 h 1148"/>
                <a:gd name="connsiteX1" fmla="*/ 1147 w 1841"/>
                <a:gd name="connsiteY1" fmla="*/ 1148 h 1148"/>
                <a:gd name="connsiteX2" fmla="*/ 336 w 1841"/>
                <a:gd name="connsiteY2" fmla="*/ 336 h 1148"/>
              </a:gdLst>
              <a:ahLst/>
              <a:cxnLst>
                <a:cxn ang="0">
                  <a:pos x="connsiteX0" y="connsiteY0"/>
                </a:cxn>
                <a:cxn ang="0">
                  <a:pos x="connsiteX1" y="connsiteY1"/>
                </a:cxn>
                <a:cxn ang="0">
                  <a:pos x="connsiteX2" y="connsiteY2"/>
                </a:cxn>
              </a:cxnLst>
              <a:rect l="l" t="t" r="r" b="b"/>
              <a:pathLst>
                <a:path w="1841" h="1148">
                  <a:moveTo>
                    <a:pt x="336" y="336"/>
                  </a:moveTo>
                  <a:cubicBezTo>
                    <a:pt x="-475" y="1148"/>
                    <a:pt x="336" y="1148"/>
                    <a:pt x="1147" y="1148"/>
                  </a:cubicBezTo>
                  <a:cubicBezTo>
                    <a:pt x="2770" y="336"/>
                    <a:pt x="1147" y="-476"/>
                    <a:pt x="336"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6" name="Freeform 415">
              <a:extLst>
                <a:ext uri="{FF2B5EF4-FFF2-40B4-BE49-F238E27FC236}">
                  <a16:creationId xmlns:a16="http://schemas.microsoft.com/office/drawing/2014/main" id="{79138BC8-71DD-B629-A8E8-B0E4CB416479}"/>
                </a:ext>
              </a:extLst>
            </p:cNvPr>
            <p:cNvSpPr/>
            <p:nvPr/>
          </p:nvSpPr>
          <p:spPr>
            <a:xfrm>
              <a:off x="4624229" y="3217861"/>
              <a:ext cx="2294" cy="1148"/>
            </a:xfrm>
            <a:custGeom>
              <a:avLst/>
              <a:gdLst>
                <a:gd name="connsiteX0" fmla="*/ 1959 w 2294"/>
                <a:gd name="connsiteY0" fmla="*/ 336 h 1148"/>
                <a:gd name="connsiteX1" fmla="*/ 336 w 2294"/>
                <a:gd name="connsiteY1" fmla="*/ 1148 h 1148"/>
                <a:gd name="connsiteX2" fmla="*/ 1959 w 2294"/>
                <a:gd name="connsiteY2" fmla="*/ 336 h 1148"/>
              </a:gdLst>
              <a:ahLst/>
              <a:cxnLst>
                <a:cxn ang="0">
                  <a:pos x="connsiteX0" y="connsiteY0"/>
                </a:cxn>
                <a:cxn ang="0">
                  <a:pos x="connsiteX1" y="connsiteY1"/>
                </a:cxn>
                <a:cxn ang="0">
                  <a:pos x="connsiteX2" y="connsiteY2"/>
                </a:cxn>
              </a:cxnLst>
              <a:rect l="l" t="t" r="r" b="b"/>
              <a:pathLst>
                <a:path w="2294" h="1148">
                  <a:moveTo>
                    <a:pt x="1959" y="336"/>
                  </a:moveTo>
                  <a:cubicBezTo>
                    <a:pt x="3581" y="-475"/>
                    <a:pt x="-1287" y="336"/>
                    <a:pt x="336" y="1148"/>
                  </a:cubicBezTo>
                  <a:cubicBezTo>
                    <a:pt x="1147" y="1148"/>
                    <a:pt x="1959" y="336"/>
                    <a:pt x="1959"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7" name="Freeform 416">
              <a:extLst>
                <a:ext uri="{FF2B5EF4-FFF2-40B4-BE49-F238E27FC236}">
                  <a16:creationId xmlns:a16="http://schemas.microsoft.com/office/drawing/2014/main" id="{793E1F35-7306-3041-32DE-44A26034C915}"/>
                </a:ext>
              </a:extLst>
            </p:cNvPr>
            <p:cNvSpPr/>
            <p:nvPr/>
          </p:nvSpPr>
          <p:spPr>
            <a:xfrm>
              <a:off x="4657018" y="3230148"/>
              <a:ext cx="8165" cy="1597"/>
            </a:xfrm>
            <a:custGeom>
              <a:avLst/>
              <a:gdLst>
                <a:gd name="connsiteX0" fmla="*/ 8113 w 8165"/>
                <a:gd name="connsiteY0" fmla="*/ 227 h 1597"/>
                <a:gd name="connsiteX1" fmla="*/ 0 w 8165"/>
                <a:gd name="connsiteY1" fmla="*/ 1039 h 1597"/>
                <a:gd name="connsiteX2" fmla="*/ 8113 w 8165"/>
                <a:gd name="connsiteY2" fmla="*/ 227 h 1597"/>
              </a:gdLst>
              <a:ahLst/>
              <a:cxnLst>
                <a:cxn ang="0">
                  <a:pos x="connsiteX0" y="connsiteY0"/>
                </a:cxn>
                <a:cxn ang="0">
                  <a:pos x="connsiteX1" y="connsiteY1"/>
                </a:cxn>
                <a:cxn ang="0">
                  <a:pos x="connsiteX2" y="connsiteY2"/>
                </a:cxn>
              </a:cxnLst>
              <a:rect l="l" t="t" r="r" b="b"/>
              <a:pathLst>
                <a:path w="8165" h="1597">
                  <a:moveTo>
                    <a:pt x="8113" y="227"/>
                  </a:moveTo>
                  <a:cubicBezTo>
                    <a:pt x="8113" y="-584"/>
                    <a:pt x="811" y="1039"/>
                    <a:pt x="0" y="1039"/>
                  </a:cubicBezTo>
                  <a:cubicBezTo>
                    <a:pt x="0" y="2663"/>
                    <a:pt x="8925" y="227"/>
                    <a:pt x="8113"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8" name="Freeform 417">
              <a:extLst>
                <a:ext uri="{FF2B5EF4-FFF2-40B4-BE49-F238E27FC236}">
                  <a16:creationId xmlns:a16="http://schemas.microsoft.com/office/drawing/2014/main" id="{1A0D7521-A539-AE97-0981-9539ED239744}"/>
                </a:ext>
              </a:extLst>
            </p:cNvPr>
            <p:cNvSpPr/>
            <p:nvPr/>
          </p:nvSpPr>
          <p:spPr>
            <a:xfrm>
              <a:off x="4617848" y="3212990"/>
              <a:ext cx="1596" cy="1678"/>
            </a:xfrm>
            <a:custGeom>
              <a:avLst/>
              <a:gdLst>
                <a:gd name="connsiteX0" fmla="*/ 1038 w 1596"/>
                <a:gd name="connsiteY0" fmla="*/ 1148 h 1678"/>
                <a:gd name="connsiteX1" fmla="*/ 227 w 1596"/>
                <a:gd name="connsiteY1" fmla="*/ 336 h 1678"/>
                <a:gd name="connsiteX2" fmla="*/ 1038 w 1596"/>
                <a:gd name="connsiteY2" fmla="*/ 1148 h 1678"/>
              </a:gdLst>
              <a:ahLst/>
              <a:cxnLst>
                <a:cxn ang="0">
                  <a:pos x="connsiteX0" y="connsiteY0"/>
                </a:cxn>
                <a:cxn ang="0">
                  <a:pos x="connsiteX1" y="connsiteY1"/>
                </a:cxn>
                <a:cxn ang="0">
                  <a:pos x="connsiteX2" y="connsiteY2"/>
                </a:cxn>
              </a:cxnLst>
              <a:rect l="l" t="t" r="r" b="b"/>
              <a:pathLst>
                <a:path w="1596" h="1678">
                  <a:moveTo>
                    <a:pt x="1038" y="1148"/>
                  </a:moveTo>
                  <a:cubicBezTo>
                    <a:pt x="2661" y="336"/>
                    <a:pt x="227" y="-476"/>
                    <a:pt x="227" y="336"/>
                  </a:cubicBezTo>
                  <a:cubicBezTo>
                    <a:pt x="-584" y="2772"/>
                    <a:pt x="1038" y="1148"/>
                    <a:pt x="1038"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19" name="Freeform 418">
              <a:extLst>
                <a:ext uri="{FF2B5EF4-FFF2-40B4-BE49-F238E27FC236}">
                  <a16:creationId xmlns:a16="http://schemas.microsoft.com/office/drawing/2014/main" id="{D797D028-C2F5-797E-8E33-9DB9DE388BC8}"/>
                </a:ext>
              </a:extLst>
            </p:cNvPr>
            <p:cNvSpPr/>
            <p:nvPr/>
          </p:nvSpPr>
          <p:spPr>
            <a:xfrm>
              <a:off x="4620509" y="3212796"/>
              <a:ext cx="9127" cy="2279"/>
            </a:xfrm>
            <a:custGeom>
              <a:avLst/>
              <a:gdLst>
                <a:gd name="connsiteX0" fmla="*/ 8113 w 9127"/>
                <a:gd name="connsiteY0" fmla="*/ 530 h 2279"/>
                <a:gd name="connsiteX1" fmla="*/ 0 w 9127"/>
                <a:gd name="connsiteY1" fmla="*/ 1342 h 2279"/>
                <a:gd name="connsiteX2" fmla="*/ 1622 w 9127"/>
                <a:gd name="connsiteY2" fmla="*/ 1342 h 2279"/>
                <a:gd name="connsiteX3" fmla="*/ 3245 w 9127"/>
                <a:gd name="connsiteY3" fmla="*/ 1342 h 2279"/>
                <a:gd name="connsiteX4" fmla="*/ 5679 w 9127"/>
                <a:gd name="connsiteY4" fmla="*/ 1342 h 2279"/>
                <a:gd name="connsiteX5" fmla="*/ 8925 w 9127"/>
                <a:gd name="connsiteY5" fmla="*/ 1342 h 2279"/>
                <a:gd name="connsiteX6" fmla="*/ 8113 w 9127"/>
                <a:gd name="connsiteY6" fmla="*/ 530 h 2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7" h="2279">
                  <a:moveTo>
                    <a:pt x="8113" y="530"/>
                  </a:moveTo>
                  <a:cubicBezTo>
                    <a:pt x="6490" y="530"/>
                    <a:pt x="811" y="-1094"/>
                    <a:pt x="0" y="1342"/>
                  </a:cubicBezTo>
                  <a:cubicBezTo>
                    <a:pt x="0" y="2154"/>
                    <a:pt x="811" y="2966"/>
                    <a:pt x="1622" y="1342"/>
                  </a:cubicBezTo>
                  <a:cubicBezTo>
                    <a:pt x="811" y="1342"/>
                    <a:pt x="3245" y="-282"/>
                    <a:pt x="3245" y="1342"/>
                  </a:cubicBezTo>
                  <a:cubicBezTo>
                    <a:pt x="3245" y="2154"/>
                    <a:pt x="5679" y="530"/>
                    <a:pt x="5679" y="1342"/>
                  </a:cubicBezTo>
                  <a:cubicBezTo>
                    <a:pt x="6490" y="2154"/>
                    <a:pt x="8113" y="530"/>
                    <a:pt x="8925" y="1342"/>
                  </a:cubicBezTo>
                  <a:cubicBezTo>
                    <a:pt x="8925" y="2154"/>
                    <a:pt x="9736" y="530"/>
                    <a:pt x="8113" y="53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0" name="Freeform 419">
              <a:extLst>
                <a:ext uri="{FF2B5EF4-FFF2-40B4-BE49-F238E27FC236}">
                  <a16:creationId xmlns:a16="http://schemas.microsoft.com/office/drawing/2014/main" id="{5D37622D-FCC5-26A6-E114-254358108897}"/>
                </a:ext>
              </a:extLst>
            </p:cNvPr>
            <p:cNvSpPr/>
            <p:nvPr/>
          </p:nvSpPr>
          <p:spPr>
            <a:xfrm>
              <a:off x="4683133" y="3236566"/>
              <a:ext cx="10394" cy="4437"/>
            </a:xfrm>
            <a:custGeom>
              <a:avLst/>
              <a:gdLst>
                <a:gd name="connsiteX0" fmla="*/ 4715 w 10394"/>
                <a:gd name="connsiteY0" fmla="*/ 304 h 4437"/>
                <a:gd name="connsiteX1" fmla="*/ 1470 w 10394"/>
                <a:gd name="connsiteY1" fmla="*/ 2740 h 4437"/>
                <a:gd name="connsiteX2" fmla="*/ 2281 w 10394"/>
                <a:gd name="connsiteY2" fmla="*/ 3552 h 4437"/>
                <a:gd name="connsiteX3" fmla="*/ 7960 w 10394"/>
                <a:gd name="connsiteY3" fmla="*/ 1928 h 4437"/>
                <a:gd name="connsiteX4" fmla="*/ 10394 w 10394"/>
                <a:gd name="connsiteY4" fmla="*/ 1116 h 4437"/>
                <a:gd name="connsiteX5" fmla="*/ 4715 w 10394"/>
                <a:gd name="connsiteY5" fmla="*/ 304 h 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4437">
                  <a:moveTo>
                    <a:pt x="4715" y="304"/>
                  </a:moveTo>
                  <a:cubicBezTo>
                    <a:pt x="658" y="-507"/>
                    <a:pt x="3903" y="304"/>
                    <a:pt x="1470" y="2740"/>
                  </a:cubicBezTo>
                  <a:cubicBezTo>
                    <a:pt x="-964" y="4364"/>
                    <a:pt x="-153" y="5176"/>
                    <a:pt x="2281" y="3552"/>
                  </a:cubicBezTo>
                  <a:cubicBezTo>
                    <a:pt x="2281" y="3552"/>
                    <a:pt x="6338" y="1116"/>
                    <a:pt x="7960" y="1928"/>
                  </a:cubicBezTo>
                  <a:cubicBezTo>
                    <a:pt x="8771" y="2740"/>
                    <a:pt x="10394" y="2740"/>
                    <a:pt x="10394" y="1116"/>
                  </a:cubicBezTo>
                  <a:cubicBezTo>
                    <a:pt x="10394" y="-507"/>
                    <a:pt x="7149" y="304"/>
                    <a:pt x="4715" y="30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1" name="Freeform 420">
              <a:extLst>
                <a:ext uri="{FF2B5EF4-FFF2-40B4-BE49-F238E27FC236}">
                  <a16:creationId xmlns:a16="http://schemas.microsoft.com/office/drawing/2014/main" id="{6EDFE9D3-5917-F3B3-D1E3-5FF076E89A8A}"/>
                </a:ext>
              </a:extLst>
            </p:cNvPr>
            <p:cNvSpPr/>
            <p:nvPr/>
          </p:nvSpPr>
          <p:spPr>
            <a:xfrm>
              <a:off x="4664209" y="3231638"/>
              <a:ext cx="2747" cy="969"/>
            </a:xfrm>
            <a:custGeom>
              <a:avLst/>
              <a:gdLst>
                <a:gd name="connsiteX0" fmla="*/ 923 w 2747"/>
                <a:gd name="connsiteY0" fmla="*/ 361 h 969"/>
                <a:gd name="connsiteX1" fmla="*/ 923 w 2747"/>
                <a:gd name="connsiteY1" fmla="*/ 361 h 969"/>
                <a:gd name="connsiteX2" fmla="*/ 923 w 2747"/>
                <a:gd name="connsiteY2" fmla="*/ 361 h 969"/>
              </a:gdLst>
              <a:ahLst/>
              <a:cxnLst>
                <a:cxn ang="0">
                  <a:pos x="connsiteX0" y="connsiteY0"/>
                </a:cxn>
                <a:cxn ang="0">
                  <a:pos x="connsiteX1" y="connsiteY1"/>
                </a:cxn>
                <a:cxn ang="0">
                  <a:pos x="connsiteX2" y="connsiteY2"/>
                </a:cxn>
              </a:cxnLst>
              <a:rect l="l" t="t" r="r" b="b"/>
              <a:pathLst>
                <a:path w="2747" h="969">
                  <a:moveTo>
                    <a:pt x="923" y="361"/>
                  </a:moveTo>
                  <a:cubicBezTo>
                    <a:pt x="-1511" y="1173"/>
                    <a:pt x="1734" y="1173"/>
                    <a:pt x="923" y="361"/>
                  </a:cubicBezTo>
                  <a:cubicBezTo>
                    <a:pt x="3356" y="361"/>
                    <a:pt x="3356" y="-451"/>
                    <a:pt x="923"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2" name="Freeform 421">
              <a:extLst>
                <a:ext uri="{FF2B5EF4-FFF2-40B4-BE49-F238E27FC236}">
                  <a16:creationId xmlns:a16="http://schemas.microsoft.com/office/drawing/2014/main" id="{F592BC64-3129-3F3E-68C5-1A38B2F91D4C}"/>
                </a:ext>
              </a:extLst>
            </p:cNvPr>
            <p:cNvSpPr/>
            <p:nvPr/>
          </p:nvSpPr>
          <p:spPr>
            <a:xfrm>
              <a:off x="4658204" y="3227718"/>
              <a:ext cx="6142" cy="1845"/>
            </a:xfrm>
            <a:custGeom>
              <a:avLst/>
              <a:gdLst>
                <a:gd name="connsiteX0" fmla="*/ 437 w 6142"/>
                <a:gd name="connsiteY0" fmla="*/ 1845 h 1845"/>
                <a:gd name="connsiteX1" fmla="*/ 4493 w 6142"/>
                <a:gd name="connsiteY1" fmla="*/ 221 h 1845"/>
                <a:gd name="connsiteX2" fmla="*/ 437 w 6142"/>
                <a:gd name="connsiteY2" fmla="*/ 1845 h 1845"/>
              </a:gdLst>
              <a:ahLst/>
              <a:cxnLst>
                <a:cxn ang="0">
                  <a:pos x="connsiteX0" y="connsiteY0"/>
                </a:cxn>
                <a:cxn ang="0">
                  <a:pos x="connsiteX1" y="connsiteY1"/>
                </a:cxn>
                <a:cxn ang="0">
                  <a:pos x="connsiteX2" y="connsiteY2"/>
                </a:cxn>
              </a:cxnLst>
              <a:rect l="l" t="t" r="r" b="b"/>
              <a:pathLst>
                <a:path w="6142" h="1845">
                  <a:moveTo>
                    <a:pt x="437" y="1845"/>
                  </a:moveTo>
                  <a:cubicBezTo>
                    <a:pt x="2059" y="1033"/>
                    <a:pt x="9361" y="1033"/>
                    <a:pt x="4493" y="221"/>
                  </a:cubicBezTo>
                  <a:cubicBezTo>
                    <a:pt x="2059" y="-591"/>
                    <a:pt x="-1186" y="1033"/>
                    <a:pt x="437" y="184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3" name="Freeform 422">
              <a:extLst>
                <a:ext uri="{FF2B5EF4-FFF2-40B4-BE49-F238E27FC236}">
                  <a16:creationId xmlns:a16="http://schemas.microsoft.com/office/drawing/2014/main" id="{96C6562F-E736-F2B5-DC94-57D2F38A1E8B}"/>
                </a:ext>
              </a:extLst>
            </p:cNvPr>
            <p:cNvSpPr/>
            <p:nvPr/>
          </p:nvSpPr>
          <p:spPr>
            <a:xfrm>
              <a:off x="4678924" y="3235247"/>
              <a:ext cx="3969" cy="937"/>
            </a:xfrm>
            <a:custGeom>
              <a:avLst/>
              <a:gdLst>
                <a:gd name="connsiteX0" fmla="*/ 2434 w 3969"/>
                <a:gd name="connsiteY0" fmla="*/ 0 h 937"/>
                <a:gd name="connsiteX1" fmla="*/ 2434 w 3969"/>
                <a:gd name="connsiteY1" fmla="*/ 0 h 937"/>
                <a:gd name="connsiteX2" fmla="*/ 2434 w 3969"/>
                <a:gd name="connsiteY2" fmla="*/ 0 h 937"/>
              </a:gdLst>
              <a:ahLst/>
              <a:cxnLst>
                <a:cxn ang="0">
                  <a:pos x="connsiteX0" y="connsiteY0"/>
                </a:cxn>
                <a:cxn ang="0">
                  <a:pos x="connsiteX1" y="connsiteY1"/>
                </a:cxn>
                <a:cxn ang="0">
                  <a:pos x="connsiteX2" y="connsiteY2"/>
                </a:cxn>
              </a:cxnLst>
              <a:rect l="l" t="t" r="r" b="b"/>
              <a:pathLst>
                <a:path w="3969" h="937">
                  <a:moveTo>
                    <a:pt x="2434" y="0"/>
                  </a:moveTo>
                  <a:cubicBezTo>
                    <a:pt x="-811" y="812"/>
                    <a:pt x="-811" y="1624"/>
                    <a:pt x="2434" y="0"/>
                  </a:cubicBezTo>
                  <a:cubicBezTo>
                    <a:pt x="4056" y="812"/>
                    <a:pt x="4868" y="0"/>
                    <a:pt x="2434"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4" name="Freeform 423">
              <a:extLst>
                <a:ext uri="{FF2B5EF4-FFF2-40B4-BE49-F238E27FC236}">
                  <a16:creationId xmlns:a16="http://schemas.microsoft.com/office/drawing/2014/main" id="{C75CE2CE-FA7C-F790-6A46-A03614BAB94D}"/>
                </a:ext>
              </a:extLst>
            </p:cNvPr>
            <p:cNvSpPr/>
            <p:nvPr/>
          </p:nvSpPr>
          <p:spPr>
            <a:xfrm>
              <a:off x="4667984" y="3229564"/>
              <a:ext cx="4362" cy="2598"/>
            </a:xfrm>
            <a:custGeom>
              <a:avLst/>
              <a:gdLst>
                <a:gd name="connsiteX0" fmla="*/ 2827 w 4362"/>
                <a:gd name="connsiteY0" fmla="*/ 2436 h 2598"/>
                <a:gd name="connsiteX1" fmla="*/ 2827 w 4362"/>
                <a:gd name="connsiteY1" fmla="*/ 1624 h 2598"/>
                <a:gd name="connsiteX2" fmla="*/ 1204 w 4362"/>
                <a:gd name="connsiteY2" fmla="*/ 812 h 2598"/>
                <a:gd name="connsiteX3" fmla="*/ 1204 w 4362"/>
                <a:gd name="connsiteY3" fmla="*/ 0 h 2598"/>
                <a:gd name="connsiteX4" fmla="*/ 2827 w 4362"/>
                <a:gd name="connsiteY4" fmla="*/ 2436 h 2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2" h="2598">
                  <a:moveTo>
                    <a:pt x="2827" y="2436"/>
                  </a:moveTo>
                  <a:cubicBezTo>
                    <a:pt x="4449" y="2436"/>
                    <a:pt x="5261" y="812"/>
                    <a:pt x="2827" y="1624"/>
                  </a:cubicBezTo>
                  <a:cubicBezTo>
                    <a:pt x="393" y="2436"/>
                    <a:pt x="-419" y="1624"/>
                    <a:pt x="1204" y="812"/>
                  </a:cubicBezTo>
                  <a:cubicBezTo>
                    <a:pt x="2015" y="0"/>
                    <a:pt x="2015" y="0"/>
                    <a:pt x="1204" y="0"/>
                  </a:cubicBezTo>
                  <a:cubicBezTo>
                    <a:pt x="-1230" y="812"/>
                    <a:pt x="393" y="3247"/>
                    <a:pt x="2827" y="24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5" name="Freeform 424">
              <a:extLst>
                <a:ext uri="{FF2B5EF4-FFF2-40B4-BE49-F238E27FC236}">
                  <a16:creationId xmlns:a16="http://schemas.microsoft.com/office/drawing/2014/main" id="{3531AB79-00A6-7571-4AF1-AEFA84642E0E}"/>
                </a:ext>
              </a:extLst>
            </p:cNvPr>
            <p:cNvSpPr/>
            <p:nvPr/>
          </p:nvSpPr>
          <p:spPr>
            <a:xfrm>
              <a:off x="4665131" y="3227128"/>
              <a:ext cx="5790" cy="2884"/>
            </a:xfrm>
            <a:custGeom>
              <a:avLst/>
              <a:gdLst>
                <a:gd name="connsiteX0" fmla="*/ 4868 w 5790"/>
                <a:gd name="connsiteY0" fmla="*/ 2436 h 2884"/>
                <a:gd name="connsiteX1" fmla="*/ 4868 w 5790"/>
                <a:gd name="connsiteY1" fmla="*/ 0 h 2884"/>
                <a:gd name="connsiteX2" fmla="*/ 0 w 5790"/>
                <a:gd name="connsiteY2" fmla="*/ 812 h 2884"/>
                <a:gd name="connsiteX3" fmla="*/ 2434 w 5790"/>
                <a:gd name="connsiteY3" fmla="*/ 1624 h 2884"/>
                <a:gd name="connsiteX4" fmla="*/ 4868 w 5790"/>
                <a:gd name="connsiteY4" fmla="*/ 2436 h 2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0" h="2884">
                  <a:moveTo>
                    <a:pt x="4868" y="2436"/>
                  </a:moveTo>
                  <a:cubicBezTo>
                    <a:pt x="4057" y="4059"/>
                    <a:pt x="7302" y="812"/>
                    <a:pt x="4868" y="0"/>
                  </a:cubicBezTo>
                  <a:cubicBezTo>
                    <a:pt x="4057" y="0"/>
                    <a:pt x="811" y="0"/>
                    <a:pt x="0" y="812"/>
                  </a:cubicBezTo>
                  <a:cubicBezTo>
                    <a:pt x="0" y="1624"/>
                    <a:pt x="2434" y="2436"/>
                    <a:pt x="2434" y="1624"/>
                  </a:cubicBezTo>
                  <a:cubicBezTo>
                    <a:pt x="2434" y="1624"/>
                    <a:pt x="5679" y="812"/>
                    <a:pt x="4868" y="24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6" name="Freeform 425">
              <a:extLst>
                <a:ext uri="{FF2B5EF4-FFF2-40B4-BE49-F238E27FC236}">
                  <a16:creationId xmlns:a16="http://schemas.microsoft.com/office/drawing/2014/main" id="{40F90B71-2F37-B81F-D403-0E58F90B7D5B}"/>
                </a:ext>
              </a:extLst>
            </p:cNvPr>
            <p:cNvSpPr/>
            <p:nvPr/>
          </p:nvSpPr>
          <p:spPr>
            <a:xfrm>
              <a:off x="4637546" y="3213326"/>
              <a:ext cx="8113" cy="8118"/>
            </a:xfrm>
            <a:custGeom>
              <a:avLst/>
              <a:gdLst>
                <a:gd name="connsiteX0" fmla="*/ 0 w 8113"/>
                <a:gd name="connsiteY0" fmla="*/ 0 h 8118"/>
                <a:gd name="connsiteX1" fmla="*/ 0 w 8113"/>
                <a:gd name="connsiteY1" fmla="*/ 0 h 8118"/>
                <a:gd name="connsiteX2" fmla="*/ 0 w 8113"/>
                <a:gd name="connsiteY2" fmla="*/ 0 h 8118"/>
              </a:gdLst>
              <a:ahLst/>
              <a:cxnLst>
                <a:cxn ang="0">
                  <a:pos x="connsiteX0" y="connsiteY0"/>
                </a:cxn>
                <a:cxn ang="0">
                  <a:pos x="connsiteX1" y="connsiteY1"/>
                </a:cxn>
                <a:cxn ang="0">
                  <a:pos x="connsiteX2" y="connsiteY2"/>
                </a:cxn>
              </a:cxnLst>
              <a:rect l="l" t="t" r="r" b="b"/>
              <a:pathLst>
                <a:path w="8113" h="8118">
                  <a:moveTo>
                    <a:pt x="0" y="0"/>
                  </a:moveTo>
                  <a:cubicBezTo>
                    <a:pt x="0" y="0"/>
                    <a:pt x="0" y="0"/>
                    <a:pt x="0" y="0"/>
                  </a:cubicBezTo>
                  <a:cubicBezTo>
                    <a:pt x="0" y="0"/>
                    <a:pt x="0"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7" name="Freeform 426">
              <a:extLst>
                <a:ext uri="{FF2B5EF4-FFF2-40B4-BE49-F238E27FC236}">
                  <a16:creationId xmlns:a16="http://schemas.microsoft.com/office/drawing/2014/main" id="{D970FDA1-6B78-3809-8FA7-ED14849DCFC9}"/>
                </a:ext>
              </a:extLst>
            </p:cNvPr>
            <p:cNvSpPr/>
            <p:nvPr/>
          </p:nvSpPr>
          <p:spPr>
            <a:xfrm>
              <a:off x="4632368" y="3213326"/>
              <a:ext cx="5178" cy="1039"/>
            </a:xfrm>
            <a:custGeom>
              <a:avLst/>
              <a:gdLst>
                <a:gd name="connsiteX0" fmla="*/ 2744 w 5178"/>
                <a:gd name="connsiteY0" fmla="*/ 812 h 1039"/>
                <a:gd name="connsiteX1" fmla="*/ 5178 w 5178"/>
                <a:gd name="connsiteY1" fmla="*/ 0 h 1039"/>
                <a:gd name="connsiteX2" fmla="*/ 2744 w 5178"/>
                <a:gd name="connsiteY2" fmla="*/ 812 h 1039"/>
              </a:gdLst>
              <a:ahLst/>
              <a:cxnLst>
                <a:cxn ang="0">
                  <a:pos x="connsiteX0" y="connsiteY0"/>
                </a:cxn>
                <a:cxn ang="0">
                  <a:pos x="connsiteX1" y="connsiteY1"/>
                </a:cxn>
                <a:cxn ang="0">
                  <a:pos x="connsiteX2" y="connsiteY2"/>
                </a:cxn>
              </a:cxnLst>
              <a:rect l="l" t="t" r="r" b="b"/>
              <a:pathLst>
                <a:path w="5178" h="1039">
                  <a:moveTo>
                    <a:pt x="2744" y="812"/>
                  </a:moveTo>
                  <a:cubicBezTo>
                    <a:pt x="2744" y="812"/>
                    <a:pt x="4367" y="0"/>
                    <a:pt x="5178" y="0"/>
                  </a:cubicBezTo>
                  <a:cubicBezTo>
                    <a:pt x="-2124" y="0"/>
                    <a:pt x="-501" y="1624"/>
                    <a:pt x="2744"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8" name="Freeform 427">
              <a:extLst>
                <a:ext uri="{FF2B5EF4-FFF2-40B4-BE49-F238E27FC236}">
                  <a16:creationId xmlns:a16="http://schemas.microsoft.com/office/drawing/2014/main" id="{66B63E0F-A193-7852-C721-59AE42A01B0A}"/>
                </a:ext>
              </a:extLst>
            </p:cNvPr>
            <p:cNvSpPr/>
            <p:nvPr/>
          </p:nvSpPr>
          <p:spPr>
            <a:xfrm>
              <a:off x="4636957" y="3212153"/>
              <a:ext cx="27691" cy="2964"/>
            </a:xfrm>
            <a:custGeom>
              <a:avLst/>
              <a:gdLst>
                <a:gd name="connsiteX0" fmla="*/ 20872 w 27691"/>
                <a:gd name="connsiteY0" fmla="*/ 2796 h 2964"/>
                <a:gd name="connsiteX1" fmla="*/ 23306 w 27691"/>
                <a:gd name="connsiteY1" fmla="*/ 1984 h 2964"/>
                <a:gd name="connsiteX2" fmla="*/ 27362 w 27691"/>
                <a:gd name="connsiteY2" fmla="*/ 361 h 2964"/>
                <a:gd name="connsiteX3" fmla="*/ 16815 w 27691"/>
                <a:gd name="connsiteY3" fmla="*/ 361 h 2964"/>
                <a:gd name="connsiteX4" fmla="*/ 6268 w 27691"/>
                <a:gd name="connsiteY4" fmla="*/ 361 h 2964"/>
                <a:gd name="connsiteX5" fmla="*/ 2212 w 27691"/>
                <a:gd name="connsiteY5" fmla="*/ 1173 h 2964"/>
                <a:gd name="connsiteX6" fmla="*/ 15193 w 27691"/>
                <a:gd name="connsiteY6" fmla="*/ 1173 h 2964"/>
                <a:gd name="connsiteX7" fmla="*/ 20872 w 27691"/>
                <a:gd name="connsiteY7" fmla="*/ 2796 h 2964"/>
                <a:gd name="connsiteX8" fmla="*/ 20872 w 27691"/>
                <a:gd name="connsiteY8" fmla="*/ 2796 h 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91" h="2964">
                  <a:moveTo>
                    <a:pt x="20872" y="2796"/>
                  </a:moveTo>
                  <a:cubicBezTo>
                    <a:pt x="21683" y="3608"/>
                    <a:pt x="22494" y="1173"/>
                    <a:pt x="23306" y="1984"/>
                  </a:cubicBezTo>
                  <a:cubicBezTo>
                    <a:pt x="24117" y="2796"/>
                    <a:pt x="28985" y="1173"/>
                    <a:pt x="27362" y="361"/>
                  </a:cubicBezTo>
                  <a:cubicBezTo>
                    <a:pt x="27362" y="361"/>
                    <a:pt x="18438" y="-451"/>
                    <a:pt x="16815" y="361"/>
                  </a:cubicBezTo>
                  <a:cubicBezTo>
                    <a:pt x="16004" y="361"/>
                    <a:pt x="10325" y="1173"/>
                    <a:pt x="6268" y="361"/>
                  </a:cubicBezTo>
                  <a:cubicBezTo>
                    <a:pt x="-222" y="361"/>
                    <a:pt x="-1845" y="2796"/>
                    <a:pt x="2212" y="1173"/>
                  </a:cubicBezTo>
                  <a:cubicBezTo>
                    <a:pt x="589" y="361"/>
                    <a:pt x="13570" y="1984"/>
                    <a:pt x="15193" y="1173"/>
                  </a:cubicBezTo>
                  <a:cubicBezTo>
                    <a:pt x="16815" y="1984"/>
                    <a:pt x="21683" y="1984"/>
                    <a:pt x="20872" y="2796"/>
                  </a:cubicBezTo>
                  <a:cubicBezTo>
                    <a:pt x="20061" y="1984"/>
                    <a:pt x="20061" y="2796"/>
                    <a:pt x="20872" y="279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29" name="Freeform 428">
              <a:extLst>
                <a:ext uri="{FF2B5EF4-FFF2-40B4-BE49-F238E27FC236}">
                  <a16:creationId xmlns:a16="http://schemas.microsoft.com/office/drawing/2014/main" id="{BAE06E31-2EBB-C8E5-0689-B9E5B99574DD}"/>
                </a:ext>
              </a:extLst>
            </p:cNvPr>
            <p:cNvSpPr/>
            <p:nvPr/>
          </p:nvSpPr>
          <p:spPr>
            <a:xfrm>
              <a:off x="4673863" y="3226666"/>
              <a:ext cx="35269" cy="3943"/>
            </a:xfrm>
            <a:custGeom>
              <a:avLst/>
              <a:gdLst>
                <a:gd name="connsiteX0" fmla="*/ 18853 w 35269"/>
                <a:gd name="connsiteY0" fmla="*/ 1273 h 3943"/>
                <a:gd name="connsiteX1" fmla="*/ 193 w 35269"/>
                <a:gd name="connsiteY1" fmla="*/ 461 h 3943"/>
                <a:gd name="connsiteX2" fmla="*/ 7495 w 35269"/>
                <a:gd name="connsiteY2" fmla="*/ 1273 h 3943"/>
                <a:gd name="connsiteX3" fmla="*/ 4249 w 35269"/>
                <a:gd name="connsiteY3" fmla="*/ 3709 h 3943"/>
                <a:gd name="connsiteX4" fmla="*/ 7495 w 35269"/>
                <a:gd name="connsiteY4" fmla="*/ 3709 h 3943"/>
                <a:gd name="connsiteX5" fmla="*/ 7495 w 35269"/>
                <a:gd name="connsiteY5" fmla="*/ 2897 h 3943"/>
                <a:gd name="connsiteX6" fmla="*/ 8306 w 35269"/>
                <a:gd name="connsiteY6" fmla="*/ 2897 h 3943"/>
                <a:gd name="connsiteX7" fmla="*/ 20476 w 35269"/>
                <a:gd name="connsiteY7" fmla="*/ 2085 h 3943"/>
                <a:gd name="connsiteX8" fmla="*/ 18853 w 35269"/>
                <a:gd name="connsiteY8" fmla="*/ 1273 h 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69" h="3943">
                  <a:moveTo>
                    <a:pt x="18853" y="1273"/>
                  </a:moveTo>
                  <a:cubicBezTo>
                    <a:pt x="-3864" y="2085"/>
                    <a:pt x="1004" y="-1162"/>
                    <a:pt x="193" y="461"/>
                  </a:cubicBezTo>
                  <a:cubicBezTo>
                    <a:pt x="-619" y="1273"/>
                    <a:pt x="1004" y="2085"/>
                    <a:pt x="7495" y="1273"/>
                  </a:cubicBezTo>
                  <a:cubicBezTo>
                    <a:pt x="1004" y="4521"/>
                    <a:pt x="-619" y="2085"/>
                    <a:pt x="4249" y="3709"/>
                  </a:cubicBezTo>
                  <a:cubicBezTo>
                    <a:pt x="5872" y="4521"/>
                    <a:pt x="5872" y="2897"/>
                    <a:pt x="7495" y="3709"/>
                  </a:cubicBezTo>
                  <a:cubicBezTo>
                    <a:pt x="8306" y="3709"/>
                    <a:pt x="8306" y="3709"/>
                    <a:pt x="7495" y="2897"/>
                  </a:cubicBezTo>
                  <a:cubicBezTo>
                    <a:pt x="6683" y="2085"/>
                    <a:pt x="7495" y="2085"/>
                    <a:pt x="8306" y="2897"/>
                  </a:cubicBezTo>
                  <a:cubicBezTo>
                    <a:pt x="10740" y="4521"/>
                    <a:pt x="17230" y="461"/>
                    <a:pt x="20476" y="2085"/>
                  </a:cubicBezTo>
                  <a:cubicBezTo>
                    <a:pt x="25343" y="5333"/>
                    <a:pt x="52117" y="461"/>
                    <a:pt x="18853" y="127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30" name="Freeform 429">
              <a:extLst>
                <a:ext uri="{FF2B5EF4-FFF2-40B4-BE49-F238E27FC236}">
                  <a16:creationId xmlns:a16="http://schemas.microsoft.com/office/drawing/2014/main" id="{BE8D8485-0171-3272-8434-9818DB479F47}"/>
                </a:ext>
              </a:extLst>
            </p:cNvPr>
            <p:cNvSpPr/>
            <p:nvPr/>
          </p:nvSpPr>
          <p:spPr>
            <a:xfrm>
              <a:off x="4694676" y="3236600"/>
              <a:ext cx="1646" cy="1804"/>
            </a:xfrm>
            <a:custGeom>
              <a:avLst/>
              <a:gdLst>
                <a:gd name="connsiteX0" fmla="*/ 1285 w 1646"/>
                <a:gd name="connsiteY0" fmla="*/ 1083 h 1804"/>
                <a:gd name="connsiteX1" fmla="*/ 1285 w 1646"/>
                <a:gd name="connsiteY1" fmla="*/ 1083 h 1804"/>
                <a:gd name="connsiteX2" fmla="*/ 1285 w 1646"/>
                <a:gd name="connsiteY2" fmla="*/ 1083 h 1804"/>
              </a:gdLst>
              <a:ahLst/>
              <a:cxnLst>
                <a:cxn ang="0">
                  <a:pos x="connsiteX0" y="connsiteY0"/>
                </a:cxn>
                <a:cxn ang="0">
                  <a:pos x="connsiteX1" y="connsiteY1"/>
                </a:cxn>
                <a:cxn ang="0">
                  <a:pos x="connsiteX2" y="connsiteY2"/>
                </a:cxn>
              </a:cxnLst>
              <a:rect l="l" t="t" r="r" b="b"/>
              <a:pathLst>
                <a:path w="1646" h="1804">
                  <a:moveTo>
                    <a:pt x="1285" y="1083"/>
                  </a:moveTo>
                  <a:cubicBezTo>
                    <a:pt x="474" y="-1353"/>
                    <a:pt x="-1148" y="1083"/>
                    <a:pt x="1285" y="1083"/>
                  </a:cubicBezTo>
                  <a:cubicBezTo>
                    <a:pt x="2097" y="2706"/>
                    <a:pt x="1285" y="1083"/>
                    <a:pt x="1285" y="108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31" name="Freeform 430">
              <a:extLst>
                <a:ext uri="{FF2B5EF4-FFF2-40B4-BE49-F238E27FC236}">
                  <a16:creationId xmlns:a16="http://schemas.microsoft.com/office/drawing/2014/main" id="{8F449487-95B9-479E-3902-4E9F748D0E8E}"/>
                </a:ext>
              </a:extLst>
            </p:cNvPr>
            <p:cNvSpPr/>
            <p:nvPr/>
          </p:nvSpPr>
          <p:spPr>
            <a:xfrm>
              <a:off x="4665350" y="3222158"/>
              <a:ext cx="306524" cy="29859"/>
            </a:xfrm>
            <a:custGeom>
              <a:avLst/>
              <a:gdLst>
                <a:gd name="connsiteX0" fmla="*/ 289421 w 306524"/>
                <a:gd name="connsiteY0" fmla="*/ 21207 h 29859"/>
                <a:gd name="connsiteX1" fmla="*/ 286987 w 306524"/>
                <a:gd name="connsiteY1" fmla="*/ 20395 h 29859"/>
                <a:gd name="connsiteX2" fmla="*/ 289421 w 306524"/>
                <a:gd name="connsiteY2" fmla="*/ 21207 h 29859"/>
                <a:gd name="connsiteX3" fmla="*/ 282119 w 306524"/>
                <a:gd name="connsiteY3" fmla="*/ 21207 h 29859"/>
                <a:gd name="connsiteX4" fmla="*/ 278874 w 306524"/>
                <a:gd name="connsiteY4" fmla="*/ 19583 h 29859"/>
                <a:gd name="connsiteX5" fmla="*/ 282930 w 306524"/>
                <a:gd name="connsiteY5" fmla="*/ 19583 h 29859"/>
                <a:gd name="connsiteX6" fmla="*/ 282119 w 306524"/>
                <a:gd name="connsiteY6" fmla="*/ 21207 h 29859"/>
                <a:gd name="connsiteX7" fmla="*/ 275628 w 306524"/>
                <a:gd name="connsiteY7" fmla="*/ 20395 h 29859"/>
                <a:gd name="connsiteX8" fmla="*/ 274006 w 306524"/>
                <a:gd name="connsiteY8" fmla="*/ 19583 h 29859"/>
                <a:gd name="connsiteX9" fmla="*/ 275628 w 306524"/>
                <a:gd name="connsiteY9" fmla="*/ 20395 h 29859"/>
                <a:gd name="connsiteX10" fmla="*/ 274817 w 306524"/>
                <a:gd name="connsiteY10" fmla="*/ 22831 h 29859"/>
                <a:gd name="connsiteX11" fmla="*/ 272383 w 306524"/>
                <a:gd name="connsiteY11" fmla="*/ 22019 h 29859"/>
                <a:gd name="connsiteX12" fmla="*/ 274817 w 306524"/>
                <a:gd name="connsiteY12" fmla="*/ 22831 h 29859"/>
                <a:gd name="connsiteX13" fmla="*/ 269949 w 306524"/>
                <a:gd name="connsiteY13" fmla="*/ 21207 h 29859"/>
                <a:gd name="connsiteX14" fmla="*/ 268327 w 306524"/>
                <a:gd name="connsiteY14" fmla="*/ 21207 h 29859"/>
                <a:gd name="connsiteX15" fmla="*/ 269949 w 306524"/>
                <a:gd name="connsiteY15" fmla="*/ 21207 h 29859"/>
                <a:gd name="connsiteX16" fmla="*/ 265081 w 306524"/>
                <a:gd name="connsiteY16" fmla="*/ 17959 h 29859"/>
                <a:gd name="connsiteX17" fmla="*/ 261025 w 306524"/>
                <a:gd name="connsiteY17" fmla="*/ 17959 h 29859"/>
                <a:gd name="connsiteX18" fmla="*/ 260213 w 306524"/>
                <a:gd name="connsiteY18" fmla="*/ 19583 h 29859"/>
                <a:gd name="connsiteX19" fmla="*/ 259402 w 306524"/>
                <a:gd name="connsiteY19" fmla="*/ 20395 h 29859"/>
                <a:gd name="connsiteX20" fmla="*/ 258591 w 306524"/>
                <a:gd name="connsiteY20" fmla="*/ 17959 h 29859"/>
                <a:gd name="connsiteX21" fmla="*/ 248044 w 306524"/>
                <a:gd name="connsiteY21" fmla="*/ 15524 h 29859"/>
                <a:gd name="connsiteX22" fmla="*/ 242364 w 306524"/>
                <a:gd name="connsiteY22" fmla="*/ 13900 h 29859"/>
                <a:gd name="connsiteX23" fmla="*/ 263459 w 306524"/>
                <a:gd name="connsiteY23" fmla="*/ 16336 h 29859"/>
                <a:gd name="connsiteX24" fmla="*/ 265081 w 306524"/>
                <a:gd name="connsiteY24" fmla="*/ 17959 h 29859"/>
                <a:gd name="connsiteX25" fmla="*/ 263459 w 306524"/>
                <a:gd name="connsiteY25" fmla="*/ 21207 h 29859"/>
                <a:gd name="connsiteX26" fmla="*/ 262647 w 306524"/>
                <a:gd name="connsiteY26" fmla="*/ 19583 h 29859"/>
                <a:gd name="connsiteX27" fmla="*/ 263459 w 306524"/>
                <a:gd name="connsiteY27" fmla="*/ 21207 h 29859"/>
                <a:gd name="connsiteX28" fmla="*/ 239119 w 306524"/>
                <a:gd name="connsiteY28" fmla="*/ 15524 h 29859"/>
                <a:gd name="connsiteX29" fmla="*/ 235063 w 306524"/>
                <a:gd name="connsiteY29" fmla="*/ 14712 h 29859"/>
                <a:gd name="connsiteX30" fmla="*/ 239119 w 306524"/>
                <a:gd name="connsiteY30" fmla="*/ 15524 h 29859"/>
                <a:gd name="connsiteX31" fmla="*/ 161233 w 306524"/>
                <a:gd name="connsiteY31" fmla="*/ 13088 h 29859"/>
                <a:gd name="connsiteX32" fmla="*/ 158799 w 306524"/>
                <a:gd name="connsiteY32" fmla="*/ 13088 h 29859"/>
                <a:gd name="connsiteX33" fmla="*/ 161233 w 306524"/>
                <a:gd name="connsiteY33" fmla="*/ 13088 h 29859"/>
                <a:gd name="connsiteX34" fmla="*/ 303213 w 306524"/>
                <a:gd name="connsiteY34" fmla="*/ 23643 h 29859"/>
                <a:gd name="connsiteX35" fmla="*/ 296723 w 306524"/>
                <a:gd name="connsiteY35" fmla="*/ 18771 h 29859"/>
                <a:gd name="connsiteX36" fmla="*/ 278874 w 306524"/>
                <a:gd name="connsiteY36" fmla="*/ 13900 h 29859"/>
                <a:gd name="connsiteX37" fmla="*/ 269138 w 306524"/>
                <a:gd name="connsiteY37" fmla="*/ 12276 h 29859"/>
                <a:gd name="connsiteX38" fmla="*/ 268327 w 306524"/>
                <a:gd name="connsiteY38" fmla="*/ 12276 h 29859"/>
                <a:gd name="connsiteX39" fmla="*/ 268327 w 306524"/>
                <a:gd name="connsiteY39" fmla="*/ 12276 h 29859"/>
                <a:gd name="connsiteX40" fmla="*/ 1404 w 306524"/>
                <a:gd name="connsiteY40" fmla="*/ 910 h 29859"/>
                <a:gd name="connsiteX41" fmla="*/ 3026 w 306524"/>
                <a:gd name="connsiteY41" fmla="*/ 2534 h 29859"/>
                <a:gd name="connsiteX42" fmla="*/ 87403 w 306524"/>
                <a:gd name="connsiteY42" fmla="*/ 4157 h 29859"/>
                <a:gd name="connsiteX43" fmla="*/ 233440 w 306524"/>
                <a:gd name="connsiteY43" fmla="*/ 13088 h 29859"/>
                <a:gd name="connsiteX44" fmla="*/ 227761 w 306524"/>
                <a:gd name="connsiteY44" fmla="*/ 14712 h 29859"/>
                <a:gd name="connsiteX45" fmla="*/ 45215 w 306524"/>
                <a:gd name="connsiteY45" fmla="*/ 6593 h 29859"/>
                <a:gd name="connsiteX46" fmla="*/ 75233 w 306524"/>
                <a:gd name="connsiteY46" fmla="*/ 8217 h 29859"/>
                <a:gd name="connsiteX47" fmla="*/ 74422 w 306524"/>
                <a:gd name="connsiteY47" fmla="*/ 10653 h 29859"/>
                <a:gd name="connsiteX48" fmla="*/ 80913 w 306524"/>
                <a:gd name="connsiteY48" fmla="*/ 9029 h 29859"/>
                <a:gd name="connsiteX49" fmla="*/ 84969 w 306524"/>
                <a:gd name="connsiteY49" fmla="*/ 9029 h 29859"/>
                <a:gd name="connsiteX50" fmla="*/ 89026 w 306524"/>
                <a:gd name="connsiteY50" fmla="*/ 9029 h 29859"/>
                <a:gd name="connsiteX51" fmla="*/ 92271 w 306524"/>
                <a:gd name="connsiteY51" fmla="*/ 8217 h 29859"/>
                <a:gd name="connsiteX52" fmla="*/ 100384 w 306524"/>
                <a:gd name="connsiteY52" fmla="*/ 9841 h 29859"/>
                <a:gd name="connsiteX53" fmla="*/ 102818 w 306524"/>
                <a:gd name="connsiteY53" fmla="*/ 9029 h 29859"/>
                <a:gd name="connsiteX54" fmla="*/ 112554 w 306524"/>
                <a:gd name="connsiteY54" fmla="*/ 9841 h 29859"/>
                <a:gd name="connsiteX55" fmla="*/ 110931 w 306524"/>
                <a:gd name="connsiteY55" fmla="*/ 10653 h 29859"/>
                <a:gd name="connsiteX56" fmla="*/ 117422 w 306524"/>
                <a:gd name="connsiteY56" fmla="*/ 9841 h 29859"/>
                <a:gd name="connsiteX57" fmla="*/ 119044 w 306524"/>
                <a:gd name="connsiteY57" fmla="*/ 11465 h 29859"/>
                <a:gd name="connsiteX58" fmla="*/ 133648 w 306524"/>
                <a:gd name="connsiteY58" fmla="*/ 11465 h 29859"/>
                <a:gd name="connsiteX59" fmla="*/ 135271 w 306524"/>
                <a:gd name="connsiteY59" fmla="*/ 11465 h 29859"/>
                <a:gd name="connsiteX60" fmla="*/ 136893 w 306524"/>
                <a:gd name="connsiteY60" fmla="*/ 13088 h 29859"/>
                <a:gd name="connsiteX61" fmla="*/ 139327 w 306524"/>
                <a:gd name="connsiteY61" fmla="*/ 11465 h 29859"/>
                <a:gd name="connsiteX62" fmla="*/ 141761 w 306524"/>
                <a:gd name="connsiteY62" fmla="*/ 12276 h 29859"/>
                <a:gd name="connsiteX63" fmla="*/ 144195 w 306524"/>
                <a:gd name="connsiteY63" fmla="*/ 11465 h 29859"/>
                <a:gd name="connsiteX64" fmla="*/ 148252 w 306524"/>
                <a:gd name="connsiteY64" fmla="*/ 11465 h 29859"/>
                <a:gd name="connsiteX65" fmla="*/ 153931 w 306524"/>
                <a:gd name="connsiteY65" fmla="*/ 13088 h 29859"/>
                <a:gd name="connsiteX66" fmla="*/ 157176 w 306524"/>
                <a:gd name="connsiteY66" fmla="*/ 13088 h 29859"/>
                <a:gd name="connsiteX67" fmla="*/ 164478 w 306524"/>
                <a:gd name="connsiteY67" fmla="*/ 13900 h 29859"/>
                <a:gd name="connsiteX68" fmla="*/ 168535 w 306524"/>
                <a:gd name="connsiteY68" fmla="*/ 12276 h 29859"/>
                <a:gd name="connsiteX69" fmla="*/ 169346 w 306524"/>
                <a:gd name="connsiteY69" fmla="*/ 12276 h 29859"/>
                <a:gd name="connsiteX70" fmla="*/ 180704 w 306524"/>
                <a:gd name="connsiteY70" fmla="*/ 13900 h 29859"/>
                <a:gd name="connsiteX71" fmla="*/ 188818 w 306524"/>
                <a:gd name="connsiteY71" fmla="*/ 13900 h 29859"/>
                <a:gd name="connsiteX72" fmla="*/ 192874 w 306524"/>
                <a:gd name="connsiteY72" fmla="*/ 13900 h 29859"/>
                <a:gd name="connsiteX73" fmla="*/ 192874 w 306524"/>
                <a:gd name="connsiteY73" fmla="*/ 15524 h 29859"/>
                <a:gd name="connsiteX74" fmla="*/ 197742 w 306524"/>
                <a:gd name="connsiteY74" fmla="*/ 14712 h 29859"/>
                <a:gd name="connsiteX75" fmla="*/ 199365 w 306524"/>
                <a:gd name="connsiteY75" fmla="*/ 14712 h 29859"/>
                <a:gd name="connsiteX76" fmla="*/ 203421 w 306524"/>
                <a:gd name="connsiteY76" fmla="*/ 14712 h 29859"/>
                <a:gd name="connsiteX77" fmla="*/ 205855 w 306524"/>
                <a:gd name="connsiteY77" fmla="*/ 14712 h 29859"/>
                <a:gd name="connsiteX78" fmla="*/ 209912 w 306524"/>
                <a:gd name="connsiteY78" fmla="*/ 15524 h 29859"/>
                <a:gd name="connsiteX79" fmla="*/ 211534 w 306524"/>
                <a:gd name="connsiteY79" fmla="*/ 17148 h 29859"/>
                <a:gd name="connsiteX80" fmla="*/ 218025 w 306524"/>
                <a:gd name="connsiteY80" fmla="*/ 16336 h 29859"/>
                <a:gd name="connsiteX81" fmla="*/ 221270 w 306524"/>
                <a:gd name="connsiteY81" fmla="*/ 16336 h 29859"/>
                <a:gd name="connsiteX82" fmla="*/ 225327 w 306524"/>
                <a:gd name="connsiteY82" fmla="*/ 16336 h 29859"/>
                <a:gd name="connsiteX83" fmla="*/ 226138 w 306524"/>
                <a:gd name="connsiteY83" fmla="*/ 18771 h 29859"/>
                <a:gd name="connsiteX84" fmla="*/ 227761 w 306524"/>
                <a:gd name="connsiteY84" fmla="*/ 17148 h 29859"/>
                <a:gd name="connsiteX85" fmla="*/ 227761 w 306524"/>
                <a:gd name="connsiteY85" fmla="*/ 15524 h 29859"/>
                <a:gd name="connsiteX86" fmla="*/ 231006 w 306524"/>
                <a:gd name="connsiteY86" fmla="*/ 19583 h 29859"/>
                <a:gd name="connsiteX87" fmla="*/ 240742 w 306524"/>
                <a:gd name="connsiteY87" fmla="*/ 22019 h 29859"/>
                <a:gd name="connsiteX88" fmla="*/ 243176 w 306524"/>
                <a:gd name="connsiteY88" fmla="*/ 20395 h 29859"/>
                <a:gd name="connsiteX89" fmla="*/ 243987 w 306524"/>
                <a:gd name="connsiteY89" fmla="*/ 20395 h 29859"/>
                <a:gd name="connsiteX90" fmla="*/ 249666 w 306524"/>
                <a:gd name="connsiteY90" fmla="*/ 18771 h 29859"/>
                <a:gd name="connsiteX91" fmla="*/ 252100 w 306524"/>
                <a:gd name="connsiteY91" fmla="*/ 19583 h 29859"/>
                <a:gd name="connsiteX92" fmla="*/ 253723 w 306524"/>
                <a:gd name="connsiteY92" fmla="*/ 20395 h 29859"/>
                <a:gd name="connsiteX93" fmla="*/ 246421 w 306524"/>
                <a:gd name="connsiteY93" fmla="*/ 21207 h 29859"/>
                <a:gd name="connsiteX94" fmla="*/ 255345 w 306524"/>
                <a:gd name="connsiteY94" fmla="*/ 22831 h 29859"/>
                <a:gd name="connsiteX95" fmla="*/ 254534 w 306524"/>
                <a:gd name="connsiteY95" fmla="*/ 21207 h 29859"/>
                <a:gd name="connsiteX96" fmla="*/ 256968 w 306524"/>
                <a:gd name="connsiteY96" fmla="*/ 19583 h 29859"/>
                <a:gd name="connsiteX97" fmla="*/ 256968 w 306524"/>
                <a:gd name="connsiteY97" fmla="*/ 21207 h 29859"/>
                <a:gd name="connsiteX98" fmla="*/ 258591 w 306524"/>
                <a:gd name="connsiteY98" fmla="*/ 24454 h 29859"/>
                <a:gd name="connsiteX99" fmla="*/ 265081 w 306524"/>
                <a:gd name="connsiteY99" fmla="*/ 24454 h 29859"/>
                <a:gd name="connsiteX100" fmla="*/ 240742 w 306524"/>
                <a:gd name="connsiteY100" fmla="*/ 25266 h 29859"/>
                <a:gd name="connsiteX101" fmla="*/ 238308 w 306524"/>
                <a:gd name="connsiteY101" fmla="*/ 24454 h 29859"/>
                <a:gd name="connsiteX102" fmla="*/ 236685 w 306524"/>
                <a:gd name="connsiteY102" fmla="*/ 25266 h 29859"/>
                <a:gd name="connsiteX103" fmla="*/ 235874 w 306524"/>
                <a:gd name="connsiteY103" fmla="*/ 21207 h 29859"/>
                <a:gd name="connsiteX104" fmla="*/ 232628 w 306524"/>
                <a:gd name="connsiteY104" fmla="*/ 24454 h 29859"/>
                <a:gd name="connsiteX105" fmla="*/ 230195 w 306524"/>
                <a:gd name="connsiteY105" fmla="*/ 25266 h 29859"/>
                <a:gd name="connsiteX106" fmla="*/ 229383 w 306524"/>
                <a:gd name="connsiteY106" fmla="*/ 26890 h 29859"/>
                <a:gd name="connsiteX107" fmla="*/ 231817 w 306524"/>
                <a:gd name="connsiteY107" fmla="*/ 25266 h 29859"/>
                <a:gd name="connsiteX108" fmla="*/ 239119 w 306524"/>
                <a:gd name="connsiteY108" fmla="*/ 26890 h 29859"/>
                <a:gd name="connsiteX109" fmla="*/ 264270 w 306524"/>
                <a:gd name="connsiteY109" fmla="*/ 29326 h 29859"/>
                <a:gd name="connsiteX110" fmla="*/ 270760 w 306524"/>
                <a:gd name="connsiteY110" fmla="*/ 26078 h 29859"/>
                <a:gd name="connsiteX111" fmla="*/ 270760 w 306524"/>
                <a:gd name="connsiteY111" fmla="*/ 28514 h 29859"/>
                <a:gd name="connsiteX112" fmla="*/ 270760 w 306524"/>
                <a:gd name="connsiteY112" fmla="*/ 29326 h 29859"/>
                <a:gd name="connsiteX113" fmla="*/ 278062 w 306524"/>
                <a:gd name="connsiteY113" fmla="*/ 27702 h 29859"/>
                <a:gd name="connsiteX114" fmla="*/ 281307 w 306524"/>
                <a:gd name="connsiteY114" fmla="*/ 26890 h 29859"/>
                <a:gd name="connsiteX115" fmla="*/ 286175 w 306524"/>
                <a:gd name="connsiteY115" fmla="*/ 26890 h 29859"/>
                <a:gd name="connsiteX116" fmla="*/ 292666 w 306524"/>
                <a:gd name="connsiteY116" fmla="*/ 27702 h 29859"/>
                <a:gd name="connsiteX117" fmla="*/ 296723 w 306524"/>
                <a:gd name="connsiteY117" fmla="*/ 27702 h 29859"/>
                <a:gd name="connsiteX118" fmla="*/ 299156 w 306524"/>
                <a:gd name="connsiteY118" fmla="*/ 26890 h 29859"/>
                <a:gd name="connsiteX119" fmla="*/ 302402 w 306524"/>
                <a:gd name="connsiteY119" fmla="*/ 26078 h 29859"/>
                <a:gd name="connsiteX120" fmla="*/ 306458 w 306524"/>
                <a:gd name="connsiteY120" fmla="*/ 25266 h 29859"/>
                <a:gd name="connsiteX121" fmla="*/ 303213 w 306524"/>
                <a:gd name="connsiteY121" fmla="*/ 23643 h 2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06524" h="29859">
                  <a:moveTo>
                    <a:pt x="289421" y="21207"/>
                  </a:moveTo>
                  <a:cubicBezTo>
                    <a:pt x="286987" y="21207"/>
                    <a:pt x="286987" y="20395"/>
                    <a:pt x="286987" y="20395"/>
                  </a:cubicBezTo>
                  <a:cubicBezTo>
                    <a:pt x="286175" y="19583"/>
                    <a:pt x="290232" y="21207"/>
                    <a:pt x="289421" y="21207"/>
                  </a:cubicBezTo>
                  <a:moveTo>
                    <a:pt x="282119" y="21207"/>
                  </a:moveTo>
                  <a:cubicBezTo>
                    <a:pt x="279685" y="20395"/>
                    <a:pt x="278874" y="20395"/>
                    <a:pt x="278874" y="19583"/>
                  </a:cubicBezTo>
                  <a:cubicBezTo>
                    <a:pt x="278062" y="19583"/>
                    <a:pt x="279685" y="18771"/>
                    <a:pt x="282930" y="19583"/>
                  </a:cubicBezTo>
                  <a:cubicBezTo>
                    <a:pt x="287798" y="19583"/>
                    <a:pt x="284553" y="22019"/>
                    <a:pt x="282119" y="21207"/>
                  </a:cubicBezTo>
                  <a:moveTo>
                    <a:pt x="275628" y="20395"/>
                  </a:moveTo>
                  <a:cubicBezTo>
                    <a:pt x="273194" y="21207"/>
                    <a:pt x="274006" y="19583"/>
                    <a:pt x="274006" y="19583"/>
                  </a:cubicBezTo>
                  <a:cubicBezTo>
                    <a:pt x="274006" y="18771"/>
                    <a:pt x="277251" y="19583"/>
                    <a:pt x="275628" y="20395"/>
                  </a:cubicBezTo>
                  <a:moveTo>
                    <a:pt x="274817" y="22831"/>
                  </a:moveTo>
                  <a:cubicBezTo>
                    <a:pt x="274817" y="23643"/>
                    <a:pt x="271572" y="22019"/>
                    <a:pt x="272383" y="22019"/>
                  </a:cubicBezTo>
                  <a:cubicBezTo>
                    <a:pt x="272383" y="22019"/>
                    <a:pt x="274817" y="22019"/>
                    <a:pt x="274817" y="22831"/>
                  </a:cubicBezTo>
                  <a:moveTo>
                    <a:pt x="269949" y="21207"/>
                  </a:moveTo>
                  <a:cubicBezTo>
                    <a:pt x="269138" y="22019"/>
                    <a:pt x="267515" y="20395"/>
                    <a:pt x="268327" y="21207"/>
                  </a:cubicBezTo>
                  <a:cubicBezTo>
                    <a:pt x="268327" y="20395"/>
                    <a:pt x="269949" y="20395"/>
                    <a:pt x="269949" y="21207"/>
                  </a:cubicBezTo>
                  <a:moveTo>
                    <a:pt x="265081" y="17959"/>
                  </a:moveTo>
                  <a:cubicBezTo>
                    <a:pt x="261836" y="17148"/>
                    <a:pt x="259402" y="17148"/>
                    <a:pt x="261025" y="17959"/>
                  </a:cubicBezTo>
                  <a:cubicBezTo>
                    <a:pt x="262647" y="18771"/>
                    <a:pt x="261836" y="19583"/>
                    <a:pt x="260213" y="19583"/>
                  </a:cubicBezTo>
                  <a:cubicBezTo>
                    <a:pt x="259402" y="19583"/>
                    <a:pt x="259402" y="19583"/>
                    <a:pt x="259402" y="20395"/>
                  </a:cubicBezTo>
                  <a:cubicBezTo>
                    <a:pt x="260213" y="22019"/>
                    <a:pt x="255345" y="19583"/>
                    <a:pt x="258591" y="17959"/>
                  </a:cubicBezTo>
                  <a:cubicBezTo>
                    <a:pt x="259402" y="17148"/>
                    <a:pt x="261836" y="17148"/>
                    <a:pt x="248044" y="15524"/>
                  </a:cubicBezTo>
                  <a:cubicBezTo>
                    <a:pt x="241553" y="14712"/>
                    <a:pt x="242364" y="13900"/>
                    <a:pt x="242364" y="13900"/>
                  </a:cubicBezTo>
                  <a:cubicBezTo>
                    <a:pt x="242364" y="13088"/>
                    <a:pt x="262647" y="17148"/>
                    <a:pt x="263459" y="16336"/>
                  </a:cubicBezTo>
                  <a:cubicBezTo>
                    <a:pt x="265081" y="16336"/>
                    <a:pt x="272383" y="20395"/>
                    <a:pt x="265081" y="17959"/>
                  </a:cubicBezTo>
                  <a:moveTo>
                    <a:pt x="263459" y="21207"/>
                  </a:moveTo>
                  <a:cubicBezTo>
                    <a:pt x="262647" y="20395"/>
                    <a:pt x="262647" y="19583"/>
                    <a:pt x="262647" y="19583"/>
                  </a:cubicBezTo>
                  <a:cubicBezTo>
                    <a:pt x="264270" y="17959"/>
                    <a:pt x="265892" y="22019"/>
                    <a:pt x="263459" y="21207"/>
                  </a:cubicBezTo>
                  <a:moveTo>
                    <a:pt x="239119" y="15524"/>
                  </a:moveTo>
                  <a:cubicBezTo>
                    <a:pt x="235063" y="15524"/>
                    <a:pt x="235063" y="14712"/>
                    <a:pt x="235063" y="14712"/>
                  </a:cubicBezTo>
                  <a:cubicBezTo>
                    <a:pt x="235874" y="12276"/>
                    <a:pt x="246421" y="14712"/>
                    <a:pt x="239119" y="15524"/>
                  </a:cubicBezTo>
                  <a:moveTo>
                    <a:pt x="161233" y="13088"/>
                  </a:moveTo>
                  <a:cubicBezTo>
                    <a:pt x="158799" y="13900"/>
                    <a:pt x="158799" y="13088"/>
                    <a:pt x="158799" y="13088"/>
                  </a:cubicBezTo>
                  <a:cubicBezTo>
                    <a:pt x="158799" y="13088"/>
                    <a:pt x="162856" y="12276"/>
                    <a:pt x="161233" y="13088"/>
                  </a:cubicBezTo>
                  <a:moveTo>
                    <a:pt x="303213" y="23643"/>
                  </a:moveTo>
                  <a:cubicBezTo>
                    <a:pt x="298345" y="23643"/>
                    <a:pt x="298345" y="17959"/>
                    <a:pt x="296723" y="18771"/>
                  </a:cubicBezTo>
                  <a:cubicBezTo>
                    <a:pt x="296723" y="18771"/>
                    <a:pt x="278062" y="14712"/>
                    <a:pt x="278874" y="13900"/>
                  </a:cubicBezTo>
                  <a:cubicBezTo>
                    <a:pt x="279685" y="13900"/>
                    <a:pt x="275628" y="13088"/>
                    <a:pt x="269138" y="12276"/>
                  </a:cubicBezTo>
                  <a:cubicBezTo>
                    <a:pt x="269138" y="12276"/>
                    <a:pt x="269138" y="12276"/>
                    <a:pt x="268327" y="12276"/>
                  </a:cubicBezTo>
                  <a:cubicBezTo>
                    <a:pt x="268327" y="12276"/>
                    <a:pt x="268327" y="12276"/>
                    <a:pt x="268327" y="12276"/>
                  </a:cubicBezTo>
                  <a:cubicBezTo>
                    <a:pt x="217214" y="7405"/>
                    <a:pt x="593" y="-3149"/>
                    <a:pt x="1404" y="910"/>
                  </a:cubicBezTo>
                  <a:cubicBezTo>
                    <a:pt x="1404" y="1722"/>
                    <a:pt x="-2653" y="2534"/>
                    <a:pt x="3026" y="2534"/>
                  </a:cubicBezTo>
                  <a:cubicBezTo>
                    <a:pt x="3026" y="2534"/>
                    <a:pt x="87403" y="3346"/>
                    <a:pt x="87403" y="4157"/>
                  </a:cubicBezTo>
                  <a:cubicBezTo>
                    <a:pt x="87403" y="4157"/>
                    <a:pt x="235874" y="12276"/>
                    <a:pt x="233440" y="13088"/>
                  </a:cubicBezTo>
                  <a:cubicBezTo>
                    <a:pt x="236685" y="12276"/>
                    <a:pt x="231817" y="16336"/>
                    <a:pt x="227761" y="14712"/>
                  </a:cubicBezTo>
                  <a:cubicBezTo>
                    <a:pt x="223704" y="13088"/>
                    <a:pt x="41969" y="3346"/>
                    <a:pt x="45215" y="6593"/>
                  </a:cubicBezTo>
                  <a:cubicBezTo>
                    <a:pt x="47649" y="9029"/>
                    <a:pt x="74422" y="9029"/>
                    <a:pt x="75233" y="8217"/>
                  </a:cubicBezTo>
                  <a:cubicBezTo>
                    <a:pt x="75233" y="8217"/>
                    <a:pt x="76045" y="7405"/>
                    <a:pt x="74422" y="10653"/>
                  </a:cubicBezTo>
                  <a:cubicBezTo>
                    <a:pt x="76856" y="9029"/>
                    <a:pt x="78479" y="8217"/>
                    <a:pt x="80913" y="9029"/>
                  </a:cubicBezTo>
                  <a:cubicBezTo>
                    <a:pt x="84158" y="9841"/>
                    <a:pt x="85781" y="8217"/>
                    <a:pt x="84969" y="9029"/>
                  </a:cubicBezTo>
                  <a:cubicBezTo>
                    <a:pt x="84158" y="10653"/>
                    <a:pt x="85781" y="10653"/>
                    <a:pt x="89026" y="9029"/>
                  </a:cubicBezTo>
                  <a:cubicBezTo>
                    <a:pt x="90648" y="8217"/>
                    <a:pt x="92271" y="8217"/>
                    <a:pt x="92271" y="8217"/>
                  </a:cubicBezTo>
                  <a:cubicBezTo>
                    <a:pt x="93082" y="9029"/>
                    <a:pt x="100384" y="6593"/>
                    <a:pt x="100384" y="9841"/>
                  </a:cubicBezTo>
                  <a:cubicBezTo>
                    <a:pt x="100384" y="11465"/>
                    <a:pt x="100384" y="8217"/>
                    <a:pt x="102818" y="9029"/>
                  </a:cubicBezTo>
                  <a:cubicBezTo>
                    <a:pt x="106875" y="10653"/>
                    <a:pt x="112554" y="9029"/>
                    <a:pt x="112554" y="9841"/>
                  </a:cubicBezTo>
                  <a:cubicBezTo>
                    <a:pt x="112554" y="10653"/>
                    <a:pt x="110931" y="9841"/>
                    <a:pt x="110931" y="10653"/>
                  </a:cubicBezTo>
                  <a:cubicBezTo>
                    <a:pt x="110120" y="13088"/>
                    <a:pt x="117422" y="7405"/>
                    <a:pt x="117422" y="9841"/>
                  </a:cubicBezTo>
                  <a:cubicBezTo>
                    <a:pt x="117422" y="10653"/>
                    <a:pt x="118233" y="12276"/>
                    <a:pt x="119044" y="11465"/>
                  </a:cubicBezTo>
                  <a:cubicBezTo>
                    <a:pt x="119044" y="9029"/>
                    <a:pt x="135271" y="9841"/>
                    <a:pt x="133648" y="11465"/>
                  </a:cubicBezTo>
                  <a:cubicBezTo>
                    <a:pt x="133648" y="11465"/>
                    <a:pt x="133648" y="11465"/>
                    <a:pt x="135271" y="11465"/>
                  </a:cubicBezTo>
                  <a:cubicBezTo>
                    <a:pt x="137705" y="11465"/>
                    <a:pt x="137705" y="11465"/>
                    <a:pt x="136893" y="13088"/>
                  </a:cubicBezTo>
                  <a:cubicBezTo>
                    <a:pt x="136082" y="13900"/>
                    <a:pt x="136893" y="16336"/>
                    <a:pt x="139327" y="11465"/>
                  </a:cubicBezTo>
                  <a:cubicBezTo>
                    <a:pt x="140139" y="9841"/>
                    <a:pt x="141761" y="10653"/>
                    <a:pt x="141761" y="12276"/>
                  </a:cubicBezTo>
                  <a:cubicBezTo>
                    <a:pt x="141761" y="15524"/>
                    <a:pt x="141761" y="9841"/>
                    <a:pt x="144195" y="11465"/>
                  </a:cubicBezTo>
                  <a:cubicBezTo>
                    <a:pt x="145818" y="12276"/>
                    <a:pt x="148252" y="10653"/>
                    <a:pt x="148252" y="11465"/>
                  </a:cubicBezTo>
                  <a:cubicBezTo>
                    <a:pt x="148252" y="13088"/>
                    <a:pt x="153931" y="12276"/>
                    <a:pt x="153931" y="13088"/>
                  </a:cubicBezTo>
                  <a:cubicBezTo>
                    <a:pt x="153120" y="14712"/>
                    <a:pt x="155554" y="11465"/>
                    <a:pt x="157176" y="13088"/>
                  </a:cubicBezTo>
                  <a:cubicBezTo>
                    <a:pt x="161233" y="17959"/>
                    <a:pt x="163667" y="13088"/>
                    <a:pt x="164478" y="13900"/>
                  </a:cubicBezTo>
                  <a:cubicBezTo>
                    <a:pt x="165289" y="14712"/>
                    <a:pt x="168535" y="13088"/>
                    <a:pt x="168535" y="12276"/>
                  </a:cubicBezTo>
                  <a:cubicBezTo>
                    <a:pt x="169346" y="11465"/>
                    <a:pt x="170157" y="12276"/>
                    <a:pt x="169346" y="12276"/>
                  </a:cubicBezTo>
                  <a:cubicBezTo>
                    <a:pt x="166101" y="14712"/>
                    <a:pt x="185572" y="9841"/>
                    <a:pt x="180704" y="13900"/>
                  </a:cubicBezTo>
                  <a:cubicBezTo>
                    <a:pt x="178271" y="16336"/>
                    <a:pt x="183950" y="12276"/>
                    <a:pt x="188818" y="13900"/>
                  </a:cubicBezTo>
                  <a:cubicBezTo>
                    <a:pt x="192874" y="15524"/>
                    <a:pt x="191252" y="13088"/>
                    <a:pt x="192874" y="13900"/>
                  </a:cubicBezTo>
                  <a:cubicBezTo>
                    <a:pt x="192874" y="13900"/>
                    <a:pt x="192874" y="14712"/>
                    <a:pt x="192874" y="15524"/>
                  </a:cubicBezTo>
                  <a:cubicBezTo>
                    <a:pt x="192063" y="17959"/>
                    <a:pt x="195308" y="13900"/>
                    <a:pt x="197742" y="14712"/>
                  </a:cubicBezTo>
                  <a:cubicBezTo>
                    <a:pt x="198553" y="14712"/>
                    <a:pt x="199365" y="14712"/>
                    <a:pt x="199365" y="14712"/>
                  </a:cubicBezTo>
                  <a:cubicBezTo>
                    <a:pt x="200176" y="13900"/>
                    <a:pt x="202610" y="15524"/>
                    <a:pt x="203421" y="14712"/>
                  </a:cubicBezTo>
                  <a:cubicBezTo>
                    <a:pt x="203421" y="13900"/>
                    <a:pt x="205044" y="15524"/>
                    <a:pt x="205855" y="14712"/>
                  </a:cubicBezTo>
                  <a:cubicBezTo>
                    <a:pt x="207478" y="13088"/>
                    <a:pt x="213157" y="14712"/>
                    <a:pt x="209912" y="15524"/>
                  </a:cubicBezTo>
                  <a:cubicBezTo>
                    <a:pt x="208289" y="15524"/>
                    <a:pt x="207478" y="19583"/>
                    <a:pt x="211534" y="17148"/>
                  </a:cubicBezTo>
                  <a:cubicBezTo>
                    <a:pt x="213968" y="15524"/>
                    <a:pt x="214780" y="17959"/>
                    <a:pt x="218025" y="16336"/>
                  </a:cubicBezTo>
                  <a:cubicBezTo>
                    <a:pt x="220459" y="15524"/>
                    <a:pt x="222081" y="15524"/>
                    <a:pt x="221270" y="16336"/>
                  </a:cubicBezTo>
                  <a:cubicBezTo>
                    <a:pt x="221270" y="17148"/>
                    <a:pt x="226949" y="13088"/>
                    <a:pt x="225327" y="16336"/>
                  </a:cubicBezTo>
                  <a:cubicBezTo>
                    <a:pt x="223704" y="18771"/>
                    <a:pt x="223704" y="19583"/>
                    <a:pt x="226138" y="18771"/>
                  </a:cubicBezTo>
                  <a:cubicBezTo>
                    <a:pt x="228572" y="17959"/>
                    <a:pt x="228572" y="16336"/>
                    <a:pt x="227761" y="17148"/>
                  </a:cubicBezTo>
                  <a:cubicBezTo>
                    <a:pt x="226138" y="18771"/>
                    <a:pt x="226138" y="14712"/>
                    <a:pt x="227761" y="15524"/>
                  </a:cubicBezTo>
                  <a:cubicBezTo>
                    <a:pt x="231817" y="17148"/>
                    <a:pt x="226138" y="22831"/>
                    <a:pt x="231006" y="19583"/>
                  </a:cubicBezTo>
                  <a:cubicBezTo>
                    <a:pt x="232628" y="17959"/>
                    <a:pt x="239119" y="17959"/>
                    <a:pt x="240742" y="22019"/>
                  </a:cubicBezTo>
                  <a:cubicBezTo>
                    <a:pt x="240742" y="22831"/>
                    <a:pt x="242364" y="19583"/>
                    <a:pt x="243176" y="20395"/>
                  </a:cubicBezTo>
                  <a:cubicBezTo>
                    <a:pt x="243176" y="20395"/>
                    <a:pt x="243987" y="20395"/>
                    <a:pt x="243987" y="20395"/>
                  </a:cubicBezTo>
                  <a:cubicBezTo>
                    <a:pt x="244798" y="18771"/>
                    <a:pt x="249666" y="18771"/>
                    <a:pt x="249666" y="18771"/>
                  </a:cubicBezTo>
                  <a:cubicBezTo>
                    <a:pt x="250478" y="17959"/>
                    <a:pt x="252100" y="19583"/>
                    <a:pt x="252100" y="19583"/>
                  </a:cubicBezTo>
                  <a:cubicBezTo>
                    <a:pt x="252100" y="18771"/>
                    <a:pt x="253723" y="19583"/>
                    <a:pt x="253723" y="20395"/>
                  </a:cubicBezTo>
                  <a:cubicBezTo>
                    <a:pt x="252100" y="23643"/>
                    <a:pt x="250478" y="19583"/>
                    <a:pt x="246421" y="21207"/>
                  </a:cubicBezTo>
                  <a:cubicBezTo>
                    <a:pt x="239119" y="23643"/>
                    <a:pt x="254534" y="24454"/>
                    <a:pt x="255345" y="22831"/>
                  </a:cubicBezTo>
                  <a:cubicBezTo>
                    <a:pt x="255345" y="22019"/>
                    <a:pt x="252911" y="22831"/>
                    <a:pt x="254534" y="21207"/>
                  </a:cubicBezTo>
                  <a:cubicBezTo>
                    <a:pt x="255345" y="19583"/>
                    <a:pt x="255345" y="18771"/>
                    <a:pt x="256968" y="19583"/>
                  </a:cubicBezTo>
                  <a:cubicBezTo>
                    <a:pt x="258591" y="20395"/>
                    <a:pt x="256157" y="20395"/>
                    <a:pt x="256968" y="21207"/>
                  </a:cubicBezTo>
                  <a:cubicBezTo>
                    <a:pt x="258591" y="22831"/>
                    <a:pt x="254534" y="23643"/>
                    <a:pt x="258591" y="24454"/>
                  </a:cubicBezTo>
                  <a:cubicBezTo>
                    <a:pt x="261836" y="24454"/>
                    <a:pt x="263459" y="22831"/>
                    <a:pt x="265081" y="24454"/>
                  </a:cubicBezTo>
                  <a:cubicBezTo>
                    <a:pt x="268327" y="28514"/>
                    <a:pt x="244798" y="24454"/>
                    <a:pt x="240742" y="25266"/>
                  </a:cubicBezTo>
                  <a:cubicBezTo>
                    <a:pt x="237496" y="26078"/>
                    <a:pt x="236685" y="25266"/>
                    <a:pt x="238308" y="24454"/>
                  </a:cubicBezTo>
                  <a:cubicBezTo>
                    <a:pt x="239931" y="23643"/>
                    <a:pt x="237496" y="23643"/>
                    <a:pt x="236685" y="25266"/>
                  </a:cubicBezTo>
                  <a:cubicBezTo>
                    <a:pt x="235874" y="26890"/>
                    <a:pt x="233440" y="26890"/>
                    <a:pt x="235874" y="21207"/>
                  </a:cubicBezTo>
                  <a:cubicBezTo>
                    <a:pt x="233440" y="24454"/>
                    <a:pt x="233440" y="24454"/>
                    <a:pt x="232628" y="24454"/>
                  </a:cubicBezTo>
                  <a:cubicBezTo>
                    <a:pt x="231006" y="23643"/>
                    <a:pt x="230195" y="23643"/>
                    <a:pt x="230195" y="25266"/>
                  </a:cubicBezTo>
                  <a:cubicBezTo>
                    <a:pt x="230195" y="26890"/>
                    <a:pt x="226949" y="26078"/>
                    <a:pt x="229383" y="26890"/>
                  </a:cubicBezTo>
                  <a:cubicBezTo>
                    <a:pt x="231006" y="27702"/>
                    <a:pt x="230195" y="26890"/>
                    <a:pt x="231817" y="25266"/>
                  </a:cubicBezTo>
                  <a:cubicBezTo>
                    <a:pt x="235063" y="24454"/>
                    <a:pt x="231817" y="28514"/>
                    <a:pt x="239119" y="26890"/>
                  </a:cubicBezTo>
                  <a:cubicBezTo>
                    <a:pt x="239119" y="26890"/>
                    <a:pt x="262647" y="29326"/>
                    <a:pt x="264270" y="29326"/>
                  </a:cubicBezTo>
                  <a:cubicBezTo>
                    <a:pt x="267515" y="29326"/>
                    <a:pt x="267515" y="24454"/>
                    <a:pt x="270760" y="26078"/>
                  </a:cubicBezTo>
                  <a:cubicBezTo>
                    <a:pt x="272383" y="26890"/>
                    <a:pt x="272383" y="26890"/>
                    <a:pt x="270760" y="28514"/>
                  </a:cubicBezTo>
                  <a:cubicBezTo>
                    <a:pt x="269949" y="30138"/>
                    <a:pt x="269949" y="30138"/>
                    <a:pt x="270760" y="29326"/>
                  </a:cubicBezTo>
                  <a:cubicBezTo>
                    <a:pt x="272383" y="28514"/>
                    <a:pt x="274817" y="30138"/>
                    <a:pt x="278062" y="27702"/>
                  </a:cubicBezTo>
                  <a:cubicBezTo>
                    <a:pt x="278874" y="26890"/>
                    <a:pt x="280496" y="26890"/>
                    <a:pt x="281307" y="26890"/>
                  </a:cubicBezTo>
                  <a:cubicBezTo>
                    <a:pt x="282930" y="26890"/>
                    <a:pt x="286175" y="24454"/>
                    <a:pt x="286175" y="26890"/>
                  </a:cubicBezTo>
                  <a:cubicBezTo>
                    <a:pt x="286175" y="29326"/>
                    <a:pt x="286175" y="26078"/>
                    <a:pt x="292666" y="27702"/>
                  </a:cubicBezTo>
                  <a:cubicBezTo>
                    <a:pt x="295100" y="28514"/>
                    <a:pt x="296723" y="27702"/>
                    <a:pt x="296723" y="27702"/>
                  </a:cubicBezTo>
                  <a:cubicBezTo>
                    <a:pt x="296723" y="28514"/>
                    <a:pt x="298345" y="26078"/>
                    <a:pt x="299156" y="26890"/>
                  </a:cubicBezTo>
                  <a:cubicBezTo>
                    <a:pt x="299968" y="27702"/>
                    <a:pt x="302402" y="26890"/>
                    <a:pt x="302402" y="26078"/>
                  </a:cubicBezTo>
                  <a:cubicBezTo>
                    <a:pt x="302402" y="25266"/>
                    <a:pt x="304024" y="25266"/>
                    <a:pt x="306458" y="25266"/>
                  </a:cubicBezTo>
                  <a:cubicBezTo>
                    <a:pt x="306458" y="25266"/>
                    <a:pt x="307270" y="24454"/>
                    <a:pt x="303213" y="2364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0" name="Freeform 459">
              <a:extLst>
                <a:ext uri="{FF2B5EF4-FFF2-40B4-BE49-F238E27FC236}">
                  <a16:creationId xmlns:a16="http://schemas.microsoft.com/office/drawing/2014/main" id="{93503F89-E52B-38FB-EEE2-420D55F555DC}"/>
                </a:ext>
              </a:extLst>
            </p:cNvPr>
            <p:cNvSpPr/>
            <p:nvPr/>
          </p:nvSpPr>
          <p:spPr>
            <a:xfrm>
              <a:off x="4933677" y="3234886"/>
              <a:ext cx="1622" cy="1172"/>
            </a:xfrm>
            <a:custGeom>
              <a:avLst/>
              <a:gdLst>
                <a:gd name="connsiteX0" fmla="*/ 0 w 1622"/>
                <a:gd name="connsiteY0" fmla="*/ 361 h 1172"/>
                <a:gd name="connsiteX1" fmla="*/ 0 w 1622"/>
                <a:gd name="connsiteY1" fmla="*/ 361 h 1172"/>
                <a:gd name="connsiteX2" fmla="*/ 1622 w 1622"/>
                <a:gd name="connsiteY2" fmla="*/ 1173 h 1172"/>
                <a:gd name="connsiteX3" fmla="*/ 0 w 1622"/>
                <a:gd name="connsiteY3" fmla="*/ 361 h 1172"/>
              </a:gdLst>
              <a:ahLst/>
              <a:cxnLst>
                <a:cxn ang="0">
                  <a:pos x="connsiteX0" y="connsiteY0"/>
                </a:cxn>
                <a:cxn ang="0">
                  <a:pos x="connsiteX1" y="connsiteY1"/>
                </a:cxn>
                <a:cxn ang="0">
                  <a:pos x="connsiteX2" y="connsiteY2"/>
                </a:cxn>
                <a:cxn ang="0">
                  <a:pos x="connsiteX3" y="connsiteY3"/>
                </a:cxn>
              </a:cxnLst>
              <a:rect l="l" t="t" r="r" b="b"/>
              <a:pathLst>
                <a:path w="1622" h="1172">
                  <a:moveTo>
                    <a:pt x="0" y="361"/>
                  </a:moveTo>
                  <a:cubicBezTo>
                    <a:pt x="0" y="-451"/>
                    <a:pt x="0" y="361"/>
                    <a:pt x="0" y="361"/>
                  </a:cubicBezTo>
                  <a:cubicBezTo>
                    <a:pt x="811" y="1173"/>
                    <a:pt x="811" y="1173"/>
                    <a:pt x="1622" y="1173"/>
                  </a:cubicBezTo>
                  <a:cubicBezTo>
                    <a:pt x="811" y="361"/>
                    <a:pt x="0" y="-451"/>
                    <a:pt x="0"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1" name="Freeform 460">
              <a:extLst>
                <a:ext uri="{FF2B5EF4-FFF2-40B4-BE49-F238E27FC236}">
                  <a16:creationId xmlns:a16="http://schemas.microsoft.com/office/drawing/2014/main" id="{B8929CFF-7100-1ACC-9DEB-2942995F6E02}"/>
                </a:ext>
              </a:extLst>
            </p:cNvPr>
            <p:cNvSpPr/>
            <p:nvPr/>
          </p:nvSpPr>
          <p:spPr>
            <a:xfrm>
              <a:off x="4703190" y="3236058"/>
              <a:ext cx="8186" cy="3540"/>
            </a:xfrm>
            <a:custGeom>
              <a:avLst/>
              <a:gdLst>
                <a:gd name="connsiteX0" fmla="*/ 6564 w 8186"/>
                <a:gd name="connsiteY0" fmla="*/ 0 h 3540"/>
                <a:gd name="connsiteX1" fmla="*/ 1696 w 8186"/>
                <a:gd name="connsiteY1" fmla="*/ 1624 h 3540"/>
                <a:gd name="connsiteX2" fmla="*/ 884 w 8186"/>
                <a:gd name="connsiteY2" fmla="*/ 2436 h 3540"/>
                <a:gd name="connsiteX3" fmla="*/ 2507 w 8186"/>
                <a:gd name="connsiteY3" fmla="*/ 3247 h 3540"/>
                <a:gd name="connsiteX4" fmla="*/ 8186 w 8186"/>
                <a:gd name="connsiteY4" fmla="*/ 0 h 3540"/>
                <a:gd name="connsiteX5" fmla="*/ 6564 w 8186"/>
                <a:gd name="connsiteY5" fmla="*/ 0 h 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86" h="3540">
                  <a:moveTo>
                    <a:pt x="6564" y="0"/>
                  </a:moveTo>
                  <a:cubicBezTo>
                    <a:pt x="4130" y="0"/>
                    <a:pt x="3319" y="1624"/>
                    <a:pt x="1696" y="1624"/>
                  </a:cubicBezTo>
                  <a:cubicBezTo>
                    <a:pt x="73" y="1624"/>
                    <a:pt x="-738" y="3247"/>
                    <a:pt x="884" y="2436"/>
                  </a:cubicBezTo>
                  <a:cubicBezTo>
                    <a:pt x="2507" y="1624"/>
                    <a:pt x="2507" y="2436"/>
                    <a:pt x="2507" y="3247"/>
                  </a:cubicBezTo>
                  <a:cubicBezTo>
                    <a:pt x="2507" y="4059"/>
                    <a:pt x="3319" y="3247"/>
                    <a:pt x="8186" y="0"/>
                  </a:cubicBezTo>
                  <a:lnTo>
                    <a:pt x="6564" y="0"/>
                  </a:lnTo>
                  <a:close/>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2" name="Freeform 461">
              <a:extLst>
                <a:ext uri="{FF2B5EF4-FFF2-40B4-BE49-F238E27FC236}">
                  <a16:creationId xmlns:a16="http://schemas.microsoft.com/office/drawing/2014/main" id="{D4721979-91A3-A14B-2136-CF29294B62DF}"/>
                </a:ext>
              </a:extLst>
            </p:cNvPr>
            <p:cNvSpPr/>
            <p:nvPr/>
          </p:nvSpPr>
          <p:spPr>
            <a:xfrm>
              <a:off x="4699852" y="3236081"/>
              <a:ext cx="2460" cy="2412"/>
            </a:xfrm>
            <a:custGeom>
              <a:avLst/>
              <a:gdLst>
                <a:gd name="connsiteX0" fmla="*/ 166 w 2460"/>
                <a:gd name="connsiteY0" fmla="*/ 1601 h 2412"/>
                <a:gd name="connsiteX1" fmla="*/ 1788 w 2460"/>
                <a:gd name="connsiteY1" fmla="*/ 2413 h 2412"/>
                <a:gd name="connsiteX2" fmla="*/ 166 w 2460"/>
                <a:gd name="connsiteY2" fmla="*/ 1601 h 2412"/>
              </a:gdLst>
              <a:ahLst/>
              <a:cxnLst>
                <a:cxn ang="0">
                  <a:pos x="connsiteX0" y="connsiteY0"/>
                </a:cxn>
                <a:cxn ang="0">
                  <a:pos x="connsiteX1" y="connsiteY1"/>
                </a:cxn>
                <a:cxn ang="0">
                  <a:pos x="connsiteX2" y="connsiteY2"/>
                </a:cxn>
              </a:cxnLst>
              <a:rect l="l" t="t" r="r" b="b"/>
              <a:pathLst>
                <a:path w="2460" h="2412">
                  <a:moveTo>
                    <a:pt x="166" y="1601"/>
                  </a:moveTo>
                  <a:cubicBezTo>
                    <a:pt x="-646" y="3224"/>
                    <a:pt x="1788" y="1601"/>
                    <a:pt x="1788" y="2413"/>
                  </a:cubicBezTo>
                  <a:cubicBezTo>
                    <a:pt x="3411" y="789"/>
                    <a:pt x="1788" y="-1647"/>
                    <a:pt x="166" y="160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3" name="Freeform 462">
              <a:extLst>
                <a:ext uri="{FF2B5EF4-FFF2-40B4-BE49-F238E27FC236}">
                  <a16:creationId xmlns:a16="http://schemas.microsoft.com/office/drawing/2014/main" id="{084E4ECE-F606-7478-7822-B06A9C749812}"/>
                </a:ext>
              </a:extLst>
            </p:cNvPr>
            <p:cNvSpPr/>
            <p:nvPr/>
          </p:nvSpPr>
          <p:spPr>
            <a:xfrm>
              <a:off x="4710344" y="3239509"/>
              <a:ext cx="2009" cy="1330"/>
            </a:xfrm>
            <a:custGeom>
              <a:avLst/>
              <a:gdLst>
                <a:gd name="connsiteX0" fmla="*/ 221 w 2009"/>
                <a:gd name="connsiteY0" fmla="*/ 609 h 1330"/>
                <a:gd name="connsiteX1" fmla="*/ 1844 w 2009"/>
                <a:gd name="connsiteY1" fmla="*/ 609 h 1330"/>
                <a:gd name="connsiteX2" fmla="*/ 221 w 2009"/>
                <a:gd name="connsiteY2" fmla="*/ 609 h 1330"/>
              </a:gdLst>
              <a:ahLst/>
              <a:cxnLst>
                <a:cxn ang="0">
                  <a:pos x="connsiteX0" y="connsiteY0"/>
                </a:cxn>
                <a:cxn ang="0">
                  <a:pos x="connsiteX1" y="connsiteY1"/>
                </a:cxn>
                <a:cxn ang="0">
                  <a:pos x="connsiteX2" y="connsiteY2"/>
                </a:cxn>
              </a:cxnLst>
              <a:rect l="l" t="t" r="r" b="b"/>
              <a:pathLst>
                <a:path w="2009" h="1330">
                  <a:moveTo>
                    <a:pt x="221" y="609"/>
                  </a:moveTo>
                  <a:cubicBezTo>
                    <a:pt x="-590" y="2233"/>
                    <a:pt x="1032" y="609"/>
                    <a:pt x="1844" y="609"/>
                  </a:cubicBezTo>
                  <a:cubicBezTo>
                    <a:pt x="2655" y="-203"/>
                    <a:pt x="221" y="-203"/>
                    <a:pt x="221"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4" name="Freeform 463">
              <a:extLst>
                <a:ext uri="{FF2B5EF4-FFF2-40B4-BE49-F238E27FC236}">
                  <a16:creationId xmlns:a16="http://schemas.microsoft.com/office/drawing/2014/main" id="{E168C351-E181-53B1-9C7C-E14AEE9E1AE3}"/>
                </a:ext>
              </a:extLst>
            </p:cNvPr>
            <p:cNvSpPr/>
            <p:nvPr/>
          </p:nvSpPr>
          <p:spPr>
            <a:xfrm>
              <a:off x="4692605" y="3232450"/>
              <a:ext cx="2747" cy="721"/>
            </a:xfrm>
            <a:custGeom>
              <a:avLst/>
              <a:gdLst>
                <a:gd name="connsiteX0" fmla="*/ 923 w 2747"/>
                <a:gd name="connsiteY0" fmla="*/ 361 h 721"/>
                <a:gd name="connsiteX1" fmla="*/ 923 w 2747"/>
                <a:gd name="connsiteY1" fmla="*/ 361 h 721"/>
                <a:gd name="connsiteX2" fmla="*/ 923 w 2747"/>
                <a:gd name="connsiteY2" fmla="*/ 361 h 721"/>
              </a:gdLst>
              <a:ahLst/>
              <a:cxnLst>
                <a:cxn ang="0">
                  <a:pos x="connsiteX0" y="connsiteY0"/>
                </a:cxn>
                <a:cxn ang="0">
                  <a:pos x="connsiteX1" y="connsiteY1"/>
                </a:cxn>
                <a:cxn ang="0">
                  <a:pos x="connsiteX2" y="connsiteY2"/>
                </a:cxn>
              </a:cxnLst>
              <a:rect l="l" t="t" r="r" b="b"/>
              <a:pathLst>
                <a:path w="2747" h="721">
                  <a:moveTo>
                    <a:pt x="923" y="361"/>
                  </a:moveTo>
                  <a:cubicBezTo>
                    <a:pt x="-1511" y="1173"/>
                    <a:pt x="1734" y="361"/>
                    <a:pt x="923" y="361"/>
                  </a:cubicBezTo>
                  <a:cubicBezTo>
                    <a:pt x="3356" y="361"/>
                    <a:pt x="3356" y="-451"/>
                    <a:pt x="923"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5" name="Freeform 464">
              <a:extLst>
                <a:ext uri="{FF2B5EF4-FFF2-40B4-BE49-F238E27FC236}">
                  <a16:creationId xmlns:a16="http://schemas.microsoft.com/office/drawing/2014/main" id="{0B0D73E2-3D64-4449-DEB1-C29DC3BCAF67}"/>
                </a:ext>
              </a:extLst>
            </p:cNvPr>
            <p:cNvSpPr/>
            <p:nvPr/>
          </p:nvSpPr>
          <p:spPr>
            <a:xfrm>
              <a:off x="4712796" y="3235985"/>
              <a:ext cx="26976" cy="3117"/>
            </a:xfrm>
            <a:custGeom>
              <a:avLst/>
              <a:gdLst>
                <a:gd name="connsiteX0" fmla="*/ 26976 w 26976"/>
                <a:gd name="connsiteY0" fmla="*/ 885 h 3117"/>
                <a:gd name="connsiteX1" fmla="*/ 18052 w 26976"/>
                <a:gd name="connsiteY1" fmla="*/ 885 h 3117"/>
                <a:gd name="connsiteX2" fmla="*/ 14806 w 26976"/>
                <a:gd name="connsiteY2" fmla="*/ 885 h 3117"/>
                <a:gd name="connsiteX3" fmla="*/ 2637 w 26976"/>
                <a:gd name="connsiteY3" fmla="*/ 1697 h 3117"/>
                <a:gd name="connsiteX4" fmla="*/ 1014 w 26976"/>
                <a:gd name="connsiteY4" fmla="*/ 1697 h 3117"/>
                <a:gd name="connsiteX5" fmla="*/ 2637 w 26976"/>
                <a:gd name="connsiteY5" fmla="*/ 2509 h 3117"/>
                <a:gd name="connsiteX6" fmla="*/ 7505 w 26976"/>
                <a:gd name="connsiteY6" fmla="*/ 2509 h 3117"/>
                <a:gd name="connsiteX7" fmla="*/ 9939 w 26976"/>
                <a:gd name="connsiteY7" fmla="*/ 885 h 3117"/>
                <a:gd name="connsiteX8" fmla="*/ 12373 w 26976"/>
                <a:gd name="connsiteY8" fmla="*/ 1697 h 3117"/>
                <a:gd name="connsiteX9" fmla="*/ 14806 w 26976"/>
                <a:gd name="connsiteY9" fmla="*/ 2509 h 3117"/>
                <a:gd name="connsiteX10" fmla="*/ 18863 w 26976"/>
                <a:gd name="connsiteY10" fmla="*/ 2509 h 3117"/>
                <a:gd name="connsiteX11" fmla="*/ 19674 w 26976"/>
                <a:gd name="connsiteY11" fmla="*/ 2509 h 3117"/>
                <a:gd name="connsiteX12" fmla="*/ 26976 w 26976"/>
                <a:gd name="connsiteY12" fmla="*/ 885 h 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6" h="3117">
                  <a:moveTo>
                    <a:pt x="26976" y="885"/>
                  </a:moveTo>
                  <a:cubicBezTo>
                    <a:pt x="26976" y="73"/>
                    <a:pt x="19674" y="885"/>
                    <a:pt x="18052" y="885"/>
                  </a:cubicBezTo>
                  <a:cubicBezTo>
                    <a:pt x="16429" y="73"/>
                    <a:pt x="17241" y="2509"/>
                    <a:pt x="14806" y="885"/>
                  </a:cubicBezTo>
                  <a:cubicBezTo>
                    <a:pt x="12373" y="-739"/>
                    <a:pt x="3448" y="885"/>
                    <a:pt x="2637" y="1697"/>
                  </a:cubicBezTo>
                  <a:cubicBezTo>
                    <a:pt x="1826" y="1697"/>
                    <a:pt x="1826" y="2509"/>
                    <a:pt x="1014" y="1697"/>
                  </a:cubicBezTo>
                  <a:cubicBezTo>
                    <a:pt x="203" y="885"/>
                    <a:pt x="-1420" y="3321"/>
                    <a:pt x="2637" y="2509"/>
                  </a:cubicBezTo>
                  <a:cubicBezTo>
                    <a:pt x="1826" y="2509"/>
                    <a:pt x="7505" y="3321"/>
                    <a:pt x="7505" y="2509"/>
                  </a:cubicBezTo>
                  <a:cubicBezTo>
                    <a:pt x="7505" y="1697"/>
                    <a:pt x="9127" y="2509"/>
                    <a:pt x="9939" y="885"/>
                  </a:cubicBezTo>
                  <a:cubicBezTo>
                    <a:pt x="10750" y="-739"/>
                    <a:pt x="17241" y="73"/>
                    <a:pt x="12373" y="1697"/>
                  </a:cubicBezTo>
                  <a:cubicBezTo>
                    <a:pt x="9939" y="2509"/>
                    <a:pt x="9939" y="3321"/>
                    <a:pt x="14806" y="2509"/>
                  </a:cubicBezTo>
                  <a:cubicBezTo>
                    <a:pt x="17241" y="1697"/>
                    <a:pt x="18863" y="1697"/>
                    <a:pt x="18863" y="2509"/>
                  </a:cubicBezTo>
                  <a:cubicBezTo>
                    <a:pt x="18863" y="3321"/>
                    <a:pt x="18863" y="3321"/>
                    <a:pt x="19674" y="2509"/>
                  </a:cubicBezTo>
                  <a:cubicBezTo>
                    <a:pt x="20486" y="1697"/>
                    <a:pt x="26976" y="1697"/>
                    <a:pt x="26976" y="88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6" name="Freeform 465">
              <a:extLst>
                <a:ext uri="{FF2B5EF4-FFF2-40B4-BE49-F238E27FC236}">
                  <a16:creationId xmlns:a16="http://schemas.microsoft.com/office/drawing/2014/main" id="{FBFCE215-32CC-B6A3-271F-6C1197F7CD4C}"/>
                </a:ext>
              </a:extLst>
            </p:cNvPr>
            <p:cNvSpPr/>
            <p:nvPr/>
          </p:nvSpPr>
          <p:spPr>
            <a:xfrm>
              <a:off x="4710453" y="3230375"/>
              <a:ext cx="4593" cy="2402"/>
            </a:xfrm>
            <a:custGeom>
              <a:avLst/>
              <a:gdLst>
                <a:gd name="connsiteX0" fmla="*/ 2546 w 4593"/>
                <a:gd name="connsiteY0" fmla="*/ 0 h 2402"/>
                <a:gd name="connsiteX1" fmla="*/ 1735 w 4593"/>
                <a:gd name="connsiteY1" fmla="*/ 1624 h 2402"/>
                <a:gd name="connsiteX2" fmla="*/ 2546 w 4593"/>
                <a:gd name="connsiteY2" fmla="*/ 0 h 2402"/>
              </a:gdLst>
              <a:ahLst/>
              <a:cxnLst>
                <a:cxn ang="0">
                  <a:pos x="connsiteX0" y="connsiteY0"/>
                </a:cxn>
                <a:cxn ang="0">
                  <a:pos x="connsiteX1" y="connsiteY1"/>
                </a:cxn>
                <a:cxn ang="0">
                  <a:pos x="connsiteX2" y="connsiteY2"/>
                </a:cxn>
              </a:cxnLst>
              <a:rect l="l" t="t" r="r" b="b"/>
              <a:pathLst>
                <a:path w="4593" h="2402">
                  <a:moveTo>
                    <a:pt x="2546" y="0"/>
                  </a:moveTo>
                  <a:cubicBezTo>
                    <a:pt x="-1511" y="0"/>
                    <a:pt x="112" y="4059"/>
                    <a:pt x="1735" y="1624"/>
                  </a:cubicBezTo>
                  <a:cubicBezTo>
                    <a:pt x="112" y="1624"/>
                    <a:pt x="8225" y="812"/>
                    <a:pt x="2546"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7" name="Freeform 466">
              <a:extLst>
                <a:ext uri="{FF2B5EF4-FFF2-40B4-BE49-F238E27FC236}">
                  <a16:creationId xmlns:a16="http://schemas.microsoft.com/office/drawing/2014/main" id="{0078F257-4B34-9F20-60E3-65DD2A4EE703}"/>
                </a:ext>
              </a:extLst>
            </p:cNvPr>
            <p:cNvSpPr/>
            <p:nvPr/>
          </p:nvSpPr>
          <p:spPr>
            <a:xfrm>
              <a:off x="4683626" y="3220507"/>
              <a:ext cx="2903" cy="1659"/>
            </a:xfrm>
            <a:custGeom>
              <a:avLst/>
              <a:gdLst>
                <a:gd name="connsiteX0" fmla="*/ 166 w 2903"/>
                <a:gd name="connsiteY0" fmla="*/ 938 h 1659"/>
                <a:gd name="connsiteX1" fmla="*/ 1788 w 2903"/>
                <a:gd name="connsiteY1" fmla="*/ 938 h 1659"/>
                <a:gd name="connsiteX2" fmla="*/ 166 w 2903"/>
                <a:gd name="connsiteY2" fmla="*/ 938 h 1659"/>
              </a:gdLst>
              <a:ahLst/>
              <a:cxnLst>
                <a:cxn ang="0">
                  <a:pos x="connsiteX0" y="connsiteY0"/>
                </a:cxn>
                <a:cxn ang="0">
                  <a:pos x="connsiteX1" y="connsiteY1"/>
                </a:cxn>
                <a:cxn ang="0">
                  <a:pos x="connsiteX2" y="connsiteY2"/>
                </a:cxn>
              </a:cxnLst>
              <a:rect l="l" t="t" r="r" b="b"/>
              <a:pathLst>
                <a:path w="2903" h="1659">
                  <a:moveTo>
                    <a:pt x="166" y="938"/>
                  </a:moveTo>
                  <a:cubicBezTo>
                    <a:pt x="-646" y="2561"/>
                    <a:pt x="1788" y="938"/>
                    <a:pt x="1788" y="938"/>
                  </a:cubicBezTo>
                  <a:cubicBezTo>
                    <a:pt x="5034" y="-686"/>
                    <a:pt x="166" y="126"/>
                    <a:pt x="166"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8" name="Freeform 467">
              <a:extLst>
                <a:ext uri="{FF2B5EF4-FFF2-40B4-BE49-F238E27FC236}">
                  <a16:creationId xmlns:a16="http://schemas.microsoft.com/office/drawing/2014/main" id="{7B4FC15A-24EE-662B-5C23-92B1BACC9D3D}"/>
                </a:ext>
              </a:extLst>
            </p:cNvPr>
            <p:cNvSpPr/>
            <p:nvPr/>
          </p:nvSpPr>
          <p:spPr>
            <a:xfrm>
              <a:off x="4665559" y="3213910"/>
              <a:ext cx="4710" cy="1039"/>
            </a:xfrm>
            <a:custGeom>
              <a:avLst/>
              <a:gdLst>
                <a:gd name="connsiteX0" fmla="*/ 2817 w 4710"/>
                <a:gd name="connsiteY0" fmla="*/ 1039 h 1039"/>
                <a:gd name="connsiteX1" fmla="*/ 383 w 4710"/>
                <a:gd name="connsiteY1" fmla="*/ 227 h 1039"/>
                <a:gd name="connsiteX2" fmla="*/ 2817 w 4710"/>
                <a:gd name="connsiteY2" fmla="*/ 1039 h 1039"/>
              </a:gdLst>
              <a:ahLst/>
              <a:cxnLst>
                <a:cxn ang="0">
                  <a:pos x="connsiteX0" y="connsiteY0"/>
                </a:cxn>
                <a:cxn ang="0">
                  <a:pos x="connsiteX1" y="connsiteY1"/>
                </a:cxn>
                <a:cxn ang="0">
                  <a:pos x="connsiteX2" y="connsiteY2"/>
                </a:cxn>
              </a:cxnLst>
              <a:rect l="l" t="t" r="r" b="b"/>
              <a:pathLst>
                <a:path w="4710" h="1039">
                  <a:moveTo>
                    <a:pt x="2817" y="1039"/>
                  </a:moveTo>
                  <a:cubicBezTo>
                    <a:pt x="6874" y="1039"/>
                    <a:pt x="3628" y="-584"/>
                    <a:pt x="383" y="227"/>
                  </a:cubicBezTo>
                  <a:cubicBezTo>
                    <a:pt x="-1240" y="227"/>
                    <a:pt x="2817" y="1039"/>
                    <a:pt x="2817" y="103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69" name="Freeform 468">
              <a:extLst>
                <a:ext uri="{FF2B5EF4-FFF2-40B4-BE49-F238E27FC236}">
                  <a16:creationId xmlns:a16="http://schemas.microsoft.com/office/drawing/2014/main" id="{7268A111-68EA-0A83-9FF3-313CC1AC7E7C}"/>
                </a:ext>
              </a:extLst>
            </p:cNvPr>
            <p:cNvSpPr/>
            <p:nvPr/>
          </p:nvSpPr>
          <p:spPr>
            <a:xfrm>
              <a:off x="4670810" y="3213200"/>
              <a:ext cx="3767" cy="1298"/>
            </a:xfrm>
            <a:custGeom>
              <a:avLst/>
              <a:gdLst>
                <a:gd name="connsiteX0" fmla="*/ 2434 w 3767"/>
                <a:gd name="connsiteY0" fmla="*/ 937 h 1298"/>
                <a:gd name="connsiteX1" fmla="*/ 0 w 3767"/>
                <a:gd name="connsiteY1" fmla="*/ 937 h 1298"/>
                <a:gd name="connsiteX2" fmla="*/ 2434 w 3767"/>
                <a:gd name="connsiteY2" fmla="*/ 937 h 1298"/>
              </a:gdLst>
              <a:ahLst/>
              <a:cxnLst>
                <a:cxn ang="0">
                  <a:pos x="connsiteX0" y="connsiteY0"/>
                </a:cxn>
                <a:cxn ang="0">
                  <a:pos x="connsiteX1" y="connsiteY1"/>
                </a:cxn>
                <a:cxn ang="0">
                  <a:pos x="connsiteX2" y="connsiteY2"/>
                </a:cxn>
              </a:cxnLst>
              <a:rect l="l" t="t" r="r" b="b"/>
              <a:pathLst>
                <a:path w="3767" h="1298">
                  <a:moveTo>
                    <a:pt x="2434" y="937"/>
                  </a:moveTo>
                  <a:cubicBezTo>
                    <a:pt x="6491" y="-686"/>
                    <a:pt x="0" y="126"/>
                    <a:pt x="0" y="937"/>
                  </a:cubicBezTo>
                  <a:cubicBezTo>
                    <a:pt x="0" y="1749"/>
                    <a:pt x="1623" y="937"/>
                    <a:pt x="2434" y="93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0" name="Freeform 469">
              <a:extLst>
                <a:ext uri="{FF2B5EF4-FFF2-40B4-BE49-F238E27FC236}">
                  <a16:creationId xmlns:a16="http://schemas.microsoft.com/office/drawing/2014/main" id="{7A21E2C0-0BA4-0376-DBF1-B7A9EF65DBC0}"/>
                </a:ext>
              </a:extLst>
            </p:cNvPr>
            <p:cNvSpPr/>
            <p:nvPr/>
          </p:nvSpPr>
          <p:spPr>
            <a:xfrm>
              <a:off x="4736361" y="3237980"/>
              <a:ext cx="20392" cy="4910"/>
            </a:xfrm>
            <a:custGeom>
              <a:avLst/>
              <a:gdLst>
                <a:gd name="connsiteX0" fmla="*/ 166 w 20392"/>
                <a:gd name="connsiteY0" fmla="*/ 2138 h 4910"/>
                <a:gd name="connsiteX1" fmla="*/ 1788 w 20392"/>
                <a:gd name="connsiteY1" fmla="*/ 2950 h 4910"/>
                <a:gd name="connsiteX2" fmla="*/ 4222 w 20392"/>
                <a:gd name="connsiteY2" fmla="*/ 3762 h 4910"/>
                <a:gd name="connsiteX3" fmla="*/ 7467 w 20392"/>
                <a:gd name="connsiteY3" fmla="*/ 2950 h 4910"/>
                <a:gd name="connsiteX4" fmla="*/ 8279 w 20392"/>
                <a:gd name="connsiteY4" fmla="*/ 3762 h 4910"/>
                <a:gd name="connsiteX5" fmla="*/ 12335 w 20392"/>
                <a:gd name="connsiteY5" fmla="*/ 3762 h 4910"/>
                <a:gd name="connsiteX6" fmla="*/ 12335 w 20392"/>
                <a:gd name="connsiteY6" fmla="*/ 4574 h 4910"/>
                <a:gd name="connsiteX7" fmla="*/ 16392 w 20392"/>
                <a:gd name="connsiteY7" fmla="*/ 4574 h 4910"/>
                <a:gd name="connsiteX8" fmla="*/ 166 w 20392"/>
                <a:gd name="connsiteY8" fmla="*/ 2138 h 4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92" h="4910">
                  <a:moveTo>
                    <a:pt x="166" y="2138"/>
                  </a:moveTo>
                  <a:cubicBezTo>
                    <a:pt x="-646" y="3762"/>
                    <a:pt x="1788" y="2138"/>
                    <a:pt x="1788" y="2950"/>
                  </a:cubicBezTo>
                  <a:cubicBezTo>
                    <a:pt x="3411" y="2138"/>
                    <a:pt x="5034" y="2950"/>
                    <a:pt x="4222" y="3762"/>
                  </a:cubicBezTo>
                  <a:cubicBezTo>
                    <a:pt x="3411" y="4574"/>
                    <a:pt x="7467" y="1326"/>
                    <a:pt x="7467" y="2950"/>
                  </a:cubicBezTo>
                  <a:cubicBezTo>
                    <a:pt x="7467" y="3762"/>
                    <a:pt x="7467" y="3762"/>
                    <a:pt x="8279" y="3762"/>
                  </a:cubicBezTo>
                  <a:cubicBezTo>
                    <a:pt x="13958" y="2138"/>
                    <a:pt x="13958" y="2950"/>
                    <a:pt x="12335" y="3762"/>
                  </a:cubicBezTo>
                  <a:cubicBezTo>
                    <a:pt x="10713" y="4574"/>
                    <a:pt x="12335" y="5386"/>
                    <a:pt x="12335" y="4574"/>
                  </a:cubicBezTo>
                  <a:cubicBezTo>
                    <a:pt x="12335" y="4574"/>
                    <a:pt x="19637" y="514"/>
                    <a:pt x="16392" y="4574"/>
                  </a:cubicBezTo>
                  <a:cubicBezTo>
                    <a:pt x="30996" y="-1921"/>
                    <a:pt x="977" y="-297"/>
                    <a:pt x="166" y="21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1" name="Freeform 470">
              <a:extLst>
                <a:ext uri="{FF2B5EF4-FFF2-40B4-BE49-F238E27FC236}">
                  <a16:creationId xmlns:a16="http://schemas.microsoft.com/office/drawing/2014/main" id="{01305A57-0EC6-BEF6-4BA3-B9A39723ADB0}"/>
                </a:ext>
              </a:extLst>
            </p:cNvPr>
            <p:cNvSpPr/>
            <p:nvPr/>
          </p:nvSpPr>
          <p:spPr>
            <a:xfrm>
              <a:off x="4675795" y="3214138"/>
              <a:ext cx="1841" cy="1148"/>
            </a:xfrm>
            <a:custGeom>
              <a:avLst/>
              <a:gdLst>
                <a:gd name="connsiteX0" fmla="*/ 1506 w 1841"/>
                <a:gd name="connsiteY0" fmla="*/ 812 h 1148"/>
                <a:gd name="connsiteX1" fmla="*/ 694 w 1841"/>
                <a:gd name="connsiteY1" fmla="*/ 0 h 1148"/>
                <a:gd name="connsiteX2" fmla="*/ 1506 w 1841"/>
                <a:gd name="connsiteY2" fmla="*/ 812 h 1148"/>
              </a:gdLst>
              <a:ahLst/>
              <a:cxnLst>
                <a:cxn ang="0">
                  <a:pos x="connsiteX0" y="connsiteY0"/>
                </a:cxn>
                <a:cxn ang="0">
                  <a:pos x="connsiteX1" y="connsiteY1"/>
                </a:cxn>
                <a:cxn ang="0">
                  <a:pos x="connsiteX2" y="connsiteY2"/>
                </a:cxn>
              </a:cxnLst>
              <a:rect l="l" t="t" r="r" b="b"/>
              <a:pathLst>
                <a:path w="1841" h="1148">
                  <a:moveTo>
                    <a:pt x="1506" y="812"/>
                  </a:moveTo>
                  <a:cubicBezTo>
                    <a:pt x="2317" y="0"/>
                    <a:pt x="1506" y="0"/>
                    <a:pt x="694" y="0"/>
                  </a:cubicBezTo>
                  <a:cubicBezTo>
                    <a:pt x="-928" y="812"/>
                    <a:pt x="694" y="1624"/>
                    <a:pt x="1506"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2" name="Freeform 471">
              <a:extLst>
                <a:ext uri="{FF2B5EF4-FFF2-40B4-BE49-F238E27FC236}">
                  <a16:creationId xmlns:a16="http://schemas.microsoft.com/office/drawing/2014/main" id="{59DC8B82-7743-ED49-C18E-61DAD6B9E912}"/>
                </a:ext>
              </a:extLst>
            </p:cNvPr>
            <p:cNvSpPr/>
            <p:nvPr/>
          </p:nvSpPr>
          <p:spPr>
            <a:xfrm>
              <a:off x="4683386" y="3213326"/>
              <a:ext cx="2153" cy="937"/>
            </a:xfrm>
            <a:custGeom>
              <a:avLst/>
              <a:gdLst>
                <a:gd name="connsiteX0" fmla="*/ 1217 w 2153"/>
                <a:gd name="connsiteY0" fmla="*/ 0 h 937"/>
                <a:gd name="connsiteX1" fmla="*/ 1217 w 2153"/>
                <a:gd name="connsiteY1" fmla="*/ 0 h 937"/>
                <a:gd name="connsiteX2" fmla="*/ 1217 w 2153"/>
                <a:gd name="connsiteY2" fmla="*/ 0 h 937"/>
              </a:gdLst>
              <a:ahLst/>
              <a:cxnLst>
                <a:cxn ang="0">
                  <a:pos x="connsiteX0" y="connsiteY0"/>
                </a:cxn>
                <a:cxn ang="0">
                  <a:pos x="connsiteX1" y="connsiteY1"/>
                </a:cxn>
                <a:cxn ang="0">
                  <a:pos x="connsiteX2" y="connsiteY2"/>
                </a:cxn>
              </a:cxnLst>
              <a:rect l="l" t="t" r="r" b="b"/>
              <a:pathLst>
                <a:path w="2153" h="937">
                  <a:moveTo>
                    <a:pt x="1217" y="0"/>
                  </a:moveTo>
                  <a:cubicBezTo>
                    <a:pt x="-406" y="0"/>
                    <a:pt x="-406" y="812"/>
                    <a:pt x="1217" y="0"/>
                  </a:cubicBezTo>
                  <a:cubicBezTo>
                    <a:pt x="2028" y="1624"/>
                    <a:pt x="2840" y="812"/>
                    <a:pt x="121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3" name="Freeform 472">
              <a:extLst>
                <a:ext uri="{FF2B5EF4-FFF2-40B4-BE49-F238E27FC236}">
                  <a16:creationId xmlns:a16="http://schemas.microsoft.com/office/drawing/2014/main" id="{B76D279E-B105-08CE-4E9C-D22D36E56F04}"/>
                </a:ext>
              </a:extLst>
            </p:cNvPr>
            <p:cNvSpPr/>
            <p:nvPr/>
          </p:nvSpPr>
          <p:spPr>
            <a:xfrm>
              <a:off x="4759078" y="3239180"/>
              <a:ext cx="2903" cy="1659"/>
            </a:xfrm>
            <a:custGeom>
              <a:avLst/>
              <a:gdLst>
                <a:gd name="connsiteX0" fmla="*/ 166 w 2903"/>
                <a:gd name="connsiteY0" fmla="*/ 938 h 1659"/>
                <a:gd name="connsiteX1" fmla="*/ 1788 w 2903"/>
                <a:gd name="connsiteY1" fmla="*/ 938 h 1659"/>
                <a:gd name="connsiteX2" fmla="*/ 166 w 2903"/>
                <a:gd name="connsiteY2" fmla="*/ 938 h 1659"/>
              </a:gdLst>
              <a:ahLst/>
              <a:cxnLst>
                <a:cxn ang="0">
                  <a:pos x="connsiteX0" y="connsiteY0"/>
                </a:cxn>
                <a:cxn ang="0">
                  <a:pos x="connsiteX1" y="connsiteY1"/>
                </a:cxn>
                <a:cxn ang="0">
                  <a:pos x="connsiteX2" y="connsiteY2"/>
                </a:cxn>
              </a:cxnLst>
              <a:rect l="l" t="t" r="r" b="b"/>
              <a:pathLst>
                <a:path w="2903" h="1659">
                  <a:moveTo>
                    <a:pt x="166" y="938"/>
                  </a:moveTo>
                  <a:cubicBezTo>
                    <a:pt x="-646" y="2561"/>
                    <a:pt x="1788" y="938"/>
                    <a:pt x="1788" y="938"/>
                  </a:cubicBezTo>
                  <a:cubicBezTo>
                    <a:pt x="5033" y="-686"/>
                    <a:pt x="166" y="126"/>
                    <a:pt x="166"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4" name="Freeform 473">
              <a:extLst>
                <a:ext uri="{FF2B5EF4-FFF2-40B4-BE49-F238E27FC236}">
                  <a16:creationId xmlns:a16="http://schemas.microsoft.com/office/drawing/2014/main" id="{6CE84D2C-FF12-F812-851B-31F16977815A}"/>
                </a:ext>
              </a:extLst>
            </p:cNvPr>
            <p:cNvSpPr/>
            <p:nvPr/>
          </p:nvSpPr>
          <p:spPr>
            <a:xfrm>
              <a:off x="4762256" y="3238267"/>
              <a:ext cx="19761" cy="4286"/>
            </a:xfrm>
            <a:custGeom>
              <a:avLst/>
              <a:gdLst>
                <a:gd name="connsiteX0" fmla="*/ 19705 w 19761"/>
                <a:gd name="connsiteY0" fmla="*/ 227 h 4286"/>
                <a:gd name="connsiteX1" fmla="*/ 11591 w 19761"/>
                <a:gd name="connsiteY1" fmla="*/ 227 h 4286"/>
                <a:gd name="connsiteX2" fmla="*/ 3478 w 19761"/>
                <a:gd name="connsiteY2" fmla="*/ 1039 h 4286"/>
                <a:gd name="connsiteX3" fmla="*/ 2667 w 19761"/>
                <a:gd name="connsiteY3" fmla="*/ 1851 h 4286"/>
                <a:gd name="connsiteX4" fmla="*/ 5912 w 19761"/>
                <a:gd name="connsiteY4" fmla="*/ 2663 h 4286"/>
                <a:gd name="connsiteX5" fmla="*/ 9969 w 19761"/>
                <a:gd name="connsiteY5" fmla="*/ 2663 h 4286"/>
                <a:gd name="connsiteX6" fmla="*/ 10780 w 19761"/>
                <a:gd name="connsiteY6" fmla="*/ 3475 h 4286"/>
                <a:gd name="connsiteX7" fmla="*/ 11591 w 19761"/>
                <a:gd name="connsiteY7" fmla="*/ 4287 h 4286"/>
                <a:gd name="connsiteX8" fmla="*/ 19705 w 19761"/>
                <a:gd name="connsiteY8" fmla="*/ 227 h 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1" h="4286">
                  <a:moveTo>
                    <a:pt x="19705" y="227"/>
                  </a:moveTo>
                  <a:cubicBezTo>
                    <a:pt x="19705" y="227"/>
                    <a:pt x="12403" y="227"/>
                    <a:pt x="11591" y="227"/>
                  </a:cubicBezTo>
                  <a:cubicBezTo>
                    <a:pt x="9969" y="-584"/>
                    <a:pt x="7535" y="1039"/>
                    <a:pt x="3478" y="1039"/>
                  </a:cubicBezTo>
                  <a:cubicBezTo>
                    <a:pt x="-578" y="1039"/>
                    <a:pt x="-1390" y="2663"/>
                    <a:pt x="2667" y="1851"/>
                  </a:cubicBezTo>
                  <a:cubicBezTo>
                    <a:pt x="2667" y="1851"/>
                    <a:pt x="5912" y="1039"/>
                    <a:pt x="5912" y="2663"/>
                  </a:cubicBezTo>
                  <a:cubicBezTo>
                    <a:pt x="5912" y="3475"/>
                    <a:pt x="9158" y="3475"/>
                    <a:pt x="9969" y="2663"/>
                  </a:cubicBezTo>
                  <a:cubicBezTo>
                    <a:pt x="10780" y="1851"/>
                    <a:pt x="10780" y="2663"/>
                    <a:pt x="10780" y="3475"/>
                  </a:cubicBezTo>
                  <a:cubicBezTo>
                    <a:pt x="10780" y="4287"/>
                    <a:pt x="10780" y="4287"/>
                    <a:pt x="11591" y="4287"/>
                  </a:cubicBezTo>
                  <a:cubicBezTo>
                    <a:pt x="12403" y="2663"/>
                    <a:pt x="20516" y="1039"/>
                    <a:pt x="19705"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5" name="Freeform 474">
              <a:extLst>
                <a:ext uri="{FF2B5EF4-FFF2-40B4-BE49-F238E27FC236}">
                  <a16:creationId xmlns:a16="http://schemas.microsoft.com/office/drawing/2014/main" id="{65B17282-AEFB-57F3-2565-5765FE4877F0}"/>
                </a:ext>
              </a:extLst>
            </p:cNvPr>
            <p:cNvSpPr/>
            <p:nvPr/>
          </p:nvSpPr>
          <p:spPr>
            <a:xfrm>
              <a:off x="4780825" y="3239180"/>
              <a:ext cx="17362" cy="4310"/>
            </a:xfrm>
            <a:custGeom>
              <a:avLst/>
              <a:gdLst>
                <a:gd name="connsiteX0" fmla="*/ 17362 w 17362"/>
                <a:gd name="connsiteY0" fmla="*/ 938 h 4310"/>
                <a:gd name="connsiteX1" fmla="*/ 4381 w 17362"/>
                <a:gd name="connsiteY1" fmla="*/ 938 h 4310"/>
                <a:gd name="connsiteX2" fmla="*/ 1947 w 17362"/>
                <a:gd name="connsiteY2" fmla="*/ 2561 h 4310"/>
                <a:gd name="connsiteX3" fmla="*/ 7626 w 17362"/>
                <a:gd name="connsiteY3" fmla="*/ 3373 h 4310"/>
                <a:gd name="connsiteX4" fmla="*/ 9249 w 17362"/>
                <a:gd name="connsiteY4" fmla="*/ 3373 h 4310"/>
                <a:gd name="connsiteX5" fmla="*/ 11683 w 17362"/>
                <a:gd name="connsiteY5" fmla="*/ 3373 h 4310"/>
                <a:gd name="connsiteX6" fmla="*/ 17362 w 17362"/>
                <a:gd name="connsiteY6" fmla="*/ 938 h 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62" h="4310">
                  <a:moveTo>
                    <a:pt x="17362" y="938"/>
                  </a:moveTo>
                  <a:cubicBezTo>
                    <a:pt x="17362" y="-686"/>
                    <a:pt x="12494" y="126"/>
                    <a:pt x="4381" y="938"/>
                  </a:cubicBezTo>
                  <a:cubicBezTo>
                    <a:pt x="-487" y="938"/>
                    <a:pt x="-1298" y="4185"/>
                    <a:pt x="1947" y="2561"/>
                  </a:cubicBezTo>
                  <a:cubicBezTo>
                    <a:pt x="324" y="1749"/>
                    <a:pt x="11683" y="938"/>
                    <a:pt x="7626" y="3373"/>
                  </a:cubicBezTo>
                  <a:cubicBezTo>
                    <a:pt x="6004" y="4185"/>
                    <a:pt x="9249" y="4997"/>
                    <a:pt x="9249" y="3373"/>
                  </a:cubicBezTo>
                  <a:cubicBezTo>
                    <a:pt x="9249" y="1749"/>
                    <a:pt x="13306" y="1749"/>
                    <a:pt x="11683" y="3373"/>
                  </a:cubicBezTo>
                  <a:cubicBezTo>
                    <a:pt x="9249" y="4997"/>
                    <a:pt x="17362" y="2561"/>
                    <a:pt x="17362" y="93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6" name="Freeform 475">
              <a:extLst>
                <a:ext uri="{FF2B5EF4-FFF2-40B4-BE49-F238E27FC236}">
                  <a16:creationId xmlns:a16="http://schemas.microsoft.com/office/drawing/2014/main" id="{E3492B52-17E2-CF55-F543-7E2F8BFE592D}"/>
                </a:ext>
              </a:extLst>
            </p:cNvPr>
            <p:cNvSpPr/>
            <p:nvPr/>
          </p:nvSpPr>
          <p:spPr>
            <a:xfrm>
              <a:off x="4726385" y="3219009"/>
              <a:ext cx="1577" cy="360"/>
            </a:xfrm>
            <a:custGeom>
              <a:avLst/>
              <a:gdLst>
                <a:gd name="connsiteX0" fmla="*/ 1217 w 1577"/>
                <a:gd name="connsiteY0" fmla="*/ 0 h 360"/>
                <a:gd name="connsiteX1" fmla="*/ 1217 w 1577"/>
                <a:gd name="connsiteY1" fmla="*/ 0 h 360"/>
                <a:gd name="connsiteX2" fmla="*/ 1217 w 1577"/>
                <a:gd name="connsiteY2" fmla="*/ 0 h 360"/>
              </a:gdLst>
              <a:ahLst/>
              <a:cxnLst>
                <a:cxn ang="0">
                  <a:pos x="connsiteX0" y="connsiteY0"/>
                </a:cxn>
                <a:cxn ang="0">
                  <a:pos x="connsiteX1" y="connsiteY1"/>
                </a:cxn>
                <a:cxn ang="0">
                  <a:pos x="connsiteX2" y="connsiteY2"/>
                </a:cxn>
              </a:cxnLst>
              <a:rect l="l" t="t" r="r" b="b"/>
              <a:pathLst>
                <a:path w="1577" h="360">
                  <a:moveTo>
                    <a:pt x="1217" y="0"/>
                  </a:moveTo>
                  <a:cubicBezTo>
                    <a:pt x="-406" y="0"/>
                    <a:pt x="-406" y="0"/>
                    <a:pt x="1217" y="0"/>
                  </a:cubicBezTo>
                  <a:cubicBezTo>
                    <a:pt x="1217" y="812"/>
                    <a:pt x="2028" y="0"/>
                    <a:pt x="121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7" name="Freeform 476">
              <a:extLst>
                <a:ext uri="{FF2B5EF4-FFF2-40B4-BE49-F238E27FC236}">
                  <a16:creationId xmlns:a16="http://schemas.microsoft.com/office/drawing/2014/main" id="{4EAD8222-2EC7-5756-517A-8E95A5F7D555}"/>
                </a:ext>
              </a:extLst>
            </p:cNvPr>
            <p:cNvSpPr/>
            <p:nvPr/>
          </p:nvSpPr>
          <p:spPr>
            <a:xfrm>
              <a:off x="4731659" y="3219821"/>
              <a:ext cx="608" cy="8118"/>
            </a:xfrm>
            <a:custGeom>
              <a:avLst/>
              <a:gdLst>
                <a:gd name="connsiteX0" fmla="*/ 0 w 608"/>
                <a:gd name="connsiteY0" fmla="*/ 0 h 8118"/>
                <a:gd name="connsiteX1" fmla="*/ 0 w 608"/>
                <a:gd name="connsiteY1" fmla="*/ 0 h 8118"/>
                <a:gd name="connsiteX2" fmla="*/ 0 w 608"/>
                <a:gd name="connsiteY2" fmla="*/ 0 h 8118"/>
                <a:gd name="connsiteX3" fmla="*/ 0 w 608"/>
                <a:gd name="connsiteY3" fmla="*/ 0 h 8118"/>
              </a:gdLst>
              <a:ahLst/>
              <a:cxnLst>
                <a:cxn ang="0">
                  <a:pos x="connsiteX0" y="connsiteY0"/>
                </a:cxn>
                <a:cxn ang="0">
                  <a:pos x="connsiteX1" y="connsiteY1"/>
                </a:cxn>
                <a:cxn ang="0">
                  <a:pos x="connsiteX2" y="connsiteY2"/>
                </a:cxn>
                <a:cxn ang="0">
                  <a:pos x="connsiteX3" y="connsiteY3"/>
                </a:cxn>
              </a:cxnLst>
              <a:rect l="l" t="t" r="r" b="b"/>
              <a:pathLst>
                <a:path w="608" h="8118">
                  <a:moveTo>
                    <a:pt x="0" y="0"/>
                  </a:moveTo>
                  <a:cubicBezTo>
                    <a:pt x="0" y="0"/>
                    <a:pt x="811" y="0"/>
                    <a:pt x="0" y="0"/>
                  </a:cubicBezTo>
                  <a:cubicBezTo>
                    <a:pt x="811" y="0"/>
                    <a:pt x="811" y="0"/>
                    <a:pt x="0" y="0"/>
                  </a:cubicBezTo>
                  <a:cubicBezTo>
                    <a:pt x="811" y="0"/>
                    <a:pt x="811"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8" name="Freeform 477">
              <a:extLst>
                <a:ext uri="{FF2B5EF4-FFF2-40B4-BE49-F238E27FC236}">
                  <a16:creationId xmlns:a16="http://schemas.microsoft.com/office/drawing/2014/main" id="{56785303-DF4A-3783-E2C4-0819C87C3CA2}"/>
                </a:ext>
              </a:extLst>
            </p:cNvPr>
            <p:cNvSpPr/>
            <p:nvPr/>
          </p:nvSpPr>
          <p:spPr>
            <a:xfrm>
              <a:off x="4733282" y="3219821"/>
              <a:ext cx="1622" cy="8118"/>
            </a:xfrm>
            <a:custGeom>
              <a:avLst/>
              <a:gdLst>
                <a:gd name="connsiteX0" fmla="*/ 1623 w 1622"/>
                <a:gd name="connsiteY0" fmla="*/ 0 h 8118"/>
                <a:gd name="connsiteX1" fmla="*/ 0 w 1622"/>
                <a:gd name="connsiteY1" fmla="*/ 0 h 8118"/>
                <a:gd name="connsiteX2" fmla="*/ 1623 w 1622"/>
                <a:gd name="connsiteY2" fmla="*/ 0 h 8118"/>
              </a:gdLst>
              <a:ahLst/>
              <a:cxnLst>
                <a:cxn ang="0">
                  <a:pos x="connsiteX0" y="connsiteY0"/>
                </a:cxn>
                <a:cxn ang="0">
                  <a:pos x="connsiteX1" y="connsiteY1"/>
                </a:cxn>
                <a:cxn ang="0">
                  <a:pos x="connsiteX2" y="connsiteY2"/>
                </a:cxn>
              </a:cxnLst>
              <a:rect l="l" t="t" r="r" b="b"/>
              <a:pathLst>
                <a:path w="1622" h="8118">
                  <a:moveTo>
                    <a:pt x="1623" y="0"/>
                  </a:moveTo>
                  <a:cubicBezTo>
                    <a:pt x="811" y="0"/>
                    <a:pt x="811" y="0"/>
                    <a:pt x="0" y="0"/>
                  </a:cubicBezTo>
                  <a:cubicBezTo>
                    <a:pt x="811" y="0"/>
                    <a:pt x="811" y="0"/>
                    <a:pt x="1623"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79" name="Freeform 478">
              <a:extLst>
                <a:ext uri="{FF2B5EF4-FFF2-40B4-BE49-F238E27FC236}">
                  <a16:creationId xmlns:a16="http://schemas.microsoft.com/office/drawing/2014/main" id="{EC87F88A-5B89-47A9-61C4-53F2EB5368B3}"/>
                </a:ext>
              </a:extLst>
            </p:cNvPr>
            <p:cNvSpPr/>
            <p:nvPr/>
          </p:nvSpPr>
          <p:spPr>
            <a:xfrm>
              <a:off x="4736978" y="3219821"/>
              <a:ext cx="360" cy="8118"/>
            </a:xfrm>
            <a:custGeom>
              <a:avLst/>
              <a:gdLst>
                <a:gd name="connsiteX0" fmla="*/ 361 w 360"/>
                <a:gd name="connsiteY0" fmla="*/ 0 h 8118"/>
                <a:gd name="connsiteX1" fmla="*/ 361 w 360"/>
                <a:gd name="connsiteY1" fmla="*/ 0 h 8118"/>
                <a:gd name="connsiteX2" fmla="*/ 361 w 360"/>
                <a:gd name="connsiteY2" fmla="*/ 0 h 8118"/>
              </a:gdLst>
              <a:ahLst/>
              <a:cxnLst>
                <a:cxn ang="0">
                  <a:pos x="connsiteX0" y="connsiteY0"/>
                </a:cxn>
                <a:cxn ang="0">
                  <a:pos x="connsiteX1" y="connsiteY1"/>
                </a:cxn>
                <a:cxn ang="0">
                  <a:pos x="connsiteX2" y="connsiteY2"/>
                </a:cxn>
              </a:cxnLst>
              <a:rect l="l" t="t" r="r" b="b"/>
              <a:pathLst>
                <a:path w="360" h="8118">
                  <a:moveTo>
                    <a:pt x="361" y="0"/>
                  </a:moveTo>
                  <a:cubicBezTo>
                    <a:pt x="361" y="0"/>
                    <a:pt x="-451" y="0"/>
                    <a:pt x="361" y="0"/>
                  </a:cubicBezTo>
                  <a:cubicBezTo>
                    <a:pt x="-451" y="0"/>
                    <a:pt x="361" y="0"/>
                    <a:pt x="361"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0" name="Freeform 479">
              <a:extLst>
                <a:ext uri="{FF2B5EF4-FFF2-40B4-BE49-F238E27FC236}">
                  <a16:creationId xmlns:a16="http://schemas.microsoft.com/office/drawing/2014/main" id="{4C44A39E-7E89-4889-5AEA-1E1686CDCE30}"/>
                </a:ext>
              </a:extLst>
            </p:cNvPr>
            <p:cNvSpPr/>
            <p:nvPr/>
          </p:nvSpPr>
          <p:spPr>
            <a:xfrm>
              <a:off x="4738149" y="3219821"/>
              <a:ext cx="608" cy="8118"/>
            </a:xfrm>
            <a:custGeom>
              <a:avLst/>
              <a:gdLst>
                <a:gd name="connsiteX0" fmla="*/ 0 w 608"/>
                <a:gd name="connsiteY0" fmla="*/ 0 h 8118"/>
                <a:gd name="connsiteX1" fmla="*/ 0 w 608"/>
                <a:gd name="connsiteY1" fmla="*/ 0 h 8118"/>
              </a:gdLst>
              <a:ahLst/>
              <a:cxnLst>
                <a:cxn ang="0">
                  <a:pos x="connsiteX0" y="connsiteY0"/>
                </a:cxn>
                <a:cxn ang="0">
                  <a:pos x="connsiteX1" y="connsiteY1"/>
                </a:cxn>
              </a:cxnLst>
              <a:rect l="l" t="t" r="r" b="b"/>
              <a:pathLst>
                <a:path w="608" h="8118">
                  <a:moveTo>
                    <a:pt x="0" y="0"/>
                  </a:moveTo>
                  <a:cubicBezTo>
                    <a:pt x="811" y="0"/>
                    <a:pt x="811"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1" name="Freeform 480">
              <a:extLst>
                <a:ext uri="{FF2B5EF4-FFF2-40B4-BE49-F238E27FC236}">
                  <a16:creationId xmlns:a16="http://schemas.microsoft.com/office/drawing/2014/main" id="{EA5E5679-AB7D-8513-E058-6570EBEC6E3E}"/>
                </a:ext>
              </a:extLst>
            </p:cNvPr>
            <p:cNvSpPr/>
            <p:nvPr/>
          </p:nvSpPr>
          <p:spPr>
            <a:xfrm>
              <a:off x="4730036" y="3219821"/>
              <a:ext cx="811" cy="8118"/>
            </a:xfrm>
            <a:custGeom>
              <a:avLst/>
              <a:gdLst>
                <a:gd name="connsiteX0" fmla="*/ 811 w 811"/>
                <a:gd name="connsiteY0" fmla="*/ 0 h 8118"/>
                <a:gd name="connsiteX1" fmla="*/ 0 w 811"/>
                <a:gd name="connsiteY1" fmla="*/ 0 h 8118"/>
                <a:gd name="connsiteX2" fmla="*/ 811 w 811"/>
                <a:gd name="connsiteY2" fmla="*/ 0 h 8118"/>
              </a:gdLst>
              <a:ahLst/>
              <a:cxnLst>
                <a:cxn ang="0">
                  <a:pos x="connsiteX0" y="connsiteY0"/>
                </a:cxn>
                <a:cxn ang="0">
                  <a:pos x="connsiteX1" y="connsiteY1"/>
                </a:cxn>
                <a:cxn ang="0">
                  <a:pos x="connsiteX2" y="connsiteY2"/>
                </a:cxn>
              </a:cxnLst>
              <a:rect l="l" t="t" r="r" b="b"/>
              <a:pathLst>
                <a:path w="811" h="8118">
                  <a:moveTo>
                    <a:pt x="811" y="0"/>
                  </a:moveTo>
                  <a:cubicBezTo>
                    <a:pt x="0" y="0"/>
                    <a:pt x="0" y="0"/>
                    <a:pt x="0" y="0"/>
                  </a:cubicBezTo>
                  <a:cubicBezTo>
                    <a:pt x="0" y="0"/>
                    <a:pt x="0" y="0"/>
                    <a:pt x="811"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2" name="Freeform 481">
              <a:extLst>
                <a:ext uri="{FF2B5EF4-FFF2-40B4-BE49-F238E27FC236}">
                  <a16:creationId xmlns:a16="http://schemas.microsoft.com/office/drawing/2014/main" id="{5412C4AC-5866-06AF-19D0-839F53A5031D}"/>
                </a:ext>
              </a:extLst>
            </p:cNvPr>
            <p:cNvSpPr/>
            <p:nvPr/>
          </p:nvSpPr>
          <p:spPr>
            <a:xfrm>
              <a:off x="4795461" y="3239757"/>
              <a:ext cx="11440" cy="4552"/>
            </a:xfrm>
            <a:custGeom>
              <a:avLst/>
              <a:gdLst>
                <a:gd name="connsiteX0" fmla="*/ 10839 w 11440"/>
                <a:gd name="connsiteY0" fmla="*/ 361 h 4552"/>
                <a:gd name="connsiteX1" fmla="*/ 2725 w 11440"/>
                <a:gd name="connsiteY1" fmla="*/ 361 h 4552"/>
                <a:gd name="connsiteX2" fmla="*/ 3537 w 11440"/>
                <a:gd name="connsiteY2" fmla="*/ 1173 h 4552"/>
                <a:gd name="connsiteX3" fmla="*/ 4348 w 11440"/>
                <a:gd name="connsiteY3" fmla="*/ 1985 h 4552"/>
                <a:gd name="connsiteX4" fmla="*/ 292 w 11440"/>
                <a:gd name="connsiteY4" fmla="*/ 4420 h 4552"/>
                <a:gd name="connsiteX5" fmla="*/ 2725 w 11440"/>
                <a:gd name="connsiteY5" fmla="*/ 3608 h 4552"/>
                <a:gd name="connsiteX6" fmla="*/ 6782 w 11440"/>
                <a:gd name="connsiteY6" fmla="*/ 2796 h 4552"/>
                <a:gd name="connsiteX7" fmla="*/ 10839 w 11440"/>
                <a:gd name="connsiteY7" fmla="*/ 361 h 4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40" h="4552">
                  <a:moveTo>
                    <a:pt x="10839" y="361"/>
                  </a:moveTo>
                  <a:cubicBezTo>
                    <a:pt x="10027" y="361"/>
                    <a:pt x="3537" y="-451"/>
                    <a:pt x="2725" y="361"/>
                  </a:cubicBezTo>
                  <a:cubicBezTo>
                    <a:pt x="2725" y="1173"/>
                    <a:pt x="2725" y="1173"/>
                    <a:pt x="3537" y="1173"/>
                  </a:cubicBezTo>
                  <a:cubicBezTo>
                    <a:pt x="4348" y="1173"/>
                    <a:pt x="4348" y="1173"/>
                    <a:pt x="4348" y="1985"/>
                  </a:cubicBezTo>
                  <a:cubicBezTo>
                    <a:pt x="4348" y="2796"/>
                    <a:pt x="-1331" y="3608"/>
                    <a:pt x="292" y="4420"/>
                  </a:cubicBezTo>
                  <a:cubicBezTo>
                    <a:pt x="1103" y="5232"/>
                    <a:pt x="1103" y="1985"/>
                    <a:pt x="2725" y="3608"/>
                  </a:cubicBezTo>
                  <a:cubicBezTo>
                    <a:pt x="3537" y="4420"/>
                    <a:pt x="5971" y="3608"/>
                    <a:pt x="6782" y="2796"/>
                  </a:cubicBezTo>
                  <a:cubicBezTo>
                    <a:pt x="7593" y="361"/>
                    <a:pt x="13272" y="361"/>
                    <a:pt x="10839"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3" name="Freeform 482">
              <a:extLst>
                <a:ext uri="{FF2B5EF4-FFF2-40B4-BE49-F238E27FC236}">
                  <a16:creationId xmlns:a16="http://schemas.microsoft.com/office/drawing/2014/main" id="{08344515-DA2A-0E44-89B9-7A3FD3DBA778}"/>
                </a:ext>
              </a:extLst>
            </p:cNvPr>
            <p:cNvSpPr/>
            <p:nvPr/>
          </p:nvSpPr>
          <p:spPr>
            <a:xfrm>
              <a:off x="4802834" y="3240625"/>
              <a:ext cx="43531" cy="5027"/>
            </a:xfrm>
            <a:custGeom>
              <a:avLst/>
              <a:gdLst>
                <a:gd name="connsiteX0" fmla="*/ 31051 w 43531"/>
                <a:gd name="connsiteY0" fmla="*/ 304 h 5027"/>
                <a:gd name="connsiteX1" fmla="*/ 221 w 43531"/>
                <a:gd name="connsiteY1" fmla="*/ 2740 h 5027"/>
                <a:gd name="connsiteX2" fmla="*/ 1844 w 43531"/>
                <a:gd name="connsiteY2" fmla="*/ 3552 h 5027"/>
                <a:gd name="connsiteX3" fmla="*/ 5089 w 43531"/>
                <a:gd name="connsiteY3" fmla="*/ 2740 h 5027"/>
                <a:gd name="connsiteX4" fmla="*/ 9957 w 43531"/>
                <a:gd name="connsiteY4" fmla="*/ 2740 h 5027"/>
                <a:gd name="connsiteX5" fmla="*/ 10768 w 43531"/>
                <a:gd name="connsiteY5" fmla="*/ 3552 h 5027"/>
                <a:gd name="connsiteX6" fmla="*/ 18070 w 43531"/>
                <a:gd name="connsiteY6" fmla="*/ 3552 h 5027"/>
                <a:gd name="connsiteX7" fmla="*/ 18881 w 43531"/>
                <a:gd name="connsiteY7" fmla="*/ 4364 h 5027"/>
                <a:gd name="connsiteX8" fmla="*/ 40787 w 43531"/>
                <a:gd name="connsiteY8" fmla="*/ 3552 h 5027"/>
                <a:gd name="connsiteX9" fmla="*/ 31051 w 43531"/>
                <a:gd name="connsiteY9" fmla="*/ 304 h 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531" h="5027">
                  <a:moveTo>
                    <a:pt x="31051" y="304"/>
                  </a:moveTo>
                  <a:cubicBezTo>
                    <a:pt x="30240" y="-507"/>
                    <a:pt x="1032" y="304"/>
                    <a:pt x="221" y="2740"/>
                  </a:cubicBezTo>
                  <a:cubicBezTo>
                    <a:pt x="-590" y="3552"/>
                    <a:pt x="1032" y="3552"/>
                    <a:pt x="1844" y="3552"/>
                  </a:cubicBezTo>
                  <a:cubicBezTo>
                    <a:pt x="3466" y="2740"/>
                    <a:pt x="4278" y="5176"/>
                    <a:pt x="5089" y="2740"/>
                  </a:cubicBezTo>
                  <a:cubicBezTo>
                    <a:pt x="5900" y="304"/>
                    <a:pt x="8334" y="3552"/>
                    <a:pt x="9957" y="2740"/>
                  </a:cubicBezTo>
                  <a:cubicBezTo>
                    <a:pt x="10768" y="1928"/>
                    <a:pt x="11579" y="2740"/>
                    <a:pt x="10768" y="3552"/>
                  </a:cubicBezTo>
                  <a:cubicBezTo>
                    <a:pt x="9146" y="5176"/>
                    <a:pt x="18881" y="1116"/>
                    <a:pt x="18070" y="3552"/>
                  </a:cubicBezTo>
                  <a:cubicBezTo>
                    <a:pt x="18070" y="4364"/>
                    <a:pt x="18070" y="4364"/>
                    <a:pt x="18881" y="4364"/>
                  </a:cubicBezTo>
                  <a:cubicBezTo>
                    <a:pt x="20504" y="3552"/>
                    <a:pt x="35919" y="6799"/>
                    <a:pt x="40787" y="3552"/>
                  </a:cubicBezTo>
                  <a:cubicBezTo>
                    <a:pt x="49711" y="-3755"/>
                    <a:pt x="34296" y="4364"/>
                    <a:pt x="31051" y="30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4" name="Freeform 483">
              <a:extLst>
                <a:ext uri="{FF2B5EF4-FFF2-40B4-BE49-F238E27FC236}">
                  <a16:creationId xmlns:a16="http://schemas.microsoft.com/office/drawing/2014/main" id="{D64F8657-208E-6913-77AF-A4D4D6AA2640}"/>
                </a:ext>
              </a:extLst>
            </p:cNvPr>
            <p:cNvSpPr/>
            <p:nvPr/>
          </p:nvSpPr>
          <p:spPr>
            <a:xfrm>
              <a:off x="4846702" y="3241945"/>
              <a:ext cx="47219" cy="4465"/>
            </a:xfrm>
            <a:custGeom>
              <a:avLst/>
              <a:gdLst>
                <a:gd name="connsiteX0" fmla="*/ 43974 w 47219"/>
                <a:gd name="connsiteY0" fmla="*/ 2233 h 4465"/>
                <a:gd name="connsiteX1" fmla="*/ 11522 w 47219"/>
                <a:gd name="connsiteY1" fmla="*/ 609 h 4465"/>
                <a:gd name="connsiteX2" fmla="*/ 1786 w 47219"/>
                <a:gd name="connsiteY2" fmla="*/ 609 h 4465"/>
                <a:gd name="connsiteX3" fmla="*/ 163 w 47219"/>
                <a:gd name="connsiteY3" fmla="*/ 609 h 4465"/>
                <a:gd name="connsiteX4" fmla="*/ 2597 w 47219"/>
                <a:gd name="connsiteY4" fmla="*/ 2233 h 4465"/>
                <a:gd name="connsiteX5" fmla="*/ 5031 w 47219"/>
                <a:gd name="connsiteY5" fmla="*/ 2233 h 4465"/>
                <a:gd name="connsiteX6" fmla="*/ 9088 w 47219"/>
                <a:gd name="connsiteY6" fmla="*/ 1421 h 4465"/>
                <a:gd name="connsiteX7" fmla="*/ 12333 w 47219"/>
                <a:gd name="connsiteY7" fmla="*/ 1421 h 4465"/>
                <a:gd name="connsiteX8" fmla="*/ 11522 w 47219"/>
                <a:gd name="connsiteY8" fmla="*/ 3856 h 4465"/>
                <a:gd name="connsiteX9" fmla="*/ 14767 w 47219"/>
                <a:gd name="connsiteY9" fmla="*/ 3045 h 4465"/>
                <a:gd name="connsiteX10" fmla="*/ 20446 w 47219"/>
                <a:gd name="connsiteY10" fmla="*/ 3045 h 4465"/>
                <a:gd name="connsiteX11" fmla="*/ 21258 w 47219"/>
                <a:gd name="connsiteY11" fmla="*/ 3045 h 4465"/>
                <a:gd name="connsiteX12" fmla="*/ 22069 w 47219"/>
                <a:gd name="connsiteY12" fmla="*/ 3045 h 4465"/>
                <a:gd name="connsiteX13" fmla="*/ 23691 w 47219"/>
                <a:gd name="connsiteY13" fmla="*/ 3856 h 4465"/>
                <a:gd name="connsiteX14" fmla="*/ 28559 w 47219"/>
                <a:gd name="connsiteY14" fmla="*/ 3856 h 4465"/>
                <a:gd name="connsiteX15" fmla="*/ 30993 w 47219"/>
                <a:gd name="connsiteY15" fmla="*/ 3856 h 4465"/>
                <a:gd name="connsiteX16" fmla="*/ 38295 w 47219"/>
                <a:gd name="connsiteY16" fmla="*/ 3045 h 4465"/>
                <a:gd name="connsiteX17" fmla="*/ 40729 w 47219"/>
                <a:gd name="connsiteY17" fmla="*/ 3045 h 4465"/>
                <a:gd name="connsiteX18" fmla="*/ 43163 w 47219"/>
                <a:gd name="connsiteY18" fmla="*/ 3856 h 4465"/>
                <a:gd name="connsiteX19" fmla="*/ 47219 w 47219"/>
                <a:gd name="connsiteY19" fmla="*/ 3856 h 4465"/>
                <a:gd name="connsiteX20" fmla="*/ 43974 w 47219"/>
                <a:gd name="connsiteY20" fmla="*/ 2233 h 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219" h="4465">
                  <a:moveTo>
                    <a:pt x="43974" y="2233"/>
                  </a:moveTo>
                  <a:cubicBezTo>
                    <a:pt x="42352" y="3045"/>
                    <a:pt x="11522" y="1421"/>
                    <a:pt x="11522" y="609"/>
                  </a:cubicBezTo>
                  <a:cubicBezTo>
                    <a:pt x="8276" y="-1015"/>
                    <a:pt x="1786" y="2233"/>
                    <a:pt x="1786" y="609"/>
                  </a:cubicBezTo>
                  <a:cubicBezTo>
                    <a:pt x="1786" y="-203"/>
                    <a:pt x="163" y="-203"/>
                    <a:pt x="163" y="609"/>
                  </a:cubicBezTo>
                  <a:cubicBezTo>
                    <a:pt x="-648" y="2233"/>
                    <a:pt x="1786" y="609"/>
                    <a:pt x="2597" y="2233"/>
                  </a:cubicBezTo>
                  <a:cubicBezTo>
                    <a:pt x="2597" y="3045"/>
                    <a:pt x="4220" y="2233"/>
                    <a:pt x="5031" y="2233"/>
                  </a:cubicBezTo>
                  <a:cubicBezTo>
                    <a:pt x="7465" y="1421"/>
                    <a:pt x="7465" y="2233"/>
                    <a:pt x="9088" y="1421"/>
                  </a:cubicBezTo>
                  <a:cubicBezTo>
                    <a:pt x="11522" y="609"/>
                    <a:pt x="11522" y="2233"/>
                    <a:pt x="12333" y="1421"/>
                  </a:cubicBezTo>
                  <a:cubicBezTo>
                    <a:pt x="13144" y="609"/>
                    <a:pt x="10710" y="3856"/>
                    <a:pt x="11522" y="3856"/>
                  </a:cubicBezTo>
                  <a:cubicBezTo>
                    <a:pt x="12333" y="4668"/>
                    <a:pt x="11522" y="1421"/>
                    <a:pt x="14767" y="3045"/>
                  </a:cubicBezTo>
                  <a:cubicBezTo>
                    <a:pt x="16390" y="3045"/>
                    <a:pt x="22069" y="1421"/>
                    <a:pt x="20446" y="3045"/>
                  </a:cubicBezTo>
                  <a:cubicBezTo>
                    <a:pt x="20446" y="3045"/>
                    <a:pt x="20446" y="3045"/>
                    <a:pt x="21258" y="3045"/>
                  </a:cubicBezTo>
                  <a:cubicBezTo>
                    <a:pt x="22069" y="2233"/>
                    <a:pt x="22069" y="3045"/>
                    <a:pt x="22069" y="3045"/>
                  </a:cubicBezTo>
                  <a:cubicBezTo>
                    <a:pt x="22069" y="3856"/>
                    <a:pt x="23691" y="4668"/>
                    <a:pt x="23691" y="3856"/>
                  </a:cubicBezTo>
                  <a:cubicBezTo>
                    <a:pt x="24503" y="2233"/>
                    <a:pt x="29371" y="3045"/>
                    <a:pt x="28559" y="3856"/>
                  </a:cubicBezTo>
                  <a:cubicBezTo>
                    <a:pt x="27748" y="4668"/>
                    <a:pt x="30182" y="4668"/>
                    <a:pt x="30993" y="3856"/>
                  </a:cubicBezTo>
                  <a:cubicBezTo>
                    <a:pt x="30993" y="3045"/>
                    <a:pt x="37484" y="4668"/>
                    <a:pt x="38295" y="3045"/>
                  </a:cubicBezTo>
                  <a:cubicBezTo>
                    <a:pt x="39106" y="2233"/>
                    <a:pt x="39918" y="3856"/>
                    <a:pt x="40729" y="3045"/>
                  </a:cubicBezTo>
                  <a:cubicBezTo>
                    <a:pt x="41540" y="2233"/>
                    <a:pt x="43163" y="2233"/>
                    <a:pt x="43163" y="3856"/>
                  </a:cubicBezTo>
                  <a:cubicBezTo>
                    <a:pt x="43163" y="4668"/>
                    <a:pt x="46408" y="4668"/>
                    <a:pt x="47219" y="3856"/>
                  </a:cubicBezTo>
                  <a:cubicBezTo>
                    <a:pt x="46408" y="3856"/>
                    <a:pt x="45597" y="609"/>
                    <a:pt x="43974" y="223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5" name="Freeform 484">
              <a:extLst>
                <a:ext uri="{FF2B5EF4-FFF2-40B4-BE49-F238E27FC236}">
                  <a16:creationId xmlns:a16="http://schemas.microsoft.com/office/drawing/2014/main" id="{E381D2A0-FD8D-507E-6F4A-CB4CDFA1733E}"/>
                </a:ext>
              </a:extLst>
            </p:cNvPr>
            <p:cNvSpPr/>
            <p:nvPr/>
          </p:nvSpPr>
          <p:spPr>
            <a:xfrm>
              <a:off x="4864379" y="3238697"/>
              <a:ext cx="1374" cy="969"/>
            </a:xfrm>
            <a:custGeom>
              <a:avLst/>
              <a:gdLst>
                <a:gd name="connsiteX0" fmla="*/ 1147 w 1374"/>
                <a:gd name="connsiteY0" fmla="*/ 609 h 969"/>
                <a:gd name="connsiteX1" fmla="*/ 336 w 1374"/>
                <a:gd name="connsiteY1" fmla="*/ 609 h 969"/>
                <a:gd name="connsiteX2" fmla="*/ 1147 w 1374"/>
                <a:gd name="connsiteY2" fmla="*/ 609 h 969"/>
              </a:gdLst>
              <a:ahLst/>
              <a:cxnLst>
                <a:cxn ang="0">
                  <a:pos x="connsiteX0" y="connsiteY0"/>
                </a:cxn>
                <a:cxn ang="0">
                  <a:pos x="connsiteX1" y="connsiteY1"/>
                </a:cxn>
                <a:cxn ang="0">
                  <a:pos x="connsiteX2" y="connsiteY2"/>
                </a:cxn>
              </a:cxnLst>
              <a:rect l="l" t="t" r="r" b="b"/>
              <a:pathLst>
                <a:path w="1374" h="969">
                  <a:moveTo>
                    <a:pt x="1147" y="609"/>
                  </a:moveTo>
                  <a:cubicBezTo>
                    <a:pt x="1959" y="-203"/>
                    <a:pt x="336" y="-203"/>
                    <a:pt x="336" y="609"/>
                  </a:cubicBezTo>
                  <a:cubicBezTo>
                    <a:pt x="-475" y="1421"/>
                    <a:pt x="336" y="609"/>
                    <a:pt x="1147"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6" name="Freeform 485">
              <a:extLst>
                <a:ext uri="{FF2B5EF4-FFF2-40B4-BE49-F238E27FC236}">
                  <a16:creationId xmlns:a16="http://schemas.microsoft.com/office/drawing/2014/main" id="{3316B2D9-1EB8-EDE5-8F42-6CA8224B978E}"/>
                </a:ext>
              </a:extLst>
            </p:cNvPr>
            <p:cNvSpPr/>
            <p:nvPr/>
          </p:nvSpPr>
          <p:spPr>
            <a:xfrm>
              <a:off x="4884998" y="3240930"/>
              <a:ext cx="2076" cy="1014"/>
            </a:xfrm>
            <a:custGeom>
              <a:avLst/>
              <a:gdLst>
                <a:gd name="connsiteX0" fmla="*/ 1622 w 2076"/>
                <a:gd name="connsiteY0" fmla="*/ 812 h 1014"/>
                <a:gd name="connsiteX1" fmla="*/ 0 w 2076"/>
                <a:gd name="connsiteY1" fmla="*/ 0 h 1014"/>
                <a:gd name="connsiteX2" fmla="*/ 1622 w 2076"/>
                <a:gd name="connsiteY2" fmla="*/ 812 h 1014"/>
              </a:gdLst>
              <a:ahLst/>
              <a:cxnLst>
                <a:cxn ang="0">
                  <a:pos x="connsiteX0" y="connsiteY0"/>
                </a:cxn>
                <a:cxn ang="0">
                  <a:pos x="connsiteX1" y="connsiteY1"/>
                </a:cxn>
                <a:cxn ang="0">
                  <a:pos x="connsiteX2" y="connsiteY2"/>
                </a:cxn>
              </a:cxnLst>
              <a:rect l="l" t="t" r="r" b="b"/>
              <a:pathLst>
                <a:path w="2076" h="1014">
                  <a:moveTo>
                    <a:pt x="1622" y="812"/>
                  </a:moveTo>
                  <a:cubicBezTo>
                    <a:pt x="3245" y="0"/>
                    <a:pt x="0" y="0"/>
                    <a:pt x="0" y="0"/>
                  </a:cubicBezTo>
                  <a:cubicBezTo>
                    <a:pt x="0" y="1624"/>
                    <a:pt x="1622" y="812"/>
                    <a:pt x="1622"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7" name="Freeform 486">
              <a:extLst>
                <a:ext uri="{FF2B5EF4-FFF2-40B4-BE49-F238E27FC236}">
                  <a16:creationId xmlns:a16="http://schemas.microsoft.com/office/drawing/2014/main" id="{F25D1AD9-0F3F-D8D1-AF4E-3AF415CE7B45}"/>
                </a:ext>
              </a:extLst>
            </p:cNvPr>
            <p:cNvSpPr/>
            <p:nvPr/>
          </p:nvSpPr>
          <p:spPr>
            <a:xfrm>
              <a:off x="4907157" y="3243816"/>
              <a:ext cx="2063" cy="721"/>
            </a:xfrm>
            <a:custGeom>
              <a:avLst/>
              <a:gdLst>
                <a:gd name="connsiteX0" fmla="*/ 1369 w 2063"/>
                <a:gd name="connsiteY0" fmla="*/ 361 h 721"/>
                <a:gd name="connsiteX1" fmla="*/ 558 w 2063"/>
                <a:gd name="connsiteY1" fmla="*/ 361 h 721"/>
                <a:gd name="connsiteX2" fmla="*/ 1369 w 2063"/>
                <a:gd name="connsiteY2" fmla="*/ 361 h 721"/>
              </a:gdLst>
              <a:ahLst/>
              <a:cxnLst>
                <a:cxn ang="0">
                  <a:pos x="connsiteX0" y="connsiteY0"/>
                </a:cxn>
                <a:cxn ang="0">
                  <a:pos x="connsiteX1" y="connsiteY1"/>
                </a:cxn>
                <a:cxn ang="0">
                  <a:pos x="connsiteX2" y="connsiteY2"/>
                </a:cxn>
              </a:cxnLst>
              <a:rect l="l" t="t" r="r" b="b"/>
              <a:pathLst>
                <a:path w="2063" h="721">
                  <a:moveTo>
                    <a:pt x="1369" y="361"/>
                  </a:moveTo>
                  <a:cubicBezTo>
                    <a:pt x="2992" y="361"/>
                    <a:pt x="1369" y="-451"/>
                    <a:pt x="558" y="361"/>
                  </a:cubicBezTo>
                  <a:cubicBezTo>
                    <a:pt x="-1065" y="1173"/>
                    <a:pt x="1369" y="361"/>
                    <a:pt x="1369"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8" name="Freeform 487">
              <a:extLst>
                <a:ext uri="{FF2B5EF4-FFF2-40B4-BE49-F238E27FC236}">
                  <a16:creationId xmlns:a16="http://schemas.microsoft.com/office/drawing/2014/main" id="{E6455ED9-AAE8-3CE9-ED05-3BDD386F145D}"/>
                </a:ext>
              </a:extLst>
            </p:cNvPr>
            <p:cNvSpPr/>
            <p:nvPr/>
          </p:nvSpPr>
          <p:spPr>
            <a:xfrm>
              <a:off x="4921280" y="3233262"/>
              <a:ext cx="1732" cy="360"/>
            </a:xfrm>
            <a:custGeom>
              <a:avLst/>
              <a:gdLst>
                <a:gd name="connsiteX0" fmla="*/ 1038 w 1732"/>
                <a:gd name="connsiteY0" fmla="*/ 361 h 360"/>
                <a:gd name="connsiteX1" fmla="*/ 227 w 1732"/>
                <a:gd name="connsiteY1" fmla="*/ 361 h 360"/>
                <a:gd name="connsiteX2" fmla="*/ 1038 w 1732"/>
                <a:gd name="connsiteY2" fmla="*/ 361 h 360"/>
              </a:gdLst>
              <a:ahLst/>
              <a:cxnLst>
                <a:cxn ang="0">
                  <a:pos x="connsiteX0" y="connsiteY0"/>
                </a:cxn>
                <a:cxn ang="0">
                  <a:pos x="connsiteX1" y="connsiteY1"/>
                </a:cxn>
                <a:cxn ang="0">
                  <a:pos x="connsiteX2" y="connsiteY2"/>
                </a:cxn>
              </a:cxnLst>
              <a:rect l="l" t="t" r="r" b="b"/>
              <a:pathLst>
                <a:path w="1732" h="360">
                  <a:moveTo>
                    <a:pt x="1038" y="361"/>
                  </a:moveTo>
                  <a:cubicBezTo>
                    <a:pt x="2661" y="361"/>
                    <a:pt x="1038" y="-451"/>
                    <a:pt x="227" y="361"/>
                  </a:cubicBezTo>
                  <a:cubicBezTo>
                    <a:pt x="-584" y="361"/>
                    <a:pt x="1038" y="361"/>
                    <a:pt x="1038"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89" name="Freeform 488">
              <a:extLst>
                <a:ext uri="{FF2B5EF4-FFF2-40B4-BE49-F238E27FC236}">
                  <a16:creationId xmlns:a16="http://schemas.microsoft.com/office/drawing/2014/main" id="{6929E609-B4BD-85C1-5D11-2FC8ABD52546}"/>
                </a:ext>
              </a:extLst>
            </p:cNvPr>
            <p:cNvSpPr/>
            <p:nvPr/>
          </p:nvSpPr>
          <p:spPr>
            <a:xfrm>
              <a:off x="4923713" y="3233014"/>
              <a:ext cx="1265" cy="969"/>
            </a:xfrm>
            <a:custGeom>
              <a:avLst/>
              <a:gdLst>
                <a:gd name="connsiteX0" fmla="*/ 1039 w 1265"/>
                <a:gd name="connsiteY0" fmla="*/ 609 h 969"/>
                <a:gd name="connsiteX1" fmla="*/ 227 w 1265"/>
                <a:gd name="connsiteY1" fmla="*/ 609 h 969"/>
                <a:gd name="connsiteX2" fmla="*/ 1039 w 1265"/>
                <a:gd name="connsiteY2" fmla="*/ 609 h 969"/>
              </a:gdLst>
              <a:ahLst/>
              <a:cxnLst>
                <a:cxn ang="0">
                  <a:pos x="connsiteX0" y="connsiteY0"/>
                </a:cxn>
                <a:cxn ang="0">
                  <a:pos x="connsiteX1" y="connsiteY1"/>
                </a:cxn>
                <a:cxn ang="0">
                  <a:pos x="connsiteX2" y="connsiteY2"/>
                </a:cxn>
              </a:cxnLst>
              <a:rect l="l" t="t" r="r" b="b"/>
              <a:pathLst>
                <a:path w="1265" h="969">
                  <a:moveTo>
                    <a:pt x="1039" y="609"/>
                  </a:moveTo>
                  <a:cubicBezTo>
                    <a:pt x="1850" y="-203"/>
                    <a:pt x="227" y="-203"/>
                    <a:pt x="227" y="609"/>
                  </a:cubicBezTo>
                  <a:cubicBezTo>
                    <a:pt x="-584" y="1421"/>
                    <a:pt x="1039" y="609"/>
                    <a:pt x="1039"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0" name="Freeform 489">
              <a:extLst>
                <a:ext uri="{FF2B5EF4-FFF2-40B4-BE49-F238E27FC236}">
                  <a16:creationId xmlns:a16="http://schemas.microsoft.com/office/drawing/2014/main" id="{46876656-EC6E-B69E-AFD3-A4986BC0E3CC}"/>
                </a:ext>
              </a:extLst>
            </p:cNvPr>
            <p:cNvSpPr/>
            <p:nvPr/>
          </p:nvSpPr>
          <p:spPr>
            <a:xfrm>
              <a:off x="4926959" y="3233826"/>
              <a:ext cx="1265" cy="969"/>
            </a:xfrm>
            <a:custGeom>
              <a:avLst/>
              <a:gdLst>
                <a:gd name="connsiteX0" fmla="*/ 1039 w 1265"/>
                <a:gd name="connsiteY0" fmla="*/ 609 h 969"/>
                <a:gd name="connsiteX1" fmla="*/ 227 w 1265"/>
                <a:gd name="connsiteY1" fmla="*/ 609 h 969"/>
                <a:gd name="connsiteX2" fmla="*/ 1039 w 1265"/>
                <a:gd name="connsiteY2" fmla="*/ 609 h 969"/>
              </a:gdLst>
              <a:ahLst/>
              <a:cxnLst>
                <a:cxn ang="0">
                  <a:pos x="connsiteX0" y="connsiteY0"/>
                </a:cxn>
                <a:cxn ang="0">
                  <a:pos x="connsiteX1" y="connsiteY1"/>
                </a:cxn>
                <a:cxn ang="0">
                  <a:pos x="connsiteX2" y="connsiteY2"/>
                </a:cxn>
              </a:cxnLst>
              <a:rect l="l" t="t" r="r" b="b"/>
              <a:pathLst>
                <a:path w="1265" h="969">
                  <a:moveTo>
                    <a:pt x="1039" y="609"/>
                  </a:moveTo>
                  <a:cubicBezTo>
                    <a:pt x="1850" y="-203"/>
                    <a:pt x="227" y="-203"/>
                    <a:pt x="227" y="609"/>
                  </a:cubicBezTo>
                  <a:cubicBezTo>
                    <a:pt x="-584" y="1421"/>
                    <a:pt x="1039" y="609"/>
                    <a:pt x="1039"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1" name="Freeform 490">
              <a:extLst>
                <a:ext uri="{FF2B5EF4-FFF2-40B4-BE49-F238E27FC236}">
                  <a16:creationId xmlns:a16="http://schemas.microsoft.com/office/drawing/2014/main" id="{A00FDA5B-783C-9BFA-B030-18F876990568}"/>
                </a:ext>
              </a:extLst>
            </p:cNvPr>
            <p:cNvSpPr/>
            <p:nvPr/>
          </p:nvSpPr>
          <p:spPr>
            <a:xfrm>
              <a:off x="4973788" y="3246613"/>
              <a:ext cx="2622" cy="811"/>
            </a:xfrm>
            <a:custGeom>
              <a:avLst/>
              <a:gdLst>
                <a:gd name="connsiteX0" fmla="*/ 454 w 2622"/>
                <a:gd name="connsiteY0" fmla="*/ 0 h 811"/>
                <a:gd name="connsiteX1" fmla="*/ 2077 w 2622"/>
                <a:gd name="connsiteY1" fmla="*/ 812 h 811"/>
                <a:gd name="connsiteX2" fmla="*/ 454 w 2622"/>
                <a:gd name="connsiteY2" fmla="*/ 0 h 811"/>
              </a:gdLst>
              <a:ahLst/>
              <a:cxnLst>
                <a:cxn ang="0">
                  <a:pos x="connsiteX0" y="connsiteY0"/>
                </a:cxn>
                <a:cxn ang="0">
                  <a:pos x="connsiteX1" y="connsiteY1"/>
                </a:cxn>
                <a:cxn ang="0">
                  <a:pos x="connsiteX2" y="connsiteY2"/>
                </a:cxn>
              </a:cxnLst>
              <a:rect l="l" t="t" r="r" b="b"/>
              <a:pathLst>
                <a:path w="2622" h="811">
                  <a:moveTo>
                    <a:pt x="454" y="0"/>
                  </a:moveTo>
                  <a:cubicBezTo>
                    <a:pt x="-1168" y="812"/>
                    <a:pt x="2077" y="812"/>
                    <a:pt x="2077" y="812"/>
                  </a:cubicBezTo>
                  <a:cubicBezTo>
                    <a:pt x="3700" y="812"/>
                    <a:pt x="1266" y="0"/>
                    <a:pt x="454"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2" name="Freeform 491">
              <a:extLst>
                <a:ext uri="{FF2B5EF4-FFF2-40B4-BE49-F238E27FC236}">
                  <a16:creationId xmlns:a16="http://schemas.microsoft.com/office/drawing/2014/main" id="{E46619AB-CCBB-E86F-E6CB-8975844E366D}"/>
                </a:ext>
              </a:extLst>
            </p:cNvPr>
            <p:cNvSpPr/>
            <p:nvPr/>
          </p:nvSpPr>
          <p:spPr>
            <a:xfrm>
              <a:off x="4978079" y="3247788"/>
              <a:ext cx="14923" cy="3014"/>
            </a:xfrm>
            <a:custGeom>
              <a:avLst/>
              <a:gdLst>
                <a:gd name="connsiteX0" fmla="*/ 219 w 14923"/>
                <a:gd name="connsiteY0" fmla="*/ 448 h 3014"/>
                <a:gd name="connsiteX1" fmla="*/ 14823 w 14923"/>
                <a:gd name="connsiteY1" fmla="*/ 2884 h 3014"/>
                <a:gd name="connsiteX2" fmla="*/ 219 w 14923"/>
                <a:gd name="connsiteY2" fmla="*/ 448 h 3014"/>
              </a:gdLst>
              <a:ahLst/>
              <a:cxnLst>
                <a:cxn ang="0">
                  <a:pos x="connsiteX0" y="connsiteY0"/>
                </a:cxn>
                <a:cxn ang="0">
                  <a:pos x="connsiteX1" y="connsiteY1"/>
                </a:cxn>
                <a:cxn ang="0">
                  <a:pos x="connsiteX2" y="connsiteY2"/>
                </a:cxn>
              </a:cxnLst>
              <a:rect l="l" t="t" r="r" b="b"/>
              <a:pathLst>
                <a:path w="14923" h="3014">
                  <a:moveTo>
                    <a:pt x="219" y="448"/>
                  </a:moveTo>
                  <a:cubicBezTo>
                    <a:pt x="219" y="448"/>
                    <a:pt x="10766" y="3696"/>
                    <a:pt x="14823" y="2884"/>
                  </a:cubicBezTo>
                  <a:cubicBezTo>
                    <a:pt x="16446" y="2072"/>
                    <a:pt x="-2215" y="-1175"/>
                    <a:pt x="219" y="4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3" name="Freeform 492">
              <a:extLst>
                <a:ext uri="{FF2B5EF4-FFF2-40B4-BE49-F238E27FC236}">
                  <a16:creationId xmlns:a16="http://schemas.microsoft.com/office/drawing/2014/main" id="{B91C93FE-35F7-0FD5-5EEF-95EAD5F7741C}"/>
                </a:ext>
              </a:extLst>
            </p:cNvPr>
            <p:cNvSpPr/>
            <p:nvPr/>
          </p:nvSpPr>
          <p:spPr>
            <a:xfrm>
              <a:off x="4995105" y="3250198"/>
              <a:ext cx="4606" cy="1895"/>
            </a:xfrm>
            <a:custGeom>
              <a:avLst/>
              <a:gdLst>
                <a:gd name="connsiteX0" fmla="*/ 4288 w 4606"/>
                <a:gd name="connsiteY0" fmla="*/ 1286 h 1895"/>
                <a:gd name="connsiteX1" fmla="*/ 2665 w 4606"/>
                <a:gd name="connsiteY1" fmla="*/ 1286 h 1895"/>
                <a:gd name="connsiteX2" fmla="*/ 4288 w 4606"/>
                <a:gd name="connsiteY2" fmla="*/ 1286 h 1895"/>
              </a:gdLst>
              <a:ahLst/>
              <a:cxnLst>
                <a:cxn ang="0">
                  <a:pos x="connsiteX0" y="connsiteY0"/>
                </a:cxn>
                <a:cxn ang="0">
                  <a:pos x="connsiteX1" y="connsiteY1"/>
                </a:cxn>
                <a:cxn ang="0">
                  <a:pos x="connsiteX2" y="connsiteY2"/>
                </a:cxn>
              </a:cxnLst>
              <a:rect l="l" t="t" r="r" b="b"/>
              <a:pathLst>
                <a:path w="4606" h="1895">
                  <a:moveTo>
                    <a:pt x="4288" y="1286"/>
                  </a:moveTo>
                  <a:cubicBezTo>
                    <a:pt x="3477" y="474"/>
                    <a:pt x="-3825" y="-1149"/>
                    <a:pt x="2665" y="1286"/>
                  </a:cubicBezTo>
                  <a:cubicBezTo>
                    <a:pt x="4288" y="2098"/>
                    <a:pt x="5099" y="2098"/>
                    <a:pt x="4288" y="128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4" name="Freeform 493">
              <a:extLst>
                <a:ext uri="{FF2B5EF4-FFF2-40B4-BE49-F238E27FC236}">
                  <a16:creationId xmlns:a16="http://schemas.microsoft.com/office/drawing/2014/main" id="{5F9F26C2-565A-C70C-BD55-2A8EEB2E9ECB}"/>
                </a:ext>
              </a:extLst>
            </p:cNvPr>
            <p:cNvSpPr/>
            <p:nvPr/>
          </p:nvSpPr>
          <p:spPr>
            <a:xfrm>
              <a:off x="4968017" y="3233623"/>
              <a:ext cx="2714" cy="1148"/>
            </a:xfrm>
            <a:custGeom>
              <a:avLst/>
              <a:gdLst>
                <a:gd name="connsiteX0" fmla="*/ 2169 w 2714"/>
                <a:gd name="connsiteY0" fmla="*/ 812 h 1148"/>
                <a:gd name="connsiteX1" fmla="*/ 546 w 2714"/>
                <a:gd name="connsiteY1" fmla="*/ 0 h 1148"/>
                <a:gd name="connsiteX2" fmla="*/ 2169 w 2714"/>
                <a:gd name="connsiteY2" fmla="*/ 812 h 1148"/>
              </a:gdLst>
              <a:ahLst/>
              <a:cxnLst>
                <a:cxn ang="0">
                  <a:pos x="connsiteX0" y="connsiteY0"/>
                </a:cxn>
                <a:cxn ang="0">
                  <a:pos x="connsiteX1" y="connsiteY1"/>
                </a:cxn>
                <a:cxn ang="0">
                  <a:pos x="connsiteX2" y="connsiteY2"/>
                </a:cxn>
              </a:cxnLst>
              <a:rect l="l" t="t" r="r" b="b"/>
              <a:pathLst>
                <a:path w="2714" h="1148">
                  <a:moveTo>
                    <a:pt x="2169" y="812"/>
                  </a:moveTo>
                  <a:cubicBezTo>
                    <a:pt x="3791" y="812"/>
                    <a:pt x="1357" y="0"/>
                    <a:pt x="546" y="0"/>
                  </a:cubicBezTo>
                  <a:cubicBezTo>
                    <a:pt x="-1077" y="812"/>
                    <a:pt x="1357" y="1624"/>
                    <a:pt x="2169"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5" name="Freeform 494">
              <a:extLst>
                <a:ext uri="{FF2B5EF4-FFF2-40B4-BE49-F238E27FC236}">
                  <a16:creationId xmlns:a16="http://schemas.microsoft.com/office/drawing/2014/main" id="{146D0107-6D97-0783-0C63-209C47293C74}"/>
                </a:ext>
              </a:extLst>
            </p:cNvPr>
            <p:cNvSpPr/>
            <p:nvPr/>
          </p:nvSpPr>
          <p:spPr>
            <a:xfrm>
              <a:off x="4971581" y="3234098"/>
              <a:ext cx="1596" cy="1148"/>
            </a:xfrm>
            <a:custGeom>
              <a:avLst/>
              <a:gdLst>
                <a:gd name="connsiteX0" fmla="*/ 227 w 1596"/>
                <a:gd name="connsiteY0" fmla="*/ 336 h 1148"/>
                <a:gd name="connsiteX1" fmla="*/ 1039 w 1596"/>
                <a:gd name="connsiteY1" fmla="*/ 1148 h 1148"/>
                <a:gd name="connsiteX2" fmla="*/ 227 w 1596"/>
                <a:gd name="connsiteY2" fmla="*/ 336 h 1148"/>
              </a:gdLst>
              <a:ahLst/>
              <a:cxnLst>
                <a:cxn ang="0">
                  <a:pos x="connsiteX0" y="connsiteY0"/>
                </a:cxn>
                <a:cxn ang="0">
                  <a:pos x="connsiteX1" y="connsiteY1"/>
                </a:cxn>
                <a:cxn ang="0">
                  <a:pos x="connsiteX2" y="connsiteY2"/>
                </a:cxn>
              </a:cxnLst>
              <a:rect l="l" t="t" r="r" b="b"/>
              <a:pathLst>
                <a:path w="1596" h="1148">
                  <a:moveTo>
                    <a:pt x="227" y="336"/>
                  </a:moveTo>
                  <a:cubicBezTo>
                    <a:pt x="-584" y="1960"/>
                    <a:pt x="1039" y="336"/>
                    <a:pt x="1039" y="1148"/>
                  </a:cubicBezTo>
                  <a:cubicBezTo>
                    <a:pt x="2661" y="336"/>
                    <a:pt x="227" y="-475"/>
                    <a:pt x="227"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6" name="Freeform 495">
              <a:extLst>
                <a:ext uri="{FF2B5EF4-FFF2-40B4-BE49-F238E27FC236}">
                  <a16:creationId xmlns:a16="http://schemas.microsoft.com/office/drawing/2014/main" id="{B1B543DA-072A-76AF-4F24-5DC910F180EA}"/>
                </a:ext>
              </a:extLst>
            </p:cNvPr>
            <p:cNvSpPr/>
            <p:nvPr/>
          </p:nvSpPr>
          <p:spPr>
            <a:xfrm>
              <a:off x="4996148" y="3238970"/>
              <a:ext cx="1038" cy="1484"/>
            </a:xfrm>
            <a:custGeom>
              <a:avLst/>
              <a:gdLst>
                <a:gd name="connsiteX0" fmla="*/ 0 w 1038"/>
                <a:gd name="connsiteY0" fmla="*/ 336 h 1484"/>
                <a:gd name="connsiteX1" fmla="*/ 811 w 1038"/>
                <a:gd name="connsiteY1" fmla="*/ 1148 h 1484"/>
                <a:gd name="connsiteX2" fmla="*/ 0 w 1038"/>
                <a:gd name="connsiteY2" fmla="*/ 336 h 1484"/>
              </a:gdLst>
              <a:ahLst/>
              <a:cxnLst>
                <a:cxn ang="0">
                  <a:pos x="connsiteX0" y="connsiteY0"/>
                </a:cxn>
                <a:cxn ang="0">
                  <a:pos x="connsiteX1" y="connsiteY1"/>
                </a:cxn>
                <a:cxn ang="0">
                  <a:pos x="connsiteX2" y="connsiteY2"/>
                </a:cxn>
              </a:cxnLst>
              <a:rect l="l" t="t" r="r" b="b"/>
              <a:pathLst>
                <a:path w="1038" h="1484">
                  <a:moveTo>
                    <a:pt x="0" y="336"/>
                  </a:moveTo>
                  <a:cubicBezTo>
                    <a:pt x="0" y="1148"/>
                    <a:pt x="1623" y="1960"/>
                    <a:pt x="811" y="1148"/>
                  </a:cubicBezTo>
                  <a:cubicBezTo>
                    <a:pt x="1623" y="336"/>
                    <a:pt x="0" y="-476"/>
                    <a:pt x="0"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7" name="Freeform 496">
              <a:extLst>
                <a:ext uri="{FF2B5EF4-FFF2-40B4-BE49-F238E27FC236}">
                  <a16:creationId xmlns:a16="http://schemas.microsoft.com/office/drawing/2014/main" id="{EFE6AB28-0B50-A456-E368-AD9DDF8FBBB0}"/>
                </a:ext>
              </a:extLst>
            </p:cNvPr>
            <p:cNvSpPr/>
            <p:nvPr/>
          </p:nvSpPr>
          <p:spPr>
            <a:xfrm>
              <a:off x="4993714" y="3227128"/>
              <a:ext cx="4815" cy="1623"/>
            </a:xfrm>
            <a:custGeom>
              <a:avLst/>
              <a:gdLst>
                <a:gd name="connsiteX0" fmla="*/ 0 w 4815"/>
                <a:gd name="connsiteY0" fmla="*/ 0 h 1623"/>
                <a:gd name="connsiteX1" fmla="*/ 4057 w 4815"/>
                <a:gd name="connsiteY1" fmla="*/ 1624 h 1623"/>
                <a:gd name="connsiteX2" fmla="*/ 0 w 4815"/>
                <a:gd name="connsiteY2" fmla="*/ 0 h 1623"/>
              </a:gdLst>
              <a:ahLst/>
              <a:cxnLst>
                <a:cxn ang="0">
                  <a:pos x="connsiteX0" y="connsiteY0"/>
                </a:cxn>
                <a:cxn ang="0">
                  <a:pos x="connsiteX1" y="connsiteY1"/>
                </a:cxn>
                <a:cxn ang="0">
                  <a:pos x="connsiteX2" y="connsiteY2"/>
                </a:cxn>
              </a:cxnLst>
              <a:rect l="l" t="t" r="r" b="b"/>
              <a:pathLst>
                <a:path w="4815" h="1623">
                  <a:moveTo>
                    <a:pt x="0" y="0"/>
                  </a:moveTo>
                  <a:cubicBezTo>
                    <a:pt x="4057" y="1624"/>
                    <a:pt x="4057" y="812"/>
                    <a:pt x="4057" y="1624"/>
                  </a:cubicBezTo>
                  <a:cubicBezTo>
                    <a:pt x="5679" y="812"/>
                    <a:pt x="4868"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8" name="Freeform 497">
              <a:extLst>
                <a:ext uri="{FF2B5EF4-FFF2-40B4-BE49-F238E27FC236}">
                  <a16:creationId xmlns:a16="http://schemas.microsoft.com/office/drawing/2014/main" id="{E031C17A-2F70-9D48-C1F9-8123FBA837B6}"/>
                </a:ext>
              </a:extLst>
            </p:cNvPr>
            <p:cNvSpPr/>
            <p:nvPr/>
          </p:nvSpPr>
          <p:spPr>
            <a:xfrm>
              <a:off x="4988898" y="3212864"/>
              <a:ext cx="22664" cy="10737"/>
            </a:xfrm>
            <a:custGeom>
              <a:avLst/>
              <a:gdLst>
                <a:gd name="connsiteX0" fmla="*/ 17797 w 22664"/>
                <a:gd name="connsiteY0" fmla="*/ 1273 h 10737"/>
                <a:gd name="connsiteX1" fmla="*/ 12929 w 22664"/>
                <a:gd name="connsiteY1" fmla="*/ 1273 h 10737"/>
                <a:gd name="connsiteX2" fmla="*/ 6438 w 22664"/>
                <a:gd name="connsiteY2" fmla="*/ 461 h 10737"/>
                <a:gd name="connsiteX3" fmla="*/ 19419 w 22664"/>
                <a:gd name="connsiteY3" fmla="*/ 4521 h 10737"/>
                <a:gd name="connsiteX4" fmla="*/ 1570 w 22664"/>
                <a:gd name="connsiteY4" fmla="*/ 4521 h 10737"/>
                <a:gd name="connsiteX5" fmla="*/ 18608 w 22664"/>
                <a:gd name="connsiteY5" fmla="*/ 8580 h 10737"/>
                <a:gd name="connsiteX6" fmla="*/ 19419 w 22664"/>
                <a:gd name="connsiteY6" fmla="*/ 8580 h 10737"/>
                <a:gd name="connsiteX7" fmla="*/ 21042 w 22664"/>
                <a:gd name="connsiteY7" fmla="*/ 9392 h 10737"/>
                <a:gd name="connsiteX8" fmla="*/ 22664 w 22664"/>
                <a:gd name="connsiteY8" fmla="*/ 10204 h 10737"/>
                <a:gd name="connsiteX9" fmla="*/ 21042 w 22664"/>
                <a:gd name="connsiteY9" fmla="*/ 3709 h 10737"/>
                <a:gd name="connsiteX10" fmla="*/ 17797 w 22664"/>
                <a:gd name="connsiteY10" fmla="*/ 1273 h 1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64" h="10737">
                  <a:moveTo>
                    <a:pt x="17797" y="1273"/>
                  </a:moveTo>
                  <a:cubicBezTo>
                    <a:pt x="16174" y="1273"/>
                    <a:pt x="14551" y="1273"/>
                    <a:pt x="12929" y="1273"/>
                  </a:cubicBezTo>
                  <a:cubicBezTo>
                    <a:pt x="8872" y="2085"/>
                    <a:pt x="7250" y="-1162"/>
                    <a:pt x="6438" y="461"/>
                  </a:cubicBezTo>
                  <a:cubicBezTo>
                    <a:pt x="5627" y="2897"/>
                    <a:pt x="20231" y="2897"/>
                    <a:pt x="19419" y="4521"/>
                  </a:cubicBezTo>
                  <a:cubicBezTo>
                    <a:pt x="19419" y="4521"/>
                    <a:pt x="-6543" y="1273"/>
                    <a:pt x="1570" y="4521"/>
                  </a:cubicBezTo>
                  <a:cubicBezTo>
                    <a:pt x="8061" y="5333"/>
                    <a:pt x="19419" y="6144"/>
                    <a:pt x="18608" y="8580"/>
                  </a:cubicBezTo>
                  <a:cubicBezTo>
                    <a:pt x="18608" y="9392"/>
                    <a:pt x="18608" y="9392"/>
                    <a:pt x="19419" y="8580"/>
                  </a:cubicBezTo>
                  <a:cubicBezTo>
                    <a:pt x="21042" y="7768"/>
                    <a:pt x="21042" y="7768"/>
                    <a:pt x="21042" y="9392"/>
                  </a:cubicBezTo>
                  <a:cubicBezTo>
                    <a:pt x="21042" y="11016"/>
                    <a:pt x="21853" y="11016"/>
                    <a:pt x="22664" y="10204"/>
                  </a:cubicBezTo>
                  <a:cubicBezTo>
                    <a:pt x="22664" y="9392"/>
                    <a:pt x="21853" y="6956"/>
                    <a:pt x="21042" y="3709"/>
                  </a:cubicBezTo>
                  <a:cubicBezTo>
                    <a:pt x="20231" y="1273"/>
                    <a:pt x="20231" y="1273"/>
                    <a:pt x="17797" y="127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499" name="Freeform 498">
              <a:extLst>
                <a:ext uri="{FF2B5EF4-FFF2-40B4-BE49-F238E27FC236}">
                  <a16:creationId xmlns:a16="http://schemas.microsoft.com/office/drawing/2014/main" id="{3496A905-FF99-CF36-EACE-473130240B6E}"/>
                </a:ext>
              </a:extLst>
            </p:cNvPr>
            <p:cNvSpPr/>
            <p:nvPr/>
          </p:nvSpPr>
          <p:spPr>
            <a:xfrm>
              <a:off x="4493607" y="3005763"/>
              <a:ext cx="1841" cy="1345"/>
            </a:xfrm>
            <a:custGeom>
              <a:avLst/>
              <a:gdLst>
                <a:gd name="connsiteX0" fmla="*/ 336 w 1841"/>
                <a:gd name="connsiteY0" fmla="*/ 533 h 1345"/>
                <a:gd name="connsiteX1" fmla="*/ 1147 w 1841"/>
                <a:gd name="connsiteY1" fmla="*/ 1345 h 1345"/>
                <a:gd name="connsiteX2" fmla="*/ 336 w 1841"/>
                <a:gd name="connsiteY2" fmla="*/ 533 h 1345"/>
              </a:gdLst>
              <a:ahLst/>
              <a:cxnLst>
                <a:cxn ang="0">
                  <a:pos x="connsiteX0" y="connsiteY0"/>
                </a:cxn>
                <a:cxn ang="0">
                  <a:pos x="connsiteX1" y="connsiteY1"/>
                </a:cxn>
                <a:cxn ang="0">
                  <a:pos x="connsiteX2" y="connsiteY2"/>
                </a:cxn>
              </a:cxnLst>
              <a:rect l="l" t="t" r="r" b="b"/>
              <a:pathLst>
                <a:path w="1841" h="1345">
                  <a:moveTo>
                    <a:pt x="336" y="533"/>
                  </a:moveTo>
                  <a:cubicBezTo>
                    <a:pt x="-475" y="1345"/>
                    <a:pt x="336" y="1345"/>
                    <a:pt x="1147" y="1345"/>
                  </a:cubicBezTo>
                  <a:cubicBezTo>
                    <a:pt x="2770" y="-279"/>
                    <a:pt x="1147" y="-279"/>
                    <a:pt x="336" y="53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0" name="Freeform 499">
              <a:extLst>
                <a:ext uri="{FF2B5EF4-FFF2-40B4-BE49-F238E27FC236}">
                  <a16:creationId xmlns:a16="http://schemas.microsoft.com/office/drawing/2014/main" id="{F82173FA-8D1A-0451-1AB7-F20385B05EC4}"/>
                </a:ext>
              </a:extLst>
            </p:cNvPr>
            <p:cNvSpPr/>
            <p:nvPr/>
          </p:nvSpPr>
          <p:spPr>
            <a:xfrm>
              <a:off x="5010524" y="3210554"/>
              <a:ext cx="2092" cy="1148"/>
            </a:xfrm>
            <a:custGeom>
              <a:avLst/>
              <a:gdLst>
                <a:gd name="connsiteX0" fmla="*/ 227 w 2092"/>
                <a:gd name="connsiteY0" fmla="*/ 336 h 1148"/>
                <a:gd name="connsiteX1" fmla="*/ 1038 w 2092"/>
                <a:gd name="connsiteY1" fmla="*/ 1148 h 1148"/>
                <a:gd name="connsiteX2" fmla="*/ 227 w 2092"/>
                <a:gd name="connsiteY2" fmla="*/ 336 h 1148"/>
              </a:gdLst>
              <a:ahLst/>
              <a:cxnLst>
                <a:cxn ang="0">
                  <a:pos x="connsiteX0" y="connsiteY0"/>
                </a:cxn>
                <a:cxn ang="0">
                  <a:pos x="connsiteX1" y="connsiteY1"/>
                </a:cxn>
                <a:cxn ang="0">
                  <a:pos x="connsiteX2" y="connsiteY2"/>
                </a:cxn>
              </a:cxnLst>
              <a:rect l="l" t="t" r="r" b="b"/>
              <a:pathLst>
                <a:path w="2092" h="1148">
                  <a:moveTo>
                    <a:pt x="227" y="336"/>
                  </a:moveTo>
                  <a:cubicBezTo>
                    <a:pt x="-584" y="1148"/>
                    <a:pt x="1038" y="336"/>
                    <a:pt x="1038" y="1148"/>
                  </a:cubicBezTo>
                  <a:cubicBezTo>
                    <a:pt x="3472" y="336"/>
                    <a:pt x="1038" y="-476"/>
                    <a:pt x="227"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1" name="Freeform 500">
              <a:extLst>
                <a:ext uri="{FF2B5EF4-FFF2-40B4-BE49-F238E27FC236}">
                  <a16:creationId xmlns:a16="http://schemas.microsoft.com/office/drawing/2014/main" id="{A05A19C7-998D-8CAE-5818-9ACD0C658A94}"/>
                </a:ext>
              </a:extLst>
            </p:cNvPr>
            <p:cNvSpPr/>
            <p:nvPr/>
          </p:nvSpPr>
          <p:spPr>
            <a:xfrm>
              <a:off x="5014662" y="3211702"/>
              <a:ext cx="5144" cy="811"/>
            </a:xfrm>
            <a:custGeom>
              <a:avLst/>
              <a:gdLst>
                <a:gd name="connsiteX0" fmla="*/ 1769 w 5144"/>
                <a:gd name="connsiteY0" fmla="*/ 0 h 811"/>
                <a:gd name="connsiteX1" fmla="*/ 3392 w 5144"/>
                <a:gd name="connsiteY1" fmla="*/ 812 h 811"/>
                <a:gd name="connsiteX2" fmla="*/ 1769 w 5144"/>
                <a:gd name="connsiteY2" fmla="*/ 0 h 811"/>
              </a:gdLst>
              <a:ahLst/>
              <a:cxnLst>
                <a:cxn ang="0">
                  <a:pos x="connsiteX0" y="connsiteY0"/>
                </a:cxn>
                <a:cxn ang="0">
                  <a:pos x="connsiteX1" y="connsiteY1"/>
                </a:cxn>
                <a:cxn ang="0">
                  <a:pos x="connsiteX2" y="connsiteY2"/>
                </a:cxn>
              </a:cxnLst>
              <a:rect l="l" t="t" r="r" b="b"/>
              <a:pathLst>
                <a:path w="5144" h="811">
                  <a:moveTo>
                    <a:pt x="1769" y="0"/>
                  </a:moveTo>
                  <a:cubicBezTo>
                    <a:pt x="-1476" y="0"/>
                    <a:pt x="146" y="812"/>
                    <a:pt x="3392" y="812"/>
                  </a:cubicBezTo>
                  <a:cubicBezTo>
                    <a:pt x="3392" y="0"/>
                    <a:pt x="8260" y="0"/>
                    <a:pt x="1769"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2" name="Freeform 501">
              <a:extLst>
                <a:ext uri="{FF2B5EF4-FFF2-40B4-BE49-F238E27FC236}">
                  <a16:creationId xmlns:a16="http://schemas.microsoft.com/office/drawing/2014/main" id="{14F3652E-6569-2B4B-5F40-135DD2E3D723}"/>
                </a:ext>
              </a:extLst>
            </p:cNvPr>
            <p:cNvSpPr/>
            <p:nvPr/>
          </p:nvSpPr>
          <p:spPr>
            <a:xfrm>
              <a:off x="5024138" y="3211702"/>
              <a:ext cx="3057" cy="1370"/>
            </a:xfrm>
            <a:custGeom>
              <a:avLst/>
              <a:gdLst>
                <a:gd name="connsiteX0" fmla="*/ 2028 w 3057"/>
                <a:gd name="connsiteY0" fmla="*/ 812 h 1370"/>
                <a:gd name="connsiteX1" fmla="*/ 406 w 3057"/>
                <a:gd name="connsiteY1" fmla="*/ 0 h 1370"/>
                <a:gd name="connsiteX2" fmla="*/ 2028 w 3057"/>
                <a:gd name="connsiteY2" fmla="*/ 812 h 1370"/>
              </a:gdLst>
              <a:ahLst/>
              <a:cxnLst>
                <a:cxn ang="0">
                  <a:pos x="connsiteX0" y="connsiteY0"/>
                </a:cxn>
                <a:cxn ang="0">
                  <a:pos x="connsiteX1" y="connsiteY1"/>
                </a:cxn>
                <a:cxn ang="0">
                  <a:pos x="connsiteX2" y="connsiteY2"/>
                </a:cxn>
              </a:cxnLst>
              <a:rect l="l" t="t" r="r" b="b"/>
              <a:pathLst>
                <a:path w="3057" h="1370">
                  <a:moveTo>
                    <a:pt x="2028" y="812"/>
                  </a:moveTo>
                  <a:cubicBezTo>
                    <a:pt x="4462" y="0"/>
                    <a:pt x="2028" y="812"/>
                    <a:pt x="406" y="0"/>
                  </a:cubicBezTo>
                  <a:cubicBezTo>
                    <a:pt x="406" y="0"/>
                    <a:pt x="-1217" y="2436"/>
                    <a:pt x="2028"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3" name="Freeform 502">
              <a:extLst>
                <a:ext uri="{FF2B5EF4-FFF2-40B4-BE49-F238E27FC236}">
                  <a16:creationId xmlns:a16="http://schemas.microsoft.com/office/drawing/2014/main" id="{FF8BE1DE-14AB-CABE-F362-4132B25AD1DC}"/>
                </a:ext>
              </a:extLst>
            </p:cNvPr>
            <p:cNvSpPr/>
            <p:nvPr/>
          </p:nvSpPr>
          <p:spPr>
            <a:xfrm>
              <a:off x="4602559" y="3009452"/>
              <a:ext cx="52190" cy="3469"/>
            </a:xfrm>
            <a:custGeom>
              <a:avLst/>
              <a:gdLst>
                <a:gd name="connsiteX0" fmla="*/ 52025 w 52190"/>
                <a:gd name="connsiteY0" fmla="*/ 1715 h 3469"/>
                <a:gd name="connsiteX1" fmla="*/ 52025 w 52190"/>
                <a:gd name="connsiteY1" fmla="*/ 1715 h 3469"/>
                <a:gd name="connsiteX2" fmla="*/ 17950 w 52190"/>
                <a:gd name="connsiteY2" fmla="*/ 92 h 3469"/>
                <a:gd name="connsiteX3" fmla="*/ 3346 w 52190"/>
                <a:gd name="connsiteY3" fmla="*/ 3339 h 3469"/>
                <a:gd name="connsiteX4" fmla="*/ 47157 w 52190"/>
                <a:gd name="connsiteY4" fmla="*/ 1715 h 3469"/>
                <a:gd name="connsiteX5" fmla="*/ 47968 w 52190"/>
                <a:gd name="connsiteY5" fmla="*/ 1715 h 3469"/>
                <a:gd name="connsiteX6" fmla="*/ 50402 w 52190"/>
                <a:gd name="connsiteY6" fmla="*/ 1715 h 3469"/>
                <a:gd name="connsiteX7" fmla="*/ 52025 w 52190"/>
                <a:gd name="connsiteY7" fmla="*/ 1715 h 3469"/>
                <a:gd name="connsiteX8" fmla="*/ 52025 w 52190"/>
                <a:gd name="connsiteY8" fmla="*/ 1715 h 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 h="3469">
                  <a:moveTo>
                    <a:pt x="52025" y="1715"/>
                  </a:moveTo>
                  <a:cubicBezTo>
                    <a:pt x="52025" y="1715"/>
                    <a:pt x="52025" y="1715"/>
                    <a:pt x="52025" y="1715"/>
                  </a:cubicBezTo>
                  <a:cubicBezTo>
                    <a:pt x="52025" y="904"/>
                    <a:pt x="17950" y="92"/>
                    <a:pt x="17950" y="92"/>
                  </a:cubicBezTo>
                  <a:cubicBezTo>
                    <a:pt x="9836" y="-720"/>
                    <a:pt x="-7201" y="4151"/>
                    <a:pt x="3346" y="3339"/>
                  </a:cubicBezTo>
                  <a:cubicBezTo>
                    <a:pt x="2535" y="3339"/>
                    <a:pt x="44723" y="4151"/>
                    <a:pt x="47157" y="1715"/>
                  </a:cubicBezTo>
                  <a:cubicBezTo>
                    <a:pt x="47968" y="904"/>
                    <a:pt x="49591" y="904"/>
                    <a:pt x="47968" y="1715"/>
                  </a:cubicBezTo>
                  <a:cubicBezTo>
                    <a:pt x="45534" y="2527"/>
                    <a:pt x="49591" y="2527"/>
                    <a:pt x="50402" y="1715"/>
                  </a:cubicBezTo>
                  <a:cubicBezTo>
                    <a:pt x="50402" y="1715"/>
                    <a:pt x="52836" y="4151"/>
                    <a:pt x="52025" y="1715"/>
                  </a:cubicBezTo>
                  <a:cubicBezTo>
                    <a:pt x="51213" y="1715"/>
                    <a:pt x="51213" y="1715"/>
                    <a:pt x="52025" y="171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4" name="Freeform 503">
              <a:extLst>
                <a:ext uri="{FF2B5EF4-FFF2-40B4-BE49-F238E27FC236}">
                  <a16:creationId xmlns:a16="http://schemas.microsoft.com/office/drawing/2014/main" id="{697A7DA1-0CA9-97E7-6461-E15CBF956E92}"/>
                </a:ext>
              </a:extLst>
            </p:cNvPr>
            <p:cNvSpPr/>
            <p:nvPr/>
          </p:nvSpPr>
          <p:spPr>
            <a:xfrm>
              <a:off x="4615799" y="3017441"/>
              <a:ext cx="20965" cy="1844"/>
            </a:xfrm>
            <a:custGeom>
              <a:avLst/>
              <a:gdLst>
                <a:gd name="connsiteX0" fmla="*/ 11201 w 20965"/>
                <a:gd name="connsiteY0" fmla="*/ 221 h 1844"/>
                <a:gd name="connsiteX1" fmla="*/ 4710 w 20965"/>
                <a:gd name="connsiteY1" fmla="*/ 1845 h 1844"/>
                <a:gd name="connsiteX2" fmla="*/ 20936 w 20965"/>
                <a:gd name="connsiteY2" fmla="*/ 221 h 1844"/>
                <a:gd name="connsiteX3" fmla="*/ 11201 w 20965"/>
                <a:gd name="connsiteY3" fmla="*/ 221 h 1844"/>
              </a:gdLst>
              <a:ahLst/>
              <a:cxnLst>
                <a:cxn ang="0">
                  <a:pos x="connsiteX0" y="connsiteY0"/>
                </a:cxn>
                <a:cxn ang="0">
                  <a:pos x="connsiteX1" y="connsiteY1"/>
                </a:cxn>
                <a:cxn ang="0">
                  <a:pos x="connsiteX2" y="connsiteY2"/>
                </a:cxn>
                <a:cxn ang="0">
                  <a:pos x="connsiteX3" y="connsiteY3"/>
                </a:cxn>
              </a:cxnLst>
              <a:rect l="l" t="t" r="r" b="b"/>
              <a:pathLst>
                <a:path w="20965" h="1844">
                  <a:moveTo>
                    <a:pt x="11201" y="221"/>
                  </a:moveTo>
                  <a:cubicBezTo>
                    <a:pt x="-7460" y="-591"/>
                    <a:pt x="2276" y="1033"/>
                    <a:pt x="4710" y="1845"/>
                  </a:cubicBezTo>
                  <a:cubicBezTo>
                    <a:pt x="5521" y="1033"/>
                    <a:pt x="21748" y="1845"/>
                    <a:pt x="20936" y="221"/>
                  </a:cubicBezTo>
                  <a:cubicBezTo>
                    <a:pt x="20936" y="221"/>
                    <a:pt x="14446" y="221"/>
                    <a:pt x="11201" y="22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5" name="Freeform 504">
              <a:extLst>
                <a:ext uri="{FF2B5EF4-FFF2-40B4-BE49-F238E27FC236}">
                  <a16:creationId xmlns:a16="http://schemas.microsoft.com/office/drawing/2014/main" id="{39D6A0B0-C3ED-A3D5-3E7B-555FE2D66BB2}"/>
                </a:ext>
              </a:extLst>
            </p:cNvPr>
            <p:cNvSpPr/>
            <p:nvPr/>
          </p:nvSpPr>
          <p:spPr>
            <a:xfrm>
              <a:off x="4610079" y="3007920"/>
              <a:ext cx="1841" cy="1148"/>
            </a:xfrm>
            <a:custGeom>
              <a:avLst/>
              <a:gdLst>
                <a:gd name="connsiteX0" fmla="*/ 1506 w 1841"/>
                <a:gd name="connsiteY0" fmla="*/ 812 h 1148"/>
                <a:gd name="connsiteX1" fmla="*/ 694 w 1841"/>
                <a:gd name="connsiteY1" fmla="*/ 0 h 1148"/>
                <a:gd name="connsiteX2" fmla="*/ 1506 w 1841"/>
                <a:gd name="connsiteY2" fmla="*/ 812 h 1148"/>
              </a:gdLst>
              <a:ahLst/>
              <a:cxnLst>
                <a:cxn ang="0">
                  <a:pos x="connsiteX0" y="connsiteY0"/>
                </a:cxn>
                <a:cxn ang="0">
                  <a:pos x="connsiteX1" y="connsiteY1"/>
                </a:cxn>
                <a:cxn ang="0">
                  <a:pos x="connsiteX2" y="connsiteY2"/>
                </a:cxn>
              </a:cxnLst>
              <a:rect l="l" t="t" r="r" b="b"/>
              <a:pathLst>
                <a:path w="1841" h="1148">
                  <a:moveTo>
                    <a:pt x="1506" y="812"/>
                  </a:moveTo>
                  <a:cubicBezTo>
                    <a:pt x="2317" y="0"/>
                    <a:pt x="1506" y="0"/>
                    <a:pt x="694" y="0"/>
                  </a:cubicBezTo>
                  <a:cubicBezTo>
                    <a:pt x="-928" y="812"/>
                    <a:pt x="694" y="1624"/>
                    <a:pt x="1506"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6" name="Freeform 505">
              <a:extLst>
                <a:ext uri="{FF2B5EF4-FFF2-40B4-BE49-F238E27FC236}">
                  <a16:creationId xmlns:a16="http://schemas.microsoft.com/office/drawing/2014/main" id="{99BB4168-31E5-5DE3-E02E-75FD19257B6D}"/>
                </a:ext>
              </a:extLst>
            </p:cNvPr>
            <p:cNvSpPr/>
            <p:nvPr/>
          </p:nvSpPr>
          <p:spPr>
            <a:xfrm>
              <a:off x="5024413" y="3177511"/>
              <a:ext cx="5544" cy="2861"/>
            </a:xfrm>
            <a:custGeom>
              <a:avLst/>
              <a:gdLst>
                <a:gd name="connsiteX0" fmla="*/ 130 w 5544"/>
                <a:gd name="connsiteY0" fmla="*/ 2528 h 2861"/>
                <a:gd name="connsiteX1" fmla="*/ 2564 w 5544"/>
                <a:gd name="connsiteY1" fmla="*/ 92 h 2861"/>
                <a:gd name="connsiteX2" fmla="*/ 130 w 5544"/>
                <a:gd name="connsiteY2" fmla="*/ 2528 h 2861"/>
              </a:gdLst>
              <a:ahLst/>
              <a:cxnLst>
                <a:cxn ang="0">
                  <a:pos x="connsiteX0" y="connsiteY0"/>
                </a:cxn>
                <a:cxn ang="0">
                  <a:pos x="connsiteX1" y="connsiteY1"/>
                </a:cxn>
                <a:cxn ang="0">
                  <a:pos x="connsiteX2" y="connsiteY2"/>
                </a:cxn>
              </a:cxnLst>
              <a:rect l="l" t="t" r="r" b="b"/>
              <a:pathLst>
                <a:path w="5544" h="2861">
                  <a:moveTo>
                    <a:pt x="130" y="2528"/>
                  </a:moveTo>
                  <a:cubicBezTo>
                    <a:pt x="10677" y="4151"/>
                    <a:pt x="2564" y="-720"/>
                    <a:pt x="2564" y="92"/>
                  </a:cubicBezTo>
                  <a:cubicBezTo>
                    <a:pt x="2564" y="1716"/>
                    <a:pt x="-681" y="2528"/>
                    <a:pt x="130" y="252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7" name="Freeform 506">
              <a:extLst>
                <a:ext uri="{FF2B5EF4-FFF2-40B4-BE49-F238E27FC236}">
                  <a16:creationId xmlns:a16="http://schemas.microsoft.com/office/drawing/2014/main" id="{ACE2AF22-C1CC-44FE-7CD1-52B2D6EB1F3C}"/>
                </a:ext>
              </a:extLst>
            </p:cNvPr>
            <p:cNvSpPr/>
            <p:nvPr/>
          </p:nvSpPr>
          <p:spPr>
            <a:xfrm>
              <a:off x="4617380" y="3007920"/>
              <a:ext cx="2199" cy="811"/>
            </a:xfrm>
            <a:custGeom>
              <a:avLst/>
              <a:gdLst>
                <a:gd name="connsiteX0" fmla="*/ 1506 w 2199"/>
                <a:gd name="connsiteY0" fmla="*/ 812 h 811"/>
                <a:gd name="connsiteX1" fmla="*/ 694 w 2199"/>
                <a:gd name="connsiteY1" fmla="*/ 0 h 811"/>
                <a:gd name="connsiteX2" fmla="*/ 1506 w 2199"/>
                <a:gd name="connsiteY2" fmla="*/ 812 h 811"/>
              </a:gdLst>
              <a:ahLst/>
              <a:cxnLst>
                <a:cxn ang="0">
                  <a:pos x="connsiteX0" y="connsiteY0"/>
                </a:cxn>
                <a:cxn ang="0">
                  <a:pos x="connsiteX1" y="connsiteY1"/>
                </a:cxn>
                <a:cxn ang="0">
                  <a:pos x="connsiteX2" y="connsiteY2"/>
                </a:cxn>
              </a:cxnLst>
              <a:rect l="l" t="t" r="r" b="b"/>
              <a:pathLst>
                <a:path w="2199" h="811">
                  <a:moveTo>
                    <a:pt x="1506" y="812"/>
                  </a:moveTo>
                  <a:cubicBezTo>
                    <a:pt x="3128" y="812"/>
                    <a:pt x="1506" y="0"/>
                    <a:pt x="694" y="0"/>
                  </a:cubicBezTo>
                  <a:cubicBezTo>
                    <a:pt x="-928" y="812"/>
                    <a:pt x="694" y="812"/>
                    <a:pt x="1506"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8" name="Freeform 507">
              <a:extLst>
                <a:ext uri="{FF2B5EF4-FFF2-40B4-BE49-F238E27FC236}">
                  <a16:creationId xmlns:a16="http://schemas.microsoft.com/office/drawing/2014/main" id="{AE1236CB-70D0-4A57-DE56-3832E763031E}"/>
                </a:ext>
              </a:extLst>
            </p:cNvPr>
            <p:cNvSpPr/>
            <p:nvPr/>
          </p:nvSpPr>
          <p:spPr>
            <a:xfrm>
              <a:off x="5022585" y="3176791"/>
              <a:ext cx="1841" cy="811"/>
            </a:xfrm>
            <a:custGeom>
              <a:avLst/>
              <a:gdLst>
                <a:gd name="connsiteX0" fmla="*/ 336 w 1841"/>
                <a:gd name="connsiteY0" fmla="*/ 0 h 811"/>
                <a:gd name="connsiteX1" fmla="*/ 1147 w 1841"/>
                <a:gd name="connsiteY1" fmla="*/ 812 h 811"/>
                <a:gd name="connsiteX2" fmla="*/ 336 w 1841"/>
                <a:gd name="connsiteY2" fmla="*/ 0 h 811"/>
              </a:gdLst>
              <a:ahLst/>
              <a:cxnLst>
                <a:cxn ang="0">
                  <a:pos x="connsiteX0" y="connsiteY0"/>
                </a:cxn>
                <a:cxn ang="0">
                  <a:pos x="connsiteX1" y="connsiteY1"/>
                </a:cxn>
                <a:cxn ang="0">
                  <a:pos x="connsiteX2" y="connsiteY2"/>
                </a:cxn>
              </a:cxnLst>
              <a:rect l="l" t="t" r="r" b="b"/>
              <a:pathLst>
                <a:path w="1841" h="811">
                  <a:moveTo>
                    <a:pt x="336" y="0"/>
                  </a:moveTo>
                  <a:cubicBezTo>
                    <a:pt x="-475" y="812"/>
                    <a:pt x="336" y="812"/>
                    <a:pt x="1147" y="812"/>
                  </a:cubicBezTo>
                  <a:cubicBezTo>
                    <a:pt x="2770" y="0"/>
                    <a:pt x="1147" y="0"/>
                    <a:pt x="336"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09" name="Freeform 508">
              <a:extLst>
                <a:ext uri="{FF2B5EF4-FFF2-40B4-BE49-F238E27FC236}">
                  <a16:creationId xmlns:a16="http://schemas.microsoft.com/office/drawing/2014/main" id="{F01756FF-62DA-F4FF-7854-6C96FDD06DF2}"/>
                </a:ext>
              </a:extLst>
            </p:cNvPr>
            <p:cNvSpPr/>
            <p:nvPr/>
          </p:nvSpPr>
          <p:spPr>
            <a:xfrm>
              <a:off x="4623208" y="3007920"/>
              <a:ext cx="2714" cy="811"/>
            </a:xfrm>
            <a:custGeom>
              <a:avLst/>
              <a:gdLst>
                <a:gd name="connsiteX0" fmla="*/ 2169 w 2714"/>
                <a:gd name="connsiteY0" fmla="*/ 812 h 811"/>
                <a:gd name="connsiteX1" fmla="*/ 546 w 2714"/>
                <a:gd name="connsiteY1" fmla="*/ 0 h 811"/>
                <a:gd name="connsiteX2" fmla="*/ 2169 w 2714"/>
                <a:gd name="connsiteY2" fmla="*/ 812 h 811"/>
              </a:gdLst>
              <a:ahLst/>
              <a:cxnLst>
                <a:cxn ang="0">
                  <a:pos x="connsiteX0" y="connsiteY0"/>
                </a:cxn>
                <a:cxn ang="0">
                  <a:pos x="connsiteX1" y="connsiteY1"/>
                </a:cxn>
                <a:cxn ang="0">
                  <a:pos x="connsiteX2" y="connsiteY2"/>
                </a:cxn>
              </a:cxnLst>
              <a:rect l="l" t="t" r="r" b="b"/>
              <a:pathLst>
                <a:path w="2714" h="811">
                  <a:moveTo>
                    <a:pt x="2169" y="812"/>
                  </a:moveTo>
                  <a:cubicBezTo>
                    <a:pt x="3791" y="812"/>
                    <a:pt x="1357" y="0"/>
                    <a:pt x="546" y="0"/>
                  </a:cubicBezTo>
                  <a:cubicBezTo>
                    <a:pt x="-1077" y="0"/>
                    <a:pt x="1357" y="812"/>
                    <a:pt x="2169"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0" name="Freeform 509">
              <a:extLst>
                <a:ext uri="{FF2B5EF4-FFF2-40B4-BE49-F238E27FC236}">
                  <a16:creationId xmlns:a16="http://schemas.microsoft.com/office/drawing/2014/main" id="{BA135D0B-1E5A-17F3-AC16-E449C6424660}"/>
                </a:ext>
              </a:extLst>
            </p:cNvPr>
            <p:cNvSpPr/>
            <p:nvPr/>
          </p:nvSpPr>
          <p:spPr>
            <a:xfrm>
              <a:off x="4656219" y="3010190"/>
              <a:ext cx="1370" cy="2335"/>
            </a:xfrm>
            <a:custGeom>
              <a:avLst/>
              <a:gdLst>
                <a:gd name="connsiteX0" fmla="*/ 799 w 1370"/>
                <a:gd name="connsiteY0" fmla="*/ 166 h 2335"/>
                <a:gd name="connsiteX1" fmla="*/ 799 w 1370"/>
                <a:gd name="connsiteY1" fmla="*/ 1789 h 2335"/>
                <a:gd name="connsiteX2" fmla="*/ 799 w 1370"/>
                <a:gd name="connsiteY2" fmla="*/ 166 h 2335"/>
              </a:gdLst>
              <a:ahLst/>
              <a:cxnLst>
                <a:cxn ang="0">
                  <a:pos x="connsiteX0" y="connsiteY0"/>
                </a:cxn>
                <a:cxn ang="0">
                  <a:pos x="connsiteX1" y="connsiteY1"/>
                </a:cxn>
                <a:cxn ang="0">
                  <a:pos x="connsiteX2" y="connsiteY2"/>
                </a:cxn>
              </a:cxnLst>
              <a:rect l="l" t="t" r="r" b="b"/>
              <a:pathLst>
                <a:path w="1370" h="2335">
                  <a:moveTo>
                    <a:pt x="799" y="166"/>
                  </a:moveTo>
                  <a:cubicBezTo>
                    <a:pt x="-1635" y="977"/>
                    <a:pt x="2422" y="3413"/>
                    <a:pt x="799" y="1789"/>
                  </a:cubicBezTo>
                  <a:cubicBezTo>
                    <a:pt x="-12" y="1789"/>
                    <a:pt x="2422" y="-646"/>
                    <a:pt x="799" y="16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1" name="Freeform 510">
              <a:extLst>
                <a:ext uri="{FF2B5EF4-FFF2-40B4-BE49-F238E27FC236}">
                  <a16:creationId xmlns:a16="http://schemas.microsoft.com/office/drawing/2014/main" id="{74E731FF-E646-350A-2847-ACD0D4DFB047}"/>
                </a:ext>
              </a:extLst>
            </p:cNvPr>
            <p:cNvSpPr/>
            <p:nvPr/>
          </p:nvSpPr>
          <p:spPr>
            <a:xfrm>
              <a:off x="4648569" y="3005485"/>
              <a:ext cx="1483" cy="1148"/>
            </a:xfrm>
            <a:custGeom>
              <a:avLst/>
              <a:gdLst>
                <a:gd name="connsiteX0" fmla="*/ 1147 w 1483"/>
                <a:gd name="connsiteY0" fmla="*/ 812 h 1148"/>
                <a:gd name="connsiteX1" fmla="*/ 336 w 1483"/>
                <a:gd name="connsiteY1" fmla="*/ 0 h 1148"/>
                <a:gd name="connsiteX2" fmla="*/ 1147 w 1483"/>
                <a:gd name="connsiteY2" fmla="*/ 812 h 1148"/>
              </a:gdLst>
              <a:ahLst/>
              <a:cxnLst>
                <a:cxn ang="0">
                  <a:pos x="connsiteX0" y="connsiteY0"/>
                </a:cxn>
                <a:cxn ang="0">
                  <a:pos x="connsiteX1" y="connsiteY1"/>
                </a:cxn>
                <a:cxn ang="0">
                  <a:pos x="connsiteX2" y="connsiteY2"/>
                </a:cxn>
              </a:cxnLst>
              <a:rect l="l" t="t" r="r" b="b"/>
              <a:pathLst>
                <a:path w="1483" h="1148">
                  <a:moveTo>
                    <a:pt x="1147" y="812"/>
                  </a:moveTo>
                  <a:cubicBezTo>
                    <a:pt x="1959" y="0"/>
                    <a:pt x="1147" y="0"/>
                    <a:pt x="336" y="0"/>
                  </a:cubicBezTo>
                  <a:cubicBezTo>
                    <a:pt x="-475" y="812"/>
                    <a:pt x="336" y="1624"/>
                    <a:pt x="1147"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2" name="Freeform 511">
              <a:extLst>
                <a:ext uri="{FF2B5EF4-FFF2-40B4-BE49-F238E27FC236}">
                  <a16:creationId xmlns:a16="http://schemas.microsoft.com/office/drawing/2014/main" id="{1C3730AB-2083-AAD0-23F5-F9A495471F99}"/>
                </a:ext>
              </a:extLst>
            </p:cNvPr>
            <p:cNvSpPr/>
            <p:nvPr/>
          </p:nvSpPr>
          <p:spPr>
            <a:xfrm>
              <a:off x="4653424" y="3003524"/>
              <a:ext cx="4848" cy="1148"/>
            </a:xfrm>
            <a:custGeom>
              <a:avLst/>
              <a:gdLst>
                <a:gd name="connsiteX0" fmla="*/ 1972 w 4848"/>
                <a:gd name="connsiteY0" fmla="*/ 336 h 1148"/>
                <a:gd name="connsiteX1" fmla="*/ 2783 w 4848"/>
                <a:gd name="connsiteY1" fmla="*/ 1148 h 1148"/>
                <a:gd name="connsiteX2" fmla="*/ 1972 w 4848"/>
                <a:gd name="connsiteY2" fmla="*/ 336 h 1148"/>
              </a:gdLst>
              <a:ahLst/>
              <a:cxnLst>
                <a:cxn ang="0">
                  <a:pos x="connsiteX0" y="connsiteY0"/>
                </a:cxn>
                <a:cxn ang="0">
                  <a:pos x="connsiteX1" y="connsiteY1"/>
                </a:cxn>
                <a:cxn ang="0">
                  <a:pos x="connsiteX2" y="connsiteY2"/>
                </a:cxn>
              </a:cxnLst>
              <a:rect l="l" t="t" r="r" b="b"/>
              <a:pathLst>
                <a:path w="4848" h="1148">
                  <a:moveTo>
                    <a:pt x="1972" y="336"/>
                  </a:moveTo>
                  <a:cubicBezTo>
                    <a:pt x="-2896" y="1148"/>
                    <a:pt x="2783" y="1148"/>
                    <a:pt x="2783" y="1148"/>
                  </a:cubicBezTo>
                  <a:cubicBezTo>
                    <a:pt x="6028" y="336"/>
                    <a:pt x="5217" y="-476"/>
                    <a:pt x="1972" y="33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3" name="Freeform 512">
              <a:extLst>
                <a:ext uri="{FF2B5EF4-FFF2-40B4-BE49-F238E27FC236}">
                  <a16:creationId xmlns:a16="http://schemas.microsoft.com/office/drawing/2014/main" id="{DD54E92C-1CF5-D438-A736-B4113AD03F28}"/>
                </a:ext>
              </a:extLst>
            </p:cNvPr>
            <p:cNvSpPr/>
            <p:nvPr/>
          </p:nvSpPr>
          <p:spPr>
            <a:xfrm>
              <a:off x="4665468" y="3003500"/>
              <a:ext cx="2222" cy="721"/>
            </a:xfrm>
            <a:custGeom>
              <a:avLst/>
              <a:gdLst>
                <a:gd name="connsiteX0" fmla="*/ 1285 w 2222"/>
                <a:gd name="connsiteY0" fmla="*/ 361 h 721"/>
                <a:gd name="connsiteX1" fmla="*/ 1285 w 2222"/>
                <a:gd name="connsiteY1" fmla="*/ 361 h 721"/>
                <a:gd name="connsiteX2" fmla="*/ 1285 w 2222"/>
                <a:gd name="connsiteY2" fmla="*/ 361 h 721"/>
              </a:gdLst>
              <a:ahLst/>
              <a:cxnLst>
                <a:cxn ang="0">
                  <a:pos x="connsiteX0" y="connsiteY0"/>
                </a:cxn>
                <a:cxn ang="0">
                  <a:pos x="connsiteX1" y="connsiteY1"/>
                </a:cxn>
                <a:cxn ang="0">
                  <a:pos x="connsiteX2" y="connsiteY2"/>
                </a:cxn>
              </a:cxnLst>
              <a:rect l="l" t="t" r="r" b="b"/>
              <a:pathLst>
                <a:path w="2222" h="721">
                  <a:moveTo>
                    <a:pt x="1285" y="361"/>
                  </a:moveTo>
                  <a:cubicBezTo>
                    <a:pt x="2908" y="361"/>
                    <a:pt x="2097" y="-451"/>
                    <a:pt x="1285" y="361"/>
                  </a:cubicBezTo>
                  <a:cubicBezTo>
                    <a:pt x="-1148" y="1173"/>
                    <a:pt x="474" y="361"/>
                    <a:pt x="1285"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4" name="Freeform 513">
              <a:extLst>
                <a:ext uri="{FF2B5EF4-FFF2-40B4-BE49-F238E27FC236}">
                  <a16:creationId xmlns:a16="http://schemas.microsoft.com/office/drawing/2014/main" id="{B13B111D-8186-C1CF-BA73-A38934491FFB}"/>
                </a:ext>
              </a:extLst>
            </p:cNvPr>
            <p:cNvSpPr/>
            <p:nvPr/>
          </p:nvSpPr>
          <p:spPr>
            <a:xfrm>
              <a:off x="4669643" y="3003049"/>
              <a:ext cx="7430" cy="1623"/>
            </a:xfrm>
            <a:custGeom>
              <a:avLst/>
              <a:gdLst>
                <a:gd name="connsiteX0" fmla="*/ 4413 w 7430"/>
                <a:gd name="connsiteY0" fmla="*/ 1624 h 1623"/>
                <a:gd name="connsiteX1" fmla="*/ 3601 w 7430"/>
                <a:gd name="connsiteY1" fmla="*/ 0 h 1623"/>
                <a:gd name="connsiteX2" fmla="*/ 4413 w 7430"/>
                <a:gd name="connsiteY2" fmla="*/ 1624 h 1623"/>
              </a:gdLst>
              <a:ahLst/>
              <a:cxnLst>
                <a:cxn ang="0">
                  <a:pos x="connsiteX0" y="connsiteY0"/>
                </a:cxn>
                <a:cxn ang="0">
                  <a:pos x="connsiteX1" y="connsiteY1"/>
                </a:cxn>
                <a:cxn ang="0">
                  <a:pos x="connsiteX2" y="connsiteY2"/>
                </a:cxn>
              </a:cxnLst>
              <a:rect l="l" t="t" r="r" b="b"/>
              <a:pathLst>
                <a:path w="7430" h="1623">
                  <a:moveTo>
                    <a:pt x="4413" y="1624"/>
                  </a:moveTo>
                  <a:cubicBezTo>
                    <a:pt x="4413" y="1624"/>
                    <a:pt x="11715" y="812"/>
                    <a:pt x="3601" y="0"/>
                  </a:cubicBezTo>
                  <a:cubicBezTo>
                    <a:pt x="-2078" y="0"/>
                    <a:pt x="-455" y="1624"/>
                    <a:pt x="4413"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5" name="Freeform 514">
              <a:extLst>
                <a:ext uri="{FF2B5EF4-FFF2-40B4-BE49-F238E27FC236}">
                  <a16:creationId xmlns:a16="http://schemas.microsoft.com/office/drawing/2014/main" id="{DF7D172E-2B26-FC15-B59D-D226132A5164}"/>
                </a:ext>
              </a:extLst>
            </p:cNvPr>
            <p:cNvSpPr/>
            <p:nvPr/>
          </p:nvSpPr>
          <p:spPr>
            <a:xfrm>
              <a:off x="4678923" y="3003252"/>
              <a:ext cx="1622" cy="969"/>
            </a:xfrm>
            <a:custGeom>
              <a:avLst/>
              <a:gdLst>
                <a:gd name="connsiteX0" fmla="*/ 0 w 1622"/>
                <a:gd name="connsiteY0" fmla="*/ 609 h 969"/>
                <a:gd name="connsiteX1" fmla="*/ 1623 w 1622"/>
                <a:gd name="connsiteY1" fmla="*/ 609 h 969"/>
                <a:gd name="connsiteX2" fmla="*/ 0 w 1622"/>
                <a:gd name="connsiteY2" fmla="*/ 609 h 969"/>
              </a:gdLst>
              <a:ahLst/>
              <a:cxnLst>
                <a:cxn ang="0">
                  <a:pos x="connsiteX0" y="connsiteY0"/>
                </a:cxn>
                <a:cxn ang="0">
                  <a:pos x="connsiteX1" y="connsiteY1"/>
                </a:cxn>
                <a:cxn ang="0">
                  <a:pos x="connsiteX2" y="connsiteY2"/>
                </a:cxn>
              </a:cxnLst>
              <a:rect l="l" t="t" r="r" b="b"/>
              <a:pathLst>
                <a:path w="1622" h="969">
                  <a:moveTo>
                    <a:pt x="0" y="609"/>
                  </a:moveTo>
                  <a:cubicBezTo>
                    <a:pt x="0" y="609"/>
                    <a:pt x="811" y="1421"/>
                    <a:pt x="1623" y="609"/>
                  </a:cubicBezTo>
                  <a:cubicBezTo>
                    <a:pt x="1623" y="-203"/>
                    <a:pt x="0" y="-203"/>
                    <a:pt x="0"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6" name="Freeform 515">
              <a:extLst>
                <a:ext uri="{FF2B5EF4-FFF2-40B4-BE49-F238E27FC236}">
                  <a16:creationId xmlns:a16="http://schemas.microsoft.com/office/drawing/2014/main" id="{2F08A8BF-EF5F-D125-21C7-F11A4A5007D5}"/>
                </a:ext>
              </a:extLst>
            </p:cNvPr>
            <p:cNvSpPr/>
            <p:nvPr/>
          </p:nvSpPr>
          <p:spPr>
            <a:xfrm>
              <a:off x="4683048" y="3003049"/>
              <a:ext cx="15521" cy="1789"/>
            </a:xfrm>
            <a:custGeom>
              <a:avLst/>
              <a:gdLst>
                <a:gd name="connsiteX0" fmla="*/ 743 w 15521"/>
                <a:gd name="connsiteY0" fmla="*/ 1624 h 1789"/>
                <a:gd name="connsiteX1" fmla="*/ 2366 w 15521"/>
                <a:gd name="connsiteY1" fmla="*/ 1624 h 1789"/>
                <a:gd name="connsiteX2" fmla="*/ 12102 w 15521"/>
                <a:gd name="connsiteY2" fmla="*/ 0 h 1789"/>
                <a:gd name="connsiteX3" fmla="*/ 743 w 15521"/>
                <a:gd name="connsiteY3" fmla="*/ 1624 h 1789"/>
              </a:gdLst>
              <a:ahLst/>
              <a:cxnLst>
                <a:cxn ang="0">
                  <a:pos x="connsiteX0" y="connsiteY0"/>
                </a:cxn>
                <a:cxn ang="0">
                  <a:pos x="connsiteX1" y="connsiteY1"/>
                </a:cxn>
                <a:cxn ang="0">
                  <a:pos x="connsiteX2" y="connsiteY2"/>
                </a:cxn>
                <a:cxn ang="0">
                  <a:pos x="connsiteX3" y="connsiteY3"/>
                </a:cxn>
              </a:cxnLst>
              <a:rect l="l" t="t" r="r" b="b"/>
              <a:pathLst>
                <a:path w="15521" h="1789">
                  <a:moveTo>
                    <a:pt x="743" y="1624"/>
                  </a:moveTo>
                  <a:cubicBezTo>
                    <a:pt x="1555" y="1624"/>
                    <a:pt x="2366" y="1624"/>
                    <a:pt x="2366" y="1624"/>
                  </a:cubicBezTo>
                  <a:cubicBezTo>
                    <a:pt x="21026" y="2436"/>
                    <a:pt x="15347" y="0"/>
                    <a:pt x="12102" y="0"/>
                  </a:cubicBezTo>
                  <a:cubicBezTo>
                    <a:pt x="10479" y="812"/>
                    <a:pt x="-3313" y="0"/>
                    <a:pt x="743" y="162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7" name="Freeform 516">
              <a:extLst>
                <a:ext uri="{FF2B5EF4-FFF2-40B4-BE49-F238E27FC236}">
                  <a16:creationId xmlns:a16="http://schemas.microsoft.com/office/drawing/2014/main" id="{E07287BB-EEF4-710B-EF7C-4C72053A4098}"/>
                </a:ext>
              </a:extLst>
            </p:cNvPr>
            <p:cNvSpPr/>
            <p:nvPr/>
          </p:nvSpPr>
          <p:spPr>
            <a:xfrm>
              <a:off x="4732414" y="3018114"/>
              <a:ext cx="21552" cy="2165"/>
            </a:xfrm>
            <a:custGeom>
              <a:avLst/>
              <a:gdLst>
                <a:gd name="connsiteX0" fmla="*/ 17905 w 21552"/>
                <a:gd name="connsiteY0" fmla="*/ 361 h 2165"/>
                <a:gd name="connsiteX1" fmla="*/ 56 w 21552"/>
                <a:gd name="connsiteY1" fmla="*/ 361 h 2165"/>
                <a:gd name="connsiteX2" fmla="*/ 17905 w 21552"/>
                <a:gd name="connsiteY2" fmla="*/ 361 h 2165"/>
              </a:gdLst>
              <a:ahLst/>
              <a:cxnLst>
                <a:cxn ang="0">
                  <a:pos x="connsiteX0" y="connsiteY0"/>
                </a:cxn>
                <a:cxn ang="0">
                  <a:pos x="connsiteX1" y="connsiteY1"/>
                </a:cxn>
                <a:cxn ang="0">
                  <a:pos x="connsiteX2" y="connsiteY2"/>
                </a:cxn>
              </a:cxnLst>
              <a:rect l="l" t="t" r="r" b="b"/>
              <a:pathLst>
                <a:path w="21552" h="2165">
                  <a:moveTo>
                    <a:pt x="17905" y="361"/>
                  </a:moveTo>
                  <a:cubicBezTo>
                    <a:pt x="8169" y="361"/>
                    <a:pt x="56" y="-451"/>
                    <a:pt x="56" y="361"/>
                  </a:cubicBezTo>
                  <a:cubicBezTo>
                    <a:pt x="-1566" y="4420"/>
                    <a:pt x="32509" y="361"/>
                    <a:pt x="17905"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8" name="Freeform 517">
              <a:extLst>
                <a:ext uri="{FF2B5EF4-FFF2-40B4-BE49-F238E27FC236}">
                  <a16:creationId xmlns:a16="http://schemas.microsoft.com/office/drawing/2014/main" id="{5B958429-67BC-16F9-500E-538473E7ECE5}"/>
                </a:ext>
              </a:extLst>
            </p:cNvPr>
            <p:cNvSpPr/>
            <p:nvPr/>
          </p:nvSpPr>
          <p:spPr>
            <a:xfrm>
              <a:off x="4701617" y="3003500"/>
              <a:ext cx="32123" cy="1375"/>
            </a:xfrm>
            <a:custGeom>
              <a:avLst/>
              <a:gdLst>
                <a:gd name="connsiteX0" fmla="*/ 20307 w 32123"/>
                <a:gd name="connsiteY0" fmla="*/ 1173 h 1375"/>
                <a:gd name="connsiteX1" fmla="*/ 31665 w 32123"/>
                <a:gd name="connsiteY1" fmla="*/ 361 h 1375"/>
                <a:gd name="connsiteX2" fmla="*/ 835 w 32123"/>
                <a:gd name="connsiteY2" fmla="*/ 361 h 1375"/>
                <a:gd name="connsiteX3" fmla="*/ 20307 w 32123"/>
                <a:gd name="connsiteY3" fmla="*/ 1173 h 1375"/>
              </a:gdLst>
              <a:ahLst/>
              <a:cxnLst>
                <a:cxn ang="0">
                  <a:pos x="connsiteX0" y="connsiteY0"/>
                </a:cxn>
                <a:cxn ang="0">
                  <a:pos x="connsiteX1" y="connsiteY1"/>
                </a:cxn>
                <a:cxn ang="0">
                  <a:pos x="connsiteX2" y="connsiteY2"/>
                </a:cxn>
                <a:cxn ang="0">
                  <a:pos x="connsiteX3" y="connsiteY3"/>
                </a:cxn>
              </a:cxnLst>
              <a:rect l="l" t="t" r="r" b="b"/>
              <a:pathLst>
                <a:path w="32123" h="1375">
                  <a:moveTo>
                    <a:pt x="20307" y="1173"/>
                  </a:moveTo>
                  <a:cubicBezTo>
                    <a:pt x="30854" y="1985"/>
                    <a:pt x="33288" y="-451"/>
                    <a:pt x="31665" y="361"/>
                  </a:cubicBezTo>
                  <a:cubicBezTo>
                    <a:pt x="26797" y="361"/>
                    <a:pt x="1646" y="-451"/>
                    <a:pt x="835" y="361"/>
                  </a:cubicBezTo>
                  <a:cubicBezTo>
                    <a:pt x="-4844" y="1985"/>
                    <a:pt x="20307" y="1173"/>
                    <a:pt x="20307" y="117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19" name="Freeform 518">
              <a:extLst>
                <a:ext uri="{FF2B5EF4-FFF2-40B4-BE49-F238E27FC236}">
                  <a16:creationId xmlns:a16="http://schemas.microsoft.com/office/drawing/2014/main" id="{41BF6320-FC9F-DFF6-4835-DB57BD2C11A7}"/>
                </a:ext>
              </a:extLst>
            </p:cNvPr>
            <p:cNvSpPr/>
            <p:nvPr/>
          </p:nvSpPr>
          <p:spPr>
            <a:xfrm>
              <a:off x="4728185" y="3012261"/>
              <a:ext cx="16448" cy="1678"/>
            </a:xfrm>
            <a:custGeom>
              <a:avLst/>
              <a:gdLst>
                <a:gd name="connsiteX0" fmla="*/ 1040 w 16448"/>
                <a:gd name="connsiteY0" fmla="*/ 1342 h 1678"/>
                <a:gd name="connsiteX1" fmla="*/ 5908 w 16448"/>
                <a:gd name="connsiteY1" fmla="*/ 1342 h 1678"/>
                <a:gd name="connsiteX2" fmla="*/ 12399 w 16448"/>
                <a:gd name="connsiteY2" fmla="*/ 530 h 1678"/>
                <a:gd name="connsiteX3" fmla="*/ 1040 w 16448"/>
                <a:gd name="connsiteY3" fmla="*/ 1342 h 1678"/>
              </a:gdLst>
              <a:ahLst/>
              <a:cxnLst>
                <a:cxn ang="0">
                  <a:pos x="connsiteX0" y="connsiteY0"/>
                </a:cxn>
                <a:cxn ang="0">
                  <a:pos x="connsiteX1" y="connsiteY1"/>
                </a:cxn>
                <a:cxn ang="0">
                  <a:pos x="connsiteX2" y="connsiteY2"/>
                </a:cxn>
                <a:cxn ang="0">
                  <a:pos x="connsiteX3" y="connsiteY3"/>
                </a:cxn>
              </a:cxnLst>
              <a:rect l="l" t="t" r="r" b="b"/>
              <a:pathLst>
                <a:path w="16448" h="1678">
                  <a:moveTo>
                    <a:pt x="1040" y="1342"/>
                  </a:moveTo>
                  <a:cubicBezTo>
                    <a:pt x="4285" y="1342"/>
                    <a:pt x="4285" y="530"/>
                    <a:pt x="5908" y="1342"/>
                  </a:cubicBezTo>
                  <a:cubicBezTo>
                    <a:pt x="7531" y="2154"/>
                    <a:pt x="6720" y="1342"/>
                    <a:pt x="12399" y="530"/>
                  </a:cubicBezTo>
                  <a:cubicBezTo>
                    <a:pt x="27813" y="530"/>
                    <a:pt x="-6262" y="-1094"/>
                    <a:pt x="1040" y="134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0" name="Freeform 519">
              <a:extLst>
                <a:ext uri="{FF2B5EF4-FFF2-40B4-BE49-F238E27FC236}">
                  <a16:creationId xmlns:a16="http://schemas.microsoft.com/office/drawing/2014/main" id="{F279CB87-F0FF-DCFC-FBF2-46050A486825}"/>
                </a:ext>
              </a:extLst>
            </p:cNvPr>
            <p:cNvSpPr/>
            <p:nvPr/>
          </p:nvSpPr>
          <p:spPr>
            <a:xfrm>
              <a:off x="4717185" y="3005960"/>
              <a:ext cx="28807" cy="2531"/>
            </a:xfrm>
            <a:custGeom>
              <a:avLst/>
              <a:gdLst>
                <a:gd name="connsiteX0" fmla="*/ 3115 w 28807"/>
                <a:gd name="connsiteY0" fmla="*/ 1960 h 2531"/>
                <a:gd name="connsiteX1" fmla="*/ 7983 w 28807"/>
                <a:gd name="connsiteY1" fmla="*/ 1960 h 2531"/>
                <a:gd name="connsiteX2" fmla="*/ 19342 w 28807"/>
                <a:gd name="connsiteY2" fmla="*/ 1960 h 2531"/>
                <a:gd name="connsiteX3" fmla="*/ 16908 w 28807"/>
                <a:gd name="connsiteY3" fmla="*/ 336 h 2531"/>
                <a:gd name="connsiteX4" fmla="*/ 682 w 28807"/>
                <a:gd name="connsiteY4" fmla="*/ 1148 h 2531"/>
                <a:gd name="connsiteX5" fmla="*/ 3115 w 28807"/>
                <a:gd name="connsiteY5" fmla="*/ 1960 h 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7" h="2531">
                  <a:moveTo>
                    <a:pt x="3115" y="1960"/>
                  </a:moveTo>
                  <a:cubicBezTo>
                    <a:pt x="5550" y="1148"/>
                    <a:pt x="3115" y="3584"/>
                    <a:pt x="7983" y="1960"/>
                  </a:cubicBezTo>
                  <a:cubicBezTo>
                    <a:pt x="14474" y="-476"/>
                    <a:pt x="15285" y="2772"/>
                    <a:pt x="19342" y="1960"/>
                  </a:cubicBezTo>
                  <a:cubicBezTo>
                    <a:pt x="40436" y="-476"/>
                    <a:pt x="20153" y="1148"/>
                    <a:pt x="16908" y="336"/>
                  </a:cubicBezTo>
                  <a:cubicBezTo>
                    <a:pt x="15285" y="-476"/>
                    <a:pt x="1493" y="336"/>
                    <a:pt x="682" y="1148"/>
                  </a:cubicBezTo>
                  <a:cubicBezTo>
                    <a:pt x="-1753" y="1960"/>
                    <a:pt x="3115" y="1960"/>
                    <a:pt x="3115" y="196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1" name="Freeform 520">
              <a:extLst>
                <a:ext uri="{FF2B5EF4-FFF2-40B4-BE49-F238E27FC236}">
                  <a16:creationId xmlns:a16="http://schemas.microsoft.com/office/drawing/2014/main" id="{1AFEE842-C7A9-5857-E421-1000C6642A85}"/>
                </a:ext>
              </a:extLst>
            </p:cNvPr>
            <p:cNvSpPr/>
            <p:nvPr/>
          </p:nvSpPr>
          <p:spPr>
            <a:xfrm>
              <a:off x="4698385" y="2995702"/>
              <a:ext cx="214552" cy="11861"/>
            </a:xfrm>
            <a:custGeom>
              <a:avLst/>
              <a:gdLst>
                <a:gd name="connsiteX0" fmla="*/ 206084 w 214552"/>
                <a:gd name="connsiteY0" fmla="*/ 11406 h 11861"/>
                <a:gd name="connsiteX1" fmla="*/ 212575 w 214552"/>
                <a:gd name="connsiteY1" fmla="*/ 9783 h 11861"/>
                <a:gd name="connsiteX2" fmla="*/ 10 w 214552"/>
                <a:gd name="connsiteY2" fmla="*/ 1664 h 11861"/>
                <a:gd name="connsiteX3" fmla="*/ 206084 w 214552"/>
                <a:gd name="connsiteY3" fmla="*/ 11406 h 11861"/>
              </a:gdLst>
              <a:ahLst/>
              <a:cxnLst>
                <a:cxn ang="0">
                  <a:pos x="connsiteX0" y="connsiteY0"/>
                </a:cxn>
                <a:cxn ang="0">
                  <a:pos x="connsiteX1" y="connsiteY1"/>
                </a:cxn>
                <a:cxn ang="0">
                  <a:pos x="connsiteX2" y="connsiteY2"/>
                </a:cxn>
                <a:cxn ang="0">
                  <a:pos x="connsiteX3" y="connsiteY3"/>
                </a:cxn>
              </a:cxnLst>
              <a:rect l="l" t="t" r="r" b="b"/>
              <a:pathLst>
                <a:path w="214552" h="11861">
                  <a:moveTo>
                    <a:pt x="206084" y="11406"/>
                  </a:moveTo>
                  <a:cubicBezTo>
                    <a:pt x="212575" y="13030"/>
                    <a:pt x="217442" y="9783"/>
                    <a:pt x="212575" y="9783"/>
                  </a:cubicBezTo>
                  <a:cubicBezTo>
                    <a:pt x="212575" y="9783"/>
                    <a:pt x="2444" y="-4831"/>
                    <a:pt x="10" y="1664"/>
                  </a:cubicBezTo>
                  <a:cubicBezTo>
                    <a:pt x="-1613" y="4912"/>
                    <a:pt x="193103" y="8159"/>
                    <a:pt x="206084" y="11406"/>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2" name="Freeform 521">
              <a:extLst>
                <a:ext uri="{FF2B5EF4-FFF2-40B4-BE49-F238E27FC236}">
                  <a16:creationId xmlns:a16="http://schemas.microsoft.com/office/drawing/2014/main" id="{677E9BAD-E4EE-06CB-41F7-B3248010F3CB}"/>
                </a:ext>
              </a:extLst>
            </p:cNvPr>
            <p:cNvSpPr/>
            <p:nvPr/>
          </p:nvSpPr>
          <p:spPr>
            <a:xfrm>
              <a:off x="4736722" y="3004876"/>
              <a:ext cx="2534" cy="608"/>
            </a:xfrm>
            <a:custGeom>
              <a:avLst/>
              <a:gdLst>
                <a:gd name="connsiteX0" fmla="*/ 2238 w 2534"/>
                <a:gd name="connsiteY0" fmla="*/ 609 h 608"/>
                <a:gd name="connsiteX1" fmla="*/ 616 w 2534"/>
                <a:gd name="connsiteY1" fmla="*/ 609 h 608"/>
                <a:gd name="connsiteX2" fmla="*/ 2238 w 2534"/>
                <a:gd name="connsiteY2" fmla="*/ 609 h 608"/>
              </a:gdLst>
              <a:ahLst/>
              <a:cxnLst>
                <a:cxn ang="0">
                  <a:pos x="connsiteX0" y="connsiteY0"/>
                </a:cxn>
                <a:cxn ang="0">
                  <a:pos x="connsiteX1" y="connsiteY1"/>
                </a:cxn>
                <a:cxn ang="0">
                  <a:pos x="connsiteX2" y="connsiteY2"/>
                </a:cxn>
              </a:cxnLst>
              <a:rect l="l" t="t" r="r" b="b"/>
              <a:pathLst>
                <a:path w="2534" h="608">
                  <a:moveTo>
                    <a:pt x="2238" y="609"/>
                  </a:moveTo>
                  <a:cubicBezTo>
                    <a:pt x="3861" y="-203"/>
                    <a:pt x="-1818" y="-203"/>
                    <a:pt x="616" y="609"/>
                  </a:cubicBezTo>
                  <a:cubicBezTo>
                    <a:pt x="1427" y="609"/>
                    <a:pt x="1427" y="609"/>
                    <a:pt x="2238" y="609"/>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3" name="Freeform 522">
              <a:extLst>
                <a:ext uri="{FF2B5EF4-FFF2-40B4-BE49-F238E27FC236}">
                  <a16:creationId xmlns:a16="http://schemas.microsoft.com/office/drawing/2014/main" id="{9AFD0A51-C7D8-B995-05A1-038BDFF6FB4A}"/>
                </a:ext>
              </a:extLst>
            </p:cNvPr>
            <p:cNvSpPr/>
            <p:nvPr/>
          </p:nvSpPr>
          <p:spPr>
            <a:xfrm>
              <a:off x="4801432" y="3020910"/>
              <a:ext cx="9883" cy="360"/>
            </a:xfrm>
            <a:custGeom>
              <a:avLst/>
              <a:gdLst>
                <a:gd name="connsiteX0" fmla="*/ 0 w 9883"/>
                <a:gd name="connsiteY0" fmla="*/ 0 h 360"/>
                <a:gd name="connsiteX1" fmla="*/ 0 w 9883"/>
                <a:gd name="connsiteY1" fmla="*/ 0 h 360"/>
              </a:gdLst>
              <a:ahLst/>
              <a:cxnLst>
                <a:cxn ang="0">
                  <a:pos x="connsiteX0" y="connsiteY0"/>
                </a:cxn>
                <a:cxn ang="0">
                  <a:pos x="connsiteX1" y="connsiteY1"/>
                </a:cxn>
              </a:cxnLst>
              <a:rect l="l" t="t" r="r" b="b"/>
              <a:pathLst>
                <a:path w="9883" h="360">
                  <a:moveTo>
                    <a:pt x="0" y="0"/>
                  </a:moveTo>
                  <a:cubicBezTo>
                    <a:pt x="16226" y="812"/>
                    <a:pt x="9736" y="0"/>
                    <a:pt x="0"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4" name="Freeform 523">
              <a:extLst>
                <a:ext uri="{FF2B5EF4-FFF2-40B4-BE49-F238E27FC236}">
                  <a16:creationId xmlns:a16="http://schemas.microsoft.com/office/drawing/2014/main" id="{AC05B29F-D3EF-5AF0-94B5-A1F0377FDC50}"/>
                </a:ext>
              </a:extLst>
            </p:cNvPr>
            <p:cNvSpPr/>
            <p:nvPr/>
          </p:nvSpPr>
          <p:spPr>
            <a:xfrm>
              <a:off x="4773944" y="3019286"/>
              <a:ext cx="28299" cy="2412"/>
            </a:xfrm>
            <a:custGeom>
              <a:avLst/>
              <a:gdLst>
                <a:gd name="connsiteX0" fmla="*/ 3960 w 28299"/>
                <a:gd name="connsiteY0" fmla="*/ 812 h 2412"/>
                <a:gd name="connsiteX1" fmla="*/ 12884 w 28299"/>
                <a:gd name="connsiteY1" fmla="*/ 1624 h 2412"/>
                <a:gd name="connsiteX2" fmla="*/ 28299 w 28299"/>
                <a:gd name="connsiteY2" fmla="*/ 812 h 2412"/>
                <a:gd name="connsiteX3" fmla="*/ 6393 w 28299"/>
                <a:gd name="connsiteY3" fmla="*/ 0 h 2412"/>
                <a:gd name="connsiteX4" fmla="*/ 3960 w 28299"/>
                <a:gd name="connsiteY4" fmla="*/ 812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99" h="2412">
                  <a:moveTo>
                    <a:pt x="3960" y="812"/>
                  </a:moveTo>
                  <a:cubicBezTo>
                    <a:pt x="8016" y="0"/>
                    <a:pt x="6393" y="4059"/>
                    <a:pt x="12884" y="1624"/>
                  </a:cubicBezTo>
                  <a:cubicBezTo>
                    <a:pt x="15318" y="812"/>
                    <a:pt x="21809" y="812"/>
                    <a:pt x="28299" y="812"/>
                  </a:cubicBezTo>
                  <a:cubicBezTo>
                    <a:pt x="23431" y="812"/>
                    <a:pt x="16129" y="0"/>
                    <a:pt x="6393" y="0"/>
                  </a:cubicBezTo>
                  <a:cubicBezTo>
                    <a:pt x="-3342" y="0"/>
                    <a:pt x="-97" y="1624"/>
                    <a:pt x="3960"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5" name="Freeform 524">
              <a:extLst>
                <a:ext uri="{FF2B5EF4-FFF2-40B4-BE49-F238E27FC236}">
                  <a16:creationId xmlns:a16="http://schemas.microsoft.com/office/drawing/2014/main" id="{C2900B96-275A-73FF-F3E4-09F43CA321B0}"/>
                </a:ext>
              </a:extLst>
            </p:cNvPr>
            <p:cNvSpPr/>
            <p:nvPr/>
          </p:nvSpPr>
          <p:spPr>
            <a:xfrm>
              <a:off x="4743112" y="3004114"/>
              <a:ext cx="16203" cy="1573"/>
            </a:xfrm>
            <a:custGeom>
              <a:avLst/>
              <a:gdLst>
                <a:gd name="connsiteX0" fmla="*/ 14509 w 16203"/>
                <a:gd name="connsiteY0" fmla="*/ 558 h 1573"/>
                <a:gd name="connsiteX1" fmla="*/ 3151 w 16203"/>
                <a:gd name="connsiteY1" fmla="*/ 1370 h 1573"/>
                <a:gd name="connsiteX2" fmla="*/ 14509 w 16203"/>
                <a:gd name="connsiteY2" fmla="*/ 558 h 1573"/>
              </a:gdLst>
              <a:ahLst/>
              <a:cxnLst>
                <a:cxn ang="0">
                  <a:pos x="connsiteX0" y="connsiteY0"/>
                </a:cxn>
                <a:cxn ang="0">
                  <a:pos x="connsiteX1" y="connsiteY1"/>
                </a:cxn>
                <a:cxn ang="0">
                  <a:pos x="connsiteX2" y="connsiteY2"/>
                </a:cxn>
              </a:cxnLst>
              <a:rect l="l" t="t" r="r" b="b"/>
              <a:pathLst>
                <a:path w="16203" h="1573">
                  <a:moveTo>
                    <a:pt x="14509" y="558"/>
                  </a:moveTo>
                  <a:cubicBezTo>
                    <a:pt x="8830" y="-1066"/>
                    <a:pt x="-6585" y="1370"/>
                    <a:pt x="3151" y="1370"/>
                  </a:cubicBezTo>
                  <a:cubicBezTo>
                    <a:pt x="3151" y="1370"/>
                    <a:pt x="21811" y="2182"/>
                    <a:pt x="14509" y="55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6" name="Freeform 525">
              <a:extLst>
                <a:ext uri="{FF2B5EF4-FFF2-40B4-BE49-F238E27FC236}">
                  <a16:creationId xmlns:a16="http://schemas.microsoft.com/office/drawing/2014/main" id="{C7A09A06-6717-4114-CC0C-96FB9491E00C}"/>
                </a:ext>
              </a:extLst>
            </p:cNvPr>
            <p:cNvSpPr/>
            <p:nvPr/>
          </p:nvSpPr>
          <p:spPr>
            <a:xfrm>
              <a:off x="4750585" y="3007108"/>
              <a:ext cx="2714" cy="811"/>
            </a:xfrm>
            <a:custGeom>
              <a:avLst/>
              <a:gdLst>
                <a:gd name="connsiteX0" fmla="*/ 2168 w 2714"/>
                <a:gd name="connsiteY0" fmla="*/ 812 h 811"/>
                <a:gd name="connsiteX1" fmla="*/ 546 w 2714"/>
                <a:gd name="connsiteY1" fmla="*/ 0 h 811"/>
                <a:gd name="connsiteX2" fmla="*/ 2168 w 2714"/>
                <a:gd name="connsiteY2" fmla="*/ 812 h 811"/>
              </a:gdLst>
              <a:ahLst/>
              <a:cxnLst>
                <a:cxn ang="0">
                  <a:pos x="connsiteX0" y="connsiteY0"/>
                </a:cxn>
                <a:cxn ang="0">
                  <a:pos x="connsiteX1" y="connsiteY1"/>
                </a:cxn>
                <a:cxn ang="0">
                  <a:pos x="connsiteX2" y="connsiteY2"/>
                </a:cxn>
              </a:cxnLst>
              <a:rect l="l" t="t" r="r" b="b"/>
              <a:pathLst>
                <a:path w="2714" h="811">
                  <a:moveTo>
                    <a:pt x="2168" y="812"/>
                  </a:moveTo>
                  <a:cubicBezTo>
                    <a:pt x="3791" y="812"/>
                    <a:pt x="1357" y="0"/>
                    <a:pt x="546" y="0"/>
                  </a:cubicBezTo>
                  <a:cubicBezTo>
                    <a:pt x="-1077" y="812"/>
                    <a:pt x="1357" y="812"/>
                    <a:pt x="2168"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7" name="Freeform 526">
              <a:extLst>
                <a:ext uri="{FF2B5EF4-FFF2-40B4-BE49-F238E27FC236}">
                  <a16:creationId xmlns:a16="http://schemas.microsoft.com/office/drawing/2014/main" id="{A8D9C4BF-D380-149D-161C-84BD4D5B4B59}"/>
                </a:ext>
              </a:extLst>
            </p:cNvPr>
            <p:cNvSpPr/>
            <p:nvPr/>
          </p:nvSpPr>
          <p:spPr>
            <a:xfrm>
              <a:off x="4781394" y="3012714"/>
              <a:ext cx="15169" cy="2753"/>
            </a:xfrm>
            <a:custGeom>
              <a:avLst/>
              <a:gdLst>
                <a:gd name="connsiteX0" fmla="*/ 11113 w 15169"/>
                <a:gd name="connsiteY0" fmla="*/ 2513 h 2753"/>
                <a:gd name="connsiteX1" fmla="*/ 15170 w 15169"/>
                <a:gd name="connsiteY1" fmla="*/ 1701 h 2753"/>
                <a:gd name="connsiteX2" fmla="*/ 3812 w 15169"/>
                <a:gd name="connsiteY2" fmla="*/ 2513 h 2753"/>
                <a:gd name="connsiteX3" fmla="*/ 11113 w 15169"/>
                <a:gd name="connsiteY3" fmla="*/ 2513 h 2753"/>
              </a:gdLst>
              <a:ahLst/>
              <a:cxnLst>
                <a:cxn ang="0">
                  <a:pos x="connsiteX0" y="connsiteY0"/>
                </a:cxn>
                <a:cxn ang="0">
                  <a:pos x="connsiteX1" y="connsiteY1"/>
                </a:cxn>
                <a:cxn ang="0">
                  <a:pos x="connsiteX2" y="connsiteY2"/>
                </a:cxn>
                <a:cxn ang="0">
                  <a:pos x="connsiteX3" y="connsiteY3"/>
                </a:cxn>
              </a:cxnLst>
              <a:rect l="l" t="t" r="r" b="b"/>
              <a:pathLst>
                <a:path w="15169" h="2753">
                  <a:moveTo>
                    <a:pt x="11113" y="2513"/>
                  </a:moveTo>
                  <a:cubicBezTo>
                    <a:pt x="15170" y="1701"/>
                    <a:pt x="15170" y="3325"/>
                    <a:pt x="15170" y="1701"/>
                  </a:cubicBezTo>
                  <a:cubicBezTo>
                    <a:pt x="15170" y="-3170"/>
                    <a:pt x="-9169" y="4137"/>
                    <a:pt x="3812" y="2513"/>
                  </a:cubicBezTo>
                  <a:cubicBezTo>
                    <a:pt x="3000" y="1701"/>
                    <a:pt x="8680" y="2513"/>
                    <a:pt x="11113" y="251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8" name="Freeform 527">
              <a:extLst>
                <a:ext uri="{FF2B5EF4-FFF2-40B4-BE49-F238E27FC236}">
                  <a16:creationId xmlns:a16="http://schemas.microsoft.com/office/drawing/2014/main" id="{21652BD4-0091-7914-A12D-BCA22E83B510}"/>
                </a:ext>
              </a:extLst>
            </p:cNvPr>
            <p:cNvSpPr/>
            <p:nvPr/>
          </p:nvSpPr>
          <p:spPr>
            <a:xfrm>
              <a:off x="4777210" y="3008732"/>
              <a:ext cx="1841" cy="1148"/>
            </a:xfrm>
            <a:custGeom>
              <a:avLst/>
              <a:gdLst>
                <a:gd name="connsiteX0" fmla="*/ 1506 w 1841"/>
                <a:gd name="connsiteY0" fmla="*/ 812 h 1148"/>
                <a:gd name="connsiteX1" fmla="*/ 694 w 1841"/>
                <a:gd name="connsiteY1" fmla="*/ 0 h 1148"/>
                <a:gd name="connsiteX2" fmla="*/ 1506 w 1841"/>
                <a:gd name="connsiteY2" fmla="*/ 812 h 1148"/>
              </a:gdLst>
              <a:ahLst/>
              <a:cxnLst>
                <a:cxn ang="0">
                  <a:pos x="connsiteX0" y="connsiteY0"/>
                </a:cxn>
                <a:cxn ang="0">
                  <a:pos x="connsiteX1" y="connsiteY1"/>
                </a:cxn>
                <a:cxn ang="0">
                  <a:pos x="connsiteX2" y="connsiteY2"/>
                </a:cxn>
              </a:cxnLst>
              <a:rect l="l" t="t" r="r" b="b"/>
              <a:pathLst>
                <a:path w="1841" h="1148">
                  <a:moveTo>
                    <a:pt x="1506" y="812"/>
                  </a:moveTo>
                  <a:cubicBezTo>
                    <a:pt x="2317" y="0"/>
                    <a:pt x="1506" y="0"/>
                    <a:pt x="694" y="0"/>
                  </a:cubicBezTo>
                  <a:cubicBezTo>
                    <a:pt x="-928" y="812"/>
                    <a:pt x="694" y="1624"/>
                    <a:pt x="1506"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29" name="Freeform 528">
              <a:extLst>
                <a:ext uri="{FF2B5EF4-FFF2-40B4-BE49-F238E27FC236}">
                  <a16:creationId xmlns:a16="http://schemas.microsoft.com/office/drawing/2014/main" id="{FA635A37-2703-E076-9E82-AB2A54A78D93}"/>
                </a:ext>
              </a:extLst>
            </p:cNvPr>
            <p:cNvSpPr/>
            <p:nvPr/>
          </p:nvSpPr>
          <p:spPr>
            <a:xfrm>
              <a:off x="4769355" y="3003695"/>
              <a:ext cx="100226" cy="9570"/>
            </a:xfrm>
            <a:custGeom>
              <a:avLst/>
              <a:gdLst>
                <a:gd name="connsiteX0" fmla="*/ 53982 w 100226"/>
                <a:gd name="connsiteY0" fmla="*/ 7473 h 9570"/>
                <a:gd name="connsiteX1" fmla="*/ 52359 w 100226"/>
                <a:gd name="connsiteY1" fmla="*/ 5037 h 9570"/>
                <a:gd name="connsiteX2" fmla="*/ 67774 w 100226"/>
                <a:gd name="connsiteY2" fmla="*/ 5037 h 9570"/>
                <a:gd name="connsiteX3" fmla="*/ 77510 w 100226"/>
                <a:gd name="connsiteY3" fmla="*/ 6661 h 9570"/>
                <a:gd name="connsiteX4" fmla="*/ 75887 w 100226"/>
                <a:gd name="connsiteY4" fmla="*/ 8285 h 9570"/>
                <a:gd name="connsiteX5" fmla="*/ 79944 w 100226"/>
                <a:gd name="connsiteY5" fmla="*/ 8285 h 9570"/>
                <a:gd name="connsiteX6" fmla="*/ 84001 w 100226"/>
                <a:gd name="connsiteY6" fmla="*/ 8285 h 9570"/>
                <a:gd name="connsiteX7" fmla="*/ 84812 w 100226"/>
                <a:gd name="connsiteY7" fmla="*/ 8285 h 9570"/>
                <a:gd name="connsiteX8" fmla="*/ 85623 w 100226"/>
                <a:gd name="connsiteY8" fmla="*/ 8285 h 9570"/>
                <a:gd name="connsiteX9" fmla="*/ 95359 w 100226"/>
                <a:gd name="connsiteY9" fmla="*/ 8285 h 9570"/>
                <a:gd name="connsiteX10" fmla="*/ 96170 w 100226"/>
                <a:gd name="connsiteY10" fmla="*/ 7473 h 9570"/>
                <a:gd name="connsiteX11" fmla="*/ 88869 w 100226"/>
                <a:gd name="connsiteY11" fmla="*/ 6661 h 9570"/>
                <a:gd name="connsiteX12" fmla="*/ 78322 w 100226"/>
                <a:gd name="connsiteY12" fmla="*/ 6661 h 9570"/>
                <a:gd name="connsiteX13" fmla="*/ 85623 w 100226"/>
                <a:gd name="connsiteY13" fmla="*/ 5037 h 9570"/>
                <a:gd name="connsiteX14" fmla="*/ 100227 w 100226"/>
                <a:gd name="connsiteY14" fmla="*/ 5037 h 9570"/>
                <a:gd name="connsiteX15" fmla="*/ 5303 w 100226"/>
                <a:gd name="connsiteY15" fmla="*/ 166 h 9570"/>
                <a:gd name="connsiteX16" fmla="*/ 2869 w 100226"/>
                <a:gd name="connsiteY16" fmla="*/ 1790 h 9570"/>
                <a:gd name="connsiteX17" fmla="*/ 39378 w 100226"/>
                <a:gd name="connsiteY17" fmla="*/ 2601 h 9570"/>
                <a:gd name="connsiteX18" fmla="*/ 40190 w 100226"/>
                <a:gd name="connsiteY18" fmla="*/ 4225 h 9570"/>
                <a:gd name="connsiteX19" fmla="*/ 26397 w 100226"/>
                <a:gd name="connsiteY19" fmla="*/ 6661 h 9570"/>
                <a:gd name="connsiteX20" fmla="*/ 53982 w 100226"/>
                <a:gd name="connsiteY20" fmla="*/ 7473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226" h="9570">
                  <a:moveTo>
                    <a:pt x="53982" y="7473"/>
                  </a:moveTo>
                  <a:cubicBezTo>
                    <a:pt x="53171" y="6661"/>
                    <a:pt x="58850" y="5037"/>
                    <a:pt x="52359" y="5037"/>
                  </a:cubicBezTo>
                  <a:cubicBezTo>
                    <a:pt x="48303" y="5037"/>
                    <a:pt x="43435" y="3413"/>
                    <a:pt x="67774" y="5037"/>
                  </a:cubicBezTo>
                  <a:cubicBezTo>
                    <a:pt x="75076" y="5849"/>
                    <a:pt x="79133" y="4225"/>
                    <a:pt x="77510" y="6661"/>
                  </a:cubicBezTo>
                  <a:cubicBezTo>
                    <a:pt x="76699" y="8285"/>
                    <a:pt x="75076" y="8285"/>
                    <a:pt x="75887" y="8285"/>
                  </a:cubicBezTo>
                  <a:cubicBezTo>
                    <a:pt x="77510" y="9096"/>
                    <a:pt x="77510" y="7473"/>
                    <a:pt x="79944" y="8285"/>
                  </a:cubicBezTo>
                  <a:cubicBezTo>
                    <a:pt x="83190" y="9908"/>
                    <a:pt x="82378" y="7473"/>
                    <a:pt x="84001" y="8285"/>
                  </a:cubicBezTo>
                  <a:cubicBezTo>
                    <a:pt x="84812" y="8285"/>
                    <a:pt x="84812" y="8285"/>
                    <a:pt x="84812" y="8285"/>
                  </a:cubicBezTo>
                  <a:cubicBezTo>
                    <a:pt x="84812" y="7473"/>
                    <a:pt x="84812" y="7473"/>
                    <a:pt x="85623" y="8285"/>
                  </a:cubicBezTo>
                  <a:cubicBezTo>
                    <a:pt x="86435" y="10720"/>
                    <a:pt x="95359" y="9096"/>
                    <a:pt x="95359" y="8285"/>
                  </a:cubicBezTo>
                  <a:cubicBezTo>
                    <a:pt x="95359" y="8285"/>
                    <a:pt x="95359" y="8285"/>
                    <a:pt x="96170" y="7473"/>
                  </a:cubicBezTo>
                  <a:cubicBezTo>
                    <a:pt x="94548" y="7473"/>
                    <a:pt x="92114" y="6661"/>
                    <a:pt x="88869" y="6661"/>
                  </a:cubicBezTo>
                  <a:cubicBezTo>
                    <a:pt x="88057" y="6661"/>
                    <a:pt x="79133" y="7473"/>
                    <a:pt x="78322" y="6661"/>
                  </a:cubicBezTo>
                  <a:cubicBezTo>
                    <a:pt x="78322" y="5849"/>
                    <a:pt x="81567" y="6661"/>
                    <a:pt x="85623" y="5037"/>
                  </a:cubicBezTo>
                  <a:cubicBezTo>
                    <a:pt x="88869" y="4225"/>
                    <a:pt x="92114" y="7473"/>
                    <a:pt x="100227" y="5037"/>
                  </a:cubicBezTo>
                  <a:cubicBezTo>
                    <a:pt x="84001" y="2601"/>
                    <a:pt x="5303" y="166"/>
                    <a:pt x="5303" y="166"/>
                  </a:cubicBezTo>
                  <a:cubicBezTo>
                    <a:pt x="-4433" y="-646"/>
                    <a:pt x="2058" y="1790"/>
                    <a:pt x="2869" y="1790"/>
                  </a:cubicBezTo>
                  <a:cubicBezTo>
                    <a:pt x="1247" y="978"/>
                    <a:pt x="37756" y="3413"/>
                    <a:pt x="39378" y="2601"/>
                  </a:cubicBezTo>
                  <a:cubicBezTo>
                    <a:pt x="41001" y="1790"/>
                    <a:pt x="47491" y="4225"/>
                    <a:pt x="40190" y="4225"/>
                  </a:cubicBezTo>
                  <a:cubicBezTo>
                    <a:pt x="36944" y="4225"/>
                    <a:pt x="20718" y="6661"/>
                    <a:pt x="26397" y="6661"/>
                  </a:cubicBezTo>
                  <a:cubicBezTo>
                    <a:pt x="40190" y="7473"/>
                    <a:pt x="56416" y="8285"/>
                    <a:pt x="53982" y="7473"/>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0" name="Freeform 529">
              <a:extLst>
                <a:ext uri="{FF2B5EF4-FFF2-40B4-BE49-F238E27FC236}">
                  <a16:creationId xmlns:a16="http://schemas.microsoft.com/office/drawing/2014/main" id="{6491C42B-559B-8D0E-704B-B8EB24D51AEB}"/>
                </a:ext>
              </a:extLst>
            </p:cNvPr>
            <p:cNvSpPr/>
            <p:nvPr/>
          </p:nvSpPr>
          <p:spPr>
            <a:xfrm>
              <a:off x="4865526" y="3012431"/>
              <a:ext cx="1873" cy="360"/>
            </a:xfrm>
            <a:custGeom>
              <a:avLst/>
              <a:gdLst>
                <a:gd name="connsiteX0" fmla="*/ 0 w 1873"/>
                <a:gd name="connsiteY0" fmla="*/ 361 h 360"/>
                <a:gd name="connsiteX1" fmla="*/ 0 w 1873"/>
                <a:gd name="connsiteY1" fmla="*/ 361 h 360"/>
              </a:gdLst>
              <a:ahLst/>
              <a:cxnLst>
                <a:cxn ang="0">
                  <a:pos x="connsiteX0" y="connsiteY0"/>
                </a:cxn>
                <a:cxn ang="0">
                  <a:pos x="connsiteX1" y="connsiteY1"/>
                </a:cxn>
              </a:cxnLst>
              <a:rect l="l" t="t" r="r" b="b"/>
              <a:pathLst>
                <a:path w="1873" h="360">
                  <a:moveTo>
                    <a:pt x="0" y="361"/>
                  </a:moveTo>
                  <a:cubicBezTo>
                    <a:pt x="3245" y="361"/>
                    <a:pt x="1623" y="-451"/>
                    <a:pt x="0"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1" name="Freeform 530">
              <a:extLst>
                <a:ext uri="{FF2B5EF4-FFF2-40B4-BE49-F238E27FC236}">
                  <a16:creationId xmlns:a16="http://schemas.microsoft.com/office/drawing/2014/main" id="{9BE8954D-57CE-9919-429D-193EF10C58D4}"/>
                </a:ext>
              </a:extLst>
            </p:cNvPr>
            <p:cNvSpPr/>
            <p:nvPr/>
          </p:nvSpPr>
          <p:spPr>
            <a:xfrm>
              <a:off x="4779756" y="3007711"/>
              <a:ext cx="13539" cy="2131"/>
            </a:xfrm>
            <a:custGeom>
              <a:avLst/>
              <a:gdLst>
                <a:gd name="connsiteX0" fmla="*/ 12752 w 13539"/>
                <a:gd name="connsiteY0" fmla="*/ 1021 h 2131"/>
                <a:gd name="connsiteX1" fmla="*/ 4639 w 13539"/>
                <a:gd name="connsiteY1" fmla="*/ 1833 h 2131"/>
                <a:gd name="connsiteX2" fmla="*/ 12752 w 13539"/>
                <a:gd name="connsiteY2" fmla="*/ 1021 h 2131"/>
              </a:gdLst>
              <a:ahLst/>
              <a:cxnLst>
                <a:cxn ang="0">
                  <a:pos x="connsiteX0" y="connsiteY0"/>
                </a:cxn>
                <a:cxn ang="0">
                  <a:pos x="connsiteX1" y="connsiteY1"/>
                </a:cxn>
                <a:cxn ang="0">
                  <a:pos x="connsiteX2" y="connsiteY2"/>
                </a:cxn>
              </a:cxnLst>
              <a:rect l="l" t="t" r="r" b="b"/>
              <a:pathLst>
                <a:path w="13539" h="2131">
                  <a:moveTo>
                    <a:pt x="12752" y="1021"/>
                  </a:moveTo>
                  <a:cubicBezTo>
                    <a:pt x="5450" y="-2226"/>
                    <a:pt x="-6720" y="3457"/>
                    <a:pt x="4639" y="1833"/>
                  </a:cubicBezTo>
                  <a:cubicBezTo>
                    <a:pt x="3828" y="1833"/>
                    <a:pt x="16808" y="2645"/>
                    <a:pt x="12752" y="102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2" name="Freeform 531">
              <a:extLst>
                <a:ext uri="{FF2B5EF4-FFF2-40B4-BE49-F238E27FC236}">
                  <a16:creationId xmlns:a16="http://schemas.microsoft.com/office/drawing/2014/main" id="{F90DCD62-6B71-3F9A-CC12-20F43B626C25}"/>
                </a:ext>
              </a:extLst>
            </p:cNvPr>
            <p:cNvSpPr/>
            <p:nvPr/>
          </p:nvSpPr>
          <p:spPr>
            <a:xfrm>
              <a:off x="4815998" y="3020890"/>
              <a:ext cx="65119" cy="4891"/>
            </a:xfrm>
            <a:custGeom>
              <a:avLst/>
              <a:gdLst>
                <a:gd name="connsiteX0" fmla="*/ 41415 w 65119"/>
                <a:gd name="connsiteY0" fmla="*/ 4891 h 4891"/>
                <a:gd name="connsiteX1" fmla="*/ 38 w 65119"/>
                <a:gd name="connsiteY1" fmla="*/ 832 h 4891"/>
                <a:gd name="connsiteX2" fmla="*/ 41415 w 65119"/>
                <a:gd name="connsiteY2" fmla="*/ 4891 h 4891"/>
              </a:gdLst>
              <a:ahLst/>
              <a:cxnLst>
                <a:cxn ang="0">
                  <a:pos x="connsiteX0" y="connsiteY0"/>
                </a:cxn>
                <a:cxn ang="0">
                  <a:pos x="connsiteX1" y="connsiteY1"/>
                </a:cxn>
                <a:cxn ang="0">
                  <a:pos x="connsiteX2" y="connsiteY2"/>
                </a:cxn>
              </a:cxnLst>
              <a:rect l="l" t="t" r="r" b="b"/>
              <a:pathLst>
                <a:path w="65119" h="4891">
                  <a:moveTo>
                    <a:pt x="41415" y="4891"/>
                  </a:moveTo>
                  <a:cubicBezTo>
                    <a:pt x="113622" y="4891"/>
                    <a:pt x="-2396" y="-2415"/>
                    <a:pt x="38" y="832"/>
                  </a:cubicBezTo>
                  <a:cubicBezTo>
                    <a:pt x="38" y="2456"/>
                    <a:pt x="33302" y="4891"/>
                    <a:pt x="41415" y="489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3" name="Freeform 532">
              <a:extLst>
                <a:ext uri="{FF2B5EF4-FFF2-40B4-BE49-F238E27FC236}">
                  <a16:creationId xmlns:a16="http://schemas.microsoft.com/office/drawing/2014/main" id="{EF01DB37-E704-2EAB-7548-F34ED5CAC0D9}"/>
                </a:ext>
              </a:extLst>
            </p:cNvPr>
            <p:cNvSpPr/>
            <p:nvPr/>
          </p:nvSpPr>
          <p:spPr>
            <a:xfrm>
              <a:off x="4802864" y="3015000"/>
              <a:ext cx="6049" cy="1039"/>
            </a:xfrm>
            <a:custGeom>
              <a:avLst/>
              <a:gdLst>
                <a:gd name="connsiteX0" fmla="*/ 1002 w 6049"/>
                <a:gd name="connsiteY0" fmla="*/ 227 h 1039"/>
                <a:gd name="connsiteX1" fmla="*/ 3436 w 6049"/>
                <a:gd name="connsiteY1" fmla="*/ 1039 h 1039"/>
                <a:gd name="connsiteX2" fmla="*/ 1002 w 6049"/>
                <a:gd name="connsiteY2" fmla="*/ 227 h 1039"/>
              </a:gdLst>
              <a:ahLst/>
              <a:cxnLst>
                <a:cxn ang="0">
                  <a:pos x="connsiteX0" y="connsiteY0"/>
                </a:cxn>
                <a:cxn ang="0">
                  <a:pos x="connsiteX1" y="connsiteY1"/>
                </a:cxn>
                <a:cxn ang="0">
                  <a:pos x="connsiteX2" y="connsiteY2"/>
                </a:cxn>
              </a:cxnLst>
              <a:rect l="l" t="t" r="r" b="b"/>
              <a:pathLst>
                <a:path w="6049" h="1039">
                  <a:moveTo>
                    <a:pt x="1002" y="227"/>
                  </a:moveTo>
                  <a:cubicBezTo>
                    <a:pt x="-2244" y="1039"/>
                    <a:pt x="3436" y="1039"/>
                    <a:pt x="3436" y="1039"/>
                  </a:cubicBezTo>
                  <a:cubicBezTo>
                    <a:pt x="9115" y="1039"/>
                    <a:pt x="4247" y="-584"/>
                    <a:pt x="1002"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4" name="Freeform 533">
              <a:extLst>
                <a:ext uri="{FF2B5EF4-FFF2-40B4-BE49-F238E27FC236}">
                  <a16:creationId xmlns:a16="http://schemas.microsoft.com/office/drawing/2014/main" id="{E6512161-EB0E-C07F-2E9C-09341248CE72}"/>
                </a:ext>
              </a:extLst>
            </p:cNvPr>
            <p:cNvSpPr/>
            <p:nvPr/>
          </p:nvSpPr>
          <p:spPr>
            <a:xfrm>
              <a:off x="4816246" y="3013882"/>
              <a:ext cx="29877" cy="2820"/>
            </a:xfrm>
            <a:custGeom>
              <a:avLst/>
              <a:gdLst>
                <a:gd name="connsiteX0" fmla="*/ 2224 w 29877"/>
                <a:gd name="connsiteY0" fmla="*/ 2157 h 2820"/>
                <a:gd name="connsiteX1" fmla="*/ 2224 w 29877"/>
                <a:gd name="connsiteY1" fmla="*/ 2157 h 2820"/>
                <a:gd name="connsiteX2" fmla="*/ 2224 w 29877"/>
                <a:gd name="connsiteY2" fmla="*/ 2157 h 2820"/>
                <a:gd name="connsiteX3" fmla="*/ 29808 w 29877"/>
                <a:gd name="connsiteY3" fmla="*/ 1345 h 2820"/>
                <a:gd name="connsiteX4" fmla="*/ 16827 w 29877"/>
                <a:gd name="connsiteY4" fmla="*/ 2157 h 2820"/>
                <a:gd name="connsiteX5" fmla="*/ 15205 w 29877"/>
                <a:gd name="connsiteY5" fmla="*/ 1345 h 2820"/>
                <a:gd name="connsiteX6" fmla="*/ 1412 w 29877"/>
                <a:gd name="connsiteY6" fmla="*/ 533 h 2820"/>
                <a:gd name="connsiteX7" fmla="*/ 2224 w 29877"/>
                <a:gd name="connsiteY7" fmla="*/ 2157 h 2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877" h="2820">
                  <a:moveTo>
                    <a:pt x="2224" y="2157"/>
                  </a:moveTo>
                  <a:cubicBezTo>
                    <a:pt x="2224" y="2157"/>
                    <a:pt x="2224" y="2969"/>
                    <a:pt x="2224" y="2157"/>
                  </a:cubicBezTo>
                  <a:cubicBezTo>
                    <a:pt x="3035" y="2969"/>
                    <a:pt x="3035" y="2969"/>
                    <a:pt x="2224" y="2157"/>
                  </a:cubicBezTo>
                  <a:cubicBezTo>
                    <a:pt x="3846" y="1345"/>
                    <a:pt x="31431" y="4593"/>
                    <a:pt x="29808" y="1345"/>
                  </a:cubicBezTo>
                  <a:cubicBezTo>
                    <a:pt x="29808" y="1345"/>
                    <a:pt x="14393" y="-279"/>
                    <a:pt x="16827" y="2157"/>
                  </a:cubicBezTo>
                  <a:cubicBezTo>
                    <a:pt x="16827" y="2157"/>
                    <a:pt x="16016" y="2157"/>
                    <a:pt x="15205" y="1345"/>
                  </a:cubicBezTo>
                  <a:cubicBezTo>
                    <a:pt x="12771" y="-279"/>
                    <a:pt x="-5078" y="-279"/>
                    <a:pt x="1412" y="533"/>
                  </a:cubicBezTo>
                  <a:cubicBezTo>
                    <a:pt x="3035" y="1345"/>
                    <a:pt x="3035" y="2157"/>
                    <a:pt x="2224" y="215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5" name="Freeform 534">
              <a:extLst>
                <a:ext uri="{FF2B5EF4-FFF2-40B4-BE49-F238E27FC236}">
                  <a16:creationId xmlns:a16="http://schemas.microsoft.com/office/drawing/2014/main" id="{D5FF0FBC-FA2E-A7C6-A1F0-86A8E1CE939C}"/>
                </a:ext>
              </a:extLst>
            </p:cNvPr>
            <p:cNvSpPr/>
            <p:nvPr/>
          </p:nvSpPr>
          <p:spPr>
            <a:xfrm>
              <a:off x="4823983" y="3010446"/>
              <a:ext cx="15739" cy="2345"/>
            </a:xfrm>
            <a:custGeom>
              <a:avLst/>
              <a:gdLst>
                <a:gd name="connsiteX0" fmla="*/ 1788 w 15739"/>
                <a:gd name="connsiteY0" fmla="*/ 1534 h 2345"/>
                <a:gd name="connsiteX1" fmla="*/ 11524 w 15739"/>
                <a:gd name="connsiteY1" fmla="*/ 1534 h 2345"/>
                <a:gd name="connsiteX2" fmla="*/ 14769 w 15739"/>
                <a:gd name="connsiteY2" fmla="*/ 2345 h 2345"/>
                <a:gd name="connsiteX3" fmla="*/ 11524 w 15739"/>
                <a:gd name="connsiteY3" fmla="*/ 722 h 2345"/>
                <a:gd name="connsiteX4" fmla="*/ 166 w 15739"/>
                <a:gd name="connsiteY4" fmla="*/ 722 h 2345"/>
                <a:gd name="connsiteX5" fmla="*/ 1788 w 15739"/>
                <a:gd name="connsiteY5" fmla="*/ 1534 h 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39" h="2345">
                  <a:moveTo>
                    <a:pt x="1788" y="1534"/>
                  </a:moveTo>
                  <a:cubicBezTo>
                    <a:pt x="4222" y="1534"/>
                    <a:pt x="9090" y="3157"/>
                    <a:pt x="11524" y="1534"/>
                  </a:cubicBezTo>
                  <a:cubicBezTo>
                    <a:pt x="13958" y="722"/>
                    <a:pt x="13146" y="1534"/>
                    <a:pt x="14769" y="2345"/>
                  </a:cubicBezTo>
                  <a:cubicBezTo>
                    <a:pt x="16392" y="2345"/>
                    <a:pt x="16392" y="-90"/>
                    <a:pt x="11524" y="722"/>
                  </a:cubicBezTo>
                  <a:cubicBezTo>
                    <a:pt x="5845" y="722"/>
                    <a:pt x="1788" y="-902"/>
                    <a:pt x="166" y="722"/>
                  </a:cubicBezTo>
                  <a:cubicBezTo>
                    <a:pt x="-646" y="2345"/>
                    <a:pt x="1788" y="1534"/>
                    <a:pt x="1788" y="1534"/>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6" name="Freeform 535">
              <a:extLst>
                <a:ext uri="{FF2B5EF4-FFF2-40B4-BE49-F238E27FC236}">
                  <a16:creationId xmlns:a16="http://schemas.microsoft.com/office/drawing/2014/main" id="{51D6C88D-E5F6-549C-9688-F16A1EE87643}"/>
                </a:ext>
              </a:extLst>
            </p:cNvPr>
            <p:cNvSpPr/>
            <p:nvPr/>
          </p:nvSpPr>
          <p:spPr>
            <a:xfrm>
              <a:off x="4854004" y="3016242"/>
              <a:ext cx="7527" cy="2467"/>
            </a:xfrm>
            <a:custGeom>
              <a:avLst/>
              <a:gdLst>
                <a:gd name="connsiteX0" fmla="*/ 163 w 7527"/>
                <a:gd name="connsiteY0" fmla="*/ 1421 h 2467"/>
                <a:gd name="connsiteX1" fmla="*/ 2597 w 7527"/>
                <a:gd name="connsiteY1" fmla="*/ 2233 h 2467"/>
                <a:gd name="connsiteX2" fmla="*/ 7465 w 7527"/>
                <a:gd name="connsiteY2" fmla="*/ 2233 h 2467"/>
                <a:gd name="connsiteX3" fmla="*/ 163 w 7527"/>
                <a:gd name="connsiteY3" fmla="*/ 1421 h 2467"/>
              </a:gdLst>
              <a:ahLst/>
              <a:cxnLst>
                <a:cxn ang="0">
                  <a:pos x="connsiteX0" y="connsiteY0"/>
                </a:cxn>
                <a:cxn ang="0">
                  <a:pos x="connsiteX1" y="connsiteY1"/>
                </a:cxn>
                <a:cxn ang="0">
                  <a:pos x="connsiteX2" y="connsiteY2"/>
                </a:cxn>
                <a:cxn ang="0">
                  <a:pos x="connsiteX3" y="connsiteY3"/>
                </a:cxn>
              </a:cxnLst>
              <a:rect l="l" t="t" r="r" b="b"/>
              <a:pathLst>
                <a:path w="7527" h="2467">
                  <a:moveTo>
                    <a:pt x="163" y="1421"/>
                  </a:moveTo>
                  <a:cubicBezTo>
                    <a:pt x="-648" y="3044"/>
                    <a:pt x="1786" y="1421"/>
                    <a:pt x="2597" y="2233"/>
                  </a:cubicBezTo>
                  <a:cubicBezTo>
                    <a:pt x="5843" y="1421"/>
                    <a:pt x="7465" y="3044"/>
                    <a:pt x="7465" y="2233"/>
                  </a:cubicBezTo>
                  <a:cubicBezTo>
                    <a:pt x="8276" y="-1015"/>
                    <a:pt x="975" y="-203"/>
                    <a:pt x="163" y="142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7" name="Freeform 536">
              <a:extLst>
                <a:ext uri="{FF2B5EF4-FFF2-40B4-BE49-F238E27FC236}">
                  <a16:creationId xmlns:a16="http://schemas.microsoft.com/office/drawing/2014/main" id="{BAA2A3F0-1557-0957-84C3-318E7EB34769}"/>
                </a:ext>
              </a:extLst>
            </p:cNvPr>
            <p:cNvSpPr/>
            <p:nvPr/>
          </p:nvSpPr>
          <p:spPr>
            <a:xfrm>
              <a:off x="4841834" y="3011643"/>
              <a:ext cx="2597" cy="1484"/>
            </a:xfrm>
            <a:custGeom>
              <a:avLst/>
              <a:gdLst>
                <a:gd name="connsiteX0" fmla="*/ 2597 w 2597"/>
                <a:gd name="connsiteY0" fmla="*/ 1148 h 1484"/>
                <a:gd name="connsiteX1" fmla="*/ 163 w 2597"/>
                <a:gd name="connsiteY1" fmla="*/ 336 h 1484"/>
                <a:gd name="connsiteX2" fmla="*/ 2597 w 2597"/>
                <a:gd name="connsiteY2" fmla="*/ 1148 h 1484"/>
              </a:gdLst>
              <a:ahLst/>
              <a:cxnLst>
                <a:cxn ang="0">
                  <a:pos x="connsiteX0" y="connsiteY0"/>
                </a:cxn>
                <a:cxn ang="0">
                  <a:pos x="connsiteX1" y="connsiteY1"/>
                </a:cxn>
                <a:cxn ang="0">
                  <a:pos x="connsiteX2" y="connsiteY2"/>
                </a:cxn>
              </a:cxnLst>
              <a:rect l="l" t="t" r="r" b="b"/>
              <a:pathLst>
                <a:path w="2597" h="1484">
                  <a:moveTo>
                    <a:pt x="2597" y="1148"/>
                  </a:moveTo>
                  <a:cubicBezTo>
                    <a:pt x="2597" y="336"/>
                    <a:pt x="975" y="-476"/>
                    <a:pt x="163" y="336"/>
                  </a:cubicBezTo>
                  <a:cubicBezTo>
                    <a:pt x="-648" y="1148"/>
                    <a:pt x="1786" y="1960"/>
                    <a:pt x="2597" y="1148"/>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8" name="Freeform 537">
              <a:extLst>
                <a:ext uri="{FF2B5EF4-FFF2-40B4-BE49-F238E27FC236}">
                  <a16:creationId xmlns:a16="http://schemas.microsoft.com/office/drawing/2014/main" id="{52B5D342-E0C2-A031-9786-6832AE1EA301}"/>
                </a:ext>
              </a:extLst>
            </p:cNvPr>
            <p:cNvSpPr/>
            <p:nvPr/>
          </p:nvSpPr>
          <p:spPr>
            <a:xfrm>
              <a:off x="4889633" y="3025579"/>
              <a:ext cx="11823" cy="1992"/>
            </a:xfrm>
            <a:custGeom>
              <a:avLst/>
              <a:gdLst>
                <a:gd name="connsiteX0" fmla="*/ 11591 w 11823"/>
                <a:gd name="connsiteY0" fmla="*/ 1015 h 1992"/>
                <a:gd name="connsiteX1" fmla="*/ 3478 w 11823"/>
                <a:gd name="connsiteY1" fmla="*/ 203 h 1992"/>
                <a:gd name="connsiteX2" fmla="*/ 2666 w 11823"/>
                <a:gd name="connsiteY2" fmla="*/ 1827 h 1992"/>
                <a:gd name="connsiteX3" fmla="*/ 11591 w 11823"/>
                <a:gd name="connsiteY3" fmla="*/ 1015 h 1992"/>
              </a:gdLst>
              <a:ahLst/>
              <a:cxnLst>
                <a:cxn ang="0">
                  <a:pos x="connsiteX0" y="connsiteY0"/>
                </a:cxn>
                <a:cxn ang="0">
                  <a:pos x="connsiteX1" y="connsiteY1"/>
                </a:cxn>
                <a:cxn ang="0">
                  <a:pos x="connsiteX2" y="connsiteY2"/>
                </a:cxn>
                <a:cxn ang="0">
                  <a:pos x="connsiteX3" y="connsiteY3"/>
                </a:cxn>
              </a:cxnLst>
              <a:rect l="l" t="t" r="r" b="b"/>
              <a:pathLst>
                <a:path w="11823" h="1992">
                  <a:moveTo>
                    <a:pt x="11591" y="1015"/>
                  </a:moveTo>
                  <a:cubicBezTo>
                    <a:pt x="13213" y="-609"/>
                    <a:pt x="5912" y="203"/>
                    <a:pt x="3478" y="203"/>
                  </a:cubicBezTo>
                  <a:cubicBezTo>
                    <a:pt x="-2202" y="203"/>
                    <a:pt x="232" y="2639"/>
                    <a:pt x="2666" y="1827"/>
                  </a:cubicBezTo>
                  <a:cubicBezTo>
                    <a:pt x="1044" y="1015"/>
                    <a:pt x="11591" y="1827"/>
                    <a:pt x="11591" y="1015"/>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39" name="Freeform 538">
              <a:extLst>
                <a:ext uri="{FF2B5EF4-FFF2-40B4-BE49-F238E27FC236}">
                  <a16:creationId xmlns:a16="http://schemas.microsoft.com/office/drawing/2014/main" id="{E9362063-C2CC-5145-7915-272E64D1415E}"/>
                </a:ext>
              </a:extLst>
            </p:cNvPr>
            <p:cNvSpPr/>
            <p:nvPr/>
          </p:nvSpPr>
          <p:spPr>
            <a:xfrm>
              <a:off x="4866110" y="3013376"/>
              <a:ext cx="1596" cy="1039"/>
            </a:xfrm>
            <a:custGeom>
              <a:avLst/>
              <a:gdLst>
                <a:gd name="connsiteX0" fmla="*/ 227 w 1596"/>
                <a:gd name="connsiteY0" fmla="*/ 227 h 1039"/>
                <a:gd name="connsiteX1" fmla="*/ 1039 w 1596"/>
                <a:gd name="connsiteY1" fmla="*/ 1039 h 1039"/>
                <a:gd name="connsiteX2" fmla="*/ 227 w 1596"/>
                <a:gd name="connsiteY2" fmla="*/ 227 h 1039"/>
              </a:gdLst>
              <a:ahLst/>
              <a:cxnLst>
                <a:cxn ang="0">
                  <a:pos x="connsiteX0" y="connsiteY0"/>
                </a:cxn>
                <a:cxn ang="0">
                  <a:pos x="connsiteX1" y="connsiteY1"/>
                </a:cxn>
                <a:cxn ang="0">
                  <a:pos x="connsiteX2" y="connsiteY2"/>
                </a:cxn>
              </a:cxnLst>
              <a:rect l="l" t="t" r="r" b="b"/>
              <a:pathLst>
                <a:path w="1596" h="1039">
                  <a:moveTo>
                    <a:pt x="227" y="227"/>
                  </a:moveTo>
                  <a:cubicBezTo>
                    <a:pt x="-584" y="1851"/>
                    <a:pt x="1039" y="227"/>
                    <a:pt x="1039" y="1039"/>
                  </a:cubicBezTo>
                  <a:cubicBezTo>
                    <a:pt x="2661" y="1039"/>
                    <a:pt x="227" y="-585"/>
                    <a:pt x="227" y="227"/>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0" name="Freeform 539">
              <a:extLst>
                <a:ext uri="{FF2B5EF4-FFF2-40B4-BE49-F238E27FC236}">
                  <a16:creationId xmlns:a16="http://schemas.microsoft.com/office/drawing/2014/main" id="{3CA7EA82-EEF8-71A6-5BA0-700F19E492B9}"/>
                </a:ext>
              </a:extLst>
            </p:cNvPr>
            <p:cNvSpPr/>
            <p:nvPr/>
          </p:nvSpPr>
          <p:spPr>
            <a:xfrm>
              <a:off x="4910732" y="3027044"/>
              <a:ext cx="1374" cy="1082"/>
            </a:xfrm>
            <a:custGeom>
              <a:avLst/>
              <a:gdLst>
                <a:gd name="connsiteX0" fmla="*/ 227 w 1374"/>
                <a:gd name="connsiteY0" fmla="*/ 361 h 1082"/>
                <a:gd name="connsiteX1" fmla="*/ 1039 w 1374"/>
                <a:gd name="connsiteY1" fmla="*/ 361 h 1082"/>
                <a:gd name="connsiteX2" fmla="*/ 227 w 1374"/>
                <a:gd name="connsiteY2" fmla="*/ 361 h 1082"/>
              </a:gdLst>
              <a:ahLst/>
              <a:cxnLst>
                <a:cxn ang="0">
                  <a:pos x="connsiteX0" y="connsiteY0"/>
                </a:cxn>
                <a:cxn ang="0">
                  <a:pos x="connsiteX1" y="connsiteY1"/>
                </a:cxn>
                <a:cxn ang="0">
                  <a:pos x="connsiteX2" y="connsiteY2"/>
                </a:cxn>
              </a:cxnLst>
              <a:rect l="l" t="t" r="r" b="b"/>
              <a:pathLst>
                <a:path w="1374" h="1082">
                  <a:moveTo>
                    <a:pt x="227" y="361"/>
                  </a:moveTo>
                  <a:cubicBezTo>
                    <a:pt x="-584" y="1985"/>
                    <a:pt x="1039" y="361"/>
                    <a:pt x="1039" y="361"/>
                  </a:cubicBezTo>
                  <a:cubicBezTo>
                    <a:pt x="1850" y="361"/>
                    <a:pt x="1039" y="-451"/>
                    <a:pt x="22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1" name="Freeform 540">
              <a:extLst>
                <a:ext uri="{FF2B5EF4-FFF2-40B4-BE49-F238E27FC236}">
                  <a16:creationId xmlns:a16="http://schemas.microsoft.com/office/drawing/2014/main" id="{48295921-ECDE-3BC4-97A8-D0B3FE4C5108}"/>
                </a:ext>
              </a:extLst>
            </p:cNvPr>
            <p:cNvSpPr/>
            <p:nvPr/>
          </p:nvSpPr>
          <p:spPr>
            <a:xfrm>
              <a:off x="4870266" y="3010356"/>
              <a:ext cx="5662" cy="1039"/>
            </a:xfrm>
            <a:custGeom>
              <a:avLst/>
              <a:gdLst>
                <a:gd name="connsiteX0" fmla="*/ 4185 w 5662"/>
                <a:gd name="connsiteY0" fmla="*/ 0 h 1039"/>
                <a:gd name="connsiteX1" fmla="*/ 128 w 5662"/>
                <a:gd name="connsiteY1" fmla="*/ 812 h 1039"/>
                <a:gd name="connsiteX2" fmla="*/ 4185 w 5662"/>
                <a:gd name="connsiteY2" fmla="*/ 0 h 1039"/>
              </a:gdLst>
              <a:ahLst/>
              <a:cxnLst>
                <a:cxn ang="0">
                  <a:pos x="connsiteX0" y="connsiteY0"/>
                </a:cxn>
                <a:cxn ang="0">
                  <a:pos x="connsiteX1" y="connsiteY1"/>
                </a:cxn>
                <a:cxn ang="0">
                  <a:pos x="connsiteX2" y="connsiteY2"/>
                </a:cxn>
              </a:cxnLst>
              <a:rect l="l" t="t" r="r" b="b"/>
              <a:pathLst>
                <a:path w="5662" h="1039">
                  <a:moveTo>
                    <a:pt x="4185" y="0"/>
                  </a:moveTo>
                  <a:cubicBezTo>
                    <a:pt x="2562" y="0"/>
                    <a:pt x="-683" y="812"/>
                    <a:pt x="128" y="812"/>
                  </a:cubicBezTo>
                  <a:cubicBezTo>
                    <a:pt x="4996" y="1624"/>
                    <a:pt x="7430" y="0"/>
                    <a:pt x="4185"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2" name="Freeform 541">
              <a:extLst>
                <a:ext uri="{FF2B5EF4-FFF2-40B4-BE49-F238E27FC236}">
                  <a16:creationId xmlns:a16="http://schemas.microsoft.com/office/drawing/2014/main" id="{2AB50E28-E2A1-E277-A348-45F53A2665A2}"/>
                </a:ext>
              </a:extLst>
            </p:cNvPr>
            <p:cNvSpPr/>
            <p:nvPr/>
          </p:nvSpPr>
          <p:spPr>
            <a:xfrm>
              <a:off x="4887095" y="3012791"/>
              <a:ext cx="1483" cy="811"/>
            </a:xfrm>
            <a:custGeom>
              <a:avLst/>
              <a:gdLst>
                <a:gd name="connsiteX0" fmla="*/ 336 w 1483"/>
                <a:gd name="connsiteY0" fmla="*/ 0 h 811"/>
                <a:gd name="connsiteX1" fmla="*/ 1147 w 1483"/>
                <a:gd name="connsiteY1" fmla="*/ 812 h 811"/>
                <a:gd name="connsiteX2" fmla="*/ 336 w 1483"/>
                <a:gd name="connsiteY2" fmla="*/ 0 h 811"/>
              </a:gdLst>
              <a:ahLst/>
              <a:cxnLst>
                <a:cxn ang="0">
                  <a:pos x="connsiteX0" y="connsiteY0"/>
                </a:cxn>
                <a:cxn ang="0">
                  <a:pos x="connsiteX1" y="connsiteY1"/>
                </a:cxn>
                <a:cxn ang="0">
                  <a:pos x="connsiteX2" y="connsiteY2"/>
                </a:cxn>
              </a:cxnLst>
              <a:rect l="l" t="t" r="r" b="b"/>
              <a:pathLst>
                <a:path w="1483" h="811">
                  <a:moveTo>
                    <a:pt x="336" y="0"/>
                  </a:moveTo>
                  <a:cubicBezTo>
                    <a:pt x="-475" y="812"/>
                    <a:pt x="336" y="812"/>
                    <a:pt x="1147" y="812"/>
                  </a:cubicBezTo>
                  <a:cubicBezTo>
                    <a:pt x="1959" y="0"/>
                    <a:pt x="1147" y="0"/>
                    <a:pt x="336"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3" name="Freeform 542">
              <a:extLst>
                <a:ext uri="{FF2B5EF4-FFF2-40B4-BE49-F238E27FC236}">
                  <a16:creationId xmlns:a16="http://schemas.microsoft.com/office/drawing/2014/main" id="{6AAF8B37-56D1-1B47-DBA0-E3D55DED170D}"/>
                </a:ext>
              </a:extLst>
            </p:cNvPr>
            <p:cNvSpPr/>
            <p:nvPr/>
          </p:nvSpPr>
          <p:spPr>
            <a:xfrm>
              <a:off x="4931928" y="3023797"/>
              <a:ext cx="1297" cy="721"/>
            </a:xfrm>
            <a:custGeom>
              <a:avLst/>
              <a:gdLst>
                <a:gd name="connsiteX0" fmla="*/ 937 w 1297"/>
                <a:gd name="connsiteY0" fmla="*/ 361 h 721"/>
                <a:gd name="connsiteX1" fmla="*/ 937 w 1297"/>
                <a:gd name="connsiteY1" fmla="*/ 361 h 721"/>
                <a:gd name="connsiteX2" fmla="*/ 937 w 1297"/>
                <a:gd name="connsiteY2" fmla="*/ 361 h 721"/>
              </a:gdLst>
              <a:ahLst/>
              <a:cxnLst>
                <a:cxn ang="0">
                  <a:pos x="connsiteX0" y="connsiteY0"/>
                </a:cxn>
                <a:cxn ang="0">
                  <a:pos x="connsiteX1" y="connsiteY1"/>
                </a:cxn>
                <a:cxn ang="0">
                  <a:pos x="connsiteX2" y="connsiteY2"/>
                </a:cxn>
              </a:cxnLst>
              <a:rect l="l" t="t" r="r" b="b"/>
              <a:pathLst>
                <a:path w="1297" h="721">
                  <a:moveTo>
                    <a:pt x="937" y="361"/>
                  </a:moveTo>
                  <a:cubicBezTo>
                    <a:pt x="126" y="-451"/>
                    <a:pt x="-686" y="361"/>
                    <a:pt x="937" y="361"/>
                  </a:cubicBezTo>
                  <a:cubicBezTo>
                    <a:pt x="1748" y="1173"/>
                    <a:pt x="937" y="361"/>
                    <a:pt x="937" y="361"/>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4" name="Freeform 543">
              <a:extLst>
                <a:ext uri="{FF2B5EF4-FFF2-40B4-BE49-F238E27FC236}">
                  <a16:creationId xmlns:a16="http://schemas.microsoft.com/office/drawing/2014/main" id="{5B49D718-81F9-23A8-397B-06A56623C10F}"/>
                </a:ext>
              </a:extLst>
            </p:cNvPr>
            <p:cNvSpPr/>
            <p:nvPr/>
          </p:nvSpPr>
          <p:spPr>
            <a:xfrm>
              <a:off x="4904763" y="3012623"/>
              <a:ext cx="19396" cy="1701"/>
            </a:xfrm>
            <a:custGeom>
              <a:avLst/>
              <a:gdLst>
                <a:gd name="connsiteX0" fmla="*/ 19178 w 19396"/>
                <a:gd name="connsiteY0" fmla="*/ 980 h 1701"/>
                <a:gd name="connsiteX1" fmla="*/ 2140 w 19396"/>
                <a:gd name="connsiteY1" fmla="*/ 168 h 1701"/>
                <a:gd name="connsiteX2" fmla="*/ 2140 w 19396"/>
                <a:gd name="connsiteY2" fmla="*/ 980 h 1701"/>
                <a:gd name="connsiteX3" fmla="*/ 19178 w 19396"/>
                <a:gd name="connsiteY3" fmla="*/ 980 h 1701"/>
              </a:gdLst>
              <a:ahLst/>
              <a:cxnLst>
                <a:cxn ang="0">
                  <a:pos x="connsiteX0" y="connsiteY0"/>
                </a:cxn>
                <a:cxn ang="0">
                  <a:pos x="connsiteX1" y="connsiteY1"/>
                </a:cxn>
                <a:cxn ang="0">
                  <a:pos x="connsiteX2" y="connsiteY2"/>
                </a:cxn>
                <a:cxn ang="0">
                  <a:pos x="connsiteX3" y="connsiteY3"/>
                </a:cxn>
              </a:cxnLst>
              <a:rect l="l" t="t" r="r" b="b"/>
              <a:pathLst>
                <a:path w="19396" h="1701">
                  <a:moveTo>
                    <a:pt x="19178" y="980"/>
                  </a:moveTo>
                  <a:cubicBezTo>
                    <a:pt x="18367" y="168"/>
                    <a:pt x="7008" y="980"/>
                    <a:pt x="2140" y="168"/>
                  </a:cubicBezTo>
                  <a:cubicBezTo>
                    <a:pt x="-1105" y="-644"/>
                    <a:pt x="-293" y="1792"/>
                    <a:pt x="2140" y="980"/>
                  </a:cubicBezTo>
                  <a:cubicBezTo>
                    <a:pt x="2952" y="980"/>
                    <a:pt x="21612" y="2604"/>
                    <a:pt x="19178" y="98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5" name="Freeform 544">
              <a:extLst>
                <a:ext uri="{FF2B5EF4-FFF2-40B4-BE49-F238E27FC236}">
                  <a16:creationId xmlns:a16="http://schemas.microsoft.com/office/drawing/2014/main" id="{0520E35B-1CA8-F22A-312D-4CE6E0A7A038}"/>
                </a:ext>
              </a:extLst>
            </p:cNvPr>
            <p:cNvSpPr/>
            <p:nvPr/>
          </p:nvSpPr>
          <p:spPr>
            <a:xfrm>
              <a:off x="4933644" y="3024158"/>
              <a:ext cx="3855" cy="608"/>
            </a:xfrm>
            <a:custGeom>
              <a:avLst/>
              <a:gdLst>
                <a:gd name="connsiteX0" fmla="*/ 2467 w 3855"/>
                <a:gd name="connsiteY0" fmla="*/ 0 h 608"/>
                <a:gd name="connsiteX1" fmla="*/ 844 w 3855"/>
                <a:gd name="connsiteY1" fmla="*/ 0 h 608"/>
                <a:gd name="connsiteX2" fmla="*/ 2467 w 3855"/>
                <a:gd name="connsiteY2" fmla="*/ 0 h 608"/>
              </a:gdLst>
              <a:ahLst/>
              <a:cxnLst>
                <a:cxn ang="0">
                  <a:pos x="connsiteX0" y="connsiteY0"/>
                </a:cxn>
                <a:cxn ang="0">
                  <a:pos x="connsiteX1" y="connsiteY1"/>
                </a:cxn>
                <a:cxn ang="0">
                  <a:pos x="connsiteX2" y="connsiteY2"/>
                </a:cxn>
              </a:cxnLst>
              <a:rect l="l" t="t" r="r" b="b"/>
              <a:pathLst>
                <a:path w="3855" h="608">
                  <a:moveTo>
                    <a:pt x="2467" y="0"/>
                  </a:moveTo>
                  <a:cubicBezTo>
                    <a:pt x="33" y="0"/>
                    <a:pt x="-778" y="0"/>
                    <a:pt x="844" y="0"/>
                  </a:cubicBezTo>
                  <a:cubicBezTo>
                    <a:pt x="2467" y="812"/>
                    <a:pt x="5712" y="812"/>
                    <a:pt x="2467"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6" name="Freeform 545">
              <a:extLst>
                <a:ext uri="{FF2B5EF4-FFF2-40B4-BE49-F238E27FC236}">
                  <a16:creationId xmlns:a16="http://schemas.microsoft.com/office/drawing/2014/main" id="{BE5BA431-F9A8-1D1E-1D4C-E18A2CB4D625}"/>
                </a:ext>
              </a:extLst>
            </p:cNvPr>
            <p:cNvSpPr/>
            <p:nvPr/>
          </p:nvSpPr>
          <p:spPr>
            <a:xfrm>
              <a:off x="4932865" y="3014415"/>
              <a:ext cx="3920" cy="1148"/>
            </a:xfrm>
            <a:custGeom>
              <a:avLst/>
              <a:gdLst>
                <a:gd name="connsiteX0" fmla="*/ 3245 w 3920"/>
                <a:gd name="connsiteY0" fmla="*/ 0 h 1148"/>
                <a:gd name="connsiteX1" fmla="*/ 0 w 3920"/>
                <a:gd name="connsiteY1" fmla="*/ 812 h 1148"/>
                <a:gd name="connsiteX2" fmla="*/ 3245 w 3920"/>
                <a:gd name="connsiteY2" fmla="*/ 0 h 1148"/>
              </a:gdLst>
              <a:ahLst/>
              <a:cxnLst>
                <a:cxn ang="0">
                  <a:pos x="connsiteX0" y="connsiteY0"/>
                </a:cxn>
                <a:cxn ang="0">
                  <a:pos x="connsiteX1" y="connsiteY1"/>
                </a:cxn>
                <a:cxn ang="0">
                  <a:pos x="connsiteX2" y="connsiteY2"/>
                </a:cxn>
              </a:cxnLst>
              <a:rect l="l" t="t" r="r" b="b"/>
              <a:pathLst>
                <a:path w="3920" h="1148">
                  <a:moveTo>
                    <a:pt x="3245" y="0"/>
                  </a:moveTo>
                  <a:cubicBezTo>
                    <a:pt x="2434" y="0"/>
                    <a:pt x="0" y="812"/>
                    <a:pt x="0" y="812"/>
                  </a:cubicBezTo>
                  <a:cubicBezTo>
                    <a:pt x="811" y="1624"/>
                    <a:pt x="5679" y="812"/>
                    <a:pt x="3245" y="0"/>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sp>
          <p:nvSpPr>
            <p:cNvPr id="547" name="Freeform 546">
              <a:extLst>
                <a:ext uri="{FF2B5EF4-FFF2-40B4-BE49-F238E27FC236}">
                  <a16:creationId xmlns:a16="http://schemas.microsoft.com/office/drawing/2014/main" id="{302248E8-243E-225C-99D1-6803D1209CC1}"/>
                </a:ext>
              </a:extLst>
            </p:cNvPr>
            <p:cNvSpPr/>
            <p:nvPr/>
          </p:nvSpPr>
          <p:spPr>
            <a:xfrm>
              <a:off x="4937397" y="3014415"/>
              <a:ext cx="1483" cy="1148"/>
            </a:xfrm>
            <a:custGeom>
              <a:avLst/>
              <a:gdLst>
                <a:gd name="connsiteX0" fmla="*/ 1147 w 1483"/>
                <a:gd name="connsiteY0" fmla="*/ 812 h 1148"/>
                <a:gd name="connsiteX1" fmla="*/ 336 w 1483"/>
                <a:gd name="connsiteY1" fmla="*/ 0 h 1148"/>
                <a:gd name="connsiteX2" fmla="*/ 1147 w 1483"/>
                <a:gd name="connsiteY2" fmla="*/ 812 h 1148"/>
              </a:gdLst>
              <a:ahLst/>
              <a:cxnLst>
                <a:cxn ang="0">
                  <a:pos x="connsiteX0" y="connsiteY0"/>
                </a:cxn>
                <a:cxn ang="0">
                  <a:pos x="connsiteX1" y="connsiteY1"/>
                </a:cxn>
                <a:cxn ang="0">
                  <a:pos x="connsiteX2" y="connsiteY2"/>
                </a:cxn>
              </a:cxnLst>
              <a:rect l="l" t="t" r="r" b="b"/>
              <a:pathLst>
                <a:path w="1483" h="1148">
                  <a:moveTo>
                    <a:pt x="1147" y="812"/>
                  </a:moveTo>
                  <a:cubicBezTo>
                    <a:pt x="1959" y="0"/>
                    <a:pt x="1147" y="0"/>
                    <a:pt x="336" y="0"/>
                  </a:cubicBezTo>
                  <a:cubicBezTo>
                    <a:pt x="-475" y="812"/>
                    <a:pt x="336" y="1624"/>
                    <a:pt x="1147" y="812"/>
                  </a:cubicBezTo>
                </a:path>
              </a:pathLst>
            </a:custGeom>
            <a:grpFill/>
            <a:ln w="8113" cap="flat">
              <a:noFill/>
              <a:prstDash val="solid"/>
              <a:miter/>
            </a:ln>
          </p:spPr>
          <p:txBody>
            <a:bodyPr rtlCol="0" anchor="ctr"/>
            <a:lstStyle/>
            <a:p>
              <a:endParaRPr lang="en-US" dirty="0">
                <a:latin typeface="Proxima Nova Rg" panose="02000506030000020004" pitchFamily="2" charset="77"/>
              </a:endParaRPr>
            </a:p>
          </p:txBody>
        </p:sp>
      </p:grpSp>
      <p:sp>
        <p:nvSpPr>
          <p:cNvPr id="548" name="Freeform 547">
            <a:extLst>
              <a:ext uri="{FF2B5EF4-FFF2-40B4-BE49-F238E27FC236}">
                <a16:creationId xmlns:a16="http://schemas.microsoft.com/office/drawing/2014/main" id="{760EE4B2-8291-591F-D00F-BCC9A2CECB1A}"/>
              </a:ext>
            </a:extLst>
          </p:cNvPr>
          <p:cNvSpPr/>
          <p:nvPr/>
        </p:nvSpPr>
        <p:spPr>
          <a:xfrm>
            <a:off x="2650234" y="4177881"/>
            <a:ext cx="1071404" cy="360891"/>
          </a:xfrm>
          <a:custGeom>
            <a:avLst/>
            <a:gdLst>
              <a:gd name="connsiteX0" fmla="*/ 603472 w 666000"/>
              <a:gd name="connsiteY0" fmla="*/ 189807 h 224335"/>
              <a:gd name="connsiteX1" fmla="*/ 605095 w 666000"/>
              <a:gd name="connsiteY1" fmla="*/ 189807 h 224335"/>
              <a:gd name="connsiteX2" fmla="*/ 608340 w 666000"/>
              <a:gd name="connsiteY2" fmla="*/ 192243 h 224335"/>
              <a:gd name="connsiteX3" fmla="*/ 603472 w 666000"/>
              <a:gd name="connsiteY3" fmla="*/ 189807 h 224335"/>
              <a:gd name="connsiteX4" fmla="*/ 587246 w 666000"/>
              <a:gd name="connsiteY4" fmla="*/ 206045 h 224335"/>
              <a:gd name="connsiteX5" fmla="*/ 576699 w 666000"/>
              <a:gd name="connsiteY5" fmla="*/ 203609 h 224335"/>
              <a:gd name="connsiteX6" fmla="*/ 579133 w 666000"/>
              <a:gd name="connsiteY6" fmla="*/ 202797 h 224335"/>
              <a:gd name="connsiteX7" fmla="*/ 583189 w 666000"/>
              <a:gd name="connsiteY7" fmla="*/ 203609 h 224335"/>
              <a:gd name="connsiteX8" fmla="*/ 587246 w 666000"/>
              <a:gd name="connsiteY8" fmla="*/ 206045 h 224335"/>
              <a:gd name="connsiteX9" fmla="*/ 572642 w 666000"/>
              <a:gd name="connsiteY9" fmla="*/ 201173 h 224335"/>
              <a:gd name="connsiteX10" fmla="*/ 573453 w 666000"/>
              <a:gd name="connsiteY10" fmla="*/ 200361 h 224335"/>
              <a:gd name="connsiteX11" fmla="*/ 574265 w 666000"/>
              <a:gd name="connsiteY11" fmla="*/ 201173 h 224335"/>
              <a:gd name="connsiteX12" fmla="*/ 572642 w 666000"/>
              <a:gd name="connsiteY12" fmla="*/ 201173 h 224335"/>
              <a:gd name="connsiteX13" fmla="*/ 569397 w 666000"/>
              <a:gd name="connsiteY13" fmla="*/ 200361 h 224335"/>
              <a:gd name="connsiteX14" fmla="*/ 570208 w 666000"/>
              <a:gd name="connsiteY14" fmla="*/ 199550 h 224335"/>
              <a:gd name="connsiteX15" fmla="*/ 569397 w 666000"/>
              <a:gd name="connsiteY15" fmla="*/ 200361 h 224335"/>
              <a:gd name="connsiteX16" fmla="*/ 373058 w 666000"/>
              <a:gd name="connsiteY16" fmla="*/ 172758 h 224335"/>
              <a:gd name="connsiteX17" fmla="*/ 373058 w 666000"/>
              <a:gd name="connsiteY17" fmla="*/ 172758 h 224335"/>
              <a:gd name="connsiteX18" fmla="*/ 373058 w 666000"/>
              <a:gd name="connsiteY18" fmla="*/ 172758 h 224335"/>
              <a:gd name="connsiteX19" fmla="*/ 362511 w 666000"/>
              <a:gd name="connsiteY19" fmla="*/ 171946 h 224335"/>
              <a:gd name="connsiteX20" fmla="*/ 361700 w 666000"/>
              <a:gd name="connsiteY20" fmla="*/ 171946 h 224335"/>
              <a:gd name="connsiteX21" fmla="*/ 362511 w 666000"/>
              <a:gd name="connsiteY21" fmla="*/ 171946 h 224335"/>
              <a:gd name="connsiteX22" fmla="*/ 124796 w 666000"/>
              <a:gd name="connsiteY22" fmla="*/ 195490 h 224335"/>
              <a:gd name="connsiteX23" fmla="*/ 123985 w 666000"/>
              <a:gd name="connsiteY23" fmla="*/ 194678 h 224335"/>
              <a:gd name="connsiteX24" fmla="*/ 125607 w 666000"/>
              <a:gd name="connsiteY24" fmla="*/ 194678 h 224335"/>
              <a:gd name="connsiteX25" fmla="*/ 124796 w 666000"/>
              <a:gd name="connsiteY25" fmla="*/ 195490 h 224335"/>
              <a:gd name="connsiteX26" fmla="*/ 115871 w 666000"/>
              <a:gd name="connsiteY26" fmla="*/ 190619 h 224335"/>
              <a:gd name="connsiteX27" fmla="*/ 122362 w 666000"/>
              <a:gd name="connsiteY27" fmla="*/ 188995 h 224335"/>
              <a:gd name="connsiteX28" fmla="*/ 115871 w 666000"/>
              <a:gd name="connsiteY28" fmla="*/ 190619 h 224335"/>
              <a:gd name="connsiteX29" fmla="*/ 106136 w 666000"/>
              <a:gd name="connsiteY29" fmla="*/ 191431 h 224335"/>
              <a:gd name="connsiteX30" fmla="*/ 106136 w 666000"/>
              <a:gd name="connsiteY30" fmla="*/ 191431 h 224335"/>
              <a:gd name="connsiteX31" fmla="*/ 106136 w 666000"/>
              <a:gd name="connsiteY31" fmla="*/ 191431 h 224335"/>
              <a:gd name="connsiteX32" fmla="*/ 653773 w 666000"/>
              <a:gd name="connsiteY32" fmla="*/ 137035 h 224335"/>
              <a:gd name="connsiteX33" fmla="*/ 658641 w 666000"/>
              <a:gd name="connsiteY33" fmla="*/ 137847 h 224335"/>
              <a:gd name="connsiteX34" fmla="*/ 665943 w 666000"/>
              <a:gd name="connsiteY34" fmla="*/ 143530 h 224335"/>
              <a:gd name="connsiteX35" fmla="*/ 658641 w 666000"/>
              <a:gd name="connsiteY35" fmla="*/ 128916 h 224335"/>
              <a:gd name="connsiteX36" fmla="*/ 663509 w 666000"/>
              <a:gd name="connsiteY36" fmla="*/ 131352 h 224335"/>
              <a:gd name="connsiteX37" fmla="*/ 664321 w 666000"/>
              <a:gd name="connsiteY37" fmla="*/ 128916 h 224335"/>
              <a:gd name="connsiteX38" fmla="*/ 657830 w 666000"/>
              <a:gd name="connsiteY38" fmla="*/ 119173 h 224335"/>
              <a:gd name="connsiteX39" fmla="*/ 651340 w 666000"/>
              <a:gd name="connsiteY39" fmla="*/ 106183 h 224335"/>
              <a:gd name="connsiteX40" fmla="*/ 639170 w 666000"/>
              <a:gd name="connsiteY40" fmla="*/ 91570 h 224335"/>
              <a:gd name="connsiteX41" fmla="*/ 572642 w 666000"/>
              <a:gd name="connsiteY41" fmla="*/ 29055 h 224335"/>
              <a:gd name="connsiteX42" fmla="*/ 304908 w 666000"/>
              <a:gd name="connsiteY42" fmla="*/ 639 h 224335"/>
              <a:gd name="connsiteX43" fmla="*/ 131286 w 666000"/>
              <a:gd name="connsiteY43" fmla="*/ 12005 h 224335"/>
              <a:gd name="connsiteX44" fmla="*/ 49344 w 666000"/>
              <a:gd name="connsiteY44" fmla="*/ 26619 h 224335"/>
              <a:gd name="connsiteX45" fmla="*/ 31495 w 666000"/>
              <a:gd name="connsiteY45" fmla="*/ 27431 h 224335"/>
              <a:gd name="connsiteX46" fmla="*/ 24193 w 666000"/>
              <a:gd name="connsiteY46" fmla="*/ 26619 h 224335"/>
              <a:gd name="connsiteX47" fmla="*/ 21759 w 666000"/>
              <a:gd name="connsiteY47" fmla="*/ 24995 h 224335"/>
              <a:gd name="connsiteX48" fmla="*/ 11212 w 666000"/>
              <a:gd name="connsiteY48" fmla="*/ 28243 h 224335"/>
              <a:gd name="connsiteX49" fmla="*/ 8778 w 666000"/>
              <a:gd name="connsiteY49" fmla="*/ 29055 h 224335"/>
              <a:gd name="connsiteX50" fmla="*/ 7966 w 666000"/>
              <a:gd name="connsiteY50" fmla="*/ 29867 h 224335"/>
              <a:gd name="connsiteX51" fmla="*/ 4721 w 666000"/>
              <a:gd name="connsiteY51" fmla="*/ 30678 h 224335"/>
              <a:gd name="connsiteX52" fmla="*/ 2287 w 666000"/>
              <a:gd name="connsiteY52" fmla="*/ 33114 h 224335"/>
              <a:gd name="connsiteX53" fmla="*/ 1476 w 666000"/>
              <a:gd name="connsiteY53" fmla="*/ 47728 h 224335"/>
              <a:gd name="connsiteX54" fmla="*/ 8778 w 666000"/>
              <a:gd name="connsiteY54" fmla="*/ 83451 h 224335"/>
              <a:gd name="connsiteX55" fmla="*/ 9589 w 666000"/>
              <a:gd name="connsiteY55" fmla="*/ 83451 h 224335"/>
              <a:gd name="connsiteX56" fmla="*/ 12834 w 666000"/>
              <a:gd name="connsiteY56" fmla="*/ 76144 h 224335"/>
              <a:gd name="connsiteX57" fmla="*/ 13646 w 666000"/>
              <a:gd name="connsiteY57" fmla="*/ 76144 h 224335"/>
              <a:gd name="connsiteX58" fmla="*/ 19325 w 666000"/>
              <a:gd name="connsiteY58" fmla="*/ 87510 h 224335"/>
              <a:gd name="connsiteX59" fmla="*/ 20136 w 666000"/>
              <a:gd name="connsiteY59" fmla="*/ 93193 h 224335"/>
              <a:gd name="connsiteX60" fmla="*/ 21759 w 666000"/>
              <a:gd name="connsiteY60" fmla="*/ 95629 h 224335"/>
              <a:gd name="connsiteX61" fmla="*/ 22570 w 666000"/>
              <a:gd name="connsiteY61" fmla="*/ 96441 h 224335"/>
              <a:gd name="connsiteX62" fmla="*/ 24193 w 666000"/>
              <a:gd name="connsiteY62" fmla="*/ 94817 h 224335"/>
              <a:gd name="connsiteX63" fmla="*/ 33117 w 666000"/>
              <a:gd name="connsiteY63" fmla="*/ 109431 h 224335"/>
              <a:gd name="connsiteX64" fmla="*/ 39608 w 666000"/>
              <a:gd name="connsiteY64" fmla="*/ 122421 h 224335"/>
              <a:gd name="connsiteX65" fmla="*/ 42042 w 666000"/>
              <a:gd name="connsiteY65" fmla="*/ 126480 h 224335"/>
              <a:gd name="connsiteX66" fmla="*/ 43664 w 666000"/>
              <a:gd name="connsiteY66" fmla="*/ 130540 h 224335"/>
              <a:gd name="connsiteX67" fmla="*/ 44476 w 666000"/>
              <a:gd name="connsiteY67" fmla="*/ 136223 h 224335"/>
              <a:gd name="connsiteX68" fmla="*/ 51778 w 666000"/>
              <a:gd name="connsiteY68" fmla="*/ 150837 h 224335"/>
              <a:gd name="connsiteX69" fmla="*/ 54212 w 666000"/>
              <a:gd name="connsiteY69" fmla="*/ 155708 h 224335"/>
              <a:gd name="connsiteX70" fmla="*/ 70438 w 666000"/>
              <a:gd name="connsiteY70" fmla="*/ 167074 h 224335"/>
              <a:gd name="connsiteX71" fmla="*/ 87475 w 666000"/>
              <a:gd name="connsiteY71" fmla="*/ 172758 h 224335"/>
              <a:gd name="connsiteX72" fmla="*/ 83419 w 666000"/>
              <a:gd name="connsiteY72" fmla="*/ 174381 h 224335"/>
              <a:gd name="connsiteX73" fmla="*/ 84230 w 666000"/>
              <a:gd name="connsiteY73" fmla="*/ 175193 h 224335"/>
              <a:gd name="connsiteX74" fmla="*/ 74494 w 666000"/>
              <a:gd name="connsiteY74" fmla="*/ 179253 h 224335"/>
              <a:gd name="connsiteX75" fmla="*/ 76928 w 666000"/>
              <a:gd name="connsiteY75" fmla="*/ 178441 h 224335"/>
              <a:gd name="connsiteX76" fmla="*/ 76928 w 666000"/>
              <a:gd name="connsiteY76" fmla="*/ 178441 h 224335"/>
              <a:gd name="connsiteX77" fmla="*/ 76928 w 666000"/>
              <a:gd name="connsiteY77" fmla="*/ 177629 h 224335"/>
              <a:gd name="connsiteX78" fmla="*/ 79362 w 666000"/>
              <a:gd name="connsiteY78" fmla="*/ 176817 h 224335"/>
              <a:gd name="connsiteX79" fmla="*/ 80174 w 666000"/>
              <a:gd name="connsiteY79" fmla="*/ 175193 h 224335"/>
              <a:gd name="connsiteX80" fmla="*/ 81796 w 666000"/>
              <a:gd name="connsiteY80" fmla="*/ 171946 h 224335"/>
              <a:gd name="connsiteX81" fmla="*/ 78551 w 666000"/>
              <a:gd name="connsiteY81" fmla="*/ 174381 h 224335"/>
              <a:gd name="connsiteX82" fmla="*/ 68004 w 666000"/>
              <a:gd name="connsiteY82" fmla="*/ 178441 h 224335"/>
              <a:gd name="connsiteX83" fmla="*/ 68004 w 666000"/>
              <a:gd name="connsiteY83" fmla="*/ 182500 h 224335"/>
              <a:gd name="connsiteX84" fmla="*/ 72060 w 666000"/>
              <a:gd name="connsiteY84" fmla="*/ 185748 h 224335"/>
              <a:gd name="connsiteX85" fmla="*/ 76117 w 666000"/>
              <a:gd name="connsiteY85" fmla="*/ 184124 h 224335"/>
              <a:gd name="connsiteX86" fmla="*/ 79362 w 666000"/>
              <a:gd name="connsiteY86" fmla="*/ 182500 h 224335"/>
              <a:gd name="connsiteX87" fmla="*/ 86664 w 666000"/>
              <a:gd name="connsiteY87" fmla="*/ 183312 h 224335"/>
              <a:gd name="connsiteX88" fmla="*/ 87475 w 666000"/>
              <a:gd name="connsiteY88" fmla="*/ 184124 h 224335"/>
              <a:gd name="connsiteX89" fmla="*/ 89098 w 666000"/>
              <a:gd name="connsiteY89" fmla="*/ 184124 h 224335"/>
              <a:gd name="connsiteX90" fmla="*/ 96400 w 666000"/>
              <a:gd name="connsiteY90" fmla="*/ 187371 h 224335"/>
              <a:gd name="connsiteX91" fmla="*/ 95589 w 666000"/>
              <a:gd name="connsiteY91" fmla="*/ 188995 h 224335"/>
              <a:gd name="connsiteX92" fmla="*/ 102079 w 666000"/>
              <a:gd name="connsiteY92" fmla="*/ 190619 h 224335"/>
              <a:gd name="connsiteX93" fmla="*/ 101268 w 666000"/>
              <a:gd name="connsiteY93" fmla="*/ 192243 h 224335"/>
              <a:gd name="connsiteX94" fmla="*/ 94777 w 666000"/>
              <a:gd name="connsiteY94" fmla="*/ 193866 h 224335"/>
              <a:gd name="connsiteX95" fmla="*/ 98023 w 666000"/>
              <a:gd name="connsiteY95" fmla="*/ 194678 h 224335"/>
              <a:gd name="connsiteX96" fmla="*/ 103702 w 666000"/>
              <a:gd name="connsiteY96" fmla="*/ 195490 h 224335"/>
              <a:gd name="connsiteX97" fmla="*/ 106136 w 666000"/>
              <a:gd name="connsiteY97" fmla="*/ 195490 h 224335"/>
              <a:gd name="connsiteX98" fmla="*/ 106947 w 666000"/>
              <a:gd name="connsiteY98" fmla="*/ 197926 h 224335"/>
              <a:gd name="connsiteX99" fmla="*/ 110192 w 666000"/>
              <a:gd name="connsiteY99" fmla="*/ 197114 h 224335"/>
              <a:gd name="connsiteX100" fmla="*/ 113437 w 666000"/>
              <a:gd name="connsiteY100" fmla="*/ 197114 h 224335"/>
              <a:gd name="connsiteX101" fmla="*/ 115060 w 666000"/>
              <a:gd name="connsiteY101" fmla="*/ 197114 h 224335"/>
              <a:gd name="connsiteX102" fmla="*/ 125607 w 666000"/>
              <a:gd name="connsiteY102" fmla="*/ 195490 h 224335"/>
              <a:gd name="connsiteX103" fmla="*/ 128041 w 666000"/>
              <a:gd name="connsiteY103" fmla="*/ 195490 h 224335"/>
              <a:gd name="connsiteX104" fmla="*/ 131286 w 666000"/>
              <a:gd name="connsiteY104" fmla="*/ 195490 h 224335"/>
              <a:gd name="connsiteX105" fmla="*/ 134532 w 666000"/>
              <a:gd name="connsiteY105" fmla="*/ 195490 h 224335"/>
              <a:gd name="connsiteX106" fmla="*/ 143456 w 666000"/>
              <a:gd name="connsiteY106" fmla="*/ 193866 h 224335"/>
              <a:gd name="connsiteX107" fmla="*/ 149947 w 666000"/>
              <a:gd name="connsiteY107" fmla="*/ 192243 h 224335"/>
              <a:gd name="connsiteX108" fmla="*/ 150758 w 666000"/>
              <a:gd name="connsiteY108" fmla="*/ 192243 h 224335"/>
              <a:gd name="connsiteX109" fmla="*/ 155626 w 666000"/>
              <a:gd name="connsiteY109" fmla="*/ 191431 h 224335"/>
              <a:gd name="connsiteX110" fmla="*/ 158060 w 666000"/>
              <a:gd name="connsiteY110" fmla="*/ 189807 h 224335"/>
              <a:gd name="connsiteX111" fmla="*/ 161305 w 666000"/>
              <a:gd name="connsiteY111" fmla="*/ 190619 h 224335"/>
              <a:gd name="connsiteX112" fmla="*/ 164550 w 666000"/>
              <a:gd name="connsiteY112" fmla="*/ 189807 h 224335"/>
              <a:gd name="connsiteX113" fmla="*/ 162116 w 666000"/>
              <a:gd name="connsiteY113" fmla="*/ 192243 h 224335"/>
              <a:gd name="connsiteX114" fmla="*/ 171852 w 666000"/>
              <a:gd name="connsiteY114" fmla="*/ 189807 h 224335"/>
              <a:gd name="connsiteX115" fmla="*/ 178343 w 666000"/>
              <a:gd name="connsiteY115" fmla="*/ 188183 h 224335"/>
              <a:gd name="connsiteX116" fmla="*/ 179965 w 666000"/>
              <a:gd name="connsiteY116" fmla="*/ 188995 h 224335"/>
              <a:gd name="connsiteX117" fmla="*/ 181588 w 666000"/>
              <a:gd name="connsiteY117" fmla="*/ 188183 h 224335"/>
              <a:gd name="connsiteX118" fmla="*/ 184022 w 666000"/>
              <a:gd name="connsiteY118" fmla="*/ 185748 h 224335"/>
              <a:gd name="connsiteX119" fmla="*/ 186456 w 666000"/>
              <a:gd name="connsiteY119" fmla="*/ 187371 h 224335"/>
              <a:gd name="connsiteX120" fmla="*/ 210795 w 666000"/>
              <a:gd name="connsiteY120" fmla="*/ 184124 h 224335"/>
              <a:gd name="connsiteX121" fmla="*/ 210795 w 666000"/>
              <a:gd name="connsiteY121" fmla="*/ 184936 h 224335"/>
              <a:gd name="connsiteX122" fmla="*/ 210795 w 666000"/>
              <a:gd name="connsiteY122" fmla="*/ 184936 h 224335"/>
              <a:gd name="connsiteX123" fmla="*/ 215663 w 666000"/>
              <a:gd name="connsiteY123" fmla="*/ 184124 h 224335"/>
              <a:gd name="connsiteX124" fmla="*/ 215663 w 666000"/>
              <a:gd name="connsiteY124" fmla="*/ 184124 h 224335"/>
              <a:gd name="connsiteX125" fmla="*/ 216475 w 666000"/>
              <a:gd name="connsiteY125" fmla="*/ 183312 h 224335"/>
              <a:gd name="connsiteX126" fmla="*/ 218097 w 666000"/>
              <a:gd name="connsiteY126" fmla="*/ 182500 h 224335"/>
              <a:gd name="connsiteX127" fmla="*/ 219720 w 666000"/>
              <a:gd name="connsiteY127" fmla="*/ 184124 h 224335"/>
              <a:gd name="connsiteX128" fmla="*/ 222965 w 666000"/>
              <a:gd name="connsiteY128" fmla="*/ 183312 h 224335"/>
              <a:gd name="connsiteX129" fmla="*/ 224588 w 666000"/>
              <a:gd name="connsiteY129" fmla="*/ 183312 h 224335"/>
              <a:gd name="connsiteX130" fmla="*/ 227022 w 666000"/>
              <a:gd name="connsiteY130" fmla="*/ 183312 h 224335"/>
              <a:gd name="connsiteX131" fmla="*/ 226210 w 666000"/>
              <a:gd name="connsiteY131" fmla="*/ 184124 h 224335"/>
              <a:gd name="connsiteX132" fmla="*/ 230267 w 666000"/>
              <a:gd name="connsiteY132" fmla="*/ 182500 h 224335"/>
              <a:gd name="connsiteX133" fmla="*/ 232701 w 666000"/>
              <a:gd name="connsiteY133" fmla="*/ 181688 h 224335"/>
              <a:gd name="connsiteX134" fmla="*/ 235135 w 666000"/>
              <a:gd name="connsiteY134" fmla="*/ 182500 h 224335"/>
              <a:gd name="connsiteX135" fmla="*/ 237569 w 666000"/>
              <a:gd name="connsiteY135" fmla="*/ 182500 h 224335"/>
              <a:gd name="connsiteX136" fmla="*/ 237569 w 666000"/>
              <a:gd name="connsiteY136" fmla="*/ 184124 h 224335"/>
              <a:gd name="connsiteX137" fmla="*/ 239191 w 666000"/>
              <a:gd name="connsiteY137" fmla="*/ 183312 h 224335"/>
              <a:gd name="connsiteX138" fmla="*/ 242437 w 666000"/>
              <a:gd name="connsiteY138" fmla="*/ 180876 h 224335"/>
              <a:gd name="connsiteX139" fmla="*/ 244059 w 666000"/>
              <a:gd name="connsiteY139" fmla="*/ 180876 h 224335"/>
              <a:gd name="connsiteX140" fmla="*/ 247304 w 666000"/>
              <a:gd name="connsiteY140" fmla="*/ 180064 h 224335"/>
              <a:gd name="connsiteX141" fmla="*/ 249738 w 666000"/>
              <a:gd name="connsiteY141" fmla="*/ 181688 h 224335"/>
              <a:gd name="connsiteX142" fmla="*/ 259474 w 666000"/>
              <a:gd name="connsiteY142" fmla="*/ 180064 h 224335"/>
              <a:gd name="connsiteX143" fmla="*/ 265965 w 666000"/>
              <a:gd name="connsiteY143" fmla="*/ 179253 h 224335"/>
              <a:gd name="connsiteX144" fmla="*/ 266776 w 666000"/>
              <a:gd name="connsiteY144" fmla="*/ 180064 h 224335"/>
              <a:gd name="connsiteX145" fmla="*/ 266776 w 666000"/>
              <a:gd name="connsiteY145" fmla="*/ 180064 h 224335"/>
              <a:gd name="connsiteX146" fmla="*/ 472039 w 666000"/>
              <a:gd name="connsiteY146" fmla="*/ 187371 h 224335"/>
              <a:gd name="connsiteX147" fmla="*/ 605095 w 666000"/>
              <a:gd name="connsiteY147" fmla="*/ 215787 h 224335"/>
              <a:gd name="connsiteX148" fmla="*/ 605095 w 666000"/>
              <a:gd name="connsiteY148" fmla="*/ 214163 h 224335"/>
              <a:gd name="connsiteX149" fmla="*/ 590491 w 666000"/>
              <a:gd name="connsiteY149" fmla="*/ 207668 h 224335"/>
              <a:gd name="connsiteX150" fmla="*/ 588868 w 666000"/>
              <a:gd name="connsiteY150" fmla="*/ 204421 h 224335"/>
              <a:gd name="connsiteX151" fmla="*/ 609963 w 666000"/>
              <a:gd name="connsiteY151" fmla="*/ 211728 h 224335"/>
              <a:gd name="connsiteX152" fmla="*/ 593736 w 666000"/>
              <a:gd name="connsiteY152" fmla="*/ 202797 h 224335"/>
              <a:gd name="connsiteX153" fmla="*/ 596981 w 666000"/>
              <a:gd name="connsiteY153" fmla="*/ 201985 h 224335"/>
              <a:gd name="connsiteX154" fmla="*/ 597793 w 666000"/>
              <a:gd name="connsiteY154" fmla="*/ 202797 h 224335"/>
              <a:gd name="connsiteX155" fmla="*/ 639170 w 666000"/>
              <a:gd name="connsiteY155" fmla="*/ 222282 h 224335"/>
              <a:gd name="connsiteX156" fmla="*/ 631868 w 666000"/>
              <a:gd name="connsiteY156" fmla="*/ 206045 h 224335"/>
              <a:gd name="connsiteX157" fmla="*/ 627811 w 666000"/>
              <a:gd name="connsiteY157" fmla="*/ 197114 h 224335"/>
              <a:gd name="connsiteX158" fmla="*/ 632679 w 666000"/>
              <a:gd name="connsiteY158" fmla="*/ 193055 h 224335"/>
              <a:gd name="connsiteX159" fmla="*/ 643226 w 666000"/>
              <a:gd name="connsiteY159" fmla="*/ 192243 h 224335"/>
              <a:gd name="connsiteX160" fmla="*/ 642415 w 666000"/>
              <a:gd name="connsiteY160" fmla="*/ 188183 h 224335"/>
              <a:gd name="connsiteX161" fmla="*/ 642415 w 666000"/>
              <a:gd name="connsiteY161" fmla="*/ 187371 h 224335"/>
              <a:gd name="connsiteX162" fmla="*/ 627000 w 666000"/>
              <a:gd name="connsiteY162" fmla="*/ 165451 h 224335"/>
              <a:gd name="connsiteX163" fmla="*/ 626189 w 666000"/>
              <a:gd name="connsiteY163" fmla="*/ 159767 h 224335"/>
              <a:gd name="connsiteX164" fmla="*/ 627000 w 666000"/>
              <a:gd name="connsiteY164" fmla="*/ 161391 h 224335"/>
              <a:gd name="connsiteX165" fmla="*/ 628623 w 666000"/>
              <a:gd name="connsiteY165" fmla="*/ 162203 h 224335"/>
              <a:gd name="connsiteX166" fmla="*/ 633491 w 666000"/>
              <a:gd name="connsiteY166" fmla="*/ 162203 h 224335"/>
              <a:gd name="connsiteX167" fmla="*/ 636736 w 666000"/>
              <a:gd name="connsiteY167" fmla="*/ 163015 h 224335"/>
              <a:gd name="connsiteX168" fmla="*/ 637547 w 666000"/>
              <a:gd name="connsiteY168" fmla="*/ 158144 h 224335"/>
              <a:gd name="connsiteX169" fmla="*/ 634302 w 666000"/>
              <a:gd name="connsiteY169" fmla="*/ 154896 h 224335"/>
              <a:gd name="connsiteX170" fmla="*/ 637547 w 666000"/>
              <a:gd name="connsiteY170" fmla="*/ 153272 h 224335"/>
              <a:gd name="connsiteX171" fmla="*/ 644038 w 666000"/>
              <a:gd name="connsiteY171" fmla="*/ 154084 h 224335"/>
              <a:gd name="connsiteX172" fmla="*/ 646472 w 666000"/>
              <a:gd name="connsiteY172" fmla="*/ 152461 h 224335"/>
              <a:gd name="connsiteX173" fmla="*/ 642415 w 666000"/>
              <a:gd name="connsiteY173" fmla="*/ 149213 h 224335"/>
              <a:gd name="connsiteX174" fmla="*/ 641604 w 666000"/>
              <a:gd name="connsiteY174" fmla="*/ 143530 h 224335"/>
              <a:gd name="connsiteX175" fmla="*/ 652962 w 666000"/>
              <a:gd name="connsiteY175" fmla="*/ 145965 h 224335"/>
              <a:gd name="connsiteX176" fmla="*/ 663509 w 666000"/>
              <a:gd name="connsiteY176" fmla="*/ 150025 h 224335"/>
              <a:gd name="connsiteX177" fmla="*/ 653773 w 666000"/>
              <a:gd name="connsiteY177" fmla="*/ 137035 h 22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666000" h="224335">
                <a:moveTo>
                  <a:pt x="603472" y="189807"/>
                </a:moveTo>
                <a:cubicBezTo>
                  <a:pt x="605906" y="188183"/>
                  <a:pt x="605095" y="189807"/>
                  <a:pt x="605095" y="189807"/>
                </a:cubicBezTo>
                <a:cubicBezTo>
                  <a:pt x="604283" y="191431"/>
                  <a:pt x="608340" y="191431"/>
                  <a:pt x="608340" y="192243"/>
                </a:cubicBezTo>
                <a:cubicBezTo>
                  <a:pt x="608340" y="193055"/>
                  <a:pt x="601038" y="191431"/>
                  <a:pt x="603472" y="189807"/>
                </a:cubicBezTo>
                <a:moveTo>
                  <a:pt x="587246" y="206045"/>
                </a:moveTo>
                <a:cubicBezTo>
                  <a:pt x="586434" y="207668"/>
                  <a:pt x="576699" y="203609"/>
                  <a:pt x="576699" y="203609"/>
                </a:cubicBezTo>
                <a:cubicBezTo>
                  <a:pt x="576699" y="202797"/>
                  <a:pt x="578321" y="203609"/>
                  <a:pt x="579133" y="202797"/>
                </a:cubicBezTo>
                <a:cubicBezTo>
                  <a:pt x="579944" y="201985"/>
                  <a:pt x="583189" y="203609"/>
                  <a:pt x="583189" y="203609"/>
                </a:cubicBezTo>
                <a:cubicBezTo>
                  <a:pt x="584812" y="204421"/>
                  <a:pt x="588057" y="203609"/>
                  <a:pt x="587246" y="206045"/>
                </a:cubicBezTo>
                <a:moveTo>
                  <a:pt x="572642" y="201173"/>
                </a:moveTo>
                <a:cubicBezTo>
                  <a:pt x="571831" y="200361"/>
                  <a:pt x="573453" y="198738"/>
                  <a:pt x="573453" y="200361"/>
                </a:cubicBezTo>
                <a:cubicBezTo>
                  <a:pt x="573453" y="201173"/>
                  <a:pt x="574265" y="201173"/>
                  <a:pt x="574265" y="201173"/>
                </a:cubicBezTo>
                <a:cubicBezTo>
                  <a:pt x="576699" y="201985"/>
                  <a:pt x="575076" y="203609"/>
                  <a:pt x="572642" y="201173"/>
                </a:cubicBezTo>
                <a:moveTo>
                  <a:pt x="569397" y="200361"/>
                </a:moveTo>
                <a:cubicBezTo>
                  <a:pt x="565340" y="200361"/>
                  <a:pt x="569397" y="198738"/>
                  <a:pt x="570208" y="199550"/>
                </a:cubicBezTo>
                <a:cubicBezTo>
                  <a:pt x="571019" y="200361"/>
                  <a:pt x="570208" y="200361"/>
                  <a:pt x="569397" y="200361"/>
                </a:cubicBezTo>
                <a:moveTo>
                  <a:pt x="373058" y="172758"/>
                </a:moveTo>
                <a:cubicBezTo>
                  <a:pt x="372247" y="173569"/>
                  <a:pt x="370624" y="171946"/>
                  <a:pt x="373058" y="172758"/>
                </a:cubicBezTo>
                <a:cubicBezTo>
                  <a:pt x="373058" y="172758"/>
                  <a:pt x="373058" y="172758"/>
                  <a:pt x="373058" y="172758"/>
                </a:cubicBezTo>
                <a:moveTo>
                  <a:pt x="362511" y="171946"/>
                </a:moveTo>
                <a:cubicBezTo>
                  <a:pt x="362511" y="172758"/>
                  <a:pt x="360889" y="171946"/>
                  <a:pt x="361700" y="171946"/>
                </a:cubicBezTo>
                <a:cubicBezTo>
                  <a:pt x="361700" y="170322"/>
                  <a:pt x="362511" y="171946"/>
                  <a:pt x="362511" y="171946"/>
                </a:cubicBezTo>
                <a:moveTo>
                  <a:pt x="124796" y="195490"/>
                </a:moveTo>
                <a:cubicBezTo>
                  <a:pt x="124796" y="196302"/>
                  <a:pt x="123173" y="195490"/>
                  <a:pt x="123985" y="194678"/>
                </a:cubicBezTo>
                <a:cubicBezTo>
                  <a:pt x="125607" y="193055"/>
                  <a:pt x="126419" y="194678"/>
                  <a:pt x="125607" y="194678"/>
                </a:cubicBezTo>
                <a:cubicBezTo>
                  <a:pt x="125607" y="194678"/>
                  <a:pt x="124796" y="193866"/>
                  <a:pt x="124796" y="195490"/>
                </a:cubicBezTo>
                <a:moveTo>
                  <a:pt x="115871" y="190619"/>
                </a:moveTo>
                <a:cubicBezTo>
                  <a:pt x="93966" y="191431"/>
                  <a:pt x="135343" y="185748"/>
                  <a:pt x="122362" y="188995"/>
                </a:cubicBezTo>
                <a:cubicBezTo>
                  <a:pt x="122362" y="188995"/>
                  <a:pt x="117494" y="190619"/>
                  <a:pt x="115871" y="190619"/>
                </a:cubicBezTo>
                <a:moveTo>
                  <a:pt x="106136" y="191431"/>
                </a:moveTo>
                <a:cubicBezTo>
                  <a:pt x="105324" y="192243"/>
                  <a:pt x="103702" y="191431"/>
                  <a:pt x="106136" y="191431"/>
                </a:cubicBezTo>
                <a:cubicBezTo>
                  <a:pt x="106947" y="190619"/>
                  <a:pt x="106136" y="191431"/>
                  <a:pt x="106136" y="191431"/>
                </a:cubicBezTo>
                <a:moveTo>
                  <a:pt x="653773" y="137035"/>
                </a:moveTo>
                <a:cubicBezTo>
                  <a:pt x="654585" y="137035"/>
                  <a:pt x="657830" y="137847"/>
                  <a:pt x="658641" y="137847"/>
                </a:cubicBezTo>
                <a:cubicBezTo>
                  <a:pt x="661075" y="140282"/>
                  <a:pt x="665132" y="144342"/>
                  <a:pt x="665943" y="143530"/>
                </a:cubicBezTo>
                <a:cubicBezTo>
                  <a:pt x="666755" y="139470"/>
                  <a:pt x="658641" y="128916"/>
                  <a:pt x="658641" y="128916"/>
                </a:cubicBezTo>
                <a:cubicBezTo>
                  <a:pt x="661075" y="127292"/>
                  <a:pt x="664321" y="136223"/>
                  <a:pt x="663509" y="131352"/>
                </a:cubicBezTo>
                <a:cubicBezTo>
                  <a:pt x="663509" y="129728"/>
                  <a:pt x="664321" y="128104"/>
                  <a:pt x="664321" y="128916"/>
                </a:cubicBezTo>
                <a:cubicBezTo>
                  <a:pt x="663509" y="128916"/>
                  <a:pt x="659453" y="121609"/>
                  <a:pt x="657830" y="119173"/>
                </a:cubicBezTo>
                <a:cubicBezTo>
                  <a:pt x="655396" y="116738"/>
                  <a:pt x="657830" y="115114"/>
                  <a:pt x="651340" y="106183"/>
                </a:cubicBezTo>
                <a:cubicBezTo>
                  <a:pt x="646472" y="99688"/>
                  <a:pt x="641604" y="96441"/>
                  <a:pt x="639170" y="91570"/>
                </a:cubicBezTo>
                <a:cubicBezTo>
                  <a:pt x="622943" y="58282"/>
                  <a:pt x="594547" y="36362"/>
                  <a:pt x="572642" y="29055"/>
                </a:cubicBezTo>
                <a:cubicBezTo>
                  <a:pt x="572642" y="29055"/>
                  <a:pt x="483397" y="-5044"/>
                  <a:pt x="304908" y="639"/>
                </a:cubicBezTo>
                <a:cubicBezTo>
                  <a:pt x="278946" y="1451"/>
                  <a:pt x="157249" y="6322"/>
                  <a:pt x="131286" y="12005"/>
                </a:cubicBezTo>
                <a:cubicBezTo>
                  <a:pt x="131286" y="12005"/>
                  <a:pt x="49344" y="26619"/>
                  <a:pt x="49344" y="26619"/>
                </a:cubicBezTo>
                <a:cubicBezTo>
                  <a:pt x="44476" y="27431"/>
                  <a:pt x="62325" y="17688"/>
                  <a:pt x="31495" y="27431"/>
                </a:cubicBezTo>
                <a:cubicBezTo>
                  <a:pt x="25816" y="29055"/>
                  <a:pt x="24193" y="29055"/>
                  <a:pt x="24193" y="26619"/>
                </a:cubicBezTo>
                <a:cubicBezTo>
                  <a:pt x="24193" y="24995"/>
                  <a:pt x="23382" y="24183"/>
                  <a:pt x="21759" y="24995"/>
                </a:cubicBezTo>
                <a:cubicBezTo>
                  <a:pt x="21759" y="24995"/>
                  <a:pt x="12023" y="25807"/>
                  <a:pt x="11212" y="28243"/>
                </a:cubicBezTo>
                <a:cubicBezTo>
                  <a:pt x="10400" y="29867"/>
                  <a:pt x="9589" y="29867"/>
                  <a:pt x="8778" y="29055"/>
                </a:cubicBezTo>
                <a:cubicBezTo>
                  <a:pt x="8778" y="28243"/>
                  <a:pt x="7966" y="28243"/>
                  <a:pt x="7966" y="29867"/>
                </a:cubicBezTo>
                <a:cubicBezTo>
                  <a:pt x="7966" y="30678"/>
                  <a:pt x="5533" y="31490"/>
                  <a:pt x="4721" y="30678"/>
                </a:cubicBezTo>
                <a:cubicBezTo>
                  <a:pt x="3910" y="29867"/>
                  <a:pt x="2287" y="32302"/>
                  <a:pt x="2287" y="33114"/>
                </a:cubicBezTo>
                <a:cubicBezTo>
                  <a:pt x="3099" y="38797"/>
                  <a:pt x="-2581" y="39609"/>
                  <a:pt x="1476" y="47728"/>
                </a:cubicBezTo>
                <a:cubicBezTo>
                  <a:pt x="3099" y="50164"/>
                  <a:pt x="7155" y="89134"/>
                  <a:pt x="8778" y="83451"/>
                </a:cubicBezTo>
                <a:cubicBezTo>
                  <a:pt x="8778" y="82639"/>
                  <a:pt x="9589" y="82639"/>
                  <a:pt x="9589" y="83451"/>
                </a:cubicBezTo>
                <a:cubicBezTo>
                  <a:pt x="11212" y="85886"/>
                  <a:pt x="12834" y="80203"/>
                  <a:pt x="12834" y="76144"/>
                </a:cubicBezTo>
                <a:cubicBezTo>
                  <a:pt x="12834" y="74520"/>
                  <a:pt x="13646" y="75332"/>
                  <a:pt x="13646" y="76144"/>
                </a:cubicBezTo>
                <a:cubicBezTo>
                  <a:pt x="12834" y="79391"/>
                  <a:pt x="20136" y="76956"/>
                  <a:pt x="19325" y="87510"/>
                </a:cubicBezTo>
                <a:cubicBezTo>
                  <a:pt x="19325" y="91570"/>
                  <a:pt x="19325" y="92381"/>
                  <a:pt x="20136" y="93193"/>
                </a:cubicBezTo>
                <a:cubicBezTo>
                  <a:pt x="21759" y="94005"/>
                  <a:pt x="20136" y="97253"/>
                  <a:pt x="21759" y="95629"/>
                </a:cubicBezTo>
                <a:cubicBezTo>
                  <a:pt x="22570" y="94817"/>
                  <a:pt x="21759" y="96441"/>
                  <a:pt x="22570" y="96441"/>
                </a:cubicBezTo>
                <a:cubicBezTo>
                  <a:pt x="23382" y="96441"/>
                  <a:pt x="23382" y="94817"/>
                  <a:pt x="24193" y="94817"/>
                </a:cubicBezTo>
                <a:cubicBezTo>
                  <a:pt x="26627" y="95629"/>
                  <a:pt x="29872" y="106183"/>
                  <a:pt x="33117" y="109431"/>
                </a:cubicBezTo>
                <a:cubicBezTo>
                  <a:pt x="37985" y="113490"/>
                  <a:pt x="37174" y="121609"/>
                  <a:pt x="39608" y="122421"/>
                </a:cubicBezTo>
                <a:cubicBezTo>
                  <a:pt x="42042" y="123233"/>
                  <a:pt x="39608" y="128104"/>
                  <a:pt x="42042" y="126480"/>
                </a:cubicBezTo>
                <a:cubicBezTo>
                  <a:pt x="42853" y="125668"/>
                  <a:pt x="42853" y="130540"/>
                  <a:pt x="43664" y="130540"/>
                </a:cubicBezTo>
                <a:cubicBezTo>
                  <a:pt x="44476" y="130540"/>
                  <a:pt x="42042" y="132164"/>
                  <a:pt x="44476" y="136223"/>
                </a:cubicBezTo>
                <a:cubicBezTo>
                  <a:pt x="50966" y="147589"/>
                  <a:pt x="46910" y="145965"/>
                  <a:pt x="51778" y="150837"/>
                </a:cubicBezTo>
                <a:cubicBezTo>
                  <a:pt x="55023" y="154084"/>
                  <a:pt x="50966" y="154896"/>
                  <a:pt x="54212" y="155708"/>
                </a:cubicBezTo>
                <a:cubicBezTo>
                  <a:pt x="56645" y="156520"/>
                  <a:pt x="62325" y="167074"/>
                  <a:pt x="70438" y="167074"/>
                </a:cubicBezTo>
                <a:cubicBezTo>
                  <a:pt x="76928" y="167074"/>
                  <a:pt x="88287" y="171946"/>
                  <a:pt x="87475" y="172758"/>
                </a:cubicBezTo>
                <a:cubicBezTo>
                  <a:pt x="86664" y="174381"/>
                  <a:pt x="85041" y="172758"/>
                  <a:pt x="83419" y="174381"/>
                </a:cubicBezTo>
                <a:cubicBezTo>
                  <a:pt x="82608" y="175193"/>
                  <a:pt x="82608" y="175193"/>
                  <a:pt x="84230" y="175193"/>
                </a:cubicBezTo>
                <a:cubicBezTo>
                  <a:pt x="91532" y="172758"/>
                  <a:pt x="74494" y="180876"/>
                  <a:pt x="74494" y="179253"/>
                </a:cubicBezTo>
                <a:cubicBezTo>
                  <a:pt x="74494" y="175193"/>
                  <a:pt x="76117" y="179253"/>
                  <a:pt x="76928" y="178441"/>
                </a:cubicBezTo>
                <a:cubicBezTo>
                  <a:pt x="76928" y="178441"/>
                  <a:pt x="76928" y="177629"/>
                  <a:pt x="76928" y="178441"/>
                </a:cubicBezTo>
                <a:cubicBezTo>
                  <a:pt x="76117" y="178441"/>
                  <a:pt x="76117" y="176817"/>
                  <a:pt x="76928" y="177629"/>
                </a:cubicBezTo>
                <a:cubicBezTo>
                  <a:pt x="77740" y="178441"/>
                  <a:pt x="79362" y="177629"/>
                  <a:pt x="79362" y="176817"/>
                </a:cubicBezTo>
                <a:cubicBezTo>
                  <a:pt x="79362" y="176005"/>
                  <a:pt x="79362" y="175193"/>
                  <a:pt x="80174" y="175193"/>
                </a:cubicBezTo>
                <a:cubicBezTo>
                  <a:pt x="80985" y="175193"/>
                  <a:pt x="82608" y="171946"/>
                  <a:pt x="81796" y="171946"/>
                </a:cubicBezTo>
                <a:cubicBezTo>
                  <a:pt x="80985" y="171946"/>
                  <a:pt x="80985" y="173569"/>
                  <a:pt x="78551" y="174381"/>
                </a:cubicBezTo>
                <a:cubicBezTo>
                  <a:pt x="68815" y="178441"/>
                  <a:pt x="70438" y="176005"/>
                  <a:pt x="68004" y="178441"/>
                </a:cubicBezTo>
                <a:cubicBezTo>
                  <a:pt x="64759" y="180876"/>
                  <a:pt x="66381" y="182500"/>
                  <a:pt x="68004" y="182500"/>
                </a:cubicBezTo>
                <a:cubicBezTo>
                  <a:pt x="69626" y="181688"/>
                  <a:pt x="70438" y="182500"/>
                  <a:pt x="72060" y="185748"/>
                </a:cubicBezTo>
                <a:cubicBezTo>
                  <a:pt x="72872" y="185748"/>
                  <a:pt x="75306" y="183312"/>
                  <a:pt x="76117" y="184124"/>
                </a:cubicBezTo>
                <a:cubicBezTo>
                  <a:pt x="77740" y="184936"/>
                  <a:pt x="76928" y="182500"/>
                  <a:pt x="79362" y="182500"/>
                </a:cubicBezTo>
                <a:cubicBezTo>
                  <a:pt x="83419" y="183312"/>
                  <a:pt x="86664" y="179253"/>
                  <a:pt x="86664" y="183312"/>
                </a:cubicBezTo>
                <a:cubicBezTo>
                  <a:pt x="86664" y="184936"/>
                  <a:pt x="86664" y="184936"/>
                  <a:pt x="87475" y="184124"/>
                </a:cubicBezTo>
                <a:cubicBezTo>
                  <a:pt x="88287" y="183312"/>
                  <a:pt x="88287" y="183312"/>
                  <a:pt x="89098" y="184124"/>
                </a:cubicBezTo>
                <a:cubicBezTo>
                  <a:pt x="90721" y="185748"/>
                  <a:pt x="97211" y="186559"/>
                  <a:pt x="96400" y="187371"/>
                </a:cubicBezTo>
                <a:cubicBezTo>
                  <a:pt x="96400" y="188183"/>
                  <a:pt x="95589" y="188183"/>
                  <a:pt x="95589" y="188995"/>
                </a:cubicBezTo>
                <a:cubicBezTo>
                  <a:pt x="95589" y="189807"/>
                  <a:pt x="99645" y="190619"/>
                  <a:pt x="102079" y="190619"/>
                </a:cubicBezTo>
                <a:cubicBezTo>
                  <a:pt x="104513" y="189807"/>
                  <a:pt x="103702" y="192243"/>
                  <a:pt x="101268" y="192243"/>
                </a:cubicBezTo>
                <a:cubicBezTo>
                  <a:pt x="98023" y="192243"/>
                  <a:pt x="98023" y="193055"/>
                  <a:pt x="94777" y="193866"/>
                </a:cubicBezTo>
                <a:cubicBezTo>
                  <a:pt x="90721" y="194678"/>
                  <a:pt x="92343" y="197114"/>
                  <a:pt x="98023" y="194678"/>
                </a:cubicBezTo>
                <a:cubicBezTo>
                  <a:pt x="99645" y="193866"/>
                  <a:pt x="106947" y="194678"/>
                  <a:pt x="103702" y="195490"/>
                </a:cubicBezTo>
                <a:cubicBezTo>
                  <a:pt x="102890" y="195490"/>
                  <a:pt x="101268" y="196302"/>
                  <a:pt x="106136" y="195490"/>
                </a:cubicBezTo>
                <a:cubicBezTo>
                  <a:pt x="111815" y="194678"/>
                  <a:pt x="111004" y="195490"/>
                  <a:pt x="106947" y="197926"/>
                </a:cubicBezTo>
                <a:cubicBezTo>
                  <a:pt x="107758" y="197926"/>
                  <a:pt x="110192" y="197114"/>
                  <a:pt x="110192" y="197114"/>
                </a:cubicBezTo>
                <a:cubicBezTo>
                  <a:pt x="110192" y="197926"/>
                  <a:pt x="112626" y="197926"/>
                  <a:pt x="113437" y="197114"/>
                </a:cubicBezTo>
                <a:cubicBezTo>
                  <a:pt x="114249" y="196302"/>
                  <a:pt x="115060" y="195490"/>
                  <a:pt x="115060" y="197114"/>
                </a:cubicBezTo>
                <a:cubicBezTo>
                  <a:pt x="114249" y="199550"/>
                  <a:pt x="126419" y="196302"/>
                  <a:pt x="125607" y="195490"/>
                </a:cubicBezTo>
                <a:cubicBezTo>
                  <a:pt x="124796" y="195490"/>
                  <a:pt x="127230" y="194678"/>
                  <a:pt x="128041" y="195490"/>
                </a:cubicBezTo>
                <a:cubicBezTo>
                  <a:pt x="129664" y="196302"/>
                  <a:pt x="129664" y="194678"/>
                  <a:pt x="131286" y="195490"/>
                </a:cubicBezTo>
                <a:cubicBezTo>
                  <a:pt x="132909" y="196302"/>
                  <a:pt x="135343" y="194678"/>
                  <a:pt x="134532" y="195490"/>
                </a:cubicBezTo>
                <a:cubicBezTo>
                  <a:pt x="133720" y="198738"/>
                  <a:pt x="143456" y="193055"/>
                  <a:pt x="143456" y="193866"/>
                </a:cubicBezTo>
                <a:cubicBezTo>
                  <a:pt x="143456" y="194678"/>
                  <a:pt x="149135" y="193866"/>
                  <a:pt x="149947" y="192243"/>
                </a:cubicBezTo>
                <a:cubicBezTo>
                  <a:pt x="149947" y="192243"/>
                  <a:pt x="150758" y="191431"/>
                  <a:pt x="150758" y="192243"/>
                </a:cubicBezTo>
                <a:cubicBezTo>
                  <a:pt x="151569" y="193055"/>
                  <a:pt x="154815" y="191431"/>
                  <a:pt x="155626" y="191431"/>
                </a:cubicBezTo>
                <a:cubicBezTo>
                  <a:pt x="156437" y="191431"/>
                  <a:pt x="157249" y="188995"/>
                  <a:pt x="158060" y="189807"/>
                </a:cubicBezTo>
                <a:cubicBezTo>
                  <a:pt x="158871" y="190619"/>
                  <a:pt x="161305" y="191431"/>
                  <a:pt x="161305" y="190619"/>
                </a:cubicBezTo>
                <a:cubicBezTo>
                  <a:pt x="161305" y="189807"/>
                  <a:pt x="164550" y="188995"/>
                  <a:pt x="164550" y="189807"/>
                </a:cubicBezTo>
                <a:cubicBezTo>
                  <a:pt x="164550" y="190619"/>
                  <a:pt x="161305" y="191431"/>
                  <a:pt x="162116" y="192243"/>
                </a:cubicBezTo>
                <a:cubicBezTo>
                  <a:pt x="162928" y="193055"/>
                  <a:pt x="172663" y="188183"/>
                  <a:pt x="171852" y="189807"/>
                </a:cubicBezTo>
                <a:cubicBezTo>
                  <a:pt x="171852" y="190619"/>
                  <a:pt x="177531" y="188995"/>
                  <a:pt x="178343" y="188183"/>
                </a:cubicBezTo>
                <a:cubicBezTo>
                  <a:pt x="182399" y="185748"/>
                  <a:pt x="179154" y="188995"/>
                  <a:pt x="179965" y="188995"/>
                </a:cubicBezTo>
                <a:cubicBezTo>
                  <a:pt x="180777" y="188995"/>
                  <a:pt x="179965" y="188183"/>
                  <a:pt x="181588" y="188183"/>
                </a:cubicBezTo>
                <a:cubicBezTo>
                  <a:pt x="183211" y="188995"/>
                  <a:pt x="183211" y="185748"/>
                  <a:pt x="184022" y="185748"/>
                </a:cubicBezTo>
                <a:cubicBezTo>
                  <a:pt x="184833" y="185748"/>
                  <a:pt x="182399" y="188995"/>
                  <a:pt x="186456" y="187371"/>
                </a:cubicBezTo>
                <a:cubicBezTo>
                  <a:pt x="186456" y="187371"/>
                  <a:pt x="205116" y="187371"/>
                  <a:pt x="210795" y="184124"/>
                </a:cubicBezTo>
                <a:cubicBezTo>
                  <a:pt x="212418" y="183312"/>
                  <a:pt x="211607" y="184936"/>
                  <a:pt x="210795" y="184936"/>
                </a:cubicBezTo>
                <a:cubicBezTo>
                  <a:pt x="210795" y="184936"/>
                  <a:pt x="209984" y="184936"/>
                  <a:pt x="210795" y="184936"/>
                </a:cubicBezTo>
                <a:cubicBezTo>
                  <a:pt x="211607" y="187371"/>
                  <a:pt x="215663" y="180876"/>
                  <a:pt x="215663" y="184124"/>
                </a:cubicBezTo>
                <a:cubicBezTo>
                  <a:pt x="215663" y="184936"/>
                  <a:pt x="215663" y="184936"/>
                  <a:pt x="215663" y="184124"/>
                </a:cubicBezTo>
                <a:cubicBezTo>
                  <a:pt x="215663" y="183312"/>
                  <a:pt x="216475" y="183312"/>
                  <a:pt x="216475" y="183312"/>
                </a:cubicBezTo>
                <a:cubicBezTo>
                  <a:pt x="217286" y="184124"/>
                  <a:pt x="217286" y="181688"/>
                  <a:pt x="218097" y="182500"/>
                </a:cubicBezTo>
                <a:cubicBezTo>
                  <a:pt x="218908" y="182500"/>
                  <a:pt x="217286" y="186559"/>
                  <a:pt x="219720" y="184124"/>
                </a:cubicBezTo>
                <a:cubicBezTo>
                  <a:pt x="221342" y="182500"/>
                  <a:pt x="226210" y="182500"/>
                  <a:pt x="222965" y="183312"/>
                </a:cubicBezTo>
                <a:cubicBezTo>
                  <a:pt x="221342" y="184124"/>
                  <a:pt x="221342" y="184936"/>
                  <a:pt x="224588" y="183312"/>
                </a:cubicBezTo>
                <a:cubicBezTo>
                  <a:pt x="227833" y="180876"/>
                  <a:pt x="227833" y="182500"/>
                  <a:pt x="227022" y="183312"/>
                </a:cubicBezTo>
                <a:cubicBezTo>
                  <a:pt x="226210" y="183312"/>
                  <a:pt x="226210" y="184124"/>
                  <a:pt x="226210" y="184124"/>
                </a:cubicBezTo>
                <a:cubicBezTo>
                  <a:pt x="226210" y="184936"/>
                  <a:pt x="229456" y="183312"/>
                  <a:pt x="230267" y="182500"/>
                </a:cubicBezTo>
                <a:cubicBezTo>
                  <a:pt x="230267" y="181688"/>
                  <a:pt x="231078" y="182500"/>
                  <a:pt x="232701" y="181688"/>
                </a:cubicBezTo>
                <a:cubicBezTo>
                  <a:pt x="234324" y="180876"/>
                  <a:pt x="234324" y="183312"/>
                  <a:pt x="235135" y="182500"/>
                </a:cubicBezTo>
                <a:cubicBezTo>
                  <a:pt x="235135" y="181688"/>
                  <a:pt x="244059" y="179253"/>
                  <a:pt x="237569" y="182500"/>
                </a:cubicBezTo>
                <a:cubicBezTo>
                  <a:pt x="233512" y="184936"/>
                  <a:pt x="236757" y="183312"/>
                  <a:pt x="237569" y="184124"/>
                </a:cubicBezTo>
                <a:cubicBezTo>
                  <a:pt x="238380" y="184936"/>
                  <a:pt x="238380" y="183312"/>
                  <a:pt x="239191" y="183312"/>
                </a:cubicBezTo>
                <a:cubicBezTo>
                  <a:pt x="240814" y="184124"/>
                  <a:pt x="240003" y="182500"/>
                  <a:pt x="242437" y="180876"/>
                </a:cubicBezTo>
                <a:cubicBezTo>
                  <a:pt x="244059" y="180064"/>
                  <a:pt x="244059" y="180064"/>
                  <a:pt x="244059" y="180876"/>
                </a:cubicBezTo>
                <a:cubicBezTo>
                  <a:pt x="242437" y="183312"/>
                  <a:pt x="244871" y="181688"/>
                  <a:pt x="247304" y="180064"/>
                </a:cubicBezTo>
                <a:cubicBezTo>
                  <a:pt x="244871" y="185748"/>
                  <a:pt x="246493" y="180876"/>
                  <a:pt x="249738" y="181688"/>
                </a:cubicBezTo>
                <a:cubicBezTo>
                  <a:pt x="252172" y="181688"/>
                  <a:pt x="258663" y="177629"/>
                  <a:pt x="259474" y="180064"/>
                </a:cubicBezTo>
                <a:cubicBezTo>
                  <a:pt x="260286" y="182500"/>
                  <a:pt x="259474" y="180064"/>
                  <a:pt x="265965" y="179253"/>
                </a:cubicBezTo>
                <a:cubicBezTo>
                  <a:pt x="266776" y="179253"/>
                  <a:pt x="267587" y="179253"/>
                  <a:pt x="266776" y="180064"/>
                </a:cubicBezTo>
                <a:cubicBezTo>
                  <a:pt x="265965" y="180876"/>
                  <a:pt x="265965" y="180876"/>
                  <a:pt x="266776" y="180064"/>
                </a:cubicBezTo>
                <a:cubicBezTo>
                  <a:pt x="278946" y="171134"/>
                  <a:pt x="471228" y="187371"/>
                  <a:pt x="472039" y="187371"/>
                </a:cubicBezTo>
                <a:cubicBezTo>
                  <a:pt x="537755" y="191431"/>
                  <a:pt x="603472" y="217411"/>
                  <a:pt x="605095" y="215787"/>
                </a:cubicBezTo>
                <a:cubicBezTo>
                  <a:pt x="605095" y="215787"/>
                  <a:pt x="599415" y="210916"/>
                  <a:pt x="605095" y="214163"/>
                </a:cubicBezTo>
                <a:cubicBezTo>
                  <a:pt x="611585" y="216599"/>
                  <a:pt x="606717" y="214163"/>
                  <a:pt x="590491" y="207668"/>
                </a:cubicBezTo>
                <a:cubicBezTo>
                  <a:pt x="586434" y="206045"/>
                  <a:pt x="588057" y="204421"/>
                  <a:pt x="588868" y="204421"/>
                </a:cubicBezTo>
                <a:cubicBezTo>
                  <a:pt x="596981" y="206856"/>
                  <a:pt x="625377" y="219847"/>
                  <a:pt x="609963" y="211728"/>
                </a:cubicBezTo>
                <a:cubicBezTo>
                  <a:pt x="607529" y="210916"/>
                  <a:pt x="593736" y="205233"/>
                  <a:pt x="593736" y="202797"/>
                </a:cubicBezTo>
                <a:cubicBezTo>
                  <a:pt x="593736" y="201985"/>
                  <a:pt x="596170" y="203609"/>
                  <a:pt x="596981" y="201985"/>
                </a:cubicBezTo>
                <a:cubicBezTo>
                  <a:pt x="596981" y="201985"/>
                  <a:pt x="596981" y="201985"/>
                  <a:pt x="597793" y="202797"/>
                </a:cubicBezTo>
                <a:cubicBezTo>
                  <a:pt x="598604" y="204421"/>
                  <a:pt x="633491" y="214975"/>
                  <a:pt x="639170" y="222282"/>
                </a:cubicBezTo>
                <a:cubicBezTo>
                  <a:pt x="644849" y="229589"/>
                  <a:pt x="638359" y="215787"/>
                  <a:pt x="631868" y="206045"/>
                </a:cubicBezTo>
                <a:cubicBezTo>
                  <a:pt x="629434" y="202797"/>
                  <a:pt x="628623" y="200361"/>
                  <a:pt x="627811" y="197114"/>
                </a:cubicBezTo>
                <a:cubicBezTo>
                  <a:pt x="626189" y="189807"/>
                  <a:pt x="627811" y="190619"/>
                  <a:pt x="632679" y="193055"/>
                </a:cubicBezTo>
                <a:cubicBezTo>
                  <a:pt x="647283" y="198738"/>
                  <a:pt x="652962" y="212540"/>
                  <a:pt x="643226" y="192243"/>
                </a:cubicBezTo>
                <a:cubicBezTo>
                  <a:pt x="641604" y="188995"/>
                  <a:pt x="641604" y="188183"/>
                  <a:pt x="642415" y="188183"/>
                </a:cubicBezTo>
                <a:cubicBezTo>
                  <a:pt x="643226" y="188183"/>
                  <a:pt x="643226" y="188183"/>
                  <a:pt x="642415" y="187371"/>
                </a:cubicBezTo>
                <a:cubicBezTo>
                  <a:pt x="639981" y="186559"/>
                  <a:pt x="631057" y="170322"/>
                  <a:pt x="627000" y="165451"/>
                </a:cubicBezTo>
                <a:cubicBezTo>
                  <a:pt x="620510" y="157332"/>
                  <a:pt x="625377" y="160579"/>
                  <a:pt x="626189" y="159767"/>
                </a:cubicBezTo>
                <a:cubicBezTo>
                  <a:pt x="627000" y="158956"/>
                  <a:pt x="630245" y="161391"/>
                  <a:pt x="627000" y="161391"/>
                </a:cubicBezTo>
                <a:cubicBezTo>
                  <a:pt x="625377" y="161391"/>
                  <a:pt x="627811" y="163015"/>
                  <a:pt x="628623" y="162203"/>
                </a:cubicBezTo>
                <a:cubicBezTo>
                  <a:pt x="630245" y="161391"/>
                  <a:pt x="631868" y="163015"/>
                  <a:pt x="633491" y="162203"/>
                </a:cubicBezTo>
                <a:cubicBezTo>
                  <a:pt x="635113" y="160579"/>
                  <a:pt x="635925" y="163827"/>
                  <a:pt x="636736" y="163015"/>
                </a:cubicBezTo>
                <a:cubicBezTo>
                  <a:pt x="637547" y="162203"/>
                  <a:pt x="609151" y="146777"/>
                  <a:pt x="637547" y="158144"/>
                </a:cubicBezTo>
                <a:cubicBezTo>
                  <a:pt x="635925" y="156520"/>
                  <a:pt x="635113" y="154896"/>
                  <a:pt x="634302" y="154896"/>
                </a:cubicBezTo>
                <a:cubicBezTo>
                  <a:pt x="633491" y="154896"/>
                  <a:pt x="634302" y="151649"/>
                  <a:pt x="637547" y="153272"/>
                </a:cubicBezTo>
                <a:cubicBezTo>
                  <a:pt x="641604" y="155708"/>
                  <a:pt x="640792" y="151649"/>
                  <a:pt x="644038" y="154084"/>
                </a:cubicBezTo>
                <a:cubicBezTo>
                  <a:pt x="646472" y="155708"/>
                  <a:pt x="648906" y="153272"/>
                  <a:pt x="646472" y="152461"/>
                </a:cubicBezTo>
                <a:cubicBezTo>
                  <a:pt x="639981" y="150025"/>
                  <a:pt x="644038" y="149213"/>
                  <a:pt x="642415" y="149213"/>
                </a:cubicBezTo>
                <a:cubicBezTo>
                  <a:pt x="641604" y="149213"/>
                  <a:pt x="640792" y="143530"/>
                  <a:pt x="641604" y="143530"/>
                </a:cubicBezTo>
                <a:cubicBezTo>
                  <a:pt x="642415" y="142718"/>
                  <a:pt x="647283" y="144342"/>
                  <a:pt x="652962" y="145965"/>
                </a:cubicBezTo>
                <a:cubicBezTo>
                  <a:pt x="660264" y="148401"/>
                  <a:pt x="660264" y="146777"/>
                  <a:pt x="663509" y="150025"/>
                </a:cubicBezTo>
                <a:cubicBezTo>
                  <a:pt x="665943" y="151649"/>
                  <a:pt x="670000" y="150837"/>
                  <a:pt x="653773" y="137035"/>
                </a:cubicBezTo>
              </a:path>
            </a:pathLst>
          </a:custGeom>
          <a:solidFill>
            <a:schemeClr val="accent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49" name="Freeform 548">
            <a:extLst>
              <a:ext uri="{FF2B5EF4-FFF2-40B4-BE49-F238E27FC236}">
                <a16:creationId xmlns:a16="http://schemas.microsoft.com/office/drawing/2014/main" id="{FB4D11BB-D8B4-B81E-7D17-D276A04761E7}"/>
              </a:ext>
            </a:extLst>
          </p:cNvPr>
          <p:cNvSpPr/>
          <p:nvPr/>
        </p:nvSpPr>
        <p:spPr>
          <a:xfrm>
            <a:off x="862691" y="4117078"/>
            <a:ext cx="1419732" cy="461372"/>
          </a:xfrm>
          <a:custGeom>
            <a:avLst/>
            <a:gdLst>
              <a:gd name="connsiteX0" fmla="*/ 688912 w 717307"/>
              <a:gd name="connsiteY0" fmla="*/ 154282 h 233104"/>
              <a:gd name="connsiteX1" fmla="*/ 691346 w 717307"/>
              <a:gd name="connsiteY1" fmla="*/ 155094 h 233104"/>
              <a:gd name="connsiteX2" fmla="*/ 688912 w 717307"/>
              <a:gd name="connsiteY2" fmla="*/ 154282 h 233104"/>
              <a:gd name="connsiteX3" fmla="*/ 691346 w 717307"/>
              <a:gd name="connsiteY3" fmla="*/ 158341 h 233104"/>
              <a:gd name="connsiteX4" fmla="*/ 691346 w 717307"/>
              <a:gd name="connsiteY4" fmla="*/ 158341 h 233104"/>
              <a:gd name="connsiteX5" fmla="*/ 691346 w 717307"/>
              <a:gd name="connsiteY5" fmla="*/ 158341 h 233104"/>
              <a:gd name="connsiteX6" fmla="*/ 685666 w 717307"/>
              <a:gd name="connsiteY6" fmla="*/ 156718 h 233104"/>
              <a:gd name="connsiteX7" fmla="*/ 684044 w 717307"/>
              <a:gd name="connsiteY7" fmla="*/ 155906 h 233104"/>
              <a:gd name="connsiteX8" fmla="*/ 685666 w 717307"/>
              <a:gd name="connsiteY8" fmla="*/ 156718 h 233104"/>
              <a:gd name="connsiteX9" fmla="*/ 685666 w 717307"/>
              <a:gd name="connsiteY9" fmla="*/ 162401 h 233104"/>
              <a:gd name="connsiteX10" fmla="*/ 685666 w 717307"/>
              <a:gd name="connsiteY10" fmla="*/ 162401 h 233104"/>
              <a:gd name="connsiteX11" fmla="*/ 685666 w 717307"/>
              <a:gd name="connsiteY11" fmla="*/ 162401 h 233104"/>
              <a:gd name="connsiteX12" fmla="*/ 677553 w 717307"/>
              <a:gd name="connsiteY12" fmla="*/ 159965 h 233104"/>
              <a:gd name="connsiteX13" fmla="*/ 682421 w 717307"/>
              <a:gd name="connsiteY13" fmla="*/ 161589 h 233104"/>
              <a:gd name="connsiteX14" fmla="*/ 677553 w 717307"/>
              <a:gd name="connsiteY14" fmla="*/ 159965 h 233104"/>
              <a:gd name="connsiteX15" fmla="*/ 676742 w 717307"/>
              <a:gd name="connsiteY15" fmla="*/ 154282 h 233104"/>
              <a:gd name="connsiteX16" fmla="*/ 676742 w 717307"/>
              <a:gd name="connsiteY16" fmla="*/ 154282 h 233104"/>
              <a:gd name="connsiteX17" fmla="*/ 676742 w 717307"/>
              <a:gd name="connsiteY17" fmla="*/ 154282 h 233104"/>
              <a:gd name="connsiteX18" fmla="*/ 679987 w 717307"/>
              <a:gd name="connsiteY18" fmla="*/ 155094 h 233104"/>
              <a:gd name="connsiteX19" fmla="*/ 680798 w 717307"/>
              <a:gd name="connsiteY19" fmla="*/ 155094 h 233104"/>
              <a:gd name="connsiteX20" fmla="*/ 679987 w 717307"/>
              <a:gd name="connsiteY20" fmla="*/ 155094 h 233104"/>
              <a:gd name="connsiteX21" fmla="*/ 684044 w 717307"/>
              <a:gd name="connsiteY21" fmla="*/ 151846 h 233104"/>
              <a:gd name="connsiteX22" fmla="*/ 684855 w 717307"/>
              <a:gd name="connsiteY22" fmla="*/ 152658 h 233104"/>
              <a:gd name="connsiteX23" fmla="*/ 684044 w 717307"/>
              <a:gd name="connsiteY23" fmla="*/ 151846 h 233104"/>
              <a:gd name="connsiteX24" fmla="*/ 477970 w 717307"/>
              <a:gd name="connsiteY24" fmla="*/ 149411 h 233104"/>
              <a:gd name="connsiteX25" fmla="*/ 482026 w 717307"/>
              <a:gd name="connsiteY25" fmla="*/ 149411 h 233104"/>
              <a:gd name="connsiteX26" fmla="*/ 477970 w 717307"/>
              <a:gd name="connsiteY26" fmla="*/ 149411 h 233104"/>
              <a:gd name="connsiteX27" fmla="*/ 473913 w 717307"/>
              <a:gd name="connsiteY27" fmla="*/ 149411 h 233104"/>
              <a:gd name="connsiteX28" fmla="*/ 472290 w 717307"/>
              <a:gd name="connsiteY28" fmla="*/ 148599 h 233104"/>
              <a:gd name="connsiteX29" fmla="*/ 473913 w 717307"/>
              <a:gd name="connsiteY29" fmla="*/ 149411 h 233104"/>
              <a:gd name="connsiteX30" fmla="*/ 471479 w 717307"/>
              <a:gd name="connsiteY30" fmla="*/ 145351 h 233104"/>
              <a:gd name="connsiteX31" fmla="*/ 471479 w 717307"/>
              <a:gd name="connsiteY31" fmla="*/ 145351 h 233104"/>
              <a:gd name="connsiteX32" fmla="*/ 471479 w 717307"/>
              <a:gd name="connsiteY32" fmla="*/ 145351 h 233104"/>
              <a:gd name="connsiteX33" fmla="*/ 469857 w 717307"/>
              <a:gd name="connsiteY33" fmla="*/ 147787 h 233104"/>
              <a:gd name="connsiteX34" fmla="*/ 471479 w 717307"/>
              <a:gd name="connsiteY34" fmla="*/ 147787 h 233104"/>
              <a:gd name="connsiteX35" fmla="*/ 469857 w 717307"/>
              <a:gd name="connsiteY35" fmla="*/ 147787 h 233104"/>
              <a:gd name="connsiteX36" fmla="*/ 469857 w 717307"/>
              <a:gd name="connsiteY36" fmla="*/ 149411 h 233104"/>
              <a:gd name="connsiteX37" fmla="*/ 469857 w 717307"/>
              <a:gd name="connsiteY37" fmla="*/ 149411 h 233104"/>
              <a:gd name="connsiteX38" fmla="*/ 469857 w 717307"/>
              <a:gd name="connsiteY38" fmla="*/ 149411 h 233104"/>
              <a:gd name="connsiteX39" fmla="*/ 468234 w 717307"/>
              <a:gd name="connsiteY39" fmla="*/ 146163 h 233104"/>
              <a:gd name="connsiteX40" fmla="*/ 460121 w 717307"/>
              <a:gd name="connsiteY40" fmla="*/ 144540 h 233104"/>
              <a:gd name="connsiteX41" fmla="*/ 469857 w 717307"/>
              <a:gd name="connsiteY41" fmla="*/ 145351 h 233104"/>
              <a:gd name="connsiteX42" fmla="*/ 468234 w 717307"/>
              <a:gd name="connsiteY42" fmla="*/ 146163 h 233104"/>
              <a:gd name="connsiteX43" fmla="*/ 468234 w 717307"/>
              <a:gd name="connsiteY43" fmla="*/ 149411 h 233104"/>
              <a:gd name="connsiteX44" fmla="*/ 468234 w 717307"/>
              <a:gd name="connsiteY44" fmla="*/ 149411 h 233104"/>
              <a:gd name="connsiteX45" fmla="*/ 468234 w 717307"/>
              <a:gd name="connsiteY45" fmla="*/ 149411 h 233104"/>
              <a:gd name="connsiteX46" fmla="*/ 467423 w 717307"/>
              <a:gd name="connsiteY46" fmla="*/ 149411 h 233104"/>
              <a:gd name="connsiteX47" fmla="*/ 467423 w 717307"/>
              <a:gd name="connsiteY47" fmla="*/ 149411 h 233104"/>
              <a:gd name="connsiteX48" fmla="*/ 467423 w 717307"/>
              <a:gd name="connsiteY48" fmla="*/ 149411 h 233104"/>
              <a:gd name="connsiteX49" fmla="*/ 462555 w 717307"/>
              <a:gd name="connsiteY49" fmla="*/ 147787 h 233104"/>
              <a:gd name="connsiteX50" fmla="*/ 459309 w 717307"/>
              <a:gd name="connsiteY50" fmla="*/ 147787 h 233104"/>
              <a:gd name="connsiteX51" fmla="*/ 461743 w 717307"/>
              <a:gd name="connsiteY51" fmla="*/ 146975 h 233104"/>
              <a:gd name="connsiteX52" fmla="*/ 462555 w 717307"/>
              <a:gd name="connsiteY52" fmla="*/ 147787 h 233104"/>
              <a:gd name="connsiteX53" fmla="*/ 458498 w 717307"/>
              <a:gd name="connsiteY53" fmla="*/ 146975 h 233104"/>
              <a:gd name="connsiteX54" fmla="*/ 458498 w 717307"/>
              <a:gd name="connsiteY54" fmla="*/ 146975 h 233104"/>
              <a:gd name="connsiteX55" fmla="*/ 458498 w 717307"/>
              <a:gd name="connsiteY55" fmla="*/ 146975 h 233104"/>
              <a:gd name="connsiteX56" fmla="*/ 456064 w 717307"/>
              <a:gd name="connsiteY56" fmla="*/ 148599 h 233104"/>
              <a:gd name="connsiteX57" fmla="*/ 455253 w 717307"/>
              <a:gd name="connsiteY57" fmla="*/ 148599 h 233104"/>
              <a:gd name="connsiteX58" fmla="*/ 456064 w 717307"/>
              <a:gd name="connsiteY58" fmla="*/ 148599 h 233104"/>
              <a:gd name="connsiteX59" fmla="*/ 452008 w 717307"/>
              <a:gd name="connsiteY59" fmla="*/ 146975 h 233104"/>
              <a:gd name="connsiteX60" fmla="*/ 455253 w 717307"/>
              <a:gd name="connsiteY60" fmla="*/ 146975 h 233104"/>
              <a:gd name="connsiteX61" fmla="*/ 452008 w 717307"/>
              <a:gd name="connsiteY61" fmla="*/ 146975 h 233104"/>
              <a:gd name="connsiteX62" fmla="*/ 454442 w 717307"/>
              <a:gd name="connsiteY62" fmla="*/ 148599 h 233104"/>
              <a:gd name="connsiteX63" fmla="*/ 454442 w 717307"/>
              <a:gd name="connsiteY63" fmla="*/ 148599 h 233104"/>
              <a:gd name="connsiteX64" fmla="*/ 454442 w 717307"/>
              <a:gd name="connsiteY64" fmla="*/ 148599 h 233104"/>
              <a:gd name="connsiteX65" fmla="*/ 451196 w 717307"/>
              <a:gd name="connsiteY65" fmla="*/ 146975 h 233104"/>
              <a:gd name="connsiteX66" fmla="*/ 450385 w 717307"/>
              <a:gd name="connsiteY66" fmla="*/ 146975 h 233104"/>
              <a:gd name="connsiteX67" fmla="*/ 451196 w 717307"/>
              <a:gd name="connsiteY67" fmla="*/ 146975 h 233104"/>
              <a:gd name="connsiteX68" fmla="*/ 448762 w 717307"/>
              <a:gd name="connsiteY68" fmla="*/ 147787 h 233104"/>
              <a:gd name="connsiteX69" fmla="*/ 448762 w 717307"/>
              <a:gd name="connsiteY69" fmla="*/ 147787 h 233104"/>
              <a:gd name="connsiteX70" fmla="*/ 448762 w 717307"/>
              <a:gd name="connsiteY70" fmla="*/ 147787 h 233104"/>
              <a:gd name="connsiteX71" fmla="*/ 446328 w 717307"/>
              <a:gd name="connsiteY71" fmla="*/ 147787 h 233104"/>
              <a:gd name="connsiteX72" fmla="*/ 446328 w 717307"/>
              <a:gd name="connsiteY72" fmla="*/ 147787 h 233104"/>
              <a:gd name="connsiteX73" fmla="*/ 446328 w 717307"/>
              <a:gd name="connsiteY73" fmla="*/ 147787 h 233104"/>
              <a:gd name="connsiteX74" fmla="*/ 442272 w 717307"/>
              <a:gd name="connsiteY74" fmla="*/ 143728 h 233104"/>
              <a:gd name="connsiteX75" fmla="*/ 442272 w 717307"/>
              <a:gd name="connsiteY75" fmla="*/ 143728 h 233104"/>
              <a:gd name="connsiteX76" fmla="*/ 442272 w 717307"/>
              <a:gd name="connsiteY76" fmla="*/ 143728 h 233104"/>
              <a:gd name="connsiteX77" fmla="*/ 439838 w 717307"/>
              <a:gd name="connsiteY77" fmla="*/ 148599 h 233104"/>
              <a:gd name="connsiteX78" fmla="*/ 437404 w 717307"/>
              <a:gd name="connsiteY78" fmla="*/ 148599 h 233104"/>
              <a:gd name="connsiteX79" fmla="*/ 439838 w 717307"/>
              <a:gd name="connsiteY79" fmla="*/ 148599 h 233104"/>
              <a:gd name="connsiteX80" fmla="*/ 435781 w 717307"/>
              <a:gd name="connsiteY80" fmla="*/ 142916 h 233104"/>
              <a:gd name="connsiteX81" fmla="*/ 436593 w 717307"/>
              <a:gd name="connsiteY81" fmla="*/ 142916 h 233104"/>
              <a:gd name="connsiteX82" fmla="*/ 436593 w 717307"/>
              <a:gd name="connsiteY82" fmla="*/ 143728 h 233104"/>
              <a:gd name="connsiteX83" fmla="*/ 435781 w 717307"/>
              <a:gd name="connsiteY83" fmla="*/ 142916 h 233104"/>
              <a:gd name="connsiteX84" fmla="*/ 435781 w 717307"/>
              <a:gd name="connsiteY84" fmla="*/ 142104 h 233104"/>
              <a:gd name="connsiteX85" fmla="*/ 434159 w 717307"/>
              <a:gd name="connsiteY85" fmla="*/ 142104 h 233104"/>
              <a:gd name="connsiteX86" fmla="*/ 435781 w 717307"/>
              <a:gd name="connsiteY86" fmla="*/ 142104 h 233104"/>
              <a:gd name="connsiteX87" fmla="*/ 514479 w 717307"/>
              <a:gd name="connsiteY87" fmla="*/ 157530 h 233104"/>
              <a:gd name="connsiteX88" fmla="*/ 514479 w 717307"/>
              <a:gd name="connsiteY88" fmla="*/ 157530 h 233104"/>
              <a:gd name="connsiteX89" fmla="*/ 516101 w 717307"/>
              <a:gd name="connsiteY89" fmla="*/ 158341 h 233104"/>
              <a:gd name="connsiteX90" fmla="*/ 518535 w 717307"/>
              <a:gd name="connsiteY90" fmla="*/ 158341 h 233104"/>
              <a:gd name="connsiteX91" fmla="*/ 513667 w 717307"/>
              <a:gd name="connsiteY91" fmla="*/ 158341 h 233104"/>
              <a:gd name="connsiteX92" fmla="*/ 514479 w 717307"/>
              <a:gd name="connsiteY92" fmla="*/ 157530 h 233104"/>
              <a:gd name="connsiteX93" fmla="*/ 521781 w 717307"/>
              <a:gd name="connsiteY93" fmla="*/ 158341 h 233104"/>
              <a:gd name="connsiteX94" fmla="*/ 523403 w 717307"/>
              <a:gd name="connsiteY94" fmla="*/ 158341 h 233104"/>
              <a:gd name="connsiteX95" fmla="*/ 521781 w 717307"/>
              <a:gd name="connsiteY95" fmla="*/ 158341 h 233104"/>
              <a:gd name="connsiteX96" fmla="*/ 524215 w 717307"/>
              <a:gd name="connsiteY96" fmla="*/ 158341 h 233104"/>
              <a:gd name="connsiteX97" fmla="*/ 524215 w 717307"/>
              <a:gd name="connsiteY97" fmla="*/ 158341 h 233104"/>
              <a:gd name="connsiteX98" fmla="*/ 524215 w 717307"/>
              <a:gd name="connsiteY98" fmla="*/ 158341 h 233104"/>
              <a:gd name="connsiteX99" fmla="*/ 526649 w 717307"/>
              <a:gd name="connsiteY99" fmla="*/ 159153 h 233104"/>
              <a:gd name="connsiteX100" fmla="*/ 525837 w 717307"/>
              <a:gd name="connsiteY100" fmla="*/ 159153 h 233104"/>
              <a:gd name="connsiteX101" fmla="*/ 526649 w 717307"/>
              <a:gd name="connsiteY101" fmla="*/ 159153 h 233104"/>
              <a:gd name="connsiteX102" fmla="*/ 530705 w 717307"/>
              <a:gd name="connsiteY102" fmla="*/ 159153 h 233104"/>
              <a:gd name="connsiteX103" fmla="*/ 533139 w 717307"/>
              <a:gd name="connsiteY103" fmla="*/ 159153 h 233104"/>
              <a:gd name="connsiteX104" fmla="*/ 530705 w 717307"/>
              <a:gd name="connsiteY104" fmla="*/ 159153 h 233104"/>
              <a:gd name="connsiteX105" fmla="*/ 428479 w 717307"/>
              <a:gd name="connsiteY105" fmla="*/ 146975 h 233104"/>
              <a:gd name="connsiteX106" fmla="*/ 426045 w 717307"/>
              <a:gd name="connsiteY106" fmla="*/ 146975 h 233104"/>
              <a:gd name="connsiteX107" fmla="*/ 428479 w 717307"/>
              <a:gd name="connsiteY107" fmla="*/ 146975 h 233104"/>
              <a:gd name="connsiteX108" fmla="*/ 422800 w 717307"/>
              <a:gd name="connsiteY108" fmla="*/ 146163 h 233104"/>
              <a:gd name="connsiteX109" fmla="*/ 423612 w 717307"/>
              <a:gd name="connsiteY109" fmla="*/ 146163 h 233104"/>
              <a:gd name="connsiteX110" fmla="*/ 422800 w 717307"/>
              <a:gd name="connsiteY110" fmla="*/ 146163 h 233104"/>
              <a:gd name="connsiteX111" fmla="*/ 421989 w 717307"/>
              <a:gd name="connsiteY111" fmla="*/ 146975 h 233104"/>
              <a:gd name="connsiteX112" fmla="*/ 421178 w 717307"/>
              <a:gd name="connsiteY112" fmla="*/ 146163 h 233104"/>
              <a:gd name="connsiteX113" fmla="*/ 421989 w 717307"/>
              <a:gd name="connsiteY113" fmla="*/ 146975 h 233104"/>
              <a:gd name="connsiteX114" fmla="*/ 419555 w 717307"/>
              <a:gd name="connsiteY114" fmla="*/ 146975 h 233104"/>
              <a:gd name="connsiteX115" fmla="*/ 418744 w 717307"/>
              <a:gd name="connsiteY115" fmla="*/ 146975 h 233104"/>
              <a:gd name="connsiteX116" fmla="*/ 419555 w 717307"/>
              <a:gd name="connsiteY116" fmla="*/ 146975 h 233104"/>
              <a:gd name="connsiteX117" fmla="*/ 398461 w 717307"/>
              <a:gd name="connsiteY117" fmla="*/ 142916 h 233104"/>
              <a:gd name="connsiteX118" fmla="*/ 398461 w 717307"/>
              <a:gd name="connsiteY118" fmla="*/ 142916 h 233104"/>
              <a:gd name="connsiteX119" fmla="*/ 398461 w 717307"/>
              <a:gd name="connsiteY119" fmla="*/ 142916 h 233104"/>
              <a:gd name="connsiteX120" fmla="*/ 394404 w 717307"/>
              <a:gd name="connsiteY120" fmla="*/ 142104 h 233104"/>
              <a:gd name="connsiteX121" fmla="*/ 389536 w 717307"/>
              <a:gd name="connsiteY121" fmla="*/ 142916 h 233104"/>
              <a:gd name="connsiteX122" fmla="*/ 392782 w 717307"/>
              <a:gd name="connsiteY122" fmla="*/ 142104 h 233104"/>
              <a:gd name="connsiteX123" fmla="*/ 393593 w 717307"/>
              <a:gd name="connsiteY123" fmla="*/ 142104 h 233104"/>
              <a:gd name="connsiteX124" fmla="*/ 394404 w 717307"/>
              <a:gd name="connsiteY124" fmla="*/ 142104 h 233104"/>
              <a:gd name="connsiteX125" fmla="*/ 367631 w 717307"/>
              <a:gd name="connsiteY125" fmla="*/ 110441 h 233104"/>
              <a:gd name="connsiteX126" fmla="*/ 367631 w 717307"/>
              <a:gd name="connsiteY126" fmla="*/ 110441 h 233104"/>
              <a:gd name="connsiteX127" fmla="*/ 367631 w 717307"/>
              <a:gd name="connsiteY127" fmla="*/ 110441 h 233104"/>
              <a:gd name="connsiteX128" fmla="*/ 365197 w 717307"/>
              <a:gd name="connsiteY128" fmla="*/ 110441 h 233104"/>
              <a:gd name="connsiteX129" fmla="*/ 363574 w 717307"/>
              <a:gd name="connsiteY129" fmla="*/ 109629 h 233104"/>
              <a:gd name="connsiteX130" fmla="*/ 365197 w 717307"/>
              <a:gd name="connsiteY130" fmla="*/ 110441 h 233104"/>
              <a:gd name="connsiteX131" fmla="*/ 360329 w 717307"/>
              <a:gd name="connsiteY131" fmla="*/ 109629 h 233104"/>
              <a:gd name="connsiteX132" fmla="*/ 360329 w 717307"/>
              <a:gd name="connsiteY132" fmla="*/ 109629 h 233104"/>
              <a:gd name="connsiteX133" fmla="*/ 360329 w 717307"/>
              <a:gd name="connsiteY133" fmla="*/ 109629 h 233104"/>
              <a:gd name="connsiteX134" fmla="*/ 354650 w 717307"/>
              <a:gd name="connsiteY134" fmla="*/ 109629 h 233104"/>
              <a:gd name="connsiteX135" fmla="*/ 354650 w 717307"/>
              <a:gd name="connsiteY135" fmla="*/ 109629 h 233104"/>
              <a:gd name="connsiteX136" fmla="*/ 354650 w 717307"/>
              <a:gd name="connsiteY136" fmla="*/ 109629 h 233104"/>
              <a:gd name="connsiteX137" fmla="*/ 348971 w 717307"/>
              <a:gd name="connsiteY137" fmla="*/ 109629 h 233104"/>
              <a:gd name="connsiteX138" fmla="*/ 346537 w 717307"/>
              <a:gd name="connsiteY138" fmla="*/ 110441 h 233104"/>
              <a:gd name="connsiteX139" fmla="*/ 344914 w 717307"/>
              <a:gd name="connsiteY139" fmla="*/ 109629 h 233104"/>
              <a:gd name="connsiteX140" fmla="*/ 345725 w 717307"/>
              <a:gd name="connsiteY140" fmla="*/ 108817 h 233104"/>
              <a:gd name="connsiteX141" fmla="*/ 348971 w 717307"/>
              <a:gd name="connsiteY141" fmla="*/ 109629 h 233104"/>
              <a:gd name="connsiteX142" fmla="*/ 341669 w 717307"/>
              <a:gd name="connsiteY142" fmla="*/ 110441 h 233104"/>
              <a:gd name="connsiteX143" fmla="*/ 341669 w 717307"/>
              <a:gd name="connsiteY143" fmla="*/ 110441 h 233104"/>
              <a:gd name="connsiteX144" fmla="*/ 341669 w 717307"/>
              <a:gd name="connsiteY144" fmla="*/ 110441 h 233104"/>
              <a:gd name="connsiteX145" fmla="*/ 340857 w 717307"/>
              <a:gd name="connsiteY145" fmla="*/ 109629 h 233104"/>
              <a:gd name="connsiteX146" fmla="*/ 339235 w 717307"/>
              <a:gd name="connsiteY146" fmla="*/ 109629 h 233104"/>
              <a:gd name="connsiteX147" fmla="*/ 340857 w 717307"/>
              <a:gd name="connsiteY147" fmla="*/ 109629 h 233104"/>
              <a:gd name="connsiteX148" fmla="*/ 334367 w 717307"/>
              <a:gd name="connsiteY148" fmla="*/ 110441 h 233104"/>
              <a:gd name="connsiteX149" fmla="*/ 335178 w 717307"/>
              <a:gd name="connsiteY149" fmla="*/ 110441 h 233104"/>
              <a:gd name="connsiteX150" fmla="*/ 334367 w 717307"/>
              <a:gd name="connsiteY150" fmla="*/ 110441 h 233104"/>
              <a:gd name="connsiteX151" fmla="*/ 330310 w 717307"/>
              <a:gd name="connsiteY151" fmla="*/ 110441 h 233104"/>
              <a:gd name="connsiteX152" fmla="*/ 329499 w 717307"/>
              <a:gd name="connsiteY152" fmla="*/ 109629 h 233104"/>
              <a:gd name="connsiteX153" fmla="*/ 330310 w 717307"/>
              <a:gd name="connsiteY153" fmla="*/ 110441 h 233104"/>
              <a:gd name="connsiteX154" fmla="*/ 321386 w 717307"/>
              <a:gd name="connsiteY154" fmla="*/ 110441 h 233104"/>
              <a:gd name="connsiteX155" fmla="*/ 320574 w 717307"/>
              <a:gd name="connsiteY155" fmla="*/ 110441 h 233104"/>
              <a:gd name="connsiteX156" fmla="*/ 321386 w 717307"/>
              <a:gd name="connsiteY156" fmla="*/ 110441 h 233104"/>
              <a:gd name="connsiteX157" fmla="*/ 318952 w 717307"/>
              <a:gd name="connsiteY157" fmla="*/ 112876 h 233104"/>
              <a:gd name="connsiteX158" fmla="*/ 316518 w 717307"/>
              <a:gd name="connsiteY158" fmla="*/ 113688 h 233104"/>
              <a:gd name="connsiteX159" fmla="*/ 314084 w 717307"/>
              <a:gd name="connsiteY159" fmla="*/ 113688 h 233104"/>
              <a:gd name="connsiteX160" fmla="*/ 310839 w 717307"/>
              <a:gd name="connsiteY160" fmla="*/ 113688 h 233104"/>
              <a:gd name="connsiteX161" fmla="*/ 310027 w 717307"/>
              <a:gd name="connsiteY161" fmla="*/ 113688 h 233104"/>
              <a:gd name="connsiteX162" fmla="*/ 309216 w 717307"/>
              <a:gd name="connsiteY162" fmla="*/ 113688 h 233104"/>
              <a:gd name="connsiteX163" fmla="*/ 281631 w 717307"/>
              <a:gd name="connsiteY163" fmla="*/ 114500 h 233104"/>
              <a:gd name="connsiteX164" fmla="*/ 215915 w 717307"/>
              <a:gd name="connsiteY164" fmla="*/ 118559 h 233104"/>
              <a:gd name="connsiteX165" fmla="*/ 215915 w 717307"/>
              <a:gd name="connsiteY165" fmla="*/ 116936 h 233104"/>
              <a:gd name="connsiteX166" fmla="*/ 214292 w 717307"/>
              <a:gd name="connsiteY166" fmla="*/ 117747 h 233104"/>
              <a:gd name="connsiteX167" fmla="*/ 211858 w 717307"/>
              <a:gd name="connsiteY167" fmla="*/ 118559 h 233104"/>
              <a:gd name="connsiteX168" fmla="*/ 210236 w 717307"/>
              <a:gd name="connsiteY168" fmla="*/ 118559 h 233104"/>
              <a:gd name="connsiteX169" fmla="*/ 208613 w 717307"/>
              <a:gd name="connsiteY169" fmla="*/ 118559 h 233104"/>
              <a:gd name="connsiteX170" fmla="*/ 203745 w 717307"/>
              <a:gd name="connsiteY170" fmla="*/ 119371 h 233104"/>
              <a:gd name="connsiteX171" fmla="*/ 202934 w 717307"/>
              <a:gd name="connsiteY171" fmla="*/ 119371 h 233104"/>
              <a:gd name="connsiteX172" fmla="*/ 200500 w 717307"/>
              <a:gd name="connsiteY172" fmla="*/ 118559 h 233104"/>
              <a:gd name="connsiteX173" fmla="*/ 230519 w 717307"/>
              <a:gd name="connsiteY173" fmla="*/ 115312 h 233104"/>
              <a:gd name="connsiteX174" fmla="*/ 229707 w 717307"/>
              <a:gd name="connsiteY174" fmla="*/ 116124 h 233104"/>
              <a:gd name="connsiteX175" fmla="*/ 224839 w 717307"/>
              <a:gd name="connsiteY175" fmla="*/ 116936 h 233104"/>
              <a:gd name="connsiteX176" fmla="*/ 224839 w 717307"/>
              <a:gd name="connsiteY176" fmla="*/ 117747 h 233104"/>
              <a:gd name="connsiteX177" fmla="*/ 282443 w 717307"/>
              <a:gd name="connsiteY177" fmla="*/ 112876 h 233104"/>
              <a:gd name="connsiteX178" fmla="*/ 300292 w 717307"/>
              <a:gd name="connsiteY178" fmla="*/ 110441 h 233104"/>
              <a:gd name="connsiteX179" fmla="*/ 300292 w 717307"/>
              <a:gd name="connsiteY179" fmla="*/ 111252 h 233104"/>
              <a:gd name="connsiteX180" fmla="*/ 314084 w 717307"/>
              <a:gd name="connsiteY180" fmla="*/ 112064 h 233104"/>
              <a:gd name="connsiteX181" fmla="*/ 314084 w 717307"/>
              <a:gd name="connsiteY181" fmla="*/ 112064 h 233104"/>
              <a:gd name="connsiteX182" fmla="*/ 314895 w 717307"/>
              <a:gd name="connsiteY182" fmla="*/ 111252 h 233104"/>
              <a:gd name="connsiteX183" fmla="*/ 316518 w 717307"/>
              <a:gd name="connsiteY183" fmla="*/ 110441 h 233104"/>
              <a:gd name="connsiteX184" fmla="*/ 316518 w 717307"/>
              <a:gd name="connsiteY184" fmla="*/ 111252 h 233104"/>
              <a:gd name="connsiteX185" fmla="*/ 318952 w 717307"/>
              <a:gd name="connsiteY185" fmla="*/ 112876 h 233104"/>
              <a:gd name="connsiteX186" fmla="*/ 290556 w 717307"/>
              <a:gd name="connsiteY186" fmla="*/ 206242 h 233104"/>
              <a:gd name="connsiteX187" fmla="*/ 290556 w 717307"/>
              <a:gd name="connsiteY187" fmla="*/ 206242 h 233104"/>
              <a:gd name="connsiteX188" fmla="*/ 290556 w 717307"/>
              <a:gd name="connsiteY188" fmla="*/ 206242 h 233104"/>
              <a:gd name="connsiteX189" fmla="*/ 288933 w 717307"/>
              <a:gd name="connsiteY189" fmla="*/ 204619 h 233104"/>
              <a:gd name="connsiteX190" fmla="*/ 287311 w 717307"/>
              <a:gd name="connsiteY190" fmla="*/ 204619 h 233104"/>
              <a:gd name="connsiteX191" fmla="*/ 288933 w 717307"/>
              <a:gd name="connsiteY191" fmla="*/ 204619 h 233104"/>
              <a:gd name="connsiteX192" fmla="*/ 286499 w 717307"/>
              <a:gd name="connsiteY192" fmla="*/ 206242 h 233104"/>
              <a:gd name="connsiteX193" fmla="*/ 286499 w 717307"/>
              <a:gd name="connsiteY193" fmla="*/ 206242 h 233104"/>
              <a:gd name="connsiteX194" fmla="*/ 283254 w 717307"/>
              <a:gd name="connsiteY194" fmla="*/ 206242 h 233104"/>
              <a:gd name="connsiteX195" fmla="*/ 286499 w 717307"/>
              <a:gd name="connsiteY195" fmla="*/ 206242 h 233104"/>
              <a:gd name="connsiteX196" fmla="*/ 280009 w 717307"/>
              <a:gd name="connsiteY196" fmla="*/ 207054 h 233104"/>
              <a:gd name="connsiteX197" fmla="*/ 279197 w 717307"/>
              <a:gd name="connsiteY197" fmla="*/ 207054 h 233104"/>
              <a:gd name="connsiteX198" fmla="*/ 280009 w 717307"/>
              <a:gd name="connsiteY198" fmla="*/ 207054 h 233104"/>
              <a:gd name="connsiteX199" fmla="*/ 198877 w 717307"/>
              <a:gd name="connsiteY199" fmla="*/ 121807 h 233104"/>
              <a:gd name="connsiteX200" fmla="*/ 198066 w 717307"/>
              <a:gd name="connsiteY200" fmla="*/ 121807 h 233104"/>
              <a:gd name="connsiteX201" fmla="*/ 197255 w 717307"/>
              <a:gd name="connsiteY201" fmla="*/ 120995 h 233104"/>
              <a:gd name="connsiteX202" fmla="*/ 168859 w 717307"/>
              <a:gd name="connsiteY202" fmla="*/ 125054 h 233104"/>
              <a:gd name="connsiteX203" fmla="*/ 168047 w 717307"/>
              <a:gd name="connsiteY203" fmla="*/ 125054 h 233104"/>
              <a:gd name="connsiteX204" fmla="*/ 166425 w 717307"/>
              <a:gd name="connsiteY204" fmla="*/ 125054 h 233104"/>
              <a:gd name="connsiteX205" fmla="*/ 164802 w 717307"/>
              <a:gd name="connsiteY205" fmla="*/ 125054 h 233104"/>
              <a:gd name="connsiteX206" fmla="*/ 160745 w 717307"/>
              <a:gd name="connsiteY206" fmla="*/ 125054 h 233104"/>
              <a:gd name="connsiteX207" fmla="*/ 161557 w 717307"/>
              <a:gd name="connsiteY207" fmla="*/ 123431 h 233104"/>
              <a:gd name="connsiteX208" fmla="*/ 208613 w 717307"/>
              <a:gd name="connsiteY208" fmla="*/ 116936 h 233104"/>
              <a:gd name="connsiteX209" fmla="*/ 185896 w 717307"/>
              <a:gd name="connsiteY209" fmla="*/ 120995 h 233104"/>
              <a:gd name="connsiteX210" fmla="*/ 197255 w 717307"/>
              <a:gd name="connsiteY210" fmla="*/ 119371 h 233104"/>
              <a:gd name="connsiteX211" fmla="*/ 198877 w 717307"/>
              <a:gd name="connsiteY211" fmla="*/ 121807 h 233104"/>
              <a:gd name="connsiteX212" fmla="*/ 175349 w 717307"/>
              <a:gd name="connsiteY212" fmla="*/ 221668 h 233104"/>
              <a:gd name="connsiteX213" fmla="*/ 175349 w 717307"/>
              <a:gd name="connsiteY213" fmla="*/ 221668 h 233104"/>
              <a:gd name="connsiteX214" fmla="*/ 175349 w 717307"/>
              <a:gd name="connsiteY214" fmla="*/ 221668 h 233104"/>
              <a:gd name="connsiteX215" fmla="*/ 168859 w 717307"/>
              <a:gd name="connsiteY215" fmla="*/ 220856 h 233104"/>
              <a:gd name="connsiteX216" fmla="*/ 167236 w 717307"/>
              <a:gd name="connsiteY216" fmla="*/ 220856 h 233104"/>
              <a:gd name="connsiteX217" fmla="*/ 168859 w 717307"/>
              <a:gd name="connsiteY217" fmla="*/ 220856 h 233104"/>
              <a:gd name="connsiteX218" fmla="*/ 159934 w 717307"/>
              <a:gd name="connsiteY218" fmla="*/ 221668 h 233104"/>
              <a:gd name="connsiteX219" fmla="*/ 163179 w 717307"/>
              <a:gd name="connsiteY219" fmla="*/ 220856 h 233104"/>
              <a:gd name="connsiteX220" fmla="*/ 164802 w 717307"/>
              <a:gd name="connsiteY220" fmla="*/ 220856 h 233104"/>
              <a:gd name="connsiteX221" fmla="*/ 159934 w 717307"/>
              <a:gd name="connsiteY221" fmla="*/ 221668 h 233104"/>
              <a:gd name="connsiteX222" fmla="*/ 139651 w 717307"/>
              <a:gd name="connsiteY222" fmla="*/ 224104 h 233104"/>
              <a:gd name="connsiteX223" fmla="*/ 129104 w 717307"/>
              <a:gd name="connsiteY223" fmla="*/ 223292 h 233104"/>
              <a:gd name="connsiteX224" fmla="*/ 139651 w 717307"/>
              <a:gd name="connsiteY224" fmla="*/ 224104 h 233104"/>
              <a:gd name="connsiteX225" fmla="*/ 145330 w 717307"/>
              <a:gd name="connsiteY225" fmla="*/ 232223 h 233104"/>
              <a:gd name="connsiteX226" fmla="*/ 145330 w 717307"/>
              <a:gd name="connsiteY226" fmla="*/ 232223 h 233104"/>
              <a:gd name="connsiteX227" fmla="*/ 145330 w 717307"/>
              <a:gd name="connsiteY227" fmla="*/ 232223 h 233104"/>
              <a:gd name="connsiteX228" fmla="*/ 142896 w 717307"/>
              <a:gd name="connsiteY228" fmla="*/ 232223 h 233104"/>
              <a:gd name="connsiteX229" fmla="*/ 142896 w 717307"/>
              <a:gd name="connsiteY229" fmla="*/ 232223 h 233104"/>
              <a:gd name="connsiteX230" fmla="*/ 142896 w 717307"/>
              <a:gd name="connsiteY230" fmla="*/ 232223 h 233104"/>
              <a:gd name="connsiteX231" fmla="*/ 140463 w 717307"/>
              <a:gd name="connsiteY231" fmla="*/ 233034 h 233104"/>
              <a:gd name="connsiteX232" fmla="*/ 140463 w 717307"/>
              <a:gd name="connsiteY232" fmla="*/ 233034 h 233104"/>
              <a:gd name="connsiteX233" fmla="*/ 140463 w 717307"/>
              <a:gd name="connsiteY233" fmla="*/ 233034 h 233104"/>
              <a:gd name="connsiteX234" fmla="*/ 231330 w 717307"/>
              <a:gd name="connsiteY234" fmla="*/ 116124 h 233104"/>
              <a:gd name="connsiteX235" fmla="*/ 232952 w 717307"/>
              <a:gd name="connsiteY235" fmla="*/ 116124 h 233104"/>
              <a:gd name="connsiteX236" fmla="*/ 231330 w 717307"/>
              <a:gd name="connsiteY236" fmla="*/ 116124 h 233104"/>
              <a:gd name="connsiteX237" fmla="*/ 223217 w 717307"/>
              <a:gd name="connsiteY237" fmla="*/ 114500 h 233104"/>
              <a:gd name="connsiteX238" fmla="*/ 238632 w 717307"/>
              <a:gd name="connsiteY238" fmla="*/ 112876 h 233104"/>
              <a:gd name="connsiteX239" fmla="*/ 217537 w 717307"/>
              <a:gd name="connsiteY239" fmla="*/ 116124 h 233104"/>
              <a:gd name="connsiteX240" fmla="*/ 223217 w 717307"/>
              <a:gd name="connsiteY240" fmla="*/ 114500 h 233104"/>
              <a:gd name="connsiteX241" fmla="*/ 241066 w 717307"/>
              <a:gd name="connsiteY241" fmla="*/ 112876 h 233104"/>
              <a:gd name="connsiteX242" fmla="*/ 241877 w 717307"/>
              <a:gd name="connsiteY242" fmla="*/ 112064 h 233104"/>
              <a:gd name="connsiteX243" fmla="*/ 241877 w 717307"/>
              <a:gd name="connsiteY243" fmla="*/ 112876 h 233104"/>
              <a:gd name="connsiteX244" fmla="*/ 241066 w 717307"/>
              <a:gd name="connsiteY244" fmla="*/ 112876 h 233104"/>
              <a:gd name="connsiteX245" fmla="*/ 243500 w 717307"/>
              <a:gd name="connsiteY245" fmla="*/ 112064 h 233104"/>
              <a:gd name="connsiteX246" fmla="*/ 245122 w 717307"/>
              <a:gd name="connsiteY246" fmla="*/ 112064 h 233104"/>
              <a:gd name="connsiteX247" fmla="*/ 243500 w 717307"/>
              <a:gd name="connsiteY247" fmla="*/ 112064 h 233104"/>
              <a:gd name="connsiteX248" fmla="*/ 247556 w 717307"/>
              <a:gd name="connsiteY248" fmla="*/ 112064 h 233104"/>
              <a:gd name="connsiteX249" fmla="*/ 247556 w 717307"/>
              <a:gd name="connsiteY249" fmla="*/ 112064 h 233104"/>
              <a:gd name="connsiteX250" fmla="*/ 247556 w 717307"/>
              <a:gd name="connsiteY250" fmla="*/ 112064 h 233104"/>
              <a:gd name="connsiteX251" fmla="*/ 250801 w 717307"/>
              <a:gd name="connsiteY251" fmla="*/ 112064 h 233104"/>
              <a:gd name="connsiteX252" fmla="*/ 254858 w 717307"/>
              <a:gd name="connsiteY252" fmla="*/ 112064 h 233104"/>
              <a:gd name="connsiteX253" fmla="*/ 252424 w 717307"/>
              <a:gd name="connsiteY253" fmla="*/ 112064 h 233104"/>
              <a:gd name="connsiteX254" fmla="*/ 250801 w 717307"/>
              <a:gd name="connsiteY254" fmla="*/ 112064 h 233104"/>
              <a:gd name="connsiteX255" fmla="*/ 267028 w 717307"/>
              <a:gd name="connsiteY255" fmla="*/ 110441 h 233104"/>
              <a:gd name="connsiteX256" fmla="*/ 267028 w 717307"/>
              <a:gd name="connsiteY256" fmla="*/ 110441 h 233104"/>
              <a:gd name="connsiteX257" fmla="*/ 267028 w 717307"/>
              <a:gd name="connsiteY257" fmla="*/ 110441 h 233104"/>
              <a:gd name="connsiteX258" fmla="*/ 271896 w 717307"/>
              <a:gd name="connsiteY258" fmla="*/ 109629 h 233104"/>
              <a:gd name="connsiteX259" fmla="*/ 271896 w 717307"/>
              <a:gd name="connsiteY259" fmla="*/ 109629 h 233104"/>
              <a:gd name="connsiteX260" fmla="*/ 271896 w 717307"/>
              <a:gd name="connsiteY260" fmla="*/ 109629 h 233104"/>
              <a:gd name="connsiteX261" fmla="*/ 247556 w 717307"/>
              <a:gd name="connsiteY261" fmla="*/ 116124 h 233104"/>
              <a:gd name="connsiteX262" fmla="*/ 246745 w 717307"/>
              <a:gd name="connsiteY262" fmla="*/ 116124 h 233104"/>
              <a:gd name="connsiteX263" fmla="*/ 247556 w 717307"/>
              <a:gd name="connsiteY263" fmla="*/ 116124 h 233104"/>
              <a:gd name="connsiteX264" fmla="*/ 277575 w 717307"/>
              <a:gd name="connsiteY264" fmla="*/ 112064 h 233104"/>
              <a:gd name="connsiteX265" fmla="*/ 275141 w 717307"/>
              <a:gd name="connsiteY265" fmla="*/ 112876 h 233104"/>
              <a:gd name="connsiteX266" fmla="*/ 274330 w 717307"/>
              <a:gd name="connsiteY266" fmla="*/ 112876 h 233104"/>
              <a:gd name="connsiteX267" fmla="*/ 273518 w 717307"/>
              <a:gd name="connsiteY267" fmla="*/ 112876 h 233104"/>
              <a:gd name="connsiteX268" fmla="*/ 271896 w 717307"/>
              <a:gd name="connsiteY268" fmla="*/ 112876 h 233104"/>
              <a:gd name="connsiteX269" fmla="*/ 271084 w 717307"/>
              <a:gd name="connsiteY269" fmla="*/ 112876 h 233104"/>
              <a:gd name="connsiteX270" fmla="*/ 244311 w 717307"/>
              <a:gd name="connsiteY270" fmla="*/ 115312 h 233104"/>
              <a:gd name="connsiteX271" fmla="*/ 243500 w 717307"/>
              <a:gd name="connsiteY271" fmla="*/ 115312 h 233104"/>
              <a:gd name="connsiteX272" fmla="*/ 241877 w 717307"/>
              <a:gd name="connsiteY272" fmla="*/ 115312 h 233104"/>
              <a:gd name="connsiteX273" fmla="*/ 240254 w 717307"/>
              <a:gd name="connsiteY273" fmla="*/ 116124 h 233104"/>
              <a:gd name="connsiteX274" fmla="*/ 237820 w 717307"/>
              <a:gd name="connsiteY274" fmla="*/ 116124 h 233104"/>
              <a:gd name="connsiteX275" fmla="*/ 234575 w 717307"/>
              <a:gd name="connsiteY275" fmla="*/ 116936 h 233104"/>
              <a:gd name="connsiteX276" fmla="*/ 277575 w 717307"/>
              <a:gd name="connsiteY276" fmla="*/ 112064 h 233104"/>
              <a:gd name="connsiteX277" fmla="*/ 277575 w 717307"/>
              <a:gd name="connsiteY277" fmla="*/ 112064 h 233104"/>
              <a:gd name="connsiteX278" fmla="*/ 280009 w 717307"/>
              <a:gd name="connsiteY278" fmla="*/ 112064 h 233104"/>
              <a:gd name="connsiteX279" fmla="*/ 279197 w 717307"/>
              <a:gd name="connsiteY279" fmla="*/ 112064 h 233104"/>
              <a:gd name="connsiteX280" fmla="*/ 279197 w 717307"/>
              <a:gd name="connsiteY280" fmla="*/ 112064 h 233104"/>
              <a:gd name="connsiteX281" fmla="*/ 280009 w 717307"/>
              <a:gd name="connsiteY281" fmla="*/ 112064 h 233104"/>
              <a:gd name="connsiteX282" fmla="*/ 280009 w 717307"/>
              <a:gd name="connsiteY282" fmla="*/ 108817 h 233104"/>
              <a:gd name="connsiteX283" fmla="*/ 282443 w 717307"/>
              <a:gd name="connsiteY283" fmla="*/ 108817 h 233104"/>
              <a:gd name="connsiteX284" fmla="*/ 280009 w 717307"/>
              <a:gd name="connsiteY284" fmla="*/ 108817 h 233104"/>
              <a:gd name="connsiteX285" fmla="*/ 284065 w 717307"/>
              <a:gd name="connsiteY285" fmla="*/ 110441 h 233104"/>
              <a:gd name="connsiteX286" fmla="*/ 280820 w 717307"/>
              <a:gd name="connsiteY286" fmla="*/ 112064 h 233104"/>
              <a:gd name="connsiteX287" fmla="*/ 284065 w 717307"/>
              <a:gd name="connsiteY287" fmla="*/ 110441 h 233104"/>
              <a:gd name="connsiteX288" fmla="*/ 284877 w 717307"/>
              <a:gd name="connsiteY288" fmla="*/ 111252 h 233104"/>
              <a:gd name="connsiteX289" fmla="*/ 284877 w 717307"/>
              <a:gd name="connsiteY289" fmla="*/ 111252 h 233104"/>
              <a:gd name="connsiteX290" fmla="*/ 284877 w 717307"/>
              <a:gd name="connsiteY290" fmla="*/ 111252 h 233104"/>
              <a:gd name="connsiteX291" fmla="*/ 287311 w 717307"/>
              <a:gd name="connsiteY291" fmla="*/ 112064 h 233104"/>
              <a:gd name="connsiteX292" fmla="*/ 289745 w 717307"/>
              <a:gd name="connsiteY292" fmla="*/ 112064 h 233104"/>
              <a:gd name="connsiteX293" fmla="*/ 287311 w 717307"/>
              <a:gd name="connsiteY293" fmla="*/ 112064 h 233104"/>
              <a:gd name="connsiteX294" fmla="*/ 289745 w 717307"/>
              <a:gd name="connsiteY294" fmla="*/ 108817 h 233104"/>
              <a:gd name="connsiteX295" fmla="*/ 289745 w 717307"/>
              <a:gd name="connsiteY295" fmla="*/ 108817 h 233104"/>
              <a:gd name="connsiteX296" fmla="*/ 289745 w 717307"/>
              <a:gd name="connsiteY296" fmla="*/ 108817 h 233104"/>
              <a:gd name="connsiteX297" fmla="*/ 292990 w 717307"/>
              <a:gd name="connsiteY297" fmla="*/ 112064 h 233104"/>
              <a:gd name="connsiteX298" fmla="*/ 292990 w 717307"/>
              <a:gd name="connsiteY298" fmla="*/ 112064 h 233104"/>
              <a:gd name="connsiteX299" fmla="*/ 292990 w 717307"/>
              <a:gd name="connsiteY299" fmla="*/ 112064 h 233104"/>
              <a:gd name="connsiteX300" fmla="*/ 301103 w 717307"/>
              <a:gd name="connsiteY300" fmla="*/ 111252 h 233104"/>
              <a:gd name="connsiteX301" fmla="*/ 301914 w 717307"/>
              <a:gd name="connsiteY301" fmla="*/ 111252 h 233104"/>
              <a:gd name="connsiteX302" fmla="*/ 301103 w 717307"/>
              <a:gd name="connsiteY302" fmla="*/ 111252 h 233104"/>
              <a:gd name="connsiteX303" fmla="*/ 303537 w 717307"/>
              <a:gd name="connsiteY303" fmla="*/ 111252 h 233104"/>
              <a:gd name="connsiteX304" fmla="*/ 303537 w 717307"/>
              <a:gd name="connsiteY304" fmla="*/ 111252 h 233104"/>
              <a:gd name="connsiteX305" fmla="*/ 303537 w 717307"/>
              <a:gd name="connsiteY305" fmla="*/ 111252 h 233104"/>
              <a:gd name="connsiteX306" fmla="*/ 305159 w 717307"/>
              <a:gd name="connsiteY306" fmla="*/ 110441 h 233104"/>
              <a:gd name="connsiteX307" fmla="*/ 305159 w 717307"/>
              <a:gd name="connsiteY307" fmla="*/ 110441 h 233104"/>
              <a:gd name="connsiteX308" fmla="*/ 305159 w 717307"/>
              <a:gd name="connsiteY308" fmla="*/ 110441 h 233104"/>
              <a:gd name="connsiteX309" fmla="*/ 306782 w 717307"/>
              <a:gd name="connsiteY309" fmla="*/ 110441 h 233104"/>
              <a:gd name="connsiteX310" fmla="*/ 306782 w 717307"/>
              <a:gd name="connsiteY310" fmla="*/ 110441 h 233104"/>
              <a:gd name="connsiteX311" fmla="*/ 306782 w 717307"/>
              <a:gd name="connsiteY311" fmla="*/ 110441 h 233104"/>
              <a:gd name="connsiteX312" fmla="*/ 308405 w 717307"/>
              <a:gd name="connsiteY312" fmla="*/ 112064 h 233104"/>
              <a:gd name="connsiteX313" fmla="*/ 307593 w 717307"/>
              <a:gd name="connsiteY313" fmla="*/ 112064 h 233104"/>
              <a:gd name="connsiteX314" fmla="*/ 308405 w 717307"/>
              <a:gd name="connsiteY314" fmla="*/ 112064 h 233104"/>
              <a:gd name="connsiteX315" fmla="*/ 309216 w 717307"/>
              <a:gd name="connsiteY315" fmla="*/ 110441 h 233104"/>
              <a:gd name="connsiteX316" fmla="*/ 309216 w 717307"/>
              <a:gd name="connsiteY316" fmla="*/ 110441 h 233104"/>
              <a:gd name="connsiteX317" fmla="*/ 309216 w 717307"/>
              <a:gd name="connsiteY317" fmla="*/ 110441 h 233104"/>
              <a:gd name="connsiteX318" fmla="*/ 310839 w 717307"/>
              <a:gd name="connsiteY318" fmla="*/ 110441 h 233104"/>
              <a:gd name="connsiteX319" fmla="*/ 310839 w 717307"/>
              <a:gd name="connsiteY319" fmla="*/ 110441 h 233104"/>
              <a:gd name="connsiteX320" fmla="*/ 310839 w 717307"/>
              <a:gd name="connsiteY320" fmla="*/ 110441 h 233104"/>
              <a:gd name="connsiteX321" fmla="*/ 313273 w 717307"/>
              <a:gd name="connsiteY321" fmla="*/ 110441 h 233104"/>
              <a:gd name="connsiteX322" fmla="*/ 313273 w 717307"/>
              <a:gd name="connsiteY322" fmla="*/ 110441 h 233104"/>
              <a:gd name="connsiteX323" fmla="*/ 313273 w 717307"/>
              <a:gd name="connsiteY323" fmla="*/ 110441 h 233104"/>
              <a:gd name="connsiteX324" fmla="*/ 315707 w 717307"/>
              <a:gd name="connsiteY324" fmla="*/ 110441 h 233104"/>
              <a:gd name="connsiteX325" fmla="*/ 317329 w 717307"/>
              <a:gd name="connsiteY325" fmla="*/ 110441 h 233104"/>
              <a:gd name="connsiteX326" fmla="*/ 315707 w 717307"/>
              <a:gd name="connsiteY326" fmla="*/ 110441 h 233104"/>
              <a:gd name="connsiteX327" fmla="*/ 317329 w 717307"/>
              <a:gd name="connsiteY327" fmla="*/ 199747 h 233104"/>
              <a:gd name="connsiteX328" fmla="*/ 317329 w 717307"/>
              <a:gd name="connsiteY328" fmla="*/ 199747 h 233104"/>
              <a:gd name="connsiteX329" fmla="*/ 317329 w 717307"/>
              <a:gd name="connsiteY329" fmla="*/ 199747 h 233104"/>
              <a:gd name="connsiteX330" fmla="*/ 321386 w 717307"/>
              <a:gd name="connsiteY330" fmla="*/ 196500 h 233104"/>
              <a:gd name="connsiteX331" fmla="*/ 321386 w 717307"/>
              <a:gd name="connsiteY331" fmla="*/ 196500 h 233104"/>
              <a:gd name="connsiteX332" fmla="*/ 321386 w 717307"/>
              <a:gd name="connsiteY332" fmla="*/ 196500 h 233104"/>
              <a:gd name="connsiteX333" fmla="*/ 323008 w 717307"/>
              <a:gd name="connsiteY333" fmla="*/ 199747 h 233104"/>
              <a:gd name="connsiteX334" fmla="*/ 322197 w 717307"/>
              <a:gd name="connsiteY334" fmla="*/ 199747 h 233104"/>
              <a:gd name="connsiteX335" fmla="*/ 323008 w 717307"/>
              <a:gd name="connsiteY335" fmla="*/ 199747 h 233104"/>
              <a:gd name="connsiteX336" fmla="*/ 323008 w 717307"/>
              <a:gd name="connsiteY336" fmla="*/ 195688 h 233104"/>
              <a:gd name="connsiteX337" fmla="*/ 326254 w 717307"/>
              <a:gd name="connsiteY337" fmla="*/ 195688 h 233104"/>
              <a:gd name="connsiteX338" fmla="*/ 323008 w 717307"/>
              <a:gd name="connsiteY338" fmla="*/ 195688 h 233104"/>
              <a:gd name="connsiteX339" fmla="*/ 323008 w 717307"/>
              <a:gd name="connsiteY339" fmla="*/ 195688 h 233104"/>
              <a:gd name="connsiteX340" fmla="*/ 327876 w 717307"/>
              <a:gd name="connsiteY340" fmla="*/ 198935 h 233104"/>
              <a:gd name="connsiteX341" fmla="*/ 327876 w 717307"/>
              <a:gd name="connsiteY341" fmla="*/ 198935 h 233104"/>
              <a:gd name="connsiteX342" fmla="*/ 327876 w 717307"/>
              <a:gd name="connsiteY342" fmla="*/ 198935 h 233104"/>
              <a:gd name="connsiteX343" fmla="*/ 327876 w 717307"/>
              <a:gd name="connsiteY343" fmla="*/ 195688 h 233104"/>
              <a:gd name="connsiteX344" fmla="*/ 327876 w 717307"/>
              <a:gd name="connsiteY344" fmla="*/ 196500 h 233104"/>
              <a:gd name="connsiteX345" fmla="*/ 327876 w 717307"/>
              <a:gd name="connsiteY345" fmla="*/ 195688 h 233104"/>
              <a:gd name="connsiteX346" fmla="*/ 331122 w 717307"/>
              <a:gd name="connsiteY346" fmla="*/ 179450 h 233104"/>
              <a:gd name="connsiteX347" fmla="*/ 332744 w 717307"/>
              <a:gd name="connsiteY347" fmla="*/ 178638 h 233104"/>
              <a:gd name="connsiteX348" fmla="*/ 334367 w 717307"/>
              <a:gd name="connsiteY348" fmla="*/ 178638 h 233104"/>
              <a:gd name="connsiteX349" fmla="*/ 332744 w 717307"/>
              <a:gd name="connsiteY349" fmla="*/ 180262 h 233104"/>
              <a:gd name="connsiteX350" fmla="*/ 331122 w 717307"/>
              <a:gd name="connsiteY350" fmla="*/ 179450 h 233104"/>
              <a:gd name="connsiteX351" fmla="*/ 335990 w 717307"/>
              <a:gd name="connsiteY351" fmla="*/ 178638 h 233104"/>
              <a:gd name="connsiteX352" fmla="*/ 335990 w 717307"/>
              <a:gd name="connsiteY352" fmla="*/ 178638 h 233104"/>
              <a:gd name="connsiteX353" fmla="*/ 340857 w 717307"/>
              <a:gd name="connsiteY353" fmla="*/ 177015 h 233104"/>
              <a:gd name="connsiteX354" fmla="*/ 342480 w 717307"/>
              <a:gd name="connsiteY354" fmla="*/ 177827 h 233104"/>
              <a:gd name="connsiteX355" fmla="*/ 340857 w 717307"/>
              <a:gd name="connsiteY355" fmla="*/ 179450 h 233104"/>
              <a:gd name="connsiteX356" fmla="*/ 335990 w 717307"/>
              <a:gd name="connsiteY356" fmla="*/ 178638 h 233104"/>
              <a:gd name="connsiteX357" fmla="*/ 336801 w 717307"/>
              <a:gd name="connsiteY357" fmla="*/ 176203 h 233104"/>
              <a:gd name="connsiteX358" fmla="*/ 336801 w 717307"/>
              <a:gd name="connsiteY358" fmla="*/ 176203 h 233104"/>
              <a:gd name="connsiteX359" fmla="*/ 336801 w 717307"/>
              <a:gd name="connsiteY359" fmla="*/ 176203 h 233104"/>
              <a:gd name="connsiteX360" fmla="*/ 344103 w 717307"/>
              <a:gd name="connsiteY360" fmla="*/ 177827 h 233104"/>
              <a:gd name="connsiteX361" fmla="*/ 344914 w 717307"/>
              <a:gd name="connsiteY361" fmla="*/ 177827 h 233104"/>
              <a:gd name="connsiteX362" fmla="*/ 344103 w 717307"/>
              <a:gd name="connsiteY362" fmla="*/ 177827 h 233104"/>
              <a:gd name="connsiteX363" fmla="*/ 346537 w 717307"/>
              <a:gd name="connsiteY363" fmla="*/ 175391 h 233104"/>
              <a:gd name="connsiteX364" fmla="*/ 387914 w 717307"/>
              <a:gd name="connsiteY364" fmla="*/ 173767 h 233104"/>
              <a:gd name="connsiteX365" fmla="*/ 387914 w 717307"/>
              <a:gd name="connsiteY365" fmla="*/ 174579 h 233104"/>
              <a:gd name="connsiteX366" fmla="*/ 348159 w 717307"/>
              <a:gd name="connsiteY366" fmla="*/ 176203 h 233104"/>
              <a:gd name="connsiteX367" fmla="*/ 346537 w 717307"/>
              <a:gd name="connsiteY367" fmla="*/ 175391 h 233104"/>
              <a:gd name="connsiteX368" fmla="*/ 389536 w 717307"/>
              <a:gd name="connsiteY368" fmla="*/ 174579 h 233104"/>
              <a:gd name="connsiteX369" fmla="*/ 412253 w 717307"/>
              <a:gd name="connsiteY369" fmla="*/ 173767 h 233104"/>
              <a:gd name="connsiteX370" fmla="*/ 413876 w 717307"/>
              <a:gd name="connsiteY370" fmla="*/ 174579 h 233104"/>
              <a:gd name="connsiteX371" fmla="*/ 389536 w 717307"/>
              <a:gd name="connsiteY371" fmla="*/ 174579 h 233104"/>
              <a:gd name="connsiteX372" fmla="*/ 394404 w 717307"/>
              <a:gd name="connsiteY372" fmla="*/ 171332 h 233104"/>
              <a:gd name="connsiteX373" fmla="*/ 396838 w 717307"/>
              <a:gd name="connsiteY373" fmla="*/ 171332 h 233104"/>
              <a:gd name="connsiteX374" fmla="*/ 394404 w 717307"/>
              <a:gd name="connsiteY374" fmla="*/ 171332 h 233104"/>
              <a:gd name="connsiteX375" fmla="*/ 417932 w 717307"/>
              <a:gd name="connsiteY375" fmla="*/ 176203 h 233104"/>
              <a:gd name="connsiteX376" fmla="*/ 418744 w 717307"/>
              <a:gd name="connsiteY376" fmla="*/ 177015 h 233104"/>
              <a:gd name="connsiteX377" fmla="*/ 415498 w 717307"/>
              <a:gd name="connsiteY377" fmla="*/ 177015 h 233104"/>
              <a:gd name="connsiteX378" fmla="*/ 413064 w 717307"/>
              <a:gd name="connsiteY378" fmla="*/ 177015 h 233104"/>
              <a:gd name="connsiteX379" fmla="*/ 413064 w 717307"/>
              <a:gd name="connsiteY379" fmla="*/ 175391 h 233104"/>
              <a:gd name="connsiteX380" fmla="*/ 417932 w 717307"/>
              <a:gd name="connsiteY380" fmla="*/ 176203 h 233104"/>
              <a:gd name="connsiteX381" fmla="*/ 417121 w 717307"/>
              <a:gd name="connsiteY381" fmla="*/ 173767 h 233104"/>
              <a:gd name="connsiteX382" fmla="*/ 417121 w 717307"/>
              <a:gd name="connsiteY382" fmla="*/ 173767 h 233104"/>
              <a:gd name="connsiteX383" fmla="*/ 417121 w 717307"/>
              <a:gd name="connsiteY383" fmla="*/ 173767 h 233104"/>
              <a:gd name="connsiteX384" fmla="*/ 420366 w 717307"/>
              <a:gd name="connsiteY384" fmla="*/ 175391 h 233104"/>
              <a:gd name="connsiteX385" fmla="*/ 421178 w 717307"/>
              <a:gd name="connsiteY385" fmla="*/ 175391 h 233104"/>
              <a:gd name="connsiteX386" fmla="*/ 417121 w 717307"/>
              <a:gd name="connsiteY386" fmla="*/ 177015 h 233104"/>
              <a:gd name="connsiteX387" fmla="*/ 417932 w 717307"/>
              <a:gd name="connsiteY387" fmla="*/ 176203 h 233104"/>
              <a:gd name="connsiteX388" fmla="*/ 420366 w 717307"/>
              <a:gd name="connsiteY388" fmla="*/ 175391 h 233104"/>
              <a:gd name="connsiteX389" fmla="*/ 424423 w 717307"/>
              <a:gd name="connsiteY389" fmla="*/ 176203 h 233104"/>
              <a:gd name="connsiteX390" fmla="*/ 426857 w 717307"/>
              <a:gd name="connsiteY390" fmla="*/ 175391 h 233104"/>
              <a:gd name="connsiteX391" fmla="*/ 427668 w 717307"/>
              <a:gd name="connsiteY391" fmla="*/ 176203 h 233104"/>
              <a:gd name="connsiteX392" fmla="*/ 430102 w 717307"/>
              <a:gd name="connsiteY392" fmla="*/ 176203 h 233104"/>
              <a:gd name="connsiteX393" fmla="*/ 431725 w 717307"/>
              <a:gd name="connsiteY393" fmla="*/ 176203 h 233104"/>
              <a:gd name="connsiteX394" fmla="*/ 426045 w 717307"/>
              <a:gd name="connsiteY394" fmla="*/ 177015 h 233104"/>
              <a:gd name="connsiteX395" fmla="*/ 424423 w 717307"/>
              <a:gd name="connsiteY395" fmla="*/ 176203 h 233104"/>
              <a:gd name="connsiteX396" fmla="*/ 425234 w 717307"/>
              <a:gd name="connsiteY396" fmla="*/ 173767 h 233104"/>
              <a:gd name="connsiteX397" fmla="*/ 428479 w 717307"/>
              <a:gd name="connsiteY397" fmla="*/ 173767 h 233104"/>
              <a:gd name="connsiteX398" fmla="*/ 421989 w 717307"/>
              <a:gd name="connsiteY398" fmla="*/ 174579 h 233104"/>
              <a:gd name="connsiteX399" fmla="*/ 425234 w 717307"/>
              <a:gd name="connsiteY399" fmla="*/ 173767 h 233104"/>
              <a:gd name="connsiteX400" fmla="*/ 434159 w 717307"/>
              <a:gd name="connsiteY400" fmla="*/ 176203 h 233104"/>
              <a:gd name="connsiteX401" fmla="*/ 436593 w 717307"/>
              <a:gd name="connsiteY401" fmla="*/ 176203 h 233104"/>
              <a:gd name="connsiteX402" fmla="*/ 437404 w 717307"/>
              <a:gd name="connsiteY402" fmla="*/ 176203 h 233104"/>
              <a:gd name="connsiteX403" fmla="*/ 435781 w 717307"/>
              <a:gd name="connsiteY403" fmla="*/ 177015 h 233104"/>
              <a:gd name="connsiteX404" fmla="*/ 434159 w 717307"/>
              <a:gd name="connsiteY404" fmla="*/ 176203 h 233104"/>
              <a:gd name="connsiteX405" fmla="*/ 435781 w 717307"/>
              <a:gd name="connsiteY405" fmla="*/ 174579 h 233104"/>
              <a:gd name="connsiteX406" fmla="*/ 437404 w 717307"/>
              <a:gd name="connsiteY406" fmla="*/ 175391 h 233104"/>
              <a:gd name="connsiteX407" fmla="*/ 435781 w 717307"/>
              <a:gd name="connsiteY407" fmla="*/ 174579 h 233104"/>
              <a:gd name="connsiteX408" fmla="*/ 410630 w 717307"/>
              <a:gd name="connsiteY408" fmla="*/ 177015 h 233104"/>
              <a:gd name="connsiteX409" fmla="*/ 410630 w 717307"/>
              <a:gd name="connsiteY409" fmla="*/ 175391 h 233104"/>
              <a:gd name="connsiteX410" fmla="*/ 410630 w 717307"/>
              <a:gd name="connsiteY410" fmla="*/ 177015 h 233104"/>
              <a:gd name="connsiteX411" fmla="*/ 410630 w 717307"/>
              <a:gd name="connsiteY411" fmla="*/ 177015 h 233104"/>
              <a:gd name="connsiteX412" fmla="*/ 406574 w 717307"/>
              <a:gd name="connsiteY412" fmla="*/ 176203 h 233104"/>
              <a:gd name="connsiteX413" fmla="*/ 403329 w 717307"/>
              <a:gd name="connsiteY413" fmla="*/ 177015 h 233104"/>
              <a:gd name="connsiteX414" fmla="*/ 371687 w 717307"/>
              <a:gd name="connsiteY414" fmla="*/ 178638 h 233104"/>
              <a:gd name="connsiteX415" fmla="*/ 371687 w 717307"/>
              <a:gd name="connsiteY415" fmla="*/ 177015 h 233104"/>
              <a:gd name="connsiteX416" fmla="*/ 372499 w 717307"/>
              <a:gd name="connsiteY416" fmla="*/ 177015 h 233104"/>
              <a:gd name="connsiteX417" fmla="*/ 372499 w 717307"/>
              <a:gd name="connsiteY417" fmla="*/ 177015 h 233104"/>
              <a:gd name="connsiteX418" fmla="*/ 373310 w 717307"/>
              <a:gd name="connsiteY418" fmla="*/ 176203 h 233104"/>
              <a:gd name="connsiteX419" fmla="*/ 374933 w 717307"/>
              <a:gd name="connsiteY419" fmla="*/ 176203 h 233104"/>
              <a:gd name="connsiteX420" fmla="*/ 383857 w 717307"/>
              <a:gd name="connsiteY420" fmla="*/ 175391 h 233104"/>
              <a:gd name="connsiteX421" fmla="*/ 387102 w 717307"/>
              <a:gd name="connsiteY421" fmla="*/ 175391 h 233104"/>
              <a:gd name="connsiteX422" fmla="*/ 392782 w 717307"/>
              <a:gd name="connsiteY422" fmla="*/ 175391 h 233104"/>
              <a:gd name="connsiteX423" fmla="*/ 396838 w 717307"/>
              <a:gd name="connsiteY423" fmla="*/ 175391 h 233104"/>
              <a:gd name="connsiteX424" fmla="*/ 397649 w 717307"/>
              <a:gd name="connsiteY424" fmla="*/ 175391 h 233104"/>
              <a:gd name="connsiteX425" fmla="*/ 400895 w 717307"/>
              <a:gd name="connsiteY425" fmla="*/ 175391 h 233104"/>
              <a:gd name="connsiteX426" fmla="*/ 400895 w 717307"/>
              <a:gd name="connsiteY426" fmla="*/ 175391 h 233104"/>
              <a:gd name="connsiteX427" fmla="*/ 401706 w 717307"/>
              <a:gd name="connsiteY427" fmla="*/ 174579 h 233104"/>
              <a:gd name="connsiteX428" fmla="*/ 406574 w 717307"/>
              <a:gd name="connsiteY428" fmla="*/ 176203 h 233104"/>
              <a:gd name="connsiteX429" fmla="*/ 381423 w 717307"/>
              <a:gd name="connsiteY429" fmla="*/ 183510 h 233104"/>
              <a:gd name="connsiteX430" fmla="*/ 379801 w 717307"/>
              <a:gd name="connsiteY430" fmla="*/ 183510 h 233104"/>
              <a:gd name="connsiteX431" fmla="*/ 381423 w 717307"/>
              <a:gd name="connsiteY431" fmla="*/ 183510 h 233104"/>
              <a:gd name="connsiteX432" fmla="*/ 368442 w 717307"/>
              <a:gd name="connsiteY432" fmla="*/ 177827 h 233104"/>
              <a:gd name="connsiteX433" fmla="*/ 370876 w 717307"/>
              <a:gd name="connsiteY433" fmla="*/ 177827 h 233104"/>
              <a:gd name="connsiteX434" fmla="*/ 368442 w 717307"/>
              <a:gd name="connsiteY434" fmla="*/ 177827 h 233104"/>
              <a:gd name="connsiteX435" fmla="*/ 368442 w 717307"/>
              <a:gd name="connsiteY435" fmla="*/ 185945 h 233104"/>
              <a:gd name="connsiteX436" fmla="*/ 367631 w 717307"/>
              <a:gd name="connsiteY436" fmla="*/ 185945 h 233104"/>
              <a:gd name="connsiteX437" fmla="*/ 368442 w 717307"/>
              <a:gd name="connsiteY437" fmla="*/ 185945 h 233104"/>
              <a:gd name="connsiteX438" fmla="*/ 366008 w 717307"/>
              <a:gd name="connsiteY438" fmla="*/ 176203 h 233104"/>
              <a:gd name="connsiteX439" fmla="*/ 366820 w 717307"/>
              <a:gd name="connsiteY439" fmla="*/ 176203 h 233104"/>
              <a:gd name="connsiteX440" fmla="*/ 366008 w 717307"/>
              <a:gd name="connsiteY440" fmla="*/ 176203 h 233104"/>
              <a:gd name="connsiteX441" fmla="*/ 362763 w 717307"/>
              <a:gd name="connsiteY441" fmla="*/ 178638 h 233104"/>
              <a:gd name="connsiteX442" fmla="*/ 354650 w 717307"/>
              <a:gd name="connsiteY442" fmla="*/ 177827 h 233104"/>
              <a:gd name="connsiteX443" fmla="*/ 362763 w 717307"/>
              <a:gd name="connsiteY443" fmla="*/ 178638 h 233104"/>
              <a:gd name="connsiteX444" fmla="*/ 367631 w 717307"/>
              <a:gd name="connsiteY444" fmla="*/ 178638 h 233104"/>
              <a:gd name="connsiteX445" fmla="*/ 362763 w 717307"/>
              <a:gd name="connsiteY445" fmla="*/ 178638 h 233104"/>
              <a:gd name="connsiteX446" fmla="*/ 351405 w 717307"/>
              <a:gd name="connsiteY446" fmla="*/ 177015 h 233104"/>
              <a:gd name="connsiteX447" fmla="*/ 352216 w 717307"/>
              <a:gd name="connsiteY447" fmla="*/ 177015 h 233104"/>
              <a:gd name="connsiteX448" fmla="*/ 351405 w 717307"/>
              <a:gd name="connsiteY448" fmla="*/ 177015 h 233104"/>
              <a:gd name="connsiteX449" fmla="*/ 349782 w 717307"/>
              <a:gd name="connsiteY449" fmla="*/ 192440 h 233104"/>
              <a:gd name="connsiteX450" fmla="*/ 352216 w 717307"/>
              <a:gd name="connsiteY450" fmla="*/ 192440 h 233104"/>
              <a:gd name="connsiteX451" fmla="*/ 349782 w 717307"/>
              <a:gd name="connsiteY451" fmla="*/ 192440 h 233104"/>
              <a:gd name="connsiteX452" fmla="*/ 440649 w 717307"/>
              <a:gd name="connsiteY452" fmla="*/ 171332 h 233104"/>
              <a:gd name="connsiteX453" fmla="*/ 443083 w 717307"/>
              <a:gd name="connsiteY453" fmla="*/ 171332 h 233104"/>
              <a:gd name="connsiteX454" fmla="*/ 440649 w 717307"/>
              <a:gd name="connsiteY454" fmla="*/ 171332 h 233104"/>
              <a:gd name="connsiteX455" fmla="*/ 444706 w 717307"/>
              <a:gd name="connsiteY455" fmla="*/ 171332 h 233104"/>
              <a:gd name="connsiteX456" fmla="*/ 444706 w 717307"/>
              <a:gd name="connsiteY456" fmla="*/ 171332 h 233104"/>
              <a:gd name="connsiteX457" fmla="*/ 444706 w 717307"/>
              <a:gd name="connsiteY457" fmla="*/ 171332 h 233104"/>
              <a:gd name="connsiteX458" fmla="*/ 446328 w 717307"/>
              <a:gd name="connsiteY458" fmla="*/ 174579 h 233104"/>
              <a:gd name="connsiteX459" fmla="*/ 448762 w 717307"/>
              <a:gd name="connsiteY459" fmla="*/ 175391 h 233104"/>
              <a:gd name="connsiteX460" fmla="*/ 446328 w 717307"/>
              <a:gd name="connsiteY460" fmla="*/ 174579 h 233104"/>
              <a:gd name="connsiteX461" fmla="*/ 450385 w 717307"/>
              <a:gd name="connsiteY461" fmla="*/ 174579 h 233104"/>
              <a:gd name="connsiteX462" fmla="*/ 453630 w 717307"/>
              <a:gd name="connsiteY462" fmla="*/ 175391 h 233104"/>
              <a:gd name="connsiteX463" fmla="*/ 450385 w 717307"/>
              <a:gd name="connsiteY463" fmla="*/ 174579 h 233104"/>
              <a:gd name="connsiteX464" fmla="*/ 460932 w 717307"/>
              <a:gd name="connsiteY464" fmla="*/ 175391 h 233104"/>
              <a:gd name="connsiteX465" fmla="*/ 461743 w 717307"/>
              <a:gd name="connsiteY465" fmla="*/ 176203 h 233104"/>
              <a:gd name="connsiteX466" fmla="*/ 460932 w 717307"/>
              <a:gd name="connsiteY466" fmla="*/ 175391 h 233104"/>
              <a:gd name="connsiteX467" fmla="*/ 464989 w 717307"/>
              <a:gd name="connsiteY467" fmla="*/ 175391 h 233104"/>
              <a:gd name="connsiteX468" fmla="*/ 464989 w 717307"/>
              <a:gd name="connsiteY468" fmla="*/ 175391 h 233104"/>
              <a:gd name="connsiteX469" fmla="*/ 464989 w 717307"/>
              <a:gd name="connsiteY469" fmla="*/ 175391 h 233104"/>
              <a:gd name="connsiteX470" fmla="*/ 466611 w 717307"/>
              <a:gd name="connsiteY470" fmla="*/ 175391 h 233104"/>
              <a:gd name="connsiteX471" fmla="*/ 466611 w 717307"/>
              <a:gd name="connsiteY471" fmla="*/ 175391 h 233104"/>
              <a:gd name="connsiteX472" fmla="*/ 466611 w 717307"/>
              <a:gd name="connsiteY472" fmla="*/ 175391 h 233104"/>
              <a:gd name="connsiteX473" fmla="*/ 469857 w 717307"/>
              <a:gd name="connsiteY473" fmla="*/ 175391 h 233104"/>
              <a:gd name="connsiteX474" fmla="*/ 469857 w 717307"/>
              <a:gd name="connsiteY474" fmla="*/ 175391 h 233104"/>
              <a:gd name="connsiteX475" fmla="*/ 469857 w 717307"/>
              <a:gd name="connsiteY475" fmla="*/ 175391 h 233104"/>
              <a:gd name="connsiteX476" fmla="*/ 448762 w 717307"/>
              <a:gd name="connsiteY476" fmla="*/ 183510 h 233104"/>
              <a:gd name="connsiteX477" fmla="*/ 448762 w 717307"/>
              <a:gd name="connsiteY477" fmla="*/ 183510 h 233104"/>
              <a:gd name="connsiteX478" fmla="*/ 448762 w 717307"/>
              <a:gd name="connsiteY478" fmla="*/ 183510 h 233104"/>
              <a:gd name="connsiteX479" fmla="*/ 464177 w 717307"/>
              <a:gd name="connsiteY479" fmla="*/ 184322 h 233104"/>
              <a:gd name="connsiteX480" fmla="*/ 464177 w 717307"/>
              <a:gd name="connsiteY480" fmla="*/ 184322 h 233104"/>
              <a:gd name="connsiteX481" fmla="*/ 464177 w 717307"/>
              <a:gd name="connsiteY481" fmla="*/ 184322 h 233104"/>
              <a:gd name="connsiteX482" fmla="*/ 470668 w 717307"/>
              <a:gd name="connsiteY482" fmla="*/ 184322 h 233104"/>
              <a:gd name="connsiteX483" fmla="*/ 471479 w 717307"/>
              <a:gd name="connsiteY483" fmla="*/ 184322 h 233104"/>
              <a:gd name="connsiteX484" fmla="*/ 470668 w 717307"/>
              <a:gd name="connsiteY484" fmla="*/ 184322 h 233104"/>
              <a:gd name="connsiteX485" fmla="*/ 474724 w 717307"/>
              <a:gd name="connsiteY485" fmla="*/ 184322 h 233104"/>
              <a:gd name="connsiteX486" fmla="*/ 474724 w 717307"/>
              <a:gd name="connsiteY486" fmla="*/ 184322 h 233104"/>
              <a:gd name="connsiteX487" fmla="*/ 474724 w 717307"/>
              <a:gd name="connsiteY487" fmla="*/ 184322 h 233104"/>
              <a:gd name="connsiteX488" fmla="*/ 163179 w 717307"/>
              <a:gd name="connsiteY488" fmla="*/ 226539 h 233104"/>
              <a:gd name="connsiteX489" fmla="*/ 163179 w 717307"/>
              <a:gd name="connsiteY489" fmla="*/ 226539 h 233104"/>
              <a:gd name="connsiteX490" fmla="*/ 163179 w 717307"/>
              <a:gd name="connsiteY490" fmla="*/ 226539 h 233104"/>
              <a:gd name="connsiteX491" fmla="*/ 176160 w 717307"/>
              <a:gd name="connsiteY491" fmla="*/ 225728 h 233104"/>
              <a:gd name="connsiteX492" fmla="*/ 174538 w 717307"/>
              <a:gd name="connsiteY492" fmla="*/ 225728 h 233104"/>
              <a:gd name="connsiteX493" fmla="*/ 176160 w 717307"/>
              <a:gd name="connsiteY493" fmla="*/ 225728 h 233104"/>
              <a:gd name="connsiteX494" fmla="*/ 210236 w 717307"/>
              <a:gd name="connsiteY494" fmla="*/ 224104 h 233104"/>
              <a:gd name="connsiteX495" fmla="*/ 210236 w 717307"/>
              <a:gd name="connsiteY495" fmla="*/ 224104 h 233104"/>
              <a:gd name="connsiteX496" fmla="*/ 210236 w 717307"/>
              <a:gd name="connsiteY496" fmla="*/ 224104 h 233104"/>
              <a:gd name="connsiteX497" fmla="*/ 212670 w 717307"/>
              <a:gd name="connsiteY497" fmla="*/ 228975 h 233104"/>
              <a:gd name="connsiteX498" fmla="*/ 212670 w 717307"/>
              <a:gd name="connsiteY498" fmla="*/ 228975 h 233104"/>
              <a:gd name="connsiteX499" fmla="*/ 212670 w 717307"/>
              <a:gd name="connsiteY499" fmla="*/ 228975 h 233104"/>
              <a:gd name="connsiteX500" fmla="*/ 216726 w 717307"/>
              <a:gd name="connsiteY500" fmla="*/ 228975 h 233104"/>
              <a:gd name="connsiteX501" fmla="*/ 216726 w 717307"/>
              <a:gd name="connsiteY501" fmla="*/ 228975 h 233104"/>
              <a:gd name="connsiteX502" fmla="*/ 216726 w 717307"/>
              <a:gd name="connsiteY502" fmla="*/ 228975 h 233104"/>
              <a:gd name="connsiteX503" fmla="*/ 219160 w 717307"/>
              <a:gd name="connsiteY503" fmla="*/ 228975 h 233104"/>
              <a:gd name="connsiteX504" fmla="*/ 219160 w 717307"/>
              <a:gd name="connsiteY504" fmla="*/ 228975 h 233104"/>
              <a:gd name="connsiteX505" fmla="*/ 219160 w 717307"/>
              <a:gd name="connsiteY505" fmla="*/ 228975 h 233104"/>
              <a:gd name="connsiteX506" fmla="*/ 224028 w 717307"/>
              <a:gd name="connsiteY506" fmla="*/ 228163 h 233104"/>
              <a:gd name="connsiteX507" fmla="*/ 225651 w 717307"/>
              <a:gd name="connsiteY507" fmla="*/ 228163 h 233104"/>
              <a:gd name="connsiteX508" fmla="*/ 224028 w 717307"/>
              <a:gd name="connsiteY508" fmla="*/ 228163 h 233104"/>
              <a:gd name="connsiteX509" fmla="*/ 254047 w 717307"/>
              <a:gd name="connsiteY509" fmla="*/ 223292 h 233104"/>
              <a:gd name="connsiteX510" fmla="*/ 244311 w 717307"/>
              <a:gd name="connsiteY510" fmla="*/ 224104 h 233104"/>
              <a:gd name="connsiteX511" fmla="*/ 254047 w 717307"/>
              <a:gd name="connsiteY511" fmla="*/ 223292 h 233104"/>
              <a:gd name="connsiteX512" fmla="*/ 247556 w 717307"/>
              <a:gd name="connsiteY512" fmla="*/ 221668 h 233104"/>
              <a:gd name="connsiteX513" fmla="*/ 249179 w 717307"/>
              <a:gd name="connsiteY513" fmla="*/ 221668 h 233104"/>
              <a:gd name="connsiteX514" fmla="*/ 247556 w 717307"/>
              <a:gd name="connsiteY514" fmla="*/ 221668 h 233104"/>
              <a:gd name="connsiteX515" fmla="*/ 251613 w 717307"/>
              <a:gd name="connsiteY515" fmla="*/ 221668 h 233104"/>
              <a:gd name="connsiteX516" fmla="*/ 251613 w 717307"/>
              <a:gd name="connsiteY516" fmla="*/ 221668 h 233104"/>
              <a:gd name="connsiteX517" fmla="*/ 251613 w 717307"/>
              <a:gd name="connsiteY517" fmla="*/ 221668 h 233104"/>
              <a:gd name="connsiteX518" fmla="*/ 267839 w 717307"/>
              <a:gd name="connsiteY518" fmla="*/ 220044 h 233104"/>
              <a:gd name="connsiteX519" fmla="*/ 268650 w 717307"/>
              <a:gd name="connsiteY519" fmla="*/ 220044 h 233104"/>
              <a:gd name="connsiteX520" fmla="*/ 267839 w 717307"/>
              <a:gd name="connsiteY520" fmla="*/ 220044 h 233104"/>
              <a:gd name="connsiteX521" fmla="*/ 98274 w 717307"/>
              <a:gd name="connsiteY521" fmla="*/ 198124 h 233104"/>
              <a:gd name="connsiteX522" fmla="*/ 95840 w 717307"/>
              <a:gd name="connsiteY522" fmla="*/ 197312 h 233104"/>
              <a:gd name="connsiteX523" fmla="*/ 94218 w 717307"/>
              <a:gd name="connsiteY523" fmla="*/ 197312 h 233104"/>
              <a:gd name="connsiteX524" fmla="*/ 93406 w 717307"/>
              <a:gd name="connsiteY524" fmla="*/ 196500 h 233104"/>
              <a:gd name="connsiteX525" fmla="*/ 92595 w 717307"/>
              <a:gd name="connsiteY525" fmla="*/ 195688 h 233104"/>
              <a:gd name="connsiteX526" fmla="*/ 95840 w 717307"/>
              <a:gd name="connsiteY526" fmla="*/ 194876 h 233104"/>
              <a:gd name="connsiteX527" fmla="*/ 98274 w 717307"/>
              <a:gd name="connsiteY527" fmla="*/ 198124 h 233104"/>
              <a:gd name="connsiteX528" fmla="*/ 91784 w 717307"/>
              <a:gd name="connsiteY528" fmla="*/ 194876 h 233104"/>
              <a:gd name="connsiteX529" fmla="*/ 90161 w 717307"/>
              <a:gd name="connsiteY529" fmla="*/ 194876 h 233104"/>
              <a:gd name="connsiteX530" fmla="*/ 91784 w 717307"/>
              <a:gd name="connsiteY530" fmla="*/ 194876 h 233104"/>
              <a:gd name="connsiteX531" fmla="*/ 68255 w 717307"/>
              <a:gd name="connsiteY531" fmla="*/ 174579 h 233104"/>
              <a:gd name="connsiteX532" fmla="*/ 68255 w 717307"/>
              <a:gd name="connsiteY532" fmla="*/ 174579 h 233104"/>
              <a:gd name="connsiteX533" fmla="*/ 68255 w 717307"/>
              <a:gd name="connsiteY533" fmla="*/ 174579 h 233104"/>
              <a:gd name="connsiteX534" fmla="*/ 46350 w 717307"/>
              <a:gd name="connsiteY534" fmla="*/ 103945 h 233104"/>
              <a:gd name="connsiteX535" fmla="*/ 44727 w 717307"/>
              <a:gd name="connsiteY535" fmla="*/ 104757 h 233104"/>
              <a:gd name="connsiteX536" fmla="*/ 44727 w 717307"/>
              <a:gd name="connsiteY536" fmla="*/ 104757 h 233104"/>
              <a:gd name="connsiteX537" fmla="*/ 46350 w 717307"/>
              <a:gd name="connsiteY537" fmla="*/ 103134 h 233104"/>
              <a:gd name="connsiteX538" fmla="*/ 46350 w 717307"/>
              <a:gd name="connsiteY538" fmla="*/ 103945 h 233104"/>
              <a:gd name="connsiteX539" fmla="*/ 18765 w 717307"/>
              <a:gd name="connsiteY539" fmla="*/ 83648 h 233104"/>
              <a:gd name="connsiteX540" fmla="*/ 22011 w 717307"/>
              <a:gd name="connsiteY540" fmla="*/ 83648 h 233104"/>
              <a:gd name="connsiteX541" fmla="*/ 18765 w 717307"/>
              <a:gd name="connsiteY541" fmla="*/ 83648 h 233104"/>
              <a:gd name="connsiteX542" fmla="*/ 674308 w 717307"/>
              <a:gd name="connsiteY542" fmla="*/ 134797 h 233104"/>
              <a:gd name="connsiteX543" fmla="*/ 674308 w 717307"/>
              <a:gd name="connsiteY543" fmla="*/ 134797 h 233104"/>
              <a:gd name="connsiteX544" fmla="*/ 675931 w 717307"/>
              <a:gd name="connsiteY544" fmla="*/ 135609 h 233104"/>
              <a:gd name="connsiteX545" fmla="*/ 671874 w 717307"/>
              <a:gd name="connsiteY545" fmla="*/ 133985 h 233104"/>
              <a:gd name="connsiteX546" fmla="*/ 674308 w 717307"/>
              <a:gd name="connsiteY546" fmla="*/ 134797 h 233104"/>
              <a:gd name="connsiteX547" fmla="*/ 713251 w 717307"/>
              <a:gd name="connsiteY547" fmla="*/ 166460 h 233104"/>
              <a:gd name="connsiteX548" fmla="*/ 714874 w 717307"/>
              <a:gd name="connsiteY548" fmla="*/ 166460 h 233104"/>
              <a:gd name="connsiteX549" fmla="*/ 697836 w 717307"/>
              <a:gd name="connsiteY549" fmla="*/ 160777 h 233104"/>
              <a:gd name="connsiteX550" fmla="*/ 712440 w 717307"/>
              <a:gd name="connsiteY550" fmla="*/ 164025 h 233104"/>
              <a:gd name="connsiteX551" fmla="*/ 699459 w 717307"/>
              <a:gd name="connsiteY551" fmla="*/ 157530 h 233104"/>
              <a:gd name="connsiteX552" fmla="*/ 688912 w 717307"/>
              <a:gd name="connsiteY552" fmla="*/ 151035 h 233104"/>
              <a:gd name="connsiteX553" fmla="*/ 675119 w 717307"/>
              <a:gd name="connsiteY553" fmla="*/ 143728 h 233104"/>
              <a:gd name="connsiteX554" fmla="*/ 674308 w 717307"/>
              <a:gd name="connsiteY554" fmla="*/ 142916 h 233104"/>
              <a:gd name="connsiteX555" fmla="*/ 674308 w 717307"/>
              <a:gd name="connsiteY555" fmla="*/ 142104 h 233104"/>
              <a:gd name="connsiteX556" fmla="*/ 675931 w 717307"/>
              <a:gd name="connsiteY556" fmla="*/ 142104 h 233104"/>
              <a:gd name="connsiteX557" fmla="*/ 679176 w 717307"/>
              <a:gd name="connsiteY557" fmla="*/ 142104 h 233104"/>
              <a:gd name="connsiteX558" fmla="*/ 672685 w 717307"/>
              <a:gd name="connsiteY558" fmla="*/ 138856 h 233104"/>
              <a:gd name="connsiteX559" fmla="*/ 671874 w 717307"/>
              <a:gd name="connsiteY559" fmla="*/ 137233 h 233104"/>
              <a:gd name="connsiteX560" fmla="*/ 671063 w 717307"/>
              <a:gd name="connsiteY560" fmla="*/ 136421 h 233104"/>
              <a:gd name="connsiteX561" fmla="*/ 670251 w 717307"/>
              <a:gd name="connsiteY561" fmla="*/ 135609 h 233104"/>
              <a:gd name="connsiteX562" fmla="*/ 680798 w 717307"/>
              <a:gd name="connsiteY562" fmla="*/ 138044 h 233104"/>
              <a:gd name="connsiteX563" fmla="*/ 684044 w 717307"/>
              <a:gd name="connsiteY563" fmla="*/ 138856 h 233104"/>
              <a:gd name="connsiteX564" fmla="*/ 686478 w 717307"/>
              <a:gd name="connsiteY564" fmla="*/ 138856 h 233104"/>
              <a:gd name="connsiteX565" fmla="*/ 687289 w 717307"/>
              <a:gd name="connsiteY565" fmla="*/ 138856 h 233104"/>
              <a:gd name="connsiteX566" fmla="*/ 688100 w 717307"/>
              <a:gd name="connsiteY566" fmla="*/ 138856 h 233104"/>
              <a:gd name="connsiteX567" fmla="*/ 675119 w 717307"/>
              <a:gd name="connsiteY567" fmla="*/ 129926 h 233104"/>
              <a:gd name="connsiteX568" fmla="*/ 679987 w 717307"/>
              <a:gd name="connsiteY568" fmla="*/ 131549 h 233104"/>
              <a:gd name="connsiteX569" fmla="*/ 679987 w 717307"/>
              <a:gd name="connsiteY569" fmla="*/ 130738 h 233104"/>
              <a:gd name="connsiteX570" fmla="*/ 680798 w 717307"/>
              <a:gd name="connsiteY570" fmla="*/ 129114 h 233104"/>
              <a:gd name="connsiteX571" fmla="*/ 673497 w 717307"/>
              <a:gd name="connsiteY571" fmla="*/ 121807 h 233104"/>
              <a:gd name="connsiteX572" fmla="*/ 662138 w 717307"/>
              <a:gd name="connsiteY572" fmla="*/ 114500 h 233104"/>
              <a:gd name="connsiteX573" fmla="*/ 665384 w 717307"/>
              <a:gd name="connsiteY573" fmla="*/ 115312 h 233104"/>
              <a:gd name="connsiteX574" fmla="*/ 666195 w 717307"/>
              <a:gd name="connsiteY574" fmla="*/ 115312 h 233104"/>
              <a:gd name="connsiteX575" fmla="*/ 668629 w 717307"/>
              <a:gd name="connsiteY575" fmla="*/ 116936 h 233104"/>
              <a:gd name="connsiteX576" fmla="*/ 668629 w 717307"/>
              <a:gd name="connsiteY576" fmla="*/ 116936 h 233104"/>
              <a:gd name="connsiteX577" fmla="*/ 675931 w 717307"/>
              <a:gd name="connsiteY577" fmla="*/ 118559 h 233104"/>
              <a:gd name="connsiteX578" fmla="*/ 668629 w 717307"/>
              <a:gd name="connsiteY578" fmla="*/ 111252 h 233104"/>
              <a:gd name="connsiteX579" fmla="*/ 672685 w 717307"/>
              <a:gd name="connsiteY579" fmla="*/ 110441 h 233104"/>
              <a:gd name="connsiteX580" fmla="*/ 671874 w 717307"/>
              <a:gd name="connsiteY580" fmla="*/ 108817 h 233104"/>
              <a:gd name="connsiteX581" fmla="*/ 669440 w 717307"/>
              <a:gd name="connsiteY581" fmla="*/ 103945 h 233104"/>
              <a:gd name="connsiteX582" fmla="*/ 677553 w 717307"/>
              <a:gd name="connsiteY582" fmla="*/ 106381 h 233104"/>
              <a:gd name="connsiteX583" fmla="*/ 674308 w 717307"/>
              <a:gd name="connsiteY583" fmla="*/ 100698 h 233104"/>
              <a:gd name="connsiteX584" fmla="*/ 673497 w 717307"/>
              <a:gd name="connsiteY584" fmla="*/ 99074 h 233104"/>
              <a:gd name="connsiteX585" fmla="*/ 668629 w 717307"/>
              <a:gd name="connsiteY585" fmla="*/ 93391 h 233104"/>
              <a:gd name="connsiteX586" fmla="*/ 671063 w 717307"/>
              <a:gd name="connsiteY586" fmla="*/ 90955 h 233104"/>
              <a:gd name="connsiteX587" fmla="*/ 673497 w 717307"/>
              <a:gd name="connsiteY587" fmla="*/ 90144 h 233104"/>
              <a:gd name="connsiteX588" fmla="*/ 673497 w 717307"/>
              <a:gd name="connsiteY588" fmla="*/ 90144 h 233104"/>
              <a:gd name="connsiteX589" fmla="*/ 673497 w 717307"/>
              <a:gd name="connsiteY589" fmla="*/ 87708 h 233104"/>
              <a:gd name="connsiteX590" fmla="*/ 681610 w 717307"/>
              <a:gd name="connsiteY590" fmla="*/ 90144 h 233104"/>
              <a:gd name="connsiteX591" fmla="*/ 653214 w 717307"/>
              <a:gd name="connsiteY591" fmla="*/ 53609 h 233104"/>
              <a:gd name="connsiteX592" fmla="*/ 642667 w 717307"/>
              <a:gd name="connsiteY592" fmla="*/ 47114 h 233104"/>
              <a:gd name="connsiteX593" fmla="*/ 647535 w 717307"/>
              <a:gd name="connsiteY593" fmla="*/ 51173 h 233104"/>
              <a:gd name="connsiteX594" fmla="*/ 450385 w 717307"/>
              <a:gd name="connsiteY594" fmla="*/ 8144 h 233104"/>
              <a:gd name="connsiteX595" fmla="*/ 217537 w 717307"/>
              <a:gd name="connsiteY595" fmla="*/ 8144 h 233104"/>
              <a:gd name="connsiteX596" fmla="*/ 27690 w 717307"/>
              <a:gd name="connsiteY596" fmla="*/ 49550 h 233104"/>
              <a:gd name="connsiteX597" fmla="*/ 25256 w 717307"/>
              <a:gd name="connsiteY597" fmla="*/ 49550 h 233104"/>
              <a:gd name="connsiteX598" fmla="*/ 16331 w 717307"/>
              <a:gd name="connsiteY598" fmla="*/ 50361 h 233104"/>
              <a:gd name="connsiteX599" fmla="*/ 15520 w 717307"/>
              <a:gd name="connsiteY599" fmla="*/ 49550 h 233104"/>
              <a:gd name="connsiteX600" fmla="*/ 14709 w 717307"/>
              <a:gd name="connsiteY600" fmla="*/ 48738 h 233104"/>
              <a:gd name="connsiteX601" fmla="*/ 11463 w 717307"/>
              <a:gd name="connsiteY601" fmla="*/ 48738 h 233104"/>
              <a:gd name="connsiteX602" fmla="*/ 9841 w 717307"/>
              <a:gd name="connsiteY602" fmla="*/ 48738 h 233104"/>
              <a:gd name="connsiteX603" fmla="*/ 9841 w 717307"/>
              <a:gd name="connsiteY603" fmla="*/ 48738 h 233104"/>
              <a:gd name="connsiteX604" fmla="*/ 8218 w 717307"/>
              <a:gd name="connsiteY604" fmla="*/ 51173 h 233104"/>
              <a:gd name="connsiteX605" fmla="*/ 5784 w 717307"/>
              <a:gd name="connsiteY605" fmla="*/ 48738 h 233104"/>
              <a:gd name="connsiteX606" fmla="*/ 3350 w 717307"/>
              <a:gd name="connsiteY606" fmla="*/ 47926 h 233104"/>
              <a:gd name="connsiteX607" fmla="*/ 8218 w 717307"/>
              <a:gd name="connsiteY607" fmla="*/ 52797 h 233104"/>
              <a:gd name="connsiteX608" fmla="*/ 4162 w 717307"/>
              <a:gd name="connsiteY608" fmla="*/ 55233 h 233104"/>
              <a:gd name="connsiteX609" fmla="*/ 2539 w 717307"/>
              <a:gd name="connsiteY609" fmla="*/ 55233 h 233104"/>
              <a:gd name="connsiteX610" fmla="*/ 105 w 717307"/>
              <a:gd name="connsiteY610" fmla="*/ 54421 h 233104"/>
              <a:gd name="connsiteX611" fmla="*/ 6596 w 717307"/>
              <a:gd name="connsiteY611" fmla="*/ 63351 h 233104"/>
              <a:gd name="connsiteX612" fmla="*/ 7407 w 717307"/>
              <a:gd name="connsiteY612" fmla="*/ 63351 h 233104"/>
              <a:gd name="connsiteX613" fmla="*/ 5784 w 717307"/>
              <a:gd name="connsiteY613" fmla="*/ 65787 h 233104"/>
              <a:gd name="connsiteX614" fmla="*/ 9029 w 717307"/>
              <a:gd name="connsiteY614" fmla="*/ 71470 h 233104"/>
              <a:gd name="connsiteX615" fmla="*/ 5784 w 717307"/>
              <a:gd name="connsiteY615" fmla="*/ 76341 h 233104"/>
              <a:gd name="connsiteX616" fmla="*/ 9841 w 717307"/>
              <a:gd name="connsiteY616" fmla="*/ 77153 h 233104"/>
              <a:gd name="connsiteX617" fmla="*/ 24444 w 717307"/>
              <a:gd name="connsiteY617" fmla="*/ 89332 h 233104"/>
              <a:gd name="connsiteX618" fmla="*/ 34180 w 717307"/>
              <a:gd name="connsiteY618" fmla="*/ 97450 h 233104"/>
              <a:gd name="connsiteX619" fmla="*/ 43105 w 717307"/>
              <a:gd name="connsiteY619" fmla="*/ 101510 h 233104"/>
              <a:gd name="connsiteX620" fmla="*/ 43916 w 717307"/>
              <a:gd name="connsiteY620" fmla="*/ 103134 h 233104"/>
              <a:gd name="connsiteX621" fmla="*/ 42293 w 717307"/>
              <a:gd name="connsiteY621" fmla="*/ 103945 h 233104"/>
              <a:gd name="connsiteX622" fmla="*/ 46350 w 717307"/>
              <a:gd name="connsiteY622" fmla="*/ 108005 h 233104"/>
              <a:gd name="connsiteX623" fmla="*/ 49595 w 717307"/>
              <a:gd name="connsiteY623" fmla="*/ 110441 h 233104"/>
              <a:gd name="connsiteX624" fmla="*/ 50407 w 717307"/>
              <a:gd name="connsiteY624" fmla="*/ 113688 h 233104"/>
              <a:gd name="connsiteX625" fmla="*/ 55274 w 717307"/>
              <a:gd name="connsiteY625" fmla="*/ 120183 h 233104"/>
              <a:gd name="connsiteX626" fmla="*/ 60142 w 717307"/>
              <a:gd name="connsiteY626" fmla="*/ 126678 h 233104"/>
              <a:gd name="connsiteX627" fmla="*/ 61765 w 717307"/>
              <a:gd name="connsiteY627" fmla="*/ 128302 h 233104"/>
              <a:gd name="connsiteX628" fmla="*/ 67444 w 717307"/>
              <a:gd name="connsiteY628" fmla="*/ 129926 h 233104"/>
              <a:gd name="connsiteX629" fmla="*/ 69878 w 717307"/>
              <a:gd name="connsiteY629" fmla="*/ 129926 h 233104"/>
              <a:gd name="connsiteX630" fmla="*/ 82048 w 717307"/>
              <a:gd name="connsiteY630" fmla="*/ 129114 h 233104"/>
              <a:gd name="connsiteX631" fmla="*/ 75557 w 717307"/>
              <a:gd name="connsiteY631" fmla="*/ 131549 h 233104"/>
              <a:gd name="connsiteX632" fmla="*/ 59331 w 717307"/>
              <a:gd name="connsiteY632" fmla="*/ 132361 h 233104"/>
              <a:gd name="connsiteX633" fmla="*/ 55274 w 717307"/>
              <a:gd name="connsiteY633" fmla="*/ 131549 h 233104"/>
              <a:gd name="connsiteX634" fmla="*/ 52840 w 717307"/>
              <a:gd name="connsiteY634" fmla="*/ 132361 h 233104"/>
              <a:gd name="connsiteX635" fmla="*/ 56086 w 717307"/>
              <a:gd name="connsiteY635" fmla="*/ 132361 h 233104"/>
              <a:gd name="connsiteX636" fmla="*/ 54463 w 717307"/>
              <a:gd name="connsiteY636" fmla="*/ 133985 h 233104"/>
              <a:gd name="connsiteX637" fmla="*/ 51218 w 717307"/>
              <a:gd name="connsiteY637" fmla="*/ 136421 h 233104"/>
              <a:gd name="connsiteX638" fmla="*/ 51218 w 717307"/>
              <a:gd name="connsiteY638" fmla="*/ 140480 h 233104"/>
              <a:gd name="connsiteX639" fmla="*/ 53652 w 717307"/>
              <a:gd name="connsiteY639" fmla="*/ 155094 h 233104"/>
              <a:gd name="connsiteX640" fmla="*/ 56897 w 717307"/>
              <a:gd name="connsiteY640" fmla="*/ 163213 h 233104"/>
              <a:gd name="connsiteX641" fmla="*/ 55274 w 717307"/>
              <a:gd name="connsiteY641" fmla="*/ 165648 h 233104"/>
              <a:gd name="connsiteX642" fmla="*/ 61765 w 717307"/>
              <a:gd name="connsiteY642" fmla="*/ 169708 h 233104"/>
              <a:gd name="connsiteX643" fmla="*/ 65010 w 717307"/>
              <a:gd name="connsiteY643" fmla="*/ 173767 h 233104"/>
              <a:gd name="connsiteX644" fmla="*/ 71501 w 717307"/>
              <a:gd name="connsiteY644" fmla="*/ 179450 h 233104"/>
              <a:gd name="connsiteX645" fmla="*/ 74746 w 717307"/>
              <a:gd name="connsiteY645" fmla="*/ 184322 h 233104"/>
              <a:gd name="connsiteX646" fmla="*/ 78803 w 717307"/>
              <a:gd name="connsiteY646" fmla="*/ 188381 h 233104"/>
              <a:gd name="connsiteX647" fmla="*/ 90161 w 717307"/>
              <a:gd name="connsiteY647" fmla="*/ 209490 h 233104"/>
              <a:gd name="connsiteX648" fmla="*/ 91784 w 717307"/>
              <a:gd name="connsiteY648" fmla="*/ 212737 h 233104"/>
              <a:gd name="connsiteX649" fmla="*/ 95840 w 717307"/>
              <a:gd name="connsiteY649" fmla="*/ 215985 h 233104"/>
              <a:gd name="connsiteX650" fmla="*/ 105576 w 717307"/>
              <a:gd name="connsiteY650" fmla="*/ 216797 h 233104"/>
              <a:gd name="connsiteX651" fmla="*/ 103142 w 717307"/>
              <a:gd name="connsiteY651" fmla="*/ 218421 h 233104"/>
              <a:gd name="connsiteX652" fmla="*/ 112878 w 717307"/>
              <a:gd name="connsiteY652" fmla="*/ 220856 h 233104"/>
              <a:gd name="connsiteX653" fmla="*/ 117746 w 717307"/>
              <a:gd name="connsiteY653" fmla="*/ 222480 h 233104"/>
              <a:gd name="connsiteX654" fmla="*/ 118557 w 717307"/>
              <a:gd name="connsiteY654" fmla="*/ 223292 h 233104"/>
              <a:gd name="connsiteX655" fmla="*/ 122614 w 717307"/>
              <a:gd name="connsiteY655" fmla="*/ 224916 h 233104"/>
              <a:gd name="connsiteX656" fmla="*/ 120991 w 717307"/>
              <a:gd name="connsiteY656" fmla="*/ 226539 h 233104"/>
              <a:gd name="connsiteX657" fmla="*/ 133161 w 717307"/>
              <a:gd name="connsiteY657" fmla="*/ 228975 h 233104"/>
              <a:gd name="connsiteX658" fmla="*/ 131538 w 717307"/>
              <a:gd name="connsiteY658" fmla="*/ 230599 h 233104"/>
              <a:gd name="connsiteX659" fmla="*/ 134783 w 717307"/>
              <a:gd name="connsiteY659" fmla="*/ 229787 h 233104"/>
              <a:gd name="connsiteX660" fmla="*/ 133161 w 717307"/>
              <a:gd name="connsiteY660" fmla="*/ 231411 h 233104"/>
              <a:gd name="connsiteX661" fmla="*/ 132349 w 717307"/>
              <a:gd name="connsiteY661" fmla="*/ 232223 h 233104"/>
              <a:gd name="connsiteX662" fmla="*/ 136406 w 717307"/>
              <a:gd name="connsiteY662" fmla="*/ 232223 h 233104"/>
              <a:gd name="connsiteX663" fmla="*/ 133161 w 717307"/>
              <a:gd name="connsiteY663" fmla="*/ 233034 h 233104"/>
              <a:gd name="connsiteX664" fmla="*/ 206990 w 717307"/>
              <a:gd name="connsiteY664" fmla="*/ 227351 h 233104"/>
              <a:gd name="connsiteX665" fmla="*/ 225651 w 717307"/>
              <a:gd name="connsiteY665" fmla="*/ 224916 h 233104"/>
              <a:gd name="connsiteX666" fmla="*/ 316518 w 717307"/>
              <a:gd name="connsiteY666" fmla="*/ 219232 h 233104"/>
              <a:gd name="connsiteX667" fmla="*/ 262971 w 717307"/>
              <a:gd name="connsiteY667" fmla="*/ 220856 h 233104"/>
              <a:gd name="connsiteX668" fmla="*/ 256481 w 717307"/>
              <a:gd name="connsiteY668" fmla="*/ 220044 h 233104"/>
              <a:gd name="connsiteX669" fmla="*/ 275141 w 717307"/>
              <a:gd name="connsiteY669" fmla="*/ 216797 h 233104"/>
              <a:gd name="connsiteX670" fmla="*/ 276763 w 717307"/>
              <a:gd name="connsiteY670" fmla="*/ 215985 h 233104"/>
              <a:gd name="connsiteX671" fmla="*/ 269462 w 717307"/>
              <a:gd name="connsiteY671" fmla="*/ 215985 h 233104"/>
              <a:gd name="connsiteX672" fmla="*/ 261349 w 717307"/>
              <a:gd name="connsiteY672" fmla="*/ 216797 h 233104"/>
              <a:gd name="connsiteX673" fmla="*/ 233764 w 717307"/>
              <a:gd name="connsiteY673" fmla="*/ 217609 h 233104"/>
              <a:gd name="connsiteX674" fmla="*/ 232952 w 717307"/>
              <a:gd name="connsiteY674" fmla="*/ 217609 h 233104"/>
              <a:gd name="connsiteX675" fmla="*/ 230519 w 717307"/>
              <a:gd name="connsiteY675" fmla="*/ 218421 h 233104"/>
              <a:gd name="connsiteX676" fmla="*/ 228085 w 717307"/>
              <a:gd name="connsiteY676" fmla="*/ 220044 h 233104"/>
              <a:gd name="connsiteX677" fmla="*/ 228085 w 717307"/>
              <a:gd name="connsiteY677" fmla="*/ 219232 h 233104"/>
              <a:gd name="connsiteX678" fmla="*/ 228085 w 717307"/>
              <a:gd name="connsiteY678" fmla="*/ 218421 h 233104"/>
              <a:gd name="connsiteX679" fmla="*/ 226462 w 717307"/>
              <a:gd name="connsiteY679" fmla="*/ 219232 h 233104"/>
              <a:gd name="connsiteX680" fmla="*/ 225651 w 717307"/>
              <a:gd name="connsiteY680" fmla="*/ 218421 h 233104"/>
              <a:gd name="connsiteX681" fmla="*/ 208613 w 717307"/>
              <a:gd name="connsiteY681" fmla="*/ 219232 h 233104"/>
              <a:gd name="connsiteX682" fmla="*/ 207802 w 717307"/>
              <a:gd name="connsiteY682" fmla="*/ 219232 h 233104"/>
              <a:gd name="connsiteX683" fmla="*/ 202122 w 717307"/>
              <a:gd name="connsiteY683" fmla="*/ 219232 h 233104"/>
              <a:gd name="connsiteX684" fmla="*/ 198877 w 717307"/>
              <a:gd name="connsiteY684" fmla="*/ 219232 h 233104"/>
              <a:gd name="connsiteX685" fmla="*/ 186707 w 717307"/>
              <a:gd name="connsiteY685" fmla="*/ 219232 h 233104"/>
              <a:gd name="connsiteX686" fmla="*/ 185896 w 717307"/>
              <a:gd name="connsiteY686" fmla="*/ 219232 h 233104"/>
              <a:gd name="connsiteX687" fmla="*/ 181840 w 717307"/>
              <a:gd name="connsiteY687" fmla="*/ 220044 h 233104"/>
              <a:gd name="connsiteX688" fmla="*/ 179406 w 717307"/>
              <a:gd name="connsiteY688" fmla="*/ 220044 h 233104"/>
              <a:gd name="connsiteX689" fmla="*/ 178594 w 717307"/>
              <a:gd name="connsiteY689" fmla="*/ 219232 h 233104"/>
              <a:gd name="connsiteX690" fmla="*/ 178594 w 717307"/>
              <a:gd name="connsiteY690" fmla="*/ 218421 h 233104"/>
              <a:gd name="connsiteX691" fmla="*/ 177783 w 717307"/>
              <a:gd name="connsiteY691" fmla="*/ 220044 h 233104"/>
              <a:gd name="connsiteX692" fmla="*/ 176160 w 717307"/>
              <a:gd name="connsiteY692" fmla="*/ 218421 h 233104"/>
              <a:gd name="connsiteX693" fmla="*/ 173726 w 717307"/>
              <a:gd name="connsiteY693" fmla="*/ 220044 h 233104"/>
              <a:gd name="connsiteX694" fmla="*/ 173726 w 717307"/>
              <a:gd name="connsiteY694" fmla="*/ 219232 h 233104"/>
              <a:gd name="connsiteX695" fmla="*/ 169670 w 717307"/>
              <a:gd name="connsiteY695" fmla="*/ 220044 h 233104"/>
              <a:gd name="connsiteX696" fmla="*/ 165613 w 717307"/>
              <a:gd name="connsiteY696" fmla="*/ 220856 h 233104"/>
              <a:gd name="connsiteX697" fmla="*/ 166425 w 717307"/>
              <a:gd name="connsiteY697" fmla="*/ 220044 h 233104"/>
              <a:gd name="connsiteX698" fmla="*/ 167236 w 717307"/>
              <a:gd name="connsiteY698" fmla="*/ 219232 h 233104"/>
              <a:gd name="connsiteX699" fmla="*/ 164802 w 717307"/>
              <a:gd name="connsiteY699" fmla="*/ 220044 h 233104"/>
              <a:gd name="connsiteX700" fmla="*/ 161557 w 717307"/>
              <a:gd name="connsiteY700" fmla="*/ 220856 h 233104"/>
              <a:gd name="connsiteX701" fmla="*/ 161557 w 717307"/>
              <a:gd name="connsiteY701" fmla="*/ 220044 h 233104"/>
              <a:gd name="connsiteX702" fmla="*/ 159123 w 717307"/>
              <a:gd name="connsiteY702" fmla="*/ 220044 h 233104"/>
              <a:gd name="connsiteX703" fmla="*/ 154255 w 717307"/>
              <a:gd name="connsiteY703" fmla="*/ 220044 h 233104"/>
              <a:gd name="connsiteX704" fmla="*/ 155066 w 717307"/>
              <a:gd name="connsiteY704" fmla="*/ 220044 h 233104"/>
              <a:gd name="connsiteX705" fmla="*/ 158311 w 717307"/>
              <a:gd name="connsiteY705" fmla="*/ 218421 h 233104"/>
              <a:gd name="connsiteX706" fmla="*/ 158311 w 717307"/>
              <a:gd name="connsiteY706" fmla="*/ 219232 h 233104"/>
              <a:gd name="connsiteX707" fmla="*/ 161557 w 717307"/>
              <a:gd name="connsiteY707" fmla="*/ 219232 h 233104"/>
              <a:gd name="connsiteX708" fmla="*/ 163991 w 717307"/>
              <a:gd name="connsiteY708" fmla="*/ 219232 h 233104"/>
              <a:gd name="connsiteX709" fmla="*/ 164802 w 717307"/>
              <a:gd name="connsiteY709" fmla="*/ 220044 h 233104"/>
              <a:gd name="connsiteX710" fmla="*/ 165613 w 717307"/>
              <a:gd name="connsiteY710" fmla="*/ 220044 h 233104"/>
              <a:gd name="connsiteX711" fmla="*/ 168047 w 717307"/>
              <a:gd name="connsiteY711" fmla="*/ 219232 h 233104"/>
              <a:gd name="connsiteX712" fmla="*/ 170481 w 717307"/>
              <a:gd name="connsiteY712" fmla="*/ 218421 h 233104"/>
              <a:gd name="connsiteX713" fmla="*/ 171292 w 717307"/>
              <a:gd name="connsiteY713" fmla="*/ 218421 h 233104"/>
              <a:gd name="connsiteX714" fmla="*/ 172104 w 717307"/>
              <a:gd name="connsiteY714" fmla="*/ 219232 h 233104"/>
              <a:gd name="connsiteX715" fmla="*/ 180217 w 717307"/>
              <a:gd name="connsiteY715" fmla="*/ 217609 h 233104"/>
              <a:gd name="connsiteX716" fmla="*/ 181028 w 717307"/>
              <a:gd name="connsiteY716" fmla="*/ 218421 h 233104"/>
              <a:gd name="connsiteX717" fmla="*/ 181840 w 717307"/>
              <a:gd name="connsiteY717" fmla="*/ 218421 h 233104"/>
              <a:gd name="connsiteX718" fmla="*/ 185085 w 717307"/>
              <a:gd name="connsiteY718" fmla="*/ 217609 h 233104"/>
              <a:gd name="connsiteX719" fmla="*/ 181028 w 717307"/>
              <a:gd name="connsiteY719" fmla="*/ 217609 h 233104"/>
              <a:gd name="connsiteX720" fmla="*/ 216726 w 717307"/>
              <a:gd name="connsiteY720" fmla="*/ 213549 h 233104"/>
              <a:gd name="connsiteX721" fmla="*/ 224028 w 717307"/>
              <a:gd name="connsiteY721" fmla="*/ 211114 h 233104"/>
              <a:gd name="connsiteX722" fmla="*/ 270273 w 717307"/>
              <a:gd name="connsiteY722" fmla="*/ 207054 h 233104"/>
              <a:gd name="connsiteX723" fmla="*/ 271896 w 717307"/>
              <a:gd name="connsiteY723" fmla="*/ 207054 h 233104"/>
              <a:gd name="connsiteX724" fmla="*/ 294612 w 717307"/>
              <a:gd name="connsiteY724" fmla="*/ 204619 h 233104"/>
              <a:gd name="connsiteX725" fmla="*/ 296235 w 717307"/>
              <a:gd name="connsiteY725" fmla="*/ 205431 h 233104"/>
              <a:gd name="connsiteX726" fmla="*/ 296235 w 717307"/>
              <a:gd name="connsiteY726" fmla="*/ 205431 h 233104"/>
              <a:gd name="connsiteX727" fmla="*/ 298669 w 717307"/>
              <a:gd name="connsiteY727" fmla="*/ 204619 h 233104"/>
              <a:gd name="connsiteX728" fmla="*/ 301914 w 717307"/>
              <a:gd name="connsiteY728" fmla="*/ 204619 h 233104"/>
              <a:gd name="connsiteX729" fmla="*/ 302726 w 717307"/>
              <a:gd name="connsiteY729" fmla="*/ 204619 h 233104"/>
              <a:gd name="connsiteX730" fmla="*/ 303537 w 717307"/>
              <a:gd name="connsiteY730" fmla="*/ 204619 h 233104"/>
              <a:gd name="connsiteX731" fmla="*/ 305971 w 717307"/>
              <a:gd name="connsiteY731" fmla="*/ 204619 h 233104"/>
              <a:gd name="connsiteX732" fmla="*/ 308405 w 717307"/>
              <a:gd name="connsiteY732" fmla="*/ 204619 h 233104"/>
              <a:gd name="connsiteX733" fmla="*/ 311650 w 717307"/>
              <a:gd name="connsiteY733" fmla="*/ 204619 h 233104"/>
              <a:gd name="connsiteX734" fmla="*/ 313273 w 717307"/>
              <a:gd name="connsiteY734" fmla="*/ 202995 h 233104"/>
              <a:gd name="connsiteX735" fmla="*/ 314084 w 717307"/>
              <a:gd name="connsiteY735" fmla="*/ 203807 h 233104"/>
              <a:gd name="connsiteX736" fmla="*/ 314895 w 717307"/>
              <a:gd name="connsiteY736" fmla="*/ 203807 h 233104"/>
              <a:gd name="connsiteX737" fmla="*/ 314895 w 717307"/>
              <a:gd name="connsiteY737" fmla="*/ 203807 h 233104"/>
              <a:gd name="connsiteX738" fmla="*/ 316518 w 717307"/>
              <a:gd name="connsiteY738" fmla="*/ 203807 h 233104"/>
              <a:gd name="connsiteX739" fmla="*/ 325442 w 717307"/>
              <a:gd name="connsiteY739" fmla="*/ 203807 h 233104"/>
              <a:gd name="connsiteX740" fmla="*/ 325442 w 717307"/>
              <a:gd name="connsiteY740" fmla="*/ 203807 h 233104"/>
              <a:gd name="connsiteX741" fmla="*/ 328688 w 717307"/>
              <a:gd name="connsiteY741" fmla="*/ 202995 h 233104"/>
              <a:gd name="connsiteX742" fmla="*/ 294612 w 717307"/>
              <a:gd name="connsiteY742" fmla="*/ 202995 h 233104"/>
              <a:gd name="connsiteX743" fmla="*/ 296235 w 717307"/>
              <a:gd name="connsiteY743" fmla="*/ 202183 h 233104"/>
              <a:gd name="connsiteX744" fmla="*/ 300292 w 717307"/>
              <a:gd name="connsiteY744" fmla="*/ 201371 h 233104"/>
              <a:gd name="connsiteX745" fmla="*/ 293801 w 717307"/>
              <a:gd name="connsiteY745" fmla="*/ 200559 h 233104"/>
              <a:gd name="connsiteX746" fmla="*/ 307593 w 717307"/>
              <a:gd name="connsiteY746" fmla="*/ 199747 h 233104"/>
              <a:gd name="connsiteX747" fmla="*/ 310839 w 717307"/>
              <a:gd name="connsiteY747" fmla="*/ 198124 h 233104"/>
              <a:gd name="connsiteX748" fmla="*/ 339235 w 717307"/>
              <a:gd name="connsiteY748" fmla="*/ 196500 h 233104"/>
              <a:gd name="connsiteX749" fmla="*/ 336801 w 717307"/>
              <a:gd name="connsiteY749" fmla="*/ 195688 h 233104"/>
              <a:gd name="connsiteX750" fmla="*/ 415498 w 717307"/>
              <a:gd name="connsiteY750" fmla="*/ 194064 h 233104"/>
              <a:gd name="connsiteX751" fmla="*/ 416310 w 717307"/>
              <a:gd name="connsiteY751" fmla="*/ 194064 h 233104"/>
              <a:gd name="connsiteX752" fmla="*/ 417121 w 717307"/>
              <a:gd name="connsiteY752" fmla="*/ 194876 h 233104"/>
              <a:gd name="connsiteX753" fmla="*/ 439027 w 717307"/>
              <a:gd name="connsiteY753" fmla="*/ 194876 h 233104"/>
              <a:gd name="connsiteX754" fmla="*/ 440649 w 717307"/>
              <a:gd name="connsiteY754" fmla="*/ 195688 h 233104"/>
              <a:gd name="connsiteX755" fmla="*/ 409008 w 717307"/>
              <a:gd name="connsiteY755" fmla="*/ 193252 h 233104"/>
              <a:gd name="connsiteX756" fmla="*/ 407385 w 717307"/>
              <a:gd name="connsiteY756" fmla="*/ 193252 h 233104"/>
              <a:gd name="connsiteX757" fmla="*/ 401706 w 717307"/>
              <a:gd name="connsiteY757" fmla="*/ 193252 h 233104"/>
              <a:gd name="connsiteX758" fmla="*/ 398461 w 717307"/>
              <a:gd name="connsiteY758" fmla="*/ 192440 h 233104"/>
              <a:gd name="connsiteX759" fmla="*/ 367631 w 717307"/>
              <a:gd name="connsiteY759" fmla="*/ 192440 h 233104"/>
              <a:gd name="connsiteX760" fmla="*/ 363574 w 717307"/>
              <a:gd name="connsiteY760" fmla="*/ 192440 h 233104"/>
              <a:gd name="connsiteX761" fmla="*/ 348159 w 717307"/>
              <a:gd name="connsiteY761" fmla="*/ 193252 h 233104"/>
              <a:gd name="connsiteX762" fmla="*/ 328688 w 717307"/>
              <a:gd name="connsiteY762" fmla="*/ 193252 h 233104"/>
              <a:gd name="connsiteX763" fmla="*/ 339235 w 717307"/>
              <a:gd name="connsiteY763" fmla="*/ 190817 h 233104"/>
              <a:gd name="connsiteX764" fmla="*/ 340046 w 717307"/>
              <a:gd name="connsiteY764" fmla="*/ 190817 h 233104"/>
              <a:gd name="connsiteX765" fmla="*/ 355461 w 717307"/>
              <a:gd name="connsiteY765" fmla="*/ 190005 h 233104"/>
              <a:gd name="connsiteX766" fmla="*/ 361952 w 717307"/>
              <a:gd name="connsiteY766" fmla="*/ 190817 h 233104"/>
              <a:gd name="connsiteX767" fmla="*/ 360329 w 717307"/>
              <a:gd name="connsiteY767" fmla="*/ 189193 h 233104"/>
              <a:gd name="connsiteX768" fmla="*/ 361952 w 717307"/>
              <a:gd name="connsiteY768" fmla="*/ 189193 h 233104"/>
              <a:gd name="connsiteX769" fmla="*/ 366820 w 717307"/>
              <a:gd name="connsiteY769" fmla="*/ 189193 h 233104"/>
              <a:gd name="connsiteX770" fmla="*/ 368442 w 717307"/>
              <a:gd name="connsiteY770" fmla="*/ 190005 h 233104"/>
              <a:gd name="connsiteX771" fmla="*/ 369253 w 717307"/>
              <a:gd name="connsiteY771" fmla="*/ 190817 h 233104"/>
              <a:gd name="connsiteX772" fmla="*/ 370065 w 717307"/>
              <a:gd name="connsiteY772" fmla="*/ 190005 h 233104"/>
              <a:gd name="connsiteX773" fmla="*/ 370876 w 717307"/>
              <a:gd name="connsiteY773" fmla="*/ 189193 h 233104"/>
              <a:gd name="connsiteX774" fmla="*/ 370876 w 717307"/>
              <a:gd name="connsiteY774" fmla="*/ 189193 h 233104"/>
              <a:gd name="connsiteX775" fmla="*/ 370876 w 717307"/>
              <a:gd name="connsiteY775" fmla="*/ 188381 h 233104"/>
              <a:gd name="connsiteX776" fmla="*/ 373310 w 717307"/>
              <a:gd name="connsiteY776" fmla="*/ 187569 h 233104"/>
              <a:gd name="connsiteX777" fmla="*/ 374121 w 717307"/>
              <a:gd name="connsiteY777" fmla="*/ 187569 h 233104"/>
              <a:gd name="connsiteX778" fmla="*/ 374933 w 717307"/>
              <a:gd name="connsiteY778" fmla="*/ 187569 h 233104"/>
              <a:gd name="connsiteX779" fmla="*/ 375744 w 717307"/>
              <a:gd name="connsiteY779" fmla="*/ 188381 h 233104"/>
              <a:gd name="connsiteX780" fmla="*/ 377367 w 717307"/>
              <a:gd name="connsiteY780" fmla="*/ 187569 h 233104"/>
              <a:gd name="connsiteX781" fmla="*/ 378178 w 717307"/>
              <a:gd name="connsiteY781" fmla="*/ 188381 h 233104"/>
              <a:gd name="connsiteX782" fmla="*/ 379801 w 717307"/>
              <a:gd name="connsiteY782" fmla="*/ 188381 h 233104"/>
              <a:gd name="connsiteX783" fmla="*/ 381423 w 717307"/>
              <a:gd name="connsiteY783" fmla="*/ 187569 h 233104"/>
              <a:gd name="connsiteX784" fmla="*/ 382234 w 717307"/>
              <a:gd name="connsiteY784" fmla="*/ 188381 h 233104"/>
              <a:gd name="connsiteX785" fmla="*/ 383046 w 717307"/>
              <a:gd name="connsiteY785" fmla="*/ 188381 h 233104"/>
              <a:gd name="connsiteX786" fmla="*/ 473102 w 717307"/>
              <a:gd name="connsiteY786" fmla="*/ 188381 h 233104"/>
              <a:gd name="connsiteX787" fmla="*/ 486894 w 717307"/>
              <a:gd name="connsiteY787" fmla="*/ 187569 h 233104"/>
              <a:gd name="connsiteX788" fmla="*/ 485271 w 717307"/>
              <a:gd name="connsiteY788" fmla="*/ 186757 h 233104"/>
              <a:gd name="connsiteX789" fmla="*/ 434159 w 717307"/>
              <a:gd name="connsiteY789" fmla="*/ 183510 h 233104"/>
              <a:gd name="connsiteX790" fmla="*/ 374121 w 717307"/>
              <a:gd name="connsiteY790" fmla="*/ 183510 h 233104"/>
              <a:gd name="connsiteX791" fmla="*/ 370065 w 717307"/>
              <a:gd name="connsiteY791" fmla="*/ 182698 h 233104"/>
              <a:gd name="connsiteX792" fmla="*/ 460932 w 717307"/>
              <a:gd name="connsiteY792" fmla="*/ 182698 h 233104"/>
              <a:gd name="connsiteX793" fmla="*/ 526649 w 717307"/>
              <a:gd name="connsiteY793" fmla="*/ 186757 h 233104"/>
              <a:gd name="connsiteX794" fmla="*/ 487705 w 717307"/>
              <a:gd name="connsiteY794" fmla="*/ 181886 h 233104"/>
              <a:gd name="connsiteX795" fmla="*/ 499064 w 717307"/>
              <a:gd name="connsiteY795" fmla="*/ 181074 h 233104"/>
              <a:gd name="connsiteX796" fmla="*/ 507988 w 717307"/>
              <a:gd name="connsiteY796" fmla="*/ 181074 h 233104"/>
              <a:gd name="connsiteX797" fmla="*/ 503932 w 717307"/>
              <a:gd name="connsiteY797" fmla="*/ 180262 h 233104"/>
              <a:gd name="connsiteX798" fmla="*/ 437404 w 717307"/>
              <a:gd name="connsiteY798" fmla="*/ 174579 h 233104"/>
              <a:gd name="connsiteX799" fmla="*/ 443894 w 717307"/>
              <a:gd name="connsiteY799" fmla="*/ 171332 h 233104"/>
              <a:gd name="connsiteX800" fmla="*/ 443894 w 717307"/>
              <a:gd name="connsiteY800" fmla="*/ 172143 h 233104"/>
              <a:gd name="connsiteX801" fmla="*/ 444706 w 717307"/>
              <a:gd name="connsiteY801" fmla="*/ 172955 h 233104"/>
              <a:gd name="connsiteX802" fmla="*/ 445517 w 717307"/>
              <a:gd name="connsiteY802" fmla="*/ 173767 h 233104"/>
              <a:gd name="connsiteX803" fmla="*/ 451196 w 717307"/>
              <a:gd name="connsiteY803" fmla="*/ 173767 h 233104"/>
              <a:gd name="connsiteX804" fmla="*/ 452819 w 717307"/>
              <a:gd name="connsiteY804" fmla="*/ 173767 h 233104"/>
              <a:gd name="connsiteX805" fmla="*/ 456064 w 717307"/>
              <a:gd name="connsiteY805" fmla="*/ 172143 h 233104"/>
              <a:gd name="connsiteX806" fmla="*/ 456875 w 717307"/>
              <a:gd name="connsiteY806" fmla="*/ 172955 h 233104"/>
              <a:gd name="connsiteX807" fmla="*/ 459309 w 717307"/>
              <a:gd name="connsiteY807" fmla="*/ 173767 h 233104"/>
              <a:gd name="connsiteX808" fmla="*/ 465800 w 717307"/>
              <a:gd name="connsiteY808" fmla="*/ 174579 h 233104"/>
              <a:gd name="connsiteX809" fmla="*/ 467423 w 717307"/>
              <a:gd name="connsiteY809" fmla="*/ 175391 h 233104"/>
              <a:gd name="connsiteX810" fmla="*/ 474724 w 717307"/>
              <a:gd name="connsiteY810" fmla="*/ 174579 h 233104"/>
              <a:gd name="connsiteX811" fmla="*/ 476347 w 717307"/>
              <a:gd name="connsiteY811" fmla="*/ 173767 h 233104"/>
              <a:gd name="connsiteX812" fmla="*/ 474724 w 717307"/>
              <a:gd name="connsiteY812" fmla="*/ 172955 h 233104"/>
              <a:gd name="connsiteX813" fmla="*/ 507988 w 717307"/>
              <a:gd name="connsiteY813" fmla="*/ 174579 h 233104"/>
              <a:gd name="connsiteX814" fmla="*/ 561535 w 717307"/>
              <a:gd name="connsiteY814" fmla="*/ 181074 h 233104"/>
              <a:gd name="connsiteX815" fmla="*/ 579384 w 717307"/>
              <a:gd name="connsiteY815" fmla="*/ 183510 h 233104"/>
              <a:gd name="connsiteX816" fmla="*/ 605346 w 717307"/>
              <a:gd name="connsiteY816" fmla="*/ 188381 h 233104"/>
              <a:gd name="connsiteX817" fmla="*/ 619950 w 717307"/>
              <a:gd name="connsiteY817" fmla="*/ 191629 h 233104"/>
              <a:gd name="connsiteX818" fmla="*/ 624006 w 717307"/>
              <a:gd name="connsiteY818" fmla="*/ 193252 h 233104"/>
              <a:gd name="connsiteX819" fmla="*/ 631308 w 717307"/>
              <a:gd name="connsiteY819" fmla="*/ 194064 h 233104"/>
              <a:gd name="connsiteX820" fmla="*/ 529894 w 717307"/>
              <a:gd name="connsiteY820" fmla="*/ 176203 h 233104"/>
              <a:gd name="connsiteX821" fmla="*/ 528271 w 717307"/>
              <a:gd name="connsiteY821" fmla="*/ 174579 h 233104"/>
              <a:gd name="connsiteX822" fmla="*/ 527460 w 717307"/>
              <a:gd name="connsiteY822" fmla="*/ 174579 h 233104"/>
              <a:gd name="connsiteX823" fmla="*/ 521781 w 717307"/>
              <a:gd name="connsiteY823" fmla="*/ 174579 h 233104"/>
              <a:gd name="connsiteX824" fmla="*/ 520969 w 717307"/>
              <a:gd name="connsiteY824" fmla="*/ 175391 h 233104"/>
              <a:gd name="connsiteX825" fmla="*/ 518535 w 717307"/>
              <a:gd name="connsiteY825" fmla="*/ 174579 h 233104"/>
              <a:gd name="connsiteX826" fmla="*/ 509611 w 717307"/>
              <a:gd name="connsiteY826" fmla="*/ 173767 h 233104"/>
              <a:gd name="connsiteX827" fmla="*/ 483649 w 717307"/>
              <a:gd name="connsiteY827" fmla="*/ 172143 h 233104"/>
              <a:gd name="connsiteX828" fmla="*/ 481215 w 717307"/>
              <a:gd name="connsiteY828" fmla="*/ 170520 h 233104"/>
              <a:gd name="connsiteX829" fmla="*/ 474724 w 717307"/>
              <a:gd name="connsiteY829" fmla="*/ 170520 h 233104"/>
              <a:gd name="connsiteX830" fmla="*/ 473913 w 717307"/>
              <a:gd name="connsiteY830" fmla="*/ 170520 h 233104"/>
              <a:gd name="connsiteX831" fmla="*/ 467423 w 717307"/>
              <a:gd name="connsiteY831" fmla="*/ 169708 h 233104"/>
              <a:gd name="connsiteX832" fmla="*/ 465800 w 717307"/>
              <a:gd name="connsiteY832" fmla="*/ 170520 h 233104"/>
              <a:gd name="connsiteX833" fmla="*/ 452819 w 717307"/>
              <a:gd name="connsiteY833" fmla="*/ 169708 h 233104"/>
              <a:gd name="connsiteX834" fmla="*/ 451196 w 717307"/>
              <a:gd name="connsiteY834" fmla="*/ 169708 h 233104"/>
              <a:gd name="connsiteX835" fmla="*/ 450385 w 717307"/>
              <a:gd name="connsiteY835" fmla="*/ 169708 h 233104"/>
              <a:gd name="connsiteX836" fmla="*/ 433347 w 717307"/>
              <a:gd name="connsiteY836" fmla="*/ 168896 h 233104"/>
              <a:gd name="connsiteX837" fmla="*/ 426857 w 717307"/>
              <a:gd name="connsiteY837" fmla="*/ 169708 h 233104"/>
              <a:gd name="connsiteX838" fmla="*/ 421178 w 717307"/>
              <a:gd name="connsiteY838" fmla="*/ 168896 h 233104"/>
              <a:gd name="connsiteX839" fmla="*/ 420366 w 717307"/>
              <a:gd name="connsiteY839" fmla="*/ 168896 h 233104"/>
              <a:gd name="connsiteX840" fmla="*/ 419555 w 717307"/>
              <a:gd name="connsiteY840" fmla="*/ 168896 h 233104"/>
              <a:gd name="connsiteX841" fmla="*/ 405763 w 717307"/>
              <a:gd name="connsiteY841" fmla="*/ 168896 h 233104"/>
              <a:gd name="connsiteX842" fmla="*/ 404140 w 717307"/>
              <a:gd name="connsiteY842" fmla="*/ 168896 h 233104"/>
              <a:gd name="connsiteX843" fmla="*/ 371687 w 717307"/>
              <a:gd name="connsiteY843" fmla="*/ 169708 h 233104"/>
              <a:gd name="connsiteX844" fmla="*/ 369253 w 717307"/>
              <a:gd name="connsiteY844" fmla="*/ 169708 h 233104"/>
              <a:gd name="connsiteX845" fmla="*/ 370065 w 717307"/>
              <a:gd name="connsiteY845" fmla="*/ 169708 h 233104"/>
              <a:gd name="connsiteX846" fmla="*/ 361952 w 717307"/>
              <a:gd name="connsiteY846" fmla="*/ 169708 h 233104"/>
              <a:gd name="connsiteX847" fmla="*/ 361952 w 717307"/>
              <a:gd name="connsiteY847" fmla="*/ 169708 h 233104"/>
              <a:gd name="connsiteX848" fmla="*/ 359518 w 717307"/>
              <a:gd name="connsiteY848" fmla="*/ 170520 h 233104"/>
              <a:gd name="connsiteX849" fmla="*/ 358706 w 717307"/>
              <a:gd name="connsiteY849" fmla="*/ 169708 h 233104"/>
              <a:gd name="connsiteX850" fmla="*/ 346537 w 717307"/>
              <a:gd name="connsiteY850" fmla="*/ 170520 h 233104"/>
              <a:gd name="connsiteX851" fmla="*/ 344103 w 717307"/>
              <a:gd name="connsiteY851" fmla="*/ 170520 h 233104"/>
              <a:gd name="connsiteX852" fmla="*/ 322197 w 717307"/>
              <a:gd name="connsiteY852" fmla="*/ 170520 h 233104"/>
              <a:gd name="connsiteX853" fmla="*/ 347348 w 717307"/>
              <a:gd name="connsiteY853" fmla="*/ 168084 h 233104"/>
              <a:gd name="connsiteX854" fmla="*/ 295424 w 717307"/>
              <a:gd name="connsiteY854" fmla="*/ 169708 h 233104"/>
              <a:gd name="connsiteX855" fmla="*/ 301103 w 717307"/>
              <a:gd name="connsiteY855" fmla="*/ 168084 h 233104"/>
              <a:gd name="connsiteX856" fmla="*/ 327065 w 717307"/>
              <a:gd name="connsiteY856" fmla="*/ 165648 h 233104"/>
              <a:gd name="connsiteX857" fmla="*/ 327876 w 717307"/>
              <a:gd name="connsiteY857" fmla="*/ 165648 h 233104"/>
              <a:gd name="connsiteX858" fmla="*/ 327876 w 717307"/>
              <a:gd name="connsiteY858" fmla="*/ 165648 h 233104"/>
              <a:gd name="connsiteX859" fmla="*/ 360329 w 717307"/>
              <a:gd name="connsiteY859" fmla="*/ 164025 h 233104"/>
              <a:gd name="connsiteX860" fmla="*/ 361140 w 717307"/>
              <a:gd name="connsiteY860" fmla="*/ 164025 h 233104"/>
              <a:gd name="connsiteX861" fmla="*/ 378178 w 717307"/>
              <a:gd name="connsiteY861" fmla="*/ 163213 h 233104"/>
              <a:gd name="connsiteX862" fmla="*/ 401706 w 717307"/>
              <a:gd name="connsiteY862" fmla="*/ 164025 h 233104"/>
              <a:gd name="connsiteX863" fmla="*/ 402517 w 717307"/>
              <a:gd name="connsiteY863" fmla="*/ 164025 h 233104"/>
              <a:gd name="connsiteX864" fmla="*/ 405763 w 717307"/>
              <a:gd name="connsiteY864" fmla="*/ 164025 h 233104"/>
              <a:gd name="connsiteX865" fmla="*/ 407385 w 717307"/>
              <a:gd name="connsiteY865" fmla="*/ 163213 h 233104"/>
              <a:gd name="connsiteX866" fmla="*/ 408197 w 717307"/>
              <a:gd name="connsiteY866" fmla="*/ 163213 h 233104"/>
              <a:gd name="connsiteX867" fmla="*/ 411442 w 717307"/>
              <a:gd name="connsiteY867" fmla="*/ 164025 h 233104"/>
              <a:gd name="connsiteX868" fmla="*/ 413064 w 717307"/>
              <a:gd name="connsiteY868" fmla="*/ 164025 h 233104"/>
              <a:gd name="connsiteX869" fmla="*/ 417121 w 717307"/>
              <a:gd name="connsiteY869" fmla="*/ 164025 h 233104"/>
              <a:gd name="connsiteX870" fmla="*/ 421989 w 717307"/>
              <a:gd name="connsiteY870" fmla="*/ 164025 h 233104"/>
              <a:gd name="connsiteX871" fmla="*/ 424423 w 717307"/>
              <a:gd name="connsiteY871" fmla="*/ 164837 h 233104"/>
              <a:gd name="connsiteX872" fmla="*/ 426045 w 717307"/>
              <a:gd name="connsiteY872" fmla="*/ 164837 h 233104"/>
              <a:gd name="connsiteX873" fmla="*/ 431725 w 717307"/>
              <a:gd name="connsiteY873" fmla="*/ 165648 h 233104"/>
              <a:gd name="connsiteX874" fmla="*/ 430102 w 717307"/>
              <a:gd name="connsiteY874" fmla="*/ 166460 h 233104"/>
              <a:gd name="connsiteX875" fmla="*/ 435781 w 717307"/>
              <a:gd name="connsiteY875" fmla="*/ 165648 h 233104"/>
              <a:gd name="connsiteX876" fmla="*/ 465800 w 717307"/>
              <a:gd name="connsiteY876" fmla="*/ 167272 h 233104"/>
              <a:gd name="connsiteX877" fmla="*/ 464989 w 717307"/>
              <a:gd name="connsiteY877" fmla="*/ 168084 h 233104"/>
              <a:gd name="connsiteX878" fmla="*/ 468234 w 717307"/>
              <a:gd name="connsiteY878" fmla="*/ 168084 h 233104"/>
              <a:gd name="connsiteX879" fmla="*/ 480404 w 717307"/>
              <a:gd name="connsiteY879" fmla="*/ 167272 h 233104"/>
              <a:gd name="connsiteX880" fmla="*/ 483649 w 717307"/>
              <a:gd name="connsiteY880" fmla="*/ 166460 h 233104"/>
              <a:gd name="connsiteX881" fmla="*/ 483649 w 717307"/>
              <a:gd name="connsiteY881" fmla="*/ 166460 h 233104"/>
              <a:gd name="connsiteX882" fmla="*/ 484460 w 717307"/>
              <a:gd name="connsiteY882" fmla="*/ 166460 h 233104"/>
              <a:gd name="connsiteX883" fmla="*/ 496630 w 717307"/>
              <a:gd name="connsiteY883" fmla="*/ 164025 h 233104"/>
              <a:gd name="connsiteX884" fmla="*/ 497441 w 717307"/>
              <a:gd name="connsiteY884" fmla="*/ 163213 h 233104"/>
              <a:gd name="connsiteX885" fmla="*/ 496630 w 717307"/>
              <a:gd name="connsiteY885" fmla="*/ 162401 h 233104"/>
              <a:gd name="connsiteX886" fmla="*/ 496630 w 717307"/>
              <a:gd name="connsiteY886" fmla="*/ 160777 h 233104"/>
              <a:gd name="connsiteX887" fmla="*/ 506366 w 717307"/>
              <a:gd name="connsiteY887" fmla="*/ 159153 h 233104"/>
              <a:gd name="connsiteX888" fmla="*/ 515290 w 717307"/>
              <a:gd name="connsiteY888" fmla="*/ 159965 h 233104"/>
              <a:gd name="connsiteX889" fmla="*/ 517724 w 717307"/>
              <a:gd name="connsiteY889" fmla="*/ 159965 h 233104"/>
              <a:gd name="connsiteX890" fmla="*/ 522592 w 717307"/>
              <a:gd name="connsiteY890" fmla="*/ 159965 h 233104"/>
              <a:gd name="connsiteX891" fmla="*/ 520969 w 717307"/>
              <a:gd name="connsiteY891" fmla="*/ 159153 h 233104"/>
              <a:gd name="connsiteX892" fmla="*/ 520158 w 717307"/>
              <a:gd name="connsiteY892" fmla="*/ 158341 h 233104"/>
              <a:gd name="connsiteX893" fmla="*/ 537196 w 717307"/>
              <a:gd name="connsiteY893" fmla="*/ 159965 h 233104"/>
              <a:gd name="connsiteX894" fmla="*/ 539630 w 717307"/>
              <a:gd name="connsiteY894" fmla="*/ 159153 h 233104"/>
              <a:gd name="connsiteX895" fmla="*/ 538007 w 717307"/>
              <a:gd name="connsiteY895" fmla="*/ 159153 h 233104"/>
              <a:gd name="connsiteX896" fmla="*/ 542875 w 717307"/>
              <a:gd name="connsiteY896" fmla="*/ 159965 h 233104"/>
              <a:gd name="connsiteX897" fmla="*/ 543686 w 717307"/>
              <a:gd name="connsiteY897" fmla="*/ 159153 h 233104"/>
              <a:gd name="connsiteX898" fmla="*/ 546120 w 717307"/>
              <a:gd name="connsiteY898" fmla="*/ 159153 h 233104"/>
              <a:gd name="connsiteX899" fmla="*/ 552611 w 717307"/>
              <a:gd name="connsiteY899" fmla="*/ 159965 h 233104"/>
              <a:gd name="connsiteX900" fmla="*/ 513667 w 717307"/>
              <a:gd name="connsiteY900" fmla="*/ 154282 h 233104"/>
              <a:gd name="connsiteX901" fmla="*/ 499875 w 717307"/>
              <a:gd name="connsiteY901" fmla="*/ 153470 h 233104"/>
              <a:gd name="connsiteX902" fmla="*/ 498253 w 717307"/>
              <a:gd name="connsiteY902" fmla="*/ 151035 h 233104"/>
              <a:gd name="connsiteX903" fmla="*/ 501498 w 717307"/>
              <a:gd name="connsiteY903" fmla="*/ 151035 h 233104"/>
              <a:gd name="connsiteX904" fmla="*/ 501498 w 717307"/>
              <a:gd name="connsiteY904" fmla="*/ 149411 h 233104"/>
              <a:gd name="connsiteX905" fmla="*/ 484460 w 717307"/>
              <a:gd name="connsiteY905" fmla="*/ 146975 h 233104"/>
              <a:gd name="connsiteX906" fmla="*/ 479592 w 717307"/>
              <a:gd name="connsiteY906" fmla="*/ 146163 h 233104"/>
              <a:gd name="connsiteX907" fmla="*/ 501498 w 717307"/>
              <a:gd name="connsiteY907" fmla="*/ 146975 h 233104"/>
              <a:gd name="connsiteX908" fmla="*/ 501498 w 717307"/>
              <a:gd name="connsiteY908" fmla="*/ 146163 h 233104"/>
              <a:gd name="connsiteX909" fmla="*/ 490139 w 717307"/>
              <a:gd name="connsiteY909" fmla="*/ 144540 h 233104"/>
              <a:gd name="connsiteX910" fmla="*/ 507988 w 717307"/>
              <a:gd name="connsiteY910" fmla="*/ 144540 h 233104"/>
              <a:gd name="connsiteX911" fmla="*/ 507177 w 717307"/>
              <a:gd name="connsiteY911" fmla="*/ 143728 h 233104"/>
              <a:gd name="connsiteX912" fmla="*/ 518535 w 717307"/>
              <a:gd name="connsiteY912" fmla="*/ 143728 h 233104"/>
              <a:gd name="connsiteX913" fmla="*/ 525837 w 717307"/>
              <a:gd name="connsiteY913" fmla="*/ 142916 h 233104"/>
              <a:gd name="connsiteX914" fmla="*/ 581007 w 717307"/>
              <a:gd name="connsiteY914" fmla="*/ 150223 h 233104"/>
              <a:gd name="connsiteX915" fmla="*/ 572894 w 717307"/>
              <a:gd name="connsiteY915" fmla="*/ 145351 h 233104"/>
              <a:gd name="connsiteX916" fmla="*/ 653214 w 717307"/>
              <a:gd name="connsiteY916" fmla="*/ 155906 h 233104"/>
              <a:gd name="connsiteX917" fmla="*/ 670251 w 717307"/>
              <a:gd name="connsiteY917" fmla="*/ 159965 h 233104"/>
              <a:gd name="connsiteX918" fmla="*/ 697025 w 717307"/>
              <a:gd name="connsiteY918" fmla="*/ 166460 h 233104"/>
              <a:gd name="connsiteX919" fmla="*/ 686478 w 717307"/>
              <a:gd name="connsiteY919" fmla="*/ 160777 h 233104"/>
              <a:gd name="connsiteX920" fmla="*/ 717308 w 717307"/>
              <a:gd name="connsiteY920" fmla="*/ 166460 h 233104"/>
              <a:gd name="connsiteX921" fmla="*/ 713251 w 717307"/>
              <a:gd name="connsiteY921" fmla="*/ 166460 h 2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Lst>
            <a:rect l="l" t="t" r="r" b="b"/>
            <a:pathLst>
              <a:path w="717307" h="233104">
                <a:moveTo>
                  <a:pt x="688912" y="154282"/>
                </a:moveTo>
                <a:cubicBezTo>
                  <a:pt x="688912" y="153470"/>
                  <a:pt x="692157" y="155094"/>
                  <a:pt x="691346" y="155094"/>
                </a:cubicBezTo>
                <a:cubicBezTo>
                  <a:pt x="692968" y="155094"/>
                  <a:pt x="688912" y="154282"/>
                  <a:pt x="688912" y="154282"/>
                </a:cubicBezTo>
                <a:moveTo>
                  <a:pt x="691346" y="158341"/>
                </a:moveTo>
                <a:cubicBezTo>
                  <a:pt x="690534" y="158341"/>
                  <a:pt x="688912" y="157530"/>
                  <a:pt x="691346" y="158341"/>
                </a:cubicBezTo>
                <a:cubicBezTo>
                  <a:pt x="691346" y="157530"/>
                  <a:pt x="691346" y="158341"/>
                  <a:pt x="691346" y="158341"/>
                </a:cubicBezTo>
                <a:moveTo>
                  <a:pt x="685666" y="156718"/>
                </a:moveTo>
                <a:cubicBezTo>
                  <a:pt x="685666" y="157530"/>
                  <a:pt x="679176" y="155094"/>
                  <a:pt x="684044" y="155906"/>
                </a:cubicBezTo>
                <a:cubicBezTo>
                  <a:pt x="685666" y="155906"/>
                  <a:pt x="685666" y="156718"/>
                  <a:pt x="685666" y="156718"/>
                </a:cubicBezTo>
                <a:moveTo>
                  <a:pt x="685666" y="162401"/>
                </a:moveTo>
                <a:cubicBezTo>
                  <a:pt x="684855" y="162401"/>
                  <a:pt x="684044" y="162401"/>
                  <a:pt x="685666" y="162401"/>
                </a:cubicBezTo>
                <a:cubicBezTo>
                  <a:pt x="685666" y="162401"/>
                  <a:pt x="685666" y="162401"/>
                  <a:pt x="685666" y="162401"/>
                </a:cubicBezTo>
                <a:moveTo>
                  <a:pt x="677553" y="159965"/>
                </a:moveTo>
                <a:cubicBezTo>
                  <a:pt x="676742" y="159153"/>
                  <a:pt x="684044" y="161589"/>
                  <a:pt x="682421" y="161589"/>
                </a:cubicBezTo>
                <a:cubicBezTo>
                  <a:pt x="684044" y="162401"/>
                  <a:pt x="678365" y="160777"/>
                  <a:pt x="677553" y="159965"/>
                </a:cubicBezTo>
                <a:moveTo>
                  <a:pt x="676742" y="154282"/>
                </a:moveTo>
                <a:cubicBezTo>
                  <a:pt x="675931" y="154282"/>
                  <a:pt x="675119" y="153470"/>
                  <a:pt x="676742" y="154282"/>
                </a:cubicBezTo>
                <a:cubicBezTo>
                  <a:pt x="676742" y="154282"/>
                  <a:pt x="676742" y="154282"/>
                  <a:pt x="676742" y="154282"/>
                </a:cubicBezTo>
                <a:moveTo>
                  <a:pt x="679987" y="155094"/>
                </a:moveTo>
                <a:cubicBezTo>
                  <a:pt x="681610" y="155094"/>
                  <a:pt x="680798" y="155094"/>
                  <a:pt x="680798" y="155094"/>
                </a:cubicBezTo>
                <a:cubicBezTo>
                  <a:pt x="679987" y="155094"/>
                  <a:pt x="677553" y="154282"/>
                  <a:pt x="679987" y="155094"/>
                </a:cubicBezTo>
                <a:moveTo>
                  <a:pt x="684044" y="151846"/>
                </a:moveTo>
                <a:cubicBezTo>
                  <a:pt x="686478" y="152658"/>
                  <a:pt x="686478" y="153470"/>
                  <a:pt x="684855" y="152658"/>
                </a:cubicBezTo>
                <a:cubicBezTo>
                  <a:pt x="681610" y="152658"/>
                  <a:pt x="681610" y="151846"/>
                  <a:pt x="684044" y="151846"/>
                </a:cubicBezTo>
                <a:moveTo>
                  <a:pt x="477970" y="149411"/>
                </a:moveTo>
                <a:cubicBezTo>
                  <a:pt x="480404" y="149411"/>
                  <a:pt x="482026" y="149411"/>
                  <a:pt x="482026" y="149411"/>
                </a:cubicBezTo>
                <a:cubicBezTo>
                  <a:pt x="482026" y="151035"/>
                  <a:pt x="470668" y="149411"/>
                  <a:pt x="477970" y="149411"/>
                </a:cubicBezTo>
                <a:moveTo>
                  <a:pt x="473913" y="149411"/>
                </a:moveTo>
                <a:cubicBezTo>
                  <a:pt x="473913" y="149411"/>
                  <a:pt x="472290" y="149411"/>
                  <a:pt x="472290" y="148599"/>
                </a:cubicBezTo>
                <a:cubicBezTo>
                  <a:pt x="472290" y="148599"/>
                  <a:pt x="473913" y="149411"/>
                  <a:pt x="473913" y="149411"/>
                </a:cubicBezTo>
                <a:moveTo>
                  <a:pt x="471479" y="145351"/>
                </a:moveTo>
                <a:cubicBezTo>
                  <a:pt x="469857" y="146163"/>
                  <a:pt x="469857" y="145351"/>
                  <a:pt x="471479" y="145351"/>
                </a:cubicBezTo>
                <a:cubicBezTo>
                  <a:pt x="472290" y="145351"/>
                  <a:pt x="471479" y="145351"/>
                  <a:pt x="471479" y="145351"/>
                </a:cubicBezTo>
                <a:moveTo>
                  <a:pt x="469857" y="147787"/>
                </a:moveTo>
                <a:cubicBezTo>
                  <a:pt x="469857" y="146975"/>
                  <a:pt x="471479" y="147787"/>
                  <a:pt x="471479" y="147787"/>
                </a:cubicBezTo>
                <a:cubicBezTo>
                  <a:pt x="472290" y="148599"/>
                  <a:pt x="469857" y="147787"/>
                  <a:pt x="469857" y="147787"/>
                </a:cubicBezTo>
                <a:moveTo>
                  <a:pt x="469857" y="149411"/>
                </a:moveTo>
                <a:cubicBezTo>
                  <a:pt x="469045" y="150223"/>
                  <a:pt x="469045" y="148599"/>
                  <a:pt x="469857" y="149411"/>
                </a:cubicBezTo>
                <a:cubicBezTo>
                  <a:pt x="469857" y="148599"/>
                  <a:pt x="469857" y="149411"/>
                  <a:pt x="469857" y="149411"/>
                </a:cubicBezTo>
                <a:moveTo>
                  <a:pt x="468234" y="146163"/>
                </a:moveTo>
                <a:cubicBezTo>
                  <a:pt x="456064" y="146975"/>
                  <a:pt x="452819" y="144540"/>
                  <a:pt x="460121" y="144540"/>
                </a:cubicBezTo>
                <a:cubicBezTo>
                  <a:pt x="470668" y="145351"/>
                  <a:pt x="469045" y="144540"/>
                  <a:pt x="469857" y="145351"/>
                </a:cubicBezTo>
                <a:cubicBezTo>
                  <a:pt x="469857" y="145351"/>
                  <a:pt x="468234" y="146163"/>
                  <a:pt x="468234" y="146163"/>
                </a:cubicBezTo>
                <a:moveTo>
                  <a:pt x="468234" y="149411"/>
                </a:moveTo>
                <a:cubicBezTo>
                  <a:pt x="468234" y="148599"/>
                  <a:pt x="469045" y="149411"/>
                  <a:pt x="468234" y="149411"/>
                </a:cubicBezTo>
                <a:cubicBezTo>
                  <a:pt x="469045" y="150223"/>
                  <a:pt x="468234" y="150223"/>
                  <a:pt x="468234" y="149411"/>
                </a:cubicBezTo>
                <a:moveTo>
                  <a:pt x="467423" y="149411"/>
                </a:moveTo>
                <a:cubicBezTo>
                  <a:pt x="466611" y="149411"/>
                  <a:pt x="465800" y="148599"/>
                  <a:pt x="467423" y="149411"/>
                </a:cubicBezTo>
                <a:cubicBezTo>
                  <a:pt x="468234" y="148599"/>
                  <a:pt x="467423" y="149411"/>
                  <a:pt x="467423" y="149411"/>
                </a:cubicBezTo>
                <a:moveTo>
                  <a:pt x="462555" y="147787"/>
                </a:moveTo>
                <a:cubicBezTo>
                  <a:pt x="462555" y="148599"/>
                  <a:pt x="458498" y="147787"/>
                  <a:pt x="459309" y="147787"/>
                </a:cubicBezTo>
                <a:cubicBezTo>
                  <a:pt x="460932" y="147787"/>
                  <a:pt x="459309" y="146975"/>
                  <a:pt x="461743" y="146975"/>
                </a:cubicBezTo>
                <a:cubicBezTo>
                  <a:pt x="462555" y="146975"/>
                  <a:pt x="463366" y="147787"/>
                  <a:pt x="462555" y="147787"/>
                </a:cubicBezTo>
                <a:moveTo>
                  <a:pt x="458498" y="146975"/>
                </a:moveTo>
                <a:cubicBezTo>
                  <a:pt x="458498" y="147787"/>
                  <a:pt x="456875" y="147787"/>
                  <a:pt x="458498" y="146975"/>
                </a:cubicBezTo>
                <a:cubicBezTo>
                  <a:pt x="458498" y="145351"/>
                  <a:pt x="458498" y="146975"/>
                  <a:pt x="458498" y="146975"/>
                </a:cubicBezTo>
                <a:moveTo>
                  <a:pt x="456064" y="148599"/>
                </a:moveTo>
                <a:cubicBezTo>
                  <a:pt x="456064" y="149411"/>
                  <a:pt x="455253" y="148599"/>
                  <a:pt x="455253" y="148599"/>
                </a:cubicBezTo>
                <a:cubicBezTo>
                  <a:pt x="455253" y="146975"/>
                  <a:pt x="456064" y="148599"/>
                  <a:pt x="456064" y="148599"/>
                </a:cubicBezTo>
                <a:moveTo>
                  <a:pt x="452008" y="146975"/>
                </a:moveTo>
                <a:cubicBezTo>
                  <a:pt x="452008" y="146163"/>
                  <a:pt x="456064" y="146975"/>
                  <a:pt x="455253" y="146975"/>
                </a:cubicBezTo>
                <a:cubicBezTo>
                  <a:pt x="455253" y="146975"/>
                  <a:pt x="452008" y="146975"/>
                  <a:pt x="452008" y="146975"/>
                </a:cubicBezTo>
                <a:moveTo>
                  <a:pt x="454442" y="148599"/>
                </a:moveTo>
                <a:cubicBezTo>
                  <a:pt x="454442" y="148599"/>
                  <a:pt x="452819" y="149411"/>
                  <a:pt x="454442" y="148599"/>
                </a:cubicBezTo>
                <a:cubicBezTo>
                  <a:pt x="454442" y="147787"/>
                  <a:pt x="454442" y="148599"/>
                  <a:pt x="454442" y="148599"/>
                </a:cubicBezTo>
                <a:moveTo>
                  <a:pt x="451196" y="146975"/>
                </a:moveTo>
                <a:cubicBezTo>
                  <a:pt x="451196" y="147787"/>
                  <a:pt x="450385" y="147787"/>
                  <a:pt x="450385" y="146975"/>
                </a:cubicBezTo>
                <a:cubicBezTo>
                  <a:pt x="449574" y="145351"/>
                  <a:pt x="452008" y="146975"/>
                  <a:pt x="451196" y="146975"/>
                </a:cubicBezTo>
                <a:moveTo>
                  <a:pt x="448762" y="147787"/>
                </a:moveTo>
                <a:cubicBezTo>
                  <a:pt x="448762" y="148599"/>
                  <a:pt x="447951" y="148599"/>
                  <a:pt x="448762" y="147787"/>
                </a:cubicBezTo>
                <a:cubicBezTo>
                  <a:pt x="448762" y="146975"/>
                  <a:pt x="448762" y="147787"/>
                  <a:pt x="448762" y="147787"/>
                </a:cubicBezTo>
                <a:moveTo>
                  <a:pt x="446328" y="147787"/>
                </a:moveTo>
                <a:cubicBezTo>
                  <a:pt x="446328" y="147787"/>
                  <a:pt x="445517" y="147787"/>
                  <a:pt x="446328" y="147787"/>
                </a:cubicBezTo>
                <a:cubicBezTo>
                  <a:pt x="445517" y="146975"/>
                  <a:pt x="446328" y="147787"/>
                  <a:pt x="446328" y="147787"/>
                </a:cubicBezTo>
                <a:moveTo>
                  <a:pt x="442272" y="143728"/>
                </a:moveTo>
                <a:cubicBezTo>
                  <a:pt x="441460" y="143728"/>
                  <a:pt x="439838" y="143728"/>
                  <a:pt x="442272" y="143728"/>
                </a:cubicBezTo>
                <a:cubicBezTo>
                  <a:pt x="442272" y="143728"/>
                  <a:pt x="442272" y="143728"/>
                  <a:pt x="442272" y="143728"/>
                </a:cubicBezTo>
                <a:moveTo>
                  <a:pt x="439838" y="148599"/>
                </a:moveTo>
                <a:cubicBezTo>
                  <a:pt x="439838" y="149411"/>
                  <a:pt x="438215" y="148599"/>
                  <a:pt x="437404" y="148599"/>
                </a:cubicBezTo>
                <a:cubicBezTo>
                  <a:pt x="437404" y="146975"/>
                  <a:pt x="440649" y="148599"/>
                  <a:pt x="439838" y="148599"/>
                </a:cubicBezTo>
                <a:moveTo>
                  <a:pt x="435781" y="142916"/>
                </a:moveTo>
                <a:cubicBezTo>
                  <a:pt x="437404" y="141292"/>
                  <a:pt x="437404" y="142916"/>
                  <a:pt x="436593" y="142916"/>
                </a:cubicBezTo>
                <a:cubicBezTo>
                  <a:pt x="435781" y="143728"/>
                  <a:pt x="435781" y="143728"/>
                  <a:pt x="436593" y="143728"/>
                </a:cubicBezTo>
                <a:cubicBezTo>
                  <a:pt x="439027" y="143728"/>
                  <a:pt x="434159" y="144540"/>
                  <a:pt x="435781" y="142916"/>
                </a:cubicBezTo>
                <a:moveTo>
                  <a:pt x="435781" y="142104"/>
                </a:moveTo>
                <a:cubicBezTo>
                  <a:pt x="435781" y="142104"/>
                  <a:pt x="433347" y="142916"/>
                  <a:pt x="434159" y="142104"/>
                </a:cubicBezTo>
                <a:cubicBezTo>
                  <a:pt x="434159" y="141292"/>
                  <a:pt x="435781" y="142104"/>
                  <a:pt x="435781" y="142104"/>
                </a:cubicBezTo>
                <a:moveTo>
                  <a:pt x="514479" y="157530"/>
                </a:moveTo>
                <a:cubicBezTo>
                  <a:pt x="515290" y="157530"/>
                  <a:pt x="514479" y="158341"/>
                  <a:pt x="514479" y="157530"/>
                </a:cubicBezTo>
                <a:cubicBezTo>
                  <a:pt x="513667" y="158341"/>
                  <a:pt x="516101" y="158341"/>
                  <a:pt x="516101" y="158341"/>
                </a:cubicBezTo>
                <a:cubicBezTo>
                  <a:pt x="516101" y="157530"/>
                  <a:pt x="516913" y="158341"/>
                  <a:pt x="518535" y="158341"/>
                </a:cubicBezTo>
                <a:cubicBezTo>
                  <a:pt x="512856" y="160777"/>
                  <a:pt x="516101" y="158341"/>
                  <a:pt x="513667" y="158341"/>
                </a:cubicBezTo>
                <a:cubicBezTo>
                  <a:pt x="512856" y="158341"/>
                  <a:pt x="513667" y="157530"/>
                  <a:pt x="514479" y="157530"/>
                </a:cubicBezTo>
                <a:moveTo>
                  <a:pt x="521781" y="158341"/>
                </a:moveTo>
                <a:cubicBezTo>
                  <a:pt x="524215" y="157530"/>
                  <a:pt x="523403" y="158341"/>
                  <a:pt x="523403" y="158341"/>
                </a:cubicBezTo>
                <a:cubicBezTo>
                  <a:pt x="522592" y="159153"/>
                  <a:pt x="520158" y="158341"/>
                  <a:pt x="521781" y="158341"/>
                </a:cubicBezTo>
                <a:moveTo>
                  <a:pt x="524215" y="158341"/>
                </a:moveTo>
                <a:cubicBezTo>
                  <a:pt x="525026" y="157530"/>
                  <a:pt x="525026" y="159153"/>
                  <a:pt x="524215" y="158341"/>
                </a:cubicBezTo>
                <a:cubicBezTo>
                  <a:pt x="524215" y="159153"/>
                  <a:pt x="523403" y="158341"/>
                  <a:pt x="524215" y="158341"/>
                </a:cubicBezTo>
                <a:moveTo>
                  <a:pt x="526649" y="159153"/>
                </a:moveTo>
                <a:cubicBezTo>
                  <a:pt x="526649" y="159965"/>
                  <a:pt x="525837" y="159965"/>
                  <a:pt x="525837" y="159153"/>
                </a:cubicBezTo>
                <a:cubicBezTo>
                  <a:pt x="525837" y="158341"/>
                  <a:pt x="527460" y="159965"/>
                  <a:pt x="526649" y="159153"/>
                </a:cubicBezTo>
                <a:moveTo>
                  <a:pt x="530705" y="159153"/>
                </a:moveTo>
                <a:cubicBezTo>
                  <a:pt x="532328" y="158341"/>
                  <a:pt x="533139" y="159153"/>
                  <a:pt x="533139" y="159153"/>
                </a:cubicBezTo>
                <a:cubicBezTo>
                  <a:pt x="532328" y="159965"/>
                  <a:pt x="529083" y="160777"/>
                  <a:pt x="530705" y="159153"/>
                </a:cubicBezTo>
                <a:moveTo>
                  <a:pt x="428479" y="146975"/>
                </a:moveTo>
                <a:cubicBezTo>
                  <a:pt x="427668" y="146975"/>
                  <a:pt x="424423" y="146975"/>
                  <a:pt x="426045" y="146975"/>
                </a:cubicBezTo>
                <a:cubicBezTo>
                  <a:pt x="428479" y="146163"/>
                  <a:pt x="429291" y="147787"/>
                  <a:pt x="428479" y="146975"/>
                </a:cubicBezTo>
                <a:moveTo>
                  <a:pt x="422800" y="146163"/>
                </a:moveTo>
                <a:cubicBezTo>
                  <a:pt x="422800" y="145351"/>
                  <a:pt x="424423" y="146163"/>
                  <a:pt x="423612" y="146163"/>
                </a:cubicBezTo>
                <a:cubicBezTo>
                  <a:pt x="425234" y="147787"/>
                  <a:pt x="422800" y="146975"/>
                  <a:pt x="422800" y="146163"/>
                </a:cubicBezTo>
                <a:moveTo>
                  <a:pt x="421989" y="146975"/>
                </a:moveTo>
                <a:cubicBezTo>
                  <a:pt x="421178" y="146975"/>
                  <a:pt x="419555" y="146975"/>
                  <a:pt x="421178" y="146163"/>
                </a:cubicBezTo>
                <a:cubicBezTo>
                  <a:pt x="422800" y="146163"/>
                  <a:pt x="421989" y="146975"/>
                  <a:pt x="421989" y="146975"/>
                </a:cubicBezTo>
                <a:moveTo>
                  <a:pt x="419555" y="146975"/>
                </a:moveTo>
                <a:cubicBezTo>
                  <a:pt x="419555" y="147787"/>
                  <a:pt x="417932" y="146975"/>
                  <a:pt x="418744" y="146975"/>
                </a:cubicBezTo>
                <a:cubicBezTo>
                  <a:pt x="419555" y="146163"/>
                  <a:pt x="420366" y="146975"/>
                  <a:pt x="419555" y="146975"/>
                </a:cubicBezTo>
                <a:moveTo>
                  <a:pt x="398461" y="142916"/>
                </a:moveTo>
                <a:cubicBezTo>
                  <a:pt x="397649" y="142104"/>
                  <a:pt x="399272" y="142916"/>
                  <a:pt x="398461" y="142916"/>
                </a:cubicBezTo>
                <a:cubicBezTo>
                  <a:pt x="399272" y="143728"/>
                  <a:pt x="398461" y="143728"/>
                  <a:pt x="398461" y="142916"/>
                </a:cubicBezTo>
                <a:moveTo>
                  <a:pt x="394404" y="142104"/>
                </a:moveTo>
                <a:cubicBezTo>
                  <a:pt x="394404" y="142916"/>
                  <a:pt x="389536" y="143728"/>
                  <a:pt x="389536" y="142916"/>
                </a:cubicBezTo>
                <a:cubicBezTo>
                  <a:pt x="389536" y="142104"/>
                  <a:pt x="391970" y="141292"/>
                  <a:pt x="392782" y="142104"/>
                </a:cubicBezTo>
                <a:cubicBezTo>
                  <a:pt x="392782" y="142104"/>
                  <a:pt x="393593" y="142104"/>
                  <a:pt x="393593" y="142104"/>
                </a:cubicBezTo>
                <a:cubicBezTo>
                  <a:pt x="393593" y="141292"/>
                  <a:pt x="394404" y="142104"/>
                  <a:pt x="394404" y="142104"/>
                </a:cubicBezTo>
                <a:moveTo>
                  <a:pt x="367631" y="110441"/>
                </a:moveTo>
                <a:cubicBezTo>
                  <a:pt x="366820" y="110441"/>
                  <a:pt x="366008" y="109629"/>
                  <a:pt x="367631" y="110441"/>
                </a:cubicBezTo>
                <a:cubicBezTo>
                  <a:pt x="367631" y="110441"/>
                  <a:pt x="367631" y="110441"/>
                  <a:pt x="367631" y="110441"/>
                </a:cubicBezTo>
                <a:moveTo>
                  <a:pt x="365197" y="110441"/>
                </a:moveTo>
                <a:cubicBezTo>
                  <a:pt x="363574" y="111252"/>
                  <a:pt x="357895" y="108817"/>
                  <a:pt x="363574" y="109629"/>
                </a:cubicBezTo>
                <a:cubicBezTo>
                  <a:pt x="365197" y="109629"/>
                  <a:pt x="365197" y="110441"/>
                  <a:pt x="365197" y="110441"/>
                </a:cubicBezTo>
                <a:moveTo>
                  <a:pt x="360329" y="109629"/>
                </a:moveTo>
                <a:cubicBezTo>
                  <a:pt x="359518" y="110441"/>
                  <a:pt x="358706" y="109629"/>
                  <a:pt x="360329" y="109629"/>
                </a:cubicBezTo>
                <a:cubicBezTo>
                  <a:pt x="360329" y="109629"/>
                  <a:pt x="360329" y="109629"/>
                  <a:pt x="360329" y="109629"/>
                </a:cubicBezTo>
                <a:moveTo>
                  <a:pt x="354650" y="109629"/>
                </a:moveTo>
                <a:cubicBezTo>
                  <a:pt x="355461" y="108817"/>
                  <a:pt x="355461" y="109629"/>
                  <a:pt x="354650" y="109629"/>
                </a:cubicBezTo>
                <a:cubicBezTo>
                  <a:pt x="355461" y="110441"/>
                  <a:pt x="354650" y="110441"/>
                  <a:pt x="354650" y="109629"/>
                </a:cubicBezTo>
                <a:moveTo>
                  <a:pt x="348971" y="109629"/>
                </a:moveTo>
                <a:cubicBezTo>
                  <a:pt x="348159" y="109629"/>
                  <a:pt x="346537" y="109629"/>
                  <a:pt x="346537" y="110441"/>
                </a:cubicBezTo>
                <a:cubicBezTo>
                  <a:pt x="346537" y="112064"/>
                  <a:pt x="347348" y="109629"/>
                  <a:pt x="344914" y="109629"/>
                </a:cubicBezTo>
                <a:cubicBezTo>
                  <a:pt x="343291" y="109629"/>
                  <a:pt x="343291" y="108817"/>
                  <a:pt x="345725" y="108817"/>
                </a:cubicBezTo>
                <a:cubicBezTo>
                  <a:pt x="348971" y="109629"/>
                  <a:pt x="349782" y="109629"/>
                  <a:pt x="348971" y="109629"/>
                </a:cubicBezTo>
                <a:moveTo>
                  <a:pt x="341669" y="110441"/>
                </a:moveTo>
                <a:cubicBezTo>
                  <a:pt x="341669" y="111252"/>
                  <a:pt x="340857" y="111252"/>
                  <a:pt x="341669" y="110441"/>
                </a:cubicBezTo>
                <a:cubicBezTo>
                  <a:pt x="341669" y="109629"/>
                  <a:pt x="341669" y="110441"/>
                  <a:pt x="341669" y="110441"/>
                </a:cubicBezTo>
                <a:moveTo>
                  <a:pt x="340857" y="109629"/>
                </a:moveTo>
                <a:cubicBezTo>
                  <a:pt x="340046" y="110441"/>
                  <a:pt x="336801" y="109629"/>
                  <a:pt x="339235" y="109629"/>
                </a:cubicBezTo>
                <a:cubicBezTo>
                  <a:pt x="340857" y="109629"/>
                  <a:pt x="340857" y="109629"/>
                  <a:pt x="340857" y="109629"/>
                </a:cubicBezTo>
                <a:moveTo>
                  <a:pt x="334367" y="110441"/>
                </a:moveTo>
                <a:cubicBezTo>
                  <a:pt x="327876" y="111252"/>
                  <a:pt x="329499" y="108817"/>
                  <a:pt x="335178" y="110441"/>
                </a:cubicBezTo>
                <a:cubicBezTo>
                  <a:pt x="336801" y="109629"/>
                  <a:pt x="335178" y="110441"/>
                  <a:pt x="334367" y="110441"/>
                </a:cubicBezTo>
                <a:moveTo>
                  <a:pt x="330310" y="110441"/>
                </a:moveTo>
                <a:cubicBezTo>
                  <a:pt x="328688" y="111252"/>
                  <a:pt x="327065" y="110441"/>
                  <a:pt x="329499" y="109629"/>
                </a:cubicBezTo>
                <a:cubicBezTo>
                  <a:pt x="330310" y="109629"/>
                  <a:pt x="330310" y="110441"/>
                  <a:pt x="330310" y="110441"/>
                </a:cubicBezTo>
                <a:moveTo>
                  <a:pt x="321386" y="110441"/>
                </a:moveTo>
                <a:cubicBezTo>
                  <a:pt x="321386" y="111252"/>
                  <a:pt x="319763" y="110441"/>
                  <a:pt x="320574" y="110441"/>
                </a:cubicBezTo>
                <a:cubicBezTo>
                  <a:pt x="321386" y="109629"/>
                  <a:pt x="321386" y="110441"/>
                  <a:pt x="321386" y="110441"/>
                </a:cubicBezTo>
                <a:moveTo>
                  <a:pt x="318952" y="112876"/>
                </a:moveTo>
                <a:cubicBezTo>
                  <a:pt x="318141" y="112876"/>
                  <a:pt x="316518" y="112876"/>
                  <a:pt x="316518" y="113688"/>
                </a:cubicBezTo>
                <a:cubicBezTo>
                  <a:pt x="316518" y="114500"/>
                  <a:pt x="314895" y="112876"/>
                  <a:pt x="314084" y="113688"/>
                </a:cubicBezTo>
                <a:cubicBezTo>
                  <a:pt x="312461" y="115312"/>
                  <a:pt x="310839" y="112064"/>
                  <a:pt x="310839" y="113688"/>
                </a:cubicBezTo>
                <a:cubicBezTo>
                  <a:pt x="310839" y="114500"/>
                  <a:pt x="309216" y="114500"/>
                  <a:pt x="310027" y="113688"/>
                </a:cubicBezTo>
                <a:cubicBezTo>
                  <a:pt x="310839" y="112876"/>
                  <a:pt x="309216" y="113688"/>
                  <a:pt x="309216" y="113688"/>
                </a:cubicBezTo>
                <a:cubicBezTo>
                  <a:pt x="309216" y="113688"/>
                  <a:pt x="297858" y="113688"/>
                  <a:pt x="281631" y="114500"/>
                </a:cubicBezTo>
                <a:cubicBezTo>
                  <a:pt x="181840" y="122619"/>
                  <a:pt x="215915" y="119371"/>
                  <a:pt x="215915" y="118559"/>
                </a:cubicBezTo>
                <a:cubicBezTo>
                  <a:pt x="215915" y="116936"/>
                  <a:pt x="217537" y="116124"/>
                  <a:pt x="215915" y="116936"/>
                </a:cubicBezTo>
                <a:cubicBezTo>
                  <a:pt x="214292" y="116936"/>
                  <a:pt x="214292" y="117747"/>
                  <a:pt x="214292" y="117747"/>
                </a:cubicBezTo>
                <a:cubicBezTo>
                  <a:pt x="213481" y="116936"/>
                  <a:pt x="212670" y="118559"/>
                  <a:pt x="211858" y="118559"/>
                </a:cubicBezTo>
                <a:cubicBezTo>
                  <a:pt x="211858" y="118559"/>
                  <a:pt x="210236" y="117747"/>
                  <a:pt x="210236" y="118559"/>
                </a:cubicBezTo>
                <a:cubicBezTo>
                  <a:pt x="210236" y="119371"/>
                  <a:pt x="208613" y="120183"/>
                  <a:pt x="208613" y="118559"/>
                </a:cubicBezTo>
                <a:cubicBezTo>
                  <a:pt x="209424" y="117747"/>
                  <a:pt x="203745" y="119371"/>
                  <a:pt x="203745" y="119371"/>
                </a:cubicBezTo>
                <a:cubicBezTo>
                  <a:pt x="202934" y="120183"/>
                  <a:pt x="202934" y="120183"/>
                  <a:pt x="202934" y="119371"/>
                </a:cubicBezTo>
                <a:cubicBezTo>
                  <a:pt x="203745" y="118559"/>
                  <a:pt x="199689" y="118559"/>
                  <a:pt x="200500" y="118559"/>
                </a:cubicBezTo>
                <a:cubicBezTo>
                  <a:pt x="200500" y="118559"/>
                  <a:pt x="232141" y="113688"/>
                  <a:pt x="230519" y="115312"/>
                </a:cubicBezTo>
                <a:cubicBezTo>
                  <a:pt x="229707" y="116124"/>
                  <a:pt x="229707" y="116124"/>
                  <a:pt x="229707" y="116124"/>
                </a:cubicBezTo>
                <a:cubicBezTo>
                  <a:pt x="228896" y="116124"/>
                  <a:pt x="224839" y="116124"/>
                  <a:pt x="224839" y="116936"/>
                </a:cubicBezTo>
                <a:cubicBezTo>
                  <a:pt x="224028" y="117747"/>
                  <a:pt x="224028" y="117747"/>
                  <a:pt x="224839" y="117747"/>
                </a:cubicBezTo>
                <a:cubicBezTo>
                  <a:pt x="237820" y="116124"/>
                  <a:pt x="282443" y="112876"/>
                  <a:pt x="282443" y="112876"/>
                </a:cubicBezTo>
                <a:cubicBezTo>
                  <a:pt x="282443" y="112064"/>
                  <a:pt x="300292" y="114500"/>
                  <a:pt x="300292" y="110441"/>
                </a:cubicBezTo>
                <a:cubicBezTo>
                  <a:pt x="300292" y="108005"/>
                  <a:pt x="301914" y="110441"/>
                  <a:pt x="300292" y="111252"/>
                </a:cubicBezTo>
                <a:cubicBezTo>
                  <a:pt x="297858" y="112876"/>
                  <a:pt x="313273" y="110441"/>
                  <a:pt x="314084" y="112064"/>
                </a:cubicBezTo>
                <a:cubicBezTo>
                  <a:pt x="314084" y="112876"/>
                  <a:pt x="314084" y="112876"/>
                  <a:pt x="314084" y="112064"/>
                </a:cubicBezTo>
                <a:cubicBezTo>
                  <a:pt x="314084" y="111252"/>
                  <a:pt x="314084" y="111252"/>
                  <a:pt x="314895" y="111252"/>
                </a:cubicBezTo>
                <a:cubicBezTo>
                  <a:pt x="315707" y="111252"/>
                  <a:pt x="315707" y="110441"/>
                  <a:pt x="316518" y="110441"/>
                </a:cubicBezTo>
                <a:cubicBezTo>
                  <a:pt x="316518" y="110441"/>
                  <a:pt x="316518" y="111252"/>
                  <a:pt x="316518" y="111252"/>
                </a:cubicBezTo>
                <a:cubicBezTo>
                  <a:pt x="315707" y="112876"/>
                  <a:pt x="320574" y="112876"/>
                  <a:pt x="318952" y="112876"/>
                </a:cubicBezTo>
                <a:moveTo>
                  <a:pt x="290556" y="206242"/>
                </a:moveTo>
                <a:cubicBezTo>
                  <a:pt x="290556" y="206242"/>
                  <a:pt x="289745" y="207054"/>
                  <a:pt x="290556" y="206242"/>
                </a:cubicBezTo>
                <a:cubicBezTo>
                  <a:pt x="289745" y="205431"/>
                  <a:pt x="290556" y="206242"/>
                  <a:pt x="290556" y="206242"/>
                </a:cubicBezTo>
                <a:moveTo>
                  <a:pt x="288933" y="204619"/>
                </a:moveTo>
                <a:cubicBezTo>
                  <a:pt x="288122" y="204619"/>
                  <a:pt x="286499" y="204619"/>
                  <a:pt x="287311" y="204619"/>
                </a:cubicBezTo>
                <a:cubicBezTo>
                  <a:pt x="289745" y="203807"/>
                  <a:pt x="288933" y="205431"/>
                  <a:pt x="288933" y="204619"/>
                </a:cubicBezTo>
                <a:moveTo>
                  <a:pt x="286499" y="206242"/>
                </a:moveTo>
                <a:cubicBezTo>
                  <a:pt x="285688" y="207054"/>
                  <a:pt x="285688" y="207054"/>
                  <a:pt x="286499" y="206242"/>
                </a:cubicBezTo>
                <a:cubicBezTo>
                  <a:pt x="286499" y="207054"/>
                  <a:pt x="284065" y="207054"/>
                  <a:pt x="283254" y="206242"/>
                </a:cubicBezTo>
                <a:cubicBezTo>
                  <a:pt x="281631" y="206242"/>
                  <a:pt x="287311" y="206242"/>
                  <a:pt x="286499" y="206242"/>
                </a:cubicBezTo>
                <a:moveTo>
                  <a:pt x="280009" y="207054"/>
                </a:moveTo>
                <a:cubicBezTo>
                  <a:pt x="280009" y="207866"/>
                  <a:pt x="276763" y="206242"/>
                  <a:pt x="279197" y="207054"/>
                </a:cubicBezTo>
                <a:cubicBezTo>
                  <a:pt x="280009" y="207054"/>
                  <a:pt x="280009" y="207054"/>
                  <a:pt x="280009" y="207054"/>
                </a:cubicBezTo>
                <a:moveTo>
                  <a:pt x="198877" y="121807"/>
                </a:moveTo>
                <a:cubicBezTo>
                  <a:pt x="198877" y="123431"/>
                  <a:pt x="198066" y="123431"/>
                  <a:pt x="198066" y="121807"/>
                </a:cubicBezTo>
                <a:cubicBezTo>
                  <a:pt x="198066" y="120995"/>
                  <a:pt x="197255" y="120995"/>
                  <a:pt x="197255" y="120995"/>
                </a:cubicBezTo>
                <a:cubicBezTo>
                  <a:pt x="197255" y="120995"/>
                  <a:pt x="168047" y="126678"/>
                  <a:pt x="168859" y="125054"/>
                </a:cubicBezTo>
                <a:cubicBezTo>
                  <a:pt x="169670" y="124243"/>
                  <a:pt x="168047" y="124243"/>
                  <a:pt x="168047" y="125054"/>
                </a:cubicBezTo>
                <a:cubicBezTo>
                  <a:pt x="168047" y="125054"/>
                  <a:pt x="167236" y="125866"/>
                  <a:pt x="166425" y="125054"/>
                </a:cubicBezTo>
                <a:cubicBezTo>
                  <a:pt x="165613" y="124243"/>
                  <a:pt x="165613" y="125866"/>
                  <a:pt x="164802" y="125054"/>
                </a:cubicBezTo>
                <a:cubicBezTo>
                  <a:pt x="163991" y="124243"/>
                  <a:pt x="160745" y="125866"/>
                  <a:pt x="160745" y="125054"/>
                </a:cubicBezTo>
                <a:cubicBezTo>
                  <a:pt x="159934" y="124243"/>
                  <a:pt x="161557" y="123431"/>
                  <a:pt x="161557" y="123431"/>
                </a:cubicBezTo>
                <a:cubicBezTo>
                  <a:pt x="162368" y="123431"/>
                  <a:pt x="219160" y="113688"/>
                  <a:pt x="208613" y="116936"/>
                </a:cubicBezTo>
                <a:cubicBezTo>
                  <a:pt x="209424" y="116936"/>
                  <a:pt x="189953" y="120183"/>
                  <a:pt x="185896" y="120995"/>
                </a:cubicBezTo>
                <a:cubicBezTo>
                  <a:pt x="181028" y="122619"/>
                  <a:pt x="195632" y="120995"/>
                  <a:pt x="197255" y="119371"/>
                </a:cubicBezTo>
                <a:cubicBezTo>
                  <a:pt x="198877" y="119371"/>
                  <a:pt x="198877" y="120183"/>
                  <a:pt x="198877" y="121807"/>
                </a:cubicBezTo>
                <a:moveTo>
                  <a:pt x="175349" y="221668"/>
                </a:moveTo>
                <a:cubicBezTo>
                  <a:pt x="174538" y="221668"/>
                  <a:pt x="173726" y="221668"/>
                  <a:pt x="175349" y="221668"/>
                </a:cubicBezTo>
                <a:cubicBezTo>
                  <a:pt x="175349" y="221668"/>
                  <a:pt x="175349" y="221668"/>
                  <a:pt x="175349" y="221668"/>
                </a:cubicBezTo>
                <a:moveTo>
                  <a:pt x="168859" y="220856"/>
                </a:moveTo>
                <a:cubicBezTo>
                  <a:pt x="168859" y="220856"/>
                  <a:pt x="166425" y="221668"/>
                  <a:pt x="167236" y="220856"/>
                </a:cubicBezTo>
                <a:cubicBezTo>
                  <a:pt x="167236" y="220044"/>
                  <a:pt x="168859" y="220856"/>
                  <a:pt x="168859" y="220856"/>
                </a:cubicBezTo>
                <a:moveTo>
                  <a:pt x="159934" y="221668"/>
                </a:moveTo>
                <a:cubicBezTo>
                  <a:pt x="161557" y="220856"/>
                  <a:pt x="162368" y="221668"/>
                  <a:pt x="163179" y="220856"/>
                </a:cubicBezTo>
                <a:cubicBezTo>
                  <a:pt x="163991" y="220044"/>
                  <a:pt x="165613" y="221668"/>
                  <a:pt x="164802" y="220856"/>
                </a:cubicBezTo>
                <a:cubicBezTo>
                  <a:pt x="165613" y="221668"/>
                  <a:pt x="158311" y="222480"/>
                  <a:pt x="159934" y="221668"/>
                </a:cubicBezTo>
                <a:moveTo>
                  <a:pt x="139651" y="224104"/>
                </a:moveTo>
                <a:cubicBezTo>
                  <a:pt x="118557" y="226539"/>
                  <a:pt x="114500" y="222480"/>
                  <a:pt x="129104" y="223292"/>
                </a:cubicBezTo>
                <a:cubicBezTo>
                  <a:pt x="146953" y="224104"/>
                  <a:pt x="180217" y="220044"/>
                  <a:pt x="139651" y="224104"/>
                </a:cubicBezTo>
                <a:moveTo>
                  <a:pt x="145330" y="232223"/>
                </a:moveTo>
                <a:cubicBezTo>
                  <a:pt x="143708" y="233034"/>
                  <a:pt x="143708" y="231411"/>
                  <a:pt x="145330" y="232223"/>
                </a:cubicBezTo>
                <a:cubicBezTo>
                  <a:pt x="146142" y="232223"/>
                  <a:pt x="146142" y="232223"/>
                  <a:pt x="145330" y="232223"/>
                </a:cubicBezTo>
                <a:moveTo>
                  <a:pt x="142896" y="232223"/>
                </a:moveTo>
                <a:cubicBezTo>
                  <a:pt x="142896" y="233034"/>
                  <a:pt x="142085" y="233034"/>
                  <a:pt x="142896" y="232223"/>
                </a:cubicBezTo>
                <a:cubicBezTo>
                  <a:pt x="142085" y="232223"/>
                  <a:pt x="142896" y="232223"/>
                  <a:pt x="142896" y="232223"/>
                </a:cubicBezTo>
                <a:moveTo>
                  <a:pt x="140463" y="233034"/>
                </a:moveTo>
                <a:cubicBezTo>
                  <a:pt x="140463" y="233034"/>
                  <a:pt x="139651" y="233034"/>
                  <a:pt x="140463" y="233034"/>
                </a:cubicBezTo>
                <a:cubicBezTo>
                  <a:pt x="140463" y="232223"/>
                  <a:pt x="140463" y="233034"/>
                  <a:pt x="140463" y="233034"/>
                </a:cubicBezTo>
                <a:moveTo>
                  <a:pt x="231330" y="116124"/>
                </a:moveTo>
                <a:cubicBezTo>
                  <a:pt x="230519" y="116124"/>
                  <a:pt x="232952" y="115312"/>
                  <a:pt x="232952" y="116124"/>
                </a:cubicBezTo>
                <a:cubicBezTo>
                  <a:pt x="232952" y="116124"/>
                  <a:pt x="232952" y="116936"/>
                  <a:pt x="231330" y="116124"/>
                </a:cubicBezTo>
                <a:moveTo>
                  <a:pt x="223217" y="114500"/>
                </a:moveTo>
                <a:cubicBezTo>
                  <a:pt x="224839" y="114500"/>
                  <a:pt x="239443" y="112064"/>
                  <a:pt x="238632" y="112876"/>
                </a:cubicBezTo>
                <a:cubicBezTo>
                  <a:pt x="240254" y="112876"/>
                  <a:pt x="217537" y="116124"/>
                  <a:pt x="217537" y="116124"/>
                </a:cubicBezTo>
                <a:cubicBezTo>
                  <a:pt x="202122" y="119371"/>
                  <a:pt x="219160" y="114500"/>
                  <a:pt x="223217" y="114500"/>
                </a:cubicBezTo>
                <a:moveTo>
                  <a:pt x="241066" y="112876"/>
                </a:moveTo>
                <a:cubicBezTo>
                  <a:pt x="241877" y="112876"/>
                  <a:pt x="241877" y="112064"/>
                  <a:pt x="241877" y="112064"/>
                </a:cubicBezTo>
                <a:cubicBezTo>
                  <a:pt x="241877" y="112064"/>
                  <a:pt x="241877" y="112876"/>
                  <a:pt x="241877" y="112876"/>
                </a:cubicBezTo>
                <a:cubicBezTo>
                  <a:pt x="241877" y="114500"/>
                  <a:pt x="238632" y="112876"/>
                  <a:pt x="241066" y="112876"/>
                </a:cubicBezTo>
                <a:moveTo>
                  <a:pt x="243500" y="112064"/>
                </a:moveTo>
                <a:cubicBezTo>
                  <a:pt x="245122" y="112064"/>
                  <a:pt x="245122" y="112064"/>
                  <a:pt x="245122" y="112064"/>
                </a:cubicBezTo>
                <a:cubicBezTo>
                  <a:pt x="245122" y="113688"/>
                  <a:pt x="241066" y="112876"/>
                  <a:pt x="243500" y="112064"/>
                </a:cubicBezTo>
                <a:moveTo>
                  <a:pt x="247556" y="112064"/>
                </a:moveTo>
                <a:cubicBezTo>
                  <a:pt x="248367" y="112064"/>
                  <a:pt x="248367" y="112876"/>
                  <a:pt x="247556" y="112064"/>
                </a:cubicBezTo>
                <a:cubicBezTo>
                  <a:pt x="247556" y="113688"/>
                  <a:pt x="245934" y="111252"/>
                  <a:pt x="247556" y="112064"/>
                </a:cubicBezTo>
                <a:moveTo>
                  <a:pt x="250801" y="112064"/>
                </a:moveTo>
                <a:cubicBezTo>
                  <a:pt x="250801" y="111252"/>
                  <a:pt x="256481" y="111252"/>
                  <a:pt x="254858" y="112064"/>
                </a:cubicBezTo>
                <a:cubicBezTo>
                  <a:pt x="255669" y="112064"/>
                  <a:pt x="252424" y="112064"/>
                  <a:pt x="252424" y="112064"/>
                </a:cubicBezTo>
                <a:cubicBezTo>
                  <a:pt x="252424" y="112876"/>
                  <a:pt x="250801" y="112064"/>
                  <a:pt x="250801" y="112064"/>
                </a:cubicBezTo>
                <a:moveTo>
                  <a:pt x="267028" y="110441"/>
                </a:moveTo>
                <a:cubicBezTo>
                  <a:pt x="267839" y="110441"/>
                  <a:pt x="267028" y="110441"/>
                  <a:pt x="267028" y="110441"/>
                </a:cubicBezTo>
                <a:cubicBezTo>
                  <a:pt x="264594" y="111252"/>
                  <a:pt x="265405" y="109629"/>
                  <a:pt x="267028" y="110441"/>
                </a:cubicBezTo>
                <a:moveTo>
                  <a:pt x="271896" y="109629"/>
                </a:moveTo>
                <a:cubicBezTo>
                  <a:pt x="272707" y="109629"/>
                  <a:pt x="271896" y="110441"/>
                  <a:pt x="271896" y="109629"/>
                </a:cubicBezTo>
                <a:cubicBezTo>
                  <a:pt x="270273" y="111252"/>
                  <a:pt x="267028" y="109629"/>
                  <a:pt x="271896" y="109629"/>
                </a:cubicBezTo>
                <a:moveTo>
                  <a:pt x="247556" y="116124"/>
                </a:moveTo>
                <a:cubicBezTo>
                  <a:pt x="247556" y="116936"/>
                  <a:pt x="246745" y="116124"/>
                  <a:pt x="246745" y="116124"/>
                </a:cubicBezTo>
                <a:cubicBezTo>
                  <a:pt x="246745" y="114500"/>
                  <a:pt x="248367" y="116124"/>
                  <a:pt x="247556" y="116124"/>
                </a:cubicBezTo>
                <a:moveTo>
                  <a:pt x="277575" y="112064"/>
                </a:moveTo>
                <a:cubicBezTo>
                  <a:pt x="277575" y="112876"/>
                  <a:pt x="275952" y="112876"/>
                  <a:pt x="275141" y="112876"/>
                </a:cubicBezTo>
                <a:cubicBezTo>
                  <a:pt x="275141" y="112876"/>
                  <a:pt x="274330" y="112876"/>
                  <a:pt x="274330" y="112876"/>
                </a:cubicBezTo>
                <a:cubicBezTo>
                  <a:pt x="273518" y="113688"/>
                  <a:pt x="273518" y="113688"/>
                  <a:pt x="273518" y="112876"/>
                </a:cubicBezTo>
                <a:cubicBezTo>
                  <a:pt x="274330" y="112064"/>
                  <a:pt x="273518" y="112064"/>
                  <a:pt x="271896" y="112876"/>
                </a:cubicBezTo>
                <a:cubicBezTo>
                  <a:pt x="271084" y="113688"/>
                  <a:pt x="270273" y="113688"/>
                  <a:pt x="271084" y="112876"/>
                </a:cubicBezTo>
                <a:cubicBezTo>
                  <a:pt x="271896" y="112064"/>
                  <a:pt x="244311" y="114500"/>
                  <a:pt x="244311" y="115312"/>
                </a:cubicBezTo>
                <a:cubicBezTo>
                  <a:pt x="244311" y="116124"/>
                  <a:pt x="243500" y="116124"/>
                  <a:pt x="243500" y="115312"/>
                </a:cubicBezTo>
                <a:cubicBezTo>
                  <a:pt x="243500" y="114500"/>
                  <a:pt x="241877" y="116124"/>
                  <a:pt x="241877" y="115312"/>
                </a:cubicBezTo>
                <a:cubicBezTo>
                  <a:pt x="241877" y="114500"/>
                  <a:pt x="240254" y="116124"/>
                  <a:pt x="240254" y="116124"/>
                </a:cubicBezTo>
                <a:cubicBezTo>
                  <a:pt x="240254" y="116124"/>
                  <a:pt x="238632" y="116936"/>
                  <a:pt x="237820" y="116124"/>
                </a:cubicBezTo>
                <a:cubicBezTo>
                  <a:pt x="237009" y="114500"/>
                  <a:pt x="233764" y="117747"/>
                  <a:pt x="234575" y="116936"/>
                </a:cubicBezTo>
                <a:cubicBezTo>
                  <a:pt x="235386" y="115312"/>
                  <a:pt x="268650" y="112064"/>
                  <a:pt x="277575" y="112064"/>
                </a:cubicBezTo>
                <a:cubicBezTo>
                  <a:pt x="277575" y="112064"/>
                  <a:pt x="277575" y="112064"/>
                  <a:pt x="277575" y="112064"/>
                </a:cubicBezTo>
                <a:moveTo>
                  <a:pt x="280009" y="112064"/>
                </a:moveTo>
                <a:cubicBezTo>
                  <a:pt x="280009" y="112064"/>
                  <a:pt x="279197" y="112876"/>
                  <a:pt x="279197" y="112064"/>
                </a:cubicBezTo>
                <a:cubicBezTo>
                  <a:pt x="279197" y="112064"/>
                  <a:pt x="279197" y="112064"/>
                  <a:pt x="279197" y="112064"/>
                </a:cubicBezTo>
                <a:cubicBezTo>
                  <a:pt x="279197" y="112064"/>
                  <a:pt x="280009" y="112064"/>
                  <a:pt x="280009" y="112064"/>
                </a:cubicBezTo>
                <a:moveTo>
                  <a:pt x="280009" y="108817"/>
                </a:moveTo>
                <a:cubicBezTo>
                  <a:pt x="281631" y="108005"/>
                  <a:pt x="284065" y="108817"/>
                  <a:pt x="282443" y="108817"/>
                </a:cubicBezTo>
                <a:cubicBezTo>
                  <a:pt x="282443" y="109629"/>
                  <a:pt x="279197" y="110441"/>
                  <a:pt x="280009" y="108817"/>
                </a:cubicBezTo>
                <a:moveTo>
                  <a:pt x="284065" y="110441"/>
                </a:moveTo>
                <a:cubicBezTo>
                  <a:pt x="284877" y="111252"/>
                  <a:pt x="280820" y="112876"/>
                  <a:pt x="280820" y="112064"/>
                </a:cubicBezTo>
                <a:cubicBezTo>
                  <a:pt x="280820" y="112064"/>
                  <a:pt x="284065" y="110441"/>
                  <a:pt x="284065" y="110441"/>
                </a:cubicBezTo>
                <a:moveTo>
                  <a:pt x="284877" y="111252"/>
                </a:moveTo>
                <a:cubicBezTo>
                  <a:pt x="285688" y="110441"/>
                  <a:pt x="285688" y="111252"/>
                  <a:pt x="284877" y="111252"/>
                </a:cubicBezTo>
                <a:cubicBezTo>
                  <a:pt x="284877" y="112064"/>
                  <a:pt x="284065" y="112064"/>
                  <a:pt x="284877" y="111252"/>
                </a:cubicBezTo>
                <a:moveTo>
                  <a:pt x="287311" y="112064"/>
                </a:moveTo>
                <a:cubicBezTo>
                  <a:pt x="288933" y="111252"/>
                  <a:pt x="290556" y="112064"/>
                  <a:pt x="289745" y="112064"/>
                </a:cubicBezTo>
                <a:cubicBezTo>
                  <a:pt x="288933" y="112064"/>
                  <a:pt x="285688" y="112064"/>
                  <a:pt x="287311" y="112064"/>
                </a:cubicBezTo>
                <a:moveTo>
                  <a:pt x="289745" y="108817"/>
                </a:moveTo>
                <a:cubicBezTo>
                  <a:pt x="290556" y="108817"/>
                  <a:pt x="290556" y="108817"/>
                  <a:pt x="289745" y="108817"/>
                </a:cubicBezTo>
                <a:cubicBezTo>
                  <a:pt x="289745" y="109629"/>
                  <a:pt x="288933" y="108817"/>
                  <a:pt x="289745" y="108817"/>
                </a:cubicBezTo>
                <a:moveTo>
                  <a:pt x="292990" y="112064"/>
                </a:moveTo>
                <a:cubicBezTo>
                  <a:pt x="293801" y="111252"/>
                  <a:pt x="293801" y="112064"/>
                  <a:pt x="292990" y="112064"/>
                </a:cubicBezTo>
                <a:cubicBezTo>
                  <a:pt x="293801" y="112064"/>
                  <a:pt x="292990" y="112064"/>
                  <a:pt x="292990" y="112064"/>
                </a:cubicBezTo>
                <a:moveTo>
                  <a:pt x="301103" y="111252"/>
                </a:moveTo>
                <a:cubicBezTo>
                  <a:pt x="301914" y="110441"/>
                  <a:pt x="302726" y="111252"/>
                  <a:pt x="301914" y="111252"/>
                </a:cubicBezTo>
                <a:cubicBezTo>
                  <a:pt x="301914" y="111252"/>
                  <a:pt x="300292" y="111252"/>
                  <a:pt x="301103" y="111252"/>
                </a:cubicBezTo>
                <a:moveTo>
                  <a:pt x="303537" y="111252"/>
                </a:moveTo>
                <a:cubicBezTo>
                  <a:pt x="303537" y="111252"/>
                  <a:pt x="302726" y="112064"/>
                  <a:pt x="303537" y="111252"/>
                </a:cubicBezTo>
                <a:cubicBezTo>
                  <a:pt x="303537" y="110441"/>
                  <a:pt x="304348" y="111252"/>
                  <a:pt x="303537" y="111252"/>
                </a:cubicBezTo>
                <a:moveTo>
                  <a:pt x="305159" y="110441"/>
                </a:moveTo>
                <a:cubicBezTo>
                  <a:pt x="305159" y="110441"/>
                  <a:pt x="305159" y="111252"/>
                  <a:pt x="305159" y="110441"/>
                </a:cubicBezTo>
                <a:cubicBezTo>
                  <a:pt x="305159" y="112064"/>
                  <a:pt x="303537" y="110441"/>
                  <a:pt x="305159" y="110441"/>
                </a:cubicBezTo>
                <a:moveTo>
                  <a:pt x="306782" y="110441"/>
                </a:moveTo>
                <a:cubicBezTo>
                  <a:pt x="307593" y="110441"/>
                  <a:pt x="307593" y="111252"/>
                  <a:pt x="306782" y="110441"/>
                </a:cubicBezTo>
                <a:cubicBezTo>
                  <a:pt x="306782" y="111252"/>
                  <a:pt x="305159" y="110441"/>
                  <a:pt x="306782" y="110441"/>
                </a:cubicBezTo>
                <a:moveTo>
                  <a:pt x="308405" y="112064"/>
                </a:moveTo>
                <a:cubicBezTo>
                  <a:pt x="308405" y="112064"/>
                  <a:pt x="306782" y="112876"/>
                  <a:pt x="307593" y="112064"/>
                </a:cubicBezTo>
                <a:cubicBezTo>
                  <a:pt x="307593" y="111252"/>
                  <a:pt x="308405" y="112064"/>
                  <a:pt x="308405" y="112064"/>
                </a:cubicBezTo>
                <a:moveTo>
                  <a:pt x="309216" y="110441"/>
                </a:moveTo>
                <a:cubicBezTo>
                  <a:pt x="310027" y="110441"/>
                  <a:pt x="310027" y="111252"/>
                  <a:pt x="309216" y="110441"/>
                </a:cubicBezTo>
                <a:cubicBezTo>
                  <a:pt x="309216" y="111252"/>
                  <a:pt x="308405" y="110441"/>
                  <a:pt x="309216" y="110441"/>
                </a:cubicBezTo>
                <a:moveTo>
                  <a:pt x="310839" y="110441"/>
                </a:moveTo>
                <a:cubicBezTo>
                  <a:pt x="311650" y="110441"/>
                  <a:pt x="311650" y="110441"/>
                  <a:pt x="310839" y="110441"/>
                </a:cubicBezTo>
                <a:cubicBezTo>
                  <a:pt x="310839" y="111252"/>
                  <a:pt x="310027" y="110441"/>
                  <a:pt x="310839" y="110441"/>
                </a:cubicBezTo>
                <a:moveTo>
                  <a:pt x="313273" y="110441"/>
                </a:moveTo>
                <a:cubicBezTo>
                  <a:pt x="314084" y="110441"/>
                  <a:pt x="313273" y="110441"/>
                  <a:pt x="313273" y="110441"/>
                </a:cubicBezTo>
                <a:cubicBezTo>
                  <a:pt x="311650" y="111252"/>
                  <a:pt x="311650" y="109629"/>
                  <a:pt x="313273" y="110441"/>
                </a:cubicBezTo>
                <a:moveTo>
                  <a:pt x="315707" y="110441"/>
                </a:moveTo>
                <a:cubicBezTo>
                  <a:pt x="317329" y="109629"/>
                  <a:pt x="318952" y="111252"/>
                  <a:pt x="317329" y="110441"/>
                </a:cubicBezTo>
                <a:cubicBezTo>
                  <a:pt x="317329" y="110441"/>
                  <a:pt x="314895" y="110441"/>
                  <a:pt x="315707" y="110441"/>
                </a:cubicBezTo>
                <a:moveTo>
                  <a:pt x="317329" y="199747"/>
                </a:moveTo>
                <a:cubicBezTo>
                  <a:pt x="318141" y="199747"/>
                  <a:pt x="318141" y="199747"/>
                  <a:pt x="317329" y="199747"/>
                </a:cubicBezTo>
                <a:cubicBezTo>
                  <a:pt x="317329" y="199747"/>
                  <a:pt x="316518" y="199747"/>
                  <a:pt x="317329" y="199747"/>
                </a:cubicBezTo>
                <a:moveTo>
                  <a:pt x="321386" y="196500"/>
                </a:moveTo>
                <a:cubicBezTo>
                  <a:pt x="321386" y="196500"/>
                  <a:pt x="322197" y="196500"/>
                  <a:pt x="321386" y="196500"/>
                </a:cubicBezTo>
                <a:cubicBezTo>
                  <a:pt x="321386" y="197312"/>
                  <a:pt x="318952" y="195688"/>
                  <a:pt x="321386" y="196500"/>
                </a:cubicBezTo>
                <a:moveTo>
                  <a:pt x="323008" y="199747"/>
                </a:moveTo>
                <a:cubicBezTo>
                  <a:pt x="323008" y="200559"/>
                  <a:pt x="320574" y="199747"/>
                  <a:pt x="322197" y="199747"/>
                </a:cubicBezTo>
                <a:cubicBezTo>
                  <a:pt x="323820" y="198935"/>
                  <a:pt x="323008" y="199747"/>
                  <a:pt x="323008" y="199747"/>
                </a:cubicBezTo>
                <a:moveTo>
                  <a:pt x="323008" y="195688"/>
                </a:moveTo>
                <a:cubicBezTo>
                  <a:pt x="322197" y="196500"/>
                  <a:pt x="327065" y="195688"/>
                  <a:pt x="326254" y="195688"/>
                </a:cubicBezTo>
                <a:cubicBezTo>
                  <a:pt x="326254" y="196500"/>
                  <a:pt x="322197" y="196500"/>
                  <a:pt x="323008" y="195688"/>
                </a:cubicBezTo>
                <a:cubicBezTo>
                  <a:pt x="322197" y="194876"/>
                  <a:pt x="323008" y="195688"/>
                  <a:pt x="323008" y="195688"/>
                </a:cubicBezTo>
                <a:moveTo>
                  <a:pt x="327876" y="198935"/>
                </a:moveTo>
                <a:cubicBezTo>
                  <a:pt x="328688" y="198935"/>
                  <a:pt x="328688" y="198935"/>
                  <a:pt x="327876" y="198935"/>
                </a:cubicBezTo>
                <a:cubicBezTo>
                  <a:pt x="327876" y="199747"/>
                  <a:pt x="327065" y="198935"/>
                  <a:pt x="327876" y="198935"/>
                </a:cubicBezTo>
                <a:moveTo>
                  <a:pt x="327876" y="195688"/>
                </a:moveTo>
                <a:cubicBezTo>
                  <a:pt x="327876" y="195688"/>
                  <a:pt x="327876" y="196500"/>
                  <a:pt x="327876" y="196500"/>
                </a:cubicBezTo>
                <a:cubicBezTo>
                  <a:pt x="327876" y="196500"/>
                  <a:pt x="327065" y="194064"/>
                  <a:pt x="327876" y="195688"/>
                </a:cubicBezTo>
                <a:moveTo>
                  <a:pt x="331122" y="179450"/>
                </a:moveTo>
                <a:cubicBezTo>
                  <a:pt x="331933" y="179450"/>
                  <a:pt x="332744" y="178638"/>
                  <a:pt x="332744" y="178638"/>
                </a:cubicBezTo>
                <a:cubicBezTo>
                  <a:pt x="334367" y="177015"/>
                  <a:pt x="334367" y="178638"/>
                  <a:pt x="334367" y="178638"/>
                </a:cubicBezTo>
                <a:cubicBezTo>
                  <a:pt x="333556" y="179450"/>
                  <a:pt x="337612" y="179450"/>
                  <a:pt x="332744" y="180262"/>
                </a:cubicBezTo>
                <a:cubicBezTo>
                  <a:pt x="331122" y="180262"/>
                  <a:pt x="329499" y="179450"/>
                  <a:pt x="331122" y="179450"/>
                </a:cubicBezTo>
                <a:moveTo>
                  <a:pt x="335990" y="178638"/>
                </a:moveTo>
                <a:cubicBezTo>
                  <a:pt x="336801" y="178638"/>
                  <a:pt x="336801" y="178638"/>
                  <a:pt x="335990" y="178638"/>
                </a:cubicBezTo>
                <a:cubicBezTo>
                  <a:pt x="337612" y="179450"/>
                  <a:pt x="335178" y="176203"/>
                  <a:pt x="340857" y="177015"/>
                </a:cubicBezTo>
                <a:cubicBezTo>
                  <a:pt x="342480" y="177015"/>
                  <a:pt x="342480" y="177827"/>
                  <a:pt x="342480" y="177827"/>
                </a:cubicBezTo>
                <a:cubicBezTo>
                  <a:pt x="341669" y="177827"/>
                  <a:pt x="342480" y="178638"/>
                  <a:pt x="340857" y="179450"/>
                </a:cubicBezTo>
                <a:cubicBezTo>
                  <a:pt x="339235" y="179450"/>
                  <a:pt x="335990" y="179450"/>
                  <a:pt x="335990" y="178638"/>
                </a:cubicBezTo>
                <a:moveTo>
                  <a:pt x="336801" y="176203"/>
                </a:moveTo>
                <a:cubicBezTo>
                  <a:pt x="337612" y="175391"/>
                  <a:pt x="337612" y="176203"/>
                  <a:pt x="336801" y="176203"/>
                </a:cubicBezTo>
                <a:cubicBezTo>
                  <a:pt x="337612" y="177015"/>
                  <a:pt x="336801" y="177015"/>
                  <a:pt x="336801" y="176203"/>
                </a:cubicBezTo>
                <a:moveTo>
                  <a:pt x="344103" y="177827"/>
                </a:moveTo>
                <a:cubicBezTo>
                  <a:pt x="345725" y="177827"/>
                  <a:pt x="345725" y="177827"/>
                  <a:pt x="344914" y="177827"/>
                </a:cubicBezTo>
                <a:cubicBezTo>
                  <a:pt x="344914" y="177827"/>
                  <a:pt x="342480" y="177827"/>
                  <a:pt x="344103" y="177827"/>
                </a:cubicBezTo>
                <a:moveTo>
                  <a:pt x="346537" y="175391"/>
                </a:moveTo>
                <a:cubicBezTo>
                  <a:pt x="346537" y="175391"/>
                  <a:pt x="387914" y="172955"/>
                  <a:pt x="387914" y="173767"/>
                </a:cubicBezTo>
                <a:cubicBezTo>
                  <a:pt x="387914" y="173767"/>
                  <a:pt x="387914" y="174579"/>
                  <a:pt x="387914" y="174579"/>
                </a:cubicBezTo>
                <a:cubicBezTo>
                  <a:pt x="387914" y="174579"/>
                  <a:pt x="348971" y="176203"/>
                  <a:pt x="348159" y="176203"/>
                </a:cubicBezTo>
                <a:cubicBezTo>
                  <a:pt x="346537" y="177015"/>
                  <a:pt x="344914" y="175391"/>
                  <a:pt x="346537" y="175391"/>
                </a:cubicBezTo>
                <a:moveTo>
                  <a:pt x="389536" y="174579"/>
                </a:moveTo>
                <a:cubicBezTo>
                  <a:pt x="391159" y="173767"/>
                  <a:pt x="411442" y="174579"/>
                  <a:pt x="412253" y="173767"/>
                </a:cubicBezTo>
                <a:cubicBezTo>
                  <a:pt x="413064" y="173767"/>
                  <a:pt x="414687" y="174579"/>
                  <a:pt x="413876" y="174579"/>
                </a:cubicBezTo>
                <a:cubicBezTo>
                  <a:pt x="414687" y="174579"/>
                  <a:pt x="387914" y="175391"/>
                  <a:pt x="389536" y="174579"/>
                </a:cubicBezTo>
                <a:moveTo>
                  <a:pt x="394404" y="171332"/>
                </a:moveTo>
                <a:cubicBezTo>
                  <a:pt x="395216" y="170520"/>
                  <a:pt x="396838" y="172143"/>
                  <a:pt x="396838" y="171332"/>
                </a:cubicBezTo>
                <a:cubicBezTo>
                  <a:pt x="396027" y="172143"/>
                  <a:pt x="393593" y="171332"/>
                  <a:pt x="394404" y="171332"/>
                </a:cubicBezTo>
                <a:moveTo>
                  <a:pt x="417932" y="176203"/>
                </a:moveTo>
                <a:cubicBezTo>
                  <a:pt x="417932" y="176203"/>
                  <a:pt x="419555" y="177015"/>
                  <a:pt x="418744" y="177015"/>
                </a:cubicBezTo>
                <a:cubicBezTo>
                  <a:pt x="415498" y="177015"/>
                  <a:pt x="415498" y="177015"/>
                  <a:pt x="415498" y="177015"/>
                </a:cubicBezTo>
                <a:cubicBezTo>
                  <a:pt x="414687" y="177827"/>
                  <a:pt x="412253" y="177827"/>
                  <a:pt x="413064" y="177015"/>
                </a:cubicBezTo>
                <a:cubicBezTo>
                  <a:pt x="413876" y="176203"/>
                  <a:pt x="411442" y="175391"/>
                  <a:pt x="413064" y="175391"/>
                </a:cubicBezTo>
                <a:cubicBezTo>
                  <a:pt x="414687" y="176203"/>
                  <a:pt x="413876" y="174579"/>
                  <a:pt x="417932" y="176203"/>
                </a:cubicBezTo>
                <a:moveTo>
                  <a:pt x="417121" y="173767"/>
                </a:moveTo>
                <a:cubicBezTo>
                  <a:pt x="417121" y="174579"/>
                  <a:pt x="416310" y="174579"/>
                  <a:pt x="417121" y="173767"/>
                </a:cubicBezTo>
                <a:cubicBezTo>
                  <a:pt x="416310" y="172955"/>
                  <a:pt x="417121" y="174579"/>
                  <a:pt x="417121" y="173767"/>
                </a:cubicBezTo>
                <a:moveTo>
                  <a:pt x="420366" y="175391"/>
                </a:moveTo>
                <a:cubicBezTo>
                  <a:pt x="421989" y="175391"/>
                  <a:pt x="421989" y="175391"/>
                  <a:pt x="421178" y="175391"/>
                </a:cubicBezTo>
                <a:cubicBezTo>
                  <a:pt x="420366" y="175391"/>
                  <a:pt x="420366" y="177827"/>
                  <a:pt x="417121" y="177015"/>
                </a:cubicBezTo>
                <a:cubicBezTo>
                  <a:pt x="416310" y="177015"/>
                  <a:pt x="416310" y="176203"/>
                  <a:pt x="417932" y="176203"/>
                </a:cubicBezTo>
                <a:cubicBezTo>
                  <a:pt x="419555" y="177015"/>
                  <a:pt x="418744" y="175391"/>
                  <a:pt x="420366" y="175391"/>
                </a:cubicBezTo>
                <a:moveTo>
                  <a:pt x="424423" y="176203"/>
                </a:moveTo>
                <a:cubicBezTo>
                  <a:pt x="426045" y="176203"/>
                  <a:pt x="426045" y="175391"/>
                  <a:pt x="426857" y="175391"/>
                </a:cubicBezTo>
                <a:cubicBezTo>
                  <a:pt x="427668" y="175391"/>
                  <a:pt x="426857" y="176203"/>
                  <a:pt x="427668" y="176203"/>
                </a:cubicBezTo>
                <a:cubicBezTo>
                  <a:pt x="428479" y="176203"/>
                  <a:pt x="430102" y="177015"/>
                  <a:pt x="430102" y="176203"/>
                </a:cubicBezTo>
                <a:cubicBezTo>
                  <a:pt x="430102" y="174579"/>
                  <a:pt x="431725" y="176203"/>
                  <a:pt x="431725" y="176203"/>
                </a:cubicBezTo>
                <a:cubicBezTo>
                  <a:pt x="431725" y="177827"/>
                  <a:pt x="431725" y="177015"/>
                  <a:pt x="426045" y="177015"/>
                </a:cubicBezTo>
                <a:cubicBezTo>
                  <a:pt x="417932" y="177827"/>
                  <a:pt x="420366" y="176203"/>
                  <a:pt x="424423" y="176203"/>
                </a:cubicBezTo>
                <a:moveTo>
                  <a:pt x="425234" y="173767"/>
                </a:moveTo>
                <a:cubicBezTo>
                  <a:pt x="428479" y="173767"/>
                  <a:pt x="427668" y="172955"/>
                  <a:pt x="428479" y="173767"/>
                </a:cubicBezTo>
                <a:cubicBezTo>
                  <a:pt x="430913" y="175391"/>
                  <a:pt x="428479" y="173767"/>
                  <a:pt x="421989" y="174579"/>
                </a:cubicBezTo>
                <a:cubicBezTo>
                  <a:pt x="421178" y="174579"/>
                  <a:pt x="421178" y="173767"/>
                  <a:pt x="425234" y="173767"/>
                </a:cubicBezTo>
                <a:moveTo>
                  <a:pt x="434159" y="176203"/>
                </a:moveTo>
                <a:cubicBezTo>
                  <a:pt x="435781" y="176203"/>
                  <a:pt x="435781" y="177015"/>
                  <a:pt x="436593" y="176203"/>
                </a:cubicBezTo>
                <a:cubicBezTo>
                  <a:pt x="438215" y="175391"/>
                  <a:pt x="437404" y="176203"/>
                  <a:pt x="437404" y="176203"/>
                </a:cubicBezTo>
                <a:cubicBezTo>
                  <a:pt x="436593" y="177015"/>
                  <a:pt x="436593" y="176203"/>
                  <a:pt x="435781" y="177015"/>
                </a:cubicBezTo>
                <a:cubicBezTo>
                  <a:pt x="434970" y="178638"/>
                  <a:pt x="431725" y="176203"/>
                  <a:pt x="434159" y="176203"/>
                </a:cubicBezTo>
                <a:moveTo>
                  <a:pt x="435781" y="174579"/>
                </a:moveTo>
                <a:cubicBezTo>
                  <a:pt x="437404" y="174579"/>
                  <a:pt x="437404" y="175391"/>
                  <a:pt x="437404" y="175391"/>
                </a:cubicBezTo>
                <a:cubicBezTo>
                  <a:pt x="435781" y="176203"/>
                  <a:pt x="431725" y="173767"/>
                  <a:pt x="435781" y="174579"/>
                </a:cubicBezTo>
                <a:moveTo>
                  <a:pt x="410630" y="177015"/>
                </a:moveTo>
                <a:cubicBezTo>
                  <a:pt x="409008" y="177015"/>
                  <a:pt x="409819" y="175391"/>
                  <a:pt x="410630" y="175391"/>
                </a:cubicBezTo>
                <a:cubicBezTo>
                  <a:pt x="410630" y="175391"/>
                  <a:pt x="409819" y="176203"/>
                  <a:pt x="410630" y="177015"/>
                </a:cubicBezTo>
                <a:cubicBezTo>
                  <a:pt x="411442" y="177015"/>
                  <a:pt x="411442" y="177015"/>
                  <a:pt x="410630" y="177015"/>
                </a:cubicBezTo>
                <a:moveTo>
                  <a:pt x="406574" y="176203"/>
                </a:moveTo>
                <a:cubicBezTo>
                  <a:pt x="405763" y="177015"/>
                  <a:pt x="402517" y="175391"/>
                  <a:pt x="403329" y="177015"/>
                </a:cubicBezTo>
                <a:cubicBezTo>
                  <a:pt x="405763" y="178638"/>
                  <a:pt x="414687" y="177015"/>
                  <a:pt x="371687" y="178638"/>
                </a:cubicBezTo>
                <a:cubicBezTo>
                  <a:pt x="368442" y="178638"/>
                  <a:pt x="371687" y="177827"/>
                  <a:pt x="371687" y="177015"/>
                </a:cubicBezTo>
                <a:cubicBezTo>
                  <a:pt x="371687" y="176203"/>
                  <a:pt x="372499" y="176203"/>
                  <a:pt x="372499" y="177015"/>
                </a:cubicBezTo>
                <a:cubicBezTo>
                  <a:pt x="372499" y="177015"/>
                  <a:pt x="372499" y="177015"/>
                  <a:pt x="372499" y="177015"/>
                </a:cubicBezTo>
                <a:cubicBezTo>
                  <a:pt x="372499" y="176203"/>
                  <a:pt x="373310" y="177015"/>
                  <a:pt x="373310" y="176203"/>
                </a:cubicBezTo>
                <a:cubicBezTo>
                  <a:pt x="373310" y="175391"/>
                  <a:pt x="373310" y="177015"/>
                  <a:pt x="374933" y="176203"/>
                </a:cubicBezTo>
                <a:cubicBezTo>
                  <a:pt x="374933" y="176203"/>
                  <a:pt x="381423" y="175391"/>
                  <a:pt x="383857" y="175391"/>
                </a:cubicBezTo>
                <a:cubicBezTo>
                  <a:pt x="386291" y="175391"/>
                  <a:pt x="385480" y="176203"/>
                  <a:pt x="387102" y="175391"/>
                </a:cubicBezTo>
                <a:cubicBezTo>
                  <a:pt x="391159" y="174579"/>
                  <a:pt x="391159" y="176203"/>
                  <a:pt x="392782" y="175391"/>
                </a:cubicBezTo>
                <a:cubicBezTo>
                  <a:pt x="393593" y="174579"/>
                  <a:pt x="396838" y="174579"/>
                  <a:pt x="396838" y="175391"/>
                </a:cubicBezTo>
                <a:cubicBezTo>
                  <a:pt x="396838" y="176203"/>
                  <a:pt x="398461" y="176203"/>
                  <a:pt x="397649" y="175391"/>
                </a:cubicBezTo>
                <a:cubicBezTo>
                  <a:pt x="396838" y="173767"/>
                  <a:pt x="402517" y="174579"/>
                  <a:pt x="400895" y="175391"/>
                </a:cubicBezTo>
                <a:cubicBezTo>
                  <a:pt x="400083" y="175391"/>
                  <a:pt x="400083" y="175391"/>
                  <a:pt x="400895" y="175391"/>
                </a:cubicBezTo>
                <a:cubicBezTo>
                  <a:pt x="401706" y="175391"/>
                  <a:pt x="402517" y="174579"/>
                  <a:pt x="401706" y="174579"/>
                </a:cubicBezTo>
                <a:cubicBezTo>
                  <a:pt x="400895" y="175391"/>
                  <a:pt x="407385" y="175391"/>
                  <a:pt x="406574" y="176203"/>
                </a:cubicBezTo>
                <a:moveTo>
                  <a:pt x="381423" y="183510"/>
                </a:moveTo>
                <a:cubicBezTo>
                  <a:pt x="381423" y="184322"/>
                  <a:pt x="379801" y="183510"/>
                  <a:pt x="379801" y="183510"/>
                </a:cubicBezTo>
                <a:cubicBezTo>
                  <a:pt x="380612" y="181886"/>
                  <a:pt x="381423" y="183510"/>
                  <a:pt x="381423" y="183510"/>
                </a:cubicBezTo>
                <a:moveTo>
                  <a:pt x="368442" y="177827"/>
                </a:moveTo>
                <a:cubicBezTo>
                  <a:pt x="370876" y="177827"/>
                  <a:pt x="370876" y="177015"/>
                  <a:pt x="370876" y="177827"/>
                </a:cubicBezTo>
                <a:cubicBezTo>
                  <a:pt x="370065" y="177827"/>
                  <a:pt x="370065" y="178638"/>
                  <a:pt x="368442" y="177827"/>
                </a:cubicBezTo>
                <a:moveTo>
                  <a:pt x="368442" y="185945"/>
                </a:moveTo>
                <a:cubicBezTo>
                  <a:pt x="368442" y="186757"/>
                  <a:pt x="366820" y="185945"/>
                  <a:pt x="367631" y="185945"/>
                </a:cubicBezTo>
                <a:cubicBezTo>
                  <a:pt x="368442" y="185134"/>
                  <a:pt x="369253" y="185945"/>
                  <a:pt x="368442" y="185945"/>
                </a:cubicBezTo>
                <a:moveTo>
                  <a:pt x="366008" y="176203"/>
                </a:moveTo>
                <a:cubicBezTo>
                  <a:pt x="369253" y="175391"/>
                  <a:pt x="366820" y="176203"/>
                  <a:pt x="366820" y="176203"/>
                </a:cubicBezTo>
                <a:cubicBezTo>
                  <a:pt x="366008" y="177015"/>
                  <a:pt x="364386" y="177015"/>
                  <a:pt x="366008" y="176203"/>
                </a:cubicBezTo>
                <a:moveTo>
                  <a:pt x="362763" y="178638"/>
                </a:moveTo>
                <a:cubicBezTo>
                  <a:pt x="362763" y="179450"/>
                  <a:pt x="351405" y="178638"/>
                  <a:pt x="354650" y="177827"/>
                </a:cubicBezTo>
                <a:cubicBezTo>
                  <a:pt x="356272" y="177827"/>
                  <a:pt x="360329" y="178638"/>
                  <a:pt x="362763" y="178638"/>
                </a:cubicBezTo>
                <a:cubicBezTo>
                  <a:pt x="368442" y="177015"/>
                  <a:pt x="367631" y="178638"/>
                  <a:pt x="367631" y="178638"/>
                </a:cubicBezTo>
                <a:cubicBezTo>
                  <a:pt x="367631" y="179450"/>
                  <a:pt x="362763" y="177827"/>
                  <a:pt x="362763" y="178638"/>
                </a:cubicBezTo>
                <a:moveTo>
                  <a:pt x="351405" y="177015"/>
                </a:moveTo>
                <a:cubicBezTo>
                  <a:pt x="352216" y="177015"/>
                  <a:pt x="352216" y="177015"/>
                  <a:pt x="352216" y="177015"/>
                </a:cubicBezTo>
                <a:cubicBezTo>
                  <a:pt x="353838" y="177015"/>
                  <a:pt x="349782" y="177827"/>
                  <a:pt x="351405" y="177015"/>
                </a:cubicBezTo>
                <a:moveTo>
                  <a:pt x="349782" y="192440"/>
                </a:moveTo>
                <a:cubicBezTo>
                  <a:pt x="353838" y="190005"/>
                  <a:pt x="351405" y="191629"/>
                  <a:pt x="352216" y="192440"/>
                </a:cubicBezTo>
                <a:cubicBezTo>
                  <a:pt x="353027" y="192440"/>
                  <a:pt x="352216" y="193252"/>
                  <a:pt x="349782" y="192440"/>
                </a:cubicBezTo>
                <a:moveTo>
                  <a:pt x="440649" y="171332"/>
                </a:moveTo>
                <a:cubicBezTo>
                  <a:pt x="442272" y="170520"/>
                  <a:pt x="443083" y="171332"/>
                  <a:pt x="443083" y="171332"/>
                </a:cubicBezTo>
                <a:cubicBezTo>
                  <a:pt x="442272" y="172143"/>
                  <a:pt x="439027" y="172143"/>
                  <a:pt x="440649" y="171332"/>
                </a:cubicBezTo>
                <a:moveTo>
                  <a:pt x="444706" y="171332"/>
                </a:moveTo>
                <a:cubicBezTo>
                  <a:pt x="445517" y="171332"/>
                  <a:pt x="445517" y="172143"/>
                  <a:pt x="444706" y="171332"/>
                </a:cubicBezTo>
                <a:cubicBezTo>
                  <a:pt x="444706" y="172143"/>
                  <a:pt x="443083" y="171332"/>
                  <a:pt x="444706" y="171332"/>
                </a:cubicBezTo>
                <a:moveTo>
                  <a:pt x="446328" y="174579"/>
                </a:moveTo>
                <a:cubicBezTo>
                  <a:pt x="449574" y="174579"/>
                  <a:pt x="448762" y="175391"/>
                  <a:pt x="448762" y="175391"/>
                </a:cubicBezTo>
                <a:cubicBezTo>
                  <a:pt x="447951" y="176203"/>
                  <a:pt x="441460" y="173767"/>
                  <a:pt x="446328" y="174579"/>
                </a:cubicBezTo>
                <a:moveTo>
                  <a:pt x="450385" y="174579"/>
                </a:moveTo>
                <a:cubicBezTo>
                  <a:pt x="451196" y="173767"/>
                  <a:pt x="454442" y="175391"/>
                  <a:pt x="453630" y="175391"/>
                </a:cubicBezTo>
                <a:cubicBezTo>
                  <a:pt x="453630" y="175391"/>
                  <a:pt x="450385" y="175391"/>
                  <a:pt x="450385" y="174579"/>
                </a:cubicBezTo>
                <a:moveTo>
                  <a:pt x="460932" y="175391"/>
                </a:moveTo>
                <a:cubicBezTo>
                  <a:pt x="462555" y="175391"/>
                  <a:pt x="461743" y="176203"/>
                  <a:pt x="461743" y="176203"/>
                </a:cubicBezTo>
                <a:cubicBezTo>
                  <a:pt x="458498" y="176203"/>
                  <a:pt x="456875" y="174579"/>
                  <a:pt x="460932" y="175391"/>
                </a:cubicBezTo>
                <a:moveTo>
                  <a:pt x="464989" y="175391"/>
                </a:moveTo>
                <a:cubicBezTo>
                  <a:pt x="466611" y="175391"/>
                  <a:pt x="465800" y="176203"/>
                  <a:pt x="464989" y="175391"/>
                </a:cubicBezTo>
                <a:cubicBezTo>
                  <a:pt x="463366" y="176203"/>
                  <a:pt x="464177" y="175391"/>
                  <a:pt x="464989" y="175391"/>
                </a:cubicBezTo>
                <a:moveTo>
                  <a:pt x="466611" y="175391"/>
                </a:moveTo>
                <a:cubicBezTo>
                  <a:pt x="467423" y="175391"/>
                  <a:pt x="467423" y="175391"/>
                  <a:pt x="466611" y="175391"/>
                </a:cubicBezTo>
                <a:cubicBezTo>
                  <a:pt x="468234" y="176203"/>
                  <a:pt x="465800" y="176203"/>
                  <a:pt x="466611" y="175391"/>
                </a:cubicBezTo>
                <a:moveTo>
                  <a:pt x="469857" y="175391"/>
                </a:moveTo>
                <a:cubicBezTo>
                  <a:pt x="470668" y="175391"/>
                  <a:pt x="470668" y="176203"/>
                  <a:pt x="469857" y="175391"/>
                </a:cubicBezTo>
                <a:cubicBezTo>
                  <a:pt x="470668" y="176203"/>
                  <a:pt x="469045" y="175391"/>
                  <a:pt x="469857" y="175391"/>
                </a:cubicBezTo>
                <a:moveTo>
                  <a:pt x="448762" y="183510"/>
                </a:moveTo>
                <a:cubicBezTo>
                  <a:pt x="449574" y="183510"/>
                  <a:pt x="449574" y="184322"/>
                  <a:pt x="448762" y="183510"/>
                </a:cubicBezTo>
                <a:cubicBezTo>
                  <a:pt x="448762" y="185134"/>
                  <a:pt x="447951" y="183510"/>
                  <a:pt x="448762" y="183510"/>
                </a:cubicBezTo>
                <a:moveTo>
                  <a:pt x="464177" y="184322"/>
                </a:moveTo>
                <a:cubicBezTo>
                  <a:pt x="464989" y="184322"/>
                  <a:pt x="464989" y="184322"/>
                  <a:pt x="464177" y="184322"/>
                </a:cubicBezTo>
                <a:cubicBezTo>
                  <a:pt x="464177" y="185134"/>
                  <a:pt x="457687" y="183510"/>
                  <a:pt x="464177" y="184322"/>
                </a:cubicBezTo>
                <a:moveTo>
                  <a:pt x="470668" y="184322"/>
                </a:moveTo>
                <a:cubicBezTo>
                  <a:pt x="472290" y="184322"/>
                  <a:pt x="472290" y="184322"/>
                  <a:pt x="471479" y="184322"/>
                </a:cubicBezTo>
                <a:cubicBezTo>
                  <a:pt x="470668" y="185134"/>
                  <a:pt x="468234" y="184322"/>
                  <a:pt x="470668" y="184322"/>
                </a:cubicBezTo>
                <a:moveTo>
                  <a:pt x="474724" y="184322"/>
                </a:moveTo>
                <a:cubicBezTo>
                  <a:pt x="475536" y="184322"/>
                  <a:pt x="475536" y="184322"/>
                  <a:pt x="474724" y="184322"/>
                </a:cubicBezTo>
                <a:cubicBezTo>
                  <a:pt x="476347" y="185134"/>
                  <a:pt x="473102" y="185134"/>
                  <a:pt x="474724" y="184322"/>
                </a:cubicBezTo>
                <a:moveTo>
                  <a:pt x="163179" y="226539"/>
                </a:moveTo>
                <a:cubicBezTo>
                  <a:pt x="163179" y="226539"/>
                  <a:pt x="162368" y="227351"/>
                  <a:pt x="163179" y="226539"/>
                </a:cubicBezTo>
                <a:cubicBezTo>
                  <a:pt x="162368" y="225728"/>
                  <a:pt x="163179" y="226539"/>
                  <a:pt x="163179" y="226539"/>
                </a:cubicBezTo>
                <a:moveTo>
                  <a:pt x="176160" y="225728"/>
                </a:moveTo>
                <a:cubicBezTo>
                  <a:pt x="176160" y="226539"/>
                  <a:pt x="174538" y="225728"/>
                  <a:pt x="174538" y="225728"/>
                </a:cubicBezTo>
                <a:cubicBezTo>
                  <a:pt x="174538" y="224104"/>
                  <a:pt x="176160" y="225728"/>
                  <a:pt x="176160" y="225728"/>
                </a:cubicBezTo>
                <a:moveTo>
                  <a:pt x="210236" y="224104"/>
                </a:moveTo>
                <a:cubicBezTo>
                  <a:pt x="210236" y="224916"/>
                  <a:pt x="209424" y="224104"/>
                  <a:pt x="210236" y="224104"/>
                </a:cubicBezTo>
                <a:cubicBezTo>
                  <a:pt x="209424" y="223292"/>
                  <a:pt x="210236" y="224104"/>
                  <a:pt x="210236" y="224104"/>
                </a:cubicBezTo>
                <a:moveTo>
                  <a:pt x="212670" y="228975"/>
                </a:moveTo>
                <a:cubicBezTo>
                  <a:pt x="212670" y="229787"/>
                  <a:pt x="211858" y="229787"/>
                  <a:pt x="212670" y="228975"/>
                </a:cubicBezTo>
                <a:cubicBezTo>
                  <a:pt x="211858" y="228163"/>
                  <a:pt x="213481" y="228975"/>
                  <a:pt x="212670" y="228975"/>
                </a:cubicBezTo>
                <a:moveTo>
                  <a:pt x="216726" y="228975"/>
                </a:moveTo>
                <a:cubicBezTo>
                  <a:pt x="217537" y="228975"/>
                  <a:pt x="217537" y="228975"/>
                  <a:pt x="216726" y="228975"/>
                </a:cubicBezTo>
                <a:cubicBezTo>
                  <a:pt x="217537" y="228975"/>
                  <a:pt x="215104" y="229787"/>
                  <a:pt x="216726" y="228975"/>
                </a:cubicBezTo>
                <a:moveTo>
                  <a:pt x="219160" y="228975"/>
                </a:moveTo>
                <a:cubicBezTo>
                  <a:pt x="219971" y="228975"/>
                  <a:pt x="219971" y="228975"/>
                  <a:pt x="219160" y="228975"/>
                </a:cubicBezTo>
                <a:cubicBezTo>
                  <a:pt x="218349" y="229787"/>
                  <a:pt x="216726" y="228163"/>
                  <a:pt x="219160" y="228975"/>
                </a:cubicBezTo>
                <a:moveTo>
                  <a:pt x="224028" y="228163"/>
                </a:moveTo>
                <a:cubicBezTo>
                  <a:pt x="227273" y="227351"/>
                  <a:pt x="225651" y="228163"/>
                  <a:pt x="225651" y="228163"/>
                </a:cubicBezTo>
                <a:cubicBezTo>
                  <a:pt x="224028" y="228975"/>
                  <a:pt x="222405" y="228975"/>
                  <a:pt x="224028" y="228163"/>
                </a:cubicBezTo>
                <a:moveTo>
                  <a:pt x="254047" y="223292"/>
                </a:moveTo>
                <a:cubicBezTo>
                  <a:pt x="249990" y="224104"/>
                  <a:pt x="249990" y="224104"/>
                  <a:pt x="244311" y="224104"/>
                </a:cubicBezTo>
                <a:cubicBezTo>
                  <a:pt x="251613" y="222480"/>
                  <a:pt x="247556" y="222480"/>
                  <a:pt x="254047" y="223292"/>
                </a:cubicBezTo>
                <a:moveTo>
                  <a:pt x="247556" y="221668"/>
                </a:moveTo>
                <a:cubicBezTo>
                  <a:pt x="248367" y="220856"/>
                  <a:pt x="249179" y="221668"/>
                  <a:pt x="249179" y="221668"/>
                </a:cubicBezTo>
                <a:cubicBezTo>
                  <a:pt x="248367" y="221668"/>
                  <a:pt x="246745" y="221668"/>
                  <a:pt x="247556" y="221668"/>
                </a:cubicBezTo>
                <a:moveTo>
                  <a:pt x="251613" y="221668"/>
                </a:moveTo>
                <a:cubicBezTo>
                  <a:pt x="252424" y="221668"/>
                  <a:pt x="252424" y="221668"/>
                  <a:pt x="251613" y="221668"/>
                </a:cubicBezTo>
                <a:cubicBezTo>
                  <a:pt x="251613" y="221668"/>
                  <a:pt x="250801" y="220856"/>
                  <a:pt x="251613" y="221668"/>
                </a:cubicBezTo>
                <a:moveTo>
                  <a:pt x="267839" y="220044"/>
                </a:moveTo>
                <a:cubicBezTo>
                  <a:pt x="268650" y="219232"/>
                  <a:pt x="269462" y="220044"/>
                  <a:pt x="268650" y="220044"/>
                </a:cubicBezTo>
                <a:cubicBezTo>
                  <a:pt x="268650" y="221668"/>
                  <a:pt x="266216" y="220856"/>
                  <a:pt x="267839" y="220044"/>
                </a:cubicBezTo>
                <a:moveTo>
                  <a:pt x="98274" y="198124"/>
                </a:moveTo>
                <a:cubicBezTo>
                  <a:pt x="96651" y="198124"/>
                  <a:pt x="95840" y="198124"/>
                  <a:pt x="95840" y="197312"/>
                </a:cubicBezTo>
                <a:cubicBezTo>
                  <a:pt x="95840" y="196500"/>
                  <a:pt x="95029" y="196500"/>
                  <a:pt x="94218" y="197312"/>
                </a:cubicBezTo>
                <a:cubicBezTo>
                  <a:pt x="93406" y="198124"/>
                  <a:pt x="92595" y="197312"/>
                  <a:pt x="93406" y="196500"/>
                </a:cubicBezTo>
                <a:cubicBezTo>
                  <a:pt x="94218" y="195688"/>
                  <a:pt x="94218" y="195688"/>
                  <a:pt x="92595" y="195688"/>
                </a:cubicBezTo>
                <a:cubicBezTo>
                  <a:pt x="90972" y="195688"/>
                  <a:pt x="91784" y="194876"/>
                  <a:pt x="95840" y="194876"/>
                </a:cubicBezTo>
                <a:cubicBezTo>
                  <a:pt x="99085" y="194876"/>
                  <a:pt x="101519" y="198124"/>
                  <a:pt x="98274" y="198124"/>
                </a:cubicBezTo>
                <a:moveTo>
                  <a:pt x="91784" y="194876"/>
                </a:moveTo>
                <a:cubicBezTo>
                  <a:pt x="91784" y="195688"/>
                  <a:pt x="90161" y="194876"/>
                  <a:pt x="90161" y="194876"/>
                </a:cubicBezTo>
                <a:cubicBezTo>
                  <a:pt x="90972" y="194064"/>
                  <a:pt x="92595" y="194876"/>
                  <a:pt x="91784" y="194876"/>
                </a:cubicBezTo>
                <a:moveTo>
                  <a:pt x="68255" y="174579"/>
                </a:moveTo>
                <a:cubicBezTo>
                  <a:pt x="68255" y="174579"/>
                  <a:pt x="66633" y="173767"/>
                  <a:pt x="68255" y="174579"/>
                </a:cubicBezTo>
                <a:cubicBezTo>
                  <a:pt x="68255" y="174579"/>
                  <a:pt x="68255" y="174579"/>
                  <a:pt x="68255" y="174579"/>
                </a:cubicBezTo>
                <a:moveTo>
                  <a:pt x="46350" y="103945"/>
                </a:moveTo>
                <a:cubicBezTo>
                  <a:pt x="46350" y="105569"/>
                  <a:pt x="44727" y="103945"/>
                  <a:pt x="44727" y="104757"/>
                </a:cubicBezTo>
                <a:cubicBezTo>
                  <a:pt x="44727" y="104757"/>
                  <a:pt x="44727" y="104757"/>
                  <a:pt x="44727" y="104757"/>
                </a:cubicBezTo>
                <a:cubicBezTo>
                  <a:pt x="44727" y="103945"/>
                  <a:pt x="45539" y="103134"/>
                  <a:pt x="46350" y="103134"/>
                </a:cubicBezTo>
                <a:cubicBezTo>
                  <a:pt x="46350" y="103134"/>
                  <a:pt x="46350" y="103945"/>
                  <a:pt x="46350" y="103945"/>
                </a:cubicBezTo>
                <a:moveTo>
                  <a:pt x="18765" y="83648"/>
                </a:moveTo>
                <a:cubicBezTo>
                  <a:pt x="18765" y="82837"/>
                  <a:pt x="22822" y="83648"/>
                  <a:pt x="22011" y="83648"/>
                </a:cubicBezTo>
                <a:cubicBezTo>
                  <a:pt x="23633" y="85272"/>
                  <a:pt x="18765" y="84460"/>
                  <a:pt x="18765" y="83648"/>
                </a:cubicBezTo>
                <a:moveTo>
                  <a:pt x="674308" y="134797"/>
                </a:moveTo>
                <a:cubicBezTo>
                  <a:pt x="674308" y="135609"/>
                  <a:pt x="674308" y="135609"/>
                  <a:pt x="674308" y="134797"/>
                </a:cubicBezTo>
                <a:cubicBezTo>
                  <a:pt x="675119" y="133173"/>
                  <a:pt x="676742" y="135609"/>
                  <a:pt x="675931" y="135609"/>
                </a:cubicBezTo>
                <a:cubicBezTo>
                  <a:pt x="675119" y="136421"/>
                  <a:pt x="671874" y="134797"/>
                  <a:pt x="671874" y="133985"/>
                </a:cubicBezTo>
                <a:cubicBezTo>
                  <a:pt x="671874" y="133173"/>
                  <a:pt x="675119" y="134797"/>
                  <a:pt x="674308" y="134797"/>
                </a:cubicBezTo>
                <a:moveTo>
                  <a:pt x="713251" y="166460"/>
                </a:moveTo>
                <a:cubicBezTo>
                  <a:pt x="708383" y="164837"/>
                  <a:pt x="714062" y="166460"/>
                  <a:pt x="714874" y="166460"/>
                </a:cubicBezTo>
                <a:cubicBezTo>
                  <a:pt x="715685" y="165648"/>
                  <a:pt x="697836" y="160777"/>
                  <a:pt x="697836" y="160777"/>
                </a:cubicBezTo>
                <a:cubicBezTo>
                  <a:pt x="697836" y="159153"/>
                  <a:pt x="712440" y="164837"/>
                  <a:pt x="712440" y="164025"/>
                </a:cubicBezTo>
                <a:cubicBezTo>
                  <a:pt x="712440" y="162401"/>
                  <a:pt x="681610" y="152658"/>
                  <a:pt x="699459" y="157530"/>
                </a:cubicBezTo>
                <a:cubicBezTo>
                  <a:pt x="735968" y="165648"/>
                  <a:pt x="675119" y="149411"/>
                  <a:pt x="688912" y="151035"/>
                </a:cubicBezTo>
                <a:cubicBezTo>
                  <a:pt x="699459" y="152658"/>
                  <a:pt x="675119" y="146975"/>
                  <a:pt x="675119" y="143728"/>
                </a:cubicBezTo>
                <a:cubicBezTo>
                  <a:pt x="675119" y="143728"/>
                  <a:pt x="675119" y="142916"/>
                  <a:pt x="674308" y="142916"/>
                </a:cubicBezTo>
                <a:cubicBezTo>
                  <a:pt x="673497" y="142916"/>
                  <a:pt x="673497" y="142916"/>
                  <a:pt x="674308" y="142104"/>
                </a:cubicBezTo>
                <a:cubicBezTo>
                  <a:pt x="675119" y="141292"/>
                  <a:pt x="675931" y="142916"/>
                  <a:pt x="675931" y="142104"/>
                </a:cubicBezTo>
                <a:cubicBezTo>
                  <a:pt x="675931" y="141292"/>
                  <a:pt x="679987" y="142916"/>
                  <a:pt x="679176" y="142104"/>
                </a:cubicBezTo>
                <a:cubicBezTo>
                  <a:pt x="676742" y="140480"/>
                  <a:pt x="674308" y="141292"/>
                  <a:pt x="672685" y="138856"/>
                </a:cubicBezTo>
                <a:cubicBezTo>
                  <a:pt x="671874" y="138044"/>
                  <a:pt x="671874" y="137233"/>
                  <a:pt x="671874" y="137233"/>
                </a:cubicBezTo>
                <a:cubicBezTo>
                  <a:pt x="671063" y="137233"/>
                  <a:pt x="671063" y="137233"/>
                  <a:pt x="671063" y="136421"/>
                </a:cubicBezTo>
                <a:cubicBezTo>
                  <a:pt x="671063" y="135609"/>
                  <a:pt x="670251" y="135609"/>
                  <a:pt x="670251" y="135609"/>
                </a:cubicBezTo>
                <a:cubicBezTo>
                  <a:pt x="671063" y="134797"/>
                  <a:pt x="679987" y="140480"/>
                  <a:pt x="680798" y="138044"/>
                </a:cubicBezTo>
                <a:cubicBezTo>
                  <a:pt x="680798" y="137233"/>
                  <a:pt x="684044" y="138044"/>
                  <a:pt x="684044" y="138856"/>
                </a:cubicBezTo>
                <a:cubicBezTo>
                  <a:pt x="684855" y="139668"/>
                  <a:pt x="685666" y="139668"/>
                  <a:pt x="686478" y="138856"/>
                </a:cubicBezTo>
                <a:cubicBezTo>
                  <a:pt x="686478" y="138856"/>
                  <a:pt x="686478" y="138856"/>
                  <a:pt x="687289" y="138856"/>
                </a:cubicBezTo>
                <a:cubicBezTo>
                  <a:pt x="687289" y="139668"/>
                  <a:pt x="688100" y="139668"/>
                  <a:pt x="688100" y="138856"/>
                </a:cubicBezTo>
                <a:cubicBezTo>
                  <a:pt x="689723" y="138044"/>
                  <a:pt x="674308" y="130738"/>
                  <a:pt x="675119" y="129926"/>
                </a:cubicBezTo>
                <a:cubicBezTo>
                  <a:pt x="675119" y="129926"/>
                  <a:pt x="679987" y="131549"/>
                  <a:pt x="679987" y="131549"/>
                </a:cubicBezTo>
                <a:cubicBezTo>
                  <a:pt x="680798" y="132361"/>
                  <a:pt x="682421" y="131549"/>
                  <a:pt x="679987" y="130738"/>
                </a:cubicBezTo>
                <a:cubicBezTo>
                  <a:pt x="678365" y="129926"/>
                  <a:pt x="677553" y="128302"/>
                  <a:pt x="680798" y="129114"/>
                </a:cubicBezTo>
                <a:cubicBezTo>
                  <a:pt x="683232" y="129926"/>
                  <a:pt x="697025" y="140480"/>
                  <a:pt x="673497" y="121807"/>
                </a:cubicBezTo>
                <a:cubicBezTo>
                  <a:pt x="667817" y="116936"/>
                  <a:pt x="663761" y="116936"/>
                  <a:pt x="662138" y="114500"/>
                </a:cubicBezTo>
                <a:cubicBezTo>
                  <a:pt x="660516" y="112064"/>
                  <a:pt x="664572" y="115312"/>
                  <a:pt x="665384" y="115312"/>
                </a:cubicBezTo>
                <a:cubicBezTo>
                  <a:pt x="666195" y="114500"/>
                  <a:pt x="666195" y="115312"/>
                  <a:pt x="666195" y="115312"/>
                </a:cubicBezTo>
                <a:cubicBezTo>
                  <a:pt x="666195" y="116124"/>
                  <a:pt x="669440" y="116124"/>
                  <a:pt x="668629" y="116936"/>
                </a:cubicBezTo>
                <a:cubicBezTo>
                  <a:pt x="668629" y="116936"/>
                  <a:pt x="668629" y="116936"/>
                  <a:pt x="668629" y="116936"/>
                </a:cubicBezTo>
                <a:cubicBezTo>
                  <a:pt x="670251" y="116936"/>
                  <a:pt x="678365" y="123431"/>
                  <a:pt x="675931" y="118559"/>
                </a:cubicBezTo>
                <a:cubicBezTo>
                  <a:pt x="673497" y="114500"/>
                  <a:pt x="669440" y="112064"/>
                  <a:pt x="668629" y="111252"/>
                </a:cubicBezTo>
                <a:cubicBezTo>
                  <a:pt x="667006" y="108817"/>
                  <a:pt x="668629" y="107193"/>
                  <a:pt x="672685" y="110441"/>
                </a:cubicBezTo>
                <a:cubicBezTo>
                  <a:pt x="673497" y="111252"/>
                  <a:pt x="673497" y="110441"/>
                  <a:pt x="671874" y="108817"/>
                </a:cubicBezTo>
                <a:cubicBezTo>
                  <a:pt x="669440" y="106381"/>
                  <a:pt x="667817" y="103134"/>
                  <a:pt x="669440" y="103945"/>
                </a:cubicBezTo>
                <a:cubicBezTo>
                  <a:pt x="675119" y="107193"/>
                  <a:pt x="677553" y="106381"/>
                  <a:pt x="677553" y="106381"/>
                </a:cubicBezTo>
                <a:cubicBezTo>
                  <a:pt x="676742" y="104757"/>
                  <a:pt x="675119" y="102322"/>
                  <a:pt x="674308" y="100698"/>
                </a:cubicBezTo>
                <a:cubicBezTo>
                  <a:pt x="673497" y="99886"/>
                  <a:pt x="673497" y="99074"/>
                  <a:pt x="673497" y="99074"/>
                </a:cubicBezTo>
                <a:cubicBezTo>
                  <a:pt x="673497" y="98262"/>
                  <a:pt x="670251" y="99074"/>
                  <a:pt x="668629" y="93391"/>
                </a:cubicBezTo>
                <a:cubicBezTo>
                  <a:pt x="667006" y="88520"/>
                  <a:pt x="669440" y="91767"/>
                  <a:pt x="671063" y="90955"/>
                </a:cubicBezTo>
                <a:cubicBezTo>
                  <a:pt x="671874" y="90144"/>
                  <a:pt x="674308" y="91767"/>
                  <a:pt x="673497" y="90144"/>
                </a:cubicBezTo>
                <a:cubicBezTo>
                  <a:pt x="673497" y="90144"/>
                  <a:pt x="673497" y="89332"/>
                  <a:pt x="673497" y="90144"/>
                </a:cubicBezTo>
                <a:cubicBezTo>
                  <a:pt x="674308" y="90144"/>
                  <a:pt x="673497" y="88520"/>
                  <a:pt x="673497" y="87708"/>
                </a:cubicBezTo>
                <a:cubicBezTo>
                  <a:pt x="681610" y="89332"/>
                  <a:pt x="679176" y="89332"/>
                  <a:pt x="681610" y="90144"/>
                </a:cubicBezTo>
                <a:cubicBezTo>
                  <a:pt x="689723" y="92579"/>
                  <a:pt x="659704" y="59292"/>
                  <a:pt x="653214" y="53609"/>
                </a:cubicBezTo>
                <a:cubicBezTo>
                  <a:pt x="651591" y="51985"/>
                  <a:pt x="643478" y="46302"/>
                  <a:pt x="642667" y="47114"/>
                </a:cubicBezTo>
                <a:cubicBezTo>
                  <a:pt x="642667" y="47114"/>
                  <a:pt x="645101" y="48738"/>
                  <a:pt x="647535" y="51173"/>
                </a:cubicBezTo>
                <a:cubicBezTo>
                  <a:pt x="636988" y="48738"/>
                  <a:pt x="651591" y="38995"/>
                  <a:pt x="450385" y="8144"/>
                </a:cubicBezTo>
                <a:cubicBezTo>
                  <a:pt x="447140" y="10579"/>
                  <a:pt x="364386" y="-11342"/>
                  <a:pt x="217537" y="8144"/>
                </a:cubicBezTo>
                <a:cubicBezTo>
                  <a:pt x="47973" y="30876"/>
                  <a:pt x="26067" y="58480"/>
                  <a:pt x="27690" y="49550"/>
                </a:cubicBezTo>
                <a:cubicBezTo>
                  <a:pt x="27690" y="47926"/>
                  <a:pt x="25256" y="50361"/>
                  <a:pt x="25256" y="49550"/>
                </a:cubicBezTo>
                <a:cubicBezTo>
                  <a:pt x="25256" y="48738"/>
                  <a:pt x="14709" y="52797"/>
                  <a:pt x="16331" y="50361"/>
                </a:cubicBezTo>
                <a:cubicBezTo>
                  <a:pt x="16331" y="50361"/>
                  <a:pt x="16331" y="49550"/>
                  <a:pt x="15520" y="49550"/>
                </a:cubicBezTo>
                <a:cubicBezTo>
                  <a:pt x="14709" y="49550"/>
                  <a:pt x="13897" y="48738"/>
                  <a:pt x="14709" y="48738"/>
                </a:cubicBezTo>
                <a:cubicBezTo>
                  <a:pt x="17143" y="47926"/>
                  <a:pt x="13086" y="47114"/>
                  <a:pt x="11463" y="48738"/>
                </a:cubicBezTo>
                <a:cubicBezTo>
                  <a:pt x="10652" y="49550"/>
                  <a:pt x="9841" y="49550"/>
                  <a:pt x="9841" y="48738"/>
                </a:cubicBezTo>
                <a:cubicBezTo>
                  <a:pt x="9841" y="48738"/>
                  <a:pt x="9841" y="48738"/>
                  <a:pt x="9841" y="48738"/>
                </a:cubicBezTo>
                <a:cubicBezTo>
                  <a:pt x="9029" y="49550"/>
                  <a:pt x="10652" y="51173"/>
                  <a:pt x="8218" y="51173"/>
                </a:cubicBezTo>
                <a:cubicBezTo>
                  <a:pt x="7407" y="51173"/>
                  <a:pt x="3350" y="49550"/>
                  <a:pt x="5784" y="48738"/>
                </a:cubicBezTo>
                <a:cubicBezTo>
                  <a:pt x="9029" y="48738"/>
                  <a:pt x="4162" y="47114"/>
                  <a:pt x="3350" y="47926"/>
                </a:cubicBezTo>
                <a:cubicBezTo>
                  <a:pt x="2539" y="48738"/>
                  <a:pt x="8218" y="51985"/>
                  <a:pt x="8218" y="52797"/>
                </a:cubicBezTo>
                <a:cubicBezTo>
                  <a:pt x="8218" y="54421"/>
                  <a:pt x="5784" y="54421"/>
                  <a:pt x="4162" y="55233"/>
                </a:cubicBezTo>
                <a:cubicBezTo>
                  <a:pt x="3350" y="56044"/>
                  <a:pt x="2539" y="56044"/>
                  <a:pt x="2539" y="55233"/>
                </a:cubicBezTo>
                <a:cubicBezTo>
                  <a:pt x="2539" y="54421"/>
                  <a:pt x="105" y="54421"/>
                  <a:pt x="105" y="54421"/>
                </a:cubicBezTo>
                <a:cubicBezTo>
                  <a:pt x="-706" y="55233"/>
                  <a:pt x="3350" y="64163"/>
                  <a:pt x="6596" y="63351"/>
                </a:cubicBezTo>
                <a:cubicBezTo>
                  <a:pt x="7407" y="63351"/>
                  <a:pt x="7407" y="63351"/>
                  <a:pt x="7407" y="63351"/>
                </a:cubicBezTo>
                <a:cubicBezTo>
                  <a:pt x="7407" y="64975"/>
                  <a:pt x="4162" y="61728"/>
                  <a:pt x="5784" y="65787"/>
                </a:cubicBezTo>
                <a:cubicBezTo>
                  <a:pt x="8218" y="60916"/>
                  <a:pt x="6596" y="66599"/>
                  <a:pt x="9029" y="71470"/>
                </a:cubicBezTo>
                <a:cubicBezTo>
                  <a:pt x="13897" y="79589"/>
                  <a:pt x="3350" y="73094"/>
                  <a:pt x="5784" y="76341"/>
                </a:cubicBezTo>
                <a:cubicBezTo>
                  <a:pt x="6596" y="77153"/>
                  <a:pt x="7407" y="77153"/>
                  <a:pt x="9841" y="77153"/>
                </a:cubicBezTo>
                <a:cubicBezTo>
                  <a:pt x="13897" y="90955"/>
                  <a:pt x="7407" y="91767"/>
                  <a:pt x="24444" y="89332"/>
                </a:cubicBezTo>
                <a:cubicBezTo>
                  <a:pt x="22822" y="99074"/>
                  <a:pt x="33369" y="90955"/>
                  <a:pt x="34180" y="97450"/>
                </a:cubicBezTo>
                <a:cubicBezTo>
                  <a:pt x="34992" y="103945"/>
                  <a:pt x="41482" y="101510"/>
                  <a:pt x="43105" y="101510"/>
                </a:cubicBezTo>
                <a:cubicBezTo>
                  <a:pt x="44727" y="102322"/>
                  <a:pt x="43916" y="103945"/>
                  <a:pt x="43916" y="103134"/>
                </a:cubicBezTo>
                <a:cubicBezTo>
                  <a:pt x="43105" y="102322"/>
                  <a:pt x="39048" y="105569"/>
                  <a:pt x="42293" y="103945"/>
                </a:cubicBezTo>
                <a:cubicBezTo>
                  <a:pt x="44727" y="103134"/>
                  <a:pt x="45539" y="108005"/>
                  <a:pt x="46350" y="108005"/>
                </a:cubicBezTo>
                <a:cubicBezTo>
                  <a:pt x="47973" y="108005"/>
                  <a:pt x="48784" y="108817"/>
                  <a:pt x="49595" y="110441"/>
                </a:cubicBezTo>
                <a:cubicBezTo>
                  <a:pt x="49595" y="111252"/>
                  <a:pt x="50407" y="112876"/>
                  <a:pt x="50407" y="113688"/>
                </a:cubicBezTo>
                <a:cubicBezTo>
                  <a:pt x="50407" y="117747"/>
                  <a:pt x="52840" y="115312"/>
                  <a:pt x="55274" y="120183"/>
                </a:cubicBezTo>
                <a:cubicBezTo>
                  <a:pt x="56086" y="122619"/>
                  <a:pt x="56897" y="125866"/>
                  <a:pt x="60142" y="126678"/>
                </a:cubicBezTo>
                <a:cubicBezTo>
                  <a:pt x="61765" y="127490"/>
                  <a:pt x="61765" y="127490"/>
                  <a:pt x="61765" y="128302"/>
                </a:cubicBezTo>
                <a:cubicBezTo>
                  <a:pt x="61765" y="129926"/>
                  <a:pt x="66633" y="129114"/>
                  <a:pt x="67444" y="129926"/>
                </a:cubicBezTo>
                <a:cubicBezTo>
                  <a:pt x="68255" y="130738"/>
                  <a:pt x="68255" y="129114"/>
                  <a:pt x="69878" y="129926"/>
                </a:cubicBezTo>
                <a:cubicBezTo>
                  <a:pt x="73123" y="131549"/>
                  <a:pt x="79614" y="126678"/>
                  <a:pt x="82048" y="129114"/>
                </a:cubicBezTo>
                <a:cubicBezTo>
                  <a:pt x="86104" y="133173"/>
                  <a:pt x="77991" y="131549"/>
                  <a:pt x="75557" y="131549"/>
                </a:cubicBezTo>
                <a:cubicBezTo>
                  <a:pt x="73123" y="130738"/>
                  <a:pt x="65010" y="133173"/>
                  <a:pt x="59331" y="132361"/>
                </a:cubicBezTo>
                <a:cubicBezTo>
                  <a:pt x="56086" y="132361"/>
                  <a:pt x="59331" y="131549"/>
                  <a:pt x="55274" y="131549"/>
                </a:cubicBezTo>
                <a:cubicBezTo>
                  <a:pt x="49595" y="130738"/>
                  <a:pt x="52840" y="132361"/>
                  <a:pt x="52840" y="132361"/>
                </a:cubicBezTo>
                <a:cubicBezTo>
                  <a:pt x="53652" y="132361"/>
                  <a:pt x="55274" y="132361"/>
                  <a:pt x="56086" y="132361"/>
                </a:cubicBezTo>
                <a:cubicBezTo>
                  <a:pt x="55274" y="133173"/>
                  <a:pt x="54463" y="133985"/>
                  <a:pt x="54463" y="133985"/>
                </a:cubicBezTo>
                <a:cubicBezTo>
                  <a:pt x="53652" y="133985"/>
                  <a:pt x="52840" y="136421"/>
                  <a:pt x="51218" y="136421"/>
                </a:cubicBezTo>
                <a:cubicBezTo>
                  <a:pt x="48784" y="136421"/>
                  <a:pt x="52029" y="138044"/>
                  <a:pt x="51218" y="140480"/>
                </a:cubicBezTo>
                <a:cubicBezTo>
                  <a:pt x="50407" y="142104"/>
                  <a:pt x="51218" y="138856"/>
                  <a:pt x="53652" y="155094"/>
                </a:cubicBezTo>
                <a:cubicBezTo>
                  <a:pt x="55274" y="165648"/>
                  <a:pt x="57708" y="161589"/>
                  <a:pt x="56897" y="163213"/>
                </a:cubicBezTo>
                <a:cubicBezTo>
                  <a:pt x="56897" y="164837"/>
                  <a:pt x="54463" y="163213"/>
                  <a:pt x="55274" y="165648"/>
                </a:cubicBezTo>
                <a:cubicBezTo>
                  <a:pt x="56086" y="167272"/>
                  <a:pt x="59331" y="169708"/>
                  <a:pt x="61765" y="169708"/>
                </a:cubicBezTo>
                <a:cubicBezTo>
                  <a:pt x="65010" y="169708"/>
                  <a:pt x="65010" y="173767"/>
                  <a:pt x="65010" y="173767"/>
                </a:cubicBezTo>
                <a:cubicBezTo>
                  <a:pt x="64199" y="176203"/>
                  <a:pt x="69878" y="177015"/>
                  <a:pt x="71501" y="179450"/>
                </a:cubicBezTo>
                <a:cubicBezTo>
                  <a:pt x="73935" y="182698"/>
                  <a:pt x="74746" y="181886"/>
                  <a:pt x="74746" y="184322"/>
                </a:cubicBezTo>
                <a:cubicBezTo>
                  <a:pt x="75557" y="185945"/>
                  <a:pt x="77991" y="188381"/>
                  <a:pt x="78803" y="188381"/>
                </a:cubicBezTo>
                <a:cubicBezTo>
                  <a:pt x="78803" y="188381"/>
                  <a:pt x="82048" y="195688"/>
                  <a:pt x="90161" y="209490"/>
                </a:cubicBezTo>
                <a:cubicBezTo>
                  <a:pt x="90972" y="210302"/>
                  <a:pt x="91784" y="211926"/>
                  <a:pt x="91784" y="212737"/>
                </a:cubicBezTo>
                <a:cubicBezTo>
                  <a:pt x="91784" y="213549"/>
                  <a:pt x="95840" y="215173"/>
                  <a:pt x="95840" y="215985"/>
                </a:cubicBezTo>
                <a:cubicBezTo>
                  <a:pt x="95840" y="216797"/>
                  <a:pt x="105576" y="216797"/>
                  <a:pt x="105576" y="216797"/>
                </a:cubicBezTo>
                <a:cubicBezTo>
                  <a:pt x="106387" y="217609"/>
                  <a:pt x="105576" y="218421"/>
                  <a:pt x="103142" y="218421"/>
                </a:cubicBezTo>
                <a:cubicBezTo>
                  <a:pt x="96651" y="219232"/>
                  <a:pt x="110444" y="220856"/>
                  <a:pt x="112878" y="220856"/>
                </a:cubicBezTo>
                <a:cubicBezTo>
                  <a:pt x="116123" y="220044"/>
                  <a:pt x="115312" y="221668"/>
                  <a:pt x="117746" y="222480"/>
                </a:cubicBezTo>
                <a:cubicBezTo>
                  <a:pt x="119368" y="222480"/>
                  <a:pt x="117746" y="223292"/>
                  <a:pt x="118557" y="223292"/>
                </a:cubicBezTo>
                <a:cubicBezTo>
                  <a:pt x="120180" y="223292"/>
                  <a:pt x="118557" y="224104"/>
                  <a:pt x="122614" y="224916"/>
                </a:cubicBezTo>
                <a:cubicBezTo>
                  <a:pt x="129104" y="225728"/>
                  <a:pt x="121802" y="225728"/>
                  <a:pt x="120991" y="226539"/>
                </a:cubicBezTo>
                <a:cubicBezTo>
                  <a:pt x="120180" y="228975"/>
                  <a:pt x="130727" y="228975"/>
                  <a:pt x="133161" y="228975"/>
                </a:cubicBezTo>
                <a:cubicBezTo>
                  <a:pt x="128293" y="230599"/>
                  <a:pt x="131538" y="231411"/>
                  <a:pt x="131538" y="230599"/>
                </a:cubicBezTo>
                <a:cubicBezTo>
                  <a:pt x="131538" y="229787"/>
                  <a:pt x="134783" y="229787"/>
                  <a:pt x="134783" y="229787"/>
                </a:cubicBezTo>
                <a:cubicBezTo>
                  <a:pt x="134783" y="230599"/>
                  <a:pt x="133972" y="232223"/>
                  <a:pt x="133161" y="231411"/>
                </a:cubicBezTo>
                <a:cubicBezTo>
                  <a:pt x="132349" y="231411"/>
                  <a:pt x="131538" y="231411"/>
                  <a:pt x="132349" y="232223"/>
                </a:cubicBezTo>
                <a:cubicBezTo>
                  <a:pt x="132349" y="233034"/>
                  <a:pt x="134783" y="232223"/>
                  <a:pt x="136406" y="232223"/>
                </a:cubicBezTo>
                <a:cubicBezTo>
                  <a:pt x="139651" y="233034"/>
                  <a:pt x="133161" y="233034"/>
                  <a:pt x="133161" y="233034"/>
                </a:cubicBezTo>
                <a:cubicBezTo>
                  <a:pt x="133161" y="233846"/>
                  <a:pt x="206179" y="227351"/>
                  <a:pt x="206990" y="227351"/>
                </a:cubicBezTo>
                <a:cubicBezTo>
                  <a:pt x="207802" y="227351"/>
                  <a:pt x="228085" y="226539"/>
                  <a:pt x="225651" y="224916"/>
                </a:cubicBezTo>
                <a:cubicBezTo>
                  <a:pt x="223217" y="224104"/>
                  <a:pt x="316518" y="219232"/>
                  <a:pt x="316518" y="219232"/>
                </a:cubicBezTo>
                <a:cubicBezTo>
                  <a:pt x="331933" y="219232"/>
                  <a:pt x="280009" y="220044"/>
                  <a:pt x="262971" y="220856"/>
                </a:cubicBezTo>
                <a:cubicBezTo>
                  <a:pt x="262160" y="220856"/>
                  <a:pt x="255669" y="220856"/>
                  <a:pt x="256481" y="220044"/>
                </a:cubicBezTo>
                <a:cubicBezTo>
                  <a:pt x="257292" y="218421"/>
                  <a:pt x="275141" y="219232"/>
                  <a:pt x="275141" y="216797"/>
                </a:cubicBezTo>
                <a:cubicBezTo>
                  <a:pt x="275141" y="215985"/>
                  <a:pt x="276763" y="215985"/>
                  <a:pt x="276763" y="215985"/>
                </a:cubicBezTo>
                <a:cubicBezTo>
                  <a:pt x="276763" y="215173"/>
                  <a:pt x="269462" y="215985"/>
                  <a:pt x="269462" y="215985"/>
                </a:cubicBezTo>
                <a:cubicBezTo>
                  <a:pt x="269462" y="215985"/>
                  <a:pt x="261349" y="217609"/>
                  <a:pt x="261349" y="216797"/>
                </a:cubicBezTo>
                <a:cubicBezTo>
                  <a:pt x="260537" y="216797"/>
                  <a:pt x="233764" y="217609"/>
                  <a:pt x="233764" y="217609"/>
                </a:cubicBezTo>
                <a:cubicBezTo>
                  <a:pt x="233764" y="217609"/>
                  <a:pt x="233764" y="217609"/>
                  <a:pt x="232952" y="217609"/>
                </a:cubicBezTo>
                <a:cubicBezTo>
                  <a:pt x="231330" y="217609"/>
                  <a:pt x="232141" y="218421"/>
                  <a:pt x="230519" y="218421"/>
                </a:cubicBezTo>
                <a:cubicBezTo>
                  <a:pt x="228896" y="218421"/>
                  <a:pt x="229707" y="220044"/>
                  <a:pt x="228085" y="220044"/>
                </a:cubicBezTo>
                <a:cubicBezTo>
                  <a:pt x="227273" y="220044"/>
                  <a:pt x="227273" y="220044"/>
                  <a:pt x="228085" y="219232"/>
                </a:cubicBezTo>
                <a:cubicBezTo>
                  <a:pt x="228896" y="218421"/>
                  <a:pt x="228896" y="218421"/>
                  <a:pt x="228085" y="218421"/>
                </a:cubicBezTo>
                <a:cubicBezTo>
                  <a:pt x="226462" y="219232"/>
                  <a:pt x="227273" y="219232"/>
                  <a:pt x="226462" y="219232"/>
                </a:cubicBezTo>
                <a:cubicBezTo>
                  <a:pt x="226462" y="219232"/>
                  <a:pt x="225651" y="219232"/>
                  <a:pt x="225651" y="218421"/>
                </a:cubicBezTo>
                <a:cubicBezTo>
                  <a:pt x="225651" y="217609"/>
                  <a:pt x="208613" y="218421"/>
                  <a:pt x="208613" y="219232"/>
                </a:cubicBezTo>
                <a:cubicBezTo>
                  <a:pt x="208613" y="219232"/>
                  <a:pt x="208613" y="219232"/>
                  <a:pt x="207802" y="219232"/>
                </a:cubicBezTo>
                <a:cubicBezTo>
                  <a:pt x="206990" y="218421"/>
                  <a:pt x="202934" y="219232"/>
                  <a:pt x="202122" y="219232"/>
                </a:cubicBezTo>
                <a:cubicBezTo>
                  <a:pt x="202122" y="220044"/>
                  <a:pt x="200500" y="219232"/>
                  <a:pt x="198877" y="219232"/>
                </a:cubicBezTo>
                <a:cubicBezTo>
                  <a:pt x="198877" y="219232"/>
                  <a:pt x="185896" y="221668"/>
                  <a:pt x="186707" y="219232"/>
                </a:cubicBezTo>
                <a:cubicBezTo>
                  <a:pt x="186707" y="218421"/>
                  <a:pt x="185896" y="218421"/>
                  <a:pt x="185896" y="219232"/>
                </a:cubicBezTo>
                <a:cubicBezTo>
                  <a:pt x="185896" y="220044"/>
                  <a:pt x="181840" y="220044"/>
                  <a:pt x="181840" y="220044"/>
                </a:cubicBezTo>
                <a:cubicBezTo>
                  <a:pt x="181840" y="220856"/>
                  <a:pt x="181028" y="220044"/>
                  <a:pt x="179406" y="220044"/>
                </a:cubicBezTo>
                <a:cubicBezTo>
                  <a:pt x="177783" y="220044"/>
                  <a:pt x="177783" y="220044"/>
                  <a:pt x="178594" y="219232"/>
                </a:cubicBezTo>
                <a:cubicBezTo>
                  <a:pt x="178594" y="218421"/>
                  <a:pt x="178594" y="218421"/>
                  <a:pt x="178594" y="218421"/>
                </a:cubicBezTo>
                <a:cubicBezTo>
                  <a:pt x="177783" y="218421"/>
                  <a:pt x="177783" y="220044"/>
                  <a:pt x="177783" y="220044"/>
                </a:cubicBezTo>
                <a:cubicBezTo>
                  <a:pt x="176972" y="219232"/>
                  <a:pt x="178594" y="218421"/>
                  <a:pt x="176160" y="218421"/>
                </a:cubicBezTo>
                <a:cubicBezTo>
                  <a:pt x="174538" y="218421"/>
                  <a:pt x="175349" y="220044"/>
                  <a:pt x="173726" y="220044"/>
                </a:cubicBezTo>
                <a:cubicBezTo>
                  <a:pt x="173726" y="220044"/>
                  <a:pt x="173726" y="220044"/>
                  <a:pt x="173726" y="219232"/>
                </a:cubicBezTo>
                <a:cubicBezTo>
                  <a:pt x="174538" y="218421"/>
                  <a:pt x="170481" y="218421"/>
                  <a:pt x="169670" y="220044"/>
                </a:cubicBezTo>
                <a:cubicBezTo>
                  <a:pt x="168859" y="220856"/>
                  <a:pt x="165613" y="221668"/>
                  <a:pt x="165613" y="220856"/>
                </a:cubicBezTo>
                <a:cubicBezTo>
                  <a:pt x="165613" y="220044"/>
                  <a:pt x="165613" y="220044"/>
                  <a:pt x="166425" y="220044"/>
                </a:cubicBezTo>
                <a:cubicBezTo>
                  <a:pt x="167236" y="220856"/>
                  <a:pt x="168047" y="219232"/>
                  <a:pt x="167236" y="219232"/>
                </a:cubicBezTo>
                <a:cubicBezTo>
                  <a:pt x="165613" y="219232"/>
                  <a:pt x="164802" y="219232"/>
                  <a:pt x="164802" y="220044"/>
                </a:cubicBezTo>
                <a:cubicBezTo>
                  <a:pt x="165613" y="220856"/>
                  <a:pt x="163179" y="220856"/>
                  <a:pt x="161557" y="220856"/>
                </a:cubicBezTo>
                <a:cubicBezTo>
                  <a:pt x="161557" y="220856"/>
                  <a:pt x="160745" y="220856"/>
                  <a:pt x="161557" y="220044"/>
                </a:cubicBezTo>
                <a:cubicBezTo>
                  <a:pt x="161557" y="219232"/>
                  <a:pt x="161557" y="219232"/>
                  <a:pt x="159123" y="220044"/>
                </a:cubicBezTo>
                <a:cubicBezTo>
                  <a:pt x="151010" y="220856"/>
                  <a:pt x="152632" y="219232"/>
                  <a:pt x="154255" y="220044"/>
                </a:cubicBezTo>
                <a:cubicBezTo>
                  <a:pt x="155066" y="220044"/>
                  <a:pt x="155066" y="220044"/>
                  <a:pt x="155066" y="220044"/>
                </a:cubicBezTo>
                <a:cubicBezTo>
                  <a:pt x="155066" y="219232"/>
                  <a:pt x="157500" y="220044"/>
                  <a:pt x="158311" y="218421"/>
                </a:cubicBezTo>
                <a:cubicBezTo>
                  <a:pt x="158311" y="218421"/>
                  <a:pt x="158311" y="218421"/>
                  <a:pt x="158311" y="219232"/>
                </a:cubicBezTo>
                <a:cubicBezTo>
                  <a:pt x="159123" y="220856"/>
                  <a:pt x="158311" y="218421"/>
                  <a:pt x="161557" y="219232"/>
                </a:cubicBezTo>
                <a:cubicBezTo>
                  <a:pt x="162368" y="219232"/>
                  <a:pt x="162368" y="218421"/>
                  <a:pt x="163991" y="219232"/>
                </a:cubicBezTo>
                <a:cubicBezTo>
                  <a:pt x="164802" y="219232"/>
                  <a:pt x="164802" y="219232"/>
                  <a:pt x="164802" y="220044"/>
                </a:cubicBezTo>
                <a:cubicBezTo>
                  <a:pt x="163991" y="220856"/>
                  <a:pt x="164802" y="220856"/>
                  <a:pt x="165613" y="220044"/>
                </a:cubicBezTo>
                <a:cubicBezTo>
                  <a:pt x="166425" y="219232"/>
                  <a:pt x="167236" y="220044"/>
                  <a:pt x="168047" y="219232"/>
                </a:cubicBezTo>
                <a:cubicBezTo>
                  <a:pt x="168859" y="218421"/>
                  <a:pt x="168859" y="219232"/>
                  <a:pt x="170481" y="218421"/>
                </a:cubicBezTo>
                <a:cubicBezTo>
                  <a:pt x="171292" y="217609"/>
                  <a:pt x="172104" y="218421"/>
                  <a:pt x="171292" y="218421"/>
                </a:cubicBezTo>
                <a:cubicBezTo>
                  <a:pt x="170481" y="218421"/>
                  <a:pt x="171292" y="220044"/>
                  <a:pt x="172104" y="219232"/>
                </a:cubicBezTo>
                <a:cubicBezTo>
                  <a:pt x="172104" y="218421"/>
                  <a:pt x="179406" y="218421"/>
                  <a:pt x="180217" y="217609"/>
                </a:cubicBezTo>
                <a:cubicBezTo>
                  <a:pt x="181028" y="217609"/>
                  <a:pt x="181028" y="217609"/>
                  <a:pt x="181028" y="218421"/>
                </a:cubicBezTo>
                <a:cubicBezTo>
                  <a:pt x="181028" y="218421"/>
                  <a:pt x="181028" y="218421"/>
                  <a:pt x="181840" y="218421"/>
                </a:cubicBezTo>
                <a:cubicBezTo>
                  <a:pt x="183462" y="217609"/>
                  <a:pt x="185085" y="218421"/>
                  <a:pt x="185085" y="217609"/>
                </a:cubicBezTo>
                <a:cubicBezTo>
                  <a:pt x="185085" y="216797"/>
                  <a:pt x="183462" y="217609"/>
                  <a:pt x="181028" y="217609"/>
                </a:cubicBezTo>
                <a:cubicBezTo>
                  <a:pt x="169670" y="217609"/>
                  <a:pt x="211858" y="213549"/>
                  <a:pt x="216726" y="213549"/>
                </a:cubicBezTo>
                <a:cubicBezTo>
                  <a:pt x="222405" y="213549"/>
                  <a:pt x="207802" y="212737"/>
                  <a:pt x="224028" y="211114"/>
                </a:cubicBezTo>
                <a:cubicBezTo>
                  <a:pt x="224839" y="211114"/>
                  <a:pt x="271084" y="207054"/>
                  <a:pt x="270273" y="207054"/>
                </a:cubicBezTo>
                <a:cubicBezTo>
                  <a:pt x="269462" y="207866"/>
                  <a:pt x="271084" y="207054"/>
                  <a:pt x="271896" y="207054"/>
                </a:cubicBezTo>
                <a:cubicBezTo>
                  <a:pt x="273518" y="205431"/>
                  <a:pt x="292178" y="206242"/>
                  <a:pt x="294612" y="204619"/>
                </a:cubicBezTo>
                <a:cubicBezTo>
                  <a:pt x="295424" y="203807"/>
                  <a:pt x="297046" y="204619"/>
                  <a:pt x="296235" y="205431"/>
                </a:cubicBezTo>
                <a:cubicBezTo>
                  <a:pt x="295424" y="206242"/>
                  <a:pt x="295424" y="206242"/>
                  <a:pt x="296235" y="205431"/>
                </a:cubicBezTo>
                <a:cubicBezTo>
                  <a:pt x="297046" y="204619"/>
                  <a:pt x="298669" y="205431"/>
                  <a:pt x="298669" y="204619"/>
                </a:cubicBezTo>
                <a:cubicBezTo>
                  <a:pt x="298669" y="203807"/>
                  <a:pt x="301914" y="205431"/>
                  <a:pt x="301914" y="204619"/>
                </a:cubicBezTo>
                <a:cubicBezTo>
                  <a:pt x="301914" y="203807"/>
                  <a:pt x="303537" y="203807"/>
                  <a:pt x="302726" y="204619"/>
                </a:cubicBezTo>
                <a:cubicBezTo>
                  <a:pt x="301914" y="205431"/>
                  <a:pt x="303537" y="205431"/>
                  <a:pt x="303537" y="204619"/>
                </a:cubicBezTo>
                <a:cubicBezTo>
                  <a:pt x="303537" y="202995"/>
                  <a:pt x="305159" y="204619"/>
                  <a:pt x="305971" y="204619"/>
                </a:cubicBezTo>
                <a:cubicBezTo>
                  <a:pt x="305971" y="203807"/>
                  <a:pt x="308405" y="203807"/>
                  <a:pt x="308405" y="204619"/>
                </a:cubicBezTo>
                <a:cubicBezTo>
                  <a:pt x="308405" y="205431"/>
                  <a:pt x="309216" y="205431"/>
                  <a:pt x="311650" y="204619"/>
                </a:cubicBezTo>
                <a:cubicBezTo>
                  <a:pt x="313273" y="204619"/>
                  <a:pt x="311650" y="202995"/>
                  <a:pt x="313273" y="202995"/>
                </a:cubicBezTo>
                <a:cubicBezTo>
                  <a:pt x="313273" y="202995"/>
                  <a:pt x="314084" y="202995"/>
                  <a:pt x="314084" y="203807"/>
                </a:cubicBezTo>
                <a:cubicBezTo>
                  <a:pt x="314084" y="204619"/>
                  <a:pt x="314895" y="204619"/>
                  <a:pt x="314895" y="203807"/>
                </a:cubicBezTo>
                <a:cubicBezTo>
                  <a:pt x="314895" y="202995"/>
                  <a:pt x="314895" y="202995"/>
                  <a:pt x="314895" y="203807"/>
                </a:cubicBezTo>
                <a:cubicBezTo>
                  <a:pt x="314895" y="204619"/>
                  <a:pt x="316518" y="204619"/>
                  <a:pt x="316518" y="203807"/>
                </a:cubicBezTo>
                <a:cubicBezTo>
                  <a:pt x="316518" y="202995"/>
                  <a:pt x="327876" y="202183"/>
                  <a:pt x="325442" y="203807"/>
                </a:cubicBezTo>
                <a:cubicBezTo>
                  <a:pt x="325442" y="203807"/>
                  <a:pt x="325442" y="203807"/>
                  <a:pt x="325442" y="203807"/>
                </a:cubicBezTo>
                <a:cubicBezTo>
                  <a:pt x="327065" y="203807"/>
                  <a:pt x="325442" y="202995"/>
                  <a:pt x="328688" y="202995"/>
                </a:cubicBezTo>
                <a:cubicBezTo>
                  <a:pt x="391970" y="199747"/>
                  <a:pt x="349782" y="199747"/>
                  <a:pt x="294612" y="202995"/>
                </a:cubicBezTo>
                <a:cubicBezTo>
                  <a:pt x="286499" y="203807"/>
                  <a:pt x="292178" y="201371"/>
                  <a:pt x="296235" y="202183"/>
                </a:cubicBezTo>
                <a:cubicBezTo>
                  <a:pt x="301914" y="202183"/>
                  <a:pt x="301914" y="200559"/>
                  <a:pt x="300292" y="201371"/>
                </a:cubicBezTo>
                <a:cubicBezTo>
                  <a:pt x="298669" y="201371"/>
                  <a:pt x="288122" y="201371"/>
                  <a:pt x="293801" y="200559"/>
                </a:cubicBezTo>
                <a:cubicBezTo>
                  <a:pt x="293801" y="200559"/>
                  <a:pt x="306782" y="199747"/>
                  <a:pt x="307593" y="199747"/>
                </a:cubicBezTo>
                <a:cubicBezTo>
                  <a:pt x="309216" y="199747"/>
                  <a:pt x="308405" y="198124"/>
                  <a:pt x="310839" y="198124"/>
                </a:cubicBezTo>
                <a:cubicBezTo>
                  <a:pt x="310839" y="198124"/>
                  <a:pt x="339235" y="196500"/>
                  <a:pt x="339235" y="196500"/>
                </a:cubicBezTo>
                <a:cubicBezTo>
                  <a:pt x="339235" y="196500"/>
                  <a:pt x="314084" y="195688"/>
                  <a:pt x="336801" y="195688"/>
                </a:cubicBezTo>
                <a:cubicBezTo>
                  <a:pt x="418744" y="193252"/>
                  <a:pt x="414687" y="194876"/>
                  <a:pt x="415498" y="194064"/>
                </a:cubicBezTo>
                <a:cubicBezTo>
                  <a:pt x="416310" y="193252"/>
                  <a:pt x="416310" y="193252"/>
                  <a:pt x="416310" y="194064"/>
                </a:cubicBezTo>
                <a:cubicBezTo>
                  <a:pt x="416310" y="194064"/>
                  <a:pt x="416310" y="194876"/>
                  <a:pt x="417121" y="194876"/>
                </a:cubicBezTo>
                <a:cubicBezTo>
                  <a:pt x="418744" y="194064"/>
                  <a:pt x="438215" y="195688"/>
                  <a:pt x="439027" y="194876"/>
                </a:cubicBezTo>
                <a:cubicBezTo>
                  <a:pt x="439838" y="194064"/>
                  <a:pt x="439027" y="195688"/>
                  <a:pt x="440649" y="195688"/>
                </a:cubicBezTo>
                <a:cubicBezTo>
                  <a:pt x="462555" y="193252"/>
                  <a:pt x="409819" y="193252"/>
                  <a:pt x="409008" y="193252"/>
                </a:cubicBezTo>
                <a:cubicBezTo>
                  <a:pt x="407385" y="194064"/>
                  <a:pt x="407385" y="194064"/>
                  <a:pt x="407385" y="193252"/>
                </a:cubicBezTo>
                <a:cubicBezTo>
                  <a:pt x="407385" y="192440"/>
                  <a:pt x="402517" y="192440"/>
                  <a:pt x="401706" y="193252"/>
                </a:cubicBezTo>
                <a:cubicBezTo>
                  <a:pt x="400895" y="194064"/>
                  <a:pt x="402517" y="192440"/>
                  <a:pt x="398461" y="192440"/>
                </a:cubicBezTo>
                <a:cubicBezTo>
                  <a:pt x="391159" y="192440"/>
                  <a:pt x="355461" y="194064"/>
                  <a:pt x="367631" y="192440"/>
                </a:cubicBezTo>
                <a:cubicBezTo>
                  <a:pt x="374933" y="191629"/>
                  <a:pt x="362763" y="191629"/>
                  <a:pt x="363574" y="192440"/>
                </a:cubicBezTo>
                <a:cubicBezTo>
                  <a:pt x="363574" y="193252"/>
                  <a:pt x="348159" y="194876"/>
                  <a:pt x="348159" y="193252"/>
                </a:cubicBezTo>
                <a:cubicBezTo>
                  <a:pt x="348159" y="191629"/>
                  <a:pt x="327876" y="194876"/>
                  <a:pt x="328688" y="193252"/>
                </a:cubicBezTo>
                <a:cubicBezTo>
                  <a:pt x="328688" y="190817"/>
                  <a:pt x="339235" y="193252"/>
                  <a:pt x="339235" y="190817"/>
                </a:cubicBezTo>
                <a:cubicBezTo>
                  <a:pt x="339235" y="190005"/>
                  <a:pt x="340046" y="190005"/>
                  <a:pt x="340046" y="190817"/>
                </a:cubicBezTo>
                <a:cubicBezTo>
                  <a:pt x="340046" y="191629"/>
                  <a:pt x="354650" y="191629"/>
                  <a:pt x="355461" y="190005"/>
                </a:cubicBezTo>
                <a:cubicBezTo>
                  <a:pt x="356272" y="187569"/>
                  <a:pt x="358706" y="190817"/>
                  <a:pt x="361952" y="190817"/>
                </a:cubicBezTo>
                <a:cubicBezTo>
                  <a:pt x="357084" y="189193"/>
                  <a:pt x="361140" y="188381"/>
                  <a:pt x="360329" y="189193"/>
                </a:cubicBezTo>
                <a:cubicBezTo>
                  <a:pt x="359518" y="190005"/>
                  <a:pt x="361952" y="189193"/>
                  <a:pt x="361952" y="189193"/>
                </a:cubicBezTo>
                <a:cubicBezTo>
                  <a:pt x="362763" y="188381"/>
                  <a:pt x="363574" y="189193"/>
                  <a:pt x="366820" y="189193"/>
                </a:cubicBezTo>
                <a:cubicBezTo>
                  <a:pt x="369253" y="189193"/>
                  <a:pt x="369253" y="190005"/>
                  <a:pt x="368442" y="190005"/>
                </a:cubicBezTo>
                <a:cubicBezTo>
                  <a:pt x="367631" y="190005"/>
                  <a:pt x="367631" y="190817"/>
                  <a:pt x="369253" y="190817"/>
                </a:cubicBezTo>
                <a:cubicBezTo>
                  <a:pt x="370065" y="190817"/>
                  <a:pt x="370065" y="190817"/>
                  <a:pt x="370065" y="190005"/>
                </a:cubicBezTo>
                <a:cubicBezTo>
                  <a:pt x="370065" y="190005"/>
                  <a:pt x="370065" y="189193"/>
                  <a:pt x="370876" y="189193"/>
                </a:cubicBezTo>
                <a:cubicBezTo>
                  <a:pt x="371687" y="189193"/>
                  <a:pt x="371687" y="189193"/>
                  <a:pt x="370876" y="189193"/>
                </a:cubicBezTo>
                <a:cubicBezTo>
                  <a:pt x="370876" y="189193"/>
                  <a:pt x="370065" y="188381"/>
                  <a:pt x="370876" y="188381"/>
                </a:cubicBezTo>
                <a:cubicBezTo>
                  <a:pt x="374121" y="188381"/>
                  <a:pt x="374121" y="185945"/>
                  <a:pt x="373310" y="187569"/>
                </a:cubicBezTo>
                <a:cubicBezTo>
                  <a:pt x="373310" y="188381"/>
                  <a:pt x="374121" y="188381"/>
                  <a:pt x="374121" y="187569"/>
                </a:cubicBezTo>
                <a:cubicBezTo>
                  <a:pt x="374121" y="186757"/>
                  <a:pt x="374121" y="186757"/>
                  <a:pt x="374933" y="187569"/>
                </a:cubicBezTo>
                <a:cubicBezTo>
                  <a:pt x="374933" y="188381"/>
                  <a:pt x="375744" y="188381"/>
                  <a:pt x="375744" y="188381"/>
                </a:cubicBezTo>
                <a:cubicBezTo>
                  <a:pt x="375744" y="187569"/>
                  <a:pt x="377367" y="186757"/>
                  <a:pt x="377367" y="187569"/>
                </a:cubicBezTo>
                <a:cubicBezTo>
                  <a:pt x="377367" y="188381"/>
                  <a:pt x="377367" y="188381"/>
                  <a:pt x="378178" y="188381"/>
                </a:cubicBezTo>
                <a:cubicBezTo>
                  <a:pt x="378178" y="188381"/>
                  <a:pt x="378989" y="188381"/>
                  <a:pt x="379801" y="188381"/>
                </a:cubicBezTo>
                <a:cubicBezTo>
                  <a:pt x="381423" y="190005"/>
                  <a:pt x="380612" y="188381"/>
                  <a:pt x="381423" y="187569"/>
                </a:cubicBezTo>
                <a:cubicBezTo>
                  <a:pt x="382234" y="187569"/>
                  <a:pt x="382234" y="187569"/>
                  <a:pt x="382234" y="188381"/>
                </a:cubicBezTo>
                <a:cubicBezTo>
                  <a:pt x="382234" y="189193"/>
                  <a:pt x="383046" y="189193"/>
                  <a:pt x="383046" y="188381"/>
                </a:cubicBezTo>
                <a:cubicBezTo>
                  <a:pt x="383857" y="186757"/>
                  <a:pt x="472290" y="190005"/>
                  <a:pt x="473102" y="188381"/>
                </a:cubicBezTo>
                <a:cubicBezTo>
                  <a:pt x="473913" y="187569"/>
                  <a:pt x="538007" y="194064"/>
                  <a:pt x="486894" y="187569"/>
                </a:cubicBezTo>
                <a:cubicBezTo>
                  <a:pt x="483649" y="187569"/>
                  <a:pt x="483649" y="186757"/>
                  <a:pt x="485271" y="186757"/>
                </a:cubicBezTo>
                <a:cubicBezTo>
                  <a:pt x="479592" y="185945"/>
                  <a:pt x="460932" y="184322"/>
                  <a:pt x="434159" y="183510"/>
                </a:cubicBezTo>
                <a:cubicBezTo>
                  <a:pt x="423612" y="183510"/>
                  <a:pt x="376555" y="183510"/>
                  <a:pt x="374121" y="183510"/>
                </a:cubicBezTo>
                <a:cubicBezTo>
                  <a:pt x="370065" y="184322"/>
                  <a:pt x="367631" y="182698"/>
                  <a:pt x="370065" y="182698"/>
                </a:cubicBezTo>
                <a:cubicBezTo>
                  <a:pt x="370065" y="182698"/>
                  <a:pt x="448762" y="181074"/>
                  <a:pt x="460932" y="182698"/>
                </a:cubicBezTo>
                <a:cubicBezTo>
                  <a:pt x="460932" y="182698"/>
                  <a:pt x="557479" y="190005"/>
                  <a:pt x="526649" y="186757"/>
                </a:cubicBezTo>
                <a:cubicBezTo>
                  <a:pt x="497441" y="183510"/>
                  <a:pt x="453630" y="179450"/>
                  <a:pt x="487705" y="181886"/>
                </a:cubicBezTo>
                <a:cubicBezTo>
                  <a:pt x="515290" y="183510"/>
                  <a:pt x="456875" y="177015"/>
                  <a:pt x="499064" y="181074"/>
                </a:cubicBezTo>
                <a:cubicBezTo>
                  <a:pt x="523403" y="183510"/>
                  <a:pt x="508800" y="180262"/>
                  <a:pt x="507988" y="181074"/>
                </a:cubicBezTo>
                <a:cubicBezTo>
                  <a:pt x="507177" y="181886"/>
                  <a:pt x="509611" y="180262"/>
                  <a:pt x="503932" y="180262"/>
                </a:cubicBezTo>
                <a:cubicBezTo>
                  <a:pt x="497441" y="179450"/>
                  <a:pt x="503932" y="177015"/>
                  <a:pt x="437404" y="174579"/>
                </a:cubicBezTo>
                <a:cubicBezTo>
                  <a:pt x="440649" y="170520"/>
                  <a:pt x="439838" y="174579"/>
                  <a:pt x="443894" y="171332"/>
                </a:cubicBezTo>
                <a:cubicBezTo>
                  <a:pt x="443894" y="171332"/>
                  <a:pt x="443894" y="171332"/>
                  <a:pt x="443894" y="172143"/>
                </a:cubicBezTo>
                <a:cubicBezTo>
                  <a:pt x="443894" y="172955"/>
                  <a:pt x="443894" y="172955"/>
                  <a:pt x="444706" y="172955"/>
                </a:cubicBezTo>
                <a:cubicBezTo>
                  <a:pt x="445517" y="172955"/>
                  <a:pt x="445517" y="172955"/>
                  <a:pt x="445517" y="173767"/>
                </a:cubicBezTo>
                <a:cubicBezTo>
                  <a:pt x="442272" y="175391"/>
                  <a:pt x="450385" y="172143"/>
                  <a:pt x="451196" y="173767"/>
                </a:cubicBezTo>
                <a:cubicBezTo>
                  <a:pt x="451196" y="174579"/>
                  <a:pt x="451196" y="173767"/>
                  <a:pt x="452819" y="173767"/>
                </a:cubicBezTo>
                <a:cubicBezTo>
                  <a:pt x="454442" y="173767"/>
                  <a:pt x="456875" y="173767"/>
                  <a:pt x="456064" y="172143"/>
                </a:cubicBezTo>
                <a:cubicBezTo>
                  <a:pt x="455253" y="171332"/>
                  <a:pt x="456875" y="171332"/>
                  <a:pt x="456875" y="172955"/>
                </a:cubicBezTo>
                <a:cubicBezTo>
                  <a:pt x="456875" y="174579"/>
                  <a:pt x="457687" y="173767"/>
                  <a:pt x="459309" y="173767"/>
                </a:cubicBezTo>
                <a:cubicBezTo>
                  <a:pt x="464177" y="173767"/>
                  <a:pt x="465800" y="174579"/>
                  <a:pt x="465800" y="174579"/>
                </a:cubicBezTo>
                <a:cubicBezTo>
                  <a:pt x="464989" y="174579"/>
                  <a:pt x="464989" y="175391"/>
                  <a:pt x="467423" y="175391"/>
                </a:cubicBezTo>
                <a:cubicBezTo>
                  <a:pt x="468234" y="175391"/>
                  <a:pt x="471479" y="174579"/>
                  <a:pt x="474724" y="174579"/>
                </a:cubicBezTo>
                <a:cubicBezTo>
                  <a:pt x="476347" y="174579"/>
                  <a:pt x="477158" y="173767"/>
                  <a:pt x="476347" y="173767"/>
                </a:cubicBezTo>
                <a:cubicBezTo>
                  <a:pt x="473102" y="173767"/>
                  <a:pt x="469857" y="172143"/>
                  <a:pt x="474724" y="172955"/>
                </a:cubicBezTo>
                <a:cubicBezTo>
                  <a:pt x="477158" y="172955"/>
                  <a:pt x="505554" y="174579"/>
                  <a:pt x="507988" y="174579"/>
                </a:cubicBezTo>
                <a:cubicBezTo>
                  <a:pt x="507988" y="174579"/>
                  <a:pt x="560724" y="180262"/>
                  <a:pt x="561535" y="181074"/>
                </a:cubicBezTo>
                <a:cubicBezTo>
                  <a:pt x="561535" y="181074"/>
                  <a:pt x="579384" y="183510"/>
                  <a:pt x="579384" y="183510"/>
                </a:cubicBezTo>
                <a:cubicBezTo>
                  <a:pt x="581007" y="181886"/>
                  <a:pt x="574516" y="184322"/>
                  <a:pt x="605346" y="188381"/>
                </a:cubicBezTo>
                <a:cubicBezTo>
                  <a:pt x="611837" y="189193"/>
                  <a:pt x="619138" y="191629"/>
                  <a:pt x="619950" y="191629"/>
                </a:cubicBezTo>
                <a:cubicBezTo>
                  <a:pt x="620761" y="190817"/>
                  <a:pt x="624006" y="193252"/>
                  <a:pt x="624006" y="193252"/>
                </a:cubicBezTo>
                <a:cubicBezTo>
                  <a:pt x="624818" y="192440"/>
                  <a:pt x="629686" y="194064"/>
                  <a:pt x="631308" y="194064"/>
                </a:cubicBezTo>
                <a:cubicBezTo>
                  <a:pt x="648346" y="194876"/>
                  <a:pt x="561535" y="178638"/>
                  <a:pt x="529894" y="176203"/>
                </a:cubicBezTo>
                <a:cubicBezTo>
                  <a:pt x="527460" y="176203"/>
                  <a:pt x="527460" y="175391"/>
                  <a:pt x="528271" y="174579"/>
                </a:cubicBezTo>
                <a:cubicBezTo>
                  <a:pt x="529083" y="173767"/>
                  <a:pt x="528271" y="173767"/>
                  <a:pt x="527460" y="174579"/>
                </a:cubicBezTo>
                <a:cubicBezTo>
                  <a:pt x="526649" y="174579"/>
                  <a:pt x="521781" y="173767"/>
                  <a:pt x="521781" y="174579"/>
                </a:cubicBezTo>
                <a:cubicBezTo>
                  <a:pt x="521781" y="175391"/>
                  <a:pt x="523403" y="175391"/>
                  <a:pt x="520969" y="175391"/>
                </a:cubicBezTo>
                <a:cubicBezTo>
                  <a:pt x="519347" y="175391"/>
                  <a:pt x="518535" y="175391"/>
                  <a:pt x="518535" y="174579"/>
                </a:cubicBezTo>
                <a:cubicBezTo>
                  <a:pt x="518535" y="173767"/>
                  <a:pt x="509611" y="172955"/>
                  <a:pt x="509611" y="173767"/>
                </a:cubicBezTo>
                <a:cubicBezTo>
                  <a:pt x="512045" y="176203"/>
                  <a:pt x="496630" y="172955"/>
                  <a:pt x="483649" y="172143"/>
                </a:cubicBezTo>
                <a:cubicBezTo>
                  <a:pt x="473913" y="172143"/>
                  <a:pt x="476347" y="171332"/>
                  <a:pt x="481215" y="170520"/>
                </a:cubicBezTo>
                <a:cubicBezTo>
                  <a:pt x="475536" y="169708"/>
                  <a:pt x="474724" y="169708"/>
                  <a:pt x="474724" y="170520"/>
                </a:cubicBezTo>
                <a:cubicBezTo>
                  <a:pt x="474724" y="171332"/>
                  <a:pt x="473913" y="171332"/>
                  <a:pt x="473913" y="170520"/>
                </a:cubicBezTo>
                <a:cubicBezTo>
                  <a:pt x="474724" y="169708"/>
                  <a:pt x="473102" y="170520"/>
                  <a:pt x="467423" y="169708"/>
                </a:cubicBezTo>
                <a:cubicBezTo>
                  <a:pt x="467423" y="169708"/>
                  <a:pt x="465800" y="172143"/>
                  <a:pt x="465800" y="170520"/>
                </a:cubicBezTo>
                <a:cubicBezTo>
                  <a:pt x="465800" y="168896"/>
                  <a:pt x="453630" y="168896"/>
                  <a:pt x="452819" y="169708"/>
                </a:cubicBezTo>
                <a:cubicBezTo>
                  <a:pt x="452008" y="170520"/>
                  <a:pt x="451196" y="169708"/>
                  <a:pt x="451196" y="169708"/>
                </a:cubicBezTo>
                <a:cubicBezTo>
                  <a:pt x="451196" y="169708"/>
                  <a:pt x="451196" y="169708"/>
                  <a:pt x="450385" y="169708"/>
                </a:cubicBezTo>
                <a:cubicBezTo>
                  <a:pt x="448762" y="170520"/>
                  <a:pt x="445517" y="168896"/>
                  <a:pt x="433347" y="168896"/>
                </a:cubicBezTo>
                <a:cubicBezTo>
                  <a:pt x="430102" y="168896"/>
                  <a:pt x="431725" y="169708"/>
                  <a:pt x="426857" y="169708"/>
                </a:cubicBezTo>
                <a:cubicBezTo>
                  <a:pt x="423612" y="169708"/>
                  <a:pt x="421178" y="170520"/>
                  <a:pt x="421178" y="168896"/>
                </a:cubicBezTo>
                <a:cubicBezTo>
                  <a:pt x="421178" y="168084"/>
                  <a:pt x="420366" y="168084"/>
                  <a:pt x="420366" y="168896"/>
                </a:cubicBezTo>
                <a:cubicBezTo>
                  <a:pt x="420366" y="169708"/>
                  <a:pt x="419555" y="168896"/>
                  <a:pt x="419555" y="168896"/>
                </a:cubicBezTo>
                <a:cubicBezTo>
                  <a:pt x="419555" y="168084"/>
                  <a:pt x="406574" y="168084"/>
                  <a:pt x="405763" y="168896"/>
                </a:cubicBezTo>
                <a:cubicBezTo>
                  <a:pt x="404951" y="169708"/>
                  <a:pt x="404140" y="169708"/>
                  <a:pt x="404140" y="168896"/>
                </a:cubicBezTo>
                <a:cubicBezTo>
                  <a:pt x="404951" y="167272"/>
                  <a:pt x="371687" y="169708"/>
                  <a:pt x="371687" y="169708"/>
                </a:cubicBezTo>
                <a:cubicBezTo>
                  <a:pt x="371687" y="168896"/>
                  <a:pt x="370065" y="168896"/>
                  <a:pt x="369253" y="169708"/>
                </a:cubicBezTo>
                <a:cubicBezTo>
                  <a:pt x="369253" y="169708"/>
                  <a:pt x="369253" y="169708"/>
                  <a:pt x="370065" y="169708"/>
                </a:cubicBezTo>
                <a:cubicBezTo>
                  <a:pt x="373310" y="168896"/>
                  <a:pt x="362763" y="172143"/>
                  <a:pt x="361952" y="169708"/>
                </a:cubicBezTo>
                <a:cubicBezTo>
                  <a:pt x="361952" y="168896"/>
                  <a:pt x="361952" y="168896"/>
                  <a:pt x="361952" y="169708"/>
                </a:cubicBezTo>
                <a:cubicBezTo>
                  <a:pt x="361952" y="171332"/>
                  <a:pt x="360329" y="169708"/>
                  <a:pt x="359518" y="170520"/>
                </a:cubicBezTo>
                <a:cubicBezTo>
                  <a:pt x="358706" y="171332"/>
                  <a:pt x="357895" y="170520"/>
                  <a:pt x="358706" y="169708"/>
                </a:cubicBezTo>
                <a:cubicBezTo>
                  <a:pt x="359518" y="168084"/>
                  <a:pt x="345725" y="172143"/>
                  <a:pt x="346537" y="170520"/>
                </a:cubicBezTo>
                <a:cubicBezTo>
                  <a:pt x="347348" y="168896"/>
                  <a:pt x="343291" y="172143"/>
                  <a:pt x="344103" y="170520"/>
                </a:cubicBezTo>
                <a:cubicBezTo>
                  <a:pt x="344914" y="168896"/>
                  <a:pt x="321386" y="172955"/>
                  <a:pt x="322197" y="170520"/>
                </a:cubicBezTo>
                <a:cubicBezTo>
                  <a:pt x="322197" y="169708"/>
                  <a:pt x="345725" y="168896"/>
                  <a:pt x="347348" y="168084"/>
                </a:cubicBezTo>
                <a:cubicBezTo>
                  <a:pt x="347348" y="168084"/>
                  <a:pt x="295424" y="169708"/>
                  <a:pt x="295424" y="169708"/>
                </a:cubicBezTo>
                <a:cubicBezTo>
                  <a:pt x="294612" y="171332"/>
                  <a:pt x="292178" y="168084"/>
                  <a:pt x="301103" y="168084"/>
                </a:cubicBezTo>
                <a:cubicBezTo>
                  <a:pt x="303537" y="168084"/>
                  <a:pt x="314895" y="167272"/>
                  <a:pt x="327065" y="165648"/>
                </a:cubicBezTo>
                <a:cubicBezTo>
                  <a:pt x="327065" y="166460"/>
                  <a:pt x="327876" y="166460"/>
                  <a:pt x="327876" y="165648"/>
                </a:cubicBezTo>
                <a:cubicBezTo>
                  <a:pt x="327876" y="165648"/>
                  <a:pt x="327876" y="165648"/>
                  <a:pt x="327876" y="165648"/>
                </a:cubicBezTo>
                <a:cubicBezTo>
                  <a:pt x="344103" y="164025"/>
                  <a:pt x="361140" y="162401"/>
                  <a:pt x="360329" y="164025"/>
                </a:cubicBezTo>
                <a:cubicBezTo>
                  <a:pt x="359518" y="164837"/>
                  <a:pt x="361140" y="164837"/>
                  <a:pt x="361140" y="164025"/>
                </a:cubicBezTo>
                <a:cubicBezTo>
                  <a:pt x="361140" y="163213"/>
                  <a:pt x="374121" y="163213"/>
                  <a:pt x="378178" y="163213"/>
                </a:cubicBezTo>
                <a:cubicBezTo>
                  <a:pt x="407385" y="162401"/>
                  <a:pt x="399272" y="165648"/>
                  <a:pt x="401706" y="164025"/>
                </a:cubicBezTo>
                <a:cubicBezTo>
                  <a:pt x="402517" y="164025"/>
                  <a:pt x="402517" y="164025"/>
                  <a:pt x="402517" y="164025"/>
                </a:cubicBezTo>
                <a:cubicBezTo>
                  <a:pt x="402517" y="164837"/>
                  <a:pt x="403329" y="164837"/>
                  <a:pt x="405763" y="164025"/>
                </a:cubicBezTo>
                <a:cubicBezTo>
                  <a:pt x="406574" y="164025"/>
                  <a:pt x="407385" y="163213"/>
                  <a:pt x="407385" y="163213"/>
                </a:cubicBezTo>
                <a:cubicBezTo>
                  <a:pt x="407385" y="163213"/>
                  <a:pt x="407385" y="163213"/>
                  <a:pt x="408197" y="163213"/>
                </a:cubicBezTo>
                <a:cubicBezTo>
                  <a:pt x="409008" y="162401"/>
                  <a:pt x="413064" y="163213"/>
                  <a:pt x="411442" y="164025"/>
                </a:cubicBezTo>
                <a:cubicBezTo>
                  <a:pt x="409819" y="164837"/>
                  <a:pt x="412253" y="164837"/>
                  <a:pt x="413064" y="164025"/>
                </a:cubicBezTo>
                <a:cubicBezTo>
                  <a:pt x="413064" y="163213"/>
                  <a:pt x="413876" y="165648"/>
                  <a:pt x="417121" y="164025"/>
                </a:cubicBezTo>
                <a:cubicBezTo>
                  <a:pt x="418744" y="163213"/>
                  <a:pt x="422800" y="164025"/>
                  <a:pt x="421989" y="164025"/>
                </a:cubicBezTo>
                <a:cubicBezTo>
                  <a:pt x="419555" y="164025"/>
                  <a:pt x="421989" y="165648"/>
                  <a:pt x="424423" y="164837"/>
                </a:cubicBezTo>
                <a:cubicBezTo>
                  <a:pt x="425234" y="164025"/>
                  <a:pt x="426045" y="164025"/>
                  <a:pt x="426045" y="164837"/>
                </a:cubicBezTo>
                <a:cubicBezTo>
                  <a:pt x="426045" y="164837"/>
                  <a:pt x="430102" y="165648"/>
                  <a:pt x="431725" y="165648"/>
                </a:cubicBezTo>
                <a:cubicBezTo>
                  <a:pt x="432536" y="165648"/>
                  <a:pt x="429291" y="166460"/>
                  <a:pt x="430102" y="166460"/>
                </a:cubicBezTo>
                <a:cubicBezTo>
                  <a:pt x="431725" y="166460"/>
                  <a:pt x="432536" y="165648"/>
                  <a:pt x="435781" y="165648"/>
                </a:cubicBezTo>
                <a:cubicBezTo>
                  <a:pt x="438215" y="165648"/>
                  <a:pt x="466611" y="166460"/>
                  <a:pt x="465800" y="167272"/>
                </a:cubicBezTo>
                <a:cubicBezTo>
                  <a:pt x="464989" y="168084"/>
                  <a:pt x="464177" y="168084"/>
                  <a:pt x="464989" y="168084"/>
                </a:cubicBezTo>
                <a:cubicBezTo>
                  <a:pt x="467423" y="168084"/>
                  <a:pt x="468234" y="168896"/>
                  <a:pt x="468234" y="168084"/>
                </a:cubicBezTo>
                <a:cubicBezTo>
                  <a:pt x="468234" y="166460"/>
                  <a:pt x="480404" y="168896"/>
                  <a:pt x="480404" y="167272"/>
                </a:cubicBezTo>
                <a:cubicBezTo>
                  <a:pt x="480404" y="165648"/>
                  <a:pt x="482026" y="167272"/>
                  <a:pt x="483649" y="166460"/>
                </a:cubicBezTo>
                <a:cubicBezTo>
                  <a:pt x="484460" y="166460"/>
                  <a:pt x="484460" y="166460"/>
                  <a:pt x="483649" y="166460"/>
                </a:cubicBezTo>
                <a:cubicBezTo>
                  <a:pt x="483649" y="166460"/>
                  <a:pt x="483649" y="166460"/>
                  <a:pt x="484460" y="166460"/>
                </a:cubicBezTo>
                <a:cubicBezTo>
                  <a:pt x="487705" y="164837"/>
                  <a:pt x="495007" y="168084"/>
                  <a:pt x="496630" y="164025"/>
                </a:cubicBezTo>
                <a:cubicBezTo>
                  <a:pt x="497441" y="163213"/>
                  <a:pt x="497441" y="164025"/>
                  <a:pt x="497441" y="163213"/>
                </a:cubicBezTo>
                <a:cubicBezTo>
                  <a:pt x="497441" y="163213"/>
                  <a:pt x="497441" y="162401"/>
                  <a:pt x="496630" y="162401"/>
                </a:cubicBezTo>
                <a:cubicBezTo>
                  <a:pt x="495819" y="162401"/>
                  <a:pt x="495819" y="160777"/>
                  <a:pt x="496630" y="160777"/>
                </a:cubicBezTo>
                <a:cubicBezTo>
                  <a:pt x="503120" y="161589"/>
                  <a:pt x="501498" y="158341"/>
                  <a:pt x="506366" y="159153"/>
                </a:cubicBezTo>
                <a:cubicBezTo>
                  <a:pt x="515290" y="160777"/>
                  <a:pt x="512045" y="159153"/>
                  <a:pt x="515290" y="159965"/>
                </a:cubicBezTo>
                <a:cubicBezTo>
                  <a:pt x="516101" y="159965"/>
                  <a:pt x="517724" y="159965"/>
                  <a:pt x="517724" y="159965"/>
                </a:cubicBezTo>
                <a:cubicBezTo>
                  <a:pt x="517724" y="159965"/>
                  <a:pt x="520158" y="159965"/>
                  <a:pt x="522592" y="159965"/>
                </a:cubicBezTo>
                <a:cubicBezTo>
                  <a:pt x="532328" y="161589"/>
                  <a:pt x="523403" y="158341"/>
                  <a:pt x="520969" y="159153"/>
                </a:cubicBezTo>
                <a:cubicBezTo>
                  <a:pt x="520158" y="159153"/>
                  <a:pt x="516913" y="158341"/>
                  <a:pt x="520158" y="158341"/>
                </a:cubicBezTo>
                <a:cubicBezTo>
                  <a:pt x="524215" y="158341"/>
                  <a:pt x="537196" y="160777"/>
                  <a:pt x="537196" y="159965"/>
                </a:cubicBezTo>
                <a:cubicBezTo>
                  <a:pt x="536384" y="159153"/>
                  <a:pt x="539630" y="158341"/>
                  <a:pt x="539630" y="159153"/>
                </a:cubicBezTo>
                <a:cubicBezTo>
                  <a:pt x="539630" y="159965"/>
                  <a:pt x="538007" y="159153"/>
                  <a:pt x="538007" y="159153"/>
                </a:cubicBezTo>
                <a:cubicBezTo>
                  <a:pt x="538007" y="159965"/>
                  <a:pt x="542064" y="159965"/>
                  <a:pt x="542875" y="159965"/>
                </a:cubicBezTo>
                <a:cubicBezTo>
                  <a:pt x="543686" y="160777"/>
                  <a:pt x="544498" y="159153"/>
                  <a:pt x="543686" y="159153"/>
                </a:cubicBezTo>
                <a:cubicBezTo>
                  <a:pt x="540441" y="158341"/>
                  <a:pt x="546120" y="157530"/>
                  <a:pt x="546120" y="159153"/>
                </a:cubicBezTo>
                <a:cubicBezTo>
                  <a:pt x="546120" y="160777"/>
                  <a:pt x="552611" y="159965"/>
                  <a:pt x="552611" y="159965"/>
                </a:cubicBezTo>
                <a:cubicBezTo>
                  <a:pt x="560724" y="161589"/>
                  <a:pt x="547743" y="157530"/>
                  <a:pt x="513667" y="154282"/>
                </a:cubicBezTo>
                <a:cubicBezTo>
                  <a:pt x="503120" y="153470"/>
                  <a:pt x="503932" y="154282"/>
                  <a:pt x="499875" y="153470"/>
                </a:cubicBezTo>
                <a:cubicBezTo>
                  <a:pt x="495007" y="152658"/>
                  <a:pt x="494196" y="150223"/>
                  <a:pt x="498253" y="151035"/>
                </a:cubicBezTo>
                <a:cubicBezTo>
                  <a:pt x="500687" y="151846"/>
                  <a:pt x="499875" y="150223"/>
                  <a:pt x="501498" y="151035"/>
                </a:cubicBezTo>
                <a:cubicBezTo>
                  <a:pt x="503932" y="151846"/>
                  <a:pt x="502309" y="149411"/>
                  <a:pt x="501498" y="149411"/>
                </a:cubicBezTo>
                <a:cubicBezTo>
                  <a:pt x="500687" y="149411"/>
                  <a:pt x="481215" y="147787"/>
                  <a:pt x="484460" y="146975"/>
                </a:cubicBezTo>
                <a:cubicBezTo>
                  <a:pt x="486083" y="146163"/>
                  <a:pt x="485271" y="146975"/>
                  <a:pt x="479592" y="146163"/>
                </a:cubicBezTo>
                <a:cubicBezTo>
                  <a:pt x="472290" y="145351"/>
                  <a:pt x="480404" y="143728"/>
                  <a:pt x="501498" y="146975"/>
                </a:cubicBezTo>
                <a:cubicBezTo>
                  <a:pt x="503120" y="146975"/>
                  <a:pt x="502309" y="146163"/>
                  <a:pt x="501498" y="146163"/>
                </a:cubicBezTo>
                <a:cubicBezTo>
                  <a:pt x="501498" y="146163"/>
                  <a:pt x="489328" y="145351"/>
                  <a:pt x="490139" y="144540"/>
                </a:cubicBezTo>
                <a:cubicBezTo>
                  <a:pt x="490951" y="143728"/>
                  <a:pt x="507988" y="145351"/>
                  <a:pt x="507988" y="144540"/>
                </a:cubicBezTo>
                <a:cubicBezTo>
                  <a:pt x="507988" y="143728"/>
                  <a:pt x="507988" y="143728"/>
                  <a:pt x="507177" y="143728"/>
                </a:cubicBezTo>
                <a:cubicBezTo>
                  <a:pt x="509611" y="143728"/>
                  <a:pt x="513667" y="143728"/>
                  <a:pt x="518535" y="143728"/>
                </a:cubicBezTo>
                <a:cubicBezTo>
                  <a:pt x="527460" y="143728"/>
                  <a:pt x="525837" y="142104"/>
                  <a:pt x="525837" y="142916"/>
                </a:cubicBezTo>
                <a:cubicBezTo>
                  <a:pt x="525837" y="143728"/>
                  <a:pt x="599667" y="152658"/>
                  <a:pt x="581007" y="150223"/>
                </a:cubicBezTo>
                <a:cubicBezTo>
                  <a:pt x="557479" y="146163"/>
                  <a:pt x="572894" y="147787"/>
                  <a:pt x="572894" y="145351"/>
                </a:cubicBezTo>
                <a:cubicBezTo>
                  <a:pt x="572082" y="142104"/>
                  <a:pt x="653214" y="158341"/>
                  <a:pt x="653214" y="155906"/>
                </a:cubicBezTo>
                <a:cubicBezTo>
                  <a:pt x="653214" y="155094"/>
                  <a:pt x="651591" y="156718"/>
                  <a:pt x="670251" y="159965"/>
                </a:cubicBezTo>
                <a:cubicBezTo>
                  <a:pt x="679176" y="161589"/>
                  <a:pt x="697025" y="166460"/>
                  <a:pt x="697025" y="166460"/>
                </a:cubicBezTo>
                <a:cubicBezTo>
                  <a:pt x="731100" y="175391"/>
                  <a:pt x="686478" y="161589"/>
                  <a:pt x="686478" y="160777"/>
                </a:cubicBezTo>
                <a:cubicBezTo>
                  <a:pt x="686478" y="158341"/>
                  <a:pt x="717308" y="168896"/>
                  <a:pt x="717308" y="166460"/>
                </a:cubicBezTo>
                <a:cubicBezTo>
                  <a:pt x="717308" y="167272"/>
                  <a:pt x="716496" y="167272"/>
                  <a:pt x="713251" y="166460"/>
                </a:cubicBezTo>
              </a:path>
            </a:pathLst>
          </a:custGeom>
          <a:solidFill>
            <a:schemeClr val="bg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50" name="Freeform 549">
            <a:extLst>
              <a:ext uri="{FF2B5EF4-FFF2-40B4-BE49-F238E27FC236}">
                <a16:creationId xmlns:a16="http://schemas.microsoft.com/office/drawing/2014/main" id="{86F1403C-0661-E712-0316-95972B5AB2C0}"/>
              </a:ext>
            </a:extLst>
          </p:cNvPr>
          <p:cNvSpPr/>
          <p:nvPr/>
        </p:nvSpPr>
        <p:spPr>
          <a:xfrm>
            <a:off x="4264788" y="4508268"/>
            <a:ext cx="1740358" cy="211468"/>
          </a:xfrm>
          <a:custGeom>
            <a:avLst/>
            <a:gdLst>
              <a:gd name="connsiteX0" fmla="*/ 1123672 w 1219406"/>
              <a:gd name="connsiteY0" fmla="*/ 71040 h 148168"/>
              <a:gd name="connsiteX1" fmla="*/ 1118804 w 1219406"/>
              <a:gd name="connsiteY1" fmla="*/ 69416 h 148168"/>
              <a:gd name="connsiteX2" fmla="*/ 1123672 w 1219406"/>
              <a:gd name="connsiteY2" fmla="*/ 71040 h 148168"/>
              <a:gd name="connsiteX3" fmla="*/ 779674 w 1219406"/>
              <a:gd name="connsiteY3" fmla="*/ 406 h 148168"/>
              <a:gd name="connsiteX4" fmla="*/ 884334 w 1219406"/>
              <a:gd name="connsiteY4" fmla="*/ 7713 h 148168"/>
              <a:gd name="connsiteX5" fmla="*/ 884334 w 1219406"/>
              <a:gd name="connsiteY5" fmla="*/ 12584 h 148168"/>
              <a:gd name="connsiteX6" fmla="*/ 889202 w 1219406"/>
              <a:gd name="connsiteY6" fmla="*/ 9337 h 148168"/>
              <a:gd name="connsiteX7" fmla="*/ 894070 w 1219406"/>
              <a:gd name="connsiteY7" fmla="*/ 14208 h 148168"/>
              <a:gd name="connsiteX8" fmla="*/ 892447 w 1219406"/>
              <a:gd name="connsiteY8" fmla="*/ 10960 h 148168"/>
              <a:gd name="connsiteX9" fmla="*/ 900560 w 1219406"/>
              <a:gd name="connsiteY9" fmla="*/ 15832 h 148168"/>
              <a:gd name="connsiteX10" fmla="*/ 902183 w 1219406"/>
              <a:gd name="connsiteY10" fmla="*/ 10960 h 148168"/>
              <a:gd name="connsiteX11" fmla="*/ 953295 w 1219406"/>
              <a:gd name="connsiteY11" fmla="*/ 23139 h 148168"/>
              <a:gd name="connsiteX12" fmla="*/ 1051465 w 1219406"/>
              <a:gd name="connsiteY12" fmla="*/ 38564 h 148168"/>
              <a:gd name="connsiteX13" fmla="*/ 1071748 w 1219406"/>
              <a:gd name="connsiteY13" fmla="*/ 41812 h 148168"/>
              <a:gd name="connsiteX14" fmla="*/ 1092030 w 1219406"/>
              <a:gd name="connsiteY14" fmla="*/ 46683 h 148168"/>
              <a:gd name="connsiteX15" fmla="*/ 1110691 w 1219406"/>
              <a:gd name="connsiteY15" fmla="*/ 52366 h 148168"/>
              <a:gd name="connsiteX16" fmla="*/ 1122860 w 1219406"/>
              <a:gd name="connsiteY16" fmla="*/ 55614 h 148168"/>
              <a:gd name="connsiteX17" fmla="*/ 1163426 w 1219406"/>
              <a:gd name="connsiteY17" fmla="*/ 61297 h 148168"/>
              <a:gd name="connsiteX18" fmla="*/ 1165049 w 1219406"/>
              <a:gd name="connsiteY18" fmla="*/ 66168 h 148168"/>
              <a:gd name="connsiteX19" fmla="*/ 1175596 w 1219406"/>
              <a:gd name="connsiteY19" fmla="*/ 62921 h 148168"/>
              <a:gd name="connsiteX20" fmla="*/ 1185332 w 1219406"/>
              <a:gd name="connsiteY20" fmla="*/ 70228 h 148168"/>
              <a:gd name="connsiteX21" fmla="*/ 1205615 w 1219406"/>
              <a:gd name="connsiteY21" fmla="*/ 75099 h 148168"/>
              <a:gd name="connsiteX22" fmla="*/ 1219407 w 1219406"/>
              <a:gd name="connsiteY22" fmla="*/ 84030 h 148168"/>
              <a:gd name="connsiteX23" fmla="*/ 1190200 w 1219406"/>
              <a:gd name="connsiteY23" fmla="*/ 80782 h 148168"/>
              <a:gd name="connsiteX24" fmla="*/ 1180464 w 1219406"/>
              <a:gd name="connsiteY24" fmla="*/ 77535 h 148168"/>
              <a:gd name="connsiteX25" fmla="*/ 1160181 w 1219406"/>
              <a:gd name="connsiteY25" fmla="*/ 83218 h 148168"/>
              <a:gd name="connsiteX26" fmla="*/ 1158558 w 1219406"/>
              <a:gd name="connsiteY26" fmla="*/ 77535 h 148168"/>
              <a:gd name="connsiteX27" fmla="*/ 1126106 w 1219406"/>
              <a:gd name="connsiteY27" fmla="*/ 72663 h 148168"/>
              <a:gd name="connsiteX28" fmla="*/ 1152879 w 1219406"/>
              <a:gd name="connsiteY28" fmla="*/ 86465 h 148168"/>
              <a:gd name="connsiteX29" fmla="*/ 1156124 w 1219406"/>
              <a:gd name="connsiteY29" fmla="*/ 92148 h 148168"/>
              <a:gd name="connsiteX30" fmla="*/ 1159369 w 1219406"/>
              <a:gd name="connsiteY30" fmla="*/ 87277 h 148168"/>
              <a:gd name="connsiteX31" fmla="*/ 1213728 w 1219406"/>
              <a:gd name="connsiteY31" fmla="*/ 106762 h 148168"/>
              <a:gd name="connsiteX32" fmla="*/ 1174785 w 1219406"/>
              <a:gd name="connsiteY32" fmla="*/ 99455 h 148168"/>
              <a:gd name="connsiteX33" fmla="*/ 1110691 w 1219406"/>
              <a:gd name="connsiteY33" fmla="*/ 90525 h 148168"/>
              <a:gd name="connsiteX34" fmla="*/ 1109068 w 1219406"/>
              <a:gd name="connsiteY34" fmla="*/ 87277 h 148168"/>
              <a:gd name="connsiteX35" fmla="*/ 1095276 w 1219406"/>
              <a:gd name="connsiteY35" fmla="*/ 87277 h 148168"/>
              <a:gd name="connsiteX36" fmla="*/ 798334 w 1219406"/>
              <a:gd name="connsiteY36" fmla="*/ 57238 h 148168"/>
              <a:gd name="connsiteX37" fmla="*/ 501393 w 1219406"/>
              <a:gd name="connsiteY37" fmla="*/ 58861 h 148168"/>
              <a:gd name="connsiteX38" fmla="*/ 55981 w 1219406"/>
              <a:gd name="connsiteY38" fmla="*/ 140861 h 148168"/>
              <a:gd name="connsiteX39" fmla="*/ 18660 w 1219406"/>
              <a:gd name="connsiteY39" fmla="*/ 148168 h 148168"/>
              <a:gd name="connsiteX40" fmla="*/ 15415 w 1219406"/>
              <a:gd name="connsiteY40" fmla="*/ 134366 h 148168"/>
              <a:gd name="connsiteX41" fmla="*/ 3245 w 1219406"/>
              <a:gd name="connsiteY41" fmla="*/ 134366 h 148168"/>
              <a:gd name="connsiteX42" fmla="*/ 0 w 1219406"/>
              <a:gd name="connsiteY42" fmla="*/ 120564 h 148168"/>
              <a:gd name="connsiteX43" fmla="*/ 15415 w 1219406"/>
              <a:gd name="connsiteY43" fmla="*/ 106762 h 148168"/>
              <a:gd name="connsiteX44" fmla="*/ 15415 w 1219406"/>
              <a:gd name="connsiteY44" fmla="*/ 99455 h 148168"/>
              <a:gd name="connsiteX45" fmla="*/ 130622 w 1219406"/>
              <a:gd name="connsiteY45" fmla="*/ 57238 h 148168"/>
              <a:gd name="connsiteX46" fmla="*/ 332639 w 1219406"/>
              <a:gd name="connsiteY46" fmla="*/ 22327 h 148168"/>
              <a:gd name="connsiteX47" fmla="*/ 379696 w 1219406"/>
              <a:gd name="connsiteY47" fmla="*/ 20703 h 148168"/>
              <a:gd name="connsiteX48" fmla="*/ 454337 w 1219406"/>
              <a:gd name="connsiteY48" fmla="*/ 17455 h 148168"/>
              <a:gd name="connsiteX49" fmla="*/ 508695 w 1219406"/>
              <a:gd name="connsiteY49" fmla="*/ 12584 h 148168"/>
              <a:gd name="connsiteX50" fmla="*/ 795089 w 1219406"/>
              <a:gd name="connsiteY50" fmla="*/ 9337 h 148168"/>
              <a:gd name="connsiteX51" fmla="*/ 779674 w 1219406"/>
              <a:gd name="connsiteY51" fmla="*/ 406 h 14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19406" h="148168">
                <a:moveTo>
                  <a:pt x="1123672" y="71040"/>
                </a:moveTo>
                <a:cubicBezTo>
                  <a:pt x="1122049" y="71040"/>
                  <a:pt x="1120426" y="71040"/>
                  <a:pt x="1118804" y="69416"/>
                </a:cubicBezTo>
                <a:cubicBezTo>
                  <a:pt x="1117181" y="75911"/>
                  <a:pt x="1125294" y="75911"/>
                  <a:pt x="1123672" y="71040"/>
                </a:cubicBezTo>
                <a:moveTo>
                  <a:pt x="779674" y="406"/>
                </a:moveTo>
                <a:cubicBezTo>
                  <a:pt x="812127" y="-1218"/>
                  <a:pt x="849447" y="7713"/>
                  <a:pt x="884334" y="7713"/>
                </a:cubicBezTo>
                <a:cubicBezTo>
                  <a:pt x="884334" y="9337"/>
                  <a:pt x="884334" y="10960"/>
                  <a:pt x="884334" y="12584"/>
                </a:cubicBezTo>
                <a:cubicBezTo>
                  <a:pt x="887579" y="14208"/>
                  <a:pt x="887579" y="7713"/>
                  <a:pt x="889202" y="9337"/>
                </a:cubicBezTo>
                <a:cubicBezTo>
                  <a:pt x="892447" y="7713"/>
                  <a:pt x="889202" y="16644"/>
                  <a:pt x="894070" y="14208"/>
                </a:cubicBezTo>
                <a:cubicBezTo>
                  <a:pt x="895692" y="14208"/>
                  <a:pt x="894070" y="10960"/>
                  <a:pt x="892447" y="10960"/>
                </a:cubicBezTo>
                <a:cubicBezTo>
                  <a:pt x="894070" y="10960"/>
                  <a:pt x="898937" y="12584"/>
                  <a:pt x="900560" y="15832"/>
                </a:cubicBezTo>
                <a:cubicBezTo>
                  <a:pt x="903805" y="15832"/>
                  <a:pt x="897315" y="10149"/>
                  <a:pt x="902183" y="10960"/>
                </a:cubicBezTo>
                <a:cubicBezTo>
                  <a:pt x="917598" y="18267"/>
                  <a:pt x="936258" y="9337"/>
                  <a:pt x="953295" y="23139"/>
                </a:cubicBezTo>
                <a:cubicBezTo>
                  <a:pt x="982503" y="24762"/>
                  <a:pt x="1017389" y="30446"/>
                  <a:pt x="1051465" y="38564"/>
                </a:cubicBezTo>
                <a:cubicBezTo>
                  <a:pt x="1059578" y="40188"/>
                  <a:pt x="1065257" y="43436"/>
                  <a:pt x="1071748" y="41812"/>
                </a:cubicBezTo>
                <a:cubicBezTo>
                  <a:pt x="1076615" y="40188"/>
                  <a:pt x="1085540" y="45059"/>
                  <a:pt x="1092030" y="46683"/>
                </a:cubicBezTo>
                <a:cubicBezTo>
                  <a:pt x="1098521" y="48307"/>
                  <a:pt x="1105823" y="52366"/>
                  <a:pt x="1110691" y="52366"/>
                </a:cubicBezTo>
                <a:cubicBezTo>
                  <a:pt x="1107445" y="52366"/>
                  <a:pt x="1124483" y="47495"/>
                  <a:pt x="1122860" y="55614"/>
                </a:cubicBezTo>
                <a:cubicBezTo>
                  <a:pt x="1135030" y="52366"/>
                  <a:pt x="1151256" y="61297"/>
                  <a:pt x="1163426" y="61297"/>
                </a:cubicBezTo>
                <a:cubicBezTo>
                  <a:pt x="1165049" y="61297"/>
                  <a:pt x="1165049" y="64544"/>
                  <a:pt x="1165049" y="66168"/>
                </a:cubicBezTo>
                <a:cubicBezTo>
                  <a:pt x="1168294" y="61297"/>
                  <a:pt x="1173162" y="67792"/>
                  <a:pt x="1175596" y="62921"/>
                </a:cubicBezTo>
                <a:cubicBezTo>
                  <a:pt x="1177219" y="71851"/>
                  <a:pt x="1182086" y="59673"/>
                  <a:pt x="1185332" y="70228"/>
                </a:cubicBezTo>
                <a:cubicBezTo>
                  <a:pt x="1190200" y="64544"/>
                  <a:pt x="1197501" y="73475"/>
                  <a:pt x="1205615" y="75099"/>
                </a:cubicBezTo>
                <a:cubicBezTo>
                  <a:pt x="1210482" y="76723"/>
                  <a:pt x="1219407" y="73475"/>
                  <a:pt x="1219407" y="84030"/>
                </a:cubicBezTo>
                <a:cubicBezTo>
                  <a:pt x="1214539" y="84030"/>
                  <a:pt x="1207237" y="88901"/>
                  <a:pt x="1190200" y="80782"/>
                </a:cubicBezTo>
                <a:cubicBezTo>
                  <a:pt x="1193445" y="84030"/>
                  <a:pt x="1182086" y="84030"/>
                  <a:pt x="1180464" y="77535"/>
                </a:cubicBezTo>
                <a:cubicBezTo>
                  <a:pt x="1175596" y="86465"/>
                  <a:pt x="1165049" y="74287"/>
                  <a:pt x="1160181" y="83218"/>
                </a:cubicBezTo>
                <a:cubicBezTo>
                  <a:pt x="1156936" y="81594"/>
                  <a:pt x="1160181" y="79970"/>
                  <a:pt x="1158558" y="77535"/>
                </a:cubicBezTo>
                <a:cubicBezTo>
                  <a:pt x="1146389" y="80782"/>
                  <a:pt x="1138275" y="72663"/>
                  <a:pt x="1126106" y="72663"/>
                </a:cubicBezTo>
                <a:cubicBezTo>
                  <a:pt x="1134219" y="83218"/>
                  <a:pt x="1141521" y="86465"/>
                  <a:pt x="1152879" y="86465"/>
                </a:cubicBezTo>
                <a:cubicBezTo>
                  <a:pt x="1156124" y="88089"/>
                  <a:pt x="1152879" y="89713"/>
                  <a:pt x="1156124" y="92148"/>
                </a:cubicBezTo>
                <a:cubicBezTo>
                  <a:pt x="1159369" y="90525"/>
                  <a:pt x="1157747" y="88901"/>
                  <a:pt x="1159369" y="87277"/>
                </a:cubicBezTo>
                <a:cubicBezTo>
                  <a:pt x="1173162" y="96208"/>
                  <a:pt x="1199935" y="96208"/>
                  <a:pt x="1213728" y="106762"/>
                </a:cubicBezTo>
                <a:cubicBezTo>
                  <a:pt x="1201558" y="103515"/>
                  <a:pt x="1184520" y="108386"/>
                  <a:pt x="1174785" y="99455"/>
                </a:cubicBezTo>
                <a:cubicBezTo>
                  <a:pt x="1159369" y="101079"/>
                  <a:pt x="1130973" y="96208"/>
                  <a:pt x="1110691" y="90525"/>
                </a:cubicBezTo>
                <a:cubicBezTo>
                  <a:pt x="1109068" y="90525"/>
                  <a:pt x="1105823" y="92148"/>
                  <a:pt x="1109068" y="87277"/>
                </a:cubicBezTo>
                <a:cubicBezTo>
                  <a:pt x="1104200" y="90525"/>
                  <a:pt x="1099332" y="88901"/>
                  <a:pt x="1095276" y="87277"/>
                </a:cubicBezTo>
                <a:cubicBezTo>
                  <a:pt x="1000352" y="67792"/>
                  <a:pt x="888390" y="61297"/>
                  <a:pt x="798334" y="57238"/>
                </a:cubicBezTo>
                <a:cubicBezTo>
                  <a:pt x="696920" y="52366"/>
                  <a:pt x="601996" y="51554"/>
                  <a:pt x="501393" y="58861"/>
                </a:cubicBezTo>
                <a:cubicBezTo>
                  <a:pt x="343998" y="69416"/>
                  <a:pt x="197961" y="107574"/>
                  <a:pt x="55981" y="140861"/>
                </a:cubicBezTo>
                <a:cubicBezTo>
                  <a:pt x="43811" y="144109"/>
                  <a:pt x="30830" y="148168"/>
                  <a:pt x="18660" y="148168"/>
                </a:cubicBezTo>
                <a:cubicBezTo>
                  <a:pt x="15415" y="146544"/>
                  <a:pt x="12170" y="140861"/>
                  <a:pt x="15415" y="134366"/>
                </a:cubicBezTo>
                <a:cubicBezTo>
                  <a:pt x="10547" y="132742"/>
                  <a:pt x="7302" y="135990"/>
                  <a:pt x="3245" y="134366"/>
                </a:cubicBezTo>
                <a:cubicBezTo>
                  <a:pt x="1623" y="131119"/>
                  <a:pt x="0" y="125435"/>
                  <a:pt x="0" y="120564"/>
                </a:cubicBezTo>
                <a:cubicBezTo>
                  <a:pt x="4868" y="113257"/>
                  <a:pt x="9736" y="108386"/>
                  <a:pt x="15415" y="106762"/>
                </a:cubicBezTo>
                <a:cubicBezTo>
                  <a:pt x="17038" y="103515"/>
                  <a:pt x="15415" y="103515"/>
                  <a:pt x="15415" y="99455"/>
                </a:cubicBezTo>
                <a:cubicBezTo>
                  <a:pt x="49490" y="78346"/>
                  <a:pt x="88433" y="59673"/>
                  <a:pt x="130622" y="57238"/>
                </a:cubicBezTo>
                <a:cubicBezTo>
                  <a:pt x="197150" y="49931"/>
                  <a:pt x="267734" y="29634"/>
                  <a:pt x="332639" y="22327"/>
                </a:cubicBezTo>
                <a:cubicBezTo>
                  <a:pt x="348054" y="20703"/>
                  <a:pt x="361847" y="20703"/>
                  <a:pt x="379696" y="20703"/>
                </a:cubicBezTo>
                <a:cubicBezTo>
                  <a:pt x="399979" y="19079"/>
                  <a:pt x="427563" y="15020"/>
                  <a:pt x="454337" y="17455"/>
                </a:cubicBezTo>
                <a:cubicBezTo>
                  <a:pt x="469751" y="19079"/>
                  <a:pt x="490034" y="12584"/>
                  <a:pt x="508695" y="12584"/>
                </a:cubicBezTo>
                <a:cubicBezTo>
                  <a:pt x="600373" y="7713"/>
                  <a:pt x="705033" y="5277"/>
                  <a:pt x="795089" y="9337"/>
                </a:cubicBezTo>
                <a:cubicBezTo>
                  <a:pt x="789410" y="-6089"/>
                  <a:pt x="784542" y="2842"/>
                  <a:pt x="779674" y="406"/>
                </a:cubicBezTo>
              </a:path>
            </a:pathLst>
          </a:custGeom>
          <a:solidFill>
            <a:schemeClr val="tx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51" name="Freeform 550">
            <a:extLst>
              <a:ext uri="{FF2B5EF4-FFF2-40B4-BE49-F238E27FC236}">
                <a16:creationId xmlns:a16="http://schemas.microsoft.com/office/drawing/2014/main" id="{11FB6A7D-19D7-8A3C-7EBB-15688CD27765}"/>
              </a:ext>
            </a:extLst>
          </p:cNvPr>
          <p:cNvSpPr/>
          <p:nvPr/>
        </p:nvSpPr>
        <p:spPr>
          <a:xfrm rot="164538">
            <a:off x="4320042" y="4863703"/>
            <a:ext cx="1702148" cy="400920"/>
          </a:xfrm>
          <a:custGeom>
            <a:avLst/>
            <a:gdLst>
              <a:gd name="connsiteX0" fmla="*/ 1059578 w 1192633"/>
              <a:gd name="connsiteY0" fmla="*/ 0 h 280910"/>
              <a:gd name="connsiteX1" fmla="*/ 1054710 w 1192633"/>
              <a:gd name="connsiteY1" fmla="*/ 0 h 280910"/>
              <a:gd name="connsiteX2" fmla="*/ 1059578 w 1192633"/>
              <a:gd name="connsiteY2" fmla="*/ 0 h 280910"/>
              <a:gd name="connsiteX3" fmla="*/ 766693 w 1192633"/>
              <a:gd name="connsiteY3" fmla="*/ 176990 h 280910"/>
              <a:gd name="connsiteX4" fmla="*/ 868918 w 1192633"/>
              <a:gd name="connsiteY4" fmla="*/ 177802 h 280910"/>
              <a:gd name="connsiteX5" fmla="*/ 868918 w 1192633"/>
              <a:gd name="connsiteY5" fmla="*/ 180237 h 280910"/>
              <a:gd name="connsiteX6" fmla="*/ 873786 w 1192633"/>
              <a:gd name="connsiteY6" fmla="*/ 177802 h 280910"/>
              <a:gd name="connsiteX7" fmla="*/ 878654 w 1192633"/>
              <a:gd name="connsiteY7" fmla="*/ 180237 h 280910"/>
              <a:gd name="connsiteX8" fmla="*/ 877843 w 1192633"/>
              <a:gd name="connsiteY8" fmla="*/ 178614 h 280910"/>
              <a:gd name="connsiteX9" fmla="*/ 885145 w 1192633"/>
              <a:gd name="connsiteY9" fmla="*/ 181049 h 280910"/>
              <a:gd name="connsiteX10" fmla="*/ 886767 w 1192633"/>
              <a:gd name="connsiteY10" fmla="*/ 178614 h 280910"/>
              <a:gd name="connsiteX11" fmla="*/ 937069 w 1192633"/>
              <a:gd name="connsiteY11" fmla="*/ 183485 h 280910"/>
              <a:gd name="connsiteX12" fmla="*/ 1031993 w 1192633"/>
              <a:gd name="connsiteY12" fmla="*/ 188356 h 280910"/>
              <a:gd name="connsiteX13" fmla="*/ 1050653 w 1192633"/>
              <a:gd name="connsiteY13" fmla="*/ 189980 h 280910"/>
              <a:gd name="connsiteX14" fmla="*/ 1070936 w 1192633"/>
              <a:gd name="connsiteY14" fmla="*/ 191604 h 280910"/>
              <a:gd name="connsiteX15" fmla="*/ 1088785 w 1192633"/>
              <a:gd name="connsiteY15" fmla="*/ 194851 h 280910"/>
              <a:gd name="connsiteX16" fmla="*/ 1100143 w 1192633"/>
              <a:gd name="connsiteY16" fmla="*/ 195663 h 280910"/>
              <a:gd name="connsiteX17" fmla="*/ 1139898 w 1192633"/>
              <a:gd name="connsiteY17" fmla="*/ 198099 h 280910"/>
              <a:gd name="connsiteX18" fmla="*/ 1141520 w 1192633"/>
              <a:gd name="connsiteY18" fmla="*/ 200534 h 280910"/>
              <a:gd name="connsiteX19" fmla="*/ 1152068 w 1192633"/>
              <a:gd name="connsiteY19" fmla="*/ 198911 h 280910"/>
              <a:gd name="connsiteX20" fmla="*/ 1160181 w 1192633"/>
              <a:gd name="connsiteY20" fmla="*/ 202158 h 280910"/>
              <a:gd name="connsiteX21" fmla="*/ 1178841 w 1192633"/>
              <a:gd name="connsiteY21" fmla="*/ 204594 h 280910"/>
              <a:gd name="connsiteX22" fmla="*/ 1192633 w 1192633"/>
              <a:gd name="connsiteY22" fmla="*/ 209465 h 280910"/>
              <a:gd name="connsiteX23" fmla="*/ 1164237 w 1192633"/>
              <a:gd name="connsiteY23" fmla="*/ 208653 h 280910"/>
              <a:gd name="connsiteX24" fmla="*/ 1155313 w 1192633"/>
              <a:gd name="connsiteY24" fmla="*/ 207841 h 280910"/>
              <a:gd name="connsiteX25" fmla="*/ 1135841 w 1192633"/>
              <a:gd name="connsiteY25" fmla="*/ 211901 h 280910"/>
              <a:gd name="connsiteX26" fmla="*/ 1134219 w 1192633"/>
              <a:gd name="connsiteY26" fmla="*/ 208653 h 280910"/>
              <a:gd name="connsiteX27" fmla="*/ 1101766 w 1192633"/>
              <a:gd name="connsiteY27" fmla="*/ 207029 h 280910"/>
              <a:gd name="connsiteX28" fmla="*/ 1126917 w 1192633"/>
              <a:gd name="connsiteY28" fmla="*/ 213524 h 280910"/>
              <a:gd name="connsiteX29" fmla="*/ 1129351 w 1192633"/>
              <a:gd name="connsiteY29" fmla="*/ 216772 h 280910"/>
              <a:gd name="connsiteX30" fmla="*/ 1132596 w 1192633"/>
              <a:gd name="connsiteY30" fmla="*/ 213524 h 280910"/>
              <a:gd name="connsiteX31" fmla="*/ 1185331 w 1192633"/>
              <a:gd name="connsiteY31" fmla="*/ 222455 h 280910"/>
              <a:gd name="connsiteX32" fmla="*/ 1147200 w 1192633"/>
              <a:gd name="connsiteY32" fmla="*/ 219208 h 280910"/>
              <a:gd name="connsiteX33" fmla="*/ 1084728 w 1192633"/>
              <a:gd name="connsiteY33" fmla="*/ 215960 h 280910"/>
              <a:gd name="connsiteX34" fmla="*/ 1083106 w 1192633"/>
              <a:gd name="connsiteY34" fmla="*/ 214336 h 280910"/>
              <a:gd name="connsiteX35" fmla="*/ 1068502 w 1192633"/>
              <a:gd name="connsiteY35" fmla="*/ 214336 h 280910"/>
              <a:gd name="connsiteX36" fmla="*/ 778863 w 1192633"/>
              <a:gd name="connsiteY36" fmla="*/ 207029 h 280910"/>
              <a:gd name="connsiteX37" fmla="*/ 489223 w 1192633"/>
              <a:gd name="connsiteY37" fmla="*/ 216772 h 280910"/>
              <a:gd name="connsiteX38" fmla="*/ 55981 w 1192633"/>
              <a:gd name="connsiteY38" fmla="*/ 275227 h 280910"/>
              <a:gd name="connsiteX39" fmla="*/ 18660 w 1192633"/>
              <a:gd name="connsiteY39" fmla="*/ 280910 h 280910"/>
              <a:gd name="connsiteX40" fmla="*/ 15415 w 1192633"/>
              <a:gd name="connsiteY40" fmla="*/ 273604 h 280910"/>
              <a:gd name="connsiteX41" fmla="*/ 3245 w 1192633"/>
              <a:gd name="connsiteY41" fmla="*/ 273604 h 280910"/>
              <a:gd name="connsiteX42" fmla="*/ 0 w 1192633"/>
              <a:gd name="connsiteY42" fmla="*/ 266297 h 280910"/>
              <a:gd name="connsiteX43" fmla="*/ 15415 w 1192633"/>
              <a:gd name="connsiteY43" fmla="*/ 258178 h 280910"/>
              <a:gd name="connsiteX44" fmla="*/ 15415 w 1192633"/>
              <a:gd name="connsiteY44" fmla="*/ 254118 h 280910"/>
              <a:gd name="connsiteX45" fmla="*/ 126565 w 1192633"/>
              <a:gd name="connsiteY45" fmla="*/ 226515 h 280910"/>
              <a:gd name="connsiteX46" fmla="*/ 323715 w 1192633"/>
              <a:gd name="connsiteY46" fmla="*/ 200534 h 280910"/>
              <a:gd name="connsiteX47" fmla="*/ 369148 w 1192633"/>
              <a:gd name="connsiteY47" fmla="*/ 198099 h 280910"/>
              <a:gd name="connsiteX48" fmla="*/ 441355 w 1192633"/>
              <a:gd name="connsiteY48" fmla="*/ 194039 h 280910"/>
              <a:gd name="connsiteX49" fmla="*/ 494091 w 1192633"/>
              <a:gd name="connsiteY49" fmla="*/ 189980 h 280910"/>
              <a:gd name="connsiteX50" fmla="*/ 773183 w 1192633"/>
              <a:gd name="connsiteY50" fmla="*/ 179425 h 280910"/>
              <a:gd name="connsiteX51" fmla="*/ 766693 w 1192633"/>
              <a:gd name="connsiteY51" fmla="*/ 176990 h 28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92633" h="280910">
                <a:moveTo>
                  <a:pt x="1059578" y="0"/>
                </a:moveTo>
                <a:cubicBezTo>
                  <a:pt x="1057955" y="0"/>
                  <a:pt x="1056332" y="0"/>
                  <a:pt x="1054710" y="0"/>
                </a:cubicBezTo>
                <a:cubicBezTo>
                  <a:pt x="1053899" y="3247"/>
                  <a:pt x="1060389" y="3247"/>
                  <a:pt x="1059578" y="0"/>
                </a:cubicBezTo>
                <a:moveTo>
                  <a:pt x="766693" y="176990"/>
                </a:moveTo>
                <a:cubicBezTo>
                  <a:pt x="798334" y="174554"/>
                  <a:pt x="834843" y="179425"/>
                  <a:pt x="868918" y="177802"/>
                </a:cubicBezTo>
                <a:cubicBezTo>
                  <a:pt x="868918" y="178614"/>
                  <a:pt x="868918" y="179425"/>
                  <a:pt x="868918" y="180237"/>
                </a:cubicBezTo>
                <a:cubicBezTo>
                  <a:pt x="871353" y="180237"/>
                  <a:pt x="871353" y="177802"/>
                  <a:pt x="873786" y="177802"/>
                </a:cubicBezTo>
                <a:cubicBezTo>
                  <a:pt x="877032" y="176990"/>
                  <a:pt x="873786" y="181861"/>
                  <a:pt x="878654" y="180237"/>
                </a:cubicBezTo>
                <a:cubicBezTo>
                  <a:pt x="880277" y="180237"/>
                  <a:pt x="878654" y="178614"/>
                  <a:pt x="877843" y="178614"/>
                </a:cubicBezTo>
                <a:cubicBezTo>
                  <a:pt x="879466" y="178614"/>
                  <a:pt x="883522" y="178614"/>
                  <a:pt x="885145" y="181049"/>
                </a:cubicBezTo>
                <a:cubicBezTo>
                  <a:pt x="888390" y="181049"/>
                  <a:pt x="882711" y="177802"/>
                  <a:pt x="886767" y="178614"/>
                </a:cubicBezTo>
                <a:cubicBezTo>
                  <a:pt x="902182" y="181861"/>
                  <a:pt x="920031" y="176990"/>
                  <a:pt x="937069" y="183485"/>
                </a:cubicBezTo>
                <a:cubicBezTo>
                  <a:pt x="966276" y="183485"/>
                  <a:pt x="998729" y="185921"/>
                  <a:pt x="1031993" y="188356"/>
                </a:cubicBezTo>
                <a:cubicBezTo>
                  <a:pt x="1039295" y="189168"/>
                  <a:pt x="1045785" y="189980"/>
                  <a:pt x="1050653" y="189980"/>
                </a:cubicBezTo>
                <a:cubicBezTo>
                  <a:pt x="1055521" y="189168"/>
                  <a:pt x="1065257" y="190792"/>
                  <a:pt x="1070936" y="191604"/>
                </a:cubicBezTo>
                <a:cubicBezTo>
                  <a:pt x="1077427" y="192416"/>
                  <a:pt x="1083917" y="194851"/>
                  <a:pt x="1088785" y="194851"/>
                </a:cubicBezTo>
                <a:cubicBezTo>
                  <a:pt x="1085540" y="194851"/>
                  <a:pt x="1102577" y="192416"/>
                  <a:pt x="1100143" y="195663"/>
                </a:cubicBezTo>
                <a:cubicBezTo>
                  <a:pt x="1112313" y="193227"/>
                  <a:pt x="1127728" y="198099"/>
                  <a:pt x="1139898" y="198099"/>
                </a:cubicBezTo>
                <a:cubicBezTo>
                  <a:pt x="1142332" y="198099"/>
                  <a:pt x="1141520" y="198911"/>
                  <a:pt x="1141520" y="200534"/>
                </a:cubicBezTo>
                <a:cubicBezTo>
                  <a:pt x="1144766" y="197287"/>
                  <a:pt x="1149634" y="201346"/>
                  <a:pt x="1152068" y="198911"/>
                </a:cubicBezTo>
                <a:cubicBezTo>
                  <a:pt x="1152879" y="203782"/>
                  <a:pt x="1158558" y="197287"/>
                  <a:pt x="1160181" y="202158"/>
                </a:cubicBezTo>
                <a:cubicBezTo>
                  <a:pt x="1165860" y="198099"/>
                  <a:pt x="1172351" y="202970"/>
                  <a:pt x="1178841" y="204594"/>
                </a:cubicBezTo>
                <a:cubicBezTo>
                  <a:pt x="1183709" y="205406"/>
                  <a:pt x="1191822" y="202970"/>
                  <a:pt x="1192633" y="209465"/>
                </a:cubicBezTo>
                <a:cubicBezTo>
                  <a:pt x="1187766" y="209465"/>
                  <a:pt x="1179652" y="211901"/>
                  <a:pt x="1164237" y="208653"/>
                </a:cubicBezTo>
                <a:cubicBezTo>
                  <a:pt x="1166671" y="210277"/>
                  <a:pt x="1156124" y="211089"/>
                  <a:pt x="1155313" y="207841"/>
                </a:cubicBezTo>
                <a:cubicBezTo>
                  <a:pt x="1151256" y="212713"/>
                  <a:pt x="1139898" y="206218"/>
                  <a:pt x="1135841" y="211901"/>
                </a:cubicBezTo>
                <a:cubicBezTo>
                  <a:pt x="1132596" y="211089"/>
                  <a:pt x="1135841" y="210277"/>
                  <a:pt x="1134219" y="208653"/>
                </a:cubicBezTo>
                <a:cubicBezTo>
                  <a:pt x="1122049" y="211089"/>
                  <a:pt x="1113936" y="206218"/>
                  <a:pt x="1101766" y="207029"/>
                </a:cubicBezTo>
                <a:cubicBezTo>
                  <a:pt x="1108256" y="212713"/>
                  <a:pt x="1117181" y="213524"/>
                  <a:pt x="1126917" y="213524"/>
                </a:cubicBezTo>
                <a:cubicBezTo>
                  <a:pt x="1130162" y="213524"/>
                  <a:pt x="1126917" y="215148"/>
                  <a:pt x="1129351" y="216772"/>
                </a:cubicBezTo>
                <a:cubicBezTo>
                  <a:pt x="1132596" y="215960"/>
                  <a:pt x="1130973" y="215148"/>
                  <a:pt x="1132596" y="213524"/>
                </a:cubicBezTo>
                <a:cubicBezTo>
                  <a:pt x="1146388" y="218396"/>
                  <a:pt x="1171539" y="216772"/>
                  <a:pt x="1185331" y="222455"/>
                </a:cubicBezTo>
                <a:cubicBezTo>
                  <a:pt x="1173973" y="221643"/>
                  <a:pt x="1156935" y="224079"/>
                  <a:pt x="1147200" y="219208"/>
                </a:cubicBezTo>
                <a:cubicBezTo>
                  <a:pt x="1130973" y="220019"/>
                  <a:pt x="1105011" y="219208"/>
                  <a:pt x="1084728" y="215960"/>
                </a:cubicBezTo>
                <a:cubicBezTo>
                  <a:pt x="1083106" y="215960"/>
                  <a:pt x="1079860" y="216772"/>
                  <a:pt x="1083106" y="214336"/>
                </a:cubicBezTo>
                <a:cubicBezTo>
                  <a:pt x="1079049" y="215960"/>
                  <a:pt x="1074993" y="215148"/>
                  <a:pt x="1068502" y="214336"/>
                </a:cubicBezTo>
                <a:cubicBezTo>
                  <a:pt x="975201" y="207029"/>
                  <a:pt x="867296" y="206218"/>
                  <a:pt x="778863" y="207029"/>
                </a:cubicBezTo>
                <a:cubicBezTo>
                  <a:pt x="679882" y="207029"/>
                  <a:pt x="587392" y="210277"/>
                  <a:pt x="489223" y="216772"/>
                </a:cubicBezTo>
                <a:cubicBezTo>
                  <a:pt x="335884" y="227326"/>
                  <a:pt x="193093" y="253307"/>
                  <a:pt x="55981" y="275227"/>
                </a:cubicBezTo>
                <a:cubicBezTo>
                  <a:pt x="43811" y="277663"/>
                  <a:pt x="31641" y="280099"/>
                  <a:pt x="18660" y="280910"/>
                </a:cubicBezTo>
                <a:cubicBezTo>
                  <a:pt x="15415" y="280099"/>
                  <a:pt x="12170" y="276851"/>
                  <a:pt x="15415" y="273604"/>
                </a:cubicBezTo>
                <a:cubicBezTo>
                  <a:pt x="10547" y="272792"/>
                  <a:pt x="8113" y="274415"/>
                  <a:pt x="3245" y="273604"/>
                </a:cubicBezTo>
                <a:cubicBezTo>
                  <a:pt x="1622" y="271980"/>
                  <a:pt x="811" y="268732"/>
                  <a:pt x="0" y="266297"/>
                </a:cubicBezTo>
                <a:cubicBezTo>
                  <a:pt x="4057" y="262237"/>
                  <a:pt x="8924" y="259802"/>
                  <a:pt x="15415" y="258178"/>
                </a:cubicBezTo>
                <a:cubicBezTo>
                  <a:pt x="17037" y="256554"/>
                  <a:pt x="15415" y="256554"/>
                  <a:pt x="15415" y="254118"/>
                </a:cubicBezTo>
                <a:cubicBezTo>
                  <a:pt x="48679" y="241128"/>
                  <a:pt x="86811" y="230574"/>
                  <a:pt x="126565" y="226515"/>
                </a:cubicBezTo>
                <a:cubicBezTo>
                  <a:pt x="192282" y="220019"/>
                  <a:pt x="259621" y="207029"/>
                  <a:pt x="323715" y="200534"/>
                </a:cubicBezTo>
                <a:cubicBezTo>
                  <a:pt x="339130" y="198911"/>
                  <a:pt x="352922" y="198911"/>
                  <a:pt x="369148" y="198099"/>
                </a:cubicBezTo>
                <a:cubicBezTo>
                  <a:pt x="389431" y="197287"/>
                  <a:pt x="416205" y="193227"/>
                  <a:pt x="441355" y="194039"/>
                </a:cubicBezTo>
                <a:cubicBezTo>
                  <a:pt x="456770" y="194851"/>
                  <a:pt x="475431" y="190792"/>
                  <a:pt x="494091" y="189980"/>
                </a:cubicBezTo>
                <a:cubicBezTo>
                  <a:pt x="582524" y="185109"/>
                  <a:pt x="685561" y="179425"/>
                  <a:pt x="773183" y="179425"/>
                </a:cubicBezTo>
                <a:cubicBezTo>
                  <a:pt x="774806" y="174554"/>
                  <a:pt x="769938" y="179425"/>
                  <a:pt x="766693" y="176990"/>
                </a:cubicBezTo>
              </a:path>
            </a:pathLst>
          </a:custGeom>
          <a:solidFill>
            <a:schemeClr val="accent1"/>
          </a:solidFill>
          <a:ln w="8113" cap="flat">
            <a:noFill/>
            <a:prstDash val="solid"/>
            <a:miter/>
          </a:ln>
        </p:spPr>
        <p:txBody>
          <a:bodyPr rtlCol="0" anchor="ctr"/>
          <a:lstStyle/>
          <a:p>
            <a:endParaRPr lang="en-US" dirty="0">
              <a:latin typeface="Proxima Nova Rg" panose="02000506030000020004" pitchFamily="2" charset="77"/>
            </a:endParaRPr>
          </a:p>
        </p:txBody>
      </p:sp>
      <p:sp>
        <p:nvSpPr>
          <p:cNvPr id="552" name="Freeform 551">
            <a:extLst>
              <a:ext uri="{FF2B5EF4-FFF2-40B4-BE49-F238E27FC236}">
                <a16:creationId xmlns:a16="http://schemas.microsoft.com/office/drawing/2014/main" id="{FA517348-18DC-1A45-9265-4EDEF79F4D62}"/>
              </a:ext>
            </a:extLst>
          </p:cNvPr>
          <p:cNvSpPr/>
          <p:nvPr/>
        </p:nvSpPr>
        <p:spPr>
          <a:xfrm>
            <a:off x="4227180" y="4181875"/>
            <a:ext cx="1643548" cy="149347"/>
          </a:xfrm>
          <a:custGeom>
            <a:avLst/>
            <a:gdLst>
              <a:gd name="connsiteX0" fmla="*/ 1145045 w 1151574"/>
              <a:gd name="connsiteY0" fmla="*/ 43030 h 104642"/>
              <a:gd name="connsiteX1" fmla="*/ 1147479 w 1151574"/>
              <a:gd name="connsiteY1" fmla="*/ 43030 h 104642"/>
              <a:gd name="connsiteX2" fmla="*/ 1120705 w 1151574"/>
              <a:gd name="connsiteY2" fmla="*/ 41406 h 104642"/>
              <a:gd name="connsiteX3" fmla="*/ 1145045 w 1151574"/>
              <a:gd name="connsiteY3" fmla="*/ 43030 h 104642"/>
              <a:gd name="connsiteX4" fmla="*/ 1123950 w 1151574"/>
              <a:gd name="connsiteY4" fmla="*/ 39782 h 104642"/>
              <a:gd name="connsiteX5" fmla="*/ 1106913 w 1151574"/>
              <a:gd name="connsiteY5" fmla="*/ 38158 h 104642"/>
              <a:gd name="connsiteX6" fmla="*/ 1085007 w 1151574"/>
              <a:gd name="connsiteY6" fmla="*/ 36535 h 104642"/>
              <a:gd name="connsiteX7" fmla="*/ 1083385 w 1151574"/>
              <a:gd name="connsiteY7" fmla="*/ 36535 h 104642"/>
              <a:gd name="connsiteX8" fmla="*/ 1083385 w 1151574"/>
              <a:gd name="connsiteY8" fmla="*/ 36535 h 104642"/>
              <a:gd name="connsiteX9" fmla="*/ 1085819 w 1151574"/>
              <a:gd name="connsiteY9" fmla="*/ 36535 h 104642"/>
              <a:gd name="connsiteX10" fmla="*/ 1089875 w 1151574"/>
              <a:gd name="connsiteY10" fmla="*/ 36535 h 104642"/>
              <a:gd name="connsiteX11" fmla="*/ 1080139 w 1151574"/>
              <a:gd name="connsiteY11" fmla="*/ 34911 h 104642"/>
              <a:gd name="connsiteX12" fmla="*/ 1078517 w 1151574"/>
              <a:gd name="connsiteY12" fmla="*/ 34911 h 104642"/>
              <a:gd name="connsiteX13" fmla="*/ 1076894 w 1151574"/>
              <a:gd name="connsiteY13" fmla="*/ 34911 h 104642"/>
              <a:gd name="connsiteX14" fmla="*/ 1075271 w 1151574"/>
              <a:gd name="connsiteY14" fmla="*/ 34911 h 104642"/>
              <a:gd name="connsiteX15" fmla="*/ 1092309 w 1151574"/>
              <a:gd name="connsiteY15" fmla="*/ 34911 h 104642"/>
              <a:gd name="connsiteX16" fmla="*/ 1097988 w 1151574"/>
              <a:gd name="connsiteY16" fmla="*/ 34911 h 104642"/>
              <a:gd name="connsiteX17" fmla="*/ 1102045 w 1151574"/>
              <a:gd name="connsiteY17" fmla="*/ 34911 h 104642"/>
              <a:gd name="connsiteX18" fmla="*/ 1103668 w 1151574"/>
              <a:gd name="connsiteY18" fmla="*/ 34911 h 104642"/>
              <a:gd name="connsiteX19" fmla="*/ 1105290 w 1151574"/>
              <a:gd name="connsiteY19" fmla="*/ 34911 h 104642"/>
              <a:gd name="connsiteX20" fmla="*/ 1084196 w 1151574"/>
              <a:gd name="connsiteY20" fmla="*/ 31663 h 104642"/>
              <a:gd name="connsiteX21" fmla="*/ 1092309 w 1151574"/>
              <a:gd name="connsiteY21" fmla="*/ 31663 h 104642"/>
              <a:gd name="connsiteX22" fmla="*/ 1092309 w 1151574"/>
              <a:gd name="connsiteY22" fmla="*/ 31663 h 104642"/>
              <a:gd name="connsiteX23" fmla="*/ 1093932 w 1151574"/>
              <a:gd name="connsiteY23" fmla="*/ 30040 h 104642"/>
              <a:gd name="connsiteX24" fmla="*/ 1082573 w 1151574"/>
              <a:gd name="connsiteY24" fmla="*/ 28416 h 104642"/>
              <a:gd name="connsiteX25" fmla="*/ 1064724 w 1151574"/>
              <a:gd name="connsiteY25" fmla="*/ 26792 h 104642"/>
              <a:gd name="connsiteX26" fmla="*/ 1070404 w 1151574"/>
              <a:gd name="connsiteY26" fmla="*/ 26792 h 104642"/>
              <a:gd name="connsiteX27" fmla="*/ 1072026 w 1151574"/>
              <a:gd name="connsiteY27" fmla="*/ 26792 h 104642"/>
              <a:gd name="connsiteX28" fmla="*/ 1076083 w 1151574"/>
              <a:gd name="connsiteY28" fmla="*/ 26792 h 104642"/>
              <a:gd name="connsiteX29" fmla="*/ 1077706 w 1151574"/>
              <a:gd name="connsiteY29" fmla="*/ 26792 h 104642"/>
              <a:gd name="connsiteX30" fmla="*/ 1089064 w 1151574"/>
              <a:gd name="connsiteY30" fmla="*/ 26792 h 104642"/>
              <a:gd name="connsiteX31" fmla="*/ 1077706 w 1151574"/>
              <a:gd name="connsiteY31" fmla="*/ 25168 h 104642"/>
              <a:gd name="connsiteX32" fmla="*/ 1083385 w 1151574"/>
              <a:gd name="connsiteY32" fmla="*/ 25168 h 104642"/>
              <a:gd name="connsiteX33" fmla="*/ 1081762 w 1151574"/>
              <a:gd name="connsiteY33" fmla="*/ 23545 h 104642"/>
              <a:gd name="connsiteX34" fmla="*/ 1079328 w 1151574"/>
              <a:gd name="connsiteY34" fmla="*/ 21921 h 104642"/>
              <a:gd name="connsiteX35" fmla="*/ 1091498 w 1151574"/>
              <a:gd name="connsiteY35" fmla="*/ 23545 h 104642"/>
              <a:gd name="connsiteX36" fmla="*/ 1087441 w 1151574"/>
              <a:gd name="connsiteY36" fmla="*/ 21921 h 104642"/>
              <a:gd name="connsiteX37" fmla="*/ 1085819 w 1151574"/>
              <a:gd name="connsiteY37" fmla="*/ 20297 h 104642"/>
              <a:gd name="connsiteX38" fmla="*/ 1077706 w 1151574"/>
              <a:gd name="connsiteY38" fmla="*/ 18673 h 104642"/>
              <a:gd name="connsiteX39" fmla="*/ 1080139 w 1151574"/>
              <a:gd name="connsiteY39" fmla="*/ 17049 h 104642"/>
              <a:gd name="connsiteX40" fmla="*/ 1084196 w 1151574"/>
              <a:gd name="connsiteY40" fmla="*/ 17049 h 104642"/>
              <a:gd name="connsiteX41" fmla="*/ 1084196 w 1151574"/>
              <a:gd name="connsiteY41" fmla="*/ 17049 h 104642"/>
              <a:gd name="connsiteX42" fmla="*/ 1084196 w 1151574"/>
              <a:gd name="connsiteY42" fmla="*/ 15426 h 104642"/>
              <a:gd name="connsiteX43" fmla="*/ 1096366 w 1151574"/>
              <a:gd name="connsiteY43" fmla="*/ 17049 h 104642"/>
              <a:gd name="connsiteX44" fmla="*/ 1050121 w 1151574"/>
              <a:gd name="connsiteY44" fmla="*/ 7307 h 104642"/>
              <a:gd name="connsiteX45" fmla="*/ 1033083 w 1151574"/>
              <a:gd name="connsiteY45" fmla="*/ 5683 h 104642"/>
              <a:gd name="connsiteX46" fmla="*/ 1041196 w 1151574"/>
              <a:gd name="connsiteY46" fmla="*/ 7307 h 104642"/>
              <a:gd name="connsiteX47" fmla="*/ 724783 w 1151574"/>
              <a:gd name="connsiteY47" fmla="*/ 0 h 104642"/>
              <a:gd name="connsiteX48" fmla="*/ 350767 w 1151574"/>
              <a:gd name="connsiteY48" fmla="*/ 7307 h 104642"/>
              <a:gd name="connsiteX49" fmla="*/ 44901 w 1151574"/>
              <a:gd name="connsiteY49" fmla="*/ 25980 h 104642"/>
              <a:gd name="connsiteX50" fmla="*/ 40845 w 1151574"/>
              <a:gd name="connsiteY50" fmla="*/ 25980 h 104642"/>
              <a:gd name="connsiteX51" fmla="*/ 27052 w 1151574"/>
              <a:gd name="connsiteY51" fmla="*/ 27604 h 104642"/>
              <a:gd name="connsiteX52" fmla="*/ 25430 w 1151574"/>
              <a:gd name="connsiteY52" fmla="*/ 27604 h 104642"/>
              <a:gd name="connsiteX53" fmla="*/ 23807 w 1151574"/>
              <a:gd name="connsiteY53" fmla="*/ 27604 h 104642"/>
              <a:gd name="connsiteX54" fmla="*/ 19750 w 1151574"/>
              <a:gd name="connsiteY54" fmla="*/ 27604 h 104642"/>
              <a:gd name="connsiteX55" fmla="*/ 17316 w 1151574"/>
              <a:gd name="connsiteY55" fmla="*/ 27604 h 104642"/>
              <a:gd name="connsiteX56" fmla="*/ 15694 w 1151574"/>
              <a:gd name="connsiteY56" fmla="*/ 27604 h 104642"/>
              <a:gd name="connsiteX57" fmla="*/ 13260 w 1151574"/>
              <a:gd name="connsiteY57" fmla="*/ 29228 h 104642"/>
              <a:gd name="connsiteX58" fmla="*/ 9203 w 1151574"/>
              <a:gd name="connsiteY58" fmla="*/ 27604 h 104642"/>
              <a:gd name="connsiteX59" fmla="*/ 5147 w 1151574"/>
              <a:gd name="connsiteY59" fmla="*/ 27604 h 104642"/>
              <a:gd name="connsiteX60" fmla="*/ 13260 w 1151574"/>
              <a:gd name="connsiteY60" fmla="*/ 29228 h 104642"/>
              <a:gd name="connsiteX61" fmla="*/ 5958 w 1151574"/>
              <a:gd name="connsiteY61" fmla="*/ 30851 h 104642"/>
              <a:gd name="connsiteX62" fmla="*/ 4335 w 1151574"/>
              <a:gd name="connsiteY62" fmla="*/ 30851 h 104642"/>
              <a:gd name="connsiteX63" fmla="*/ 279 w 1151574"/>
              <a:gd name="connsiteY63" fmla="*/ 30851 h 104642"/>
              <a:gd name="connsiteX64" fmla="*/ 11637 w 1151574"/>
              <a:gd name="connsiteY64" fmla="*/ 34099 h 104642"/>
              <a:gd name="connsiteX65" fmla="*/ 13260 w 1151574"/>
              <a:gd name="connsiteY65" fmla="*/ 34099 h 104642"/>
              <a:gd name="connsiteX66" fmla="*/ 10826 w 1151574"/>
              <a:gd name="connsiteY66" fmla="*/ 35723 h 104642"/>
              <a:gd name="connsiteX67" fmla="*/ 16505 w 1151574"/>
              <a:gd name="connsiteY67" fmla="*/ 37346 h 104642"/>
              <a:gd name="connsiteX68" fmla="*/ 12448 w 1151574"/>
              <a:gd name="connsiteY68" fmla="*/ 38970 h 104642"/>
              <a:gd name="connsiteX69" fmla="*/ 19750 w 1151574"/>
              <a:gd name="connsiteY69" fmla="*/ 38970 h 104642"/>
              <a:gd name="connsiteX70" fmla="*/ 43279 w 1151574"/>
              <a:gd name="connsiteY70" fmla="*/ 42218 h 104642"/>
              <a:gd name="connsiteX71" fmla="*/ 60316 w 1151574"/>
              <a:gd name="connsiteY71" fmla="*/ 45465 h 104642"/>
              <a:gd name="connsiteX72" fmla="*/ 74108 w 1151574"/>
              <a:gd name="connsiteY72" fmla="*/ 47089 h 104642"/>
              <a:gd name="connsiteX73" fmla="*/ 75731 w 1151574"/>
              <a:gd name="connsiteY73" fmla="*/ 48713 h 104642"/>
              <a:gd name="connsiteX74" fmla="*/ 73297 w 1151574"/>
              <a:gd name="connsiteY74" fmla="*/ 48713 h 104642"/>
              <a:gd name="connsiteX75" fmla="*/ 80599 w 1151574"/>
              <a:gd name="connsiteY75" fmla="*/ 50337 h 104642"/>
              <a:gd name="connsiteX76" fmla="*/ 84655 w 1151574"/>
              <a:gd name="connsiteY76" fmla="*/ 51960 h 104642"/>
              <a:gd name="connsiteX77" fmla="*/ 86278 w 1151574"/>
              <a:gd name="connsiteY77" fmla="*/ 53584 h 104642"/>
              <a:gd name="connsiteX78" fmla="*/ 93580 w 1151574"/>
              <a:gd name="connsiteY78" fmla="*/ 55208 h 104642"/>
              <a:gd name="connsiteX79" fmla="*/ 100882 w 1151574"/>
              <a:gd name="connsiteY79" fmla="*/ 56832 h 104642"/>
              <a:gd name="connsiteX80" fmla="*/ 103316 w 1151574"/>
              <a:gd name="connsiteY80" fmla="*/ 56832 h 104642"/>
              <a:gd name="connsiteX81" fmla="*/ 113052 w 1151574"/>
              <a:gd name="connsiteY81" fmla="*/ 56832 h 104642"/>
              <a:gd name="connsiteX82" fmla="*/ 117108 w 1151574"/>
              <a:gd name="connsiteY82" fmla="*/ 56832 h 104642"/>
              <a:gd name="connsiteX83" fmla="*/ 134957 w 1151574"/>
              <a:gd name="connsiteY83" fmla="*/ 55208 h 104642"/>
              <a:gd name="connsiteX84" fmla="*/ 125221 w 1151574"/>
              <a:gd name="connsiteY84" fmla="*/ 56832 h 104642"/>
              <a:gd name="connsiteX85" fmla="*/ 98448 w 1151574"/>
              <a:gd name="connsiteY85" fmla="*/ 58455 h 104642"/>
              <a:gd name="connsiteX86" fmla="*/ 91146 w 1151574"/>
              <a:gd name="connsiteY86" fmla="*/ 58455 h 104642"/>
              <a:gd name="connsiteX87" fmla="*/ 88712 w 1151574"/>
              <a:gd name="connsiteY87" fmla="*/ 58455 h 104642"/>
              <a:gd name="connsiteX88" fmla="*/ 94391 w 1151574"/>
              <a:gd name="connsiteY88" fmla="*/ 58455 h 104642"/>
              <a:gd name="connsiteX89" fmla="*/ 91958 w 1151574"/>
              <a:gd name="connsiteY89" fmla="*/ 60079 h 104642"/>
              <a:gd name="connsiteX90" fmla="*/ 87901 w 1151574"/>
              <a:gd name="connsiteY90" fmla="*/ 61703 h 104642"/>
              <a:gd name="connsiteX91" fmla="*/ 87901 w 1151574"/>
              <a:gd name="connsiteY91" fmla="*/ 63327 h 104642"/>
              <a:gd name="connsiteX92" fmla="*/ 91958 w 1151574"/>
              <a:gd name="connsiteY92" fmla="*/ 67386 h 104642"/>
              <a:gd name="connsiteX93" fmla="*/ 97637 w 1151574"/>
              <a:gd name="connsiteY93" fmla="*/ 70634 h 104642"/>
              <a:gd name="connsiteX94" fmla="*/ 95203 w 1151574"/>
              <a:gd name="connsiteY94" fmla="*/ 72257 h 104642"/>
              <a:gd name="connsiteX95" fmla="*/ 106561 w 1151574"/>
              <a:gd name="connsiteY95" fmla="*/ 73881 h 104642"/>
              <a:gd name="connsiteX96" fmla="*/ 112240 w 1151574"/>
              <a:gd name="connsiteY96" fmla="*/ 75505 h 104642"/>
              <a:gd name="connsiteX97" fmla="*/ 123599 w 1151574"/>
              <a:gd name="connsiteY97" fmla="*/ 77129 h 104642"/>
              <a:gd name="connsiteX98" fmla="*/ 129278 w 1151574"/>
              <a:gd name="connsiteY98" fmla="*/ 78752 h 104642"/>
              <a:gd name="connsiteX99" fmla="*/ 136580 w 1151574"/>
              <a:gd name="connsiteY99" fmla="*/ 80376 h 104642"/>
              <a:gd name="connsiteX100" fmla="*/ 154429 w 1151574"/>
              <a:gd name="connsiteY100" fmla="*/ 86059 h 104642"/>
              <a:gd name="connsiteX101" fmla="*/ 156863 w 1151574"/>
              <a:gd name="connsiteY101" fmla="*/ 87683 h 104642"/>
              <a:gd name="connsiteX102" fmla="*/ 164165 w 1151574"/>
              <a:gd name="connsiteY102" fmla="*/ 89307 h 104642"/>
              <a:gd name="connsiteX103" fmla="*/ 179579 w 1151574"/>
              <a:gd name="connsiteY103" fmla="*/ 89307 h 104642"/>
              <a:gd name="connsiteX104" fmla="*/ 177146 w 1151574"/>
              <a:gd name="connsiteY104" fmla="*/ 90931 h 104642"/>
              <a:gd name="connsiteX105" fmla="*/ 192561 w 1151574"/>
              <a:gd name="connsiteY105" fmla="*/ 90931 h 104642"/>
              <a:gd name="connsiteX106" fmla="*/ 200674 w 1151574"/>
              <a:gd name="connsiteY106" fmla="*/ 90931 h 104642"/>
              <a:gd name="connsiteX107" fmla="*/ 202296 w 1151574"/>
              <a:gd name="connsiteY107" fmla="*/ 90931 h 104642"/>
              <a:gd name="connsiteX108" fmla="*/ 209598 w 1151574"/>
              <a:gd name="connsiteY108" fmla="*/ 90931 h 104642"/>
              <a:gd name="connsiteX109" fmla="*/ 207164 w 1151574"/>
              <a:gd name="connsiteY109" fmla="*/ 92554 h 104642"/>
              <a:gd name="connsiteX110" fmla="*/ 226636 w 1151574"/>
              <a:gd name="connsiteY110" fmla="*/ 92554 h 104642"/>
              <a:gd name="connsiteX111" fmla="*/ 224202 w 1151574"/>
              <a:gd name="connsiteY111" fmla="*/ 94178 h 104642"/>
              <a:gd name="connsiteX112" fmla="*/ 228258 w 1151574"/>
              <a:gd name="connsiteY112" fmla="*/ 94178 h 104642"/>
              <a:gd name="connsiteX113" fmla="*/ 225825 w 1151574"/>
              <a:gd name="connsiteY113" fmla="*/ 95802 h 104642"/>
              <a:gd name="connsiteX114" fmla="*/ 224202 w 1151574"/>
              <a:gd name="connsiteY114" fmla="*/ 95802 h 104642"/>
              <a:gd name="connsiteX115" fmla="*/ 229881 w 1151574"/>
              <a:gd name="connsiteY115" fmla="*/ 95802 h 104642"/>
              <a:gd name="connsiteX116" fmla="*/ 225825 w 1151574"/>
              <a:gd name="connsiteY116" fmla="*/ 97426 h 104642"/>
              <a:gd name="connsiteX117" fmla="*/ 344276 w 1151574"/>
              <a:gd name="connsiteY117" fmla="*/ 93366 h 104642"/>
              <a:gd name="connsiteX118" fmla="*/ 373484 w 1151574"/>
              <a:gd name="connsiteY118" fmla="*/ 91742 h 104642"/>
              <a:gd name="connsiteX119" fmla="*/ 519521 w 1151574"/>
              <a:gd name="connsiteY119" fmla="*/ 87683 h 104642"/>
              <a:gd name="connsiteX120" fmla="*/ 433521 w 1151574"/>
              <a:gd name="connsiteY120" fmla="*/ 90931 h 104642"/>
              <a:gd name="connsiteX121" fmla="*/ 422163 w 1151574"/>
              <a:gd name="connsiteY121" fmla="*/ 90931 h 104642"/>
              <a:gd name="connsiteX122" fmla="*/ 451370 w 1151574"/>
              <a:gd name="connsiteY122" fmla="*/ 89307 h 104642"/>
              <a:gd name="connsiteX123" fmla="*/ 453804 w 1151574"/>
              <a:gd name="connsiteY123" fmla="*/ 89307 h 104642"/>
              <a:gd name="connsiteX124" fmla="*/ 442446 w 1151574"/>
              <a:gd name="connsiteY124" fmla="*/ 89307 h 104642"/>
              <a:gd name="connsiteX125" fmla="*/ 430276 w 1151574"/>
              <a:gd name="connsiteY125" fmla="*/ 90931 h 104642"/>
              <a:gd name="connsiteX126" fmla="*/ 387276 w 1151574"/>
              <a:gd name="connsiteY126" fmla="*/ 92554 h 104642"/>
              <a:gd name="connsiteX127" fmla="*/ 385653 w 1151574"/>
              <a:gd name="connsiteY127" fmla="*/ 92554 h 104642"/>
              <a:gd name="connsiteX128" fmla="*/ 381597 w 1151574"/>
              <a:gd name="connsiteY128" fmla="*/ 92554 h 104642"/>
              <a:gd name="connsiteX129" fmla="*/ 377540 w 1151574"/>
              <a:gd name="connsiteY129" fmla="*/ 94178 h 104642"/>
              <a:gd name="connsiteX130" fmla="*/ 377540 w 1151574"/>
              <a:gd name="connsiteY130" fmla="*/ 94178 h 104642"/>
              <a:gd name="connsiteX131" fmla="*/ 375918 w 1151574"/>
              <a:gd name="connsiteY131" fmla="*/ 94178 h 104642"/>
              <a:gd name="connsiteX132" fmla="*/ 373484 w 1151574"/>
              <a:gd name="connsiteY132" fmla="*/ 94178 h 104642"/>
              <a:gd name="connsiteX133" fmla="*/ 371861 w 1151574"/>
              <a:gd name="connsiteY133" fmla="*/ 94178 h 104642"/>
              <a:gd name="connsiteX134" fmla="*/ 344276 w 1151574"/>
              <a:gd name="connsiteY134" fmla="*/ 95802 h 104642"/>
              <a:gd name="connsiteX135" fmla="*/ 342654 w 1151574"/>
              <a:gd name="connsiteY135" fmla="*/ 95802 h 104642"/>
              <a:gd name="connsiteX136" fmla="*/ 334541 w 1151574"/>
              <a:gd name="connsiteY136" fmla="*/ 95802 h 104642"/>
              <a:gd name="connsiteX137" fmla="*/ 330484 w 1151574"/>
              <a:gd name="connsiteY137" fmla="*/ 95802 h 104642"/>
              <a:gd name="connsiteX138" fmla="*/ 311013 w 1151574"/>
              <a:gd name="connsiteY138" fmla="*/ 97426 h 104642"/>
              <a:gd name="connsiteX139" fmla="*/ 305333 w 1151574"/>
              <a:gd name="connsiteY139" fmla="*/ 97426 h 104642"/>
              <a:gd name="connsiteX140" fmla="*/ 298032 w 1151574"/>
              <a:gd name="connsiteY140" fmla="*/ 99049 h 104642"/>
              <a:gd name="connsiteX141" fmla="*/ 293975 w 1151574"/>
              <a:gd name="connsiteY141" fmla="*/ 99049 h 104642"/>
              <a:gd name="connsiteX142" fmla="*/ 292352 w 1151574"/>
              <a:gd name="connsiteY142" fmla="*/ 99049 h 104642"/>
              <a:gd name="connsiteX143" fmla="*/ 292352 w 1151574"/>
              <a:gd name="connsiteY143" fmla="*/ 99049 h 104642"/>
              <a:gd name="connsiteX144" fmla="*/ 290730 w 1151574"/>
              <a:gd name="connsiteY144" fmla="*/ 100673 h 104642"/>
              <a:gd name="connsiteX145" fmla="*/ 288296 w 1151574"/>
              <a:gd name="connsiteY145" fmla="*/ 100673 h 104642"/>
              <a:gd name="connsiteX146" fmla="*/ 284239 w 1151574"/>
              <a:gd name="connsiteY146" fmla="*/ 102297 h 104642"/>
              <a:gd name="connsiteX147" fmla="*/ 284239 w 1151574"/>
              <a:gd name="connsiteY147" fmla="*/ 102297 h 104642"/>
              <a:gd name="connsiteX148" fmla="*/ 276937 w 1151574"/>
              <a:gd name="connsiteY148" fmla="*/ 102297 h 104642"/>
              <a:gd name="connsiteX149" fmla="*/ 269636 w 1151574"/>
              <a:gd name="connsiteY149" fmla="*/ 102297 h 104642"/>
              <a:gd name="connsiteX150" fmla="*/ 271258 w 1151574"/>
              <a:gd name="connsiteY150" fmla="*/ 102297 h 104642"/>
              <a:gd name="connsiteX151" fmla="*/ 272881 w 1151574"/>
              <a:gd name="connsiteY151" fmla="*/ 102297 h 104642"/>
              <a:gd name="connsiteX152" fmla="*/ 270447 w 1151574"/>
              <a:gd name="connsiteY152" fmla="*/ 102297 h 104642"/>
              <a:gd name="connsiteX153" fmla="*/ 264768 w 1151574"/>
              <a:gd name="connsiteY153" fmla="*/ 103921 h 104642"/>
              <a:gd name="connsiteX154" fmla="*/ 264768 w 1151574"/>
              <a:gd name="connsiteY154" fmla="*/ 103921 h 104642"/>
              <a:gd name="connsiteX155" fmla="*/ 260711 w 1151574"/>
              <a:gd name="connsiteY155" fmla="*/ 103921 h 104642"/>
              <a:gd name="connsiteX156" fmla="*/ 252598 w 1151574"/>
              <a:gd name="connsiteY156" fmla="*/ 103921 h 104642"/>
              <a:gd name="connsiteX157" fmla="*/ 254221 w 1151574"/>
              <a:gd name="connsiteY157" fmla="*/ 103921 h 104642"/>
              <a:gd name="connsiteX158" fmla="*/ 258277 w 1151574"/>
              <a:gd name="connsiteY158" fmla="*/ 102297 h 104642"/>
              <a:gd name="connsiteX159" fmla="*/ 259900 w 1151574"/>
              <a:gd name="connsiteY159" fmla="*/ 102297 h 104642"/>
              <a:gd name="connsiteX160" fmla="*/ 263956 w 1151574"/>
              <a:gd name="connsiteY160" fmla="*/ 102297 h 104642"/>
              <a:gd name="connsiteX161" fmla="*/ 266390 w 1151574"/>
              <a:gd name="connsiteY161" fmla="*/ 102297 h 104642"/>
              <a:gd name="connsiteX162" fmla="*/ 268013 w 1151574"/>
              <a:gd name="connsiteY162" fmla="*/ 102297 h 104642"/>
              <a:gd name="connsiteX163" fmla="*/ 269636 w 1151574"/>
              <a:gd name="connsiteY163" fmla="*/ 102297 h 104642"/>
              <a:gd name="connsiteX164" fmla="*/ 273692 w 1151574"/>
              <a:gd name="connsiteY164" fmla="*/ 102297 h 104642"/>
              <a:gd name="connsiteX165" fmla="*/ 277749 w 1151574"/>
              <a:gd name="connsiteY165" fmla="*/ 102297 h 104642"/>
              <a:gd name="connsiteX166" fmla="*/ 279371 w 1151574"/>
              <a:gd name="connsiteY166" fmla="*/ 102297 h 104642"/>
              <a:gd name="connsiteX167" fmla="*/ 280994 w 1151574"/>
              <a:gd name="connsiteY167" fmla="*/ 102297 h 104642"/>
              <a:gd name="connsiteX168" fmla="*/ 294786 w 1151574"/>
              <a:gd name="connsiteY168" fmla="*/ 100673 h 104642"/>
              <a:gd name="connsiteX169" fmla="*/ 296409 w 1151574"/>
              <a:gd name="connsiteY169" fmla="*/ 100673 h 104642"/>
              <a:gd name="connsiteX170" fmla="*/ 298032 w 1151574"/>
              <a:gd name="connsiteY170" fmla="*/ 100673 h 104642"/>
              <a:gd name="connsiteX171" fmla="*/ 302088 w 1151574"/>
              <a:gd name="connsiteY171" fmla="*/ 100673 h 104642"/>
              <a:gd name="connsiteX172" fmla="*/ 294786 w 1151574"/>
              <a:gd name="connsiteY172" fmla="*/ 100673 h 104642"/>
              <a:gd name="connsiteX173" fmla="*/ 351578 w 1151574"/>
              <a:gd name="connsiteY173" fmla="*/ 97426 h 104642"/>
              <a:gd name="connsiteX174" fmla="*/ 362937 w 1151574"/>
              <a:gd name="connsiteY174" fmla="*/ 95802 h 104642"/>
              <a:gd name="connsiteX175" fmla="*/ 437578 w 1151574"/>
              <a:gd name="connsiteY175" fmla="*/ 92554 h 104642"/>
              <a:gd name="connsiteX176" fmla="*/ 440012 w 1151574"/>
              <a:gd name="connsiteY176" fmla="*/ 92554 h 104642"/>
              <a:gd name="connsiteX177" fmla="*/ 476521 w 1151574"/>
              <a:gd name="connsiteY177" fmla="*/ 90931 h 104642"/>
              <a:gd name="connsiteX178" fmla="*/ 478955 w 1151574"/>
              <a:gd name="connsiteY178" fmla="*/ 90931 h 104642"/>
              <a:gd name="connsiteX179" fmla="*/ 478955 w 1151574"/>
              <a:gd name="connsiteY179" fmla="*/ 90931 h 104642"/>
              <a:gd name="connsiteX180" fmla="*/ 483011 w 1151574"/>
              <a:gd name="connsiteY180" fmla="*/ 90931 h 104642"/>
              <a:gd name="connsiteX181" fmla="*/ 487068 w 1151574"/>
              <a:gd name="connsiteY181" fmla="*/ 90931 h 104642"/>
              <a:gd name="connsiteX182" fmla="*/ 488691 w 1151574"/>
              <a:gd name="connsiteY182" fmla="*/ 90931 h 104642"/>
              <a:gd name="connsiteX183" fmla="*/ 490313 w 1151574"/>
              <a:gd name="connsiteY183" fmla="*/ 90931 h 104642"/>
              <a:gd name="connsiteX184" fmla="*/ 494370 w 1151574"/>
              <a:gd name="connsiteY184" fmla="*/ 90931 h 104642"/>
              <a:gd name="connsiteX185" fmla="*/ 498426 w 1151574"/>
              <a:gd name="connsiteY185" fmla="*/ 90931 h 104642"/>
              <a:gd name="connsiteX186" fmla="*/ 504106 w 1151574"/>
              <a:gd name="connsiteY186" fmla="*/ 90931 h 104642"/>
              <a:gd name="connsiteX187" fmla="*/ 506539 w 1151574"/>
              <a:gd name="connsiteY187" fmla="*/ 89307 h 104642"/>
              <a:gd name="connsiteX188" fmla="*/ 508162 w 1151574"/>
              <a:gd name="connsiteY188" fmla="*/ 89307 h 104642"/>
              <a:gd name="connsiteX189" fmla="*/ 509785 w 1151574"/>
              <a:gd name="connsiteY189" fmla="*/ 89307 h 104642"/>
              <a:gd name="connsiteX190" fmla="*/ 509785 w 1151574"/>
              <a:gd name="connsiteY190" fmla="*/ 89307 h 104642"/>
              <a:gd name="connsiteX191" fmla="*/ 512219 w 1151574"/>
              <a:gd name="connsiteY191" fmla="*/ 89307 h 104642"/>
              <a:gd name="connsiteX192" fmla="*/ 526011 w 1151574"/>
              <a:gd name="connsiteY192" fmla="*/ 89307 h 104642"/>
              <a:gd name="connsiteX193" fmla="*/ 527634 w 1151574"/>
              <a:gd name="connsiteY193" fmla="*/ 89307 h 104642"/>
              <a:gd name="connsiteX194" fmla="*/ 531690 w 1151574"/>
              <a:gd name="connsiteY194" fmla="*/ 87683 h 104642"/>
              <a:gd name="connsiteX195" fmla="*/ 477332 w 1151574"/>
              <a:gd name="connsiteY195" fmla="*/ 89307 h 104642"/>
              <a:gd name="connsiteX196" fmla="*/ 479766 w 1151574"/>
              <a:gd name="connsiteY196" fmla="*/ 89307 h 104642"/>
              <a:gd name="connsiteX197" fmla="*/ 487068 w 1151574"/>
              <a:gd name="connsiteY197" fmla="*/ 87683 h 104642"/>
              <a:gd name="connsiteX198" fmla="*/ 475710 w 1151574"/>
              <a:gd name="connsiteY198" fmla="*/ 87683 h 104642"/>
              <a:gd name="connsiteX199" fmla="*/ 497615 w 1151574"/>
              <a:gd name="connsiteY199" fmla="*/ 86059 h 104642"/>
              <a:gd name="connsiteX200" fmla="*/ 501672 w 1151574"/>
              <a:gd name="connsiteY200" fmla="*/ 84436 h 104642"/>
              <a:gd name="connsiteX201" fmla="*/ 547917 w 1151574"/>
              <a:gd name="connsiteY201" fmla="*/ 82812 h 104642"/>
              <a:gd name="connsiteX202" fmla="*/ 545483 w 1151574"/>
              <a:gd name="connsiteY202" fmla="*/ 82812 h 104642"/>
              <a:gd name="connsiteX203" fmla="*/ 672048 w 1151574"/>
              <a:gd name="connsiteY203" fmla="*/ 79564 h 104642"/>
              <a:gd name="connsiteX204" fmla="*/ 673670 w 1151574"/>
              <a:gd name="connsiteY204" fmla="*/ 79564 h 104642"/>
              <a:gd name="connsiteX205" fmla="*/ 675293 w 1151574"/>
              <a:gd name="connsiteY205" fmla="*/ 79564 h 104642"/>
              <a:gd name="connsiteX206" fmla="*/ 711802 w 1151574"/>
              <a:gd name="connsiteY206" fmla="*/ 77940 h 104642"/>
              <a:gd name="connsiteX207" fmla="*/ 714236 w 1151574"/>
              <a:gd name="connsiteY207" fmla="*/ 77940 h 104642"/>
              <a:gd name="connsiteX208" fmla="*/ 663123 w 1151574"/>
              <a:gd name="connsiteY208" fmla="*/ 77940 h 104642"/>
              <a:gd name="connsiteX209" fmla="*/ 660689 w 1151574"/>
              <a:gd name="connsiteY209" fmla="*/ 77940 h 104642"/>
              <a:gd name="connsiteX210" fmla="*/ 652576 w 1151574"/>
              <a:gd name="connsiteY210" fmla="*/ 77940 h 104642"/>
              <a:gd name="connsiteX211" fmla="*/ 646897 w 1151574"/>
              <a:gd name="connsiteY211" fmla="*/ 77940 h 104642"/>
              <a:gd name="connsiteX212" fmla="*/ 598218 w 1151574"/>
              <a:gd name="connsiteY212" fmla="*/ 79564 h 104642"/>
              <a:gd name="connsiteX213" fmla="*/ 590916 w 1151574"/>
              <a:gd name="connsiteY213" fmla="*/ 79564 h 104642"/>
              <a:gd name="connsiteX214" fmla="*/ 565766 w 1151574"/>
              <a:gd name="connsiteY214" fmla="*/ 81188 h 104642"/>
              <a:gd name="connsiteX215" fmla="*/ 534124 w 1151574"/>
              <a:gd name="connsiteY215" fmla="*/ 82812 h 104642"/>
              <a:gd name="connsiteX216" fmla="*/ 551162 w 1151574"/>
              <a:gd name="connsiteY216" fmla="*/ 81188 h 104642"/>
              <a:gd name="connsiteX217" fmla="*/ 552785 w 1151574"/>
              <a:gd name="connsiteY217" fmla="*/ 81188 h 104642"/>
              <a:gd name="connsiteX218" fmla="*/ 576313 w 1151574"/>
              <a:gd name="connsiteY218" fmla="*/ 79564 h 104642"/>
              <a:gd name="connsiteX219" fmla="*/ 587671 w 1151574"/>
              <a:gd name="connsiteY219" fmla="*/ 79564 h 104642"/>
              <a:gd name="connsiteX220" fmla="*/ 585237 w 1151574"/>
              <a:gd name="connsiteY220" fmla="*/ 79564 h 104642"/>
              <a:gd name="connsiteX221" fmla="*/ 587671 w 1151574"/>
              <a:gd name="connsiteY221" fmla="*/ 79564 h 104642"/>
              <a:gd name="connsiteX222" fmla="*/ 594973 w 1151574"/>
              <a:gd name="connsiteY222" fmla="*/ 79564 h 104642"/>
              <a:gd name="connsiteX223" fmla="*/ 597407 w 1151574"/>
              <a:gd name="connsiteY223" fmla="*/ 79564 h 104642"/>
              <a:gd name="connsiteX224" fmla="*/ 599030 w 1151574"/>
              <a:gd name="connsiteY224" fmla="*/ 79564 h 104642"/>
              <a:gd name="connsiteX225" fmla="*/ 600652 w 1151574"/>
              <a:gd name="connsiteY225" fmla="*/ 79564 h 104642"/>
              <a:gd name="connsiteX226" fmla="*/ 602275 w 1151574"/>
              <a:gd name="connsiteY226" fmla="*/ 79564 h 104642"/>
              <a:gd name="connsiteX227" fmla="*/ 602275 w 1151574"/>
              <a:gd name="connsiteY227" fmla="*/ 79564 h 104642"/>
              <a:gd name="connsiteX228" fmla="*/ 600652 w 1151574"/>
              <a:gd name="connsiteY228" fmla="*/ 79564 h 104642"/>
              <a:gd name="connsiteX229" fmla="*/ 604709 w 1151574"/>
              <a:gd name="connsiteY229" fmla="*/ 79564 h 104642"/>
              <a:gd name="connsiteX230" fmla="*/ 606331 w 1151574"/>
              <a:gd name="connsiteY230" fmla="*/ 79564 h 104642"/>
              <a:gd name="connsiteX231" fmla="*/ 607954 w 1151574"/>
              <a:gd name="connsiteY231" fmla="*/ 79564 h 104642"/>
              <a:gd name="connsiteX232" fmla="*/ 609577 w 1151574"/>
              <a:gd name="connsiteY232" fmla="*/ 79564 h 104642"/>
              <a:gd name="connsiteX233" fmla="*/ 612010 w 1151574"/>
              <a:gd name="connsiteY233" fmla="*/ 79564 h 104642"/>
              <a:gd name="connsiteX234" fmla="*/ 613633 w 1151574"/>
              <a:gd name="connsiteY234" fmla="*/ 79564 h 104642"/>
              <a:gd name="connsiteX235" fmla="*/ 615256 w 1151574"/>
              <a:gd name="connsiteY235" fmla="*/ 79564 h 104642"/>
              <a:gd name="connsiteX236" fmla="*/ 617690 w 1151574"/>
              <a:gd name="connsiteY236" fmla="*/ 79564 h 104642"/>
              <a:gd name="connsiteX237" fmla="*/ 619312 w 1151574"/>
              <a:gd name="connsiteY237" fmla="*/ 79564 h 104642"/>
              <a:gd name="connsiteX238" fmla="*/ 620935 w 1151574"/>
              <a:gd name="connsiteY238" fmla="*/ 79564 h 104642"/>
              <a:gd name="connsiteX239" fmla="*/ 765349 w 1151574"/>
              <a:gd name="connsiteY239" fmla="*/ 76317 h 104642"/>
              <a:gd name="connsiteX240" fmla="*/ 787255 w 1151574"/>
              <a:gd name="connsiteY240" fmla="*/ 74693 h 104642"/>
              <a:gd name="connsiteX241" fmla="*/ 784821 w 1151574"/>
              <a:gd name="connsiteY241" fmla="*/ 74693 h 104642"/>
              <a:gd name="connsiteX242" fmla="*/ 701255 w 1151574"/>
              <a:gd name="connsiteY242" fmla="*/ 76317 h 104642"/>
              <a:gd name="connsiteX243" fmla="*/ 605520 w 1151574"/>
              <a:gd name="connsiteY243" fmla="*/ 77940 h 104642"/>
              <a:gd name="connsiteX244" fmla="*/ 598218 w 1151574"/>
              <a:gd name="connsiteY244" fmla="*/ 77940 h 104642"/>
              <a:gd name="connsiteX245" fmla="*/ 744255 w 1151574"/>
              <a:gd name="connsiteY245" fmla="*/ 74693 h 104642"/>
              <a:gd name="connsiteX246" fmla="*/ 849726 w 1151574"/>
              <a:gd name="connsiteY246" fmla="*/ 73069 h 104642"/>
              <a:gd name="connsiteX247" fmla="*/ 787255 w 1151574"/>
              <a:gd name="connsiteY247" fmla="*/ 73069 h 104642"/>
              <a:gd name="connsiteX248" fmla="*/ 805104 w 1151574"/>
              <a:gd name="connsiteY248" fmla="*/ 71445 h 104642"/>
              <a:gd name="connsiteX249" fmla="*/ 818896 w 1151574"/>
              <a:gd name="connsiteY249" fmla="*/ 71445 h 104642"/>
              <a:gd name="connsiteX250" fmla="*/ 811594 w 1151574"/>
              <a:gd name="connsiteY250" fmla="*/ 71445 h 104642"/>
              <a:gd name="connsiteX251" fmla="*/ 704501 w 1151574"/>
              <a:gd name="connsiteY251" fmla="*/ 71445 h 104642"/>
              <a:gd name="connsiteX252" fmla="*/ 715859 w 1151574"/>
              <a:gd name="connsiteY252" fmla="*/ 69822 h 104642"/>
              <a:gd name="connsiteX253" fmla="*/ 715859 w 1151574"/>
              <a:gd name="connsiteY253" fmla="*/ 69822 h 104642"/>
              <a:gd name="connsiteX254" fmla="*/ 717481 w 1151574"/>
              <a:gd name="connsiteY254" fmla="*/ 69822 h 104642"/>
              <a:gd name="connsiteX255" fmla="*/ 719104 w 1151574"/>
              <a:gd name="connsiteY255" fmla="*/ 69822 h 104642"/>
              <a:gd name="connsiteX256" fmla="*/ 728840 w 1151574"/>
              <a:gd name="connsiteY256" fmla="*/ 69822 h 104642"/>
              <a:gd name="connsiteX257" fmla="*/ 731274 w 1151574"/>
              <a:gd name="connsiteY257" fmla="*/ 69822 h 104642"/>
              <a:gd name="connsiteX258" fmla="*/ 736953 w 1151574"/>
              <a:gd name="connsiteY258" fmla="*/ 68198 h 104642"/>
              <a:gd name="connsiteX259" fmla="*/ 738576 w 1151574"/>
              <a:gd name="connsiteY259" fmla="*/ 68198 h 104642"/>
              <a:gd name="connsiteX260" fmla="*/ 742632 w 1151574"/>
              <a:gd name="connsiteY260" fmla="*/ 68198 h 104642"/>
              <a:gd name="connsiteX261" fmla="*/ 753991 w 1151574"/>
              <a:gd name="connsiteY261" fmla="*/ 68198 h 104642"/>
              <a:gd name="connsiteX262" fmla="*/ 756425 w 1151574"/>
              <a:gd name="connsiteY262" fmla="*/ 68198 h 104642"/>
              <a:gd name="connsiteX263" fmla="*/ 768594 w 1151574"/>
              <a:gd name="connsiteY263" fmla="*/ 66574 h 104642"/>
              <a:gd name="connsiteX264" fmla="*/ 771028 w 1151574"/>
              <a:gd name="connsiteY264" fmla="*/ 66574 h 104642"/>
              <a:gd name="connsiteX265" fmla="*/ 768594 w 1151574"/>
              <a:gd name="connsiteY265" fmla="*/ 66574 h 104642"/>
              <a:gd name="connsiteX266" fmla="*/ 821330 w 1151574"/>
              <a:gd name="connsiteY266" fmla="*/ 64950 h 104642"/>
              <a:gd name="connsiteX267" fmla="*/ 907329 w 1151574"/>
              <a:gd name="connsiteY267" fmla="*/ 64950 h 104642"/>
              <a:gd name="connsiteX268" fmla="*/ 936537 w 1151574"/>
              <a:gd name="connsiteY268" fmla="*/ 64950 h 104642"/>
              <a:gd name="connsiteX269" fmla="*/ 977914 w 1151574"/>
              <a:gd name="connsiteY269" fmla="*/ 66574 h 104642"/>
              <a:gd name="connsiteX270" fmla="*/ 999819 w 1151574"/>
              <a:gd name="connsiteY270" fmla="*/ 68198 h 104642"/>
              <a:gd name="connsiteX271" fmla="*/ 1007121 w 1151574"/>
              <a:gd name="connsiteY271" fmla="*/ 68198 h 104642"/>
              <a:gd name="connsiteX272" fmla="*/ 1019291 w 1151574"/>
              <a:gd name="connsiteY272" fmla="*/ 68198 h 104642"/>
              <a:gd name="connsiteX273" fmla="*/ 857028 w 1151574"/>
              <a:gd name="connsiteY273" fmla="*/ 64950 h 104642"/>
              <a:gd name="connsiteX274" fmla="*/ 854594 w 1151574"/>
              <a:gd name="connsiteY274" fmla="*/ 64950 h 104642"/>
              <a:gd name="connsiteX275" fmla="*/ 852971 w 1151574"/>
              <a:gd name="connsiteY275" fmla="*/ 64950 h 104642"/>
              <a:gd name="connsiteX276" fmla="*/ 844858 w 1151574"/>
              <a:gd name="connsiteY276" fmla="*/ 64950 h 104642"/>
              <a:gd name="connsiteX277" fmla="*/ 843235 w 1151574"/>
              <a:gd name="connsiteY277" fmla="*/ 64950 h 104642"/>
              <a:gd name="connsiteX278" fmla="*/ 840801 w 1151574"/>
              <a:gd name="connsiteY278" fmla="*/ 64950 h 104642"/>
              <a:gd name="connsiteX279" fmla="*/ 827009 w 1151574"/>
              <a:gd name="connsiteY279" fmla="*/ 64950 h 104642"/>
              <a:gd name="connsiteX280" fmla="*/ 785632 w 1151574"/>
              <a:gd name="connsiteY280" fmla="*/ 66574 h 104642"/>
              <a:gd name="connsiteX281" fmla="*/ 781575 w 1151574"/>
              <a:gd name="connsiteY281" fmla="*/ 66574 h 104642"/>
              <a:gd name="connsiteX282" fmla="*/ 770217 w 1151574"/>
              <a:gd name="connsiteY282" fmla="*/ 66574 h 104642"/>
              <a:gd name="connsiteX283" fmla="*/ 768594 w 1151574"/>
              <a:gd name="connsiteY283" fmla="*/ 66574 h 104642"/>
              <a:gd name="connsiteX284" fmla="*/ 758859 w 1151574"/>
              <a:gd name="connsiteY284" fmla="*/ 66574 h 104642"/>
              <a:gd name="connsiteX285" fmla="*/ 756425 w 1151574"/>
              <a:gd name="connsiteY285" fmla="*/ 66574 h 104642"/>
              <a:gd name="connsiteX286" fmla="*/ 735330 w 1151574"/>
              <a:gd name="connsiteY286" fmla="*/ 66574 h 104642"/>
              <a:gd name="connsiteX287" fmla="*/ 732897 w 1151574"/>
              <a:gd name="connsiteY287" fmla="*/ 66574 h 104642"/>
              <a:gd name="connsiteX288" fmla="*/ 731274 w 1151574"/>
              <a:gd name="connsiteY288" fmla="*/ 66574 h 104642"/>
              <a:gd name="connsiteX289" fmla="*/ 703689 w 1151574"/>
              <a:gd name="connsiteY289" fmla="*/ 66574 h 104642"/>
              <a:gd name="connsiteX290" fmla="*/ 693953 w 1151574"/>
              <a:gd name="connsiteY290" fmla="*/ 68198 h 104642"/>
              <a:gd name="connsiteX291" fmla="*/ 685840 w 1151574"/>
              <a:gd name="connsiteY291" fmla="*/ 68198 h 104642"/>
              <a:gd name="connsiteX292" fmla="*/ 684218 w 1151574"/>
              <a:gd name="connsiteY292" fmla="*/ 68198 h 104642"/>
              <a:gd name="connsiteX293" fmla="*/ 682595 w 1151574"/>
              <a:gd name="connsiteY293" fmla="*/ 68198 h 104642"/>
              <a:gd name="connsiteX294" fmla="*/ 660689 w 1151574"/>
              <a:gd name="connsiteY294" fmla="*/ 69822 h 104642"/>
              <a:gd name="connsiteX295" fmla="*/ 659067 w 1151574"/>
              <a:gd name="connsiteY295" fmla="*/ 69822 h 104642"/>
              <a:gd name="connsiteX296" fmla="*/ 607954 w 1151574"/>
              <a:gd name="connsiteY296" fmla="*/ 71445 h 104642"/>
              <a:gd name="connsiteX297" fmla="*/ 603897 w 1151574"/>
              <a:gd name="connsiteY297" fmla="*/ 71445 h 104642"/>
              <a:gd name="connsiteX298" fmla="*/ 605520 w 1151574"/>
              <a:gd name="connsiteY298" fmla="*/ 71445 h 104642"/>
              <a:gd name="connsiteX299" fmla="*/ 593350 w 1151574"/>
              <a:gd name="connsiteY299" fmla="*/ 71445 h 104642"/>
              <a:gd name="connsiteX300" fmla="*/ 593350 w 1151574"/>
              <a:gd name="connsiteY300" fmla="*/ 71445 h 104642"/>
              <a:gd name="connsiteX301" fmla="*/ 589294 w 1151574"/>
              <a:gd name="connsiteY301" fmla="*/ 71445 h 104642"/>
              <a:gd name="connsiteX302" fmla="*/ 587671 w 1151574"/>
              <a:gd name="connsiteY302" fmla="*/ 71445 h 104642"/>
              <a:gd name="connsiteX303" fmla="*/ 568199 w 1151574"/>
              <a:gd name="connsiteY303" fmla="*/ 73069 h 104642"/>
              <a:gd name="connsiteX304" fmla="*/ 564143 w 1151574"/>
              <a:gd name="connsiteY304" fmla="*/ 73069 h 104642"/>
              <a:gd name="connsiteX305" fmla="*/ 527634 w 1151574"/>
              <a:gd name="connsiteY305" fmla="*/ 74693 h 104642"/>
              <a:gd name="connsiteX306" fmla="*/ 568199 w 1151574"/>
              <a:gd name="connsiteY306" fmla="*/ 73069 h 104642"/>
              <a:gd name="connsiteX307" fmla="*/ 484634 w 1151574"/>
              <a:gd name="connsiteY307" fmla="*/ 76317 h 104642"/>
              <a:gd name="connsiteX308" fmla="*/ 492747 w 1151574"/>
              <a:gd name="connsiteY308" fmla="*/ 74693 h 104642"/>
              <a:gd name="connsiteX309" fmla="*/ 534124 w 1151574"/>
              <a:gd name="connsiteY309" fmla="*/ 73069 h 104642"/>
              <a:gd name="connsiteX310" fmla="*/ 535747 w 1151574"/>
              <a:gd name="connsiteY310" fmla="*/ 73069 h 104642"/>
              <a:gd name="connsiteX311" fmla="*/ 535747 w 1151574"/>
              <a:gd name="connsiteY311" fmla="*/ 73069 h 104642"/>
              <a:gd name="connsiteX312" fmla="*/ 588482 w 1151574"/>
              <a:gd name="connsiteY312" fmla="*/ 71445 h 104642"/>
              <a:gd name="connsiteX313" fmla="*/ 590105 w 1151574"/>
              <a:gd name="connsiteY313" fmla="*/ 71445 h 104642"/>
              <a:gd name="connsiteX314" fmla="*/ 617690 w 1151574"/>
              <a:gd name="connsiteY314" fmla="*/ 69822 h 104642"/>
              <a:gd name="connsiteX315" fmla="*/ 655010 w 1151574"/>
              <a:gd name="connsiteY315" fmla="*/ 68198 h 104642"/>
              <a:gd name="connsiteX316" fmla="*/ 656633 w 1151574"/>
              <a:gd name="connsiteY316" fmla="*/ 68198 h 104642"/>
              <a:gd name="connsiteX317" fmla="*/ 660689 w 1151574"/>
              <a:gd name="connsiteY317" fmla="*/ 68198 h 104642"/>
              <a:gd name="connsiteX318" fmla="*/ 663123 w 1151574"/>
              <a:gd name="connsiteY318" fmla="*/ 68198 h 104642"/>
              <a:gd name="connsiteX319" fmla="*/ 664746 w 1151574"/>
              <a:gd name="connsiteY319" fmla="*/ 68198 h 104642"/>
              <a:gd name="connsiteX320" fmla="*/ 668802 w 1151574"/>
              <a:gd name="connsiteY320" fmla="*/ 68198 h 104642"/>
              <a:gd name="connsiteX321" fmla="*/ 671237 w 1151574"/>
              <a:gd name="connsiteY321" fmla="*/ 68198 h 104642"/>
              <a:gd name="connsiteX322" fmla="*/ 678538 w 1151574"/>
              <a:gd name="connsiteY322" fmla="*/ 68198 h 104642"/>
              <a:gd name="connsiteX323" fmla="*/ 686652 w 1151574"/>
              <a:gd name="connsiteY323" fmla="*/ 68198 h 104642"/>
              <a:gd name="connsiteX324" fmla="*/ 690708 w 1151574"/>
              <a:gd name="connsiteY324" fmla="*/ 68198 h 104642"/>
              <a:gd name="connsiteX325" fmla="*/ 693142 w 1151574"/>
              <a:gd name="connsiteY325" fmla="*/ 68198 h 104642"/>
              <a:gd name="connsiteX326" fmla="*/ 701255 w 1151574"/>
              <a:gd name="connsiteY326" fmla="*/ 68198 h 104642"/>
              <a:gd name="connsiteX327" fmla="*/ 698821 w 1151574"/>
              <a:gd name="connsiteY327" fmla="*/ 68198 h 104642"/>
              <a:gd name="connsiteX328" fmla="*/ 706934 w 1151574"/>
              <a:gd name="connsiteY328" fmla="*/ 66574 h 104642"/>
              <a:gd name="connsiteX329" fmla="*/ 755613 w 1151574"/>
              <a:gd name="connsiteY329" fmla="*/ 64950 h 104642"/>
              <a:gd name="connsiteX330" fmla="*/ 753991 w 1151574"/>
              <a:gd name="connsiteY330" fmla="*/ 64950 h 104642"/>
              <a:gd name="connsiteX331" fmla="*/ 758047 w 1151574"/>
              <a:gd name="connsiteY331" fmla="*/ 64950 h 104642"/>
              <a:gd name="connsiteX332" fmla="*/ 777519 w 1151574"/>
              <a:gd name="connsiteY332" fmla="*/ 63327 h 104642"/>
              <a:gd name="connsiteX333" fmla="*/ 781575 w 1151574"/>
              <a:gd name="connsiteY333" fmla="*/ 63327 h 104642"/>
              <a:gd name="connsiteX334" fmla="*/ 783198 w 1151574"/>
              <a:gd name="connsiteY334" fmla="*/ 63327 h 104642"/>
              <a:gd name="connsiteX335" fmla="*/ 784821 w 1151574"/>
              <a:gd name="connsiteY335" fmla="*/ 63327 h 104642"/>
              <a:gd name="connsiteX336" fmla="*/ 804292 w 1151574"/>
              <a:gd name="connsiteY336" fmla="*/ 61703 h 104642"/>
              <a:gd name="connsiteX337" fmla="*/ 805915 w 1151574"/>
              <a:gd name="connsiteY337" fmla="*/ 61703 h 104642"/>
              <a:gd name="connsiteX338" fmla="*/ 804292 w 1151574"/>
              <a:gd name="connsiteY338" fmla="*/ 61703 h 104642"/>
              <a:gd name="connsiteX339" fmla="*/ 804292 w 1151574"/>
              <a:gd name="connsiteY339" fmla="*/ 61703 h 104642"/>
              <a:gd name="connsiteX340" fmla="*/ 819707 w 1151574"/>
              <a:gd name="connsiteY340" fmla="*/ 60079 h 104642"/>
              <a:gd name="connsiteX341" fmla="*/ 833500 w 1151574"/>
              <a:gd name="connsiteY341" fmla="*/ 60079 h 104642"/>
              <a:gd name="connsiteX342" fmla="*/ 837556 w 1151574"/>
              <a:gd name="connsiteY342" fmla="*/ 60079 h 104642"/>
              <a:gd name="connsiteX343" fmla="*/ 844858 w 1151574"/>
              <a:gd name="connsiteY343" fmla="*/ 60079 h 104642"/>
              <a:gd name="connsiteX344" fmla="*/ 842424 w 1151574"/>
              <a:gd name="connsiteY344" fmla="*/ 60079 h 104642"/>
              <a:gd name="connsiteX345" fmla="*/ 840801 w 1151574"/>
              <a:gd name="connsiteY345" fmla="*/ 60079 h 104642"/>
              <a:gd name="connsiteX346" fmla="*/ 867575 w 1151574"/>
              <a:gd name="connsiteY346" fmla="*/ 60079 h 104642"/>
              <a:gd name="connsiteX347" fmla="*/ 871631 w 1151574"/>
              <a:gd name="connsiteY347" fmla="*/ 60079 h 104642"/>
              <a:gd name="connsiteX348" fmla="*/ 869197 w 1151574"/>
              <a:gd name="connsiteY348" fmla="*/ 60079 h 104642"/>
              <a:gd name="connsiteX349" fmla="*/ 877311 w 1151574"/>
              <a:gd name="connsiteY349" fmla="*/ 60079 h 104642"/>
              <a:gd name="connsiteX350" fmla="*/ 878933 w 1151574"/>
              <a:gd name="connsiteY350" fmla="*/ 60079 h 104642"/>
              <a:gd name="connsiteX351" fmla="*/ 882990 w 1151574"/>
              <a:gd name="connsiteY351" fmla="*/ 60079 h 104642"/>
              <a:gd name="connsiteX352" fmla="*/ 894348 w 1151574"/>
              <a:gd name="connsiteY352" fmla="*/ 60079 h 104642"/>
              <a:gd name="connsiteX353" fmla="*/ 831877 w 1151574"/>
              <a:gd name="connsiteY353" fmla="*/ 58455 h 104642"/>
              <a:gd name="connsiteX354" fmla="*/ 809972 w 1151574"/>
              <a:gd name="connsiteY354" fmla="*/ 58455 h 104642"/>
              <a:gd name="connsiteX355" fmla="*/ 807537 w 1151574"/>
              <a:gd name="connsiteY355" fmla="*/ 56832 h 104642"/>
              <a:gd name="connsiteX356" fmla="*/ 811594 w 1151574"/>
              <a:gd name="connsiteY356" fmla="*/ 56832 h 104642"/>
              <a:gd name="connsiteX357" fmla="*/ 811594 w 1151574"/>
              <a:gd name="connsiteY357" fmla="*/ 56832 h 104642"/>
              <a:gd name="connsiteX358" fmla="*/ 784009 w 1151574"/>
              <a:gd name="connsiteY358" fmla="*/ 56832 h 104642"/>
              <a:gd name="connsiteX359" fmla="*/ 775896 w 1151574"/>
              <a:gd name="connsiteY359" fmla="*/ 56832 h 104642"/>
              <a:gd name="connsiteX360" fmla="*/ 812405 w 1151574"/>
              <a:gd name="connsiteY360" fmla="*/ 55208 h 104642"/>
              <a:gd name="connsiteX361" fmla="*/ 810783 w 1151574"/>
              <a:gd name="connsiteY361" fmla="*/ 55208 h 104642"/>
              <a:gd name="connsiteX362" fmla="*/ 792934 w 1151574"/>
              <a:gd name="connsiteY362" fmla="*/ 55208 h 104642"/>
              <a:gd name="connsiteX363" fmla="*/ 822141 w 1151574"/>
              <a:gd name="connsiteY363" fmla="*/ 53584 h 104642"/>
              <a:gd name="connsiteX364" fmla="*/ 816462 w 1151574"/>
              <a:gd name="connsiteY364" fmla="*/ 53584 h 104642"/>
              <a:gd name="connsiteX365" fmla="*/ 834311 w 1151574"/>
              <a:gd name="connsiteY365" fmla="*/ 53584 h 104642"/>
              <a:gd name="connsiteX366" fmla="*/ 846481 w 1151574"/>
              <a:gd name="connsiteY366" fmla="*/ 51960 h 104642"/>
              <a:gd name="connsiteX367" fmla="*/ 934103 w 1151574"/>
              <a:gd name="connsiteY367" fmla="*/ 51960 h 104642"/>
              <a:gd name="connsiteX368" fmla="*/ 920310 w 1151574"/>
              <a:gd name="connsiteY368" fmla="*/ 50337 h 104642"/>
              <a:gd name="connsiteX369" fmla="*/ 1049310 w 1151574"/>
              <a:gd name="connsiteY369" fmla="*/ 51960 h 104642"/>
              <a:gd name="connsiteX370" fmla="*/ 1076894 w 1151574"/>
              <a:gd name="connsiteY370" fmla="*/ 53584 h 104642"/>
              <a:gd name="connsiteX371" fmla="*/ 1119894 w 1151574"/>
              <a:gd name="connsiteY371" fmla="*/ 55208 h 104642"/>
              <a:gd name="connsiteX372" fmla="*/ 1102856 w 1151574"/>
              <a:gd name="connsiteY372" fmla="*/ 53584 h 104642"/>
              <a:gd name="connsiteX373" fmla="*/ 1151535 w 1151574"/>
              <a:gd name="connsiteY373" fmla="*/ 55208 h 104642"/>
              <a:gd name="connsiteX374" fmla="*/ 1145045 w 1151574"/>
              <a:gd name="connsiteY374" fmla="*/ 43030 h 104642"/>
              <a:gd name="connsiteX375" fmla="*/ 1080951 w 1151574"/>
              <a:gd name="connsiteY375" fmla="*/ 34099 h 104642"/>
              <a:gd name="connsiteX376" fmla="*/ 1080951 w 1151574"/>
              <a:gd name="connsiteY376" fmla="*/ 34099 h 104642"/>
              <a:gd name="connsiteX377" fmla="*/ 1083385 w 1151574"/>
              <a:gd name="connsiteY377" fmla="*/ 34099 h 104642"/>
              <a:gd name="connsiteX378" fmla="*/ 1076083 w 1151574"/>
              <a:gd name="connsiteY378" fmla="*/ 34099 h 104642"/>
              <a:gd name="connsiteX379" fmla="*/ 1080951 w 1151574"/>
              <a:gd name="connsiteY379" fmla="*/ 34099 h 104642"/>
              <a:gd name="connsiteX380" fmla="*/ 28675 w 1151574"/>
              <a:gd name="connsiteY380" fmla="*/ 40594 h 104642"/>
              <a:gd name="connsiteX381" fmla="*/ 34354 w 1151574"/>
              <a:gd name="connsiteY381" fmla="*/ 40594 h 104642"/>
              <a:gd name="connsiteX382" fmla="*/ 28675 w 1151574"/>
              <a:gd name="connsiteY382" fmla="*/ 40594 h 104642"/>
              <a:gd name="connsiteX383" fmla="*/ 73297 w 1151574"/>
              <a:gd name="connsiteY383" fmla="*/ 46277 h 104642"/>
              <a:gd name="connsiteX384" fmla="*/ 70863 w 1151574"/>
              <a:gd name="connsiteY384" fmla="*/ 46277 h 104642"/>
              <a:gd name="connsiteX385" fmla="*/ 69241 w 1151574"/>
              <a:gd name="connsiteY385" fmla="*/ 46277 h 104642"/>
              <a:gd name="connsiteX386" fmla="*/ 73297 w 1151574"/>
              <a:gd name="connsiteY386" fmla="*/ 46277 h 104642"/>
              <a:gd name="connsiteX387" fmla="*/ 73297 w 1151574"/>
              <a:gd name="connsiteY387" fmla="*/ 46277 h 104642"/>
              <a:gd name="connsiteX388" fmla="*/ 108184 w 1151574"/>
              <a:gd name="connsiteY388" fmla="*/ 65762 h 104642"/>
              <a:gd name="connsiteX389" fmla="*/ 108184 w 1151574"/>
              <a:gd name="connsiteY389" fmla="*/ 65762 h 104642"/>
              <a:gd name="connsiteX390" fmla="*/ 108184 w 1151574"/>
              <a:gd name="connsiteY390" fmla="*/ 65762 h 104642"/>
              <a:gd name="connsiteX391" fmla="*/ 147127 w 1151574"/>
              <a:gd name="connsiteY391" fmla="*/ 70634 h 104642"/>
              <a:gd name="connsiteX392" fmla="*/ 144693 w 1151574"/>
              <a:gd name="connsiteY392" fmla="*/ 70634 h 104642"/>
              <a:gd name="connsiteX393" fmla="*/ 147127 w 1151574"/>
              <a:gd name="connsiteY393" fmla="*/ 70634 h 104642"/>
              <a:gd name="connsiteX394" fmla="*/ 156863 w 1151574"/>
              <a:gd name="connsiteY394" fmla="*/ 72257 h 104642"/>
              <a:gd name="connsiteX395" fmla="*/ 154429 w 1151574"/>
              <a:gd name="connsiteY395" fmla="*/ 72257 h 104642"/>
              <a:gd name="connsiteX396" fmla="*/ 151995 w 1151574"/>
              <a:gd name="connsiteY396" fmla="*/ 72257 h 104642"/>
              <a:gd name="connsiteX397" fmla="*/ 150372 w 1151574"/>
              <a:gd name="connsiteY397" fmla="*/ 72257 h 104642"/>
              <a:gd name="connsiteX398" fmla="*/ 148750 w 1151574"/>
              <a:gd name="connsiteY398" fmla="*/ 72257 h 104642"/>
              <a:gd name="connsiteX399" fmla="*/ 154429 w 1151574"/>
              <a:gd name="connsiteY399" fmla="*/ 72257 h 104642"/>
              <a:gd name="connsiteX400" fmla="*/ 156863 w 1151574"/>
              <a:gd name="connsiteY400" fmla="*/ 72257 h 104642"/>
              <a:gd name="connsiteX401" fmla="*/ 429464 w 1151574"/>
              <a:gd name="connsiteY401" fmla="*/ 73069 h 104642"/>
              <a:gd name="connsiteX402" fmla="*/ 431087 w 1151574"/>
              <a:gd name="connsiteY402" fmla="*/ 73069 h 104642"/>
              <a:gd name="connsiteX403" fmla="*/ 429464 w 1151574"/>
              <a:gd name="connsiteY403" fmla="*/ 73069 h 104642"/>
              <a:gd name="connsiteX404" fmla="*/ 402691 w 1151574"/>
              <a:gd name="connsiteY404" fmla="*/ 73069 h 104642"/>
              <a:gd name="connsiteX405" fmla="*/ 402691 w 1151574"/>
              <a:gd name="connsiteY405" fmla="*/ 73069 h 104642"/>
              <a:gd name="connsiteX406" fmla="*/ 402691 w 1151574"/>
              <a:gd name="connsiteY406" fmla="*/ 73069 h 104642"/>
              <a:gd name="connsiteX407" fmla="*/ 395389 w 1151574"/>
              <a:gd name="connsiteY407" fmla="*/ 74693 h 104642"/>
              <a:gd name="connsiteX408" fmla="*/ 397823 w 1151574"/>
              <a:gd name="connsiteY408" fmla="*/ 74693 h 104642"/>
              <a:gd name="connsiteX409" fmla="*/ 395389 w 1151574"/>
              <a:gd name="connsiteY409" fmla="*/ 74693 h 104642"/>
              <a:gd name="connsiteX410" fmla="*/ 406748 w 1151574"/>
              <a:gd name="connsiteY410" fmla="*/ 74693 h 104642"/>
              <a:gd name="connsiteX411" fmla="*/ 389710 w 1151574"/>
              <a:gd name="connsiteY411" fmla="*/ 76317 h 104642"/>
              <a:gd name="connsiteX412" fmla="*/ 406748 w 1151574"/>
              <a:gd name="connsiteY412" fmla="*/ 74693 h 104642"/>
              <a:gd name="connsiteX413" fmla="*/ 359692 w 1151574"/>
              <a:gd name="connsiteY413" fmla="*/ 77940 h 104642"/>
              <a:gd name="connsiteX414" fmla="*/ 362125 w 1151574"/>
              <a:gd name="connsiteY414" fmla="*/ 77940 h 104642"/>
              <a:gd name="connsiteX415" fmla="*/ 359692 w 1151574"/>
              <a:gd name="connsiteY415" fmla="*/ 77940 h 104642"/>
              <a:gd name="connsiteX416" fmla="*/ 351578 w 1151574"/>
              <a:gd name="connsiteY416" fmla="*/ 77940 h 104642"/>
              <a:gd name="connsiteX417" fmla="*/ 351578 w 1151574"/>
              <a:gd name="connsiteY417" fmla="*/ 77940 h 104642"/>
              <a:gd name="connsiteX418" fmla="*/ 351578 w 1151574"/>
              <a:gd name="connsiteY418" fmla="*/ 77940 h 104642"/>
              <a:gd name="connsiteX419" fmla="*/ 347522 w 1151574"/>
              <a:gd name="connsiteY419" fmla="*/ 77940 h 104642"/>
              <a:gd name="connsiteX420" fmla="*/ 349144 w 1151574"/>
              <a:gd name="connsiteY420" fmla="*/ 77940 h 104642"/>
              <a:gd name="connsiteX421" fmla="*/ 347522 w 1151574"/>
              <a:gd name="connsiteY421" fmla="*/ 77940 h 104642"/>
              <a:gd name="connsiteX422" fmla="*/ 341843 w 1151574"/>
              <a:gd name="connsiteY422" fmla="*/ 77940 h 104642"/>
              <a:gd name="connsiteX423" fmla="*/ 340220 w 1151574"/>
              <a:gd name="connsiteY423" fmla="*/ 77940 h 104642"/>
              <a:gd name="connsiteX424" fmla="*/ 341843 w 1151574"/>
              <a:gd name="connsiteY424" fmla="*/ 77940 h 104642"/>
              <a:gd name="connsiteX425" fmla="*/ 336163 w 1151574"/>
              <a:gd name="connsiteY425" fmla="*/ 76317 h 104642"/>
              <a:gd name="connsiteX426" fmla="*/ 334541 w 1151574"/>
              <a:gd name="connsiteY426" fmla="*/ 76317 h 104642"/>
              <a:gd name="connsiteX427" fmla="*/ 336163 w 1151574"/>
              <a:gd name="connsiteY427" fmla="*/ 76317 h 104642"/>
              <a:gd name="connsiteX428" fmla="*/ 281805 w 1151574"/>
              <a:gd name="connsiteY428" fmla="*/ 77940 h 104642"/>
              <a:gd name="connsiteX429" fmla="*/ 279371 w 1151574"/>
              <a:gd name="connsiteY429" fmla="*/ 77940 h 104642"/>
              <a:gd name="connsiteX430" fmla="*/ 281805 w 1151574"/>
              <a:gd name="connsiteY430" fmla="*/ 77940 h 104642"/>
              <a:gd name="connsiteX431" fmla="*/ 260711 w 1151574"/>
              <a:gd name="connsiteY431" fmla="*/ 78752 h 104642"/>
              <a:gd name="connsiteX432" fmla="*/ 259088 w 1151574"/>
              <a:gd name="connsiteY432" fmla="*/ 78752 h 104642"/>
              <a:gd name="connsiteX433" fmla="*/ 260711 w 1151574"/>
              <a:gd name="connsiteY433" fmla="*/ 78752 h 104642"/>
              <a:gd name="connsiteX434" fmla="*/ 761293 w 1151574"/>
              <a:gd name="connsiteY434" fmla="*/ 56020 h 104642"/>
              <a:gd name="connsiteX435" fmla="*/ 762915 w 1151574"/>
              <a:gd name="connsiteY435" fmla="*/ 56020 h 104642"/>
              <a:gd name="connsiteX436" fmla="*/ 761293 w 1151574"/>
              <a:gd name="connsiteY436" fmla="*/ 56020 h 104642"/>
              <a:gd name="connsiteX437" fmla="*/ 755613 w 1151574"/>
              <a:gd name="connsiteY437" fmla="*/ 56020 h 104642"/>
              <a:gd name="connsiteX438" fmla="*/ 757236 w 1151574"/>
              <a:gd name="connsiteY438" fmla="*/ 56020 h 104642"/>
              <a:gd name="connsiteX439" fmla="*/ 755613 w 1151574"/>
              <a:gd name="connsiteY439" fmla="*/ 56020 h 104642"/>
              <a:gd name="connsiteX440" fmla="*/ 744255 w 1151574"/>
              <a:gd name="connsiteY440" fmla="*/ 56020 h 104642"/>
              <a:gd name="connsiteX441" fmla="*/ 744255 w 1151574"/>
              <a:gd name="connsiteY441" fmla="*/ 56020 h 104642"/>
              <a:gd name="connsiteX442" fmla="*/ 744255 w 1151574"/>
              <a:gd name="connsiteY442" fmla="*/ 56020 h 104642"/>
              <a:gd name="connsiteX443" fmla="*/ 719104 w 1151574"/>
              <a:gd name="connsiteY443" fmla="*/ 56020 h 104642"/>
              <a:gd name="connsiteX444" fmla="*/ 719104 w 1151574"/>
              <a:gd name="connsiteY444" fmla="*/ 56020 h 104642"/>
              <a:gd name="connsiteX445" fmla="*/ 719104 w 1151574"/>
              <a:gd name="connsiteY445" fmla="*/ 56020 h 104642"/>
              <a:gd name="connsiteX446" fmla="*/ 753991 w 1151574"/>
              <a:gd name="connsiteY446" fmla="*/ 53584 h 104642"/>
              <a:gd name="connsiteX447" fmla="*/ 753991 w 1151574"/>
              <a:gd name="connsiteY447" fmla="*/ 53584 h 104642"/>
              <a:gd name="connsiteX448" fmla="*/ 753991 w 1151574"/>
              <a:gd name="connsiteY448" fmla="*/ 53584 h 104642"/>
              <a:gd name="connsiteX449" fmla="*/ 748312 w 1151574"/>
              <a:gd name="connsiteY449" fmla="*/ 53584 h 104642"/>
              <a:gd name="connsiteX450" fmla="*/ 749934 w 1151574"/>
              <a:gd name="connsiteY450" fmla="*/ 53584 h 104642"/>
              <a:gd name="connsiteX451" fmla="*/ 748312 w 1151574"/>
              <a:gd name="connsiteY451" fmla="*/ 53584 h 104642"/>
              <a:gd name="connsiteX452" fmla="*/ 745877 w 1151574"/>
              <a:gd name="connsiteY452" fmla="*/ 53584 h 104642"/>
              <a:gd name="connsiteX453" fmla="*/ 745877 w 1151574"/>
              <a:gd name="connsiteY453" fmla="*/ 53584 h 104642"/>
              <a:gd name="connsiteX454" fmla="*/ 745877 w 1151574"/>
              <a:gd name="connsiteY454" fmla="*/ 53584 h 104642"/>
              <a:gd name="connsiteX455" fmla="*/ 738576 w 1151574"/>
              <a:gd name="connsiteY455" fmla="*/ 53584 h 104642"/>
              <a:gd name="connsiteX456" fmla="*/ 740198 w 1151574"/>
              <a:gd name="connsiteY456" fmla="*/ 53584 h 104642"/>
              <a:gd name="connsiteX457" fmla="*/ 738576 w 1151574"/>
              <a:gd name="connsiteY457" fmla="*/ 53584 h 104642"/>
              <a:gd name="connsiteX458" fmla="*/ 722349 w 1151574"/>
              <a:gd name="connsiteY458" fmla="*/ 53584 h 104642"/>
              <a:gd name="connsiteX459" fmla="*/ 726406 w 1151574"/>
              <a:gd name="connsiteY459" fmla="*/ 53584 h 104642"/>
              <a:gd name="connsiteX460" fmla="*/ 722349 w 1151574"/>
              <a:gd name="connsiteY460" fmla="*/ 53584 h 104642"/>
              <a:gd name="connsiteX461" fmla="*/ 715048 w 1151574"/>
              <a:gd name="connsiteY461" fmla="*/ 53584 h 104642"/>
              <a:gd name="connsiteX462" fmla="*/ 719104 w 1151574"/>
              <a:gd name="connsiteY462" fmla="*/ 53584 h 104642"/>
              <a:gd name="connsiteX463" fmla="*/ 715048 w 1151574"/>
              <a:gd name="connsiteY463" fmla="*/ 53584 h 104642"/>
              <a:gd name="connsiteX464" fmla="*/ 712614 w 1151574"/>
              <a:gd name="connsiteY464" fmla="*/ 53584 h 104642"/>
              <a:gd name="connsiteX465" fmla="*/ 712614 w 1151574"/>
              <a:gd name="connsiteY465" fmla="*/ 53584 h 104642"/>
              <a:gd name="connsiteX466" fmla="*/ 712614 w 1151574"/>
              <a:gd name="connsiteY466" fmla="*/ 53584 h 104642"/>
              <a:gd name="connsiteX467" fmla="*/ 705312 w 1151574"/>
              <a:gd name="connsiteY467" fmla="*/ 53584 h 104642"/>
              <a:gd name="connsiteX468" fmla="*/ 707746 w 1151574"/>
              <a:gd name="connsiteY468" fmla="*/ 53584 h 104642"/>
              <a:gd name="connsiteX469" fmla="*/ 705312 w 1151574"/>
              <a:gd name="connsiteY469" fmla="*/ 53584 h 104642"/>
              <a:gd name="connsiteX470" fmla="*/ 560086 w 1151574"/>
              <a:gd name="connsiteY470" fmla="*/ 61703 h 104642"/>
              <a:gd name="connsiteX471" fmla="*/ 564143 w 1151574"/>
              <a:gd name="connsiteY471" fmla="*/ 61703 h 104642"/>
              <a:gd name="connsiteX472" fmla="*/ 560086 w 1151574"/>
              <a:gd name="connsiteY472" fmla="*/ 61703 h 104642"/>
              <a:gd name="connsiteX473" fmla="*/ 564143 w 1151574"/>
              <a:gd name="connsiteY473" fmla="*/ 57643 h 104642"/>
              <a:gd name="connsiteX474" fmla="*/ 565766 w 1151574"/>
              <a:gd name="connsiteY474" fmla="*/ 57643 h 104642"/>
              <a:gd name="connsiteX475" fmla="*/ 564143 w 1151574"/>
              <a:gd name="connsiteY475" fmla="*/ 57643 h 104642"/>
              <a:gd name="connsiteX476" fmla="*/ 581992 w 1151574"/>
              <a:gd name="connsiteY476" fmla="*/ 57643 h 104642"/>
              <a:gd name="connsiteX477" fmla="*/ 569822 w 1151574"/>
              <a:gd name="connsiteY477" fmla="*/ 57643 h 104642"/>
              <a:gd name="connsiteX478" fmla="*/ 581992 w 1151574"/>
              <a:gd name="connsiteY478" fmla="*/ 57643 h 104642"/>
              <a:gd name="connsiteX479" fmla="*/ 590105 w 1151574"/>
              <a:gd name="connsiteY479" fmla="*/ 57643 h 104642"/>
              <a:gd name="connsiteX480" fmla="*/ 581992 w 1151574"/>
              <a:gd name="connsiteY480" fmla="*/ 57643 h 104642"/>
              <a:gd name="connsiteX481" fmla="*/ 587671 w 1151574"/>
              <a:gd name="connsiteY481" fmla="*/ 57643 h 104642"/>
              <a:gd name="connsiteX482" fmla="*/ 589294 w 1151574"/>
              <a:gd name="connsiteY482" fmla="*/ 57643 h 104642"/>
              <a:gd name="connsiteX483" fmla="*/ 587671 w 1151574"/>
              <a:gd name="connsiteY483" fmla="*/ 57643 h 104642"/>
              <a:gd name="connsiteX484" fmla="*/ 591728 w 1151574"/>
              <a:gd name="connsiteY484" fmla="*/ 59267 h 104642"/>
              <a:gd name="connsiteX485" fmla="*/ 590105 w 1151574"/>
              <a:gd name="connsiteY485" fmla="*/ 59267 h 104642"/>
              <a:gd name="connsiteX486" fmla="*/ 591728 w 1151574"/>
              <a:gd name="connsiteY486" fmla="*/ 59267 h 104642"/>
              <a:gd name="connsiteX487" fmla="*/ 589294 w 1151574"/>
              <a:gd name="connsiteY487" fmla="*/ 57643 h 104642"/>
              <a:gd name="connsiteX488" fmla="*/ 591728 w 1151574"/>
              <a:gd name="connsiteY488" fmla="*/ 57643 h 104642"/>
              <a:gd name="connsiteX489" fmla="*/ 589294 w 1151574"/>
              <a:gd name="connsiteY489" fmla="*/ 57643 h 104642"/>
              <a:gd name="connsiteX490" fmla="*/ 609577 w 1151574"/>
              <a:gd name="connsiteY490" fmla="*/ 59267 h 104642"/>
              <a:gd name="connsiteX491" fmla="*/ 607143 w 1151574"/>
              <a:gd name="connsiteY491" fmla="*/ 59267 h 104642"/>
              <a:gd name="connsiteX492" fmla="*/ 609577 w 1151574"/>
              <a:gd name="connsiteY492" fmla="*/ 59267 h 104642"/>
              <a:gd name="connsiteX493" fmla="*/ 651765 w 1151574"/>
              <a:gd name="connsiteY493" fmla="*/ 54396 h 104642"/>
              <a:gd name="connsiteX494" fmla="*/ 647708 w 1151574"/>
              <a:gd name="connsiteY494" fmla="*/ 54396 h 104642"/>
              <a:gd name="connsiteX495" fmla="*/ 596595 w 1151574"/>
              <a:gd name="connsiteY495" fmla="*/ 56020 h 104642"/>
              <a:gd name="connsiteX496" fmla="*/ 594973 w 1151574"/>
              <a:gd name="connsiteY496" fmla="*/ 54396 h 104642"/>
              <a:gd name="connsiteX497" fmla="*/ 596595 w 1151574"/>
              <a:gd name="connsiteY497" fmla="*/ 54396 h 104642"/>
              <a:gd name="connsiteX498" fmla="*/ 598218 w 1151574"/>
              <a:gd name="connsiteY498" fmla="*/ 54396 h 104642"/>
              <a:gd name="connsiteX499" fmla="*/ 599841 w 1151574"/>
              <a:gd name="connsiteY499" fmla="*/ 54396 h 104642"/>
              <a:gd name="connsiteX500" fmla="*/ 602275 w 1151574"/>
              <a:gd name="connsiteY500" fmla="*/ 54396 h 104642"/>
              <a:gd name="connsiteX501" fmla="*/ 616067 w 1151574"/>
              <a:gd name="connsiteY501" fmla="*/ 52772 h 104642"/>
              <a:gd name="connsiteX502" fmla="*/ 621746 w 1151574"/>
              <a:gd name="connsiteY502" fmla="*/ 52772 h 104642"/>
              <a:gd name="connsiteX503" fmla="*/ 629859 w 1151574"/>
              <a:gd name="connsiteY503" fmla="*/ 52772 h 104642"/>
              <a:gd name="connsiteX504" fmla="*/ 637161 w 1151574"/>
              <a:gd name="connsiteY504" fmla="*/ 52772 h 104642"/>
              <a:gd name="connsiteX505" fmla="*/ 638784 w 1151574"/>
              <a:gd name="connsiteY505" fmla="*/ 52772 h 104642"/>
              <a:gd name="connsiteX506" fmla="*/ 642841 w 1151574"/>
              <a:gd name="connsiteY506" fmla="*/ 52772 h 104642"/>
              <a:gd name="connsiteX507" fmla="*/ 642841 w 1151574"/>
              <a:gd name="connsiteY507" fmla="*/ 52772 h 104642"/>
              <a:gd name="connsiteX508" fmla="*/ 644463 w 1151574"/>
              <a:gd name="connsiteY508" fmla="*/ 52772 h 104642"/>
              <a:gd name="connsiteX509" fmla="*/ 651765 w 1151574"/>
              <a:gd name="connsiteY509" fmla="*/ 54396 h 104642"/>
              <a:gd name="connsiteX510" fmla="*/ 658255 w 1151574"/>
              <a:gd name="connsiteY510" fmla="*/ 56020 h 104642"/>
              <a:gd name="connsiteX511" fmla="*/ 658255 w 1151574"/>
              <a:gd name="connsiteY511" fmla="*/ 56020 h 104642"/>
              <a:gd name="connsiteX512" fmla="*/ 658255 w 1151574"/>
              <a:gd name="connsiteY512" fmla="*/ 56020 h 104642"/>
              <a:gd name="connsiteX513" fmla="*/ 658255 w 1151574"/>
              <a:gd name="connsiteY513" fmla="*/ 56020 h 104642"/>
              <a:gd name="connsiteX514" fmla="*/ 698821 w 1151574"/>
              <a:gd name="connsiteY514" fmla="*/ 53584 h 104642"/>
              <a:gd name="connsiteX515" fmla="*/ 701255 w 1151574"/>
              <a:gd name="connsiteY515" fmla="*/ 53584 h 104642"/>
              <a:gd name="connsiteX516" fmla="*/ 698821 w 1151574"/>
              <a:gd name="connsiteY516" fmla="*/ 53584 h 104642"/>
              <a:gd name="connsiteX517" fmla="*/ 695576 w 1151574"/>
              <a:gd name="connsiteY517" fmla="*/ 54396 h 104642"/>
              <a:gd name="connsiteX518" fmla="*/ 698010 w 1151574"/>
              <a:gd name="connsiteY518" fmla="*/ 54396 h 104642"/>
              <a:gd name="connsiteX519" fmla="*/ 699633 w 1151574"/>
              <a:gd name="connsiteY519" fmla="*/ 54396 h 104642"/>
              <a:gd name="connsiteX520" fmla="*/ 697199 w 1151574"/>
              <a:gd name="connsiteY520" fmla="*/ 54396 h 104642"/>
              <a:gd name="connsiteX521" fmla="*/ 695576 w 1151574"/>
              <a:gd name="connsiteY521" fmla="*/ 54396 h 104642"/>
              <a:gd name="connsiteX522" fmla="*/ 681784 w 1151574"/>
              <a:gd name="connsiteY522" fmla="*/ 54396 h 104642"/>
              <a:gd name="connsiteX523" fmla="*/ 687463 w 1151574"/>
              <a:gd name="connsiteY523" fmla="*/ 54396 h 104642"/>
              <a:gd name="connsiteX524" fmla="*/ 677727 w 1151574"/>
              <a:gd name="connsiteY524" fmla="*/ 56020 h 104642"/>
              <a:gd name="connsiteX525" fmla="*/ 681784 w 1151574"/>
              <a:gd name="connsiteY525" fmla="*/ 54396 h 104642"/>
              <a:gd name="connsiteX526" fmla="*/ 680972 w 1151574"/>
              <a:gd name="connsiteY526" fmla="*/ 54396 h 104642"/>
              <a:gd name="connsiteX527" fmla="*/ 685029 w 1151574"/>
              <a:gd name="connsiteY527" fmla="*/ 54396 h 104642"/>
              <a:gd name="connsiteX528" fmla="*/ 686652 w 1151574"/>
              <a:gd name="connsiteY528" fmla="*/ 54396 h 104642"/>
              <a:gd name="connsiteX529" fmla="*/ 690708 w 1151574"/>
              <a:gd name="connsiteY529" fmla="*/ 54396 h 104642"/>
              <a:gd name="connsiteX530" fmla="*/ 693142 w 1151574"/>
              <a:gd name="connsiteY530" fmla="*/ 54396 h 104642"/>
              <a:gd name="connsiteX531" fmla="*/ 683406 w 1151574"/>
              <a:gd name="connsiteY531" fmla="*/ 56020 h 104642"/>
              <a:gd name="connsiteX532" fmla="*/ 680972 w 1151574"/>
              <a:gd name="connsiteY532" fmla="*/ 54396 h 104642"/>
              <a:gd name="connsiteX533" fmla="*/ 673670 w 1151574"/>
              <a:gd name="connsiteY533" fmla="*/ 54396 h 104642"/>
              <a:gd name="connsiteX534" fmla="*/ 675293 w 1151574"/>
              <a:gd name="connsiteY534" fmla="*/ 54396 h 104642"/>
              <a:gd name="connsiteX535" fmla="*/ 667991 w 1151574"/>
              <a:gd name="connsiteY535" fmla="*/ 56020 h 104642"/>
              <a:gd name="connsiteX536" fmla="*/ 669614 w 1151574"/>
              <a:gd name="connsiteY536" fmla="*/ 56020 h 104642"/>
              <a:gd name="connsiteX537" fmla="*/ 673670 w 1151574"/>
              <a:gd name="connsiteY537" fmla="*/ 54396 h 104642"/>
              <a:gd name="connsiteX538" fmla="*/ 667991 w 1151574"/>
              <a:gd name="connsiteY538" fmla="*/ 54396 h 104642"/>
              <a:gd name="connsiteX539" fmla="*/ 666369 w 1151574"/>
              <a:gd name="connsiteY539" fmla="*/ 54396 h 104642"/>
              <a:gd name="connsiteX540" fmla="*/ 667991 w 1151574"/>
              <a:gd name="connsiteY540" fmla="*/ 54396 h 104642"/>
              <a:gd name="connsiteX541" fmla="*/ 669614 w 1151574"/>
              <a:gd name="connsiteY541" fmla="*/ 54396 h 104642"/>
              <a:gd name="connsiteX542" fmla="*/ 671237 w 1151574"/>
              <a:gd name="connsiteY542" fmla="*/ 54396 h 104642"/>
              <a:gd name="connsiteX543" fmla="*/ 665557 w 1151574"/>
              <a:gd name="connsiteY543" fmla="*/ 54396 h 104642"/>
              <a:gd name="connsiteX544" fmla="*/ 661501 w 1151574"/>
              <a:gd name="connsiteY544" fmla="*/ 54396 h 104642"/>
              <a:gd name="connsiteX545" fmla="*/ 661501 w 1151574"/>
              <a:gd name="connsiteY545" fmla="*/ 52772 h 104642"/>
              <a:gd name="connsiteX546" fmla="*/ 669614 w 1151574"/>
              <a:gd name="connsiteY546" fmla="*/ 54396 h 104642"/>
              <a:gd name="connsiteX547" fmla="*/ 630671 w 1151574"/>
              <a:gd name="connsiteY547" fmla="*/ 54396 h 104642"/>
              <a:gd name="connsiteX548" fmla="*/ 633105 w 1151574"/>
              <a:gd name="connsiteY548" fmla="*/ 54396 h 104642"/>
              <a:gd name="connsiteX549" fmla="*/ 630671 w 1151574"/>
              <a:gd name="connsiteY549" fmla="*/ 54396 h 104642"/>
              <a:gd name="connsiteX550" fmla="*/ 624992 w 1151574"/>
              <a:gd name="connsiteY550" fmla="*/ 54396 h 104642"/>
              <a:gd name="connsiteX551" fmla="*/ 662312 w 1151574"/>
              <a:gd name="connsiteY551" fmla="*/ 52772 h 104642"/>
              <a:gd name="connsiteX552" fmla="*/ 664746 w 1151574"/>
              <a:gd name="connsiteY552" fmla="*/ 52772 h 104642"/>
              <a:gd name="connsiteX553" fmla="*/ 624992 w 1151574"/>
              <a:gd name="connsiteY553" fmla="*/ 54396 h 104642"/>
              <a:gd name="connsiteX554" fmla="*/ 554407 w 1151574"/>
              <a:gd name="connsiteY554" fmla="*/ 57643 h 104642"/>
              <a:gd name="connsiteX555" fmla="*/ 620935 w 1151574"/>
              <a:gd name="connsiteY555" fmla="*/ 56020 h 104642"/>
              <a:gd name="connsiteX556" fmla="*/ 620935 w 1151574"/>
              <a:gd name="connsiteY556" fmla="*/ 56020 h 104642"/>
              <a:gd name="connsiteX557" fmla="*/ 556841 w 1151574"/>
              <a:gd name="connsiteY557" fmla="*/ 57643 h 104642"/>
              <a:gd name="connsiteX558" fmla="*/ 554407 w 1151574"/>
              <a:gd name="connsiteY558" fmla="*/ 57643 h 104642"/>
              <a:gd name="connsiteX559" fmla="*/ 551162 w 1151574"/>
              <a:gd name="connsiteY559" fmla="*/ 57643 h 104642"/>
              <a:gd name="connsiteX560" fmla="*/ 552785 w 1151574"/>
              <a:gd name="connsiteY560" fmla="*/ 57643 h 104642"/>
              <a:gd name="connsiteX561" fmla="*/ 551162 w 1151574"/>
              <a:gd name="connsiteY561" fmla="*/ 57643 h 104642"/>
              <a:gd name="connsiteX562" fmla="*/ 540615 w 1151574"/>
              <a:gd name="connsiteY562" fmla="*/ 57643 h 104642"/>
              <a:gd name="connsiteX563" fmla="*/ 540615 w 1151574"/>
              <a:gd name="connsiteY563" fmla="*/ 57643 h 104642"/>
              <a:gd name="connsiteX564" fmla="*/ 540615 w 1151574"/>
              <a:gd name="connsiteY564" fmla="*/ 57643 h 104642"/>
              <a:gd name="connsiteX565" fmla="*/ 538992 w 1151574"/>
              <a:gd name="connsiteY565" fmla="*/ 59267 h 104642"/>
              <a:gd name="connsiteX566" fmla="*/ 538992 w 1151574"/>
              <a:gd name="connsiteY566" fmla="*/ 59267 h 104642"/>
              <a:gd name="connsiteX567" fmla="*/ 546294 w 1151574"/>
              <a:gd name="connsiteY567" fmla="*/ 57643 h 104642"/>
              <a:gd name="connsiteX568" fmla="*/ 547917 w 1151574"/>
              <a:gd name="connsiteY568" fmla="*/ 57643 h 104642"/>
              <a:gd name="connsiteX569" fmla="*/ 545483 w 1151574"/>
              <a:gd name="connsiteY569" fmla="*/ 59267 h 104642"/>
              <a:gd name="connsiteX570" fmla="*/ 538992 w 1151574"/>
              <a:gd name="connsiteY570" fmla="*/ 59267 h 104642"/>
              <a:gd name="connsiteX571" fmla="*/ 530879 w 1151574"/>
              <a:gd name="connsiteY571" fmla="*/ 59267 h 104642"/>
              <a:gd name="connsiteX572" fmla="*/ 533313 w 1151574"/>
              <a:gd name="connsiteY572" fmla="*/ 59267 h 104642"/>
              <a:gd name="connsiteX573" fmla="*/ 535747 w 1151574"/>
              <a:gd name="connsiteY573" fmla="*/ 59267 h 104642"/>
              <a:gd name="connsiteX574" fmla="*/ 533313 w 1151574"/>
              <a:gd name="connsiteY574" fmla="*/ 60891 h 104642"/>
              <a:gd name="connsiteX575" fmla="*/ 530879 w 1151574"/>
              <a:gd name="connsiteY575" fmla="*/ 59267 h 104642"/>
              <a:gd name="connsiteX576" fmla="*/ 526011 w 1151574"/>
              <a:gd name="connsiteY576" fmla="*/ 63327 h 104642"/>
              <a:gd name="connsiteX577" fmla="*/ 526011 w 1151574"/>
              <a:gd name="connsiteY577" fmla="*/ 63327 h 104642"/>
              <a:gd name="connsiteX578" fmla="*/ 526011 w 1151574"/>
              <a:gd name="connsiteY578" fmla="*/ 63327 h 104642"/>
              <a:gd name="connsiteX579" fmla="*/ 525200 w 1151574"/>
              <a:gd name="connsiteY579" fmla="*/ 64950 h 104642"/>
              <a:gd name="connsiteX580" fmla="*/ 525200 w 1151574"/>
              <a:gd name="connsiteY580" fmla="*/ 64950 h 104642"/>
              <a:gd name="connsiteX581" fmla="*/ 525200 w 1151574"/>
              <a:gd name="connsiteY581" fmla="*/ 64950 h 104642"/>
              <a:gd name="connsiteX582" fmla="*/ 517898 w 1151574"/>
              <a:gd name="connsiteY582" fmla="*/ 64950 h 104642"/>
              <a:gd name="connsiteX583" fmla="*/ 523577 w 1151574"/>
              <a:gd name="connsiteY583" fmla="*/ 64950 h 104642"/>
              <a:gd name="connsiteX584" fmla="*/ 517898 w 1151574"/>
              <a:gd name="connsiteY584" fmla="*/ 64950 h 104642"/>
              <a:gd name="connsiteX585" fmla="*/ 517898 w 1151574"/>
              <a:gd name="connsiteY585" fmla="*/ 64950 h 104642"/>
              <a:gd name="connsiteX586" fmla="*/ 517898 w 1151574"/>
              <a:gd name="connsiteY586" fmla="*/ 64950 h 104642"/>
              <a:gd name="connsiteX587" fmla="*/ 516275 w 1151574"/>
              <a:gd name="connsiteY587" fmla="*/ 64950 h 104642"/>
              <a:gd name="connsiteX588" fmla="*/ 517898 w 1151574"/>
              <a:gd name="connsiteY588" fmla="*/ 64950 h 104642"/>
              <a:gd name="connsiteX589" fmla="*/ 513841 w 1151574"/>
              <a:gd name="connsiteY589" fmla="*/ 64950 h 104642"/>
              <a:gd name="connsiteX590" fmla="*/ 515464 w 1151574"/>
              <a:gd name="connsiteY590" fmla="*/ 64950 h 104642"/>
              <a:gd name="connsiteX591" fmla="*/ 513841 w 1151574"/>
              <a:gd name="connsiteY591" fmla="*/ 64950 h 104642"/>
              <a:gd name="connsiteX592" fmla="*/ 508162 w 1151574"/>
              <a:gd name="connsiteY592" fmla="*/ 64950 h 104642"/>
              <a:gd name="connsiteX593" fmla="*/ 508162 w 1151574"/>
              <a:gd name="connsiteY593" fmla="*/ 64950 h 104642"/>
              <a:gd name="connsiteX594" fmla="*/ 508162 w 1151574"/>
              <a:gd name="connsiteY594" fmla="*/ 64950 h 104642"/>
              <a:gd name="connsiteX595" fmla="*/ 505728 w 1151574"/>
              <a:gd name="connsiteY595" fmla="*/ 38970 h 104642"/>
              <a:gd name="connsiteX596" fmla="*/ 508162 w 1151574"/>
              <a:gd name="connsiteY596" fmla="*/ 38970 h 104642"/>
              <a:gd name="connsiteX597" fmla="*/ 505728 w 1151574"/>
              <a:gd name="connsiteY597" fmla="*/ 38970 h 104642"/>
              <a:gd name="connsiteX598" fmla="*/ 501672 w 1151574"/>
              <a:gd name="connsiteY598" fmla="*/ 38970 h 104642"/>
              <a:gd name="connsiteX599" fmla="*/ 501672 w 1151574"/>
              <a:gd name="connsiteY599" fmla="*/ 38970 h 104642"/>
              <a:gd name="connsiteX600" fmla="*/ 501672 w 1151574"/>
              <a:gd name="connsiteY600" fmla="*/ 38970 h 104642"/>
              <a:gd name="connsiteX601" fmla="*/ 496804 w 1151574"/>
              <a:gd name="connsiteY601" fmla="*/ 38970 h 104642"/>
              <a:gd name="connsiteX602" fmla="*/ 496804 w 1151574"/>
              <a:gd name="connsiteY602" fmla="*/ 38970 h 104642"/>
              <a:gd name="connsiteX603" fmla="*/ 496804 w 1151574"/>
              <a:gd name="connsiteY603" fmla="*/ 38970 h 104642"/>
              <a:gd name="connsiteX604" fmla="*/ 495992 w 1151574"/>
              <a:gd name="connsiteY604" fmla="*/ 38970 h 104642"/>
              <a:gd name="connsiteX605" fmla="*/ 495992 w 1151574"/>
              <a:gd name="connsiteY605" fmla="*/ 38970 h 104642"/>
              <a:gd name="connsiteX606" fmla="*/ 495992 w 1151574"/>
              <a:gd name="connsiteY606" fmla="*/ 38970 h 104642"/>
              <a:gd name="connsiteX607" fmla="*/ 492747 w 1151574"/>
              <a:gd name="connsiteY607" fmla="*/ 38970 h 104642"/>
              <a:gd name="connsiteX608" fmla="*/ 491936 w 1151574"/>
              <a:gd name="connsiteY608" fmla="*/ 38970 h 104642"/>
              <a:gd name="connsiteX609" fmla="*/ 492747 w 1151574"/>
              <a:gd name="connsiteY609" fmla="*/ 38970 h 104642"/>
              <a:gd name="connsiteX610" fmla="*/ 491936 w 1151574"/>
              <a:gd name="connsiteY610" fmla="*/ 38970 h 104642"/>
              <a:gd name="connsiteX611" fmla="*/ 491936 w 1151574"/>
              <a:gd name="connsiteY611" fmla="*/ 38970 h 104642"/>
              <a:gd name="connsiteX612" fmla="*/ 491936 w 1151574"/>
              <a:gd name="connsiteY612" fmla="*/ 38970 h 104642"/>
              <a:gd name="connsiteX613" fmla="*/ 487068 w 1151574"/>
              <a:gd name="connsiteY613" fmla="*/ 38970 h 104642"/>
              <a:gd name="connsiteX614" fmla="*/ 487068 w 1151574"/>
              <a:gd name="connsiteY614" fmla="*/ 38970 h 104642"/>
              <a:gd name="connsiteX615" fmla="*/ 487068 w 1151574"/>
              <a:gd name="connsiteY615" fmla="*/ 38970 h 104642"/>
              <a:gd name="connsiteX616" fmla="*/ 486257 w 1151574"/>
              <a:gd name="connsiteY616" fmla="*/ 38970 h 104642"/>
              <a:gd name="connsiteX617" fmla="*/ 484634 w 1151574"/>
              <a:gd name="connsiteY617" fmla="*/ 38970 h 104642"/>
              <a:gd name="connsiteX618" fmla="*/ 486257 w 1151574"/>
              <a:gd name="connsiteY618" fmla="*/ 38970 h 104642"/>
              <a:gd name="connsiteX619" fmla="*/ 482200 w 1151574"/>
              <a:gd name="connsiteY619" fmla="*/ 38970 h 104642"/>
              <a:gd name="connsiteX620" fmla="*/ 483823 w 1151574"/>
              <a:gd name="connsiteY620" fmla="*/ 38970 h 104642"/>
              <a:gd name="connsiteX621" fmla="*/ 482200 w 1151574"/>
              <a:gd name="connsiteY621" fmla="*/ 38970 h 104642"/>
              <a:gd name="connsiteX622" fmla="*/ 469219 w 1151574"/>
              <a:gd name="connsiteY622" fmla="*/ 38970 h 104642"/>
              <a:gd name="connsiteX623" fmla="*/ 470842 w 1151574"/>
              <a:gd name="connsiteY623" fmla="*/ 38970 h 104642"/>
              <a:gd name="connsiteX624" fmla="*/ 469219 w 1151574"/>
              <a:gd name="connsiteY624" fmla="*/ 38970 h 104642"/>
              <a:gd name="connsiteX625" fmla="*/ 463540 w 1151574"/>
              <a:gd name="connsiteY625" fmla="*/ 38970 h 104642"/>
              <a:gd name="connsiteX626" fmla="*/ 463540 w 1151574"/>
              <a:gd name="connsiteY626" fmla="*/ 38970 h 104642"/>
              <a:gd name="connsiteX627" fmla="*/ 463540 w 1151574"/>
              <a:gd name="connsiteY627" fmla="*/ 38970 h 104642"/>
              <a:gd name="connsiteX628" fmla="*/ 459483 w 1151574"/>
              <a:gd name="connsiteY628" fmla="*/ 40594 h 104642"/>
              <a:gd name="connsiteX629" fmla="*/ 463540 w 1151574"/>
              <a:gd name="connsiteY629" fmla="*/ 40594 h 104642"/>
              <a:gd name="connsiteX630" fmla="*/ 459483 w 1151574"/>
              <a:gd name="connsiteY630" fmla="*/ 40594 h 104642"/>
              <a:gd name="connsiteX631" fmla="*/ 455427 w 1151574"/>
              <a:gd name="connsiteY631" fmla="*/ 40594 h 104642"/>
              <a:gd name="connsiteX632" fmla="*/ 455427 w 1151574"/>
              <a:gd name="connsiteY632" fmla="*/ 40594 h 104642"/>
              <a:gd name="connsiteX633" fmla="*/ 455427 w 1151574"/>
              <a:gd name="connsiteY633" fmla="*/ 40594 h 104642"/>
              <a:gd name="connsiteX634" fmla="*/ 455427 w 1151574"/>
              <a:gd name="connsiteY634" fmla="*/ 38970 h 104642"/>
              <a:gd name="connsiteX635" fmla="*/ 449747 w 1151574"/>
              <a:gd name="connsiteY635" fmla="*/ 40594 h 104642"/>
              <a:gd name="connsiteX636" fmla="*/ 455427 w 1151574"/>
              <a:gd name="connsiteY636" fmla="*/ 38970 h 104642"/>
              <a:gd name="connsiteX637" fmla="*/ 448936 w 1151574"/>
              <a:gd name="connsiteY637" fmla="*/ 38970 h 104642"/>
              <a:gd name="connsiteX638" fmla="*/ 452993 w 1151574"/>
              <a:gd name="connsiteY638" fmla="*/ 38970 h 104642"/>
              <a:gd name="connsiteX639" fmla="*/ 448936 w 1151574"/>
              <a:gd name="connsiteY639" fmla="*/ 38970 h 104642"/>
              <a:gd name="connsiteX640" fmla="*/ 447314 w 1151574"/>
              <a:gd name="connsiteY640" fmla="*/ 40594 h 104642"/>
              <a:gd name="connsiteX641" fmla="*/ 445691 w 1151574"/>
              <a:gd name="connsiteY641" fmla="*/ 40594 h 104642"/>
              <a:gd name="connsiteX642" fmla="*/ 444068 w 1151574"/>
              <a:gd name="connsiteY642" fmla="*/ 40594 h 104642"/>
              <a:gd name="connsiteX643" fmla="*/ 447314 w 1151574"/>
              <a:gd name="connsiteY643" fmla="*/ 40594 h 104642"/>
              <a:gd name="connsiteX644" fmla="*/ 444068 w 1151574"/>
              <a:gd name="connsiteY644" fmla="*/ 40594 h 104642"/>
              <a:gd name="connsiteX645" fmla="*/ 441634 w 1151574"/>
              <a:gd name="connsiteY645" fmla="*/ 40594 h 104642"/>
              <a:gd name="connsiteX646" fmla="*/ 440012 w 1151574"/>
              <a:gd name="connsiteY646" fmla="*/ 40594 h 104642"/>
              <a:gd name="connsiteX647" fmla="*/ 438389 w 1151574"/>
              <a:gd name="connsiteY647" fmla="*/ 40594 h 104642"/>
              <a:gd name="connsiteX648" fmla="*/ 435955 w 1151574"/>
              <a:gd name="connsiteY648" fmla="*/ 40594 h 104642"/>
              <a:gd name="connsiteX649" fmla="*/ 434332 w 1151574"/>
              <a:gd name="connsiteY649" fmla="*/ 40594 h 104642"/>
              <a:gd name="connsiteX650" fmla="*/ 391333 w 1151574"/>
              <a:gd name="connsiteY650" fmla="*/ 42218 h 104642"/>
              <a:gd name="connsiteX651" fmla="*/ 389710 w 1151574"/>
              <a:gd name="connsiteY651" fmla="*/ 42218 h 104642"/>
              <a:gd name="connsiteX652" fmla="*/ 387276 w 1151574"/>
              <a:gd name="connsiteY652" fmla="*/ 42218 h 104642"/>
              <a:gd name="connsiteX653" fmla="*/ 384842 w 1151574"/>
              <a:gd name="connsiteY653" fmla="*/ 42218 h 104642"/>
              <a:gd name="connsiteX654" fmla="*/ 382408 w 1151574"/>
              <a:gd name="connsiteY654" fmla="*/ 42218 h 104642"/>
              <a:gd name="connsiteX655" fmla="*/ 376729 w 1151574"/>
              <a:gd name="connsiteY655" fmla="*/ 42218 h 104642"/>
              <a:gd name="connsiteX656" fmla="*/ 444068 w 1151574"/>
              <a:gd name="connsiteY656" fmla="*/ 40594 h 104642"/>
              <a:gd name="connsiteX657" fmla="*/ 444068 w 1151574"/>
              <a:gd name="connsiteY657" fmla="*/ 40594 h 104642"/>
              <a:gd name="connsiteX658" fmla="*/ 395389 w 1151574"/>
              <a:gd name="connsiteY658" fmla="*/ 43030 h 104642"/>
              <a:gd name="connsiteX659" fmla="*/ 393767 w 1151574"/>
              <a:gd name="connsiteY659" fmla="*/ 43030 h 104642"/>
              <a:gd name="connsiteX660" fmla="*/ 395389 w 1151574"/>
              <a:gd name="connsiteY660" fmla="*/ 43030 h 104642"/>
              <a:gd name="connsiteX661" fmla="*/ 434332 w 1151574"/>
              <a:gd name="connsiteY661" fmla="*/ 40594 h 104642"/>
              <a:gd name="connsiteX662" fmla="*/ 434332 w 1151574"/>
              <a:gd name="connsiteY662" fmla="*/ 40594 h 104642"/>
              <a:gd name="connsiteX663" fmla="*/ 434332 w 1151574"/>
              <a:gd name="connsiteY663" fmla="*/ 40594 h 104642"/>
              <a:gd name="connsiteX664" fmla="*/ 426219 w 1151574"/>
              <a:gd name="connsiteY664" fmla="*/ 40594 h 104642"/>
              <a:gd name="connsiteX665" fmla="*/ 426219 w 1151574"/>
              <a:gd name="connsiteY665" fmla="*/ 40594 h 104642"/>
              <a:gd name="connsiteX666" fmla="*/ 426219 w 1151574"/>
              <a:gd name="connsiteY666" fmla="*/ 40594 h 104642"/>
              <a:gd name="connsiteX667" fmla="*/ 401068 w 1151574"/>
              <a:gd name="connsiteY667" fmla="*/ 41406 h 104642"/>
              <a:gd name="connsiteX668" fmla="*/ 408370 w 1151574"/>
              <a:gd name="connsiteY668" fmla="*/ 41406 h 104642"/>
              <a:gd name="connsiteX669" fmla="*/ 404314 w 1151574"/>
              <a:gd name="connsiteY669" fmla="*/ 41406 h 104642"/>
              <a:gd name="connsiteX670" fmla="*/ 401068 w 1151574"/>
              <a:gd name="connsiteY670" fmla="*/ 41406 h 104642"/>
              <a:gd name="connsiteX671" fmla="*/ 395389 w 1151574"/>
              <a:gd name="connsiteY671" fmla="*/ 41406 h 104642"/>
              <a:gd name="connsiteX672" fmla="*/ 395389 w 1151574"/>
              <a:gd name="connsiteY672" fmla="*/ 41406 h 104642"/>
              <a:gd name="connsiteX673" fmla="*/ 395389 w 1151574"/>
              <a:gd name="connsiteY673" fmla="*/ 41406 h 104642"/>
              <a:gd name="connsiteX674" fmla="*/ 390521 w 1151574"/>
              <a:gd name="connsiteY674" fmla="*/ 41406 h 104642"/>
              <a:gd name="connsiteX675" fmla="*/ 392955 w 1151574"/>
              <a:gd name="connsiteY675" fmla="*/ 41406 h 104642"/>
              <a:gd name="connsiteX676" fmla="*/ 390521 w 1151574"/>
              <a:gd name="connsiteY676" fmla="*/ 41406 h 104642"/>
              <a:gd name="connsiteX677" fmla="*/ 384842 w 1151574"/>
              <a:gd name="connsiteY677" fmla="*/ 41406 h 104642"/>
              <a:gd name="connsiteX678" fmla="*/ 386465 w 1151574"/>
              <a:gd name="connsiteY678" fmla="*/ 41406 h 104642"/>
              <a:gd name="connsiteX679" fmla="*/ 386465 w 1151574"/>
              <a:gd name="connsiteY679" fmla="*/ 41406 h 104642"/>
              <a:gd name="connsiteX680" fmla="*/ 384842 w 1151574"/>
              <a:gd name="connsiteY680" fmla="*/ 41406 h 104642"/>
              <a:gd name="connsiteX681" fmla="*/ 357257 w 1151574"/>
              <a:gd name="connsiteY681" fmla="*/ 43030 h 104642"/>
              <a:gd name="connsiteX682" fmla="*/ 380786 w 1151574"/>
              <a:gd name="connsiteY682" fmla="*/ 41406 h 104642"/>
              <a:gd name="connsiteX683" fmla="*/ 345899 w 1151574"/>
              <a:gd name="connsiteY683" fmla="*/ 43030 h 104642"/>
              <a:gd name="connsiteX684" fmla="*/ 357257 w 1151574"/>
              <a:gd name="connsiteY684" fmla="*/ 43030 h 104642"/>
              <a:gd name="connsiteX685" fmla="*/ 371050 w 1151574"/>
              <a:gd name="connsiteY685" fmla="*/ 43030 h 104642"/>
              <a:gd name="connsiteX686" fmla="*/ 373484 w 1151574"/>
              <a:gd name="connsiteY686" fmla="*/ 43030 h 104642"/>
              <a:gd name="connsiteX687" fmla="*/ 371050 w 1151574"/>
              <a:gd name="connsiteY687" fmla="*/ 43030 h 104642"/>
              <a:gd name="connsiteX688" fmla="*/ 225013 w 1151574"/>
              <a:gd name="connsiteY688" fmla="*/ 80376 h 104642"/>
              <a:gd name="connsiteX689" fmla="*/ 225013 w 1151574"/>
              <a:gd name="connsiteY689" fmla="*/ 80376 h 104642"/>
              <a:gd name="connsiteX690" fmla="*/ 225013 w 1151574"/>
              <a:gd name="connsiteY690" fmla="*/ 80376 h 104642"/>
              <a:gd name="connsiteX691" fmla="*/ 229070 w 1151574"/>
              <a:gd name="connsiteY691" fmla="*/ 80376 h 104642"/>
              <a:gd name="connsiteX692" fmla="*/ 227447 w 1151574"/>
              <a:gd name="connsiteY692" fmla="*/ 80376 h 104642"/>
              <a:gd name="connsiteX693" fmla="*/ 229070 w 1151574"/>
              <a:gd name="connsiteY693" fmla="*/ 80376 h 104642"/>
              <a:gd name="connsiteX694" fmla="*/ 233126 w 1151574"/>
              <a:gd name="connsiteY694" fmla="*/ 80376 h 104642"/>
              <a:gd name="connsiteX695" fmla="*/ 233126 w 1151574"/>
              <a:gd name="connsiteY695" fmla="*/ 80376 h 104642"/>
              <a:gd name="connsiteX696" fmla="*/ 233126 w 1151574"/>
              <a:gd name="connsiteY696" fmla="*/ 80376 h 104642"/>
              <a:gd name="connsiteX697" fmla="*/ 223390 w 1151574"/>
              <a:gd name="connsiteY697" fmla="*/ 78752 h 104642"/>
              <a:gd name="connsiteX698" fmla="*/ 206353 w 1151574"/>
              <a:gd name="connsiteY698" fmla="*/ 78752 h 104642"/>
              <a:gd name="connsiteX699" fmla="*/ 223390 w 1151574"/>
              <a:gd name="connsiteY699" fmla="*/ 78752 h 104642"/>
              <a:gd name="connsiteX700" fmla="*/ 256654 w 1151574"/>
              <a:gd name="connsiteY700" fmla="*/ 77940 h 104642"/>
              <a:gd name="connsiteX701" fmla="*/ 260711 w 1151574"/>
              <a:gd name="connsiteY701" fmla="*/ 77940 h 104642"/>
              <a:gd name="connsiteX702" fmla="*/ 263145 w 1151574"/>
              <a:gd name="connsiteY702" fmla="*/ 77940 h 104642"/>
              <a:gd name="connsiteX703" fmla="*/ 256654 w 1151574"/>
              <a:gd name="connsiteY703" fmla="*/ 77940 h 104642"/>
              <a:gd name="connsiteX704" fmla="*/ 270447 w 1151574"/>
              <a:gd name="connsiteY704" fmla="*/ 76317 h 104642"/>
              <a:gd name="connsiteX705" fmla="*/ 268013 w 1151574"/>
              <a:gd name="connsiteY705" fmla="*/ 76317 h 104642"/>
              <a:gd name="connsiteX706" fmla="*/ 270447 w 1151574"/>
              <a:gd name="connsiteY706" fmla="*/ 76317 h 104642"/>
              <a:gd name="connsiteX707" fmla="*/ 280183 w 1151574"/>
              <a:gd name="connsiteY707" fmla="*/ 77940 h 104642"/>
              <a:gd name="connsiteX708" fmla="*/ 280183 w 1151574"/>
              <a:gd name="connsiteY708" fmla="*/ 77940 h 104642"/>
              <a:gd name="connsiteX709" fmla="*/ 280183 w 1151574"/>
              <a:gd name="connsiteY709" fmla="*/ 77940 h 104642"/>
              <a:gd name="connsiteX710" fmla="*/ 318314 w 1151574"/>
              <a:gd name="connsiteY710" fmla="*/ 46277 h 104642"/>
              <a:gd name="connsiteX711" fmla="*/ 316692 w 1151574"/>
              <a:gd name="connsiteY711" fmla="*/ 46277 h 104642"/>
              <a:gd name="connsiteX712" fmla="*/ 315069 w 1151574"/>
              <a:gd name="connsiteY712" fmla="*/ 46277 h 104642"/>
              <a:gd name="connsiteX713" fmla="*/ 270447 w 1151574"/>
              <a:gd name="connsiteY713" fmla="*/ 49525 h 104642"/>
              <a:gd name="connsiteX714" fmla="*/ 268824 w 1151574"/>
              <a:gd name="connsiteY714" fmla="*/ 49525 h 104642"/>
              <a:gd name="connsiteX715" fmla="*/ 267201 w 1151574"/>
              <a:gd name="connsiteY715" fmla="*/ 49525 h 104642"/>
              <a:gd name="connsiteX716" fmla="*/ 264768 w 1151574"/>
              <a:gd name="connsiteY716" fmla="*/ 49525 h 104642"/>
              <a:gd name="connsiteX717" fmla="*/ 257466 w 1151574"/>
              <a:gd name="connsiteY717" fmla="*/ 49525 h 104642"/>
              <a:gd name="connsiteX718" fmla="*/ 259088 w 1151574"/>
              <a:gd name="connsiteY718" fmla="*/ 47901 h 104642"/>
              <a:gd name="connsiteX719" fmla="*/ 333729 w 1151574"/>
              <a:gd name="connsiteY719" fmla="*/ 44653 h 104642"/>
              <a:gd name="connsiteX720" fmla="*/ 297220 w 1151574"/>
              <a:gd name="connsiteY720" fmla="*/ 46277 h 104642"/>
              <a:gd name="connsiteX721" fmla="*/ 318314 w 1151574"/>
              <a:gd name="connsiteY721" fmla="*/ 46277 h 104642"/>
              <a:gd name="connsiteX722" fmla="*/ 318314 w 1151574"/>
              <a:gd name="connsiteY722" fmla="*/ 46277 h 104642"/>
              <a:gd name="connsiteX723" fmla="*/ 448936 w 1151574"/>
              <a:gd name="connsiteY723" fmla="*/ 69010 h 104642"/>
              <a:gd name="connsiteX724" fmla="*/ 447314 w 1151574"/>
              <a:gd name="connsiteY724" fmla="*/ 69010 h 104642"/>
              <a:gd name="connsiteX725" fmla="*/ 448936 w 1151574"/>
              <a:gd name="connsiteY725" fmla="*/ 69010 h 104642"/>
              <a:gd name="connsiteX726" fmla="*/ 458672 w 1151574"/>
              <a:gd name="connsiteY726" fmla="*/ 69010 h 104642"/>
              <a:gd name="connsiteX727" fmla="*/ 458672 w 1151574"/>
              <a:gd name="connsiteY727" fmla="*/ 69010 h 104642"/>
              <a:gd name="connsiteX728" fmla="*/ 454615 w 1151574"/>
              <a:gd name="connsiteY728" fmla="*/ 69010 h 104642"/>
              <a:gd name="connsiteX729" fmla="*/ 458672 w 1151574"/>
              <a:gd name="connsiteY729" fmla="*/ 69010 h 104642"/>
              <a:gd name="connsiteX730" fmla="*/ 462728 w 1151574"/>
              <a:gd name="connsiteY730" fmla="*/ 67386 h 104642"/>
              <a:gd name="connsiteX731" fmla="*/ 460295 w 1151574"/>
              <a:gd name="connsiteY731" fmla="*/ 67386 h 104642"/>
              <a:gd name="connsiteX732" fmla="*/ 462728 w 1151574"/>
              <a:gd name="connsiteY732" fmla="*/ 67386 h 104642"/>
              <a:gd name="connsiteX733" fmla="*/ 465163 w 1151574"/>
              <a:gd name="connsiteY733" fmla="*/ 69010 h 104642"/>
              <a:gd name="connsiteX734" fmla="*/ 463540 w 1151574"/>
              <a:gd name="connsiteY734" fmla="*/ 69010 h 104642"/>
              <a:gd name="connsiteX735" fmla="*/ 465163 w 1151574"/>
              <a:gd name="connsiteY735" fmla="*/ 69010 h 104642"/>
              <a:gd name="connsiteX736" fmla="*/ 511407 w 1151574"/>
              <a:gd name="connsiteY736" fmla="*/ 38970 h 104642"/>
              <a:gd name="connsiteX737" fmla="*/ 507351 w 1151574"/>
              <a:gd name="connsiteY737" fmla="*/ 38970 h 104642"/>
              <a:gd name="connsiteX738" fmla="*/ 503294 w 1151574"/>
              <a:gd name="connsiteY738" fmla="*/ 38970 h 104642"/>
              <a:gd name="connsiteX739" fmla="*/ 497615 w 1151574"/>
              <a:gd name="connsiteY739" fmla="*/ 38970 h 104642"/>
              <a:gd name="connsiteX740" fmla="*/ 495992 w 1151574"/>
              <a:gd name="connsiteY740" fmla="*/ 38970 h 104642"/>
              <a:gd name="connsiteX741" fmla="*/ 494370 w 1151574"/>
              <a:gd name="connsiteY741" fmla="*/ 38970 h 104642"/>
              <a:gd name="connsiteX742" fmla="*/ 449747 w 1151574"/>
              <a:gd name="connsiteY742" fmla="*/ 40594 h 104642"/>
              <a:gd name="connsiteX743" fmla="*/ 344276 w 1151574"/>
              <a:gd name="connsiteY743" fmla="*/ 43842 h 104642"/>
              <a:gd name="connsiteX744" fmla="*/ 344276 w 1151574"/>
              <a:gd name="connsiteY744" fmla="*/ 42218 h 104642"/>
              <a:gd name="connsiteX745" fmla="*/ 341843 w 1151574"/>
              <a:gd name="connsiteY745" fmla="*/ 42218 h 104642"/>
              <a:gd name="connsiteX746" fmla="*/ 339409 w 1151574"/>
              <a:gd name="connsiteY746" fmla="*/ 42218 h 104642"/>
              <a:gd name="connsiteX747" fmla="*/ 336975 w 1151574"/>
              <a:gd name="connsiteY747" fmla="*/ 42218 h 104642"/>
              <a:gd name="connsiteX748" fmla="*/ 334541 w 1151574"/>
              <a:gd name="connsiteY748" fmla="*/ 42218 h 104642"/>
              <a:gd name="connsiteX749" fmla="*/ 326428 w 1151574"/>
              <a:gd name="connsiteY749" fmla="*/ 43842 h 104642"/>
              <a:gd name="connsiteX750" fmla="*/ 324805 w 1151574"/>
              <a:gd name="connsiteY750" fmla="*/ 43842 h 104642"/>
              <a:gd name="connsiteX751" fmla="*/ 320748 w 1151574"/>
              <a:gd name="connsiteY751" fmla="*/ 43842 h 104642"/>
              <a:gd name="connsiteX752" fmla="*/ 369427 w 1151574"/>
              <a:gd name="connsiteY752" fmla="*/ 42218 h 104642"/>
              <a:gd name="connsiteX753" fmla="*/ 367805 w 1151574"/>
              <a:gd name="connsiteY753" fmla="*/ 42218 h 104642"/>
              <a:gd name="connsiteX754" fmla="*/ 359692 w 1151574"/>
              <a:gd name="connsiteY754" fmla="*/ 42218 h 104642"/>
              <a:gd name="connsiteX755" fmla="*/ 361314 w 1151574"/>
              <a:gd name="connsiteY755" fmla="*/ 42218 h 104642"/>
              <a:gd name="connsiteX756" fmla="*/ 452993 w 1151574"/>
              <a:gd name="connsiteY756" fmla="*/ 38970 h 104642"/>
              <a:gd name="connsiteX757" fmla="*/ 482200 w 1151574"/>
              <a:gd name="connsiteY757" fmla="*/ 37346 h 104642"/>
              <a:gd name="connsiteX758" fmla="*/ 482200 w 1151574"/>
              <a:gd name="connsiteY758" fmla="*/ 37346 h 104642"/>
              <a:gd name="connsiteX759" fmla="*/ 504106 w 1151574"/>
              <a:gd name="connsiteY759" fmla="*/ 37346 h 104642"/>
              <a:gd name="connsiteX760" fmla="*/ 505728 w 1151574"/>
              <a:gd name="connsiteY760" fmla="*/ 37346 h 104642"/>
              <a:gd name="connsiteX761" fmla="*/ 507351 w 1151574"/>
              <a:gd name="connsiteY761" fmla="*/ 37346 h 104642"/>
              <a:gd name="connsiteX762" fmla="*/ 509785 w 1151574"/>
              <a:gd name="connsiteY762" fmla="*/ 37346 h 104642"/>
              <a:gd name="connsiteX763" fmla="*/ 509785 w 1151574"/>
              <a:gd name="connsiteY763" fmla="*/ 37346 h 104642"/>
              <a:gd name="connsiteX764" fmla="*/ 511407 w 1151574"/>
              <a:gd name="connsiteY764" fmla="*/ 38970 h 104642"/>
              <a:gd name="connsiteX765" fmla="*/ 513841 w 1151574"/>
              <a:gd name="connsiteY765" fmla="*/ 38970 h 104642"/>
              <a:gd name="connsiteX766" fmla="*/ 512219 w 1151574"/>
              <a:gd name="connsiteY766" fmla="*/ 38970 h 104642"/>
              <a:gd name="connsiteX767" fmla="*/ 513841 w 1151574"/>
              <a:gd name="connsiteY767" fmla="*/ 38970 h 104642"/>
              <a:gd name="connsiteX768" fmla="*/ 529256 w 1151574"/>
              <a:gd name="connsiteY768" fmla="*/ 37346 h 104642"/>
              <a:gd name="connsiteX769" fmla="*/ 527634 w 1151574"/>
              <a:gd name="connsiteY769" fmla="*/ 37346 h 104642"/>
              <a:gd name="connsiteX770" fmla="*/ 529256 w 1151574"/>
              <a:gd name="connsiteY770" fmla="*/ 37346 h 104642"/>
              <a:gd name="connsiteX771" fmla="*/ 535747 w 1151574"/>
              <a:gd name="connsiteY771" fmla="*/ 37346 h 104642"/>
              <a:gd name="connsiteX772" fmla="*/ 537370 w 1151574"/>
              <a:gd name="connsiteY772" fmla="*/ 37346 h 104642"/>
              <a:gd name="connsiteX773" fmla="*/ 535747 w 1151574"/>
              <a:gd name="connsiteY773" fmla="*/ 37346 h 104642"/>
              <a:gd name="connsiteX774" fmla="*/ 544671 w 1151574"/>
              <a:gd name="connsiteY774" fmla="*/ 37346 h 104642"/>
              <a:gd name="connsiteX775" fmla="*/ 542238 w 1151574"/>
              <a:gd name="connsiteY775" fmla="*/ 37346 h 104642"/>
              <a:gd name="connsiteX776" fmla="*/ 544671 w 1151574"/>
              <a:gd name="connsiteY776" fmla="*/ 37346 h 104642"/>
              <a:gd name="connsiteX777" fmla="*/ 547105 w 1151574"/>
              <a:gd name="connsiteY777" fmla="*/ 37346 h 104642"/>
              <a:gd name="connsiteX778" fmla="*/ 547105 w 1151574"/>
              <a:gd name="connsiteY778" fmla="*/ 37346 h 104642"/>
              <a:gd name="connsiteX779" fmla="*/ 547105 w 1151574"/>
              <a:gd name="connsiteY779" fmla="*/ 37346 h 104642"/>
              <a:gd name="connsiteX780" fmla="*/ 560086 w 1151574"/>
              <a:gd name="connsiteY780" fmla="*/ 37346 h 104642"/>
              <a:gd name="connsiteX781" fmla="*/ 556030 w 1151574"/>
              <a:gd name="connsiteY781" fmla="*/ 37346 h 104642"/>
              <a:gd name="connsiteX782" fmla="*/ 553596 w 1151574"/>
              <a:gd name="connsiteY782" fmla="*/ 37346 h 104642"/>
              <a:gd name="connsiteX783" fmla="*/ 555218 w 1151574"/>
              <a:gd name="connsiteY783" fmla="*/ 37346 h 104642"/>
              <a:gd name="connsiteX784" fmla="*/ 560086 w 1151574"/>
              <a:gd name="connsiteY784" fmla="*/ 37346 h 104642"/>
              <a:gd name="connsiteX785" fmla="*/ 568199 w 1151574"/>
              <a:gd name="connsiteY785" fmla="*/ 37346 h 104642"/>
              <a:gd name="connsiteX786" fmla="*/ 569822 w 1151574"/>
              <a:gd name="connsiteY786" fmla="*/ 37346 h 104642"/>
              <a:gd name="connsiteX787" fmla="*/ 568199 w 1151574"/>
              <a:gd name="connsiteY787" fmla="*/ 37346 h 104642"/>
              <a:gd name="connsiteX788" fmla="*/ 576313 w 1151574"/>
              <a:gd name="connsiteY788" fmla="*/ 37346 h 104642"/>
              <a:gd name="connsiteX789" fmla="*/ 576313 w 1151574"/>
              <a:gd name="connsiteY789" fmla="*/ 37346 h 104642"/>
              <a:gd name="connsiteX790" fmla="*/ 576313 w 1151574"/>
              <a:gd name="connsiteY790" fmla="*/ 37346 h 104642"/>
              <a:gd name="connsiteX791" fmla="*/ 584426 w 1151574"/>
              <a:gd name="connsiteY791" fmla="*/ 37346 h 104642"/>
              <a:gd name="connsiteX792" fmla="*/ 581992 w 1151574"/>
              <a:gd name="connsiteY792" fmla="*/ 37346 h 104642"/>
              <a:gd name="connsiteX793" fmla="*/ 584426 w 1151574"/>
              <a:gd name="connsiteY793" fmla="*/ 37346 h 104642"/>
              <a:gd name="connsiteX794" fmla="*/ 589294 w 1151574"/>
              <a:gd name="connsiteY794" fmla="*/ 37346 h 104642"/>
              <a:gd name="connsiteX795" fmla="*/ 589294 w 1151574"/>
              <a:gd name="connsiteY795" fmla="*/ 37346 h 104642"/>
              <a:gd name="connsiteX796" fmla="*/ 589294 w 1151574"/>
              <a:gd name="connsiteY796" fmla="*/ 37346 h 104642"/>
              <a:gd name="connsiteX797" fmla="*/ 630671 w 1151574"/>
              <a:gd name="connsiteY797" fmla="*/ 46277 h 104642"/>
              <a:gd name="connsiteX798" fmla="*/ 622558 w 1151574"/>
              <a:gd name="connsiteY798" fmla="*/ 47901 h 104642"/>
              <a:gd name="connsiteX799" fmla="*/ 626614 w 1151574"/>
              <a:gd name="connsiteY799" fmla="*/ 46277 h 104642"/>
              <a:gd name="connsiteX800" fmla="*/ 628237 w 1151574"/>
              <a:gd name="connsiteY800" fmla="*/ 46277 h 104642"/>
              <a:gd name="connsiteX801" fmla="*/ 630671 w 1151574"/>
              <a:gd name="connsiteY801" fmla="*/ 46277 h 104642"/>
              <a:gd name="connsiteX802" fmla="*/ 637161 w 1151574"/>
              <a:gd name="connsiteY802" fmla="*/ 46277 h 104642"/>
              <a:gd name="connsiteX803" fmla="*/ 638784 w 1151574"/>
              <a:gd name="connsiteY803" fmla="*/ 46277 h 104642"/>
              <a:gd name="connsiteX804" fmla="*/ 637161 w 1151574"/>
              <a:gd name="connsiteY804" fmla="*/ 46277 h 104642"/>
              <a:gd name="connsiteX805" fmla="*/ 673670 w 1151574"/>
              <a:gd name="connsiteY805" fmla="*/ 46277 h 104642"/>
              <a:gd name="connsiteX806" fmla="*/ 672048 w 1151574"/>
              <a:gd name="connsiteY806" fmla="*/ 46277 h 104642"/>
              <a:gd name="connsiteX807" fmla="*/ 673670 w 1151574"/>
              <a:gd name="connsiteY807" fmla="*/ 46277 h 104642"/>
              <a:gd name="connsiteX808" fmla="*/ 675293 w 1151574"/>
              <a:gd name="connsiteY808" fmla="*/ 46277 h 104642"/>
              <a:gd name="connsiteX809" fmla="*/ 673670 w 1151574"/>
              <a:gd name="connsiteY809" fmla="*/ 46277 h 104642"/>
              <a:gd name="connsiteX810" fmla="*/ 675293 w 1151574"/>
              <a:gd name="connsiteY810" fmla="*/ 46277 h 104642"/>
              <a:gd name="connsiteX811" fmla="*/ 677727 w 1151574"/>
              <a:gd name="connsiteY811" fmla="*/ 46277 h 104642"/>
              <a:gd name="connsiteX812" fmla="*/ 679350 w 1151574"/>
              <a:gd name="connsiteY812" fmla="*/ 46277 h 104642"/>
              <a:gd name="connsiteX813" fmla="*/ 677727 w 1151574"/>
              <a:gd name="connsiteY813" fmla="*/ 46277 h 104642"/>
              <a:gd name="connsiteX814" fmla="*/ 685840 w 1151574"/>
              <a:gd name="connsiteY814" fmla="*/ 46277 h 104642"/>
              <a:gd name="connsiteX815" fmla="*/ 681784 w 1151574"/>
              <a:gd name="connsiteY815" fmla="*/ 46277 h 104642"/>
              <a:gd name="connsiteX816" fmla="*/ 685840 w 1151574"/>
              <a:gd name="connsiteY816" fmla="*/ 46277 h 104642"/>
              <a:gd name="connsiteX817" fmla="*/ 849726 w 1151574"/>
              <a:gd name="connsiteY817" fmla="*/ 47089 h 104642"/>
              <a:gd name="connsiteX818" fmla="*/ 852160 w 1151574"/>
              <a:gd name="connsiteY818" fmla="*/ 47089 h 104642"/>
              <a:gd name="connsiteX819" fmla="*/ 849726 w 1151574"/>
              <a:gd name="connsiteY819" fmla="*/ 47089 h 104642"/>
              <a:gd name="connsiteX820" fmla="*/ 844858 w 1151574"/>
              <a:gd name="connsiteY820" fmla="*/ 47089 h 104642"/>
              <a:gd name="connsiteX821" fmla="*/ 843235 w 1151574"/>
              <a:gd name="connsiteY821" fmla="*/ 47089 h 104642"/>
              <a:gd name="connsiteX822" fmla="*/ 844858 w 1151574"/>
              <a:gd name="connsiteY822" fmla="*/ 47089 h 104642"/>
              <a:gd name="connsiteX823" fmla="*/ 839990 w 1151574"/>
              <a:gd name="connsiteY823" fmla="*/ 46277 h 104642"/>
              <a:gd name="connsiteX824" fmla="*/ 839990 w 1151574"/>
              <a:gd name="connsiteY824" fmla="*/ 46277 h 104642"/>
              <a:gd name="connsiteX825" fmla="*/ 839990 w 1151574"/>
              <a:gd name="connsiteY825" fmla="*/ 46277 h 104642"/>
              <a:gd name="connsiteX826" fmla="*/ 835933 w 1151574"/>
              <a:gd name="connsiteY826" fmla="*/ 46277 h 104642"/>
              <a:gd name="connsiteX827" fmla="*/ 838368 w 1151574"/>
              <a:gd name="connsiteY827" fmla="*/ 46277 h 104642"/>
              <a:gd name="connsiteX828" fmla="*/ 835933 w 1151574"/>
              <a:gd name="connsiteY828" fmla="*/ 46277 h 104642"/>
              <a:gd name="connsiteX829" fmla="*/ 825386 w 1151574"/>
              <a:gd name="connsiteY829" fmla="*/ 46277 h 104642"/>
              <a:gd name="connsiteX830" fmla="*/ 825386 w 1151574"/>
              <a:gd name="connsiteY830" fmla="*/ 46277 h 104642"/>
              <a:gd name="connsiteX831" fmla="*/ 827820 w 1151574"/>
              <a:gd name="connsiteY831" fmla="*/ 46277 h 104642"/>
              <a:gd name="connsiteX832" fmla="*/ 831877 w 1151574"/>
              <a:gd name="connsiteY832" fmla="*/ 46277 h 104642"/>
              <a:gd name="connsiteX833" fmla="*/ 823764 w 1151574"/>
              <a:gd name="connsiteY833" fmla="*/ 46277 h 104642"/>
              <a:gd name="connsiteX834" fmla="*/ 825386 w 1151574"/>
              <a:gd name="connsiteY834" fmla="*/ 46277 h 104642"/>
              <a:gd name="connsiteX835" fmla="*/ 698821 w 1151574"/>
              <a:gd name="connsiteY835" fmla="*/ 44653 h 104642"/>
              <a:gd name="connsiteX836" fmla="*/ 696387 w 1151574"/>
              <a:gd name="connsiteY836" fmla="*/ 44653 h 104642"/>
              <a:gd name="connsiteX837" fmla="*/ 698821 w 1151574"/>
              <a:gd name="connsiteY837" fmla="*/ 44653 h 104642"/>
              <a:gd name="connsiteX838" fmla="*/ 698821 w 1151574"/>
              <a:gd name="connsiteY838" fmla="*/ 44653 h 104642"/>
              <a:gd name="connsiteX839" fmla="*/ 700444 w 1151574"/>
              <a:gd name="connsiteY839" fmla="*/ 44653 h 104642"/>
              <a:gd name="connsiteX840" fmla="*/ 700444 w 1151574"/>
              <a:gd name="connsiteY840" fmla="*/ 44653 h 104642"/>
              <a:gd name="connsiteX841" fmla="*/ 698821 w 1151574"/>
              <a:gd name="connsiteY841" fmla="*/ 44653 h 104642"/>
              <a:gd name="connsiteX842" fmla="*/ 704501 w 1151574"/>
              <a:gd name="connsiteY842" fmla="*/ 46277 h 104642"/>
              <a:gd name="connsiteX843" fmla="*/ 702066 w 1151574"/>
              <a:gd name="connsiteY843" fmla="*/ 46277 h 104642"/>
              <a:gd name="connsiteX844" fmla="*/ 704501 w 1151574"/>
              <a:gd name="connsiteY844" fmla="*/ 46277 h 104642"/>
              <a:gd name="connsiteX845" fmla="*/ 708557 w 1151574"/>
              <a:gd name="connsiteY845" fmla="*/ 44653 h 104642"/>
              <a:gd name="connsiteX846" fmla="*/ 708557 w 1151574"/>
              <a:gd name="connsiteY846" fmla="*/ 44653 h 104642"/>
              <a:gd name="connsiteX847" fmla="*/ 708557 w 1151574"/>
              <a:gd name="connsiteY847" fmla="*/ 44653 h 104642"/>
              <a:gd name="connsiteX848" fmla="*/ 715048 w 1151574"/>
              <a:gd name="connsiteY848" fmla="*/ 46277 h 104642"/>
              <a:gd name="connsiteX849" fmla="*/ 713425 w 1151574"/>
              <a:gd name="connsiteY849" fmla="*/ 46277 h 104642"/>
              <a:gd name="connsiteX850" fmla="*/ 715048 w 1151574"/>
              <a:gd name="connsiteY850" fmla="*/ 46277 h 104642"/>
              <a:gd name="connsiteX851" fmla="*/ 719104 w 1151574"/>
              <a:gd name="connsiteY851" fmla="*/ 46277 h 104642"/>
              <a:gd name="connsiteX852" fmla="*/ 719104 w 1151574"/>
              <a:gd name="connsiteY852" fmla="*/ 46277 h 104642"/>
              <a:gd name="connsiteX853" fmla="*/ 719104 w 1151574"/>
              <a:gd name="connsiteY853" fmla="*/ 46277 h 104642"/>
              <a:gd name="connsiteX854" fmla="*/ 723972 w 1151574"/>
              <a:gd name="connsiteY854" fmla="*/ 46277 h 104642"/>
              <a:gd name="connsiteX855" fmla="*/ 722349 w 1151574"/>
              <a:gd name="connsiteY855" fmla="*/ 46277 h 104642"/>
              <a:gd name="connsiteX856" fmla="*/ 723972 w 1151574"/>
              <a:gd name="connsiteY856" fmla="*/ 46277 h 104642"/>
              <a:gd name="connsiteX857" fmla="*/ 728029 w 1151574"/>
              <a:gd name="connsiteY857" fmla="*/ 46277 h 104642"/>
              <a:gd name="connsiteX858" fmla="*/ 726406 w 1151574"/>
              <a:gd name="connsiteY858" fmla="*/ 46277 h 104642"/>
              <a:gd name="connsiteX859" fmla="*/ 728029 w 1151574"/>
              <a:gd name="connsiteY859" fmla="*/ 46277 h 104642"/>
              <a:gd name="connsiteX860" fmla="*/ 723972 w 1151574"/>
              <a:gd name="connsiteY860" fmla="*/ 46277 h 104642"/>
              <a:gd name="connsiteX861" fmla="*/ 728029 w 1151574"/>
              <a:gd name="connsiteY861" fmla="*/ 46277 h 104642"/>
              <a:gd name="connsiteX862" fmla="*/ 723972 w 1151574"/>
              <a:gd name="connsiteY862" fmla="*/ 46277 h 104642"/>
              <a:gd name="connsiteX863" fmla="*/ 730462 w 1151574"/>
              <a:gd name="connsiteY863" fmla="*/ 46277 h 104642"/>
              <a:gd name="connsiteX864" fmla="*/ 728840 w 1151574"/>
              <a:gd name="connsiteY864" fmla="*/ 46277 h 104642"/>
              <a:gd name="connsiteX865" fmla="*/ 730462 w 1151574"/>
              <a:gd name="connsiteY865" fmla="*/ 46277 h 104642"/>
              <a:gd name="connsiteX866" fmla="*/ 734519 w 1151574"/>
              <a:gd name="connsiteY866" fmla="*/ 46277 h 104642"/>
              <a:gd name="connsiteX867" fmla="*/ 732897 w 1151574"/>
              <a:gd name="connsiteY867" fmla="*/ 46277 h 104642"/>
              <a:gd name="connsiteX868" fmla="*/ 734519 w 1151574"/>
              <a:gd name="connsiteY868" fmla="*/ 46277 h 104642"/>
              <a:gd name="connsiteX869" fmla="*/ 741821 w 1151574"/>
              <a:gd name="connsiteY869" fmla="*/ 46277 h 104642"/>
              <a:gd name="connsiteX870" fmla="*/ 737764 w 1151574"/>
              <a:gd name="connsiteY870" fmla="*/ 46277 h 104642"/>
              <a:gd name="connsiteX871" fmla="*/ 740198 w 1151574"/>
              <a:gd name="connsiteY871" fmla="*/ 46277 h 104642"/>
              <a:gd name="connsiteX872" fmla="*/ 741821 w 1151574"/>
              <a:gd name="connsiteY872" fmla="*/ 46277 h 104642"/>
              <a:gd name="connsiteX873" fmla="*/ 748312 w 1151574"/>
              <a:gd name="connsiteY873" fmla="*/ 46277 h 104642"/>
              <a:gd name="connsiteX874" fmla="*/ 748312 w 1151574"/>
              <a:gd name="connsiteY874" fmla="*/ 46277 h 104642"/>
              <a:gd name="connsiteX875" fmla="*/ 748312 w 1151574"/>
              <a:gd name="connsiteY875" fmla="*/ 46277 h 104642"/>
              <a:gd name="connsiteX876" fmla="*/ 749934 w 1151574"/>
              <a:gd name="connsiteY876" fmla="*/ 46277 h 104642"/>
              <a:gd name="connsiteX877" fmla="*/ 749934 w 1151574"/>
              <a:gd name="connsiteY877" fmla="*/ 46277 h 104642"/>
              <a:gd name="connsiteX878" fmla="*/ 749934 w 1151574"/>
              <a:gd name="connsiteY878" fmla="*/ 46277 h 104642"/>
              <a:gd name="connsiteX879" fmla="*/ 749934 w 1151574"/>
              <a:gd name="connsiteY879" fmla="*/ 44653 h 104642"/>
              <a:gd name="connsiteX880" fmla="*/ 737764 w 1151574"/>
              <a:gd name="connsiteY880" fmla="*/ 44653 h 104642"/>
              <a:gd name="connsiteX881" fmla="*/ 753179 w 1151574"/>
              <a:gd name="connsiteY881" fmla="*/ 44653 h 104642"/>
              <a:gd name="connsiteX882" fmla="*/ 749934 w 1151574"/>
              <a:gd name="connsiteY882" fmla="*/ 44653 h 104642"/>
              <a:gd name="connsiteX883" fmla="*/ 753179 w 1151574"/>
              <a:gd name="connsiteY883" fmla="*/ 46277 h 104642"/>
              <a:gd name="connsiteX884" fmla="*/ 753179 w 1151574"/>
              <a:gd name="connsiteY884" fmla="*/ 46277 h 104642"/>
              <a:gd name="connsiteX885" fmla="*/ 753179 w 1151574"/>
              <a:gd name="connsiteY885" fmla="*/ 46277 h 104642"/>
              <a:gd name="connsiteX886" fmla="*/ 753179 w 1151574"/>
              <a:gd name="connsiteY886" fmla="*/ 46277 h 104642"/>
              <a:gd name="connsiteX887" fmla="*/ 755613 w 1151574"/>
              <a:gd name="connsiteY887" fmla="*/ 46277 h 104642"/>
              <a:gd name="connsiteX888" fmla="*/ 753179 w 1151574"/>
              <a:gd name="connsiteY888" fmla="*/ 46277 h 104642"/>
              <a:gd name="connsiteX889" fmla="*/ 755613 w 1151574"/>
              <a:gd name="connsiteY889" fmla="*/ 44653 h 104642"/>
              <a:gd name="connsiteX890" fmla="*/ 755613 w 1151574"/>
              <a:gd name="connsiteY890" fmla="*/ 44653 h 104642"/>
              <a:gd name="connsiteX891" fmla="*/ 755613 w 1151574"/>
              <a:gd name="connsiteY891" fmla="*/ 44653 h 104642"/>
              <a:gd name="connsiteX892" fmla="*/ 758047 w 1151574"/>
              <a:gd name="connsiteY892" fmla="*/ 46277 h 104642"/>
              <a:gd name="connsiteX893" fmla="*/ 755613 w 1151574"/>
              <a:gd name="connsiteY893" fmla="*/ 46277 h 104642"/>
              <a:gd name="connsiteX894" fmla="*/ 758047 w 1151574"/>
              <a:gd name="connsiteY894" fmla="*/ 46277 h 104642"/>
              <a:gd name="connsiteX895" fmla="*/ 765349 w 1151574"/>
              <a:gd name="connsiteY895" fmla="*/ 46277 h 104642"/>
              <a:gd name="connsiteX896" fmla="*/ 772651 w 1151574"/>
              <a:gd name="connsiteY896" fmla="*/ 46277 h 104642"/>
              <a:gd name="connsiteX897" fmla="*/ 765349 w 1151574"/>
              <a:gd name="connsiteY897" fmla="*/ 46277 h 104642"/>
              <a:gd name="connsiteX898" fmla="*/ 1096366 w 1151574"/>
              <a:gd name="connsiteY898" fmla="*/ 38970 h 104642"/>
              <a:gd name="connsiteX899" fmla="*/ 1096366 w 1151574"/>
              <a:gd name="connsiteY899" fmla="*/ 38970 h 104642"/>
              <a:gd name="connsiteX900" fmla="*/ 1096366 w 1151574"/>
              <a:gd name="connsiteY900" fmla="*/ 38970 h 104642"/>
              <a:gd name="connsiteX901" fmla="*/ 1090686 w 1151574"/>
              <a:gd name="connsiteY901" fmla="*/ 40594 h 104642"/>
              <a:gd name="connsiteX902" fmla="*/ 1092309 w 1151574"/>
              <a:gd name="connsiteY902" fmla="*/ 40594 h 104642"/>
              <a:gd name="connsiteX903" fmla="*/ 1090686 w 1151574"/>
              <a:gd name="connsiteY903" fmla="*/ 40594 h 104642"/>
              <a:gd name="connsiteX904" fmla="*/ 1085007 w 1151574"/>
              <a:gd name="connsiteY904" fmla="*/ 40594 h 104642"/>
              <a:gd name="connsiteX905" fmla="*/ 1085007 w 1151574"/>
              <a:gd name="connsiteY905" fmla="*/ 40594 h 104642"/>
              <a:gd name="connsiteX906" fmla="*/ 1085007 w 1151574"/>
              <a:gd name="connsiteY906" fmla="*/ 40594 h 104642"/>
              <a:gd name="connsiteX907" fmla="*/ 1087441 w 1151574"/>
              <a:gd name="connsiteY907" fmla="*/ 41406 h 104642"/>
              <a:gd name="connsiteX908" fmla="*/ 1095554 w 1151574"/>
              <a:gd name="connsiteY908" fmla="*/ 41406 h 104642"/>
              <a:gd name="connsiteX909" fmla="*/ 1087441 w 1151574"/>
              <a:gd name="connsiteY909" fmla="*/ 41406 h 104642"/>
              <a:gd name="connsiteX910" fmla="*/ 1098800 w 1151574"/>
              <a:gd name="connsiteY910" fmla="*/ 43030 h 104642"/>
              <a:gd name="connsiteX911" fmla="*/ 1098800 w 1151574"/>
              <a:gd name="connsiteY911" fmla="*/ 43030 h 104642"/>
              <a:gd name="connsiteX912" fmla="*/ 1098800 w 1151574"/>
              <a:gd name="connsiteY912" fmla="*/ 43030 h 104642"/>
              <a:gd name="connsiteX913" fmla="*/ 1098800 w 1151574"/>
              <a:gd name="connsiteY913" fmla="*/ 40594 h 104642"/>
              <a:gd name="connsiteX914" fmla="*/ 1096366 w 1151574"/>
              <a:gd name="connsiteY914" fmla="*/ 40594 h 104642"/>
              <a:gd name="connsiteX915" fmla="*/ 1098800 w 1151574"/>
              <a:gd name="connsiteY915" fmla="*/ 40594 h 104642"/>
              <a:gd name="connsiteX916" fmla="*/ 1108535 w 1151574"/>
              <a:gd name="connsiteY916" fmla="*/ 41406 h 104642"/>
              <a:gd name="connsiteX917" fmla="*/ 1108535 w 1151574"/>
              <a:gd name="connsiteY917" fmla="*/ 41406 h 104642"/>
              <a:gd name="connsiteX918" fmla="*/ 1108535 w 1151574"/>
              <a:gd name="connsiteY918" fmla="*/ 41406 h 104642"/>
              <a:gd name="connsiteX919" fmla="*/ 1104479 w 1151574"/>
              <a:gd name="connsiteY919" fmla="*/ 40594 h 104642"/>
              <a:gd name="connsiteX920" fmla="*/ 1108535 w 1151574"/>
              <a:gd name="connsiteY920" fmla="*/ 40594 h 104642"/>
              <a:gd name="connsiteX921" fmla="*/ 1104479 w 1151574"/>
              <a:gd name="connsiteY921" fmla="*/ 40594 h 10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Lst>
            <a:rect l="l" t="t" r="r" b="b"/>
            <a:pathLst>
              <a:path w="1151574" h="104642">
                <a:moveTo>
                  <a:pt x="1145045" y="43030"/>
                </a:moveTo>
                <a:cubicBezTo>
                  <a:pt x="1136932" y="41406"/>
                  <a:pt x="1146667" y="43030"/>
                  <a:pt x="1147479" y="43030"/>
                </a:cubicBezTo>
                <a:cubicBezTo>
                  <a:pt x="1148290" y="43030"/>
                  <a:pt x="1119894" y="41406"/>
                  <a:pt x="1120705" y="41406"/>
                </a:cubicBezTo>
                <a:cubicBezTo>
                  <a:pt x="1119894" y="41406"/>
                  <a:pt x="1143422" y="41406"/>
                  <a:pt x="1145045" y="43030"/>
                </a:cubicBezTo>
                <a:cubicBezTo>
                  <a:pt x="1145045" y="41406"/>
                  <a:pt x="1093932" y="39782"/>
                  <a:pt x="1123950" y="39782"/>
                </a:cubicBezTo>
                <a:cubicBezTo>
                  <a:pt x="1182365" y="41406"/>
                  <a:pt x="1085007" y="38158"/>
                  <a:pt x="1106913" y="38158"/>
                </a:cubicBezTo>
                <a:cubicBezTo>
                  <a:pt x="1123950" y="38158"/>
                  <a:pt x="1085007" y="36535"/>
                  <a:pt x="1085007" y="36535"/>
                </a:cubicBezTo>
                <a:cubicBezTo>
                  <a:pt x="1085007" y="36535"/>
                  <a:pt x="1085007" y="36535"/>
                  <a:pt x="1083385" y="36535"/>
                </a:cubicBezTo>
                <a:cubicBezTo>
                  <a:pt x="1081762" y="36535"/>
                  <a:pt x="1081762" y="36535"/>
                  <a:pt x="1083385" y="36535"/>
                </a:cubicBezTo>
                <a:cubicBezTo>
                  <a:pt x="1085007" y="36535"/>
                  <a:pt x="1085819" y="36535"/>
                  <a:pt x="1085819" y="36535"/>
                </a:cubicBezTo>
                <a:cubicBezTo>
                  <a:pt x="1085819" y="36535"/>
                  <a:pt x="1093121" y="36535"/>
                  <a:pt x="1089875" y="36535"/>
                </a:cubicBezTo>
                <a:cubicBezTo>
                  <a:pt x="1086630" y="36535"/>
                  <a:pt x="1082573" y="36535"/>
                  <a:pt x="1080139" y="34911"/>
                </a:cubicBezTo>
                <a:cubicBezTo>
                  <a:pt x="1078517" y="34911"/>
                  <a:pt x="1078517" y="34911"/>
                  <a:pt x="1078517" y="34911"/>
                </a:cubicBezTo>
                <a:cubicBezTo>
                  <a:pt x="1076894" y="34911"/>
                  <a:pt x="1076894" y="34911"/>
                  <a:pt x="1076894" y="34911"/>
                </a:cubicBezTo>
                <a:lnTo>
                  <a:pt x="1075271" y="34911"/>
                </a:lnTo>
                <a:cubicBezTo>
                  <a:pt x="1076894" y="34911"/>
                  <a:pt x="1092309" y="36535"/>
                  <a:pt x="1092309" y="34911"/>
                </a:cubicBezTo>
                <a:cubicBezTo>
                  <a:pt x="1092309" y="34911"/>
                  <a:pt x="1096366" y="34911"/>
                  <a:pt x="1097988" y="34911"/>
                </a:cubicBezTo>
                <a:cubicBezTo>
                  <a:pt x="1099611" y="34911"/>
                  <a:pt x="1100422" y="34911"/>
                  <a:pt x="1102045" y="34911"/>
                </a:cubicBezTo>
                <a:lnTo>
                  <a:pt x="1103668" y="34911"/>
                </a:lnTo>
                <a:lnTo>
                  <a:pt x="1105290" y="34911"/>
                </a:lnTo>
                <a:cubicBezTo>
                  <a:pt x="1107724" y="34911"/>
                  <a:pt x="1083385" y="33287"/>
                  <a:pt x="1084196" y="31663"/>
                </a:cubicBezTo>
                <a:cubicBezTo>
                  <a:pt x="1085819" y="31663"/>
                  <a:pt x="1091498" y="31663"/>
                  <a:pt x="1092309" y="31663"/>
                </a:cubicBezTo>
                <a:cubicBezTo>
                  <a:pt x="1093932" y="31663"/>
                  <a:pt x="1096366" y="31663"/>
                  <a:pt x="1092309" y="31663"/>
                </a:cubicBezTo>
                <a:cubicBezTo>
                  <a:pt x="1089875" y="31663"/>
                  <a:pt x="1088253" y="30040"/>
                  <a:pt x="1093932" y="30040"/>
                </a:cubicBezTo>
                <a:cubicBezTo>
                  <a:pt x="1096366" y="30040"/>
                  <a:pt x="1120705" y="33287"/>
                  <a:pt x="1082573" y="28416"/>
                </a:cubicBezTo>
                <a:cubicBezTo>
                  <a:pt x="1074460" y="26792"/>
                  <a:pt x="1065536" y="26792"/>
                  <a:pt x="1064724" y="26792"/>
                </a:cubicBezTo>
                <a:cubicBezTo>
                  <a:pt x="1062290" y="25168"/>
                  <a:pt x="1068781" y="26792"/>
                  <a:pt x="1070404" y="26792"/>
                </a:cubicBezTo>
                <a:cubicBezTo>
                  <a:pt x="1072026" y="26792"/>
                  <a:pt x="1072026" y="26792"/>
                  <a:pt x="1072026" y="26792"/>
                </a:cubicBezTo>
                <a:cubicBezTo>
                  <a:pt x="1070404" y="26792"/>
                  <a:pt x="1076083" y="26792"/>
                  <a:pt x="1076083" y="26792"/>
                </a:cubicBezTo>
                <a:cubicBezTo>
                  <a:pt x="1076083" y="26792"/>
                  <a:pt x="1076083" y="26792"/>
                  <a:pt x="1077706" y="26792"/>
                </a:cubicBezTo>
                <a:cubicBezTo>
                  <a:pt x="1080139" y="26792"/>
                  <a:pt x="1093121" y="28416"/>
                  <a:pt x="1089064" y="26792"/>
                </a:cubicBezTo>
                <a:cubicBezTo>
                  <a:pt x="1085007" y="25168"/>
                  <a:pt x="1077706" y="25168"/>
                  <a:pt x="1077706" y="25168"/>
                </a:cubicBezTo>
                <a:cubicBezTo>
                  <a:pt x="1075271" y="23545"/>
                  <a:pt x="1077706" y="23545"/>
                  <a:pt x="1083385" y="25168"/>
                </a:cubicBezTo>
                <a:cubicBezTo>
                  <a:pt x="1085007" y="25168"/>
                  <a:pt x="1085007" y="25168"/>
                  <a:pt x="1081762" y="23545"/>
                </a:cubicBezTo>
                <a:cubicBezTo>
                  <a:pt x="1077706" y="21921"/>
                  <a:pt x="1076083" y="21921"/>
                  <a:pt x="1079328" y="21921"/>
                </a:cubicBezTo>
                <a:cubicBezTo>
                  <a:pt x="1087441" y="23545"/>
                  <a:pt x="1091498" y="23545"/>
                  <a:pt x="1091498" y="23545"/>
                </a:cubicBezTo>
                <a:cubicBezTo>
                  <a:pt x="1089875" y="21921"/>
                  <a:pt x="1089064" y="21921"/>
                  <a:pt x="1087441" y="21921"/>
                </a:cubicBezTo>
                <a:cubicBezTo>
                  <a:pt x="1085819" y="21921"/>
                  <a:pt x="1085819" y="20297"/>
                  <a:pt x="1085819" y="20297"/>
                </a:cubicBezTo>
                <a:cubicBezTo>
                  <a:pt x="1085819" y="20297"/>
                  <a:pt x="1081762" y="20297"/>
                  <a:pt x="1077706" y="18673"/>
                </a:cubicBezTo>
                <a:cubicBezTo>
                  <a:pt x="1073649" y="17049"/>
                  <a:pt x="1079328" y="17049"/>
                  <a:pt x="1080139" y="17049"/>
                </a:cubicBezTo>
                <a:cubicBezTo>
                  <a:pt x="1081762" y="17049"/>
                  <a:pt x="1084196" y="17049"/>
                  <a:pt x="1084196" y="17049"/>
                </a:cubicBezTo>
                <a:lnTo>
                  <a:pt x="1084196" y="17049"/>
                </a:lnTo>
                <a:cubicBezTo>
                  <a:pt x="1085819" y="17049"/>
                  <a:pt x="1085819" y="15426"/>
                  <a:pt x="1084196" y="15426"/>
                </a:cubicBezTo>
                <a:cubicBezTo>
                  <a:pt x="1096366" y="15426"/>
                  <a:pt x="1092309" y="17049"/>
                  <a:pt x="1096366" y="17049"/>
                </a:cubicBezTo>
                <a:cubicBezTo>
                  <a:pt x="1108535" y="17049"/>
                  <a:pt x="1059857" y="8119"/>
                  <a:pt x="1050121" y="7307"/>
                </a:cubicBezTo>
                <a:cubicBezTo>
                  <a:pt x="1047687" y="5683"/>
                  <a:pt x="1033083" y="5683"/>
                  <a:pt x="1033083" y="5683"/>
                </a:cubicBezTo>
                <a:cubicBezTo>
                  <a:pt x="1031460" y="5683"/>
                  <a:pt x="1037140" y="7307"/>
                  <a:pt x="1041196" y="7307"/>
                </a:cubicBezTo>
                <a:cubicBezTo>
                  <a:pt x="1024159" y="5683"/>
                  <a:pt x="1048498" y="4059"/>
                  <a:pt x="724783" y="0"/>
                </a:cubicBezTo>
                <a:cubicBezTo>
                  <a:pt x="720727" y="1624"/>
                  <a:pt x="586860" y="-3248"/>
                  <a:pt x="350767" y="7307"/>
                </a:cubicBezTo>
                <a:cubicBezTo>
                  <a:pt x="78165" y="20297"/>
                  <a:pt x="44090" y="27604"/>
                  <a:pt x="44901" y="25980"/>
                </a:cubicBezTo>
                <a:lnTo>
                  <a:pt x="40845" y="25980"/>
                </a:lnTo>
                <a:cubicBezTo>
                  <a:pt x="40845" y="25980"/>
                  <a:pt x="23807" y="27604"/>
                  <a:pt x="27052" y="27604"/>
                </a:cubicBezTo>
                <a:cubicBezTo>
                  <a:pt x="27052" y="27604"/>
                  <a:pt x="27052" y="27604"/>
                  <a:pt x="25430" y="27604"/>
                </a:cubicBezTo>
                <a:cubicBezTo>
                  <a:pt x="23807" y="27604"/>
                  <a:pt x="22996" y="27604"/>
                  <a:pt x="23807" y="27604"/>
                </a:cubicBezTo>
                <a:cubicBezTo>
                  <a:pt x="26241" y="27604"/>
                  <a:pt x="21373" y="27604"/>
                  <a:pt x="19750" y="27604"/>
                </a:cubicBezTo>
                <a:cubicBezTo>
                  <a:pt x="18128" y="27604"/>
                  <a:pt x="17316" y="27604"/>
                  <a:pt x="17316" y="27604"/>
                </a:cubicBezTo>
                <a:cubicBezTo>
                  <a:pt x="17316" y="27604"/>
                  <a:pt x="17316" y="27604"/>
                  <a:pt x="15694" y="27604"/>
                </a:cubicBezTo>
                <a:cubicBezTo>
                  <a:pt x="14071" y="27604"/>
                  <a:pt x="17316" y="29228"/>
                  <a:pt x="13260" y="29228"/>
                </a:cubicBezTo>
                <a:cubicBezTo>
                  <a:pt x="11637" y="29228"/>
                  <a:pt x="5147" y="29228"/>
                  <a:pt x="9203" y="27604"/>
                </a:cubicBezTo>
                <a:cubicBezTo>
                  <a:pt x="13260" y="27604"/>
                  <a:pt x="6769" y="27604"/>
                  <a:pt x="5147" y="27604"/>
                </a:cubicBezTo>
                <a:cubicBezTo>
                  <a:pt x="3524" y="27604"/>
                  <a:pt x="13260" y="29228"/>
                  <a:pt x="13260" y="29228"/>
                </a:cubicBezTo>
                <a:cubicBezTo>
                  <a:pt x="13260" y="29228"/>
                  <a:pt x="9203" y="30851"/>
                  <a:pt x="5958" y="30851"/>
                </a:cubicBezTo>
                <a:cubicBezTo>
                  <a:pt x="4335" y="30851"/>
                  <a:pt x="3524" y="30851"/>
                  <a:pt x="4335" y="30851"/>
                </a:cubicBezTo>
                <a:cubicBezTo>
                  <a:pt x="4335" y="30851"/>
                  <a:pt x="1901" y="30851"/>
                  <a:pt x="279" y="30851"/>
                </a:cubicBezTo>
                <a:cubicBezTo>
                  <a:pt x="-1344" y="30851"/>
                  <a:pt x="4335" y="34099"/>
                  <a:pt x="11637" y="34099"/>
                </a:cubicBezTo>
                <a:cubicBezTo>
                  <a:pt x="13260" y="34099"/>
                  <a:pt x="13260" y="34099"/>
                  <a:pt x="13260" y="34099"/>
                </a:cubicBezTo>
                <a:cubicBezTo>
                  <a:pt x="13260" y="35723"/>
                  <a:pt x="9203" y="34099"/>
                  <a:pt x="10826" y="35723"/>
                </a:cubicBezTo>
                <a:cubicBezTo>
                  <a:pt x="14883" y="34099"/>
                  <a:pt x="12448" y="35723"/>
                  <a:pt x="16505" y="37346"/>
                </a:cubicBezTo>
                <a:cubicBezTo>
                  <a:pt x="24618" y="40594"/>
                  <a:pt x="8392" y="38970"/>
                  <a:pt x="12448" y="38970"/>
                </a:cubicBezTo>
                <a:cubicBezTo>
                  <a:pt x="14071" y="38970"/>
                  <a:pt x="14883" y="38970"/>
                  <a:pt x="19750" y="38970"/>
                </a:cubicBezTo>
                <a:cubicBezTo>
                  <a:pt x="27052" y="43030"/>
                  <a:pt x="17316" y="43030"/>
                  <a:pt x="43279" y="42218"/>
                </a:cubicBezTo>
                <a:cubicBezTo>
                  <a:pt x="41656" y="45465"/>
                  <a:pt x="57071" y="42218"/>
                  <a:pt x="60316" y="45465"/>
                </a:cubicBezTo>
                <a:cubicBezTo>
                  <a:pt x="61939" y="47089"/>
                  <a:pt x="72486" y="47089"/>
                  <a:pt x="74108" y="47089"/>
                </a:cubicBezTo>
                <a:cubicBezTo>
                  <a:pt x="76542" y="47089"/>
                  <a:pt x="75731" y="48713"/>
                  <a:pt x="75731" y="48713"/>
                </a:cubicBezTo>
                <a:cubicBezTo>
                  <a:pt x="74108" y="48713"/>
                  <a:pt x="67618" y="50337"/>
                  <a:pt x="73297" y="48713"/>
                </a:cubicBezTo>
                <a:cubicBezTo>
                  <a:pt x="77354" y="48713"/>
                  <a:pt x="78976" y="50337"/>
                  <a:pt x="80599" y="50337"/>
                </a:cubicBezTo>
                <a:cubicBezTo>
                  <a:pt x="83033" y="50337"/>
                  <a:pt x="84655" y="50337"/>
                  <a:pt x="84655" y="51960"/>
                </a:cubicBezTo>
                <a:cubicBezTo>
                  <a:pt x="86278" y="51960"/>
                  <a:pt x="86278" y="53584"/>
                  <a:pt x="86278" y="53584"/>
                </a:cubicBezTo>
                <a:cubicBezTo>
                  <a:pt x="86278" y="55208"/>
                  <a:pt x="90335" y="55208"/>
                  <a:pt x="93580" y="55208"/>
                </a:cubicBezTo>
                <a:cubicBezTo>
                  <a:pt x="95203" y="56832"/>
                  <a:pt x="96014" y="56832"/>
                  <a:pt x="100882" y="56832"/>
                </a:cubicBezTo>
                <a:cubicBezTo>
                  <a:pt x="102505" y="56832"/>
                  <a:pt x="103316" y="56832"/>
                  <a:pt x="103316" y="56832"/>
                </a:cubicBezTo>
                <a:cubicBezTo>
                  <a:pt x="103316" y="58455"/>
                  <a:pt x="111429" y="56832"/>
                  <a:pt x="113052" y="56832"/>
                </a:cubicBezTo>
                <a:cubicBezTo>
                  <a:pt x="114674" y="56832"/>
                  <a:pt x="114674" y="56832"/>
                  <a:pt x="117108" y="56832"/>
                </a:cubicBezTo>
                <a:cubicBezTo>
                  <a:pt x="121165" y="56832"/>
                  <a:pt x="132523" y="55208"/>
                  <a:pt x="134957" y="55208"/>
                </a:cubicBezTo>
                <a:cubicBezTo>
                  <a:pt x="140636" y="56832"/>
                  <a:pt x="127655" y="56832"/>
                  <a:pt x="125221" y="56832"/>
                </a:cubicBezTo>
                <a:cubicBezTo>
                  <a:pt x="122787" y="56832"/>
                  <a:pt x="108184" y="58455"/>
                  <a:pt x="98448" y="58455"/>
                </a:cubicBezTo>
                <a:cubicBezTo>
                  <a:pt x="92769" y="58455"/>
                  <a:pt x="98448" y="58455"/>
                  <a:pt x="91146" y="58455"/>
                </a:cubicBezTo>
                <a:cubicBezTo>
                  <a:pt x="81410" y="58455"/>
                  <a:pt x="87090" y="58455"/>
                  <a:pt x="88712" y="58455"/>
                </a:cubicBezTo>
                <a:cubicBezTo>
                  <a:pt x="90335" y="58455"/>
                  <a:pt x="92769" y="58455"/>
                  <a:pt x="94391" y="58455"/>
                </a:cubicBezTo>
                <a:cubicBezTo>
                  <a:pt x="92769" y="58455"/>
                  <a:pt x="91958" y="60079"/>
                  <a:pt x="91958" y="60079"/>
                </a:cubicBezTo>
                <a:cubicBezTo>
                  <a:pt x="90335" y="60079"/>
                  <a:pt x="89523" y="61703"/>
                  <a:pt x="87901" y="61703"/>
                </a:cubicBezTo>
                <a:cubicBezTo>
                  <a:pt x="85467" y="61703"/>
                  <a:pt x="89523" y="63327"/>
                  <a:pt x="87901" y="63327"/>
                </a:cubicBezTo>
                <a:cubicBezTo>
                  <a:pt x="86278" y="64950"/>
                  <a:pt x="89523" y="63327"/>
                  <a:pt x="91958" y="67386"/>
                </a:cubicBezTo>
                <a:cubicBezTo>
                  <a:pt x="94391" y="70634"/>
                  <a:pt x="99259" y="69010"/>
                  <a:pt x="97637" y="70634"/>
                </a:cubicBezTo>
                <a:cubicBezTo>
                  <a:pt x="97637" y="70634"/>
                  <a:pt x="93580" y="70634"/>
                  <a:pt x="95203" y="72257"/>
                </a:cubicBezTo>
                <a:cubicBezTo>
                  <a:pt x="96825" y="73881"/>
                  <a:pt x="102505" y="73881"/>
                  <a:pt x="106561" y="73881"/>
                </a:cubicBezTo>
                <a:cubicBezTo>
                  <a:pt x="110618" y="73881"/>
                  <a:pt x="112240" y="75505"/>
                  <a:pt x="112240" y="75505"/>
                </a:cubicBezTo>
                <a:cubicBezTo>
                  <a:pt x="110618" y="77129"/>
                  <a:pt x="119542" y="77129"/>
                  <a:pt x="123599" y="77129"/>
                </a:cubicBezTo>
                <a:cubicBezTo>
                  <a:pt x="126033" y="78752"/>
                  <a:pt x="127655" y="78752"/>
                  <a:pt x="129278" y="78752"/>
                </a:cubicBezTo>
                <a:cubicBezTo>
                  <a:pt x="130901" y="80376"/>
                  <a:pt x="133334" y="80376"/>
                  <a:pt x="136580" y="80376"/>
                </a:cubicBezTo>
                <a:cubicBezTo>
                  <a:pt x="136580" y="80376"/>
                  <a:pt x="140636" y="83624"/>
                  <a:pt x="154429" y="86059"/>
                </a:cubicBezTo>
                <a:cubicBezTo>
                  <a:pt x="156051" y="86059"/>
                  <a:pt x="156863" y="87683"/>
                  <a:pt x="156863" y="87683"/>
                </a:cubicBezTo>
                <a:lnTo>
                  <a:pt x="164165" y="89307"/>
                </a:lnTo>
                <a:lnTo>
                  <a:pt x="179579" y="89307"/>
                </a:lnTo>
                <a:cubicBezTo>
                  <a:pt x="181202" y="89307"/>
                  <a:pt x="179579" y="89307"/>
                  <a:pt x="177146" y="90931"/>
                </a:cubicBezTo>
                <a:cubicBezTo>
                  <a:pt x="165787" y="92554"/>
                  <a:pt x="188504" y="92554"/>
                  <a:pt x="192561" y="90931"/>
                </a:cubicBezTo>
                <a:cubicBezTo>
                  <a:pt x="198240" y="90931"/>
                  <a:pt x="194994" y="90931"/>
                  <a:pt x="200674" y="90931"/>
                </a:cubicBezTo>
                <a:cubicBezTo>
                  <a:pt x="203108" y="90931"/>
                  <a:pt x="200674" y="90931"/>
                  <a:pt x="202296" y="90931"/>
                </a:cubicBezTo>
                <a:cubicBezTo>
                  <a:pt x="204730" y="90931"/>
                  <a:pt x="202296" y="90931"/>
                  <a:pt x="209598" y="90931"/>
                </a:cubicBezTo>
                <a:cubicBezTo>
                  <a:pt x="220957" y="90931"/>
                  <a:pt x="207976" y="90931"/>
                  <a:pt x="207164" y="92554"/>
                </a:cubicBezTo>
                <a:cubicBezTo>
                  <a:pt x="205542" y="94178"/>
                  <a:pt x="222579" y="94178"/>
                  <a:pt x="226636" y="92554"/>
                </a:cubicBezTo>
                <a:cubicBezTo>
                  <a:pt x="218522" y="94178"/>
                  <a:pt x="225013" y="94178"/>
                  <a:pt x="224202" y="94178"/>
                </a:cubicBezTo>
                <a:cubicBezTo>
                  <a:pt x="224202" y="94178"/>
                  <a:pt x="228258" y="92554"/>
                  <a:pt x="228258" y="94178"/>
                </a:cubicBezTo>
                <a:cubicBezTo>
                  <a:pt x="228258" y="94178"/>
                  <a:pt x="226636" y="95802"/>
                  <a:pt x="225825" y="95802"/>
                </a:cubicBezTo>
                <a:cubicBezTo>
                  <a:pt x="225013" y="95802"/>
                  <a:pt x="223390" y="95802"/>
                  <a:pt x="224202" y="95802"/>
                </a:cubicBezTo>
                <a:cubicBezTo>
                  <a:pt x="225013" y="95802"/>
                  <a:pt x="228258" y="95802"/>
                  <a:pt x="229881" y="95802"/>
                </a:cubicBezTo>
                <a:cubicBezTo>
                  <a:pt x="233938" y="95802"/>
                  <a:pt x="225825" y="95802"/>
                  <a:pt x="225825" y="97426"/>
                </a:cubicBezTo>
                <a:cubicBezTo>
                  <a:pt x="224202" y="97426"/>
                  <a:pt x="344276" y="93366"/>
                  <a:pt x="344276" y="93366"/>
                </a:cubicBezTo>
                <a:cubicBezTo>
                  <a:pt x="345899" y="93366"/>
                  <a:pt x="379163" y="91742"/>
                  <a:pt x="373484" y="91742"/>
                </a:cubicBezTo>
                <a:cubicBezTo>
                  <a:pt x="371050" y="91742"/>
                  <a:pt x="519521" y="87683"/>
                  <a:pt x="519521" y="87683"/>
                </a:cubicBezTo>
                <a:cubicBezTo>
                  <a:pt x="543049" y="86059"/>
                  <a:pt x="461106" y="89307"/>
                  <a:pt x="433521" y="90931"/>
                </a:cubicBezTo>
                <a:cubicBezTo>
                  <a:pt x="431899" y="90931"/>
                  <a:pt x="421351" y="90931"/>
                  <a:pt x="422163" y="90931"/>
                </a:cubicBezTo>
                <a:cubicBezTo>
                  <a:pt x="423785" y="89307"/>
                  <a:pt x="451370" y="89307"/>
                  <a:pt x="451370" y="89307"/>
                </a:cubicBezTo>
                <a:lnTo>
                  <a:pt x="453804" y="89307"/>
                </a:lnTo>
                <a:lnTo>
                  <a:pt x="442446" y="89307"/>
                </a:lnTo>
                <a:lnTo>
                  <a:pt x="430276" y="90931"/>
                </a:lnTo>
                <a:cubicBezTo>
                  <a:pt x="428653" y="90931"/>
                  <a:pt x="385653" y="92554"/>
                  <a:pt x="387276" y="92554"/>
                </a:cubicBezTo>
                <a:cubicBezTo>
                  <a:pt x="387276" y="92554"/>
                  <a:pt x="387276" y="92554"/>
                  <a:pt x="385653" y="92554"/>
                </a:cubicBezTo>
                <a:cubicBezTo>
                  <a:pt x="383220" y="92554"/>
                  <a:pt x="384031" y="92554"/>
                  <a:pt x="381597" y="92554"/>
                </a:cubicBezTo>
                <a:cubicBezTo>
                  <a:pt x="379163" y="92554"/>
                  <a:pt x="379974" y="94178"/>
                  <a:pt x="377540" y="94178"/>
                </a:cubicBezTo>
                <a:cubicBezTo>
                  <a:pt x="375918" y="94178"/>
                  <a:pt x="375918" y="94178"/>
                  <a:pt x="377540" y="94178"/>
                </a:cubicBezTo>
                <a:cubicBezTo>
                  <a:pt x="379163" y="94178"/>
                  <a:pt x="379163" y="94178"/>
                  <a:pt x="375918" y="94178"/>
                </a:cubicBezTo>
                <a:cubicBezTo>
                  <a:pt x="373484" y="94178"/>
                  <a:pt x="374295" y="94178"/>
                  <a:pt x="373484" y="94178"/>
                </a:cubicBezTo>
                <a:cubicBezTo>
                  <a:pt x="371861" y="94178"/>
                  <a:pt x="371861" y="94178"/>
                  <a:pt x="371861" y="94178"/>
                </a:cubicBezTo>
                <a:lnTo>
                  <a:pt x="344276" y="95802"/>
                </a:lnTo>
                <a:cubicBezTo>
                  <a:pt x="344276" y="95802"/>
                  <a:pt x="344276" y="95802"/>
                  <a:pt x="342654" y="95802"/>
                </a:cubicBezTo>
                <a:cubicBezTo>
                  <a:pt x="341031" y="95802"/>
                  <a:pt x="334541" y="95802"/>
                  <a:pt x="334541" y="95802"/>
                </a:cubicBezTo>
                <a:cubicBezTo>
                  <a:pt x="334541" y="95802"/>
                  <a:pt x="332107" y="95802"/>
                  <a:pt x="330484" y="95802"/>
                </a:cubicBezTo>
                <a:cubicBezTo>
                  <a:pt x="328861" y="95802"/>
                  <a:pt x="311013" y="97426"/>
                  <a:pt x="311013" y="97426"/>
                </a:cubicBezTo>
                <a:lnTo>
                  <a:pt x="305333" y="97426"/>
                </a:lnTo>
                <a:cubicBezTo>
                  <a:pt x="305333" y="97426"/>
                  <a:pt x="298032" y="97426"/>
                  <a:pt x="298032" y="99049"/>
                </a:cubicBezTo>
                <a:cubicBezTo>
                  <a:pt x="298032" y="99049"/>
                  <a:pt x="296409" y="99049"/>
                  <a:pt x="293975" y="99049"/>
                </a:cubicBezTo>
                <a:cubicBezTo>
                  <a:pt x="292352" y="99049"/>
                  <a:pt x="291541" y="99049"/>
                  <a:pt x="292352" y="99049"/>
                </a:cubicBezTo>
                <a:cubicBezTo>
                  <a:pt x="293975" y="99049"/>
                  <a:pt x="292352" y="99049"/>
                  <a:pt x="292352" y="99049"/>
                </a:cubicBezTo>
                <a:cubicBezTo>
                  <a:pt x="290730" y="99049"/>
                  <a:pt x="290730" y="100673"/>
                  <a:pt x="290730" y="100673"/>
                </a:cubicBezTo>
                <a:cubicBezTo>
                  <a:pt x="289107" y="100673"/>
                  <a:pt x="292352" y="99049"/>
                  <a:pt x="288296" y="100673"/>
                </a:cubicBezTo>
                <a:cubicBezTo>
                  <a:pt x="285862" y="100673"/>
                  <a:pt x="286673" y="102297"/>
                  <a:pt x="284239" y="102297"/>
                </a:cubicBezTo>
                <a:cubicBezTo>
                  <a:pt x="282617" y="102297"/>
                  <a:pt x="282617" y="102297"/>
                  <a:pt x="284239" y="102297"/>
                </a:cubicBezTo>
                <a:cubicBezTo>
                  <a:pt x="285862" y="102297"/>
                  <a:pt x="278560" y="102297"/>
                  <a:pt x="276937" y="102297"/>
                </a:cubicBezTo>
                <a:cubicBezTo>
                  <a:pt x="275315" y="102297"/>
                  <a:pt x="269636" y="103921"/>
                  <a:pt x="269636" y="102297"/>
                </a:cubicBezTo>
                <a:cubicBezTo>
                  <a:pt x="268013" y="102297"/>
                  <a:pt x="269636" y="102297"/>
                  <a:pt x="271258" y="102297"/>
                </a:cubicBezTo>
                <a:cubicBezTo>
                  <a:pt x="272881" y="102297"/>
                  <a:pt x="273692" y="102297"/>
                  <a:pt x="272881" y="102297"/>
                </a:cubicBezTo>
                <a:cubicBezTo>
                  <a:pt x="270447" y="102297"/>
                  <a:pt x="268824" y="102297"/>
                  <a:pt x="270447" y="102297"/>
                </a:cubicBezTo>
                <a:cubicBezTo>
                  <a:pt x="272069" y="102297"/>
                  <a:pt x="268013" y="102297"/>
                  <a:pt x="264768" y="103921"/>
                </a:cubicBezTo>
                <a:cubicBezTo>
                  <a:pt x="263145" y="103921"/>
                  <a:pt x="263145" y="103921"/>
                  <a:pt x="264768" y="103921"/>
                </a:cubicBezTo>
                <a:cubicBezTo>
                  <a:pt x="266390" y="103921"/>
                  <a:pt x="264768" y="103921"/>
                  <a:pt x="260711" y="103921"/>
                </a:cubicBezTo>
                <a:cubicBezTo>
                  <a:pt x="248541" y="105544"/>
                  <a:pt x="249353" y="103921"/>
                  <a:pt x="252598" y="103921"/>
                </a:cubicBezTo>
                <a:cubicBezTo>
                  <a:pt x="254221" y="103921"/>
                  <a:pt x="254221" y="103921"/>
                  <a:pt x="254221" y="103921"/>
                </a:cubicBezTo>
                <a:cubicBezTo>
                  <a:pt x="254221" y="103921"/>
                  <a:pt x="258277" y="103921"/>
                  <a:pt x="258277" y="102297"/>
                </a:cubicBezTo>
                <a:cubicBezTo>
                  <a:pt x="258277" y="102297"/>
                  <a:pt x="258277" y="102297"/>
                  <a:pt x="259900" y="102297"/>
                </a:cubicBezTo>
                <a:cubicBezTo>
                  <a:pt x="261522" y="103921"/>
                  <a:pt x="259900" y="102297"/>
                  <a:pt x="263956" y="102297"/>
                </a:cubicBezTo>
                <a:cubicBezTo>
                  <a:pt x="265579" y="102297"/>
                  <a:pt x="265579" y="102297"/>
                  <a:pt x="266390" y="102297"/>
                </a:cubicBezTo>
                <a:cubicBezTo>
                  <a:pt x="268013" y="102297"/>
                  <a:pt x="268013" y="102297"/>
                  <a:pt x="268013" y="102297"/>
                </a:cubicBezTo>
                <a:cubicBezTo>
                  <a:pt x="266390" y="102297"/>
                  <a:pt x="269636" y="102297"/>
                  <a:pt x="269636" y="102297"/>
                </a:cubicBezTo>
                <a:cubicBezTo>
                  <a:pt x="271258" y="102297"/>
                  <a:pt x="272069" y="102297"/>
                  <a:pt x="273692" y="102297"/>
                </a:cubicBezTo>
                <a:cubicBezTo>
                  <a:pt x="275315" y="102297"/>
                  <a:pt x="275315" y="102297"/>
                  <a:pt x="277749" y="102297"/>
                </a:cubicBezTo>
                <a:cubicBezTo>
                  <a:pt x="279371" y="102297"/>
                  <a:pt x="280183" y="102297"/>
                  <a:pt x="279371" y="102297"/>
                </a:cubicBezTo>
                <a:cubicBezTo>
                  <a:pt x="277749" y="102297"/>
                  <a:pt x="279371" y="103921"/>
                  <a:pt x="280994" y="102297"/>
                </a:cubicBezTo>
                <a:cubicBezTo>
                  <a:pt x="282617" y="102297"/>
                  <a:pt x="293164" y="100673"/>
                  <a:pt x="294786" y="100673"/>
                </a:cubicBezTo>
                <a:cubicBezTo>
                  <a:pt x="296409" y="100673"/>
                  <a:pt x="296409" y="100673"/>
                  <a:pt x="296409" y="100673"/>
                </a:cubicBezTo>
                <a:lnTo>
                  <a:pt x="298032" y="100673"/>
                </a:lnTo>
                <a:cubicBezTo>
                  <a:pt x="300465" y="100673"/>
                  <a:pt x="302088" y="100673"/>
                  <a:pt x="302088" y="100673"/>
                </a:cubicBezTo>
                <a:cubicBezTo>
                  <a:pt x="302088" y="100673"/>
                  <a:pt x="299654" y="100673"/>
                  <a:pt x="294786" y="100673"/>
                </a:cubicBezTo>
                <a:cubicBezTo>
                  <a:pt x="276937" y="102297"/>
                  <a:pt x="343465" y="97426"/>
                  <a:pt x="351578" y="97426"/>
                </a:cubicBezTo>
                <a:cubicBezTo>
                  <a:pt x="361314" y="97426"/>
                  <a:pt x="337786" y="97426"/>
                  <a:pt x="362937" y="95802"/>
                </a:cubicBezTo>
                <a:cubicBezTo>
                  <a:pt x="364559" y="95802"/>
                  <a:pt x="437578" y="92554"/>
                  <a:pt x="437578" y="92554"/>
                </a:cubicBezTo>
                <a:cubicBezTo>
                  <a:pt x="435955" y="92554"/>
                  <a:pt x="439200" y="92554"/>
                  <a:pt x="440012" y="92554"/>
                </a:cubicBezTo>
                <a:cubicBezTo>
                  <a:pt x="442446" y="90931"/>
                  <a:pt x="473276" y="90931"/>
                  <a:pt x="476521" y="90931"/>
                </a:cubicBezTo>
                <a:cubicBezTo>
                  <a:pt x="478143" y="90931"/>
                  <a:pt x="480577" y="90931"/>
                  <a:pt x="478955" y="90931"/>
                </a:cubicBezTo>
                <a:cubicBezTo>
                  <a:pt x="477332" y="90931"/>
                  <a:pt x="477332" y="90931"/>
                  <a:pt x="478955" y="90931"/>
                </a:cubicBezTo>
                <a:cubicBezTo>
                  <a:pt x="480577" y="90931"/>
                  <a:pt x="483011" y="90931"/>
                  <a:pt x="483011" y="90931"/>
                </a:cubicBezTo>
                <a:lnTo>
                  <a:pt x="487068" y="90931"/>
                </a:lnTo>
                <a:cubicBezTo>
                  <a:pt x="487068" y="90931"/>
                  <a:pt x="489502" y="90931"/>
                  <a:pt x="488691" y="90931"/>
                </a:cubicBezTo>
                <a:cubicBezTo>
                  <a:pt x="487068" y="90931"/>
                  <a:pt x="490313" y="90931"/>
                  <a:pt x="490313" y="90931"/>
                </a:cubicBezTo>
                <a:cubicBezTo>
                  <a:pt x="490313" y="89307"/>
                  <a:pt x="492747" y="90931"/>
                  <a:pt x="494370" y="90931"/>
                </a:cubicBezTo>
                <a:cubicBezTo>
                  <a:pt x="495992" y="90931"/>
                  <a:pt x="498426" y="90931"/>
                  <a:pt x="498426" y="90931"/>
                </a:cubicBezTo>
                <a:cubicBezTo>
                  <a:pt x="498426" y="90931"/>
                  <a:pt x="500049" y="90931"/>
                  <a:pt x="504106" y="90931"/>
                </a:cubicBezTo>
                <a:cubicBezTo>
                  <a:pt x="506539" y="90931"/>
                  <a:pt x="505728" y="89307"/>
                  <a:pt x="506539" y="89307"/>
                </a:cubicBezTo>
                <a:cubicBezTo>
                  <a:pt x="508162" y="89307"/>
                  <a:pt x="508162" y="89307"/>
                  <a:pt x="508162" y="89307"/>
                </a:cubicBezTo>
                <a:lnTo>
                  <a:pt x="509785" y="89307"/>
                </a:lnTo>
                <a:lnTo>
                  <a:pt x="509785" y="89307"/>
                </a:lnTo>
                <a:lnTo>
                  <a:pt x="512219" y="89307"/>
                </a:lnTo>
                <a:cubicBezTo>
                  <a:pt x="513841" y="89307"/>
                  <a:pt x="530068" y="87683"/>
                  <a:pt x="526011" y="89307"/>
                </a:cubicBezTo>
                <a:cubicBezTo>
                  <a:pt x="524388" y="89307"/>
                  <a:pt x="524388" y="89307"/>
                  <a:pt x="527634" y="89307"/>
                </a:cubicBezTo>
                <a:cubicBezTo>
                  <a:pt x="530068" y="89307"/>
                  <a:pt x="527634" y="89307"/>
                  <a:pt x="531690" y="87683"/>
                </a:cubicBezTo>
                <a:cubicBezTo>
                  <a:pt x="634727" y="84436"/>
                  <a:pt x="566577" y="86059"/>
                  <a:pt x="477332" y="89307"/>
                </a:cubicBezTo>
                <a:cubicBezTo>
                  <a:pt x="463540" y="89307"/>
                  <a:pt x="473276" y="89307"/>
                  <a:pt x="479766" y="89307"/>
                </a:cubicBezTo>
                <a:cubicBezTo>
                  <a:pt x="489502" y="89307"/>
                  <a:pt x="487879" y="87683"/>
                  <a:pt x="487068" y="87683"/>
                </a:cubicBezTo>
                <a:cubicBezTo>
                  <a:pt x="484634" y="87683"/>
                  <a:pt x="467596" y="87683"/>
                  <a:pt x="475710" y="87683"/>
                </a:cubicBezTo>
                <a:cubicBezTo>
                  <a:pt x="475710" y="87683"/>
                  <a:pt x="496804" y="86059"/>
                  <a:pt x="497615" y="86059"/>
                </a:cubicBezTo>
                <a:cubicBezTo>
                  <a:pt x="500049" y="86059"/>
                  <a:pt x="499238" y="84436"/>
                  <a:pt x="501672" y="84436"/>
                </a:cubicBezTo>
                <a:cubicBezTo>
                  <a:pt x="503294" y="84436"/>
                  <a:pt x="547917" y="82812"/>
                  <a:pt x="547917" y="82812"/>
                </a:cubicBezTo>
                <a:cubicBezTo>
                  <a:pt x="547917" y="82812"/>
                  <a:pt x="507351" y="84436"/>
                  <a:pt x="545483" y="82812"/>
                </a:cubicBezTo>
                <a:cubicBezTo>
                  <a:pt x="677727" y="79564"/>
                  <a:pt x="670425" y="79564"/>
                  <a:pt x="672048" y="79564"/>
                </a:cubicBezTo>
                <a:cubicBezTo>
                  <a:pt x="673670" y="79564"/>
                  <a:pt x="673670" y="79564"/>
                  <a:pt x="673670" y="79564"/>
                </a:cubicBezTo>
                <a:lnTo>
                  <a:pt x="675293" y="79564"/>
                </a:lnTo>
                <a:cubicBezTo>
                  <a:pt x="677727" y="79564"/>
                  <a:pt x="708557" y="77940"/>
                  <a:pt x="711802" y="77940"/>
                </a:cubicBezTo>
                <a:cubicBezTo>
                  <a:pt x="713425" y="77940"/>
                  <a:pt x="711802" y="77940"/>
                  <a:pt x="714236" y="77940"/>
                </a:cubicBezTo>
                <a:cubicBezTo>
                  <a:pt x="749123" y="76317"/>
                  <a:pt x="663935" y="77940"/>
                  <a:pt x="663123" y="77940"/>
                </a:cubicBezTo>
                <a:cubicBezTo>
                  <a:pt x="660689" y="77940"/>
                  <a:pt x="660689" y="77940"/>
                  <a:pt x="660689" y="77940"/>
                </a:cubicBezTo>
                <a:cubicBezTo>
                  <a:pt x="659067" y="77940"/>
                  <a:pt x="652576" y="77940"/>
                  <a:pt x="652576" y="77940"/>
                </a:cubicBezTo>
                <a:cubicBezTo>
                  <a:pt x="652576" y="77940"/>
                  <a:pt x="654199" y="77940"/>
                  <a:pt x="646897" y="77940"/>
                </a:cubicBezTo>
                <a:cubicBezTo>
                  <a:pt x="634727" y="77940"/>
                  <a:pt x="578747" y="79564"/>
                  <a:pt x="598218" y="79564"/>
                </a:cubicBezTo>
                <a:cubicBezTo>
                  <a:pt x="610388" y="77940"/>
                  <a:pt x="590916" y="79564"/>
                  <a:pt x="590916" y="79564"/>
                </a:cubicBezTo>
                <a:cubicBezTo>
                  <a:pt x="592539" y="79564"/>
                  <a:pt x="565766" y="81188"/>
                  <a:pt x="565766" y="81188"/>
                </a:cubicBezTo>
                <a:cubicBezTo>
                  <a:pt x="565766" y="79564"/>
                  <a:pt x="534124" y="82812"/>
                  <a:pt x="534124" y="82812"/>
                </a:cubicBezTo>
                <a:cubicBezTo>
                  <a:pt x="535747" y="81188"/>
                  <a:pt x="551973" y="81188"/>
                  <a:pt x="551162" y="81188"/>
                </a:cubicBezTo>
                <a:lnTo>
                  <a:pt x="552785" y="81188"/>
                </a:lnTo>
                <a:cubicBezTo>
                  <a:pt x="552785" y="81188"/>
                  <a:pt x="576313" y="81188"/>
                  <a:pt x="576313" y="79564"/>
                </a:cubicBezTo>
                <a:cubicBezTo>
                  <a:pt x="577935" y="77940"/>
                  <a:pt x="581992" y="79564"/>
                  <a:pt x="587671" y="79564"/>
                </a:cubicBezTo>
                <a:cubicBezTo>
                  <a:pt x="580369" y="79564"/>
                  <a:pt x="586048" y="77940"/>
                  <a:pt x="585237" y="79564"/>
                </a:cubicBezTo>
                <a:cubicBezTo>
                  <a:pt x="583614" y="79564"/>
                  <a:pt x="587671" y="79564"/>
                  <a:pt x="587671" y="79564"/>
                </a:cubicBezTo>
                <a:cubicBezTo>
                  <a:pt x="587671" y="79564"/>
                  <a:pt x="590105" y="79564"/>
                  <a:pt x="594973" y="79564"/>
                </a:cubicBezTo>
                <a:cubicBezTo>
                  <a:pt x="599841" y="79564"/>
                  <a:pt x="599030" y="79564"/>
                  <a:pt x="597407" y="79564"/>
                </a:cubicBezTo>
                <a:cubicBezTo>
                  <a:pt x="595784" y="79564"/>
                  <a:pt x="595784" y="79564"/>
                  <a:pt x="599030" y="79564"/>
                </a:cubicBezTo>
                <a:cubicBezTo>
                  <a:pt x="600652" y="79564"/>
                  <a:pt x="600652" y="79564"/>
                  <a:pt x="600652" y="79564"/>
                </a:cubicBezTo>
                <a:cubicBezTo>
                  <a:pt x="600652" y="79564"/>
                  <a:pt x="600652" y="79564"/>
                  <a:pt x="602275" y="79564"/>
                </a:cubicBezTo>
                <a:cubicBezTo>
                  <a:pt x="603897" y="79564"/>
                  <a:pt x="603897" y="79564"/>
                  <a:pt x="602275" y="79564"/>
                </a:cubicBezTo>
                <a:cubicBezTo>
                  <a:pt x="600652" y="79564"/>
                  <a:pt x="600652" y="79564"/>
                  <a:pt x="600652" y="79564"/>
                </a:cubicBezTo>
                <a:cubicBezTo>
                  <a:pt x="604709" y="79564"/>
                  <a:pt x="604709" y="77940"/>
                  <a:pt x="604709" y="79564"/>
                </a:cubicBezTo>
                <a:lnTo>
                  <a:pt x="606331" y="79564"/>
                </a:lnTo>
                <a:cubicBezTo>
                  <a:pt x="606331" y="79564"/>
                  <a:pt x="606331" y="79564"/>
                  <a:pt x="607954" y="79564"/>
                </a:cubicBezTo>
                <a:lnTo>
                  <a:pt x="609577" y="79564"/>
                </a:lnTo>
                <a:cubicBezTo>
                  <a:pt x="609577" y="79564"/>
                  <a:pt x="612010" y="77940"/>
                  <a:pt x="612010" y="79564"/>
                </a:cubicBezTo>
                <a:cubicBezTo>
                  <a:pt x="610388" y="79564"/>
                  <a:pt x="613633" y="79564"/>
                  <a:pt x="613633" y="79564"/>
                </a:cubicBezTo>
                <a:lnTo>
                  <a:pt x="615256" y="79564"/>
                </a:lnTo>
                <a:cubicBezTo>
                  <a:pt x="617690" y="79564"/>
                  <a:pt x="616878" y="79564"/>
                  <a:pt x="617690" y="79564"/>
                </a:cubicBezTo>
                <a:cubicBezTo>
                  <a:pt x="619312" y="79564"/>
                  <a:pt x="619312" y="79564"/>
                  <a:pt x="619312" y="79564"/>
                </a:cubicBezTo>
                <a:lnTo>
                  <a:pt x="620935" y="79564"/>
                </a:lnTo>
                <a:cubicBezTo>
                  <a:pt x="622558" y="77940"/>
                  <a:pt x="763726" y="76317"/>
                  <a:pt x="765349" y="76317"/>
                </a:cubicBezTo>
                <a:cubicBezTo>
                  <a:pt x="766972" y="76317"/>
                  <a:pt x="869197" y="76317"/>
                  <a:pt x="787255" y="74693"/>
                </a:cubicBezTo>
                <a:cubicBezTo>
                  <a:pt x="783198" y="74693"/>
                  <a:pt x="783198" y="74693"/>
                  <a:pt x="784821" y="74693"/>
                </a:cubicBezTo>
                <a:cubicBezTo>
                  <a:pt x="775085" y="74693"/>
                  <a:pt x="745877" y="74693"/>
                  <a:pt x="701255" y="76317"/>
                </a:cubicBezTo>
                <a:cubicBezTo>
                  <a:pt x="684218" y="76317"/>
                  <a:pt x="607954" y="77940"/>
                  <a:pt x="605520" y="77940"/>
                </a:cubicBezTo>
                <a:cubicBezTo>
                  <a:pt x="599841" y="77940"/>
                  <a:pt x="594162" y="77940"/>
                  <a:pt x="598218" y="77940"/>
                </a:cubicBezTo>
                <a:cubicBezTo>
                  <a:pt x="598218" y="77940"/>
                  <a:pt x="724783" y="74693"/>
                  <a:pt x="744255" y="74693"/>
                </a:cubicBezTo>
                <a:cubicBezTo>
                  <a:pt x="744255" y="74693"/>
                  <a:pt x="900027" y="73069"/>
                  <a:pt x="849726" y="73069"/>
                </a:cubicBezTo>
                <a:cubicBezTo>
                  <a:pt x="802669" y="73069"/>
                  <a:pt x="732897" y="73069"/>
                  <a:pt x="787255" y="73069"/>
                </a:cubicBezTo>
                <a:cubicBezTo>
                  <a:pt x="831877" y="73069"/>
                  <a:pt x="736953" y="73069"/>
                  <a:pt x="805104" y="71445"/>
                </a:cubicBezTo>
                <a:cubicBezTo>
                  <a:pt x="844047" y="71445"/>
                  <a:pt x="822141" y="69822"/>
                  <a:pt x="818896" y="71445"/>
                </a:cubicBezTo>
                <a:cubicBezTo>
                  <a:pt x="817273" y="71445"/>
                  <a:pt x="821330" y="71445"/>
                  <a:pt x="811594" y="71445"/>
                </a:cubicBezTo>
                <a:cubicBezTo>
                  <a:pt x="800236" y="71445"/>
                  <a:pt x="811594" y="69822"/>
                  <a:pt x="704501" y="71445"/>
                </a:cubicBezTo>
                <a:cubicBezTo>
                  <a:pt x="708557" y="69822"/>
                  <a:pt x="706934" y="71445"/>
                  <a:pt x="715859" y="69822"/>
                </a:cubicBezTo>
                <a:cubicBezTo>
                  <a:pt x="715859" y="69822"/>
                  <a:pt x="717481" y="69822"/>
                  <a:pt x="715859" y="69822"/>
                </a:cubicBezTo>
                <a:cubicBezTo>
                  <a:pt x="715859" y="69822"/>
                  <a:pt x="715859" y="69822"/>
                  <a:pt x="717481" y="69822"/>
                </a:cubicBezTo>
                <a:cubicBezTo>
                  <a:pt x="719104" y="69822"/>
                  <a:pt x="719104" y="69822"/>
                  <a:pt x="719104" y="69822"/>
                </a:cubicBezTo>
                <a:cubicBezTo>
                  <a:pt x="715048" y="71445"/>
                  <a:pt x="727217" y="68198"/>
                  <a:pt x="728840" y="69822"/>
                </a:cubicBezTo>
                <a:cubicBezTo>
                  <a:pt x="730462" y="69822"/>
                  <a:pt x="727217" y="69822"/>
                  <a:pt x="731274" y="69822"/>
                </a:cubicBezTo>
                <a:cubicBezTo>
                  <a:pt x="733708" y="69822"/>
                  <a:pt x="738576" y="69822"/>
                  <a:pt x="736953" y="68198"/>
                </a:cubicBezTo>
                <a:cubicBezTo>
                  <a:pt x="735330" y="68198"/>
                  <a:pt x="738576" y="68198"/>
                  <a:pt x="738576" y="68198"/>
                </a:cubicBezTo>
                <a:cubicBezTo>
                  <a:pt x="740198" y="69822"/>
                  <a:pt x="740198" y="68198"/>
                  <a:pt x="742632" y="68198"/>
                </a:cubicBezTo>
                <a:cubicBezTo>
                  <a:pt x="749934" y="68198"/>
                  <a:pt x="753991" y="68198"/>
                  <a:pt x="753991" y="68198"/>
                </a:cubicBezTo>
                <a:cubicBezTo>
                  <a:pt x="752368" y="68198"/>
                  <a:pt x="752368" y="68198"/>
                  <a:pt x="756425" y="68198"/>
                </a:cubicBezTo>
                <a:cubicBezTo>
                  <a:pt x="758047" y="68198"/>
                  <a:pt x="763726" y="66574"/>
                  <a:pt x="768594" y="66574"/>
                </a:cubicBezTo>
                <a:cubicBezTo>
                  <a:pt x="771028" y="66574"/>
                  <a:pt x="772651" y="66574"/>
                  <a:pt x="771028" y="66574"/>
                </a:cubicBezTo>
                <a:cubicBezTo>
                  <a:pt x="766972" y="66574"/>
                  <a:pt x="759670" y="66574"/>
                  <a:pt x="768594" y="66574"/>
                </a:cubicBezTo>
                <a:cubicBezTo>
                  <a:pt x="771028" y="66574"/>
                  <a:pt x="818896" y="64950"/>
                  <a:pt x="821330" y="64950"/>
                </a:cubicBezTo>
                <a:cubicBezTo>
                  <a:pt x="821330" y="64950"/>
                  <a:pt x="905707" y="64950"/>
                  <a:pt x="907329" y="64950"/>
                </a:cubicBezTo>
                <a:lnTo>
                  <a:pt x="936537" y="64950"/>
                </a:lnTo>
                <a:cubicBezTo>
                  <a:pt x="938159" y="63327"/>
                  <a:pt x="929235" y="64950"/>
                  <a:pt x="977914" y="66574"/>
                </a:cubicBezTo>
                <a:cubicBezTo>
                  <a:pt x="989272" y="66574"/>
                  <a:pt x="999819" y="68198"/>
                  <a:pt x="999819" y="68198"/>
                </a:cubicBezTo>
                <a:lnTo>
                  <a:pt x="1007121" y="68198"/>
                </a:lnTo>
                <a:cubicBezTo>
                  <a:pt x="1008744" y="68198"/>
                  <a:pt x="1015234" y="68198"/>
                  <a:pt x="1019291" y="68198"/>
                </a:cubicBezTo>
                <a:cubicBezTo>
                  <a:pt x="1046875" y="68198"/>
                  <a:pt x="906518" y="64950"/>
                  <a:pt x="857028" y="64950"/>
                </a:cubicBezTo>
                <a:cubicBezTo>
                  <a:pt x="854594" y="64950"/>
                  <a:pt x="852971" y="64950"/>
                  <a:pt x="854594" y="64950"/>
                </a:cubicBezTo>
                <a:cubicBezTo>
                  <a:pt x="856216" y="64950"/>
                  <a:pt x="856216" y="64950"/>
                  <a:pt x="852971" y="64950"/>
                </a:cubicBezTo>
                <a:cubicBezTo>
                  <a:pt x="850537" y="64950"/>
                  <a:pt x="844858" y="64950"/>
                  <a:pt x="844858" y="64950"/>
                </a:cubicBezTo>
                <a:cubicBezTo>
                  <a:pt x="844858" y="64950"/>
                  <a:pt x="847292" y="64950"/>
                  <a:pt x="843235" y="64950"/>
                </a:cubicBezTo>
                <a:cubicBezTo>
                  <a:pt x="840801" y="64950"/>
                  <a:pt x="839179" y="64950"/>
                  <a:pt x="840801" y="64950"/>
                </a:cubicBezTo>
                <a:cubicBezTo>
                  <a:pt x="842424" y="64950"/>
                  <a:pt x="827009" y="64950"/>
                  <a:pt x="827009" y="64950"/>
                </a:cubicBezTo>
                <a:cubicBezTo>
                  <a:pt x="831066" y="66574"/>
                  <a:pt x="805915" y="64950"/>
                  <a:pt x="785632" y="66574"/>
                </a:cubicBezTo>
                <a:cubicBezTo>
                  <a:pt x="770217" y="66574"/>
                  <a:pt x="773462" y="66574"/>
                  <a:pt x="781575" y="66574"/>
                </a:cubicBezTo>
                <a:cubicBezTo>
                  <a:pt x="771840" y="66574"/>
                  <a:pt x="770217" y="66574"/>
                  <a:pt x="770217" y="66574"/>
                </a:cubicBezTo>
                <a:lnTo>
                  <a:pt x="768594" y="66574"/>
                </a:lnTo>
                <a:cubicBezTo>
                  <a:pt x="768594" y="66574"/>
                  <a:pt x="766972" y="66574"/>
                  <a:pt x="758859" y="66574"/>
                </a:cubicBezTo>
                <a:cubicBezTo>
                  <a:pt x="757236" y="66574"/>
                  <a:pt x="756425" y="68198"/>
                  <a:pt x="756425" y="66574"/>
                </a:cubicBezTo>
                <a:cubicBezTo>
                  <a:pt x="756425" y="66574"/>
                  <a:pt x="736953" y="66574"/>
                  <a:pt x="735330" y="66574"/>
                </a:cubicBezTo>
                <a:cubicBezTo>
                  <a:pt x="733708" y="66574"/>
                  <a:pt x="732897" y="66574"/>
                  <a:pt x="732897" y="66574"/>
                </a:cubicBezTo>
                <a:cubicBezTo>
                  <a:pt x="732897" y="66574"/>
                  <a:pt x="732897" y="66574"/>
                  <a:pt x="731274" y="66574"/>
                </a:cubicBezTo>
                <a:cubicBezTo>
                  <a:pt x="729651" y="66574"/>
                  <a:pt x="723161" y="66574"/>
                  <a:pt x="703689" y="66574"/>
                </a:cubicBezTo>
                <a:cubicBezTo>
                  <a:pt x="699633" y="66574"/>
                  <a:pt x="701255" y="66574"/>
                  <a:pt x="693953" y="68198"/>
                </a:cubicBezTo>
                <a:cubicBezTo>
                  <a:pt x="688274" y="68198"/>
                  <a:pt x="684218" y="68198"/>
                  <a:pt x="685840" y="68198"/>
                </a:cubicBezTo>
                <a:lnTo>
                  <a:pt x="684218" y="68198"/>
                </a:lnTo>
                <a:lnTo>
                  <a:pt x="682595" y="68198"/>
                </a:lnTo>
                <a:cubicBezTo>
                  <a:pt x="682595" y="68198"/>
                  <a:pt x="663123" y="68198"/>
                  <a:pt x="660689" y="69822"/>
                </a:cubicBezTo>
                <a:cubicBezTo>
                  <a:pt x="659067" y="69822"/>
                  <a:pt x="658255" y="69822"/>
                  <a:pt x="659067" y="69822"/>
                </a:cubicBezTo>
                <a:cubicBezTo>
                  <a:pt x="660689" y="69822"/>
                  <a:pt x="607954" y="71445"/>
                  <a:pt x="607954" y="71445"/>
                </a:cubicBezTo>
                <a:cubicBezTo>
                  <a:pt x="609577" y="71445"/>
                  <a:pt x="605520" y="71445"/>
                  <a:pt x="603897" y="71445"/>
                </a:cubicBezTo>
                <a:cubicBezTo>
                  <a:pt x="603897" y="71445"/>
                  <a:pt x="603897" y="71445"/>
                  <a:pt x="605520" y="71445"/>
                </a:cubicBezTo>
                <a:cubicBezTo>
                  <a:pt x="609577" y="71445"/>
                  <a:pt x="594162" y="73069"/>
                  <a:pt x="593350" y="71445"/>
                </a:cubicBezTo>
                <a:cubicBezTo>
                  <a:pt x="591728" y="71445"/>
                  <a:pt x="591728" y="71445"/>
                  <a:pt x="593350" y="71445"/>
                </a:cubicBezTo>
                <a:cubicBezTo>
                  <a:pt x="593350" y="71445"/>
                  <a:pt x="590916" y="71445"/>
                  <a:pt x="589294" y="71445"/>
                </a:cubicBezTo>
                <a:cubicBezTo>
                  <a:pt x="587671" y="71445"/>
                  <a:pt x="586860" y="71445"/>
                  <a:pt x="587671" y="71445"/>
                </a:cubicBezTo>
                <a:cubicBezTo>
                  <a:pt x="589294" y="69822"/>
                  <a:pt x="566577" y="73069"/>
                  <a:pt x="568199" y="73069"/>
                </a:cubicBezTo>
                <a:cubicBezTo>
                  <a:pt x="569822" y="71445"/>
                  <a:pt x="564143" y="74693"/>
                  <a:pt x="564143" y="73069"/>
                </a:cubicBezTo>
                <a:cubicBezTo>
                  <a:pt x="565766" y="71445"/>
                  <a:pt x="527634" y="74693"/>
                  <a:pt x="527634" y="74693"/>
                </a:cubicBezTo>
                <a:cubicBezTo>
                  <a:pt x="527634" y="74693"/>
                  <a:pt x="564954" y="73069"/>
                  <a:pt x="568199" y="73069"/>
                </a:cubicBezTo>
                <a:cubicBezTo>
                  <a:pt x="568199" y="73069"/>
                  <a:pt x="484634" y="74693"/>
                  <a:pt x="484634" y="76317"/>
                </a:cubicBezTo>
                <a:cubicBezTo>
                  <a:pt x="483011" y="76317"/>
                  <a:pt x="480577" y="74693"/>
                  <a:pt x="492747" y="74693"/>
                </a:cubicBezTo>
                <a:cubicBezTo>
                  <a:pt x="495181" y="74693"/>
                  <a:pt x="514653" y="73069"/>
                  <a:pt x="534124" y="73069"/>
                </a:cubicBezTo>
                <a:lnTo>
                  <a:pt x="535747" y="73069"/>
                </a:lnTo>
                <a:lnTo>
                  <a:pt x="535747" y="73069"/>
                </a:lnTo>
                <a:cubicBezTo>
                  <a:pt x="562520" y="71445"/>
                  <a:pt x="590105" y="71445"/>
                  <a:pt x="588482" y="71445"/>
                </a:cubicBezTo>
                <a:cubicBezTo>
                  <a:pt x="586860" y="71445"/>
                  <a:pt x="590105" y="71445"/>
                  <a:pt x="590105" y="71445"/>
                </a:cubicBezTo>
                <a:cubicBezTo>
                  <a:pt x="590105" y="71445"/>
                  <a:pt x="611199" y="69822"/>
                  <a:pt x="617690" y="69822"/>
                </a:cubicBezTo>
                <a:cubicBezTo>
                  <a:pt x="664746" y="68198"/>
                  <a:pt x="650954" y="69822"/>
                  <a:pt x="655010" y="68198"/>
                </a:cubicBezTo>
                <a:cubicBezTo>
                  <a:pt x="656633" y="68198"/>
                  <a:pt x="656633" y="68198"/>
                  <a:pt x="656633" y="68198"/>
                </a:cubicBezTo>
                <a:cubicBezTo>
                  <a:pt x="656633" y="68198"/>
                  <a:pt x="658255" y="68198"/>
                  <a:pt x="660689" y="68198"/>
                </a:cubicBezTo>
                <a:cubicBezTo>
                  <a:pt x="662312" y="68198"/>
                  <a:pt x="663123" y="68198"/>
                  <a:pt x="663123" y="68198"/>
                </a:cubicBezTo>
                <a:cubicBezTo>
                  <a:pt x="663123" y="68198"/>
                  <a:pt x="663123" y="68198"/>
                  <a:pt x="664746" y="68198"/>
                </a:cubicBezTo>
                <a:cubicBezTo>
                  <a:pt x="666369" y="68198"/>
                  <a:pt x="672048" y="68198"/>
                  <a:pt x="668802" y="68198"/>
                </a:cubicBezTo>
                <a:cubicBezTo>
                  <a:pt x="666369" y="69822"/>
                  <a:pt x="670425" y="68198"/>
                  <a:pt x="671237" y="68198"/>
                </a:cubicBezTo>
                <a:cubicBezTo>
                  <a:pt x="671237" y="68198"/>
                  <a:pt x="672859" y="69822"/>
                  <a:pt x="678538" y="68198"/>
                </a:cubicBezTo>
                <a:cubicBezTo>
                  <a:pt x="680972" y="68198"/>
                  <a:pt x="688274" y="68198"/>
                  <a:pt x="686652" y="68198"/>
                </a:cubicBezTo>
                <a:cubicBezTo>
                  <a:pt x="682595" y="68198"/>
                  <a:pt x="686652" y="69822"/>
                  <a:pt x="690708" y="68198"/>
                </a:cubicBezTo>
                <a:cubicBezTo>
                  <a:pt x="692331" y="68198"/>
                  <a:pt x="693142" y="68198"/>
                  <a:pt x="693142" y="68198"/>
                </a:cubicBezTo>
                <a:cubicBezTo>
                  <a:pt x="691519" y="68198"/>
                  <a:pt x="700444" y="68198"/>
                  <a:pt x="701255" y="68198"/>
                </a:cubicBezTo>
                <a:cubicBezTo>
                  <a:pt x="702878" y="68198"/>
                  <a:pt x="697199" y="68198"/>
                  <a:pt x="698821" y="68198"/>
                </a:cubicBezTo>
                <a:cubicBezTo>
                  <a:pt x="701255" y="68198"/>
                  <a:pt x="702878" y="68198"/>
                  <a:pt x="706934" y="66574"/>
                </a:cubicBezTo>
                <a:cubicBezTo>
                  <a:pt x="710991" y="66574"/>
                  <a:pt x="755613" y="64950"/>
                  <a:pt x="755613" y="64950"/>
                </a:cubicBezTo>
                <a:cubicBezTo>
                  <a:pt x="755613" y="64950"/>
                  <a:pt x="753179" y="64950"/>
                  <a:pt x="753991" y="64950"/>
                </a:cubicBezTo>
                <a:cubicBezTo>
                  <a:pt x="756425" y="64950"/>
                  <a:pt x="759670" y="64950"/>
                  <a:pt x="758047" y="64950"/>
                </a:cubicBezTo>
                <a:cubicBezTo>
                  <a:pt x="756425" y="63327"/>
                  <a:pt x="777519" y="64950"/>
                  <a:pt x="777519" y="63327"/>
                </a:cubicBezTo>
                <a:cubicBezTo>
                  <a:pt x="777519" y="63327"/>
                  <a:pt x="779953" y="63327"/>
                  <a:pt x="781575" y="63327"/>
                </a:cubicBezTo>
                <a:cubicBezTo>
                  <a:pt x="783198" y="63327"/>
                  <a:pt x="783198" y="63327"/>
                  <a:pt x="783198" y="63327"/>
                </a:cubicBezTo>
                <a:cubicBezTo>
                  <a:pt x="781575" y="63327"/>
                  <a:pt x="783198" y="63327"/>
                  <a:pt x="784821" y="63327"/>
                </a:cubicBezTo>
                <a:cubicBezTo>
                  <a:pt x="790500" y="61703"/>
                  <a:pt x="802669" y="63327"/>
                  <a:pt x="804292" y="61703"/>
                </a:cubicBezTo>
                <a:cubicBezTo>
                  <a:pt x="805915" y="61703"/>
                  <a:pt x="805915" y="61703"/>
                  <a:pt x="805915" y="61703"/>
                </a:cubicBezTo>
                <a:lnTo>
                  <a:pt x="804292" y="61703"/>
                </a:lnTo>
                <a:cubicBezTo>
                  <a:pt x="802669" y="61703"/>
                  <a:pt x="802669" y="61703"/>
                  <a:pt x="804292" y="61703"/>
                </a:cubicBezTo>
                <a:cubicBezTo>
                  <a:pt x="814028" y="61703"/>
                  <a:pt x="811594" y="60079"/>
                  <a:pt x="819707" y="60079"/>
                </a:cubicBezTo>
                <a:cubicBezTo>
                  <a:pt x="833500" y="60079"/>
                  <a:pt x="827820" y="60079"/>
                  <a:pt x="833500" y="60079"/>
                </a:cubicBezTo>
                <a:cubicBezTo>
                  <a:pt x="835122" y="60079"/>
                  <a:pt x="835933" y="60079"/>
                  <a:pt x="837556" y="60079"/>
                </a:cubicBezTo>
                <a:cubicBezTo>
                  <a:pt x="839179" y="60079"/>
                  <a:pt x="839990" y="60079"/>
                  <a:pt x="844858" y="60079"/>
                </a:cubicBezTo>
                <a:cubicBezTo>
                  <a:pt x="860273" y="60079"/>
                  <a:pt x="846481" y="58455"/>
                  <a:pt x="842424" y="60079"/>
                </a:cubicBezTo>
                <a:cubicBezTo>
                  <a:pt x="840801" y="60079"/>
                  <a:pt x="835122" y="60079"/>
                  <a:pt x="840801" y="60079"/>
                </a:cubicBezTo>
                <a:cubicBezTo>
                  <a:pt x="846481" y="60079"/>
                  <a:pt x="868386" y="60079"/>
                  <a:pt x="867575" y="60079"/>
                </a:cubicBezTo>
                <a:cubicBezTo>
                  <a:pt x="865952" y="60079"/>
                  <a:pt x="871631" y="58455"/>
                  <a:pt x="871631" y="60079"/>
                </a:cubicBezTo>
                <a:lnTo>
                  <a:pt x="869197" y="60079"/>
                </a:lnTo>
                <a:cubicBezTo>
                  <a:pt x="869197" y="60079"/>
                  <a:pt x="876499" y="60079"/>
                  <a:pt x="877311" y="60079"/>
                </a:cubicBezTo>
                <a:cubicBezTo>
                  <a:pt x="878122" y="60079"/>
                  <a:pt x="879744" y="60079"/>
                  <a:pt x="878933" y="60079"/>
                </a:cubicBezTo>
                <a:cubicBezTo>
                  <a:pt x="873254" y="60079"/>
                  <a:pt x="882990" y="58455"/>
                  <a:pt x="882990" y="60079"/>
                </a:cubicBezTo>
                <a:cubicBezTo>
                  <a:pt x="882990" y="60079"/>
                  <a:pt x="892726" y="60079"/>
                  <a:pt x="894348" y="60079"/>
                </a:cubicBezTo>
                <a:cubicBezTo>
                  <a:pt x="906518" y="60079"/>
                  <a:pt x="886235" y="58455"/>
                  <a:pt x="831877" y="58455"/>
                </a:cubicBezTo>
                <a:cubicBezTo>
                  <a:pt x="814839" y="58455"/>
                  <a:pt x="814839" y="58455"/>
                  <a:pt x="809972" y="58455"/>
                </a:cubicBezTo>
                <a:cubicBezTo>
                  <a:pt x="801858" y="58455"/>
                  <a:pt x="800236" y="56832"/>
                  <a:pt x="807537" y="56832"/>
                </a:cubicBezTo>
                <a:cubicBezTo>
                  <a:pt x="809972" y="56832"/>
                  <a:pt x="809972" y="56832"/>
                  <a:pt x="811594" y="56832"/>
                </a:cubicBezTo>
                <a:cubicBezTo>
                  <a:pt x="814028" y="56832"/>
                  <a:pt x="813217" y="55208"/>
                  <a:pt x="811594" y="56832"/>
                </a:cubicBezTo>
                <a:cubicBezTo>
                  <a:pt x="809972" y="56832"/>
                  <a:pt x="779953" y="56832"/>
                  <a:pt x="784009" y="56832"/>
                </a:cubicBezTo>
                <a:cubicBezTo>
                  <a:pt x="786443" y="56832"/>
                  <a:pt x="785632" y="56832"/>
                  <a:pt x="775896" y="56832"/>
                </a:cubicBezTo>
                <a:cubicBezTo>
                  <a:pt x="764538" y="56832"/>
                  <a:pt x="777519" y="55208"/>
                  <a:pt x="812405" y="55208"/>
                </a:cubicBezTo>
                <a:cubicBezTo>
                  <a:pt x="814839" y="55208"/>
                  <a:pt x="814028" y="55208"/>
                  <a:pt x="810783" y="55208"/>
                </a:cubicBezTo>
                <a:cubicBezTo>
                  <a:pt x="810783" y="55208"/>
                  <a:pt x="791311" y="55208"/>
                  <a:pt x="792934" y="55208"/>
                </a:cubicBezTo>
                <a:cubicBezTo>
                  <a:pt x="794556" y="55208"/>
                  <a:pt x="822141" y="55208"/>
                  <a:pt x="822141" y="53584"/>
                </a:cubicBezTo>
                <a:lnTo>
                  <a:pt x="816462" y="53584"/>
                </a:lnTo>
                <a:cubicBezTo>
                  <a:pt x="820519" y="53584"/>
                  <a:pt x="826198" y="53584"/>
                  <a:pt x="834311" y="53584"/>
                </a:cubicBezTo>
                <a:cubicBezTo>
                  <a:pt x="848103" y="53584"/>
                  <a:pt x="845669" y="51960"/>
                  <a:pt x="846481" y="51960"/>
                </a:cubicBezTo>
                <a:cubicBezTo>
                  <a:pt x="848103" y="51960"/>
                  <a:pt x="964933" y="53584"/>
                  <a:pt x="934103" y="51960"/>
                </a:cubicBezTo>
                <a:cubicBezTo>
                  <a:pt x="896782" y="50337"/>
                  <a:pt x="921933" y="50337"/>
                  <a:pt x="920310" y="50337"/>
                </a:cubicBezTo>
                <a:cubicBezTo>
                  <a:pt x="918688" y="48713"/>
                  <a:pt x="1048498" y="51960"/>
                  <a:pt x="1049310" y="51960"/>
                </a:cubicBezTo>
                <a:cubicBezTo>
                  <a:pt x="1049310" y="51960"/>
                  <a:pt x="1046875" y="51960"/>
                  <a:pt x="1076894" y="53584"/>
                </a:cubicBezTo>
                <a:cubicBezTo>
                  <a:pt x="1092309" y="53584"/>
                  <a:pt x="1119894" y="55208"/>
                  <a:pt x="1119894" y="55208"/>
                </a:cubicBezTo>
                <a:cubicBezTo>
                  <a:pt x="1174252" y="56832"/>
                  <a:pt x="1102856" y="53584"/>
                  <a:pt x="1102856" y="53584"/>
                </a:cubicBezTo>
                <a:cubicBezTo>
                  <a:pt x="1104479" y="51960"/>
                  <a:pt x="1153158" y="55208"/>
                  <a:pt x="1151535" y="55208"/>
                </a:cubicBezTo>
                <a:cubicBezTo>
                  <a:pt x="1149913" y="43030"/>
                  <a:pt x="1149101" y="43030"/>
                  <a:pt x="1145045" y="43030"/>
                </a:cubicBezTo>
                <a:moveTo>
                  <a:pt x="1080951" y="34099"/>
                </a:moveTo>
                <a:cubicBezTo>
                  <a:pt x="1081762" y="34099"/>
                  <a:pt x="1081762" y="34099"/>
                  <a:pt x="1080951" y="34099"/>
                </a:cubicBezTo>
                <a:cubicBezTo>
                  <a:pt x="1082573" y="32475"/>
                  <a:pt x="1083385" y="34099"/>
                  <a:pt x="1083385" y="34099"/>
                </a:cubicBezTo>
                <a:cubicBezTo>
                  <a:pt x="1081762" y="34099"/>
                  <a:pt x="1076083" y="34099"/>
                  <a:pt x="1076083" y="34099"/>
                </a:cubicBezTo>
                <a:cubicBezTo>
                  <a:pt x="1077706" y="34099"/>
                  <a:pt x="1081762" y="34099"/>
                  <a:pt x="1080951" y="34099"/>
                </a:cubicBezTo>
                <a:moveTo>
                  <a:pt x="28675" y="40594"/>
                </a:moveTo>
                <a:cubicBezTo>
                  <a:pt x="28675" y="40594"/>
                  <a:pt x="35977" y="40594"/>
                  <a:pt x="34354" y="40594"/>
                </a:cubicBezTo>
                <a:cubicBezTo>
                  <a:pt x="37599" y="40594"/>
                  <a:pt x="28675" y="40594"/>
                  <a:pt x="28675" y="40594"/>
                </a:cubicBezTo>
                <a:moveTo>
                  <a:pt x="73297" y="46277"/>
                </a:moveTo>
                <a:lnTo>
                  <a:pt x="70863" y="46277"/>
                </a:lnTo>
                <a:cubicBezTo>
                  <a:pt x="70863" y="46277"/>
                  <a:pt x="70863" y="46277"/>
                  <a:pt x="69241" y="46277"/>
                </a:cubicBezTo>
                <a:cubicBezTo>
                  <a:pt x="69241" y="46277"/>
                  <a:pt x="71675" y="46277"/>
                  <a:pt x="73297" y="46277"/>
                </a:cubicBezTo>
                <a:lnTo>
                  <a:pt x="73297" y="46277"/>
                </a:lnTo>
                <a:moveTo>
                  <a:pt x="108184" y="65762"/>
                </a:moveTo>
                <a:cubicBezTo>
                  <a:pt x="108184" y="65762"/>
                  <a:pt x="105750" y="64950"/>
                  <a:pt x="108184" y="65762"/>
                </a:cubicBezTo>
                <a:cubicBezTo>
                  <a:pt x="109806" y="64950"/>
                  <a:pt x="109806" y="65762"/>
                  <a:pt x="108184" y="65762"/>
                </a:cubicBezTo>
                <a:moveTo>
                  <a:pt x="147127" y="70634"/>
                </a:moveTo>
                <a:lnTo>
                  <a:pt x="144693" y="70634"/>
                </a:lnTo>
                <a:cubicBezTo>
                  <a:pt x="145504" y="70634"/>
                  <a:pt x="147127" y="70634"/>
                  <a:pt x="147127" y="70634"/>
                </a:cubicBezTo>
                <a:moveTo>
                  <a:pt x="156863" y="72257"/>
                </a:moveTo>
                <a:cubicBezTo>
                  <a:pt x="154429" y="72257"/>
                  <a:pt x="152806" y="72257"/>
                  <a:pt x="154429" y="72257"/>
                </a:cubicBezTo>
                <a:cubicBezTo>
                  <a:pt x="154429" y="72257"/>
                  <a:pt x="152806" y="72257"/>
                  <a:pt x="151995" y="72257"/>
                </a:cubicBezTo>
                <a:cubicBezTo>
                  <a:pt x="151183" y="72257"/>
                  <a:pt x="149561" y="72257"/>
                  <a:pt x="150372" y="72257"/>
                </a:cubicBezTo>
                <a:cubicBezTo>
                  <a:pt x="151995" y="72257"/>
                  <a:pt x="151995" y="72257"/>
                  <a:pt x="148750" y="72257"/>
                </a:cubicBezTo>
                <a:cubicBezTo>
                  <a:pt x="146315" y="72257"/>
                  <a:pt x="147127" y="72257"/>
                  <a:pt x="154429" y="72257"/>
                </a:cubicBezTo>
                <a:cubicBezTo>
                  <a:pt x="158485" y="70634"/>
                  <a:pt x="162542" y="72257"/>
                  <a:pt x="156863" y="72257"/>
                </a:cubicBezTo>
                <a:moveTo>
                  <a:pt x="429464" y="73069"/>
                </a:moveTo>
                <a:cubicBezTo>
                  <a:pt x="431087" y="73069"/>
                  <a:pt x="431087" y="73069"/>
                  <a:pt x="431087" y="73069"/>
                </a:cubicBezTo>
                <a:cubicBezTo>
                  <a:pt x="431087" y="73069"/>
                  <a:pt x="426219" y="73069"/>
                  <a:pt x="429464" y="73069"/>
                </a:cubicBezTo>
                <a:moveTo>
                  <a:pt x="402691" y="73069"/>
                </a:moveTo>
                <a:cubicBezTo>
                  <a:pt x="404314" y="73069"/>
                  <a:pt x="404314" y="73069"/>
                  <a:pt x="402691" y="73069"/>
                </a:cubicBezTo>
                <a:cubicBezTo>
                  <a:pt x="402691" y="74693"/>
                  <a:pt x="401068" y="73069"/>
                  <a:pt x="402691" y="73069"/>
                </a:cubicBezTo>
                <a:moveTo>
                  <a:pt x="395389" y="74693"/>
                </a:moveTo>
                <a:cubicBezTo>
                  <a:pt x="397012" y="74693"/>
                  <a:pt x="397823" y="74693"/>
                  <a:pt x="397823" y="74693"/>
                </a:cubicBezTo>
                <a:lnTo>
                  <a:pt x="395389" y="74693"/>
                </a:lnTo>
                <a:moveTo>
                  <a:pt x="406748" y="74693"/>
                </a:moveTo>
                <a:cubicBezTo>
                  <a:pt x="399446" y="74693"/>
                  <a:pt x="399446" y="74693"/>
                  <a:pt x="389710" y="76317"/>
                </a:cubicBezTo>
                <a:cubicBezTo>
                  <a:pt x="402691" y="74693"/>
                  <a:pt x="397012" y="74693"/>
                  <a:pt x="406748" y="74693"/>
                </a:cubicBezTo>
                <a:moveTo>
                  <a:pt x="359692" y="77940"/>
                </a:moveTo>
                <a:cubicBezTo>
                  <a:pt x="365371" y="77940"/>
                  <a:pt x="362125" y="77940"/>
                  <a:pt x="362125" y="77940"/>
                </a:cubicBezTo>
                <a:cubicBezTo>
                  <a:pt x="358069" y="77940"/>
                  <a:pt x="355635" y="77940"/>
                  <a:pt x="359692" y="77940"/>
                </a:cubicBezTo>
                <a:moveTo>
                  <a:pt x="351578" y="77940"/>
                </a:moveTo>
                <a:lnTo>
                  <a:pt x="351578" y="77940"/>
                </a:lnTo>
                <a:cubicBezTo>
                  <a:pt x="349956" y="77940"/>
                  <a:pt x="347522" y="77940"/>
                  <a:pt x="351578" y="77940"/>
                </a:cubicBezTo>
                <a:moveTo>
                  <a:pt x="347522" y="77940"/>
                </a:moveTo>
                <a:cubicBezTo>
                  <a:pt x="349144" y="77940"/>
                  <a:pt x="349144" y="77940"/>
                  <a:pt x="349144" y="77940"/>
                </a:cubicBezTo>
                <a:cubicBezTo>
                  <a:pt x="349956" y="77940"/>
                  <a:pt x="344276" y="77940"/>
                  <a:pt x="347522" y="77940"/>
                </a:cubicBezTo>
                <a:moveTo>
                  <a:pt x="341843" y="77940"/>
                </a:moveTo>
                <a:lnTo>
                  <a:pt x="340220" y="77940"/>
                </a:lnTo>
                <a:cubicBezTo>
                  <a:pt x="340220" y="77940"/>
                  <a:pt x="341843" y="77940"/>
                  <a:pt x="341843" y="77940"/>
                </a:cubicBezTo>
                <a:moveTo>
                  <a:pt x="336163" y="76317"/>
                </a:moveTo>
                <a:lnTo>
                  <a:pt x="334541" y="76317"/>
                </a:lnTo>
                <a:cubicBezTo>
                  <a:pt x="336163" y="76317"/>
                  <a:pt x="337786" y="76317"/>
                  <a:pt x="336163" y="76317"/>
                </a:cubicBezTo>
                <a:moveTo>
                  <a:pt x="281805" y="77940"/>
                </a:moveTo>
                <a:cubicBezTo>
                  <a:pt x="280183" y="77940"/>
                  <a:pt x="279371" y="77940"/>
                  <a:pt x="279371" y="77940"/>
                </a:cubicBezTo>
                <a:cubicBezTo>
                  <a:pt x="279371" y="77940"/>
                  <a:pt x="281805" y="77940"/>
                  <a:pt x="281805" y="77940"/>
                </a:cubicBezTo>
                <a:moveTo>
                  <a:pt x="260711" y="78752"/>
                </a:moveTo>
                <a:lnTo>
                  <a:pt x="259088" y="78752"/>
                </a:lnTo>
                <a:cubicBezTo>
                  <a:pt x="259900" y="77940"/>
                  <a:pt x="260711" y="78752"/>
                  <a:pt x="260711" y="78752"/>
                </a:cubicBezTo>
                <a:moveTo>
                  <a:pt x="761293" y="56020"/>
                </a:moveTo>
                <a:cubicBezTo>
                  <a:pt x="762915" y="56020"/>
                  <a:pt x="762915" y="56020"/>
                  <a:pt x="762915" y="56020"/>
                </a:cubicBezTo>
                <a:cubicBezTo>
                  <a:pt x="763726" y="56020"/>
                  <a:pt x="758047" y="56020"/>
                  <a:pt x="761293" y="56020"/>
                </a:cubicBezTo>
                <a:moveTo>
                  <a:pt x="755613" y="56020"/>
                </a:moveTo>
                <a:cubicBezTo>
                  <a:pt x="758047" y="56020"/>
                  <a:pt x="758047" y="56020"/>
                  <a:pt x="757236" y="56020"/>
                </a:cubicBezTo>
                <a:cubicBezTo>
                  <a:pt x="753991" y="56020"/>
                  <a:pt x="751557" y="56020"/>
                  <a:pt x="755613" y="56020"/>
                </a:cubicBezTo>
                <a:moveTo>
                  <a:pt x="744255" y="56020"/>
                </a:moveTo>
                <a:cubicBezTo>
                  <a:pt x="745877" y="56020"/>
                  <a:pt x="745877" y="56020"/>
                  <a:pt x="744255" y="56020"/>
                </a:cubicBezTo>
                <a:cubicBezTo>
                  <a:pt x="744255" y="56020"/>
                  <a:pt x="734519" y="56020"/>
                  <a:pt x="744255" y="56020"/>
                </a:cubicBezTo>
                <a:moveTo>
                  <a:pt x="719104" y="56020"/>
                </a:moveTo>
                <a:cubicBezTo>
                  <a:pt x="719104" y="56020"/>
                  <a:pt x="720727" y="56020"/>
                  <a:pt x="719104" y="56020"/>
                </a:cubicBezTo>
                <a:cubicBezTo>
                  <a:pt x="719104" y="57643"/>
                  <a:pt x="718293" y="56020"/>
                  <a:pt x="719104" y="56020"/>
                </a:cubicBezTo>
                <a:moveTo>
                  <a:pt x="753991" y="53584"/>
                </a:moveTo>
                <a:lnTo>
                  <a:pt x="753991" y="53584"/>
                </a:lnTo>
                <a:cubicBezTo>
                  <a:pt x="753991" y="53584"/>
                  <a:pt x="751557" y="53584"/>
                  <a:pt x="753991" y="53584"/>
                </a:cubicBezTo>
                <a:moveTo>
                  <a:pt x="748312" y="53584"/>
                </a:moveTo>
                <a:cubicBezTo>
                  <a:pt x="749934" y="53584"/>
                  <a:pt x="749934" y="53584"/>
                  <a:pt x="749934" y="53584"/>
                </a:cubicBezTo>
                <a:cubicBezTo>
                  <a:pt x="751557" y="53584"/>
                  <a:pt x="745877" y="53584"/>
                  <a:pt x="748312" y="53584"/>
                </a:cubicBezTo>
                <a:moveTo>
                  <a:pt x="745877" y="53584"/>
                </a:moveTo>
                <a:cubicBezTo>
                  <a:pt x="748312" y="53584"/>
                  <a:pt x="745877" y="53584"/>
                  <a:pt x="745877" y="53584"/>
                </a:cubicBezTo>
                <a:cubicBezTo>
                  <a:pt x="743444" y="53584"/>
                  <a:pt x="744255" y="53584"/>
                  <a:pt x="745877" y="53584"/>
                </a:cubicBezTo>
                <a:moveTo>
                  <a:pt x="738576" y="53584"/>
                </a:moveTo>
                <a:cubicBezTo>
                  <a:pt x="741010" y="53584"/>
                  <a:pt x="740198" y="53584"/>
                  <a:pt x="740198" y="53584"/>
                </a:cubicBezTo>
                <a:cubicBezTo>
                  <a:pt x="734519" y="53584"/>
                  <a:pt x="733708" y="53584"/>
                  <a:pt x="738576" y="53584"/>
                </a:cubicBezTo>
                <a:moveTo>
                  <a:pt x="722349" y="53584"/>
                </a:moveTo>
                <a:cubicBezTo>
                  <a:pt x="723972" y="53584"/>
                  <a:pt x="728029" y="53584"/>
                  <a:pt x="726406" y="53584"/>
                </a:cubicBezTo>
                <a:cubicBezTo>
                  <a:pt x="726406" y="53584"/>
                  <a:pt x="720727" y="53584"/>
                  <a:pt x="722349" y="53584"/>
                </a:cubicBezTo>
                <a:moveTo>
                  <a:pt x="715048" y="53584"/>
                </a:moveTo>
                <a:cubicBezTo>
                  <a:pt x="719104" y="53584"/>
                  <a:pt x="719104" y="53584"/>
                  <a:pt x="719104" y="53584"/>
                </a:cubicBezTo>
                <a:cubicBezTo>
                  <a:pt x="718293" y="54396"/>
                  <a:pt x="708557" y="53584"/>
                  <a:pt x="715048" y="53584"/>
                </a:cubicBezTo>
                <a:moveTo>
                  <a:pt x="712614" y="53584"/>
                </a:moveTo>
                <a:cubicBezTo>
                  <a:pt x="714236" y="53584"/>
                  <a:pt x="714236" y="53584"/>
                  <a:pt x="712614" y="53584"/>
                </a:cubicBezTo>
                <a:cubicBezTo>
                  <a:pt x="712614" y="53584"/>
                  <a:pt x="710991" y="53584"/>
                  <a:pt x="712614" y="53584"/>
                </a:cubicBezTo>
                <a:moveTo>
                  <a:pt x="705312" y="53584"/>
                </a:moveTo>
                <a:cubicBezTo>
                  <a:pt x="707746" y="53584"/>
                  <a:pt x="707746" y="53584"/>
                  <a:pt x="707746" y="53584"/>
                </a:cubicBezTo>
                <a:cubicBezTo>
                  <a:pt x="707746" y="53584"/>
                  <a:pt x="704501" y="53584"/>
                  <a:pt x="705312" y="53584"/>
                </a:cubicBezTo>
                <a:moveTo>
                  <a:pt x="560086" y="61703"/>
                </a:moveTo>
                <a:cubicBezTo>
                  <a:pt x="567388" y="60079"/>
                  <a:pt x="562520" y="61703"/>
                  <a:pt x="564143" y="61703"/>
                </a:cubicBezTo>
                <a:cubicBezTo>
                  <a:pt x="564954" y="61703"/>
                  <a:pt x="564143" y="61703"/>
                  <a:pt x="560086" y="61703"/>
                </a:cubicBezTo>
                <a:moveTo>
                  <a:pt x="564143" y="57643"/>
                </a:moveTo>
                <a:cubicBezTo>
                  <a:pt x="565766" y="57643"/>
                  <a:pt x="565766" y="57643"/>
                  <a:pt x="565766" y="57643"/>
                </a:cubicBezTo>
                <a:cubicBezTo>
                  <a:pt x="566577" y="57643"/>
                  <a:pt x="560086" y="57643"/>
                  <a:pt x="564143" y="57643"/>
                </a:cubicBezTo>
                <a:moveTo>
                  <a:pt x="581992" y="57643"/>
                </a:moveTo>
                <a:cubicBezTo>
                  <a:pt x="581992" y="57643"/>
                  <a:pt x="564143" y="57643"/>
                  <a:pt x="569822" y="57643"/>
                </a:cubicBezTo>
                <a:cubicBezTo>
                  <a:pt x="570634" y="57643"/>
                  <a:pt x="577935" y="57643"/>
                  <a:pt x="581992" y="57643"/>
                </a:cubicBezTo>
                <a:cubicBezTo>
                  <a:pt x="591728" y="56020"/>
                  <a:pt x="590105" y="57643"/>
                  <a:pt x="590105" y="57643"/>
                </a:cubicBezTo>
                <a:cubicBezTo>
                  <a:pt x="589294" y="57643"/>
                  <a:pt x="581992" y="57643"/>
                  <a:pt x="581992" y="57643"/>
                </a:cubicBezTo>
                <a:moveTo>
                  <a:pt x="587671" y="57643"/>
                </a:moveTo>
                <a:cubicBezTo>
                  <a:pt x="591728" y="57643"/>
                  <a:pt x="589294" y="57643"/>
                  <a:pt x="589294" y="57643"/>
                </a:cubicBezTo>
                <a:cubicBezTo>
                  <a:pt x="586048" y="57643"/>
                  <a:pt x="583614" y="57643"/>
                  <a:pt x="587671" y="57643"/>
                </a:cubicBezTo>
                <a:moveTo>
                  <a:pt x="591728" y="59267"/>
                </a:moveTo>
                <a:cubicBezTo>
                  <a:pt x="591728" y="59267"/>
                  <a:pt x="589294" y="59267"/>
                  <a:pt x="590105" y="59267"/>
                </a:cubicBezTo>
                <a:cubicBezTo>
                  <a:pt x="590916" y="59267"/>
                  <a:pt x="591728" y="59267"/>
                  <a:pt x="591728" y="59267"/>
                </a:cubicBezTo>
                <a:moveTo>
                  <a:pt x="589294" y="57643"/>
                </a:moveTo>
                <a:cubicBezTo>
                  <a:pt x="591728" y="57643"/>
                  <a:pt x="591728" y="57643"/>
                  <a:pt x="591728" y="57643"/>
                </a:cubicBezTo>
                <a:cubicBezTo>
                  <a:pt x="593350" y="57643"/>
                  <a:pt x="593350" y="57643"/>
                  <a:pt x="589294" y="57643"/>
                </a:cubicBezTo>
                <a:moveTo>
                  <a:pt x="609577" y="59267"/>
                </a:moveTo>
                <a:lnTo>
                  <a:pt x="607143" y="59267"/>
                </a:lnTo>
                <a:cubicBezTo>
                  <a:pt x="609577" y="57643"/>
                  <a:pt x="611199" y="59267"/>
                  <a:pt x="609577" y="59267"/>
                </a:cubicBezTo>
                <a:moveTo>
                  <a:pt x="651765" y="54396"/>
                </a:moveTo>
                <a:cubicBezTo>
                  <a:pt x="650142" y="54396"/>
                  <a:pt x="644463" y="54396"/>
                  <a:pt x="647708" y="54396"/>
                </a:cubicBezTo>
                <a:cubicBezTo>
                  <a:pt x="650142" y="56020"/>
                  <a:pt x="665557" y="52772"/>
                  <a:pt x="596595" y="56020"/>
                </a:cubicBezTo>
                <a:cubicBezTo>
                  <a:pt x="590916" y="56020"/>
                  <a:pt x="594973" y="56020"/>
                  <a:pt x="594973" y="54396"/>
                </a:cubicBezTo>
                <a:lnTo>
                  <a:pt x="596595" y="54396"/>
                </a:lnTo>
                <a:cubicBezTo>
                  <a:pt x="596595" y="54396"/>
                  <a:pt x="596595" y="54396"/>
                  <a:pt x="598218" y="54396"/>
                </a:cubicBezTo>
                <a:lnTo>
                  <a:pt x="599841" y="54396"/>
                </a:lnTo>
                <a:cubicBezTo>
                  <a:pt x="599841" y="54396"/>
                  <a:pt x="601463" y="54396"/>
                  <a:pt x="602275" y="54396"/>
                </a:cubicBezTo>
                <a:cubicBezTo>
                  <a:pt x="602275" y="54396"/>
                  <a:pt x="613633" y="54396"/>
                  <a:pt x="616067" y="52772"/>
                </a:cubicBezTo>
                <a:cubicBezTo>
                  <a:pt x="620124" y="52772"/>
                  <a:pt x="617690" y="52772"/>
                  <a:pt x="621746" y="52772"/>
                </a:cubicBezTo>
                <a:cubicBezTo>
                  <a:pt x="629048" y="51148"/>
                  <a:pt x="629048" y="52772"/>
                  <a:pt x="629859" y="52772"/>
                </a:cubicBezTo>
                <a:cubicBezTo>
                  <a:pt x="631482" y="52772"/>
                  <a:pt x="635539" y="52772"/>
                  <a:pt x="637161" y="52772"/>
                </a:cubicBezTo>
                <a:cubicBezTo>
                  <a:pt x="637161" y="52772"/>
                  <a:pt x="639595" y="52772"/>
                  <a:pt x="638784" y="52772"/>
                </a:cubicBezTo>
                <a:cubicBezTo>
                  <a:pt x="637161" y="51148"/>
                  <a:pt x="646897" y="52772"/>
                  <a:pt x="642841" y="52772"/>
                </a:cubicBezTo>
                <a:cubicBezTo>
                  <a:pt x="641218" y="52772"/>
                  <a:pt x="641218" y="52772"/>
                  <a:pt x="642841" y="52772"/>
                </a:cubicBezTo>
                <a:cubicBezTo>
                  <a:pt x="644463" y="52772"/>
                  <a:pt x="645274" y="52772"/>
                  <a:pt x="644463" y="52772"/>
                </a:cubicBezTo>
                <a:cubicBezTo>
                  <a:pt x="642029" y="54396"/>
                  <a:pt x="652576" y="54396"/>
                  <a:pt x="651765" y="54396"/>
                </a:cubicBezTo>
                <a:moveTo>
                  <a:pt x="658255" y="56020"/>
                </a:moveTo>
                <a:cubicBezTo>
                  <a:pt x="655822" y="54396"/>
                  <a:pt x="656633" y="54396"/>
                  <a:pt x="658255" y="56020"/>
                </a:cubicBezTo>
                <a:cubicBezTo>
                  <a:pt x="658255" y="54396"/>
                  <a:pt x="656633" y="54396"/>
                  <a:pt x="658255" y="56020"/>
                </a:cubicBezTo>
                <a:cubicBezTo>
                  <a:pt x="659878" y="54396"/>
                  <a:pt x="659878" y="56020"/>
                  <a:pt x="658255" y="56020"/>
                </a:cubicBezTo>
                <a:moveTo>
                  <a:pt x="698821" y="53584"/>
                </a:moveTo>
                <a:cubicBezTo>
                  <a:pt x="701255" y="53584"/>
                  <a:pt x="701255" y="53584"/>
                  <a:pt x="701255" y="53584"/>
                </a:cubicBezTo>
                <a:cubicBezTo>
                  <a:pt x="698821" y="54396"/>
                  <a:pt x="691519" y="53584"/>
                  <a:pt x="698821" y="53584"/>
                </a:cubicBezTo>
                <a:moveTo>
                  <a:pt x="695576" y="54396"/>
                </a:moveTo>
                <a:cubicBezTo>
                  <a:pt x="698010" y="54396"/>
                  <a:pt x="698010" y="54396"/>
                  <a:pt x="698010" y="54396"/>
                </a:cubicBezTo>
                <a:cubicBezTo>
                  <a:pt x="700444" y="54396"/>
                  <a:pt x="699633" y="54396"/>
                  <a:pt x="699633" y="54396"/>
                </a:cubicBezTo>
                <a:cubicBezTo>
                  <a:pt x="698010" y="54396"/>
                  <a:pt x="698010" y="54396"/>
                  <a:pt x="697199" y="54396"/>
                </a:cubicBezTo>
                <a:cubicBezTo>
                  <a:pt x="695576" y="54396"/>
                  <a:pt x="693142" y="54396"/>
                  <a:pt x="695576" y="54396"/>
                </a:cubicBezTo>
                <a:moveTo>
                  <a:pt x="681784" y="54396"/>
                </a:moveTo>
                <a:cubicBezTo>
                  <a:pt x="685840" y="54396"/>
                  <a:pt x="685840" y="54396"/>
                  <a:pt x="687463" y="54396"/>
                </a:cubicBezTo>
                <a:cubicBezTo>
                  <a:pt x="689897" y="54396"/>
                  <a:pt x="685840" y="54396"/>
                  <a:pt x="677727" y="56020"/>
                </a:cubicBezTo>
                <a:cubicBezTo>
                  <a:pt x="675293" y="54396"/>
                  <a:pt x="675293" y="54396"/>
                  <a:pt x="681784" y="54396"/>
                </a:cubicBezTo>
                <a:moveTo>
                  <a:pt x="680972" y="54396"/>
                </a:moveTo>
                <a:cubicBezTo>
                  <a:pt x="683406" y="54396"/>
                  <a:pt x="683406" y="54396"/>
                  <a:pt x="685029" y="54396"/>
                </a:cubicBezTo>
                <a:cubicBezTo>
                  <a:pt x="686652" y="54396"/>
                  <a:pt x="685029" y="54396"/>
                  <a:pt x="686652" y="54396"/>
                </a:cubicBezTo>
                <a:cubicBezTo>
                  <a:pt x="688274" y="54396"/>
                  <a:pt x="690708" y="54396"/>
                  <a:pt x="690708" y="54396"/>
                </a:cubicBezTo>
                <a:lnTo>
                  <a:pt x="693142" y="54396"/>
                </a:lnTo>
                <a:cubicBezTo>
                  <a:pt x="694765" y="54396"/>
                  <a:pt x="693142" y="54396"/>
                  <a:pt x="683406" y="56020"/>
                </a:cubicBezTo>
                <a:cubicBezTo>
                  <a:pt x="671237" y="54396"/>
                  <a:pt x="673670" y="54396"/>
                  <a:pt x="680972" y="54396"/>
                </a:cubicBezTo>
                <a:moveTo>
                  <a:pt x="673670" y="54396"/>
                </a:moveTo>
                <a:cubicBezTo>
                  <a:pt x="676105" y="54396"/>
                  <a:pt x="676105" y="54396"/>
                  <a:pt x="675293" y="54396"/>
                </a:cubicBezTo>
                <a:cubicBezTo>
                  <a:pt x="674482" y="54396"/>
                  <a:pt x="673670" y="56020"/>
                  <a:pt x="667991" y="56020"/>
                </a:cubicBezTo>
                <a:cubicBezTo>
                  <a:pt x="666369" y="56020"/>
                  <a:pt x="666369" y="56020"/>
                  <a:pt x="669614" y="56020"/>
                </a:cubicBezTo>
                <a:cubicBezTo>
                  <a:pt x="672048" y="54396"/>
                  <a:pt x="671237" y="54396"/>
                  <a:pt x="673670" y="54396"/>
                </a:cubicBezTo>
                <a:moveTo>
                  <a:pt x="667991" y="54396"/>
                </a:moveTo>
                <a:lnTo>
                  <a:pt x="666369" y="54396"/>
                </a:lnTo>
                <a:cubicBezTo>
                  <a:pt x="667991" y="54396"/>
                  <a:pt x="669614" y="54396"/>
                  <a:pt x="667991" y="54396"/>
                </a:cubicBezTo>
                <a:moveTo>
                  <a:pt x="669614" y="54396"/>
                </a:moveTo>
                <a:lnTo>
                  <a:pt x="671237" y="54396"/>
                </a:lnTo>
                <a:cubicBezTo>
                  <a:pt x="667180" y="54396"/>
                  <a:pt x="667180" y="54396"/>
                  <a:pt x="665557" y="54396"/>
                </a:cubicBezTo>
                <a:cubicBezTo>
                  <a:pt x="663935" y="54396"/>
                  <a:pt x="661501" y="54396"/>
                  <a:pt x="661501" y="54396"/>
                </a:cubicBezTo>
                <a:cubicBezTo>
                  <a:pt x="661501" y="54396"/>
                  <a:pt x="659067" y="52772"/>
                  <a:pt x="661501" y="52772"/>
                </a:cubicBezTo>
                <a:cubicBezTo>
                  <a:pt x="663935" y="54396"/>
                  <a:pt x="663935" y="54396"/>
                  <a:pt x="669614" y="54396"/>
                </a:cubicBezTo>
                <a:moveTo>
                  <a:pt x="630671" y="54396"/>
                </a:moveTo>
                <a:cubicBezTo>
                  <a:pt x="632293" y="54396"/>
                  <a:pt x="634727" y="54396"/>
                  <a:pt x="633105" y="54396"/>
                </a:cubicBezTo>
                <a:lnTo>
                  <a:pt x="630671" y="54396"/>
                </a:lnTo>
                <a:moveTo>
                  <a:pt x="624992" y="54396"/>
                </a:moveTo>
                <a:cubicBezTo>
                  <a:pt x="627426" y="54396"/>
                  <a:pt x="661501" y="52772"/>
                  <a:pt x="662312" y="52772"/>
                </a:cubicBezTo>
                <a:cubicBezTo>
                  <a:pt x="663935" y="52772"/>
                  <a:pt x="666369" y="52772"/>
                  <a:pt x="664746" y="52772"/>
                </a:cubicBezTo>
                <a:cubicBezTo>
                  <a:pt x="663935" y="53584"/>
                  <a:pt x="622558" y="56020"/>
                  <a:pt x="624992" y="54396"/>
                </a:cubicBezTo>
                <a:moveTo>
                  <a:pt x="554407" y="57643"/>
                </a:moveTo>
                <a:lnTo>
                  <a:pt x="620935" y="56020"/>
                </a:lnTo>
                <a:lnTo>
                  <a:pt x="620935" y="56020"/>
                </a:lnTo>
                <a:cubicBezTo>
                  <a:pt x="620935" y="56020"/>
                  <a:pt x="558464" y="57643"/>
                  <a:pt x="556841" y="57643"/>
                </a:cubicBezTo>
                <a:cubicBezTo>
                  <a:pt x="554407" y="57643"/>
                  <a:pt x="552785" y="57643"/>
                  <a:pt x="554407" y="57643"/>
                </a:cubicBezTo>
                <a:moveTo>
                  <a:pt x="551162" y="57643"/>
                </a:moveTo>
                <a:cubicBezTo>
                  <a:pt x="553596" y="57643"/>
                  <a:pt x="553596" y="57643"/>
                  <a:pt x="552785" y="57643"/>
                </a:cubicBezTo>
                <a:cubicBezTo>
                  <a:pt x="551973" y="57643"/>
                  <a:pt x="548728" y="57643"/>
                  <a:pt x="551162" y="57643"/>
                </a:cubicBezTo>
                <a:moveTo>
                  <a:pt x="540615" y="57643"/>
                </a:moveTo>
                <a:cubicBezTo>
                  <a:pt x="541426" y="57643"/>
                  <a:pt x="541426" y="57643"/>
                  <a:pt x="540615" y="57643"/>
                </a:cubicBezTo>
                <a:cubicBezTo>
                  <a:pt x="541426" y="57643"/>
                  <a:pt x="538992" y="57643"/>
                  <a:pt x="540615" y="57643"/>
                </a:cubicBezTo>
                <a:moveTo>
                  <a:pt x="538992" y="59267"/>
                </a:moveTo>
                <a:lnTo>
                  <a:pt x="538992" y="59267"/>
                </a:lnTo>
                <a:cubicBezTo>
                  <a:pt x="540615" y="59267"/>
                  <a:pt x="537370" y="57643"/>
                  <a:pt x="546294" y="57643"/>
                </a:cubicBezTo>
                <a:cubicBezTo>
                  <a:pt x="548728" y="57643"/>
                  <a:pt x="548728" y="57643"/>
                  <a:pt x="547917" y="57643"/>
                </a:cubicBezTo>
                <a:cubicBezTo>
                  <a:pt x="546294" y="57643"/>
                  <a:pt x="547917" y="57643"/>
                  <a:pt x="545483" y="59267"/>
                </a:cubicBezTo>
                <a:cubicBezTo>
                  <a:pt x="543049" y="59267"/>
                  <a:pt x="537370" y="59267"/>
                  <a:pt x="538992" y="59267"/>
                </a:cubicBezTo>
                <a:moveTo>
                  <a:pt x="530879" y="59267"/>
                </a:moveTo>
                <a:cubicBezTo>
                  <a:pt x="532502" y="59267"/>
                  <a:pt x="533313" y="59267"/>
                  <a:pt x="533313" y="59267"/>
                </a:cubicBezTo>
                <a:cubicBezTo>
                  <a:pt x="534935" y="57643"/>
                  <a:pt x="535747" y="59267"/>
                  <a:pt x="535747" y="59267"/>
                </a:cubicBezTo>
                <a:cubicBezTo>
                  <a:pt x="535747" y="59267"/>
                  <a:pt x="539803" y="59267"/>
                  <a:pt x="533313" y="60891"/>
                </a:cubicBezTo>
                <a:cubicBezTo>
                  <a:pt x="530879" y="59267"/>
                  <a:pt x="527634" y="59267"/>
                  <a:pt x="530879" y="59267"/>
                </a:cubicBezTo>
                <a:moveTo>
                  <a:pt x="526011" y="63327"/>
                </a:moveTo>
                <a:lnTo>
                  <a:pt x="526011" y="63327"/>
                </a:lnTo>
                <a:cubicBezTo>
                  <a:pt x="525200" y="64950"/>
                  <a:pt x="523577" y="63327"/>
                  <a:pt x="526011" y="63327"/>
                </a:cubicBezTo>
                <a:moveTo>
                  <a:pt x="525200" y="64950"/>
                </a:moveTo>
                <a:cubicBezTo>
                  <a:pt x="526011" y="64950"/>
                  <a:pt x="526011" y="64950"/>
                  <a:pt x="525200" y="64950"/>
                </a:cubicBezTo>
                <a:cubicBezTo>
                  <a:pt x="526011" y="64950"/>
                  <a:pt x="523577" y="64950"/>
                  <a:pt x="525200" y="64950"/>
                </a:cubicBezTo>
                <a:moveTo>
                  <a:pt x="517898" y="64950"/>
                </a:moveTo>
                <a:cubicBezTo>
                  <a:pt x="516275" y="64950"/>
                  <a:pt x="525200" y="64950"/>
                  <a:pt x="523577" y="64950"/>
                </a:cubicBezTo>
                <a:cubicBezTo>
                  <a:pt x="521955" y="64950"/>
                  <a:pt x="516275" y="64950"/>
                  <a:pt x="517898" y="64950"/>
                </a:cubicBezTo>
                <a:cubicBezTo>
                  <a:pt x="516275" y="63327"/>
                  <a:pt x="517898" y="64950"/>
                  <a:pt x="517898" y="64950"/>
                </a:cubicBezTo>
                <a:moveTo>
                  <a:pt x="517898" y="64950"/>
                </a:moveTo>
                <a:cubicBezTo>
                  <a:pt x="516275" y="64950"/>
                  <a:pt x="513841" y="64950"/>
                  <a:pt x="516275" y="64950"/>
                </a:cubicBezTo>
                <a:cubicBezTo>
                  <a:pt x="517898" y="64950"/>
                  <a:pt x="517898" y="64950"/>
                  <a:pt x="517898" y="64950"/>
                </a:cubicBezTo>
                <a:moveTo>
                  <a:pt x="513841" y="64950"/>
                </a:moveTo>
                <a:cubicBezTo>
                  <a:pt x="515464" y="64950"/>
                  <a:pt x="515464" y="64950"/>
                  <a:pt x="515464" y="64950"/>
                </a:cubicBezTo>
                <a:cubicBezTo>
                  <a:pt x="515464" y="64950"/>
                  <a:pt x="511407" y="64950"/>
                  <a:pt x="513841" y="64950"/>
                </a:cubicBezTo>
                <a:moveTo>
                  <a:pt x="508162" y="64950"/>
                </a:moveTo>
                <a:cubicBezTo>
                  <a:pt x="509785" y="64950"/>
                  <a:pt x="509785" y="64950"/>
                  <a:pt x="508162" y="64950"/>
                </a:cubicBezTo>
                <a:cubicBezTo>
                  <a:pt x="508162" y="64950"/>
                  <a:pt x="506539" y="64950"/>
                  <a:pt x="508162" y="64950"/>
                </a:cubicBezTo>
                <a:moveTo>
                  <a:pt x="505728" y="38970"/>
                </a:moveTo>
                <a:cubicBezTo>
                  <a:pt x="508162" y="38970"/>
                  <a:pt x="511407" y="38970"/>
                  <a:pt x="508162" y="38970"/>
                </a:cubicBezTo>
                <a:cubicBezTo>
                  <a:pt x="506539" y="38970"/>
                  <a:pt x="504106" y="38970"/>
                  <a:pt x="505728" y="38970"/>
                </a:cubicBezTo>
                <a:moveTo>
                  <a:pt x="501672" y="38970"/>
                </a:moveTo>
                <a:cubicBezTo>
                  <a:pt x="502483" y="38970"/>
                  <a:pt x="501672" y="38970"/>
                  <a:pt x="501672" y="38970"/>
                </a:cubicBezTo>
                <a:cubicBezTo>
                  <a:pt x="498426" y="38970"/>
                  <a:pt x="498426" y="38970"/>
                  <a:pt x="501672" y="38970"/>
                </a:cubicBezTo>
                <a:moveTo>
                  <a:pt x="496804" y="38970"/>
                </a:moveTo>
                <a:cubicBezTo>
                  <a:pt x="498426" y="38970"/>
                  <a:pt x="498426" y="38970"/>
                  <a:pt x="496804" y="38970"/>
                </a:cubicBezTo>
                <a:cubicBezTo>
                  <a:pt x="498426" y="38970"/>
                  <a:pt x="495992" y="38970"/>
                  <a:pt x="496804" y="38970"/>
                </a:cubicBezTo>
                <a:moveTo>
                  <a:pt x="495992" y="38970"/>
                </a:moveTo>
                <a:cubicBezTo>
                  <a:pt x="495992" y="38970"/>
                  <a:pt x="496804" y="38970"/>
                  <a:pt x="495992" y="38970"/>
                </a:cubicBezTo>
                <a:cubicBezTo>
                  <a:pt x="495992" y="38970"/>
                  <a:pt x="492747" y="38970"/>
                  <a:pt x="495992" y="38970"/>
                </a:cubicBezTo>
                <a:moveTo>
                  <a:pt x="492747" y="38970"/>
                </a:moveTo>
                <a:lnTo>
                  <a:pt x="491936" y="38970"/>
                </a:lnTo>
                <a:cubicBezTo>
                  <a:pt x="491936" y="38970"/>
                  <a:pt x="494370" y="38970"/>
                  <a:pt x="492747" y="38970"/>
                </a:cubicBezTo>
                <a:moveTo>
                  <a:pt x="491936" y="38970"/>
                </a:moveTo>
                <a:lnTo>
                  <a:pt x="491936" y="38970"/>
                </a:lnTo>
                <a:cubicBezTo>
                  <a:pt x="490313" y="38970"/>
                  <a:pt x="488691" y="38970"/>
                  <a:pt x="491936" y="38970"/>
                </a:cubicBezTo>
                <a:moveTo>
                  <a:pt x="487068" y="38970"/>
                </a:moveTo>
                <a:cubicBezTo>
                  <a:pt x="488691" y="38970"/>
                  <a:pt x="488691" y="38970"/>
                  <a:pt x="487068" y="38970"/>
                </a:cubicBezTo>
                <a:cubicBezTo>
                  <a:pt x="488691" y="38970"/>
                  <a:pt x="486257" y="38970"/>
                  <a:pt x="487068" y="38970"/>
                </a:cubicBezTo>
                <a:moveTo>
                  <a:pt x="486257" y="38970"/>
                </a:moveTo>
                <a:lnTo>
                  <a:pt x="484634" y="38970"/>
                </a:lnTo>
                <a:cubicBezTo>
                  <a:pt x="486257" y="38970"/>
                  <a:pt x="487068" y="38970"/>
                  <a:pt x="486257" y="38970"/>
                </a:cubicBezTo>
                <a:moveTo>
                  <a:pt x="482200" y="38970"/>
                </a:moveTo>
                <a:cubicBezTo>
                  <a:pt x="483823" y="38970"/>
                  <a:pt x="484634" y="38970"/>
                  <a:pt x="483823" y="38970"/>
                </a:cubicBezTo>
                <a:cubicBezTo>
                  <a:pt x="483011" y="38970"/>
                  <a:pt x="480577" y="38970"/>
                  <a:pt x="482200" y="38970"/>
                </a:cubicBezTo>
                <a:moveTo>
                  <a:pt x="469219" y="38970"/>
                </a:moveTo>
                <a:cubicBezTo>
                  <a:pt x="470842" y="38970"/>
                  <a:pt x="470842" y="38970"/>
                  <a:pt x="470842" y="38970"/>
                </a:cubicBezTo>
                <a:cubicBezTo>
                  <a:pt x="470842" y="40594"/>
                  <a:pt x="468408" y="40594"/>
                  <a:pt x="469219" y="38970"/>
                </a:cubicBezTo>
                <a:moveTo>
                  <a:pt x="463540" y="38970"/>
                </a:moveTo>
                <a:lnTo>
                  <a:pt x="463540" y="38970"/>
                </a:lnTo>
                <a:cubicBezTo>
                  <a:pt x="463540" y="38970"/>
                  <a:pt x="462728" y="38970"/>
                  <a:pt x="463540" y="38970"/>
                </a:cubicBezTo>
                <a:moveTo>
                  <a:pt x="459483" y="40594"/>
                </a:moveTo>
                <a:cubicBezTo>
                  <a:pt x="461917" y="40594"/>
                  <a:pt x="463540" y="40594"/>
                  <a:pt x="463540" y="40594"/>
                </a:cubicBezTo>
                <a:cubicBezTo>
                  <a:pt x="463540" y="40594"/>
                  <a:pt x="457049" y="40594"/>
                  <a:pt x="459483" y="40594"/>
                </a:cubicBezTo>
                <a:moveTo>
                  <a:pt x="455427" y="40594"/>
                </a:moveTo>
                <a:cubicBezTo>
                  <a:pt x="457049" y="40594"/>
                  <a:pt x="457049" y="40594"/>
                  <a:pt x="455427" y="40594"/>
                </a:cubicBezTo>
                <a:cubicBezTo>
                  <a:pt x="457049" y="40594"/>
                  <a:pt x="455427" y="40594"/>
                  <a:pt x="455427" y="40594"/>
                </a:cubicBezTo>
                <a:moveTo>
                  <a:pt x="455427" y="38970"/>
                </a:moveTo>
                <a:cubicBezTo>
                  <a:pt x="457049" y="38970"/>
                  <a:pt x="449747" y="40594"/>
                  <a:pt x="449747" y="40594"/>
                </a:cubicBezTo>
                <a:cubicBezTo>
                  <a:pt x="449747" y="40594"/>
                  <a:pt x="453804" y="38970"/>
                  <a:pt x="455427" y="38970"/>
                </a:cubicBezTo>
                <a:moveTo>
                  <a:pt x="448936" y="38970"/>
                </a:moveTo>
                <a:cubicBezTo>
                  <a:pt x="451370" y="38970"/>
                  <a:pt x="456238" y="38970"/>
                  <a:pt x="452993" y="38970"/>
                </a:cubicBezTo>
                <a:cubicBezTo>
                  <a:pt x="452993" y="38970"/>
                  <a:pt x="445691" y="38970"/>
                  <a:pt x="448936" y="38970"/>
                </a:cubicBezTo>
                <a:moveTo>
                  <a:pt x="447314" y="40594"/>
                </a:moveTo>
                <a:lnTo>
                  <a:pt x="445691" y="40594"/>
                </a:lnTo>
                <a:cubicBezTo>
                  <a:pt x="445691" y="40594"/>
                  <a:pt x="445691" y="40594"/>
                  <a:pt x="444068" y="40594"/>
                </a:cubicBezTo>
                <a:cubicBezTo>
                  <a:pt x="447314" y="40594"/>
                  <a:pt x="448936" y="40594"/>
                  <a:pt x="447314" y="40594"/>
                </a:cubicBezTo>
                <a:moveTo>
                  <a:pt x="444068" y="40594"/>
                </a:moveTo>
                <a:lnTo>
                  <a:pt x="441634" y="40594"/>
                </a:lnTo>
                <a:lnTo>
                  <a:pt x="440012" y="40594"/>
                </a:lnTo>
                <a:cubicBezTo>
                  <a:pt x="438389" y="40594"/>
                  <a:pt x="438389" y="40594"/>
                  <a:pt x="438389" y="40594"/>
                </a:cubicBezTo>
                <a:cubicBezTo>
                  <a:pt x="438389" y="40594"/>
                  <a:pt x="436767" y="40594"/>
                  <a:pt x="435955" y="40594"/>
                </a:cubicBezTo>
                <a:cubicBezTo>
                  <a:pt x="434332" y="40594"/>
                  <a:pt x="433521" y="40594"/>
                  <a:pt x="434332" y="40594"/>
                </a:cubicBezTo>
                <a:cubicBezTo>
                  <a:pt x="435955" y="40594"/>
                  <a:pt x="391333" y="42218"/>
                  <a:pt x="391333" y="42218"/>
                </a:cubicBezTo>
                <a:lnTo>
                  <a:pt x="389710" y="42218"/>
                </a:lnTo>
                <a:lnTo>
                  <a:pt x="387276" y="42218"/>
                </a:lnTo>
                <a:lnTo>
                  <a:pt x="384842" y="42218"/>
                </a:lnTo>
                <a:cubicBezTo>
                  <a:pt x="386465" y="42218"/>
                  <a:pt x="382408" y="42218"/>
                  <a:pt x="382408" y="42218"/>
                </a:cubicBezTo>
                <a:cubicBezTo>
                  <a:pt x="380786" y="42218"/>
                  <a:pt x="376729" y="43842"/>
                  <a:pt x="376729" y="42218"/>
                </a:cubicBezTo>
                <a:cubicBezTo>
                  <a:pt x="375918" y="43030"/>
                  <a:pt x="430276" y="40594"/>
                  <a:pt x="444068" y="40594"/>
                </a:cubicBezTo>
                <a:lnTo>
                  <a:pt x="444068" y="40594"/>
                </a:lnTo>
                <a:moveTo>
                  <a:pt x="395389" y="43030"/>
                </a:moveTo>
                <a:cubicBezTo>
                  <a:pt x="393767" y="43030"/>
                  <a:pt x="393767" y="43030"/>
                  <a:pt x="393767" y="43030"/>
                </a:cubicBezTo>
                <a:cubicBezTo>
                  <a:pt x="394578" y="41406"/>
                  <a:pt x="397012" y="43030"/>
                  <a:pt x="395389" y="43030"/>
                </a:cubicBezTo>
                <a:moveTo>
                  <a:pt x="434332" y="40594"/>
                </a:moveTo>
                <a:cubicBezTo>
                  <a:pt x="435955" y="40594"/>
                  <a:pt x="435955" y="40594"/>
                  <a:pt x="434332" y="40594"/>
                </a:cubicBezTo>
                <a:cubicBezTo>
                  <a:pt x="431899" y="40594"/>
                  <a:pt x="427842" y="40594"/>
                  <a:pt x="434332" y="40594"/>
                </a:cubicBezTo>
                <a:moveTo>
                  <a:pt x="426219" y="40594"/>
                </a:moveTo>
                <a:cubicBezTo>
                  <a:pt x="427842" y="40594"/>
                  <a:pt x="426219" y="40594"/>
                  <a:pt x="426219" y="40594"/>
                </a:cubicBezTo>
                <a:cubicBezTo>
                  <a:pt x="423785" y="40594"/>
                  <a:pt x="424597" y="40594"/>
                  <a:pt x="426219" y="40594"/>
                </a:cubicBezTo>
                <a:moveTo>
                  <a:pt x="401068" y="41406"/>
                </a:moveTo>
                <a:cubicBezTo>
                  <a:pt x="402691" y="41406"/>
                  <a:pt x="409182" y="41406"/>
                  <a:pt x="408370" y="41406"/>
                </a:cubicBezTo>
                <a:cubicBezTo>
                  <a:pt x="409993" y="41406"/>
                  <a:pt x="404314" y="41406"/>
                  <a:pt x="404314" y="41406"/>
                </a:cubicBezTo>
                <a:cubicBezTo>
                  <a:pt x="402691" y="41406"/>
                  <a:pt x="401068" y="41406"/>
                  <a:pt x="401068" y="41406"/>
                </a:cubicBezTo>
                <a:moveTo>
                  <a:pt x="395389" y="41406"/>
                </a:moveTo>
                <a:cubicBezTo>
                  <a:pt x="397012" y="41406"/>
                  <a:pt x="397012" y="41406"/>
                  <a:pt x="395389" y="41406"/>
                </a:cubicBezTo>
                <a:cubicBezTo>
                  <a:pt x="395389" y="41406"/>
                  <a:pt x="392955" y="41406"/>
                  <a:pt x="395389" y="41406"/>
                </a:cubicBezTo>
                <a:moveTo>
                  <a:pt x="390521" y="41406"/>
                </a:moveTo>
                <a:cubicBezTo>
                  <a:pt x="392955" y="41406"/>
                  <a:pt x="392955" y="41406"/>
                  <a:pt x="392955" y="41406"/>
                </a:cubicBezTo>
                <a:cubicBezTo>
                  <a:pt x="391333" y="41406"/>
                  <a:pt x="385653" y="41406"/>
                  <a:pt x="390521" y="41406"/>
                </a:cubicBezTo>
                <a:moveTo>
                  <a:pt x="384842" y="41406"/>
                </a:moveTo>
                <a:cubicBezTo>
                  <a:pt x="386465" y="41406"/>
                  <a:pt x="386465" y="41406"/>
                  <a:pt x="386465" y="41406"/>
                </a:cubicBezTo>
                <a:cubicBezTo>
                  <a:pt x="386465" y="41406"/>
                  <a:pt x="388088" y="41406"/>
                  <a:pt x="386465" y="41406"/>
                </a:cubicBezTo>
                <a:cubicBezTo>
                  <a:pt x="385653" y="41406"/>
                  <a:pt x="381597" y="41406"/>
                  <a:pt x="384842" y="41406"/>
                </a:cubicBezTo>
                <a:moveTo>
                  <a:pt x="357257" y="43030"/>
                </a:moveTo>
                <a:cubicBezTo>
                  <a:pt x="359692" y="43030"/>
                  <a:pt x="384031" y="41406"/>
                  <a:pt x="380786" y="41406"/>
                </a:cubicBezTo>
                <a:cubicBezTo>
                  <a:pt x="383220" y="41406"/>
                  <a:pt x="347522" y="43030"/>
                  <a:pt x="345899" y="43030"/>
                </a:cubicBezTo>
                <a:cubicBezTo>
                  <a:pt x="322371" y="46277"/>
                  <a:pt x="351578" y="43030"/>
                  <a:pt x="357257" y="43030"/>
                </a:cubicBezTo>
                <a:moveTo>
                  <a:pt x="371050" y="43030"/>
                </a:moveTo>
                <a:cubicBezTo>
                  <a:pt x="369427" y="43030"/>
                  <a:pt x="373484" y="43030"/>
                  <a:pt x="373484" y="43030"/>
                </a:cubicBezTo>
                <a:cubicBezTo>
                  <a:pt x="371861" y="43030"/>
                  <a:pt x="371861" y="43030"/>
                  <a:pt x="371050" y="43030"/>
                </a:cubicBezTo>
                <a:moveTo>
                  <a:pt x="225013" y="80376"/>
                </a:moveTo>
                <a:cubicBezTo>
                  <a:pt x="225013" y="80376"/>
                  <a:pt x="223390" y="80376"/>
                  <a:pt x="225013" y="80376"/>
                </a:cubicBezTo>
                <a:lnTo>
                  <a:pt x="225013" y="80376"/>
                </a:lnTo>
                <a:moveTo>
                  <a:pt x="229070" y="80376"/>
                </a:moveTo>
                <a:lnTo>
                  <a:pt x="227447" y="80376"/>
                </a:lnTo>
                <a:cubicBezTo>
                  <a:pt x="226636" y="80376"/>
                  <a:pt x="229070" y="80376"/>
                  <a:pt x="229070" y="80376"/>
                </a:cubicBezTo>
                <a:moveTo>
                  <a:pt x="233126" y="80376"/>
                </a:moveTo>
                <a:cubicBezTo>
                  <a:pt x="230692" y="80376"/>
                  <a:pt x="230692" y="80376"/>
                  <a:pt x="233126" y="80376"/>
                </a:cubicBezTo>
                <a:cubicBezTo>
                  <a:pt x="234749" y="80376"/>
                  <a:pt x="233126" y="80376"/>
                  <a:pt x="233126" y="80376"/>
                </a:cubicBezTo>
                <a:moveTo>
                  <a:pt x="223390" y="78752"/>
                </a:moveTo>
                <a:cubicBezTo>
                  <a:pt x="188504" y="80376"/>
                  <a:pt x="182825" y="80376"/>
                  <a:pt x="206353" y="78752"/>
                </a:cubicBezTo>
                <a:cubicBezTo>
                  <a:pt x="236372" y="77940"/>
                  <a:pt x="289107" y="76317"/>
                  <a:pt x="223390" y="78752"/>
                </a:cubicBezTo>
                <a:moveTo>
                  <a:pt x="256654" y="77940"/>
                </a:moveTo>
                <a:cubicBezTo>
                  <a:pt x="259088" y="77940"/>
                  <a:pt x="260711" y="77940"/>
                  <a:pt x="260711" y="77940"/>
                </a:cubicBezTo>
                <a:lnTo>
                  <a:pt x="263145" y="77940"/>
                </a:lnTo>
                <a:cubicBezTo>
                  <a:pt x="263956" y="77940"/>
                  <a:pt x="252598" y="77940"/>
                  <a:pt x="256654" y="77940"/>
                </a:cubicBezTo>
                <a:moveTo>
                  <a:pt x="270447" y="76317"/>
                </a:moveTo>
                <a:lnTo>
                  <a:pt x="268013" y="76317"/>
                </a:lnTo>
                <a:lnTo>
                  <a:pt x="270447" y="76317"/>
                </a:lnTo>
                <a:moveTo>
                  <a:pt x="280183" y="77940"/>
                </a:moveTo>
                <a:cubicBezTo>
                  <a:pt x="280183" y="77940"/>
                  <a:pt x="277749" y="76317"/>
                  <a:pt x="280183" y="77940"/>
                </a:cubicBezTo>
                <a:cubicBezTo>
                  <a:pt x="280183" y="76317"/>
                  <a:pt x="280183" y="77940"/>
                  <a:pt x="280183" y="77940"/>
                </a:cubicBezTo>
                <a:moveTo>
                  <a:pt x="318314" y="46277"/>
                </a:moveTo>
                <a:cubicBezTo>
                  <a:pt x="316692" y="46277"/>
                  <a:pt x="316692" y="47901"/>
                  <a:pt x="316692" y="46277"/>
                </a:cubicBezTo>
                <a:lnTo>
                  <a:pt x="315069" y="46277"/>
                </a:lnTo>
                <a:cubicBezTo>
                  <a:pt x="315069" y="46277"/>
                  <a:pt x="268013" y="49525"/>
                  <a:pt x="270447" y="49525"/>
                </a:cubicBezTo>
                <a:cubicBezTo>
                  <a:pt x="272069" y="49525"/>
                  <a:pt x="268824" y="49525"/>
                  <a:pt x="268824" y="49525"/>
                </a:cubicBezTo>
                <a:cubicBezTo>
                  <a:pt x="267201" y="49525"/>
                  <a:pt x="267201" y="49525"/>
                  <a:pt x="267201" y="49525"/>
                </a:cubicBezTo>
                <a:cubicBezTo>
                  <a:pt x="265579" y="49525"/>
                  <a:pt x="265579" y="49525"/>
                  <a:pt x="264768" y="49525"/>
                </a:cubicBezTo>
                <a:cubicBezTo>
                  <a:pt x="263145" y="49525"/>
                  <a:pt x="259088" y="49525"/>
                  <a:pt x="257466" y="49525"/>
                </a:cubicBezTo>
                <a:cubicBezTo>
                  <a:pt x="255843" y="49525"/>
                  <a:pt x="259088" y="47901"/>
                  <a:pt x="259088" y="47901"/>
                </a:cubicBezTo>
                <a:cubicBezTo>
                  <a:pt x="259088" y="47901"/>
                  <a:pt x="352390" y="43842"/>
                  <a:pt x="333729" y="44653"/>
                </a:cubicBezTo>
                <a:cubicBezTo>
                  <a:pt x="335352" y="44653"/>
                  <a:pt x="304522" y="46277"/>
                  <a:pt x="297220" y="46277"/>
                </a:cubicBezTo>
                <a:cubicBezTo>
                  <a:pt x="289918" y="47089"/>
                  <a:pt x="313446" y="46277"/>
                  <a:pt x="318314" y="46277"/>
                </a:cubicBezTo>
                <a:cubicBezTo>
                  <a:pt x="318314" y="46277"/>
                  <a:pt x="319126" y="46277"/>
                  <a:pt x="318314" y="46277"/>
                </a:cubicBezTo>
                <a:moveTo>
                  <a:pt x="448936" y="69010"/>
                </a:moveTo>
                <a:cubicBezTo>
                  <a:pt x="448936" y="69010"/>
                  <a:pt x="443257" y="69010"/>
                  <a:pt x="447314" y="69010"/>
                </a:cubicBezTo>
                <a:cubicBezTo>
                  <a:pt x="448936" y="69010"/>
                  <a:pt x="448936" y="69010"/>
                  <a:pt x="448936" y="69010"/>
                </a:cubicBezTo>
                <a:moveTo>
                  <a:pt x="458672" y="69010"/>
                </a:moveTo>
                <a:lnTo>
                  <a:pt x="458672" y="69010"/>
                </a:lnTo>
                <a:cubicBezTo>
                  <a:pt x="458672" y="69010"/>
                  <a:pt x="456238" y="69010"/>
                  <a:pt x="454615" y="69010"/>
                </a:cubicBezTo>
                <a:cubicBezTo>
                  <a:pt x="451370" y="69010"/>
                  <a:pt x="461106" y="69010"/>
                  <a:pt x="458672" y="69010"/>
                </a:cubicBezTo>
                <a:moveTo>
                  <a:pt x="462728" y="67386"/>
                </a:moveTo>
                <a:cubicBezTo>
                  <a:pt x="461106" y="67386"/>
                  <a:pt x="458672" y="67386"/>
                  <a:pt x="460295" y="67386"/>
                </a:cubicBezTo>
                <a:cubicBezTo>
                  <a:pt x="463540" y="67386"/>
                  <a:pt x="462728" y="67386"/>
                  <a:pt x="462728" y="67386"/>
                </a:cubicBezTo>
                <a:moveTo>
                  <a:pt x="465163" y="69010"/>
                </a:moveTo>
                <a:lnTo>
                  <a:pt x="463540" y="69010"/>
                </a:lnTo>
                <a:cubicBezTo>
                  <a:pt x="463540" y="67386"/>
                  <a:pt x="465163" y="69010"/>
                  <a:pt x="465163" y="69010"/>
                </a:cubicBezTo>
                <a:moveTo>
                  <a:pt x="511407" y="38970"/>
                </a:moveTo>
                <a:cubicBezTo>
                  <a:pt x="509785" y="38970"/>
                  <a:pt x="507351" y="38970"/>
                  <a:pt x="507351" y="38970"/>
                </a:cubicBezTo>
                <a:cubicBezTo>
                  <a:pt x="507351" y="38970"/>
                  <a:pt x="504917" y="38970"/>
                  <a:pt x="503294" y="38970"/>
                </a:cubicBezTo>
                <a:cubicBezTo>
                  <a:pt x="500860" y="40594"/>
                  <a:pt x="497615" y="38970"/>
                  <a:pt x="497615" y="38970"/>
                </a:cubicBezTo>
                <a:cubicBezTo>
                  <a:pt x="497615" y="38970"/>
                  <a:pt x="495181" y="38970"/>
                  <a:pt x="495992" y="38970"/>
                </a:cubicBezTo>
                <a:cubicBezTo>
                  <a:pt x="497615" y="38970"/>
                  <a:pt x="494370" y="38970"/>
                  <a:pt x="494370" y="38970"/>
                </a:cubicBezTo>
                <a:cubicBezTo>
                  <a:pt x="494370" y="38970"/>
                  <a:pt x="476521" y="38970"/>
                  <a:pt x="449747" y="40594"/>
                </a:cubicBezTo>
                <a:cubicBezTo>
                  <a:pt x="289918" y="46277"/>
                  <a:pt x="342654" y="43842"/>
                  <a:pt x="344276" y="43842"/>
                </a:cubicBezTo>
                <a:cubicBezTo>
                  <a:pt x="344276" y="42218"/>
                  <a:pt x="346710" y="42218"/>
                  <a:pt x="344276" y="42218"/>
                </a:cubicBezTo>
                <a:cubicBezTo>
                  <a:pt x="341843" y="42218"/>
                  <a:pt x="341843" y="42218"/>
                  <a:pt x="341843" y="42218"/>
                </a:cubicBezTo>
                <a:cubicBezTo>
                  <a:pt x="340220" y="42218"/>
                  <a:pt x="339409" y="42218"/>
                  <a:pt x="339409" y="42218"/>
                </a:cubicBezTo>
                <a:cubicBezTo>
                  <a:pt x="337786" y="42218"/>
                  <a:pt x="336975" y="42218"/>
                  <a:pt x="336975" y="42218"/>
                </a:cubicBezTo>
                <a:cubicBezTo>
                  <a:pt x="336975" y="42218"/>
                  <a:pt x="334541" y="43842"/>
                  <a:pt x="334541" y="42218"/>
                </a:cubicBezTo>
                <a:cubicBezTo>
                  <a:pt x="336163" y="42218"/>
                  <a:pt x="327239" y="42218"/>
                  <a:pt x="326428" y="43842"/>
                </a:cubicBezTo>
                <a:cubicBezTo>
                  <a:pt x="324805" y="43842"/>
                  <a:pt x="324805" y="43842"/>
                  <a:pt x="324805" y="43842"/>
                </a:cubicBezTo>
                <a:cubicBezTo>
                  <a:pt x="324805" y="43842"/>
                  <a:pt x="319126" y="43842"/>
                  <a:pt x="320748" y="43842"/>
                </a:cubicBezTo>
                <a:cubicBezTo>
                  <a:pt x="322371" y="43842"/>
                  <a:pt x="371861" y="40594"/>
                  <a:pt x="369427" y="42218"/>
                </a:cubicBezTo>
                <a:cubicBezTo>
                  <a:pt x="367805" y="42218"/>
                  <a:pt x="367805" y="42218"/>
                  <a:pt x="367805" y="42218"/>
                </a:cubicBezTo>
                <a:cubicBezTo>
                  <a:pt x="366182" y="42218"/>
                  <a:pt x="359692" y="42218"/>
                  <a:pt x="359692" y="42218"/>
                </a:cubicBezTo>
                <a:cubicBezTo>
                  <a:pt x="358069" y="42218"/>
                  <a:pt x="358069" y="42218"/>
                  <a:pt x="361314" y="42218"/>
                </a:cubicBezTo>
                <a:cubicBezTo>
                  <a:pt x="382408" y="40594"/>
                  <a:pt x="452993" y="38970"/>
                  <a:pt x="452993" y="38970"/>
                </a:cubicBezTo>
                <a:cubicBezTo>
                  <a:pt x="452993" y="38970"/>
                  <a:pt x="480577" y="38970"/>
                  <a:pt x="482200" y="37346"/>
                </a:cubicBezTo>
                <a:cubicBezTo>
                  <a:pt x="483823" y="35723"/>
                  <a:pt x="484634" y="37346"/>
                  <a:pt x="482200" y="37346"/>
                </a:cubicBezTo>
                <a:cubicBezTo>
                  <a:pt x="479766" y="38970"/>
                  <a:pt x="501672" y="35723"/>
                  <a:pt x="504106" y="37346"/>
                </a:cubicBezTo>
                <a:cubicBezTo>
                  <a:pt x="505728" y="37346"/>
                  <a:pt x="505728" y="37346"/>
                  <a:pt x="505728" y="37346"/>
                </a:cubicBezTo>
                <a:cubicBezTo>
                  <a:pt x="505728" y="37346"/>
                  <a:pt x="505728" y="37346"/>
                  <a:pt x="507351" y="37346"/>
                </a:cubicBezTo>
                <a:cubicBezTo>
                  <a:pt x="508974" y="37346"/>
                  <a:pt x="508974" y="37346"/>
                  <a:pt x="509785" y="37346"/>
                </a:cubicBezTo>
                <a:cubicBezTo>
                  <a:pt x="511407" y="37346"/>
                  <a:pt x="511407" y="37346"/>
                  <a:pt x="509785" y="37346"/>
                </a:cubicBezTo>
                <a:cubicBezTo>
                  <a:pt x="504106" y="38970"/>
                  <a:pt x="512219" y="38970"/>
                  <a:pt x="511407" y="38970"/>
                </a:cubicBezTo>
                <a:moveTo>
                  <a:pt x="513841" y="38970"/>
                </a:moveTo>
                <a:cubicBezTo>
                  <a:pt x="513841" y="38970"/>
                  <a:pt x="511407" y="38970"/>
                  <a:pt x="512219" y="38970"/>
                </a:cubicBezTo>
                <a:cubicBezTo>
                  <a:pt x="513841" y="37346"/>
                  <a:pt x="513841" y="38970"/>
                  <a:pt x="513841" y="38970"/>
                </a:cubicBezTo>
                <a:moveTo>
                  <a:pt x="529256" y="37346"/>
                </a:moveTo>
                <a:cubicBezTo>
                  <a:pt x="526822" y="37346"/>
                  <a:pt x="525200" y="37346"/>
                  <a:pt x="527634" y="37346"/>
                </a:cubicBezTo>
                <a:cubicBezTo>
                  <a:pt x="529256" y="37346"/>
                  <a:pt x="529256" y="37346"/>
                  <a:pt x="529256" y="37346"/>
                </a:cubicBezTo>
                <a:moveTo>
                  <a:pt x="535747" y="37346"/>
                </a:moveTo>
                <a:cubicBezTo>
                  <a:pt x="524388" y="38970"/>
                  <a:pt x="528445" y="37346"/>
                  <a:pt x="537370" y="37346"/>
                </a:cubicBezTo>
                <a:cubicBezTo>
                  <a:pt x="538992" y="37346"/>
                  <a:pt x="535747" y="37346"/>
                  <a:pt x="535747" y="37346"/>
                </a:cubicBezTo>
                <a:moveTo>
                  <a:pt x="544671" y="37346"/>
                </a:moveTo>
                <a:cubicBezTo>
                  <a:pt x="543049" y="37346"/>
                  <a:pt x="537370" y="37346"/>
                  <a:pt x="542238" y="37346"/>
                </a:cubicBezTo>
                <a:cubicBezTo>
                  <a:pt x="545483" y="37346"/>
                  <a:pt x="544671" y="37346"/>
                  <a:pt x="544671" y="37346"/>
                </a:cubicBezTo>
                <a:moveTo>
                  <a:pt x="547105" y="37346"/>
                </a:moveTo>
                <a:cubicBezTo>
                  <a:pt x="547105" y="37346"/>
                  <a:pt x="545483" y="37346"/>
                  <a:pt x="547105" y="37346"/>
                </a:cubicBezTo>
                <a:lnTo>
                  <a:pt x="547105" y="37346"/>
                </a:lnTo>
                <a:moveTo>
                  <a:pt x="560086" y="37346"/>
                </a:moveTo>
                <a:cubicBezTo>
                  <a:pt x="558464" y="37346"/>
                  <a:pt x="556030" y="37346"/>
                  <a:pt x="556030" y="37346"/>
                </a:cubicBezTo>
                <a:cubicBezTo>
                  <a:pt x="556030" y="37346"/>
                  <a:pt x="557652" y="37346"/>
                  <a:pt x="553596" y="37346"/>
                </a:cubicBezTo>
                <a:cubicBezTo>
                  <a:pt x="551162" y="37346"/>
                  <a:pt x="551162" y="37346"/>
                  <a:pt x="555218" y="37346"/>
                </a:cubicBezTo>
                <a:cubicBezTo>
                  <a:pt x="560086" y="37346"/>
                  <a:pt x="560086" y="37346"/>
                  <a:pt x="560086" y="37346"/>
                </a:cubicBezTo>
                <a:moveTo>
                  <a:pt x="568199" y="37346"/>
                </a:moveTo>
                <a:cubicBezTo>
                  <a:pt x="569822" y="37346"/>
                  <a:pt x="569822" y="37346"/>
                  <a:pt x="569822" y="37346"/>
                </a:cubicBezTo>
                <a:lnTo>
                  <a:pt x="568199" y="37346"/>
                </a:lnTo>
                <a:moveTo>
                  <a:pt x="576313" y="37346"/>
                </a:moveTo>
                <a:cubicBezTo>
                  <a:pt x="574690" y="37346"/>
                  <a:pt x="573879" y="37346"/>
                  <a:pt x="576313" y="37346"/>
                </a:cubicBezTo>
                <a:cubicBezTo>
                  <a:pt x="577935" y="37346"/>
                  <a:pt x="576313" y="37346"/>
                  <a:pt x="576313" y="37346"/>
                </a:cubicBezTo>
                <a:moveTo>
                  <a:pt x="584426" y="37346"/>
                </a:moveTo>
                <a:cubicBezTo>
                  <a:pt x="581992" y="37346"/>
                  <a:pt x="573067" y="37346"/>
                  <a:pt x="581992" y="37346"/>
                </a:cubicBezTo>
                <a:cubicBezTo>
                  <a:pt x="584426" y="37346"/>
                  <a:pt x="584426" y="37346"/>
                  <a:pt x="584426" y="37346"/>
                </a:cubicBezTo>
                <a:moveTo>
                  <a:pt x="589294" y="37346"/>
                </a:moveTo>
                <a:cubicBezTo>
                  <a:pt x="587671" y="37346"/>
                  <a:pt x="586048" y="37346"/>
                  <a:pt x="589294" y="37346"/>
                </a:cubicBezTo>
                <a:lnTo>
                  <a:pt x="589294" y="37346"/>
                </a:lnTo>
                <a:moveTo>
                  <a:pt x="630671" y="46277"/>
                </a:moveTo>
                <a:cubicBezTo>
                  <a:pt x="630671" y="46277"/>
                  <a:pt x="623369" y="47901"/>
                  <a:pt x="622558" y="47901"/>
                </a:cubicBezTo>
                <a:cubicBezTo>
                  <a:pt x="620935" y="47901"/>
                  <a:pt x="626614" y="46277"/>
                  <a:pt x="626614" y="46277"/>
                </a:cubicBezTo>
                <a:lnTo>
                  <a:pt x="628237" y="46277"/>
                </a:lnTo>
                <a:cubicBezTo>
                  <a:pt x="630671" y="46277"/>
                  <a:pt x="632293" y="46277"/>
                  <a:pt x="630671" y="46277"/>
                </a:cubicBezTo>
                <a:moveTo>
                  <a:pt x="637161" y="46277"/>
                </a:moveTo>
                <a:cubicBezTo>
                  <a:pt x="635539" y="46277"/>
                  <a:pt x="638784" y="46277"/>
                  <a:pt x="638784" y="46277"/>
                </a:cubicBezTo>
                <a:cubicBezTo>
                  <a:pt x="638784" y="46277"/>
                  <a:pt x="638784" y="46277"/>
                  <a:pt x="637161" y="46277"/>
                </a:cubicBezTo>
                <a:moveTo>
                  <a:pt x="673670" y="46277"/>
                </a:moveTo>
                <a:cubicBezTo>
                  <a:pt x="673670" y="46277"/>
                  <a:pt x="671237" y="46277"/>
                  <a:pt x="672048" y="46277"/>
                </a:cubicBezTo>
                <a:cubicBezTo>
                  <a:pt x="672859" y="46277"/>
                  <a:pt x="673670" y="46277"/>
                  <a:pt x="673670" y="46277"/>
                </a:cubicBezTo>
                <a:moveTo>
                  <a:pt x="675293" y="46277"/>
                </a:moveTo>
                <a:cubicBezTo>
                  <a:pt x="673670" y="46277"/>
                  <a:pt x="671237" y="46277"/>
                  <a:pt x="673670" y="46277"/>
                </a:cubicBezTo>
                <a:cubicBezTo>
                  <a:pt x="677727" y="46277"/>
                  <a:pt x="676105" y="46277"/>
                  <a:pt x="675293" y="46277"/>
                </a:cubicBezTo>
                <a:moveTo>
                  <a:pt x="677727" y="46277"/>
                </a:moveTo>
                <a:cubicBezTo>
                  <a:pt x="677727" y="46277"/>
                  <a:pt x="680161" y="46277"/>
                  <a:pt x="679350" y="46277"/>
                </a:cubicBezTo>
                <a:cubicBezTo>
                  <a:pt x="680972" y="46277"/>
                  <a:pt x="677727" y="46277"/>
                  <a:pt x="677727" y="46277"/>
                </a:cubicBezTo>
                <a:moveTo>
                  <a:pt x="685840" y="46277"/>
                </a:moveTo>
                <a:cubicBezTo>
                  <a:pt x="684218" y="46277"/>
                  <a:pt x="678538" y="46277"/>
                  <a:pt x="681784" y="46277"/>
                </a:cubicBezTo>
                <a:cubicBezTo>
                  <a:pt x="685840" y="46277"/>
                  <a:pt x="689085" y="46277"/>
                  <a:pt x="685840" y="46277"/>
                </a:cubicBezTo>
                <a:moveTo>
                  <a:pt x="849726" y="47089"/>
                </a:moveTo>
                <a:cubicBezTo>
                  <a:pt x="852160" y="47089"/>
                  <a:pt x="853783" y="47089"/>
                  <a:pt x="852160" y="47089"/>
                </a:cubicBezTo>
                <a:cubicBezTo>
                  <a:pt x="854594" y="47089"/>
                  <a:pt x="847292" y="47089"/>
                  <a:pt x="849726" y="47089"/>
                </a:cubicBezTo>
                <a:moveTo>
                  <a:pt x="844858" y="47089"/>
                </a:moveTo>
                <a:lnTo>
                  <a:pt x="843235" y="47089"/>
                </a:lnTo>
                <a:cubicBezTo>
                  <a:pt x="841613" y="46277"/>
                  <a:pt x="845669" y="47089"/>
                  <a:pt x="844858" y="47089"/>
                </a:cubicBezTo>
                <a:moveTo>
                  <a:pt x="839990" y="46277"/>
                </a:moveTo>
                <a:cubicBezTo>
                  <a:pt x="841613" y="46277"/>
                  <a:pt x="841613" y="46277"/>
                  <a:pt x="839990" y="46277"/>
                </a:cubicBezTo>
                <a:cubicBezTo>
                  <a:pt x="839990" y="47089"/>
                  <a:pt x="839179" y="46277"/>
                  <a:pt x="839990" y="46277"/>
                </a:cubicBezTo>
                <a:moveTo>
                  <a:pt x="835933" y="46277"/>
                </a:moveTo>
                <a:cubicBezTo>
                  <a:pt x="838368" y="46277"/>
                  <a:pt x="838368" y="46277"/>
                  <a:pt x="838368" y="46277"/>
                </a:cubicBezTo>
                <a:cubicBezTo>
                  <a:pt x="837556" y="47089"/>
                  <a:pt x="833500" y="47089"/>
                  <a:pt x="835933" y="46277"/>
                </a:cubicBezTo>
                <a:moveTo>
                  <a:pt x="825386" y="46277"/>
                </a:moveTo>
                <a:cubicBezTo>
                  <a:pt x="825386" y="46277"/>
                  <a:pt x="825386" y="47089"/>
                  <a:pt x="825386" y="46277"/>
                </a:cubicBezTo>
                <a:cubicBezTo>
                  <a:pt x="823764" y="46277"/>
                  <a:pt x="827820" y="46277"/>
                  <a:pt x="827820" y="46277"/>
                </a:cubicBezTo>
                <a:cubicBezTo>
                  <a:pt x="827820" y="46277"/>
                  <a:pt x="829443" y="46277"/>
                  <a:pt x="831877" y="46277"/>
                </a:cubicBezTo>
                <a:cubicBezTo>
                  <a:pt x="823764" y="47901"/>
                  <a:pt x="827820" y="46277"/>
                  <a:pt x="823764" y="46277"/>
                </a:cubicBezTo>
                <a:cubicBezTo>
                  <a:pt x="821330" y="47089"/>
                  <a:pt x="822141" y="47089"/>
                  <a:pt x="825386" y="46277"/>
                </a:cubicBezTo>
                <a:moveTo>
                  <a:pt x="698821" y="44653"/>
                </a:moveTo>
                <a:lnTo>
                  <a:pt x="696387" y="44653"/>
                </a:lnTo>
                <a:lnTo>
                  <a:pt x="698821" y="44653"/>
                </a:lnTo>
                <a:moveTo>
                  <a:pt x="698821" y="44653"/>
                </a:moveTo>
                <a:cubicBezTo>
                  <a:pt x="701255" y="43030"/>
                  <a:pt x="701255" y="44653"/>
                  <a:pt x="700444" y="44653"/>
                </a:cubicBezTo>
                <a:cubicBezTo>
                  <a:pt x="698821" y="44653"/>
                  <a:pt x="698821" y="44653"/>
                  <a:pt x="700444" y="44653"/>
                </a:cubicBezTo>
                <a:cubicBezTo>
                  <a:pt x="704501" y="44653"/>
                  <a:pt x="695576" y="46277"/>
                  <a:pt x="698821" y="44653"/>
                </a:cubicBezTo>
                <a:moveTo>
                  <a:pt x="704501" y="46277"/>
                </a:moveTo>
                <a:lnTo>
                  <a:pt x="702066" y="46277"/>
                </a:lnTo>
                <a:cubicBezTo>
                  <a:pt x="700444" y="46277"/>
                  <a:pt x="705312" y="46277"/>
                  <a:pt x="704501" y="46277"/>
                </a:cubicBezTo>
                <a:moveTo>
                  <a:pt x="708557" y="44653"/>
                </a:moveTo>
                <a:cubicBezTo>
                  <a:pt x="706934" y="44653"/>
                  <a:pt x="705312" y="44653"/>
                  <a:pt x="708557" y="44653"/>
                </a:cubicBezTo>
                <a:lnTo>
                  <a:pt x="708557" y="44653"/>
                </a:lnTo>
                <a:moveTo>
                  <a:pt x="715048" y="46277"/>
                </a:moveTo>
                <a:lnTo>
                  <a:pt x="713425" y="46277"/>
                </a:lnTo>
                <a:lnTo>
                  <a:pt x="715048" y="46277"/>
                </a:lnTo>
                <a:moveTo>
                  <a:pt x="719104" y="46277"/>
                </a:moveTo>
                <a:cubicBezTo>
                  <a:pt x="719104" y="46277"/>
                  <a:pt x="718293" y="46277"/>
                  <a:pt x="719104" y="46277"/>
                </a:cubicBezTo>
                <a:lnTo>
                  <a:pt x="719104" y="46277"/>
                </a:lnTo>
                <a:moveTo>
                  <a:pt x="723972" y="46277"/>
                </a:moveTo>
                <a:lnTo>
                  <a:pt x="722349" y="46277"/>
                </a:lnTo>
                <a:cubicBezTo>
                  <a:pt x="720727" y="46277"/>
                  <a:pt x="723972" y="46277"/>
                  <a:pt x="723972" y="46277"/>
                </a:cubicBezTo>
                <a:moveTo>
                  <a:pt x="728029" y="46277"/>
                </a:moveTo>
                <a:cubicBezTo>
                  <a:pt x="728029" y="46277"/>
                  <a:pt x="725595" y="46277"/>
                  <a:pt x="726406" y="46277"/>
                </a:cubicBezTo>
                <a:cubicBezTo>
                  <a:pt x="728840" y="46277"/>
                  <a:pt x="728840" y="46277"/>
                  <a:pt x="728029" y="46277"/>
                </a:cubicBezTo>
                <a:moveTo>
                  <a:pt x="723972" y="46277"/>
                </a:moveTo>
                <a:cubicBezTo>
                  <a:pt x="723972" y="46277"/>
                  <a:pt x="729651" y="46277"/>
                  <a:pt x="728029" y="46277"/>
                </a:cubicBezTo>
                <a:cubicBezTo>
                  <a:pt x="728840" y="46277"/>
                  <a:pt x="723972" y="46277"/>
                  <a:pt x="723972" y="46277"/>
                </a:cubicBezTo>
                <a:moveTo>
                  <a:pt x="730462" y="46277"/>
                </a:moveTo>
                <a:cubicBezTo>
                  <a:pt x="728840" y="46277"/>
                  <a:pt x="728840" y="46277"/>
                  <a:pt x="728840" y="46277"/>
                </a:cubicBezTo>
                <a:lnTo>
                  <a:pt x="730462" y="46277"/>
                </a:lnTo>
                <a:moveTo>
                  <a:pt x="734519" y="46277"/>
                </a:moveTo>
                <a:cubicBezTo>
                  <a:pt x="734519" y="46277"/>
                  <a:pt x="732085" y="46277"/>
                  <a:pt x="732897" y="46277"/>
                </a:cubicBezTo>
                <a:cubicBezTo>
                  <a:pt x="734519" y="44653"/>
                  <a:pt x="734519" y="46277"/>
                  <a:pt x="734519" y="46277"/>
                </a:cubicBezTo>
                <a:moveTo>
                  <a:pt x="741821" y="46277"/>
                </a:moveTo>
                <a:cubicBezTo>
                  <a:pt x="741821" y="46277"/>
                  <a:pt x="734519" y="46277"/>
                  <a:pt x="737764" y="46277"/>
                </a:cubicBezTo>
                <a:cubicBezTo>
                  <a:pt x="739387" y="46277"/>
                  <a:pt x="737764" y="46277"/>
                  <a:pt x="740198" y="46277"/>
                </a:cubicBezTo>
                <a:cubicBezTo>
                  <a:pt x="741821" y="46277"/>
                  <a:pt x="743444" y="46277"/>
                  <a:pt x="741821" y="46277"/>
                </a:cubicBezTo>
                <a:moveTo>
                  <a:pt x="748312" y="46277"/>
                </a:moveTo>
                <a:cubicBezTo>
                  <a:pt x="747500" y="46277"/>
                  <a:pt x="745877" y="46277"/>
                  <a:pt x="748312" y="46277"/>
                </a:cubicBezTo>
                <a:cubicBezTo>
                  <a:pt x="749934" y="46277"/>
                  <a:pt x="748312" y="46277"/>
                  <a:pt x="748312" y="46277"/>
                </a:cubicBezTo>
                <a:moveTo>
                  <a:pt x="749934" y="46277"/>
                </a:moveTo>
                <a:lnTo>
                  <a:pt x="749934" y="46277"/>
                </a:lnTo>
                <a:lnTo>
                  <a:pt x="749934" y="46277"/>
                </a:lnTo>
                <a:moveTo>
                  <a:pt x="749934" y="44653"/>
                </a:moveTo>
                <a:cubicBezTo>
                  <a:pt x="730462" y="46277"/>
                  <a:pt x="726406" y="44653"/>
                  <a:pt x="737764" y="44653"/>
                </a:cubicBezTo>
                <a:cubicBezTo>
                  <a:pt x="754802" y="44653"/>
                  <a:pt x="751557" y="44653"/>
                  <a:pt x="753179" y="44653"/>
                </a:cubicBezTo>
                <a:cubicBezTo>
                  <a:pt x="753179" y="44653"/>
                  <a:pt x="749934" y="44653"/>
                  <a:pt x="749934" y="44653"/>
                </a:cubicBezTo>
                <a:moveTo>
                  <a:pt x="753179" y="46277"/>
                </a:moveTo>
                <a:cubicBezTo>
                  <a:pt x="751557" y="46277"/>
                  <a:pt x="751557" y="46277"/>
                  <a:pt x="753179" y="46277"/>
                </a:cubicBezTo>
                <a:lnTo>
                  <a:pt x="753179" y="46277"/>
                </a:lnTo>
                <a:moveTo>
                  <a:pt x="753179" y="46277"/>
                </a:moveTo>
                <a:lnTo>
                  <a:pt x="755613" y="46277"/>
                </a:lnTo>
                <a:cubicBezTo>
                  <a:pt x="757236" y="46277"/>
                  <a:pt x="751557" y="46277"/>
                  <a:pt x="753179" y="46277"/>
                </a:cubicBezTo>
                <a:moveTo>
                  <a:pt x="755613" y="44653"/>
                </a:moveTo>
                <a:cubicBezTo>
                  <a:pt x="753179" y="44653"/>
                  <a:pt x="753179" y="44653"/>
                  <a:pt x="755613" y="44653"/>
                </a:cubicBezTo>
                <a:cubicBezTo>
                  <a:pt x="757236" y="44653"/>
                  <a:pt x="755613" y="44653"/>
                  <a:pt x="755613" y="44653"/>
                </a:cubicBezTo>
                <a:moveTo>
                  <a:pt x="758047" y="46277"/>
                </a:moveTo>
                <a:lnTo>
                  <a:pt x="755613" y="46277"/>
                </a:lnTo>
                <a:cubicBezTo>
                  <a:pt x="758047" y="46277"/>
                  <a:pt x="759670" y="46277"/>
                  <a:pt x="758047" y="46277"/>
                </a:cubicBezTo>
                <a:moveTo>
                  <a:pt x="765349" y="46277"/>
                </a:moveTo>
                <a:cubicBezTo>
                  <a:pt x="769406" y="46277"/>
                  <a:pt x="772651" y="46277"/>
                  <a:pt x="772651" y="46277"/>
                </a:cubicBezTo>
                <a:cubicBezTo>
                  <a:pt x="772651" y="46277"/>
                  <a:pt x="755613" y="46277"/>
                  <a:pt x="765349" y="46277"/>
                </a:cubicBezTo>
                <a:moveTo>
                  <a:pt x="1096366" y="38970"/>
                </a:moveTo>
                <a:cubicBezTo>
                  <a:pt x="1100422" y="38970"/>
                  <a:pt x="1100422" y="40594"/>
                  <a:pt x="1096366" y="38970"/>
                </a:cubicBezTo>
                <a:cubicBezTo>
                  <a:pt x="1093121" y="38970"/>
                  <a:pt x="1093121" y="38970"/>
                  <a:pt x="1096366" y="38970"/>
                </a:cubicBezTo>
                <a:moveTo>
                  <a:pt x="1090686" y="40594"/>
                </a:moveTo>
                <a:cubicBezTo>
                  <a:pt x="1092309" y="40594"/>
                  <a:pt x="1092309" y="40594"/>
                  <a:pt x="1092309" y="40594"/>
                </a:cubicBezTo>
                <a:cubicBezTo>
                  <a:pt x="1089064" y="40594"/>
                  <a:pt x="1087441" y="40594"/>
                  <a:pt x="1090686" y="40594"/>
                </a:cubicBezTo>
                <a:moveTo>
                  <a:pt x="1085007" y="40594"/>
                </a:moveTo>
                <a:cubicBezTo>
                  <a:pt x="1083385" y="40594"/>
                  <a:pt x="1081762" y="40594"/>
                  <a:pt x="1085007" y="40594"/>
                </a:cubicBezTo>
                <a:lnTo>
                  <a:pt x="1085007" y="40594"/>
                </a:lnTo>
                <a:moveTo>
                  <a:pt x="1087441" y="41406"/>
                </a:moveTo>
                <a:cubicBezTo>
                  <a:pt x="1085819" y="41406"/>
                  <a:pt x="1097177" y="41406"/>
                  <a:pt x="1095554" y="41406"/>
                </a:cubicBezTo>
                <a:cubicBezTo>
                  <a:pt x="1097177" y="43030"/>
                  <a:pt x="1087441" y="41406"/>
                  <a:pt x="1087441" y="41406"/>
                </a:cubicBezTo>
                <a:moveTo>
                  <a:pt x="1098800" y="43030"/>
                </a:moveTo>
                <a:cubicBezTo>
                  <a:pt x="1098800" y="43030"/>
                  <a:pt x="1097177" y="43030"/>
                  <a:pt x="1098800" y="43030"/>
                </a:cubicBezTo>
                <a:cubicBezTo>
                  <a:pt x="1100422" y="43030"/>
                  <a:pt x="1100422" y="43030"/>
                  <a:pt x="1098800" y="43030"/>
                </a:cubicBezTo>
                <a:moveTo>
                  <a:pt x="1098800" y="40594"/>
                </a:moveTo>
                <a:cubicBezTo>
                  <a:pt x="1098800" y="40594"/>
                  <a:pt x="1087441" y="40594"/>
                  <a:pt x="1096366" y="40594"/>
                </a:cubicBezTo>
                <a:cubicBezTo>
                  <a:pt x="1098800" y="40594"/>
                  <a:pt x="1100422" y="41406"/>
                  <a:pt x="1098800" y="40594"/>
                </a:cubicBezTo>
                <a:moveTo>
                  <a:pt x="1108535" y="41406"/>
                </a:moveTo>
                <a:cubicBezTo>
                  <a:pt x="1106913" y="41406"/>
                  <a:pt x="1104479" y="41406"/>
                  <a:pt x="1108535" y="41406"/>
                </a:cubicBezTo>
                <a:lnTo>
                  <a:pt x="1108535" y="41406"/>
                </a:lnTo>
                <a:moveTo>
                  <a:pt x="1104479" y="40594"/>
                </a:moveTo>
                <a:cubicBezTo>
                  <a:pt x="1102856" y="40594"/>
                  <a:pt x="1108535" y="40594"/>
                  <a:pt x="1108535" y="40594"/>
                </a:cubicBezTo>
                <a:cubicBezTo>
                  <a:pt x="1110158" y="40594"/>
                  <a:pt x="1104479" y="40594"/>
                  <a:pt x="1104479" y="40594"/>
                </a:cubicBezTo>
              </a:path>
            </a:pathLst>
          </a:custGeom>
          <a:solidFill>
            <a:schemeClr val="accent2"/>
          </a:solidFill>
          <a:ln w="8113" cap="flat">
            <a:noFill/>
            <a:prstDash val="solid"/>
            <a:miter/>
          </a:ln>
        </p:spPr>
        <p:txBody>
          <a:bodyPr rtlCol="0" anchor="ctr"/>
          <a:lstStyle/>
          <a:p>
            <a:endParaRPr lang="en-US" dirty="0">
              <a:latin typeface="Proxima Nova Rg" panose="02000506030000020004" pitchFamily="2" charset="77"/>
            </a:endParaRPr>
          </a:p>
        </p:txBody>
      </p:sp>
      <p:sp>
        <p:nvSpPr>
          <p:cNvPr id="554" name="Text Placeholder 10">
            <a:extLst>
              <a:ext uri="{FF2B5EF4-FFF2-40B4-BE49-F238E27FC236}">
                <a16:creationId xmlns:a16="http://schemas.microsoft.com/office/drawing/2014/main" id="{EC2188F9-B38E-A8B7-B635-F182FE6C0CEA}"/>
              </a:ext>
            </a:extLst>
          </p:cNvPr>
          <p:cNvSpPr txBox="1">
            <a:spLocks/>
          </p:cNvSpPr>
          <p:nvPr/>
        </p:nvSpPr>
        <p:spPr>
          <a:xfrm>
            <a:off x="679120" y="4853110"/>
            <a:ext cx="1674822" cy="366035"/>
          </a:xfrm>
          <a:prstGeom prst="rect">
            <a:avLst/>
          </a:prstGeom>
        </p:spPr>
        <p:txBody>
          <a:bodyPr vert="horz" lIns="91440" tIns="45720" rIns="91440" bIns="4572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800" dirty="0">
                <a:solidFill>
                  <a:srgbClr val="F2F2F2"/>
                </a:solidFill>
                <a:latin typeface="Montserrat ExtraBold" pitchFamily="2" charset="77"/>
                <a:cs typeface="Gotham Black" pitchFamily="2" charset="0"/>
              </a:rPr>
              <a:t>Highlight</a:t>
            </a:r>
          </a:p>
        </p:txBody>
      </p:sp>
      <p:sp>
        <p:nvSpPr>
          <p:cNvPr id="555" name="TextBox 554">
            <a:extLst>
              <a:ext uri="{FF2B5EF4-FFF2-40B4-BE49-F238E27FC236}">
                <a16:creationId xmlns:a16="http://schemas.microsoft.com/office/drawing/2014/main" id="{FCDE2A5D-A1C0-6672-38EA-E83CD0709A3B}"/>
              </a:ext>
            </a:extLst>
          </p:cNvPr>
          <p:cNvSpPr txBox="1"/>
          <p:nvPr/>
        </p:nvSpPr>
        <p:spPr>
          <a:xfrm>
            <a:off x="2637195" y="3603601"/>
            <a:ext cx="3338465" cy="338554"/>
          </a:xfrm>
          <a:prstGeom prst="rect">
            <a:avLst/>
          </a:prstGeom>
          <a:noFill/>
        </p:spPr>
        <p:txBody>
          <a:bodyPr wrap="square" rtlCol="0" anchor="ctr">
            <a:spAutoFit/>
          </a:bodyPr>
          <a:lstStyle/>
          <a:p>
            <a:r>
              <a:rPr lang="en-US" sz="800" dirty="0">
                <a:solidFill>
                  <a:schemeClr val="bg1"/>
                </a:solidFill>
                <a:latin typeface="Montserrat" pitchFamily="2" charset="77"/>
                <a:cs typeface="Gotham Book" pitchFamily="2" charset="0"/>
              </a:rPr>
              <a:t>Use these accent swooshes to highlight a word(s) as an underline or as a highlighter – running underneath the words.</a:t>
            </a:r>
          </a:p>
        </p:txBody>
      </p:sp>
      <p:grpSp>
        <p:nvGrpSpPr>
          <p:cNvPr id="556" name="Graphic 4119">
            <a:extLst>
              <a:ext uri="{FF2B5EF4-FFF2-40B4-BE49-F238E27FC236}">
                <a16:creationId xmlns:a16="http://schemas.microsoft.com/office/drawing/2014/main" id="{A2661E2E-971F-4932-AE33-50D2010276D1}"/>
              </a:ext>
            </a:extLst>
          </p:cNvPr>
          <p:cNvGrpSpPr/>
          <p:nvPr/>
        </p:nvGrpSpPr>
        <p:grpSpPr>
          <a:xfrm>
            <a:off x="1189626" y="362052"/>
            <a:ext cx="1813299" cy="484838"/>
            <a:chOff x="2178742" y="-1107180"/>
            <a:chExt cx="2171851" cy="580707"/>
          </a:xfrm>
          <a:solidFill>
            <a:schemeClr val="tx1"/>
          </a:solidFill>
        </p:grpSpPr>
        <p:sp>
          <p:nvSpPr>
            <p:cNvPr id="557" name="Freeform 556">
              <a:extLst>
                <a:ext uri="{FF2B5EF4-FFF2-40B4-BE49-F238E27FC236}">
                  <a16:creationId xmlns:a16="http://schemas.microsoft.com/office/drawing/2014/main" id="{E5CB314F-1417-B20E-A489-F9C785D0B260}"/>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58" name="Freeform 557">
              <a:extLst>
                <a:ext uri="{FF2B5EF4-FFF2-40B4-BE49-F238E27FC236}">
                  <a16:creationId xmlns:a16="http://schemas.microsoft.com/office/drawing/2014/main" id="{C97E031D-3C9E-082B-F7BD-9134DCB73423}"/>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59" name="Freeform 558">
              <a:extLst>
                <a:ext uri="{FF2B5EF4-FFF2-40B4-BE49-F238E27FC236}">
                  <a16:creationId xmlns:a16="http://schemas.microsoft.com/office/drawing/2014/main" id="{53A4C89B-11F4-732C-46C2-6332412FAC1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0" name="Freeform 559">
              <a:extLst>
                <a:ext uri="{FF2B5EF4-FFF2-40B4-BE49-F238E27FC236}">
                  <a16:creationId xmlns:a16="http://schemas.microsoft.com/office/drawing/2014/main" id="{0A08937F-5906-F288-1322-EB6689AFBA5C}"/>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1" name="Freeform 560">
              <a:extLst>
                <a:ext uri="{FF2B5EF4-FFF2-40B4-BE49-F238E27FC236}">
                  <a16:creationId xmlns:a16="http://schemas.microsoft.com/office/drawing/2014/main" id="{DCA66EE9-1B5A-34AD-B794-C433EF1F602D}"/>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2" name="Freeform 561">
              <a:extLst>
                <a:ext uri="{FF2B5EF4-FFF2-40B4-BE49-F238E27FC236}">
                  <a16:creationId xmlns:a16="http://schemas.microsoft.com/office/drawing/2014/main" id="{A5DEFF4E-226F-AD00-4D76-8C2C6BCDAFFD}"/>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3" name="Freeform 562">
              <a:extLst>
                <a:ext uri="{FF2B5EF4-FFF2-40B4-BE49-F238E27FC236}">
                  <a16:creationId xmlns:a16="http://schemas.microsoft.com/office/drawing/2014/main" id="{CE861535-0F33-37BE-F0F9-4A2A09C8B49F}"/>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4" name="Freeform 563">
              <a:extLst>
                <a:ext uri="{FF2B5EF4-FFF2-40B4-BE49-F238E27FC236}">
                  <a16:creationId xmlns:a16="http://schemas.microsoft.com/office/drawing/2014/main" id="{66DC8728-38E5-7CCD-45B1-A938C8B9CF7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5" name="Freeform 564">
              <a:extLst>
                <a:ext uri="{FF2B5EF4-FFF2-40B4-BE49-F238E27FC236}">
                  <a16:creationId xmlns:a16="http://schemas.microsoft.com/office/drawing/2014/main" id="{02F17F3C-629A-A7DE-9C91-BA857E4FF742}"/>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6" name="Freeform 565">
              <a:extLst>
                <a:ext uri="{FF2B5EF4-FFF2-40B4-BE49-F238E27FC236}">
                  <a16:creationId xmlns:a16="http://schemas.microsoft.com/office/drawing/2014/main" id="{4A092322-CCDE-0556-8D0D-333252A1599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7" name="Freeform 566">
              <a:extLst>
                <a:ext uri="{FF2B5EF4-FFF2-40B4-BE49-F238E27FC236}">
                  <a16:creationId xmlns:a16="http://schemas.microsoft.com/office/drawing/2014/main" id="{A57B4EE3-EA56-AF64-66E7-448B4035DE5D}"/>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8" name="Freeform 567">
              <a:extLst>
                <a:ext uri="{FF2B5EF4-FFF2-40B4-BE49-F238E27FC236}">
                  <a16:creationId xmlns:a16="http://schemas.microsoft.com/office/drawing/2014/main" id="{9A354D0E-E6A2-9A34-0EC8-48A5AAB4FFA1}"/>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69" name="Freeform 568">
              <a:extLst>
                <a:ext uri="{FF2B5EF4-FFF2-40B4-BE49-F238E27FC236}">
                  <a16:creationId xmlns:a16="http://schemas.microsoft.com/office/drawing/2014/main" id="{8C2C96F4-6ED5-C039-31CE-683C81D8CB7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70" name="Freeform 569">
              <a:extLst>
                <a:ext uri="{FF2B5EF4-FFF2-40B4-BE49-F238E27FC236}">
                  <a16:creationId xmlns:a16="http://schemas.microsoft.com/office/drawing/2014/main" id="{9B565E3D-A45C-B233-5AAC-3F9D3135E10C}"/>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71" name="Freeform 570">
              <a:extLst>
                <a:ext uri="{FF2B5EF4-FFF2-40B4-BE49-F238E27FC236}">
                  <a16:creationId xmlns:a16="http://schemas.microsoft.com/office/drawing/2014/main" id="{34F7BF69-F8D7-385F-9799-ECF6F996C785}"/>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600" name="Freeform 599">
              <a:extLst>
                <a:ext uri="{FF2B5EF4-FFF2-40B4-BE49-F238E27FC236}">
                  <a16:creationId xmlns:a16="http://schemas.microsoft.com/office/drawing/2014/main" id="{BFBD3B2B-1DC7-3EA3-388C-EE4BC642C760}"/>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601" name="Freeform 600">
              <a:extLst>
                <a:ext uri="{FF2B5EF4-FFF2-40B4-BE49-F238E27FC236}">
                  <a16:creationId xmlns:a16="http://schemas.microsoft.com/office/drawing/2014/main" id="{E24050DE-1E3A-9957-1378-26FC53B752F5}"/>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602" name="Freeform 601">
              <a:extLst>
                <a:ext uri="{FF2B5EF4-FFF2-40B4-BE49-F238E27FC236}">
                  <a16:creationId xmlns:a16="http://schemas.microsoft.com/office/drawing/2014/main" id="{D8088C5F-3763-4C77-DEDF-06A48F253A84}"/>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603" name="Freeform 602">
              <a:extLst>
                <a:ext uri="{FF2B5EF4-FFF2-40B4-BE49-F238E27FC236}">
                  <a16:creationId xmlns:a16="http://schemas.microsoft.com/office/drawing/2014/main" id="{119CF0BA-FD61-1312-89C3-ED4047AE51A4}"/>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604" name="Freeform 603">
              <a:extLst>
                <a:ext uri="{FF2B5EF4-FFF2-40B4-BE49-F238E27FC236}">
                  <a16:creationId xmlns:a16="http://schemas.microsoft.com/office/drawing/2014/main" id="{C36A73B1-4B98-C6E3-0180-0D8B9C34228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sp>
        <p:nvSpPr>
          <p:cNvPr id="607" name="TextBox 606">
            <a:extLst>
              <a:ext uri="{FF2B5EF4-FFF2-40B4-BE49-F238E27FC236}">
                <a16:creationId xmlns:a16="http://schemas.microsoft.com/office/drawing/2014/main" id="{1985C250-7C0B-1565-3EFB-E44780754D4D}"/>
              </a:ext>
            </a:extLst>
          </p:cNvPr>
          <p:cNvSpPr txBox="1"/>
          <p:nvPr/>
        </p:nvSpPr>
        <p:spPr>
          <a:xfrm>
            <a:off x="4332390" y="4837526"/>
            <a:ext cx="1597161" cy="369332"/>
          </a:xfrm>
          <a:prstGeom prst="rect">
            <a:avLst/>
          </a:prstGeom>
          <a:noFill/>
        </p:spPr>
        <p:txBody>
          <a:bodyPr wrap="square" rtlCol="0">
            <a:spAutoFit/>
          </a:bodyPr>
          <a:lstStyle/>
          <a:p>
            <a:pPr algn="ctr"/>
            <a:r>
              <a:rPr lang="en-US" b="1" dirty="0">
                <a:solidFill>
                  <a:schemeClr val="bg1"/>
                </a:solidFill>
                <a:latin typeface="Montserrat ExtraBold" pitchFamily="2" charset="77"/>
              </a:rPr>
              <a:t>Highlight</a:t>
            </a:r>
          </a:p>
        </p:txBody>
      </p:sp>
      <p:sp>
        <p:nvSpPr>
          <p:cNvPr id="611" name="Freeform 610">
            <a:extLst>
              <a:ext uri="{FF2B5EF4-FFF2-40B4-BE49-F238E27FC236}">
                <a16:creationId xmlns:a16="http://schemas.microsoft.com/office/drawing/2014/main" id="{62E66B5C-70E7-03DD-6835-D01039B33EA0}"/>
              </a:ext>
            </a:extLst>
          </p:cNvPr>
          <p:cNvSpPr/>
          <p:nvPr/>
        </p:nvSpPr>
        <p:spPr>
          <a:xfrm>
            <a:off x="6707499" y="4246288"/>
            <a:ext cx="1120224" cy="967565"/>
          </a:xfrm>
          <a:custGeom>
            <a:avLst/>
            <a:gdLst>
              <a:gd name="connsiteX0" fmla="*/ 0 w 503826"/>
              <a:gd name="connsiteY0" fmla="*/ 0 h 435167"/>
              <a:gd name="connsiteX1" fmla="*/ 503827 w 503826"/>
              <a:gd name="connsiteY1" fmla="*/ 0 h 435167"/>
              <a:gd name="connsiteX2" fmla="*/ 503827 w 503826"/>
              <a:gd name="connsiteY2" fmla="*/ 435168 h 435167"/>
              <a:gd name="connsiteX3" fmla="*/ 252319 w 503826"/>
              <a:gd name="connsiteY3" fmla="*/ 365346 h 435167"/>
              <a:gd name="connsiteX4" fmla="*/ 0 w 503826"/>
              <a:gd name="connsiteY4" fmla="*/ 435168 h 435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826" h="435167">
                <a:moveTo>
                  <a:pt x="0" y="0"/>
                </a:moveTo>
                <a:lnTo>
                  <a:pt x="503827" y="0"/>
                </a:lnTo>
                <a:lnTo>
                  <a:pt x="503827" y="435168"/>
                </a:lnTo>
                <a:lnTo>
                  <a:pt x="252319" y="365346"/>
                </a:lnTo>
                <a:lnTo>
                  <a:pt x="0" y="435168"/>
                </a:lnTo>
                <a:close/>
              </a:path>
            </a:pathLst>
          </a:custGeom>
          <a:solidFill>
            <a:schemeClr val="bg1"/>
          </a:solidFill>
          <a:ln w="8113" cap="flat">
            <a:noFill/>
            <a:prstDash val="solid"/>
            <a:miter/>
          </a:ln>
        </p:spPr>
        <p:txBody>
          <a:bodyPr rtlCol="0" anchor="ctr"/>
          <a:lstStyle/>
          <a:p>
            <a:endParaRPr lang="en-US" dirty="0">
              <a:latin typeface="Proxima Nova Rg" panose="02000506030000020004" pitchFamily="2" charset="77"/>
            </a:endParaRPr>
          </a:p>
        </p:txBody>
      </p:sp>
      <p:sp>
        <p:nvSpPr>
          <p:cNvPr id="612" name="Freeform 611">
            <a:extLst>
              <a:ext uri="{FF2B5EF4-FFF2-40B4-BE49-F238E27FC236}">
                <a16:creationId xmlns:a16="http://schemas.microsoft.com/office/drawing/2014/main" id="{686FBB88-8DEC-5D22-E840-61343D4F6F20}"/>
              </a:ext>
            </a:extLst>
          </p:cNvPr>
          <p:cNvSpPr/>
          <p:nvPr/>
        </p:nvSpPr>
        <p:spPr>
          <a:xfrm>
            <a:off x="8074169" y="4246288"/>
            <a:ext cx="1122029" cy="967565"/>
          </a:xfrm>
          <a:custGeom>
            <a:avLst/>
            <a:gdLst>
              <a:gd name="connsiteX0" fmla="*/ 0 w 504638"/>
              <a:gd name="connsiteY0" fmla="*/ 0 h 435167"/>
              <a:gd name="connsiteX1" fmla="*/ 504638 w 504638"/>
              <a:gd name="connsiteY1" fmla="*/ 0 h 435167"/>
              <a:gd name="connsiteX2" fmla="*/ 504638 w 504638"/>
              <a:gd name="connsiteY2" fmla="*/ 435168 h 435167"/>
              <a:gd name="connsiteX3" fmla="*/ 253130 w 504638"/>
              <a:gd name="connsiteY3" fmla="*/ 365346 h 435167"/>
              <a:gd name="connsiteX4" fmla="*/ 0 w 504638"/>
              <a:gd name="connsiteY4" fmla="*/ 435168 h 435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638" h="435167">
                <a:moveTo>
                  <a:pt x="0" y="0"/>
                </a:moveTo>
                <a:lnTo>
                  <a:pt x="504638" y="0"/>
                </a:lnTo>
                <a:lnTo>
                  <a:pt x="504638" y="435168"/>
                </a:lnTo>
                <a:lnTo>
                  <a:pt x="253130" y="365346"/>
                </a:lnTo>
                <a:lnTo>
                  <a:pt x="0" y="435168"/>
                </a:lnTo>
                <a:close/>
              </a:path>
            </a:pathLst>
          </a:custGeom>
          <a:solidFill>
            <a:schemeClr val="tx1"/>
          </a:solidFill>
          <a:ln w="8113" cap="flat">
            <a:noFill/>
            <a:prstDash val="solid"/>
            <a:miter/>
          </a:ln>
        </p:spPr>
        <p:txBody>
          <a:bodyPr rtlCol="0" anchor="ctr"/>
          <a:lstStyle/>
          <a:p>
            <a:endParaRPr lang="en-US" dirty="0">
              <a:latin typeface="Proxima Nova Rg" panose="02000506030000020004" pitchFamily="2" charset="77"/>
            </a:endParaRPr>
          </a:p>
        </p:txBody>
      </p:sp>
      <p:grpSp>
        <p:nvGrpSpPr>
          <p:cNvPr id="4763" name="Group 4762">
            <a:extLst>
              <a:ext uri="{FF2B5EF4-FFF2-40B4-BE49-F238E27FC236}">
                <a16:creationId xmlns:a16="http://schemas.microsoft.com/office/drawing/2014/main" id="{DAEB1A9D-C55D-B00F-49BB-71A262BD72AB}"/>
              </a:ext>
            </a:extLst>
          </p:cNvPr>
          <p:cNvGrpSpPr/>
          <p:nvPr/>
        </p:nvGrpSpPr>
        <p:grpSpPr>
          <a:xfrm>
            <a:off x="6763117" y="3605163"/>
            <a:ext cx="1743909" cy="246221"/>
            <a:chOff x="947533" y="2072955"/>
            <a:chExt cx="1743909" cy="246221"/>
          </a:xfrm>
        </p:grpSpPr>
        <p:sp>
          <p:nvSpPr>
            <p:cNvPr id="4764" name="TextBox 4763">
              <a:extLst>
                <a:ext uri="{FF2B5EF4-FFF2-40B4-BE49-F238E27FC236}">
                  <a16:creationId xmlns:a16="http://schemas.microsoft.com/office/drawing/2014/main" id="{BE067556-5A5B-E375-91B6-1A3AF7727129}"/>
                </a:ext>
              </a:extLst>
            </p:cNvPr>
            <p:cNvSpPr txBox="1"/>
            <p:nvPr/>
          </p:nvSpPr>
          <p:spPr>
            <a:xfrm>
              <a:off x="94753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Chevrons</a:t>
              </a:r>
            </a:p>
          </p:txBody>
        </p:sp>
        <p:cxnSp>
          <p:nvCxnSpPr>
            <p:cNvPr id="4765" name="Straight Connector 4764">
              <a:extLst>
                <a:ext uri="{FF2B5EF4-FFF2-40B4-BE49-F238E27FC236}">
                  <a16:creationId xmlns:a16="http://schemas.microsoft.com/office/drawing/2014/main" id="{96ACF1C0-7880-4D93-5DFD-EDBF17B980E3}"/>
                </a:ext>
              </a:extLst>
            </p:cNvPr>
            <p:cNvCxnSpPr/>
            <p:nvPr/>
          </p:nvCxnSpPr>
          <p:spPr>
            <a:xfrm>
              <a:off x="1022230"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051447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 name="Text Placeholder 10">
            <a:extLst>
              <a:ext uri="{FF2B5EF4-FFF2-40B4-BE49-F238E27FC236}">
                <a16:creationId xmlns:a16="http://schemas.microsoft.com/office/drawing/2014/main" id="{0773EEA1-5786-F45D-0F19-0D8E44DF4010}"/>
              </a:ext>
            </a:extLst>
          </p:cNvPr>
          <p:cNvSpPr txBox="1">
            <a:spLocks/>
          </p:cNvSpPr>
          <p:nvPr/>
        </p:nvSpPr>
        <p:spPr>
          <a:xfrm>
            <a:off x="815329" y="966371"/>
            <a:ext cx="4183044" cy="509336"/>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Graphic Icons</a:t>
            </a:r>
          </a:p>
        </p:txBody>
      </p:sp>
      <p:sp>
        <p:nvSpPr>
          <p:cNvPr id="3" name="Text Placeholder 8">
            <a:extLst>
              <a:ext uri="{FF2B5EF4-FFF2-40B4-BE49-F238E27FC236}">
                <a16:creationId xmlns:a16="http://schemas.microsoft.com/office/drawing/2014/main" id="{69B429DD-4967-5B45-05E0-7123E55CA47D}"/>
              </a:ext>
            </a:extLst>
          </p:cNvPr>
          <p:cNvSpPr txBox="1">
            <a:spLocks/>
          </p:cNvSpPr>
          <p:nvPr/>
        </p:nvSpPr>
        <p:spPr>
          <a:xfrm>
            <a:off x="835615" y="1502168"/>
            <a:ext cx="3247608" cy="1008443"/>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80"/>
              </a:lnSpc>
            </a:pPr>
            <a:r>
              <a:rPr lang="en-US" sz="1200" b="0" dirty="0">
                <a:solidFill>
                  <a:schemeClr val="accent6"/>
                </a:solidFill>
                <a:latin typeface="Montserrat" pitchFamily="2" charset="77"/>
                <a:cs typeface="Gotham Book" pitchFamily="2" charset="0"/>
              </a:rPr>
              <a:t>To use the icons in your PowerPoint presentation. Simply </a:t>
            </a:r>
            <a:r>
              <a:rPr lang="en-US" sz="1200" dirty="0">
                <a:latin typeface="Montserrat" pitchFamily="2" charset="77"/>
                <a:cs typeface="Gotham Bold" pitchFamily="2" charset="0"/>
              </a:rPr>
              <a:t>“copy” </a:t>
            </a:r>
            <a:r>
              <a:rPr lang="en-US" sz="1200" b="0" dirty="0">
                <a:solidFill>
                  <a:schemeClr val="accent6"/>
                </a:solidFill>
                <a:latin typeface="Montserrat" pitchFamily="2" charset="77"/>
                <a:cs typeface="Gotham Book" pitchFamily="2" charset="0"/>
              </a:rPr>
              <a:t>from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here and </a:t>
            </a:r>
            <a:r>
              <a:rPr lang="en-US" sz="1200" dirty="0">
                <a:latin typeface="Montserrat" pitchFamily="2" charset="77"/>
                <a:cs typeface="Gotham Bold" pitchFamily="2" charset="0"/>
              </a:rPr>
              <a:t>“paste” </a:t>
            </a:r>
            <a:r>
              <a:rPr lang="en-US" sz="1200" b="0" dirty="0">
                <a:solidFill>
                  <a:schemeClr val="accent6"/>
                </a:solidFill>
                <a:latin typeface="Montserrat" pitchFamily="2" charset="77"/>
                <a:cs typeface="Gotham Book" pitchFamily="2" charset="0"/>
              </a:rPr>
              <a:t>to the slide you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want it to appear on.</a:t>
            </a:r>
          </a:p>
        </p:txBody>
      </p:sp>
      <p:sp>
        <p:nvSpPr>
          <p:cNvPr id="6" name="Slide Number Placeholder 4">
            <a:extLst>
              <a:ext uri="{FF2B5EF4-FFF2-40B4-BE49-F238E27FC236}">
                <a16:creationId xmlns:a16="http://schemas.microsoft.com/office/drawing/2014/main" id="{57CB5ED8-87BC-0A8F-38AD-19CBC0ADC12B}"/>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7</a:t>
            </a:fld>
            <a:endParaRPr lang="en-US" dirty="0"/>
          </a:p>
        </p:txBody>
      </p:sp>
      <p:grpSp>
        <p:nvGrpSpPr>
          <p:cNvPr id="453" name="Graphic 450">
            <a:extLst>
              <a:ext uri="{FF2B5EF4-FFF2-40B4-BE49-F238E27FC236}">
                <a16:creationId xmlns:a16="http://schemas.microsoft.com/office/drawing/2014/main" id="{69200736-8102-47EF-EFEC-C0752EAF92E5}"/>
              </a:ext>
            </a:extLst>
          </p:cNvPr>
          <p:cNvGrpSpPr/>
          <p:nvPr/>
        </p:nvGrpSpPr>
        <p:grpSpPr>
          <a:xfrm>
            <a:off x="6169023" y="1827930"/>
            <a:ext cx="558825" cy="558528"/>
            <a:chOff x="5356645" y="1455829"/>
            <a:chExt cx="558825" cy="558528"/>
          </a:xfrm>
        </p:grpSpPr>
        <p:sp>
          <p:nvSpPr>
            <p:cNvPr id="454" name="Freeform 453">
              <a:extLst>
                <a:ext uri="{FF2B5EF4-FFF2-40B4-BE49-F238E27FC236}">
                  <a16:creationId xmlns:a16="http://schemas.microsoft.com/office/drawing/2014/main" id="{D9A32BAF-45B5-1C00-90CA-429ED23BADB0}"/>
                </a:ext>
              </a:extLst>
            </p:cNvPr>
            <p:cNvSpPr/>
            <p:nvPr/>
          </p:nvSpPr>
          <p:spPr>
            <a:xfrm>
              <a:off x="5356645" y="1455829"/>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455" name="Graphic 450">
              <a:extLst>
                <a:ext uri="{FF2B5EF4-FFF2-40B4-BE49-F238E27FC236}">
                  <a16:creationId xmlns:a16="http://schemas.microsoft.com/office/drawing/2014/main" id="{9E6BE4FA-AB91-5B17-C74B-660B93BADAEA}"/>
                </a:ext>
              </a:extLst>
            </p:cNvPr>
            <p:cNvGrpSpPr/>
            <p:nvPr/>
          </p:nvGrpSpPr>
          <p:grpSpPr>
            <a:xfrm>
              <a:off x="5465684" y="1557999"/>
              <a:ext cx="322249" cy="356134"/>
              <a:chOff x="5465684" y="1557999"/>
              <a:chExt cx="322249" cy="356134"/>
            </a:xfrm>
            <a:solidFill>
              <a:srgbClr val="FFFFFF"/>
            </a:solidFill>
          </p:grpSpPr>
          <p:sp>
            <p:nvSpPr>
              <p:cNvPr id="456" name="Freeform 455">
                <a:extLst>
                  <a:ext uri="{FF2B5EF4-FFF2-40B4-BE49-F238E27FC236}">
                    <a16:creationId xmlns:a16="http://schemas.microsoft.com/office/drawing/2014/main" id="{164E614F-B8B6-4633-F968-BC20100A7234}"/>
                  </a:ext>
                </a:extLst>
              </p:cNvPr>
              <p:cNvSpPr/>
              <p:nvPr/>
            </p:nvSpPr>
            <p:spPr>
              <a:xfrm>
                <a:off x="5465684" y="1557999"/>
                <a:ext cx="322249" cy="356134"/>
              </a:xfrm>
              <a:custGeom>
                <a:avLst/>
                <a:gdLst>
                  <a:gd name="connsiteX0" fmla="*/ 322250 w 322249"/>
                  <a:gd name="connsiteY0" fmla="*/ 183906 h 356134"/>
                  <a:gd name="connsiteX1" fmla="*/ 297911 w 322249"/>
                  <a:gd name="connsiteY1" fmla="*/ 157633 h 356134"/>
                  <a:gd name="connsiteX2" fmla="*/ 295963 w 322249"/>
                  <a:gd name="connsiteY2" fmla="*/ 157633 h 356134"/>
                  <a:gd name="connsiteX3" fmla="*/ 295963 w 322249"/>
                  <a:gd name="connsiteY3" fmla="*/ 34057 h 356134"/>
                  <a:gd name="connsiteX4" fmla="*/ 262862 w 322249"/>
                  <a:gd name="connsiteY4" fmla="*/ 0 h 356134"/>
                  <a:gd name="connsiteX5" fmla="*/ 238523 w 322249"/>
                  <a:gd name="connsiteY5" fmla="*/ 0 h 356134"/>
                  <a:gd name="connsiteX6" fmla="*/ 150902 w 322249"/>
                  <a:gd name="connsiteY6" fmla="*/ 0 h 356134"/>
                  <a:gd name="connsiteX7" fmla="*/ 135325 w 322249"/>
                  <a:gd name="connsiteY7" fmla="*/ 6811 h 356134"/>
                  <a:gd name="connsiteX8" fmla="*/ 37969 w 322249"/>
                  <a:gd name="connsiteY8" fmla="*/ 110927 h 356134"/>
                  <a:gd name="connsiteX9" fmla="*/ 32128 w 322249"/>
                  <a:gd name="connsiteY9" fmla="*/ 125523 h 356134"/>
                  <a:gd name="connsiteX10" fmla="*/ 32128 w 322249"/>
                  <a:gd name="connsiteY10" fmla="*/ 150822 h 356134"/>
                  <a:gd name="connsiteX11" fmla="*/ 32128 w 322249"/>
                  <a:gd name="connsiteY11" fmla="*/ 158607 h 356134"/>
                  <a:gd name="connsiteX12" fmla="*/ 30181 w 322249"/>
                  <a:gd name="connsiteY12" fmla="*/ 158607 h 356134"/>
                  <a:gd name="connsiteX13" fmla="*/ 0 w 322249"/>
                  <a:gd name="connsiteY13" fmla="*/ 188771 h 356134"/>
                  <a:gd name="connsiteX14" fmla="*/ 0 w 322249"/>
                  <a:gd name="connsiteY14" fmla="*/ 294833 h 356134"/>
                  <a:gd name="connsiteX15" fmla="*/ 30181 w 322249"/>
                  <a:gd name="connsiteY15" fmla="*/ 326944 h 356134"/>
                  <a:gd name="connsiteX16" fmla="*/ 31154 w 322249"/>
                  <a:gd name="connsiteY16" fmla="*/ 326944 h 356134"/>
                  <a:gd name="connsiteX17" fmla="*/ 31154 w 322249"/>
                  <a:gd name="connsiteY17" fmla="*/ 328890 h 356134"/>
                  <a:gd name="connsiteX18" fmla="*/ 60361 w 322249"/>
                  <a:gd name="connsiteY18" fmla="*/ 356135 h 356134"/>
                  <a:gd name="connsiteX19" fmla="*/ 64255 w 322249"/>
                  <a:gd name="connsiteY19" fmla="*/ 356135 h 356134"/>
                  <a:gd name="connsiteX20" fmla="*/ 68149 w 322249"/>
                  <a:gd name="connsiteY20" fmla="*/ 356135 h 356134"/>
                  <a:gd name="connsiteX21" fmla="*/ 72044 w 322249"/>
                  <a:gd name="connsiteY21" fmla="*/ 356135 h 356134"/>
                  <a:gd name="connsiteX22" fmla="*/ 124616 w 322249"/>
                  <a:gd name="connsiteY22" fmla="*/ 356135 h 356134"/>
                  <a:gd name="connsiteX23" fmla="*/ 264809 w 322249"/>
                  <a:gd name="connsiteY23" fmla="*/ 356135 h 356134"/>
                  <a:gd name="connsiteX24" fmla="*/ 294990 w 322249"/>
                  <a:gd name="connsiteY24" fmla="*/ 328890 h 356134"/>
                  <a:gd name="connsiteX25" fmla="*/ 294990 w 322249"/>
                  <a:gd name="connsiteY25" fmla="*/ 326944 h 356134"/>
                  <a:gd name="connsiteX26" fmla="*/ 321276 w 322249"/>
                  <a:gd name="connsiteY26" fmla="*/ 293860 h 356134"/>
                  <a:gd name="connsiteX27" fmla="*/ 321276 w 322249"/>
                  <a:gd name="connsiteY27" fmla="*/ 261749 h 356134"/>
                  <a:gd name="connsiteX28" fmla="*/ 322250 w 322249"/>
                  <a:gd name="connsiteY28" fmla="*/ 183906 h 356134"/>
                  <a:gd name="connsiteX29" fmla="*/ 83727 w 322249"/>
                  <a:gd name="connsiteY29" fmla="*/ 129415 h 356134"/>
                  <a:gd name="connsiteX30" fmla="*/ 121695 w 322249"/>
                  <a:gd name="connsiteY30" fmla="*/ 129415 h 356134"/>
                  <a:gd name="connsiteX31" fmla="*/ 153823 w 322249"/>
                  <a:gd name="connsiteY31" fmla="*/ 97305 h 356134"/>
                  <a:gd name="connsiteX32" fmla="*/ 153823 w 322249"/>
                  <a:gd name="connsiteY32" fmla="*/ 46706 h 356134"/>
                  <a:gd name="connsiteX33" fmla="*/ 153823 w 322249"/>
                  <a:gd name="connsiteY33" fmla="*/ 18488 h 356134"/>
                  <a:gd name="connsiteX34" fmla="*/ 219052 w 322249"/>
                  <a:gd name="connsiteY34" fmla="*/ 18488 h 356134"/>
                  <a:gd name="connsiteX35" fmla="*/ 265783 w 322249"/>
                  <a:gd name="connsiteY35" fmla="*/ 18488 h 356134"/>
                  <a:gd name="connsiteX36" fmla="*/ 277466 w 322249"/>
                  <a:gd name="connsiteY36" fmla="*/ 29191 h 356134"/>
                  <a:gd name="connsiteX37" fmla="*/ 277466 w 322249"/>
                  <a:gd name="connsiteY37" fmla="*/ 133307 h 356134"/>
                  <a:gd name="connsiteX38" fmla="*/ 277466 w 322249"/>
                  <a:gd name="connsiteY38" fmla="*/ 156661 h 356134"/>
                  <a:gd name="connsiteX39" fmla="*/ 277466 w 322249"/>
                  <a:gd name="connsiteY39" fmla="*/ 157633 h 356134"/>
                  <a:gd name="connsiteX40" fmla="*/ 49652 w 322249"/>
                  <a:gd name="connsiteY40" fmla="*/ 157633 h 356134"/>
                  <a:gd name="connsiteX41" fmla="*/ 49652 w 322249"/>
                  <a:gd name="connsiteY41" fmla="*/ 130388 h 356134"/>
                  <a:gd name="connsiteX42" fmla="*/ 55493 w 322249"/>
                  <a:gd name="connsiteY42" fmla="*/ 130388 h 356134"/>
                  <a:gd name="connsiteX43" fmla="*/ 83727 w 322249"/>
                  <a:gd name="connsiteY43" fmla="*/ 129415 h 356134"/>
                  <a:gd name="connsiteX44" fmla="*/ 135325 w 322249"/>
                  <a:gd name="connsiteY44" fmla="*/ 100224 h 356134"/>
                  <a:gd name="connsiteX45" fmla="*/ 128510 w 322249"/>
                  <a:gd name="connsiteY45" fmla="*/ 109954 h 356134"/>
                  <a:gd name="connsiteX46" fmla="*/ 74964 w 322249"/>
                  <a:gd name="connsiteY46" fmla="*/ 109954 h 356134"/>
                  <a:gd name="connsiteX47" fmla="*/ 61335 w 322249"/>
                  <a:gd name="connsiteY47" fmla="*/ 109954 h 356134"/>
                  <a:gd name="connsiteX48" fmla="*/ 135325 w 322249"/>
                  <a:gd name="connsiteY48" fmla="*/ 31137 h 356134"/>
                  <a:gd name="connsiteX49" fmla="*/ 135325 w 322249"/>
                  <a:gd name="connsiteY49" fmla="*/ 69086 h 356134"/>
                  <a:gd name="connsiteX50" fmla="*/ 135325 w 322249"/>
                  <a:gd name="connsiteY50" fmla="*/ 100224 h 356134"/>
                  <a:gd name="connsiteX51" fmla="*/ 274545 w 322249"/>
                  <a:gd name="connsiteY51" fmla="*/ 333755 h 356134"/>
                  <a:gd name="connsiteX52" fmla="*/ 265783 w 322249"/>
                  <a:gd name="connsiteY52" fmla="*/ 336674 h 356134"/>
                  <a:gd name="connsiteX53" fmla="*/ 60361 w 322249"/>
                  <a:gd name="connsiteY53" fmla="*/ 336674 h 356134"/>
                  <a:gd name="connsiteX54" fmla="*/ 51599 w 322249"/>
                  <a:gd name="connsiteY54" fmla="*/ 333755 h 356134"/>
                  <a:gd name="connsiteX55" fmla="*/ 50625 w 322249"/>
                  <a:gd name="connsiteY55" fmla="*/ 324997 h 356134"/>
                  <a:gd name="connsiteX56" fmla="*/ 276492 w 322249"/>
                  <a:gd name="connsiteY56" fmla="*/ 324997 h 356134"/>
                  <a:gd name="connsiteX57" fmla="*/ 274545 w 322249"/>
                  <a:gd name="connsiteY57" fmla="*/ 333755 h 356134"/>
                  <a:gd name="connsiteX58" fmla="*/ 303752 w 322249"/>
                  <a:gd name="connsiteY58" fmla="*/ 185852 h 356134"/>
                  <a:gd name="connsiteX59" fmla="*/ 303752 w 322249"/>
                  <a:gd name="connsiteY59" fmla="*/ 297752 h 356134"/>
                  <a:gd name="connsiteX60" fmla="*/ 294016 w 322249"/>
                  <a:gd name="connsiteY60" fmla="*/ 307483 h 356134"/>
                  <a:gd name="connsiteX61" fmla="*/ 195686 w 322249"/>
                  <a:gd name="connsiteY61" fmla="*/ 307483 h 356134"/>
                  <a:gd name="connsiteX62" fmla="*/ 160638 w 322249"/>
                  <a:gd name="connsiteY62" fmla="*/ 307483 h 356134"/>
                  <a:gd name="connsiteX63" fmla="*/ 124616 w 322249"/>
                  <a:gd name="connsiteY63" fmla="*/ 307483 h 356134"/>
                  <a:gd name="connsiteX64" fmla="*/ 28233 w 322249"/>
                  <a:gd name="connsiteY64" fmla="*/ 307483 h 356134"/>
                  <a:gd name="connsiteX65" fmla="*/ 17524 w 322249"/>
                  <a:gd name="connsiteY65" fmla="*/ 297752 h 356134"/>
                  <a:gd name="connsiteX66" fmla="*/ 17524 w 322249"/>
                  <a:gd name="connsiteY66" fmla="*/ 185852 h 356134"/>
                  <a:gd name="connsiteX67" fmla="*/ 27260 w 322249"/>
                  <a:gd name="connsiteY67" fmla="*/ 175148 h 356134"/>
                  <a:gd name="connsiteX68" fmla="*/ 159664 w 322249"/>
                  <a:gd name="connsiteY68" fmla="*/ 175148 h 356134"/>
                  <a:gd name="connsiteX69" fmla="*/ 292069 w 322249"/>
                  <a:gd name="connsiteY69" fmla="*/ 175148 h 356134"/>
                  <a:gd name="connsiteX70" fmla="*/ 303752 w 322249"/>
                  <a:gd name="connsiteY70" fmla="*/ 185852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22249" h="356134">
                    <a:moveTo>
                      <a:pt x="322250" y="183906"/>
                    </a:moveTo>
                    <a:cubicBezTo>
                      <a:pt x="322250" y="167364"/>
                      <a:pt x="314461" y="158607"/>
                      <a:pt x="297911" y="157633"/>
                    </a:cubicBezTo>
                    <a:cubicBezTo>
                      <a:pt x="296937" y="157633"/>
                      <a:pt x="296937" y="157633"/>
                      <a:pt x="295963" y="157633"/>
                    </a:cubicBezTo>
                    <a:lnTo>
                      <a:pt x="295963" y="34057"/>
                    </a:lnTo>
                    <a:cubicBezTo>
                      <a:pt x="295963" y="9730"/>
                      <a:pt x="287201" y="0"/>
                      <a:pt x="262862" y="0"/>
                    </a:cubicBezTo>
                    <a:lnTo>
                      <a:pt x="238523" y="0"/>
                    </a:lnTo>
                    <a:cubicBezTo>
                      <a:pt x="210290" y="0"/>
                      <a:pt x="180109" y="0"/>
                      <a:pt x="150902" y="0"/>
                    </a:cubicBezTo>
                    <a:cubicBezTo>
                      <a:pt x="145061" y="0"/>
                      <a:pt x="139220" y="2919"/>
                      <a:pt x="135325" y="6811"/>
                    </a:cubicBezTo>
                    <a:cubicBezTo>
                      <a:pt x="104171" y="39895"/>
                      <a:pt x="72044" y="73952"/>
                      <a:pt x="37969" y="110927"/>
                    </a:cubicBezTo>
                    <a:cubicBezTo>
                      <a:pt x="35048" y="114819"/>
                      <a:pt x="32128" y="119685"/>
                      <a:pt x="32128" y="125523"/>
                    </a:cubicBezTo>
                    <a:cubicBezTo>
                      <a:pt x="32128" y="134280"/>
                      <a:pt x="32128" y="142065"/>
                      <a:pt x="32128" y="150822"/>
                    </a:cubicBezTo>
                    <a:cubicBezTo>
                      <a:pt x="32128" y="152768"/>
                      <a:pt x="32128" y="155687"/>
                      <a:pt x="32128" y="158607"/>
                    </a:cubicBezTo>
                    <a:cubicBezTo>
                      <a:pt x="31154" y="158607"/>
                      <a:pt x="31154" y="158607"/>
                      <a:pt x="30181" y="158607"/>
                    </a:cubicBezTo>
                    <a:cubicBezTo>
                      <a:pt x="6815" y="159580"/>
                      <a:pt x="0" y="166391"/>
                      <a:pt x="0" y="188771"/>
                    </a:cubicBezTo>
                    <a:lnTo>
                      <a:pt x="0" y="294833"/>
                    </a:lnTo>
                    <a:cubicBezTo>
                      <a:pt x="0" y="319159"/>
                      <a:pt x="5841" y="325971"/>
                      <a:pt x="30181" y="326944"/>
                    </a:cubicBezTo>
                    <a:lnTo>
                      <a:pt x="31154" y="326944"/>
                    </a:lnTo>
                    <a:cubicBezTo>
                      <a:pt x="31154" y="327917"/>
                      <a:pt x="31154" y="328890"/>
                      <a:pt x="31154" y="328890"/>
                    </a:cubicBezTo>
                    <a:cubicBezTo>
                      <a:pt x="33101" y="347377"/>
                      <a:pt x="41863" y="356135"/>
                      <a:pt x="60361" y="356135"/>
                    </a:cubicBezTo>
                    <a:cubicBezTo>
                      <a:pt x="61335" y="356135"/>
                      <a:pt x="63282" y="356135"/>
                      <a:pt x="64255" y="356135"/>
                    </a:cubicBezTo>
                    <a:cubicBezTo>
                      <a:pt x="65229" y="356135"/>
                      <a:pt x="66202" y="356135"/>
                      <a:pt x="68149" y="356135"/>
                    </a:cubicBezTo>
                    <a:lnTo>
                      <a:pt x="72044" y="356135"/>
                    </a:lnTo>
                    <a:lnTo>
                      <a:pt x="124616" y="356135"/>
                    </a:lnTo>
                    <a:cubicBezTo>
                      <a:pt x="171347" y="356135"/>
                      <a:pt x="218078" y="356135"/>
                      <a:pt x="264809" y="356135"/>
                    </a:cubicBezTo>
                    <a:cubicBezTo>
                      <a:pt x="283307" y="356135"/>
                      <a:pt x="293043" y="347377"/>
                      <a:pt x="294990" y="328890"/>
                    </a:cubicBezTo>
                    <a:cubicBezTo>
                      <a:pt x="294990" y="327917"/>
                      <a:pt x="294990" y="326944"/>
                      <a:pt x="294990" y="326944"/>
                    </a:cubicBezTo>
                    <a:cubicBezTo>
                      <a:pt x="316408" y="324024"/>
                      <a:pt x="321276" y="317213"/>
                      <a:pt x="321276" y="293860"/>
                    </a:cubicBezTo>
                    <a:lnTo>
                      <a:pt x="321276" y="261749"/>
                    </a:lnTo>
                    <a:cubicBezTo>
                      <a:pt x="322250" y="235477"/>
                      <a:pt x="322250" y="209205"/>
                      <a:pt x="322250" y="183906"/>
                    </a:cubicBezTo>
                    <a:close/>
                    <a:moveTo>
                      <a:pt x="83727" y="129415"/>
                    </a:moveTo>
                    <a:cubicBezTo>
                      <a:pt x="96383" y="129415"/>
                      <a:pt x="109039" y="129415"/>
                      <a:pt x="121695" y="129415"/>
                    </a:cubicBezTo>
                    <a:cubicBezTo>
                      <a:pt x="143114" y="129415"/>
                      <a:pt x="153823" y="118712"/>
                      <a:pt x="153823" y="97305"/>
                    </a:cubicBezTo>
                    <a:cubicBezTo>
                      <a:pt x="153823" y="80763"/>
                      <a:pt x="153823" y="63248"/>
                      <a:pt x="153823" y="46706"/>
                    </a:cubicBezTo>
                    <a:lnTo>
                      <a:pt x="153823" y="18488"/>
                    </a:lnTo>
                    <a:lnTo>
                      <a:pt x="219052" y="18488"/>
                    </a:lnTo>
                    <a:cubicBezTo>
                      <a:pt x="234629" y="18488"/>
                      <a:pt x="250206" y="18488"/>
                      <a:pt x="265783" y="18488"/>
                    </a:cubicBezTo>
                    <a:cubicBezTo>
                      <a:pt x="274545" y="18488"/>
                      <a:pt x="277466" y="21407"/>
                      <a:pt x="277466" y="29191"/>
                    </a:cubicBezTo>
                    <a:cubicBezTo>
                      <a:pt x="277466" y="64221"/>
                      <a:pt x="277466" y="99251"/>
                      <a:pt x="277466" y="133307"/>
                    </a:cubicBezTo>
                    <a:lnTo>
                      <a:pt x="277466" y="156661"/>
                    </a:lnTo>
                    <a:cubicBezTo>
                      <a:pt x="277466" y="156661"/>
                      <a:pt x="277466" y="156661"/>
                      <a:pt x="277466" y="157633"/>
                    </a:cubicBezTo>
                    <a:lnTo>
                      <a:pt x="49652" y="157633"/>
                    </a:lnTo>
                    <a:lnTo>
                      <a:pt x="49652" y="130388"/>
                    </a:lnTo>
                    <a:cubicBezTo>
                      <a:pt x="51599" y="130388"/>
                      <a:pt x="53546" y="130388"/>
                      <a:pt x="55493" y="130388"/>
                    </a:cubicBezTo>
                    <a:cubicBezTo>
                      <a:pt x="65229" y="129415"/>
                      <a:pt x="73991" y="129415"/>
                      <a:pt x="83727" y="129415"/>
                    </a:cubicBezTo>
                    <a:close/>
                    <a:moveTo>
                      <a:pt x="135325" y="100224"/>
                    </a:moveTo>
                    <a:cubicBezTo>
                      <a:pt x="135325" y="105089"/>
                      <a:pt x="134352" y="109954"/>
                      <a:pt x="128510" y="109954"/>
                    </a:cubicBezTo>
                    <a:cubicBezTo>
                      <a:pt x="110986" y="109954"/>
                      <a:pt x="93462" y="109954"/>
                      <a:pt x="74964" y="109954"/>
                    </a:cubicBezTo>
                    <a:cubicBezTo>
                      <a:pt x="70097" y="109954"/>
                      <a:pt x="65229" y="109954"/>
                      <a:pt x="61335" y="109954"/>
                    </a:cubicBezTo>
                    <a:lnTo>
                      <a:pt x="135325" y="31137"/>
                    </a:lnTo>
                    <a:lnTo>
                      <a:pt x="135325" y="69086"/>
                    </a:lnTo>
                    <a:cubicBezTo>
                      <a:pt x="135325" y="79790"/>
                      <a:pt x="135325" y="89520"/>
                      <a:pt x="135325" y="100224"/>
                    </a:cubicBezTo>
                    <a:close/>
                    <a:moveTo>
                      <a:pt x="274545" y="333755"/>
                    </a:moveTo>
                    <a:cubicBezTo>
                      <a:pt x="272598" y="335701"/>
                      <a:pt x="269677" y="336674"/>
                      <a:pt x="265783" y="336674"/>
                    </a:cubicBezTo>
                    <a:cubicBezTo>
                      <a:pt x="197633" y="336674"/>
                      <a:pt x="128510" y="336674"/>
                      <a:pt x="60361" y="336674"/>
                    </a:cubicBezTo>
                    <a:cubicBezTo>
                      <a:pt x="55493" y="336674"/>
                      <a:pt x="52572" y="335701"/>
                      <a:pt x="51599" y="333755"/>
                    </a:cubicBezTo>
                    <a:cubicBezTo>
                      <a:pt x="50625" y="331809"/>
                      <a:pt x="49652" y="328890"/>
                      <a:pt x="50625" y="324997"/>
                    </a:cubicBezTo>
                    <a:lnTo>
                      <a:pt x="276492" y="324997"/>
                    </a:lnTo>
                    <a:cubicBezTo>
                      <a:pt x="276492" y="329863"/>
                      <a:pt x="276492" y="332782"/>
                      <a:pt x="274545" y="333755"/>
                    </a:cubicBezTo>
                    <a:close/>
                    <a:moveTo>
                      <a:pt x="303752" y="185852"/>
                    </a:moveTo>
                    <a:cubicBezTo>
                      <a:pt x="303752" y="222828"/>
                      <a:pt x="303752" y="259803"/>
                      <a:pt x="303752" y="297752"/>
                    </a:cubicBezTo>
                    <a:cubicBezTo>
                      <a:pt x="303752" y="307483"/>
                      <a:pt x="303752" y="307483"/>
                      <a:pt x="294016" y="307483"/>
                    </a:cubicBezTo>
                    <a:cubicBezTo>
                      <a:pt x="260915" y="307483"/>
                      <a:pt x="228788" y="307483"/>
                      <a:pt x="195686" y="307483"/>
                    </a:cubicBezTo>
                    <a:lnTo>
                      <a:pt x="160638" y="307483"/>
                    </a:lnTo>
                    <a:lnTo>
                      <a:pt x="124616" y="307483"/>
                    </a:lnTo>
                    <a:cubicBezTo>
                      <a:pt x="92489" y="307483"/>
                      <a:pt x="60361" y="307483"/>
                      <a:pt x="28233" y="307483"/>
                    </a:cubicBezTo>
                    <a:cubicBezTo>
                      <a:pt x="17524" y="307483"/>
                      <a:pt x="17524" y="307483"/>
                      <a:pt x="17524" y="297752"/>
                    </a:cubicBezTo>
                    <a:cubicBezTo>
                      <a:pt x="17524" y="260776"/>
                      <a:pt x="17524" y="223801"/>
                      <a:pt x="17524" y="185852"/>
                    </a:cubicBezTo>
                    <a:cubicBezTo>
                      <a:pt x="17524" y="176121"/>
                      <a:pt x="18498" y="175148"/>
                      <a:pt x="27260" y="175148"/>
                    </a:cubicBezTo>
                    <a:cubicBezTo>
                      <a:pt x="71070" y="175148"/>
                      <a:pt x="115854" y="175148"/>
                      <a:pt x="159664" y="175148"/>
                    </a:cubicBezTo>
                    <a:cubicBezTo>
                      <a:pt x="203475" y="175148"/>
                      <a:pt x="248259" y="175148"/>
                      <a:pt x="292069" y="175148"/>
                    </a:cubicBezTo>
                    <a:cubicBezTo>
                      <a:pt x="303752" y="175148"/>
                      <a:pt x="303752" y="176121"/>
                      <a:pt x="303752" y="18585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57" name="Freeform 456">
                <a:extLst>
                  <a:ext uri="{FF2B5EF4-FFF2-40B4-BE49-F238E27FC236}">
                    <a16:creationId xmlns:a16="http://schemas.microsoft.com/office/drawing/2014/main" id="{B490567C-F98C-D11C-9047-35BBF719D610}"/>
                  </a:ext>
                </a:extLst>
              </p:cNvPr>
              <p:cNvSpPr/>
              <p:nvPr/>
            </p:nvSpPr>
            <p:spPr>
              <a:xfrm>
                <a:off x="5603930" y="1754554"/>
                <a:ext cx="59491" cy="85628"/>
              </a:xfrm>
              <a:custGeom>
                <a:avLst/>
                <a:gdLst>
                  <a:gd name="connsiteX0" fmla="*/ 38943 w 59491"/>
                  <a:gd name="connsiteY0" fmla="*/ 973 h 85628"/>
                  <a:gd name="connsiteX1" fmla="*/ 6815 w 59491"/>
                  <a:gd name="connsiteY1" fmla="*/ 0 h 85628"/>
                  <a:gd name="connsiteX2" fmla="*/ 0 w 59491"/>
                  <a:gd name="connsiteY2" fmla="*/ 7784 h 85628"/>
                  <a:gd name="connsiteX3" fmla="*/ 0 w 59491"/>
                  <a:gd name="connsiteY3" fmla="*/ 77844 h 85628"/>
                  <a:gd name="connsiteX4" fmla="*/ 6815 w 59491"/>
                  <a:gd name="connsiteY4" fmla="*/ 85628 h 85628"/>
                  <a:gd name="connsiteX5" fmla="*/ 13630 w 59491"/>
                  <a:gd name="connsiteY5" fmla="*/ 77844 h 85628"/>
                  <a:gd name="connsiteX6" fmla="*/ 13630 w 59491"/>
                  <a:gd name="connsiteY6" fmla="*/ 52545 h 85628"/>
                  <a:gd name="connsiteX7" fmla="*/ 41863 w 59491"/>
                  <a:gd name="connsiteY7" fmla="*/ 49625 h 85628"/>
                  <a:gd name="connsiteX8" fmla="*/ 59387 w 59491"/>
                  <a:gd name="connsiteY8" fmla="*/ 23353 h 85628"/>
                  <a:gd name="connsiteX9" fmla="*/ 38943 w 59491"/>
                  <a:gd name="connsiteY9" fmla="*/ 973 h 85628"/>
                  <a:gd name="connsiteX10" fmla="*/ 34075 w 59491"/>
                  <a:gd name="connsiteY10" fmla="*/ 38922 h 85628"/>
                  <a:gd name="connsiteX11" fmla="*/ 14603 w 59491"/>
                  <a:gd name="connsiteY11" fmla="*/ 38922 h 85628"/>
                  <a:gd name="connsiteX12" fmla="*/ 14603 w 59491"/>
                  <a:gd name="connsiteY12" fmla="*/ 13623 h 85628"/>
                  <a:gd name="connsiteX13" fmla="*/ 35048 w 59491"/>
                  <a:gd name="connsiteY13" fmla="*/ 13623 h 85628"/>
                  <a:gd name="connsiteX14" fmla="*/ 45757 w 59491"/>
                  <a:gd name="connsiteY14" fmla="*/ 27245 h 85628"/>
                  <a:gd name="connsiteX15" fmla="*/ 34075 w 59491"/>
                  <a:gd name="connsiteY15" fmla="*/ 38922 h 8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491" h="85628">
                    <a:moveTo>
                      <a:pt x="38943" y="973"/>
                    </a:moveTo>
                    <a:cubicBezTo>
                      <a:pt x="28233" y="0"/>
                      <a:pt x="17524" y="0"/>
                      <a:pt x="6815" y="0"/>
                    </a:cubicBezTo>
                    <a:cubicBezTo>
                      <a:pt x="974" y="0"/>
                      <a:pt x="0" y="2919"/>
                      <a:pt x="0" y="7784"/>
                    </a:cubicBezTo>
                    <a:cubicBezTo>
                      <a:pt x="0" y="31137"/>
                      <a:pt x="0" y="54491"/>
                      <a:pt x="0" y="77844"/>
                    </a:cubicBezTo>
                    <a:cubicBezTo>
                      <a:pt x="0" y="82709"/>
                      <a:pt x="974" y="85628"/>
                      <a:pt x="6815" y="85628"/>
                    </a:cubicBezTo>
                    <a:cubicBezTo>
                      <a:pt x="12656" y="85628"/>
                      <a:pt x="13630" y="83682"/>
                      <a:pt x="13630" y="77844"/>
                    </a:cubicBezTo>
                    <a:cubicBezTo>
                      <a:pt x="13630" y="69086"/>
                      <a:pt x="13630" y="61302"/>
                      <a:pt x="13630" y="52545"/>
                    </a:cubicBezTo>
                    <a:cubicBezTo>
                      <a:pt x="24339" y="51571"/>
                      <a:pt x="33101" y="51571"/>
                      <a:pt x="41863" y="49625"/>
                    </a:cubicBezTo>
                    <a:cubicBezTo>
                      <a:pt x="54520" y="46706"/>
                      <a:pt x="60361" y="36003"/>
                      <a:pt x="59387" y="23353"/>
                    </a:cubicBezTo>
                    <a:cubicBezTo>
                      <a:pt x="58414" y="11677"/>
                      <a:pt x="50625" y="2919"/>
                      <a:pt x="38943" y="973"/>
                    </a:cubicBezTo>
                    <a:close/>
                    <a:moveTo>
                      <a:pt x="34075" y="38922"/>
                    </a:moveTo>
                    <a:cubicBezTo>
                      <a:pt x="28233" y="38922"/>
                      <a:pt x="21418" y="38922"/>
                      <a:pt x="14603" y="38922"/>
                    </a:cubicBezTo>
                    <a:cubicBezTo>
                      <a:pt x="14603" y="30164"/>
                      <a:pt x="14603" y="22380"/>
                      <a:pt x="14603" y="13623"/>
                    </a:cubicBezTo>
                    <a:cubicBezTo>
                      <a:pt x="21418" y="13623"/>
                      <a:pt x="28233" y="13623"/>
                      <a:pt x="35048" y="13623"/>
                    </a:cubicBezTo>
                    <a:cubicBezTo>
                      <a:pt x="42837" y="14596"/>
                      <a:pt x="46731" y="19461"/>
                      <a:pt x="45757" y="27245"/>
                    </a:cubicBezTo>
                    <a:cubicBezTo>
                      <a:pt x="44784" y="35030"/>
                      <a:pt x="40890" y="37949"/>
                      <a:pt x="34075" y="3892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58" name="Freeform 457">
                <a:extLst>
                  <a:ext uri="{FF2B5EF4-FFF2-40B4-BE49-F238E27FC236}">
                    <a16:creationId xmlns:a16="http://schemas.microsoft.com/office/drawing/2014/main" id="{E5416C74-2708-64C7-77CF-76FE5E547360}"/>
                  </a:ext>
                </a:extLst>
              </p:cNvPr>
              <p:cNvSpPr/>
              <p:nvPr/>
            </p:nvSpPr>
            <p:spPr>
              <a:xfrm>
                <a:off x="5529939" y="1754554"/>
                <a:ext cx="59491" cy="85628"/>
              </a:xfrm>
              <a:custGeom>
                <a:avLst/>
                <a:gdLst>
                  <a:gd name="connsiteX0" fmla="*/ 38943 w 59491"/>
                  <a:gd name="connsiteY0" fmla="*/ 973 h 85628"/>
                  <a:gd name="connsiteX1" fmla="*/ 6815 w 59491"/>
                  <a:gd name="connsiteY1" fmla="*/ 0 h 85628"/>
                  <a:gd name="connsiteX2" fmla="*/ 0 w 59491"/>
                  <a:gd name="connsiteY2" fmla="*/ 7784 h 85628"/>
                  <a:gd name="connsiteX3" fmla="*/ 0 w 59491"/>
                  <a:gd name="connsiteY3" fmla="*/ 77844 h 85628"/>
                  <a:gd name="connsiteX4" fmla="*/ 6815 w 59491"/>
                  <a:gd name="connsiteY4" fmla="*/ 85628 h 85628"/>
                  <a:gd name="connsiteX5" fmla="*/ 13630 w 59491"/>
                  <a:gd name="connsiteY5" fmla="*/ 77844 h 85628"/>
                  <a:gd name="connsiteX6" fmla="*/ 13630 w 59491"/>
                  <a:gd name="connsiteY6" fmla="*/ 51571 h 85628"/>
                  <a:gd name="connsiteX7" fmla="*/ 28233 w 59491"/>
                  <a:gd name="connsiteY7" fmla="*/ 51571 h 85628"/>
                  <a:gd name="connsiteX8" fmla="*/ 41863 w 59491"/>
                  <a:gd name="connsiteY8" fmla="*/ 49625 h 85628"/>
                  <a:gd name="connsiteX9" fmla="*/ 59387 w 59491"/>
                  <a:gd name="connsiteY9" fmla="*/ 23353 h 85628"/>
                  <a:gd name="connsiteX10" fmla="*/ 38943 w 59491"/>
                  <a:gd name="connsiteY10" fmla="*/ 973 h 85628"/>
                  <a:gd name="connsiteX11" fmla="*/ 34075 w 59491"/>
                  <a:gd name="connsiteY11" fmla="*/ 38922 h 85628"/>
                  <a:gd name="connsiteX12" fmla="*/ 14603 w 59491"/>
                  <a:gd name="connsiteY12" fmla="*/ 38922 h 85628"/>
                  <a:gd name="connsiteX13" fmla="*/ 14603 w 59491"/>
                  <a:gd name="connsiteY13" fmla="*/ 13623 h 85628"/>
                  <a:gd name="connsiteX14" fmla="*/ 34075 w 59491"/>
                  <a:gd name="connsiteY14" fmla="*/ 13623 h 85628"/>
                  <a:gd name="connsiteX15" fmla="*/ 45758 w 59491"/>
                  <a:gd name="connsiteY15" fmla="*/ 26272 h 85628"/>
                  <a:gd name="connsiteX16" fmla="*/ 34075 w 59491"/>
                  <a:gd name="connsiteY16" fmla="*/ 38922 h 8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491" h="85628">
                    <a:moveTo>
                      <a:pt x="38943" y="973"/>
                    </a:moveTo>
                    <a:cubicBezTo>
                      <a:pt x="28233" y="0"/>
                      <a:pt x="17524" y="0"/>
                      <a:pt x="6815" y="0"/>
                    </a:cubicBezTo>
                    <a:cubicBezTo>
                      <a:pt x="974" y="0"/>
                      <a:pt x="0" y="2919"/>
                      <a:pt x="0" y="7784"/>
                    </a:cubicBezTo>
                    <a:cubicBezTo>
                      <a:pt x="0" y="31137"/>
                      <a:pt x="0" y="54491"/>
                      <a:pt x="0" y="77844"/>
                    </a:cubicBezTo>
                    <a:cubicBezTo>
                      <a:pt x="0" y="82709"/>
                      <a:pt x="974" y="85628"/>
                      <a:pt x="6815" y="85628"/>
                    </a:cubicBezTo>
                    <a:cubicBezTo>
                      <a:pt x="12656" y="85628"/>
                      <a:pt x="13630" y="83682"/>
                      <a:pt x="13630" y="77844"/>
                    </a:cubicBezTo>
                    <a:cubicBezTo>
                      <a:pt x="13630" y="69086"/>
                      <a:pt x="13630" y="61302"/>
                      <a:pt x="13630" y="51571"/>
                    </a:cubicBezTo>
                    <a:cubicBezTo>
                      <a:pt x="19471" y="51571"/>
                      <a:pt x="23366" y="51571"/>
                      <a:pt x="28233" y="51571"/>
                    </a:cubicBezTo>
                    <a:cubicBezTo>
                      <a:pt x="33101" y="51571"/>
                      <a:pt x="37969" y="51571"/>
                      <a:pt x="41863" y="49625"/>
                    </a:cubicBezTo>
                    <a:cubicBezTo>
                      <a:pt x="54520" y="45733"/>
                      <a:pt x="60361" y="36003"/>
                      <a:pt x="59387" y="23353"/>
                    </a:cubicBezTo>
                    <a:cubicBezTo>
                      <a:pt x="59387" y="11677"/>
                      <a:pt x="51599" y="2919"/>
                      <a:pt x="38943" y="973"/>
                    </a:cubicBezTo>
                    <a:close/>
                    <a:moveTo>
                      <a:pt x="34075" y="38922"/>
                    </a:moveTo>
                    <a:cubicBezTo>
                      <a:pt x="28233" y="38922"/>
                      <a:pt x="21418" y="38922"/>
                      <a:pt x="14603" y="38922"/>
                    </a:cubicBezTo>
                    <a:cubicBezTo>
                      <a:pt x="14603" y="30164"/>
                      <a:pt x="14603" y="22380"/>
                      <a:pt x="14603" y="13623"/>
                    </a:cubicBezTo>
                    <a:cubicBezTo>
                      <a:pt x="21418" y="13623"/>
                      <a:pt x="28233" y="13623"/>
                      <a:pt x="34075" y="13623"/>
                    </a:cubicBezTo>
                    <a:cubicBezTo>
                      <a:pt x="41863" y="14596"/>
                      <a:pt x="45758" y="18488"/>
                      <a:pt x="45758" y="26272"/>
                    </a:cubicBezTo>
                    <a:cubicBezTo>
                      <a:pt x="45758" y="34057"/>
                      <a:pt x="41863" y="37949"/>
                      <a:pt x="34075" y="3892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59" name="Freeform 458">
                <a:extLst>
                  <a:ext uri="{FF2B5EF4-FFF2-40B4-BE49-F238E27FC236}">
                    <a16:creationId xmlns:a16="http://schemas.microsoft.com/office/drawing/2014/main" id="{7F7E224E-ADFE-A131-8C51-B27BFD9756EE}"/>
                  </a:ext>
                </a:extLst>
              </p:cNvPr>
              <p:cNvSpPr/>
              <p:nvPr/>
            </p:nvSpPr>
            <p:spPr>
              <a:xfrm>
                <a:off x="5669159" y="1754122"/>
                <a:ext cx="65228" cy="87625"/>
              </a:xfrm>
              <a:custGeom>
                <a:avLst/>
                <a:gdLst>
                  <a:gd name="connsiteX0" fmla="*/ 59387 w 65228"/>
                  <a:gd name="connsiteY0" fmla="*/ 432 h 87625"/>
                  <a:gd name="connsiteX1" fmla="*/ 6815 w 65228"/>
                  <a:gd name="connsiteY1" fmla="*/ 432 h 87625"/>
                  <a:gd name="connsiteX2" fmla="*/ 0 w 65228"/>
                  <a:gd name="connsiteY2" fmla="*/ 7244 h 87625"/>
                  <a:gd name="connsiteX3" fmla="*/ 6815 w 65228"/>
                  <a:gd name="connsiteY3" fmla="*/ 14055 h 87625"/>
                  <a:gd name="connsiteX4" fmla="*/ 26286 w 65228"/>
                  <a:gd name="connsiteY4" fmla="*/ 14055 h 87625"/>
                  <a:gd name="connsiteX5" fmla="*/ 26286 w 65228"/>
                  <a:gd name="connsiteY5" fmla="*/ 25732 h 87625"/>
                  <a:gd name="connsiteX6" fmla="*/ 26286 w 65228"/>
                  <a:gd name="connsiteY6" fmla="*/ 79249 h 87625"/>
                  <a:gd name="connsiteX7" fmla="*/ 35048 w 65228"/>
                  <a:gd name="connsiteY7" fmla="*/ 87034 h 87625"/>
                  <a:gd name="connsiteX8" fmla="*/ 38943 w 65228"/>
                  <a:gd name="connsiteY8" fmla="*/ 78276 h 87625"/>
                  <a:gd name="connsiteX9" fmla="*/ 38943 w 65228"/>
                  <a:gd name="connsiteY9" fmla="*/ 15028 h 87625"/>
                  <a:gd name="connsiteX10" fmla="*/ 58414 w 65228"/>
                  <a:gd name="connsiteY10" fmla="*/ 15028 h 87625"/>
                  <a:gd name="connsiteX11" fmla="*/ 65229 w 65228"/>
                  <a:gd name="connsiteY11" fmla="*/ 9190 h 87625"/>
                  <a:gd name="connsiteX12" fmla="*/ 59387 w 65228"/>
                  <a:gd name="connsiteY12" fmla="*/ 432 h 8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228" h="87625">
                    <a:moveTo>
                      <a:pt x="59387" y="432"/>
                    </a:moveTo>
                    <a:cubicBezTo>
                      <a:pt x="41863" y="-541"/>
                      <a:pt x="24339" y="432"/>
                      <a:pt x="6815" y="432"/>
                    </a:cubicBezTo>
                    <a:cubicBezTo>
                      <a:pt x="1947" y="432"/>
                      <a:pt x="0" y="2378"/>
                      <a:pt x="0" y="7244"/>
                    </a:cubicBezTo>
                    <a:cubicBezTo>
                      <a:pt x="0" y="12109"/>
                      <a:pt x="1947" y="14055"/>
                      <a:pt x="6815" y="14055"/>
                    </a:cubicBezTo>
                    <a:cubicBezTo>
                      <a:pt x="12656" y="14055"/>
                      <a:pt x="19471" y="14055"/>
                      <a:pt x="26286" y="14055"/>
                    </a:cubicBezTo>
                    <a:cubicBezTo>
                      <a:pt x="26286" y="18920"/>
                      <a:pt x="26286" y="21839"/>
                      <a:pt x="26286" y="25732"/>
                    </a:cubicBezTo>
                    <a:cubicBezTo>
                      <a:pt x="26286" y="43247"/>
                      <a:pt x="26286" y="61734"/>
                      <a:pt x="26286" y="79249"/>
                    </a:cubicBezTo>
                    <a:cubicBezTo>
                      <a:pt x="26286" y="86061"/>
                      <a:pt x="29207" y="88980"/>
                      <a:pt x="35048" y="87034"/>
                    </a:cubicBezTo>
                    <a:cubicBezTo>
                      <a:pt x="36995" y="86061"/>
                      <a:pt x="38943" y="81195"/>
                      <a:pt x="38943" y="78276"/>
                    </a:cubicBezTo>
                    <a:cubicBezTo>
                      <a:pt x="38943" y="57842"/>
                      <a:pt x="38943" y="36435"/>
                      <a:pt x="38943" y="15028"/>
                    </a:cubicBezTo>
                    <a:cubicBezTo>
                      <a:pt x="45757" y="15028"/>
                      <a:pt x="52572" y="16001"/>
                      <a:pt x="58414" y="15028"/>
                    </a:cubicBezTo>
                    <a:cubicBezTo>
                      <a:pt x="61335" y="15028"/>
                      <a:pt x="63282" y="11136"/>
                      <a:pt x="65229" y="9190"/>
                    </a:cubicBezTo>
                    <a:cubicBezTo>
                      <a:pt x="64255" y="5298"/>
                      <a:pt x="62308" y="1406"/>
                      <a:pt x="59387" y="43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94" name="Graphic 450">
            <a:extLst>
              <a:ext uri="{FF2B5EF4-FFF2-40B4-BE49-F238E27FC236}">
                <a16:creationId xmlns:a16="http://schemas.microsoft.com/office/drawing/2014/main" id="{0D046362-5244-51B4-7363-B6A736111175}"/>
              </a:ext>
            </a:extLst>
          </p:cNvPr>
          <p:cNvGrpSpPr/>
          <p:nvPr/>
        </p:nvGrpSpPr>
        <p:grpSpPr>
          <a:xfrm>
            <a:off x="5023036" y="1827930"/>
            <a:ext cx="558825" cy="558528"/>
            <a:chOff x="5356645" y="684203"/>
            <a:chExt cx="558825" cy="558528"/>
          </a:xfrm>
        </p:grpSpPr>
        <p:sp>
          <p:nvSpPr>
            <p:cNvPr id="595" name="Freeform 594">
              <a:extLst>
                <a:ext uri="{FF2B5EF4-FFF2-40B4-BE49-F238E27FC236}">
                  <a16:creationId xmlns:a16="http://schemas.microsoft.com/office/drawing/2014/main" id="{C6EE129B-6B7B-877B-49CB-07D67E2C9F0F}"/>
                </a:ext>
              </a:extLst>
            </p:cNvPr>
            <p:cNvSpPr/>
            <p:nvPr/>
          </p:nvSpPr>
          <p:spPr>
            <a:xfrm>
              <a:off x="5356645" y="68420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96" name="Graphic 450">
              <a:extLst>
                <a:ext uri="{FF2B5EF4-FFF2-40B4-BE49-F238E27FC236}">
                  <a16:creationId xmlns:a16="http://schemas.microsoft.com/office/drawing/2014/main" id="{45D35D0D-BF96-491A-8BD2-835A41B2CB80}"/>
                </a:ext>
              </a:extLst>
            </p:cNvPr>
            <p:cNvGrpSpPr/>
            <p:nvPr/>
          </p:nvGrpSpPr>
          <p:grpSpPr>
            <a:xfrm>
              <a:off x="5414085" y="765748"/>
              <a:ext cx="444918" cy="395247"/>
              <a:chOff x="5414085" y="765748"/>
              <a:chExt cx="444918" cy="395247"/>
            </a:xfrm>
            <a:solidFill>
              <a:srgbClr val="FFFFFF"/>
            </a:solidFill>
          </p:grpSpPr>
          <p:sp>
            <p:nvSpPr>
              <p:cNvPr id="597" name="Freeform 596">
                <a:extLst>
                  <a:ext uri="{FF2B5EF4-FFF2-40B4-BE49-F238E27FC236}">
                    <a16:creationId xmlns:a16="http://schemas.microsoft.com/office/drawing/2014/main" id="{52DBDD74-23B6-234A-44C0-0A8E1B8FC8C9}"/>
                  </a:ext>
                </a:extLst>
              </p:cNvPr>
              <p:cNvSpPr/>
              <p:nvPr/>
            </p:nvSpPr>
            <p:spPr>
              <a:xfrm>
                <a:off x="5707967" y="883543"/>
                <a:ext cx="151037" cy="113981"/>
              </a:xfrm>
              <a:custGeom>
                <a:avLst/>
                <a:gdLst>
                  <a:gd name="connsiteX0" fmla="*/ 117936 w 151037"/>
                  <a:gd name="connsiteY0" fmla="*/ 46841 h 113981"/>
                  <a:gd name="connsiteX1" fmla="*/ 85808 w 151037"/>
                  <a:gd name="connsiteY1" fmla="*/ 72140 h 113981"/>
                  <a:gd name="connsiteX2" fmla="*/ 52707 w 151037"/>
                  <a:gd name="connsiteY2" fmla="*/ 72140 h 113981"/>
                  <a:gd name="connsiteX3" fmla="*/ 43945 w 151037"/>
                  <a:gd name="connsiteY3" fmla="*/ 65329 h 113981"/>
                  <a:gd name="connsiteX4" fmla="*/ 14738 w 151037"/>
                  <a:gd name="connsiteY4" fmla="*/ 3054 h 113981"/>
                  <a:gd name="connsiteX5" fmla="*/ 3055 w 151037"/>
                  <a:gd name="connsiteY5" fmla="*/ 2081 h 113981"/>
                  <a:gd name="connsiteX6" fmla="*/ 2082 w 151037"/>
                  <a:gd name="connsiteY6" fmla="*/ 13757 h 113981"/>
                  <a:gd name="connsiteX7" fmla="*/ 27395 w 151037"/>
                  <a:gd name="connsiteY7" fmla="*/ 67275 h 113981"/>
                  <a:gd name="connsiteX8" fmla="*/ 52707 w 151037"/>
                  <a:gd name="connsiteY8" fmla="*/ 88682 h 113981"/>
                  <a:gd name="connsiteX9" fmla="*/ 85808 w 151037"/>
                  <a:gd name="connsiteY9" fmla="*/ 88682 h 113981"/>
                  <a:gd name="connsiteX10" fmla="*/ 117936 w 151037"/>
                  <a:gd name="connsiteY10" fmla="*/ 113981 h 113981"/>
                  <a:gd name="connsiteX11" fmla="*/ 151037 w 151037"/>
                  <a:gd name="connsiteY11" fmla="*/ 80898 h 113981"/>
                  <a:gd name="connsiteX12" fmla="*/ 117936 w 151037"/>
                  <a:gd name="connsiteY12" fmla="*/ 46841 h 113981"/>
                  <a:gd name="connsiteX13" fmla="*/ 117936 w 151037"/>
                  <a:gd name="connsiteY13" fmla="*/ 96466 h 113981"/>
                  <a:gd name="connsiteX14" fmla="*/ 101385 w 151037"/>
                  <a:gd name="connsiteY14" fmla="*/ 79925 h 113981"/>
                  <a:gd name="connsiteX15" fmla="*/ 117936 w 151037"/>
                  <a:gd name="connsiteY15" fmla="*/ 63383 h 113981"/>
                  <a:gd name="connsiteX16" fmla="*/ 134487 w 151037"/>
                  <a:gd name="connsiteY16" fmla="*/ 79925 h 113981"/>
                  <a:gd name="connsiteX17" fmla="*/ 117936 w 151037"/>
                  <a:gd name="connsiteY17" fmla="*/ 96466 h 11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1037" h="113981">
                    <a:moveTo>
                      <a:pt x="117936" y="46841"/>
                    </a:moveTo>
                    <a:cubicBezTo>
                      <a:pt x="102359" y="46841"/>
                      <a:pt x="89703" y="57544"/>
                      <a:pt x="85808" y="72140"/>
                    </a:cubicBezTo>
                    <a:lnTo>
                      <a:pt x="52707" y="72140"/>
                    </a:lnTo>
                    <a:cubicBezTo>
                      <a:pt x="48813" y="72140"/>
                      <a:pt x="44919" y="69221"/>
                      <a:pt x="43945" y="65329"/>
                    </a:cubicBezTo>
                    <a:cubicBezTo>
                      <a:pt x="41024" y="41976"/>
                      <a:pt x="30315" y="20569"/>
                      <a:pt x="14738" y="3054"/>
                    </a:cubicBezTo>
                    <a:cubicBezTo>
                      <a:pt x="11818" y="-838"/>
                      <a:pt x="5976" y="-838"/>
                      <a:pt x="3055" y="2081"/>
                    </a:cubicBezTo>
                    <a:cubicBezTo>
                      <a:pt x="-839" y="5000"/>
                      <a:pt x="-839" y="10838"/>
                      <a:pt x="2082" y="13757"/>
                    </a:cubicBezTo>
                    <a:cubicBezTo>
                      <a:pt x="15712" y="29326"/>
                      <a:pt x="24474" y="47814"/>
                      <a:pt x="27395" y="67275"/>
                    </a:cubicBezTo>
                    <a:cubicBezTo>
                      <a:pt x="29342" y="79925"/>
                      <a:pt x="40051" y="88682"/>
                      <a:pt x="52707" y="88682"/>
                    </a:cubicBezTo>
                    <a:lnTo>
                      <a:pt x="85808" y="88682"/>
                    </a:lnTo>
                    <a:cubicBezTo>
                      <a:pt x="89703" y="103278"/>
                      <a:pt x="102359" y="113981"/>
                      <a:pt x="117936" y="113981"/>
                    </a:cubicBezTo>
                    <a:cubicBezTo>
                      <a:pt x="136434" y="113981"/>
                      <a:pt x="151037" y="99385"/>
                      <a:pt x="151037" y="80898"/>
                    </a:cubicBezTo>
                    <a:cubicBezTo>
                      <a:pt x="151037" y="61437"/>
                      <a:pt x="136434" y="46841"/>
                      <a:pt x="117936" y="46841"/>
                    </a:cubicBezTo>
                    <a:close/>
                    <a:moveTo>
                      <a:pt x="117936" y="96466"/>
                    </a:moveTo>
                    <a:cubicBezTo>
                      <a:pt x="109174" y="96466"/>
                      <a:pt x="101385" y="88682"/>
                      <a:pt x="101385" y="79925"/>
                    </a:cubicBezTo>
                    <a:cubicBezTo>
                      <a:pt x="101385" y="71167"/>
                      <a:pt x="109174" y="63383"/>
                      <a:pt x="117936" y="63383"/>
                    </a:cubicBezTo>
                    <a:cubicBezTo>
                      <a:pt x="126698" y="63383"/>
                      <a:pt x="134487" y="71167"/>
                      <a:pt x="134487" y="79925"/>
                    </a:cubicBezTo>
                    <a:cubicBezTo>
                      <a:pt x="134487" y="88682"/>
                      <a:pt x="126698" y="96466"/>
                      <a:pt x="117936" y="9646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8" name="Freeform 597">
                <a:extLst>
                  <a:ext uri="{FF2B5EF4-FFF2-40B4-BE49-F238E27FC236}">
                    <a16:creationId xmlns:a16="http://schemas.microsoft.com/office/drawing/2014/main" id="{79A792A7-5642-0171-DED7-097BC22FD76E}"/>
                  </a:ext>
                </a:extLst>
              </p:cNvPr>
              <p:cNvSpPr/>
              <p:nvPr/>
            </p:nvSpPr>
            <p:spPr>
              <a:xfrm>
                <a:off x="5604717" y="766515"/>
                <a:ext cx="160520" cy="106459"/>
              </a:xfrm>
              <a:custGeom>
                <a:avLst/>
                <a:gdLst>
                  <a:gd name="connsiteX0" fmla="*/ 10896 w 160520"/>
                  <a:gd name="connsiteY0" fmla="*/ 98675 h 106459"/>
                  <a:gd name="connsiteX1" fmla="*/ 32314 w 160520"/>
                  <a:gd name="connsiteY1" fmla="*/ 96729 h 106459"/>
                  <a:gd name="connsiteX2" fmla="*/ 70283 w 160520"/>
                  <a:gd name="connsiteY2" fmla="*/ 104513 h 106459"/>
                  <a:gd name="connsiteX3" fmla="*/ 80019 w 160520"/>
                  <a:gd name="connsiteY3" fmla="*/ 106459 h 106459"/>
                  <a:gd name="connsiteX4" fmla="*/ 101437 w 160520"/>
                  <a:gd name="connsiteY4" fmla="*/ 93810 h 106459"/>
                  <a:gd name="connsiteX5" fmla="*/ 117988 w 160520"/>
                  <a:gd name="connsiteY5" fmla="*/ 65591 h 106459"/>
                  <a:gd name="connsiteX6" fmla="*/ 126750 w 160520"/>
                  <a:gd name="connsiteY6" fmla="*/ 66564 h 106459"/>
                  <a:gd name="connsiteX7" fmla="*/ 135512 w 160520"/>
                  <a:gd name="connsiteY7" fmla="*/ 65591 h 106459"/>
                  <a:gd name="connsiteX8" fmla="*/ 155957 w 160520"/>
                  <a:gd name="connsiteY8" fmla="*/ 50022 h 106459"/>
                  <a:gd name="connsiteX9" fmla="*/ 158877 w 160520"/>
                  <a:gd name="connsiteY9" fmla="*/ 24723 h 106459"/>
                  <a:gd name="connsiteX10" fmla="*/ 143300 w 160520"/>
                  <a:gd name="connsiteY10" fmla="*/ 4289 h 106459"/>
                  <a:gd name="connsiteX11" fmla="*/ 97543 w 160520"/>
                  <a:gd name="connsiteY11" fmla="*/ 16939 h 106459"/>
                  <a:gd name="connsiteX12" fmla="*/ 103384 w 160520"/>
                  <a:gd name="connsiteY12" fmla="*/ 57807 h 106459"/>
                  <a:gd name="connsiteX13" fmla="*/ 86834 w 160520"/>
                  <a:gd name="connsiteY13" fmla="*/ 86025 h 106459"/>
                  <a:gd name="connsiteX14" fmla="*/ 76124 w 160520"/>
                  <a:gd name="connsiteY14" fmla="*/ 89917 h 106459"/>
                  <a:gd name="connsiteX15" fmla="*/ 31341 w 160520"/>
                  <a:gd name="connsiteY15" fmla="*/ 81160 h 106459"/>
                  <a:gd name="connsiteX16" fmla="*/ 7001 w 160520"/>
                  <a:gd name="connsiteY16" fmla="*/ 84079 h 106459"/>
                  <a:gd name="connsiteX17" fmla="*/ 187 w 160520"/>
                  <a:gd name="connsiteY17" fmla="*/ 93810 h 106459"/>
                  <a:gd name="connsiteX18" fmla="*/ 10896 w 160520"/>
                  <a:gd name="connsiteY18" fmla="*/ 98675 h 106459"/>
                  <a:gd name="connsiteX19" fmla="*/ 112146 w 160520"/>
                  <a:gd name="connsiteY19" fmla="*/ 24723 h 106459"/>
                  <a:gd name="connsiteX20" fmla="*/ 134538 w 160520"/>
                  <a:gd name="connsiteY20" fmla="*/ 18885 h 106459"/>
                  <a:gd name="connsiteX21" fmla="*/ 142327 w 160520"/>
                  <a:gd name="connsiteY21" fmla="*/ 28615 h 106459"/>
                  <a:gd name="connsiteX22" fmla="*/ 140380 w 160520"/>
                  <a:gd name="connsiteY22" fmla="*/ 41265 h 106459"/>
                  <a:gd name="connsiteX23" fmla="*/ 130644 w 160520"/>
                  <a:gd name="connsiteY23" fmla="*/ 49049 h 106459"/>
                  <a:gd name="connsiteX24" fmla="*/ 117988 w 160520"/>
                  <a:gd name="connsiteY24" fmla="*/ 47103 h 106459"/>
                  <a:gd name="connsiteX25" fmla="*/ 112146 w 160520"/>
                  <a:gd name="connsiteY25" fmla="*/ 24723 h 10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0520" h="106459">
                    <a:moveTo>
                      <a:pt x="10896" y="98675"/>
                    </a:moveTo>
                    <a:cubicBezTo>
                      <a:pt x="17711" y="96729"/>
                      <a:pt x="24526" y="96729"/>
                      <a:pt x="32314" y="96729"/>
                    </a:cubicBezTo>
                    <a:cubicBezTo>
                      <a:pt x="45944" y="96729"/>
                      <a:pt x="58600" y="99648"/>
                      <a:pt x="70283" y="104513"/>
                    </a:cubicBezTo>
                    <a:cubicBezTo>
                      <a:pt x="73204" y="105486"/>
                      <a:pt x="76124" y="106459"/>
                      <a:pt x="80019" y="106459"/>
                    </a:cubicBezTo>
                    <a:cubicBezTo>
                      <a:pt x="88781" y="106459"/>
                      <a:pt x="97543" y="101594"/>
                      <a:pt x="101437" y="93810"/>
                    </a:cubicBezTo>
                    <a:lnTo>
                      <a:pt x="117988" y="65591"/>
                    </a:lnTo>
                    <a:cubicBezTo>
                      <a:pt x="120908" y="66564"/>
                      <a:pt x="123829" y="66564"/>
                      <a:pt x="126750" y="66564"/>
                    </a:cubicBezTo>
                    <a:cubicBezTo>
                      <a:pt x="129670" y="66564"/>
                      <a:pt x="132591" y="66564"/>
                      <a:pt x="135512" y="65591"/>
                    </a:cubicBezTo>
                    <a:cubicBezTo>
                      <a:pt x="144274" y="63645"/>
                      <a:pt x="151089" y="57807"/>
                      <a:pt x="155957" y="50022"/>
                    </a:cubicBezTo>
                    <a:cubicBezTo>
                      <a:pt x="160825" y="42238"/>
                      <a:pt x="161798" y="33481"/>
                      <a:pt x="158877" y="24723"/>
                    </a:cubicBezTo>
                    <a:cubicBezTo>
                      <a:pt x="156930" y="15966"/>
                      <a:pt x="151089" y="9155"/>
                      <a:pt x="143300" y="4289"/>
                    </a:cubicBezTo>
                    <a:cubicBezTo>
                      <a:pt x="127723" y="-4468"/>
                      <a:pt x="107279" y="397"/>
                      <a:pt x="97543" y="16939"/>
                    </a:cubicBezTo>
                    <a:cubicBezTo>
                      <a:pt x="89754" y="30562"/>
                      <a:pt x="92675" y="47103"/>
                      <a:pt x="103384" y="57807"/>
                    </a:cubicBezTo>
                    <a:lnTo>
                      <a:pt x="86834" y="86025"/>
                    </a:lnTo>
                    <a:cubicBezTo>
                      <a:pt x="84887" y="89917"/>
                      <a:pt x="80019" y="90890"/>
                      <a:pt x="76124" y="89917"/>
                    </a:cubicBezTo>
                    <a:cubicBezTo>
                      <a:pt x="61521" y="84079"/>
                      <a:pt x="46918" y="81160"/>
                      <a:pt x="31341" y="81160"/>
                    </a:cubicBezTo>
                    <a:cubicBezTo>
                      <a:pt x="23552" y="81160"/>
                      <a:pt x="14790" y="82133"/>
                      <a:pt x="7001" y="84079"/>
                    </a:cubicBezTo>
                    <a:cubicBezTo>
                      <a:pt x="2134" y="85052"/>
                      <a:pt x="-787" y="89917"/>
                      <a:pt x="187" y="93810"/>
                    </a:cubicBezTo>
                    <a:cubicBezTo>
                      <a:pt x="2134" y="96729"/>
                      <a:pt x="6028" y="99648"/>
                      <a:pt x="10896" y="98675"/>
                    </a:cubicBezTo>
                    <a:close/>
                    <a:moveTo>
                      <a:pt x="112146" y="24723"/>
                    </a:moveTo>
                    <a:cubicBezTo>
                      <a:pt x="117014" y="16939"/>
                      <a:pt x="126750" y="14020"/>
                      <a:pt x="134538" y="18885"/>
                    </a:cubicBezTo>
                    <a:cubicBezTo>
                      <a:pt x="138433" y="20831"/>
                      <a:pt x="141353" y="24723"/>
                      <a:pt x="142327" y="28615"/>
                    </a:cubicBezTo>
                    <a:cubicBezTo>
                      <a:pt x="143300" y="32508"/>
                      <a:pt x="143300" y="37373"/>
                      <a:pt x="140380" y="41265"/>
                    </a:cubicBezTo>
                    <a:cubicBezTo>
                      <a:pt x="138433" y="45157"/>
                      <a:pt x="134538" y="48076"/>
                      <a:pt x="130644" y="49049"/>
                    </a:cubicBezTo>
                    <a:cubicBezTo>
                      <a:pt x="126750" y="50022"/>
                      <a:pt x="121882" y="50022"/>
                      <a:pt x="117988" y="47103"/>
                    </a:cubicBezTo>
                    <a:cubicBezTo>
                      <a:pt x="110199" y="43211"/>
                      <a:pt x="107279" y="32508"/>
                      <a:pt x="112146" y="2472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9" name="Freeform 598">
                <a:extLst>
                  <a:ext uri="{FF2B5EF4-FFF2-40B4-BE49-F238E27FC236}">
                    <a16:creationId xmlns:a16="http://schemas.microsoft.com/office/drawing/2014/main" id="{9A8F3857-2DDA-51AD-720F-C8184DAD4CE6}"/>
                  </a:ext>
                </a:extLst>
              </p:cNvPr>
              <p:cNvSpPr/>
              <p:nvPr/>
            </p:nvSpPr>
            <p:spPr>
              <a:xfrm>
                <a:off x="5508123" y="1053043"/>
                <a:ext cx="160248" cy="106979"/>
              </a:xfrm>
              <a:custGeom>
                <a:avLst/>
                <a:gdLst>
                  <a:gd name="connsiteX0" fmla="*/ 149353 w 160248"/>
                  <a:gd name="connsiteY0" fmla="*/ 7729 h 106979"/>
                  <a:gd name="connsiteX1" fmla="*/ 127934 w 160248"/>
                  <a:gd name="connsiteY1" fmla="*/ 9675 h 106979"/>
                  <a:gd name="connsiteX2" fmla="*/ 89965 w 160248"/>
                  <a:gd name="connsiteY2" fmla="*/ 1890 h 106979"/>
                  <a:gd name="connsiteX3" fmla="*/ 58811 w 160248"/>
                  <a:gd name="connsiteY3" fmla="*/ 12594 h 106979"/>
                  <a:gd name="connsiteX4" fmla="*/ 42261 w 160248"/>
                  <a:gd name="connsiteY4" fmla="*/ 40812 h 106979"/>
                  <a:gd name="connsiteX5" fmla="*/ 24736 w 160248"/>
                  <a:gd name="connsiteY5" fmla="*/ 40812 h 106979"/>
                  <a:gd name="connsiteX6" fmla="*/ 4292 w 160248"/>
                  <a:gd name="connsiteY6" fmla="*/ 56381 h 106979"/>
                  <a:gd name="connsiteX7" fmla="*/ 16948 w 160248"/>
                  <a:gd name="connsiteY7" fmla="*/ 102114 h 106979"/>
                  <a:gd name="connsiteX8" fmla="*/ 33498 w 160248"/>
                  <a:gd name="connsiteY8" fmla="*/ 106979 h 106979"/>
                  <a:gd name="connsiteX9" fmla="*/ 62705 w 160248"/>
                  <a:gd name="connsiteY9" fmla="*/ 90438 h 106979"/>
                  <a:gd name="connsiteX10" fmla="*/ 56864 w 160248"/>
                  <a:gd name="connsiteY10" fmla="*/ 49570 h 106979"/>
                  <a:gd name="connsiteX11" fmla="*/ 73415 w 160248"/>
                  <a:gd name="connsiteY11" fmla="*/ 21351 h 106979"/>
                  <a:gd name="connsiteX12" fmla="*/ 84124 w 160248"/>
                  <a:gd name="connsiteY12" fmla="*/ 17459 h 106979"/>
                  <a:gd name="connsiteX13" fmla="*/ 128908 w 160248"/>
                  <a:gd name="connsiteY13" fmla="*/ 26217 h 106979"/>
                  <a:gd name="connsiteX14" fmla="*/ 153247 w 160248"/>
                  <a:gd name="connsiteY14" fmla="*/ 23297 h 106979"/>
                  <a:gd name="connsiteX15" fmla="*/ 160062 w 160248"/>
                  <a:gd name="connsiteY15" fmla="*/ 13567 h 106979"/>
                  <a:gd name="connsiteX16" fmla="*/ 149353 w 160248"/>
                  <a:gd name="connsiteY16" fmla="*/ 7729 h 106979"/>
                  <a:gd name="connsiteX17" fmla="*/ 48102 w 160248"/>
                  <a:gd name="connsiteY17" fmla="*/ 82653 h 106979"/>
                  <a:gd name="connsiteX18" fmla="*/ 25710 w 160248"/>
                  <a:gd name="connsiteY18" fmla="*/ 88491 h 106979"/>
                  <a:gd name="connsiteX19" fmla="*/ 19869 w 160248"/>
                  <a:gd name="connsiteY19" fmla="*/ 66111 h 106979"/>
                  <a:gd name="connsiteX20" fmla="*/ 29604 w 160248"/>
                  <a:gd name="connsiteY20" fmla="*/ 58327 h 106979"/>
                  <a:gd name="connsiteX21" fmla="*/ 42261 w 160248"/>
                  <a:gd name="connsiteY21" fmla="*/ 60273 h 106979"/>
                  <a:gd name="connsiteX22" fmla="*/ 48102 w 160248"/>
                  <a:gd name="connsiteY22" fmla="*/ 82653 h 10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248" h="106979">
                    <a:moveTo>
                      <a:pt x="149353" y="7729"/>
                    </a:moveTo>
                    <a:cubicBezTo>
                      <a:pt x="142538" y="9675"/>
                      <a:pt x="135723" y="9675"/>
                      <a:pt x="127934" y="9675"/>
                    </a:cubicBezTo>
                    <a:cubicBezTo>
                      <a:pt x="114304" y="9675"/>
                      <a:pt x="101648" y="6756"/>
                      <a:pt x="89965" y="1890"/>
                    </a:cubicBezTo>
                    <a:cubicBezTo>
                      <a:pt x="78282" y="-2975"/>
                      <a:pt x="64653" y="1890"/>
                      <a:pt x="58811" y="12594"/>
                    </a:cubicBezTo>
                    <a:lnTo>
                      <a:pt x="42261" y="40812"/>
                    </a:lnTo>
                    <a:cubicBezTo>
                      <a:pt x="36419" y="38866"/>
                      <a:pt x="30578" y="38866"/>
                      <a:pt x="24736" y="40812"/>
                    </a:cubicBezTo>
                    <a:cubicBezTo>
                      <a:pt x="15974" y="42758"/>
                      <a:pt x="9159" y="48597"/>
                      <a:pt x="4292" y="56381"/>
                    </a:cubicBezTo>
                    <a:cubicBezTo>
                      <a:pt x="-4471" y="71950"/>
                      <a:pt x="397" y="92384"/>
                      <a:pt x="16948" y="102114"/>
                    </a:cubicBezTo>
                    <a:cubicBezTo>
                      <a:pt x="21816" y="105033"/>
                      <a:pt x="27657" y="106979"/>
                      <a:pt x="33498" y="106979"/>
                    </a:cubicBezTo>
                    <a:cubicBezTo>
                      <a:pt x="45181" y="106979"/>
                      <a:pt x="55890" y="101141"/>
                      <a:pt x="62705" y="90438"/>
                    </a:cubicBezTo>
                    <a:cubicBezTo>
                      <a:pt x="70494" y="76815"/>
                      <a:pt x="67573" y="60273"/>
                      <a:pt x="56864" y="49570"/>
                    </a:cubicBezTo>
                    <a:lnTo>
                      <a:pt x="73415" y="21351"/>
                    </a:lnTo>
                    <a:cubicBezTo>
                      <a:pt x="75362" y="17459"/>
                      <a:pt x="80230" y="16486"/>
                      <a:pt x="84124" y="17459"/>
                    </a:cubicBezTo>
                    <a:cubicBezTo>
                      <a:pt x="98727" y="23297"/>
                      <a:pt x="113331" y="26217"/>
                      <a:pt x="128908" y="26217"/>
                    </a:cubicBezTo>
                    <a:cubicBezTo>
                      <a:pt x="136696" y="26217"/>
                      <a:pt x="145458" y="25243"/>
                      <a:pt x="153247" y="23297"/>
                    </a:cubicBezTo>
                    <a:cubicBezTo>
                      <a:pt x="158115" y="22324"/>
                      <a:pt x="161035" y="17459"/>
                      <a:pt x="160062" y="13567"/>
                    </a:cubicBezTo>
                    <a:cubicBezTo>
                      <a:pt x="158115" y="9675"/>
                      <a:pt x="154220" y="6756"/>
                      <a:pt x="149353" y="7729"/>
                    </a:cubicBezTo>
                    <a:close/>
                    <a:moveTo>
                      <a:pt x="48102" y="82653"/>
                    </a:moveTo>
                    <a:cubicBezTo>
                      <a:pt x="43234" y="90438"/>
                      <a:pt x="33498" y="93357"/>
                      <a:pt x="25710" y="88491"/>
                    </a:cubicBezTo>
                    <a:cubicBezTo>
                      <a:pt x="17921" y="83626"/>
                      <a:pt x="15001" y="73896"/>
                      <a:pt x="19869" y="66111"/>
                    </a:cubicBezTo>
                    <a:cubicBezTo>
                      <a:pt x="21816" y="62219"/>
                      <a:pt x="25710" y="59300"/>
                      <a:pt x="29604" y="58327"/>
                    </a:cubicBezTo>
                    <a:cubicBezTo>
                      <a:pt x="33498" y="57354"/>
                      <a:pt x="38366" y="57354"/>
                      <a:pt x="42261" y="60273"/>
                    </a:cubicBezTo>
                    <a:cubicBezTo>
                      <a:pt x="50049" y="64165"/>
                      <a:pt x="52970" y="74869"/>
                      <a:pt x="48102" y="8265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0" name="Freeform 599">
                <a:extLst>
                  <a:ext uri="{FF2B5EF4-FFF2-40B4-BE49-F238E27FC236}">
                    <a16:creationId xmlns:a16="http://schemas.microsoft.com/office/drawing/2014/main" id="{F48BC3D0-FCCF-F660-02CE-A9B852BEB0B5}"/>
                  </a:ext>
                </a:extLst>
              </p:cNvPr>
              <p:cNvSpPr/>
              <p:nvPr/>
            </p:nvSpPr>
            <p:spPr>
              <a:xfrm>
                <a:off x="5508330" y="765748"/>
                <a:ext cx="76922" cy="172420"/>
              </a:xfrm>
              <a:custGeom>
                <a:avLst/>
                <a:gdLst>
                  <a:gd name="connsiteX0" fmla="*/ 24530 w 76922"/>
                  <a:gd name="connsiteY0" fmla="*/ 66358 h 172420"/>
                  <a:gd name="connsiteX1" fmla="*/ 33292 w 76922"/>
                  <a:gd name="connsiteY1" fmla="*/ 67331 h 172420"/>
                  <a:gd name="connsiteX2" fmla="*/ 42054 w 76922"/>
                  <a:gd name="connsiteY2" fmla="*/ 66358 h 172420"/>
                  <a:gd name="connsiteX3" fmla="*/ 58605 w 76922"/>
                  <a:gd name="connsiteY3" fmla="*/ 94576 h 172420"/>
                  <a:gd name="connsiteX4" fmla="*/ 56658 w 76922"/>
                  <a:gd name="connsiteY4" fmla="*/ 105280 h 172420"/>
                  <a:gd name="connsiteX5" fmla="*/ 16742 w 76922"/>
                  <a:gd name="connsiteY5" fmla="*/ 161717 h 172420"/>
                  <a:gd name="connsiteX6" fmla="*/ 22583 w 76922"/>
                  <a:gd name="connsiteY6" fmla="*/ 172420 h 172420"/>
                  <a:gd name="connsiteX7" fmla="*/ 25504 w 76922"/>
                  <a:gd name="connsiteY7" fmla="*/ 172420 h 172420"/>
                  <a:gd name="connsiteX8" fmla="*/ 33292 w 76922"/>
                  <a:gd name="connsiteY8" fmla="*/ 166582 h 172420"/>
                  <a:gd name="connsiteX9" fmla="*/ 67367 w 76922"/>
                  <a:gd name="connsiteY9" fmla="*/ 117930 h 172420"/>
                  <a:gd name="connsiteX10" fmla="*/ 73208 w 76922"/>
                  <a:gd name="connsiteY10" fmla="*/ 85819 h 172420"/>
                  <a:gd name="connsiteX11" fmla="*/ 56658 w 76922"/>
                  <a:gd name="connsiteY11" fmla="*/ 57601 h 172420"/>
                  <a:gd name="connsiteX12" fmla="*/ 62499 w 76922"/>
                  <a:gd name="connsiteY12" fmla="*/ 16733 h 172420"/>
                  <a:gd name="connsiteX13" fmla="*/ 16742 w 76922"/>
                  <a:gd name="connsiteY13" fmla="*/ 4083 h 172420"/>
                  <a:gd name="connsiteX14" fmla="*/ 4085 w 76922"/>
                  <a:gd name="connsiteY14" fmla="*/ 49816 h 172420"/>
                  <a:gd name="connsiteX15" fmla="*/ 24530 w 76922"/>
                  <a:gd name="connsiteY15" fmla="*/ 66358 h 172420"/>
                  <a:gd name="connsiteX16" fmla="*/ 25504 w 76922"/>
                  <a:gd name="connsiteY16" fmla="*/ 19652 h 172420"/>
                  <a:gd name="connsiteX17" fmla="*/ 34266 w 76922"/>
                  <a:gd name="connsiteY17" fmla="*/ 17706 h 172420"/>
                  <a:gd name="connsiteX18" fmla="*/ 48869 w 76922"/>
                  <a:gd name="connsiteY18" fmla="*/ 26463 h 172420"/>
                  <a:gd name="connsiteX19" fmla="*/ 43028 w 76922"/>
                  <a:gd name="connsiteY19" fmla="*/ 48843 h 172420"/>
                  <a:gd name="connsiteX20" fmla="*/ 30372 w 76922"/>
                  <a:gd name="connsiteY20" fmla="*/ 50789 h 172420"/>
                  <a:gd name="connsiteX21" fmla="*/ 20636 w 76922"/>
                  <a:gd name="connsiteY21" fmla="*/ 43005 h 172420"/>
                  <a:gd name="connsiteX22" fmla="*/ 25504 w 76922"/>
                  <a:gd name="connsiteY22" fmla="*/ 19652 h 17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922" h="172420">
                    <a:moveTo>
                      <a:pt x="24530" y="66358"/>
                    </a:moveTo>
                    <a:cubicBezTo>
                      <a:pt x="27451" y="67331"/>
                      <a:pt x="30372" y="67331"/>
                      <a:pt x="33292" y="67331"/>
                    </a:cubicBezTo>
                    <a:cubicBezTo>
                      <a:pt x="36213" y="67331"/>
                      <a:pt x="39134" y="67331"/>
                      <a:pt x="42054" y="66358"/>
                    </a:cubicBezTo>
                    <a:lnTo>
                      <a:pt x="58605" y="94576"/>
                    </a:lnTo>
                    <a:cubicBezTo>
                      <a:pt x="60552" y="98469"/>
                      <a:pt x="59578" y="102361"/>
                      <a:pt x="56658" y="105280"/>
                    </a:cubicBezTo>
                    <a:cubicBezTo>
                      <a:pt x="38160" y="119876"/>
                      <a:pt x="24530" y="139337"/>
                      <a:pt x="16742" y="161717"/>
                    </a:cubicBezTo>
                    <a:cubicBezTo>
                      <a:pt x="15768" y="166582"/>
                      <a:pt x="17715" y="170474"/>
                      <a:pt x="22583" y="172420"/>
                    </a:cubicBezTo>
                    <a:cubicBezTo>
                      <a:pt x="23557" y="172420"/>
                      <a:pt x="24530" y="172420"/>
                      <a:pt x="25504" y="172420"/>
                    </a:cubicBezTo>
                    <a:cubicBezTo>
                      <a:pt x="29398" y="172420"/>
                      <a:pt x="32319" y="170474"/>
                      <a:pt x="33292" y="166582"/>
                    </a:cubicBezTo>
                    <a:cubicBezTo>
                      <a:pt x="39134" y="147121"/>
                      <a:pt x="51790" y="130579"/>
                      <a:pt x="67367" y="117930"/>
                    </a:cubicBezTo>
                    <a:cubicBezTo>
                      <a:pt x="77103" y="110145"/>
                      <a:pt x="80023" y="96523"/>
                      <a:pt x="73208" y="85819"/>
                    </a:cubicBezTo>
                    <a:lnTo>
                      <a:pt x="56658" y="57601"/>
                    </a:lnTo>
                    <a:cubicBezTo>
                      <a:pt x="67367" y="46897"/>
                      <a:pt x="70288" y="30355"/>
                      <a:pt x="62499" y="16733"/>
                    </a:cubicBezTo>
                    <a:cubicBezTo>
                      <a:pt x="53737" y="1164"/>
                      <a:pt x="33292" y="-4674"/>
                      <a:pt x="16742" y="4083"/>
                    </a:cubicBezTo>
                    <a:cubicBezTo>
                      <a:pt x="1165" y="12841"/>
                      <a:pt x="-4677" y="33275"/>
                      <a:pt x="4085" y="49816"/>
                    </a:cubicBezTo>
                    <a:cubicBezTo>
                      <a:pt x="8953" y="58574"/>
                      <a:pt x="16742" y="63439"/>
                      <a:pt x="24530" y="66358"/>
                    </a:cubicBezTo>
                    <a:close/>
                    <a:moveTo>
                      <a:pt x="25504" y="19652"/>
                    </a:moveTo>
                    <a:cubicBezTo>
                      <a:pt x="28424" y="17706"/>
                      <a:pt x="31345" y="17706"/>
                      <a:pt x="34266" y="17706"/>
                    </a:cubicBezTo>
                    <a:cubicBezTo>
                      <a:pt x="40107" y="17706"/>
                      <a:pt x="45949" y="20625"/>
                      <a:pt x="48869" y="26463"/>
                    </a:cubicBezTo>
                    <a:cubicBezTo>
                      <a:pt x="53737" y="34248"/>
                      <a:pt x="50816" y="44951"/>
                      <a:pt x="43028" y="48843"/>
                    </a:cubicBezTo>
                    <a:cubicBezTo>
                      <a:pt x="39134" y="50789"/>
                      <a:pt x="34266" y="51762"/>
                      <a:pt x="30372" y="50789"/>
                    </a:cubicBezTo>
                    <a:cubicBezTo>
                      <a:pt x="26477" y="49816"/>
                      <a:pt x="22583" y="46897"/>
                      <a:pt x="20636" y="43005"/>
                    </a:cubicBezTo>
                    <a:cubicBezTo>
                      <a:pt x="14795" y="34248"/>
                      <a:pt x="16742" y="24517"/>
                      <a:pt x="25504" y="1965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1" name="Freeform 600">
                <a:extLst>
                  <a:ext uri="{FF2B5EF4-FFF2-40B4-BE49-F238E27FC236}">
                    <a16:creationId xmlns:a16="http://schemas.microsoft.com/office/drawing/2014/main" id="{907618C9-6FD5-C2F6-1623-B556111D8360}"/>
                  </a:ext>
                </a:extLst>
              </p:cNvPr>
              <p:cNvSpPr/>
              <p:nvPr/>
            </p:nvSpPr>
            <p:spPr>
              <a:xfrm>
                <a:off x="5414085" y="930384"/>
                <a:ext cx="150063" cy="113846"/>
              </a:xfrm>
              <a:custGeom>
                <a:avLst/>
                <a:gdLst>
                  <a:gd name="connsiteX0" fmla="*/ 106118 w 150063"/>
                  <a:gd name="connsiteY0" fmla="*/ 48652 h 113846"/>
                  <a:gd name="connsiteX1" fmla="*/ 135325 w 150063"/>
                  <a:gd name="connsiteY1" fmla="*/ 110927 h 113846"/>
                  <a:gd name="connsiteX2" fmla="*/ 141167 w 150063"/>
                  <a:gd name="connsiteY2" fmla="*/ 113846 h 113846"/>
                  <a:gd name="connsiteX3" fmla="*/ 147008 w 150063"/>
                  <a:gd name="connsiteY3" fmla="*/ 111900 h 113846"/>
                  <a:gd name="connsiteX4" fmla="*/ 147982 w 150063"/>
                  <a:gd name="connsiteY4" fmla="*/ 100224 h 113846"/>
                  <a:gd name="connsiteX5" fmla="*/ 122669 w 150063"/>
                  <a:gd name="connsiteY5" fmla="*/ 46706 h 113846"/>
                  <a:gd name="connsiteX6" fmla="*/ 97356 w 150063"/>
                  <a:gd name="connsiteY6" fmla="*/ 25299 h 113846"/>
                  <a:gd name="connsiteX7" fmla="*/ 65229 w 150063"/>
                  <a:gd name="connsiteY7" fmla="*/ 25299 h 113846"/>
                  <a:gd name="connsiteX8" fmla="*/ 33101 w 150063"/>
                  <a:gd name="connsiteY8" fmla="*/ 0 h 113846"/>
                  <a:gd name="connsiteX9" fmla="*/ 0 w 150063"/>
                  <a:gd name="connsiteY9" fmla="*/ 33084 h 113846"/>
                  <a:gd name="connsiteX10" fmla="*/ 33101 w 150063"/>
                  <a:gd name="connsiteY10" fmla="*/ 66167 h 113846"/>
                  <a:gd name="connsiteX11" fmla="*/ 65229 w 150063"/>
                  <a:gd name="connsiteY11" fmla="*/ 40868 h 113846"/>
                  <a:gd name="connsiteX12" fmla="*/ 98330 w 150063"/>
                  <a:gd name="connsiteY12" fmla="*/ 40868 h 113846"/>
                  <a:gd name="connsiteX13" fmla="*/ 106118 w 150063"/>
                  <a:gd name="connsiteY13" fmla="*/ 48652 h 113846"/>
                  <a:gd name="connsiteX14" fmla="*/ 33101 w 150063"/>
                  <a:gd name="connsiteY14" fmla="*/ 49625 h 113846"/>
                  <a:gd name="connsiteX15" fmla="*/ 16551 w 150063"/>
                  <a:gd name="connsiteY15" fmla="*/ 33084 h 113846"/>
                  <a:gd name="connsiteX16" fmla="*/ 33101 w 150063"/>
                  <a:gd name="connsiteY16" fmla="*/ 16542 h 113846"/>
                  <a:gd name="connsiteX17" fmla="*/ 49652 w 150063"/>
                  <a:gd name="connsiteY17" fmla="*/ 33084 h 113846"/>
                  <a:gd name="connsiteX18" fmla="*/ 33101 w 150063"/>
                  <a:gd name="connsiteY18" fmla="*/ 49625 h 11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0063" h="113846">
                    <a:moveTo>
                      <a:pt x="106118" y="48652"/>
                    </a:moveTo>
                    <a:cubicBezTo>
                      <a:pt x="109039" y="72005"/>
                      <a:pt x="119748" y="93412"/>
                      <a:pt x="135325" y="110927"/>
                    </a:cubicBezTo>
                    <a:cubicBezTo>
                      <a:pt x="137273" y="112873"/>
                      <a:pt x="139220" y="113846"/>
                      <a:pt x="141167" y="113846"/>
                    </a:cubicBezTo>
                    <a:cubicBezTo>
                      <a:pt x="143114" y="113846"/>
                      <a:pt x="145061" y="112873"/>
                      <a:pt x="147008" y="111900"/>
                    </a:cubicBezTo>
                    <a:cubicBezTo>
                      <a:pt x="150902" y="108981"/>
                      <a:pt x="150902" y="103143"/>
                      <a:pt x="147982" y="100224"/>
                    </a:cubicBezTo>
                    <a:cubicBezTo>
                      <a:pt x="134352" y="84655"/>
                      <a:pt x="125590" y="66167"/>
                      <a:pt x="122669" y="46706"/>
                    </a:cubicBezTo>
                    <a:cubicBezTo>
                      <a:pt x="120722" y="34057"/>
                      <a:pt x="110013" y="25299"/>
                      <a:pt x="97356" y="25299"/>
                    </a:cubicBezTo>
                    <a:lnTo>
                      <a:pt x="65229" y="25299"/>
                    </a:lnTo>
                    <a:cubicBezTo>
                      <a:pt x="61335" y="10703"/>
                      <a:pt x="48678" y="0"/>
                      <a:pt x="33101" y="0"/>
                    </a:cubicBezTo>
                    <a:cubicBezTo>
                      <a:pt x="14603" y="0"/>
                      <a:pt x="0" y="14596"/>
                      <a:pt x="0" y="33084"/>
                    </a:cubicBezTo>
                    <a:cubicBezTo>
                      <a:pt x="0" y="51571"/>
                      <a:pt x="14603" y="66167"/>
                      <a:pt x="33101" y="66167"/>
                    </a:cubicBezTo>
                    <a:cubicBezTo>
                      <a:pt x="48678" y="66167"/>
                      <a:pt x="61335" y="55464"/>
                      <a:pt x="65229" y="40868"/>
                    </a:cubicBezTo>
                    <a:lnTo>
                      <a:pt x="98330" y="40868"/>
                    </a:lnTo>
                    <a:cubicBezTo>
                      <a:pt x="102224" y="40868"/>
                      <a:pt x="106118" y="44760"/>
                      <a:pt x="106118" y="48652"/>
                    </a:cubicBezTo>
                    <a:close/>
                    <a:moveTo>
                      <a:pt x="33101" y="49625"/>
                    </a:moveTo>
                    <a:cubicBezTo>
                      <a:pt x="24339" y="49625"/>
                      <a:pt x="16551" y="41841"/>
                      <a:pt x="16551" y="33084"/>
                    </a:cubicBezTo>
                    <a:cubicBezTo>
                      <a:pt x="16551" y="24326"/>
                      <a:pt x="24339" y="16542"/>
                      <a:pt x="33101" y="16542"/>
                    </a:cubicBezTo>
                    <a:cubicBezTo>
                      <a:pt x="41863" y="16542"/>
                      <a:pt x="49652" y="24326"/>
                      <a:pt x="49652" y="33084"/>
                    </a:cubicBezTo>
                    <a:cubicBezTo>
                      <a:pt x="49652" y="41841"/>
                      <a:pt x="42837" y="49625"/>
                      <a:pt x="33101" y="4962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2" name="Freeform 601">
                <a:extLst>
                  <a:ext uri="{FF2B5EF4-FFF2-40B4-BE49-F238E27FC236}">
                    <a16:creationId xmlns:a16="http://schemas.microsoft.com/office/drawing/2014/main" id="{C6BFD443-1751-A0AA-6821-6E0E31CCDE9D}"/>
                  </a:ext>
                </a:extLst>
              </p:cNvPr>
              <p:cNvSpPr/>
              <p:nvPr/>
            </p:nvSpPr>
            <p:spPr>
              <a:xfrm>
                <a:off x="5554278" y="879785"/>
                <a:ext cx="165505" cy="167363"/>
              </a:xfrm>
              <a:custGeom>
                <a:avLst/>
                <a:gdLst>
                  <a:gd name="connsiteX0" fmla="*/ 100277 w 165505"/>
                  <a:gd name="connsiteY0" fmla="*/ 1946 h 167363"/>
                  <a:gd name="connsiteX1" fmla="*/ 100277 w 165505"/>
                  <a:gd name="connsiteY1" fmla="*/ 1946 h 167363"/>
                  <a:gd name="connsiteX2" fmla="*/ 82753 w 165505"/>
                  <a:gd name="connsiteY2" fmla="*/ 0 h 167363"/>
                  <a:gd name="connsiteX3" fmla="*/ 65229 w 165505"/>
                  <a:gd name="connsiteY3" fmla="*/ 1946 h 167363"/>
                  <a:gd name="connsiteX4" fmla="*/ 65229 w 165505"/>
                  <a:gd name="connsiteY4" fmla="*/ 1946 h 167363"/>
                  <a:gd name="connsiteX5" fmla="*/ 0 w 165505"/>
                  <a:gd name="connsiteY5" fmla="*/ 83682 h 167363"/>
                  <a:gd name="connsiteX6" fmla="*/ 65229 w 165505"/>
                  <a:gd name="connsiteY6" fmla="*/ 165418 h 167363"/>
                  <a:gd name="connsiteX7" fmla="*/ 65229 w 165505"/>
                  <a:gd name="connsiteY7" fmla="*/ 165418 h 167363"/>
                  <a:gd name="connsiteX8" fmla="*/ 82753 w 165505"/>
                  <a:gd name="connsiteY8" fmla="*/ 167364 h 167363"/>
                  <a:gd name="connsiteX9" fmla="*/ 100277 w 165505"/>
                  <a:gd name="connsiteY9" fmla="*/ 165418 h 167363"/>
                  <a:gd name="connsiteX10" fmla="*/ 100277 w 165505"/>
                  <a:gd name="connsiteY10" fmla="*/ 165418 h 167363"/>
                  <a:gd name="connsiteX11" fmla="*/ 160638 w 165505"/>
                  <a:gd name="connsiteY11" fmla="*/ 111900 h 167363"/>
                  <a:gd name="connsiteX12" fmla="*/ 160638 w 165505"/>
                  <a:gd name="connsiteY12" fmla="*/ 110927 h 167363"/>
                  <a:gd name="connsiteX13" fmla="*/ 165506 w 165505"/>
                  <a:gd name="connsiteY13" fmla="*/ 83682 h 167363"/>
                  <a:gd name="connsiteX14" fmla="*/ 160638 w 165505"/>
                  <a:gd name="connsiteY14" fmla="*/ 56437 h 167363"/>
                  <a:gd name="connsiteX15" fmla="*/ 160638 w 165505"/>
                  <a:gd name="connsiteY15" fmla="*/ 55464 h 167363"/>
                  <a:gd name="connsiteX16" fmla="*/ 100277 w 165505"/>
                  <a:gd name="connsiteY16" fmla="*/ 1946 h 167363"/>
                  <a:gd name="connsiteX17" fmla="*/ 140193 w 165505"/>
                  <a:gd name="connsiteY17" fmla="*/ 50598 h 167363"/>
                  <a:gd name="connsiteX18" fmla="*/ 117801 w 165505"/>
                  <a:gd name="connsiteY18" fmla="*/ 50598 h 167363"/>
                  <a:gd name="connsiteX19" fmla="*/ 111960 w 165505"/>
                  <a:gd name="connsiteY19" fmla="*/ 24326 h 167363"/>
                  <a:gd name="connsiteX20" fmla="*/ 140193 w 165505"/>
                  <a:gd name="connsiteY20" fmla="*/ 50598 h 167363"/>
                  <a:gd name="connsiteX21" fmla="*/ 72044 w 165505"/>
                  <a:gd name="connsiteY21" fmla="*/ 17515 h 167363"/>
                  <a:gd name="connsiteX22" fmla="*/ 82753 w 165505"/>
                  <a:gd name="connsiteY22" fmla="*/ 16542 h 167363"/>
                  <a:gd name="connsiteX23" fmla="*/ 93462 w 165505"/>
                  <a:gd name="connsiteY23" fmla="*/ 17515 h 167363"/>
                  <a:gd name="connsiteX24" fmla="*/ 102224 w 165505"/>
                  <a:gd name="connsiteY24" fmla="*/ 50598 h 167363"/>
                  <a:gd name="connsiteX25" fmla="*/ 64255 w 165505"/>
                  <a:gd name="connsiteY25" fmla="*/ 50598 h 167363"/>
                  <a:gd name="connsiteX26" fmla="*/ 72044 w 165505"/>
                  <a:gd name="connsiteY26" fmla="*/ 17515 h 167363"/>
                  <a:gd name="connsiteX27" fmla="*/ 17524 w 165505"/>
                  <a:gd name="connsiteY27" fmla="*/ 99251 h 167363"/>
                  <a:gd name="connsiteX28" fmla="*/ 15577 w 165505"/>
                  <a:gd name="connsiteY28" fmla="*/ 82709 h 167363"/>
                  <a:gd name="connsiteX29" fmla="*/ 17524 w 165505"/>
                  <a:gd name="connsiteY29" fmla="*/ 66167 h 167363"/>
                  <a:gd name="connsiteX30" fmla="*/ 44784 w 165505"/>
                  <a:gd name="connsiteY30" fmla="*/ 66167 h 167363"/>
                  <a:gd name="connsiteX31" fmla="*/ 43810 w 165505"/>
                  <a:gd name="connsiteY31" fmla="*/ 82709 h 167363"/>
                  <a:gd name="connsiteX32" fmla="*/ 44784 w 165505"/>
                  <a:gd name="connsiteY32" fmla="*/ 99251 h 167363"/>
                  <a:gd name="connsiteX33" fmla="*/ 17524 w 165505"/>
                  <a:gd name="connsiteY33" fmla="*/ 99251 h 167363"/>
                  <a:gd name="connsiteX34" fmla="*/ 24339 w 165505"/>
                  <a:gd name="connsiteY34" fmla="*/ 116766 h 167363"/>
                  <a:gd name="connsiteX35" fmla="*/ 46731 w 165505"/>
                  <a:gd name="connsiteY35" fmla="*/ 116766 h 167363"/>
                  <a:gd name="connsiteX36" fmla="*/ 52572 w 165505"/>
                  <a:gd name="connsiteY36" fmla="*/ 143038 h 167363"/>
                  <a:gd name="connsiteX37" fmla="*/ 24339 w 165505"/>
                  <a:gd name="connsiteY37" fmla="*/ 116766 h 167363"/>
                  <a:gd name="connsiteX38" fmla="*/ 45758 w 165505"/>
                  <a:gd name="connsiteY38" fmla="*/ 50598 h 167363"/>
                  <a:gd name="connsiteX39" fmla="*/ 23366 w 165505"/>
                  <a:gd name="connsiteY39" fmla="*/ 50598 h 167363"/>
                  <a:gd name="connsiteX40" fmla="*/ 50625 w 165505"/>
                  <a:gd name="connsiteY40" fmla="*/ 24326 h 167363"/>
                  <a:gd name="connsiteX41" fmla="*/ 45758 w 165505"/>
                  <a:gd name="connsiteY41" fmla="*/ 50598 h 167363"/>
                  <a:gd name="connsiteX42" fmla="*/ 92489 w 165505"/>
                  <a:gd name="connsiteY42" fmla="*/ 149849 h 167363"/>
                  <a:gd name="connsiteX43" fmla="*/ 81779 w 165505"/>
                  <a:gd name="connsiteY43" fmla="*/ 150822 h 167363"/>
                  <a:gd name="connsiteX44" fmla="*/ 71070 w 165505"/>
                  <a:gd name="connsiteY44" fmla="*/ 149849 h 167363"/>
                  <a:gd name="connsiteX45" fmla="*/ 62308 w 165505"/>
                  <a:gd name="connsiteY45" fmla="*/ 116766 h 167363"/>
                  <a:gd name="connsiteX46" fmla="*/ 100277 w 165505"/>
                  <a:gd name="connsiteY46" fmla="*/ 116766 h 167363"/>
                  <a:gd name="connsiteX47" fmla="*/ 92489 w 165505"/>
                  <a:gd name="connsiteY47" fmla="*/ 149849 h 167363"/>
                  <a:gd name="connsiteX48" fmla="*/ 103198 w 165505"/>
                  <a:gd name="connsiteY48" fmla="*/ 99251 h 167363"/>
                  <a:gd name="connsiteX49" fmla="*/ 61335 w 165505"/>
                  <a:gd name="connsiteY49" fmla="*/ 99251 h 167363"/>
                  <a:gd name="connsiteX50" fmla="*/ 60361 w 165505"/>
                  <a:gd name="connsiteY50" fmla="*/ 82709 h 167363"/>
                  <a:gd name="connsiteX51" fmla="*/ 61335 w 165505"/>
                  <a:gd name="connsiteY51" fmla="*/ 66167 h 167363"/>
                  <a:gd name="connsiteX52" fmla="*/ 103198 w 165505"/>
                  <a:gd name="connsiteY52" fmla="*/ 66167 h 167363"/>
                  <a:gd name="connsiteX53" fmla="*/ 104171 w 165505"/>
                  <a:gd name="connsiteY53" fmla="*/ 82709 h 167363"/>
                  <a:gd name="connsiteX54" fmla="*/ 103198 w 165505"/>
                  <a:gd name="connsiteY54" fmla="*/ 99251 h 167363"/>
                  <a:gd name="connsiteX55" fmla="*/ 112933 w 165505"/>
                  <a:gd name="connsiteY55" fmla="*/ 143038 h 167363"/>
                  <a:gd name="connsiteX56" fmla="*/ 118775 w 165505"/>
                  <a:gd name="connsiteY56" fmla="*/ 116766 h 167363"/>
                  <a:gd name="connsiteX57" fmla="*/ 141167 w 165505"/>
                  <a:gd name="connsiteY57" fmla="*/ 116766 h 167363"/>
                  <a:gd name="connsiteX58" fmla="*/ 112933 w 165505"/>
                  <a:gd name="connsiteY58" fmla="*/ 143038 h 167363"/>
                  <a:gd name="connsiteX59" fmla="*/ 148955 w 165505"/>
                  <a:gd name="connsiteY59" fmla="*/ 83682 h 167363"/>
                  <a:gd name="connsiteX60" fmla="*/ 147008 w 165505"/>
                  <a:gd name="connsiteY60" fmla="*/ 100224 h 167363"/>
                  <a:gd name="connsiteX61" fmla="*/ 119748 w 165505"/>
                  <a:gd name="connsiteY61" fmla="*/ 100224 h 167363"/>
                  <a:gd name="connsiteX62" fmla="*/ 120722 w 165505"/>
                  <a:gd name="connsiteY62" fmla="*/ 83682 h 167363"/>
                  <a:gd name="connsiteX63" fmla="*/ 119748 w 165505"/>
                  <a:gd name="connsiteY63" fmla="*/ 67140 h 167363"/>
                  <a:gd name="connsiteX64" fmla="*/ 147008 w 165505"/>
                  <a:gd name="connsiteY64" fmla="*/ 67140 h 167363"/>
                  <a:gd name="connsiteX65" fmla="*/ 148955 w 165505"/>
                  <a:gd name="connsiteY65" fmla="*/ 83682 h 16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65505" h="167363">
                    <a:moveTo>
                      <a:pt x="100277" y="1946"/>
                    </a:moveTo>
                    <a:lnTo>
                      <a:pt x="100277" y="1946"/>
                    </a:lnTo>
                    <a:cubicBezTo>
                      <a:pt x="94436" y="973"/>
                      <a:pt x="88594" y="0"/>
                      <a:pt x="82753" y="0"/>
                    </a:cubicBezTo>
                    <a:cubicBezTo>
                      <a:pt x="76912" y="0"/>
                      <a:pt x="71070" y="973"/>
                      <a:pt x="65229" y="1946"/>
                    </a:cubicBezTo>
                    <a:lnTo>
                      <a:pt x="65229" y="1946"/>
                    </a:lnTo>
                    <a:cubicBezTo>
                      <a:pt x="28233" y="9730"/>
                      <a:pt x="0" y="43787"/>
                      <a:pt x="0" y="83682"/>
                    </a:cubicBezTo>
                    <a:cubicBezTo>
                      <a:pt x="0" y="123577"/>
                      <a:pt x="28233" y="156660"/>
                      <a:pt x="65229" y="165418"/>
                    </a:cubicBezTo>
                    <a:lnTo>
                      <a:pt x="65229" y="165418"/>
                    </a:lnTo>
                    <a:cubicBezTo>
                      <a:pt x="71070" y="166391"/>
                      <a:pt x="76912" y="167364"/>
                      <a:pt x="82753" y="167364"/>
                    </a:cubicBezTo>
                    <a:cubicBezTo>
                      <a:pt x="88594" y="167364"/>
                      <a:pt x="94436" y="166391"/>
                      <a:pt x="100277" y="165418"/>
                    </a:cubicBezTo>
                    <a:lnTo>
                      <a:pt x="100277" y="165418"/>
                    </a:lnTo>
                    <a:cubicBezTo>
                      <a:pt x="128510" y="159580"/>
                      <a:pt x="151876" y="138173"/>
                      <a:pt x="160638" y="111900"/>
                    </a:cubicBezTo>
                    <a:lnTo>
                      <a:pt x="160638" y="110927"/>
                    </a:lnTo>
                    <a:cubicBezTo>
                      <a:pt x="163559" y="102170"/>
                      <a:pt x="165506" y="93412"/>
                      <a:pt x="165506" y="83682"/>
                    </a:cubicBezTo>
                    <a:cubicBezTo>
                      <a:pt x="165506" y="73952"/>
                      <a:pt x="163559" y="65194"/>
                      <a:pt x="160638" y="56437"/>
                    </a:cubicBezTo>
                    <a:lnTo>
                      <a:pt x="160638" y="55464"/>
                    </a:lnTo>
                    <a:cubicBezTo>
                      <a:pt x="150902" y="29191"/>
                      <a:pt x="128510" y="8757"/>
                      <a:pt x="100277" y="1946"/>
                    </a:cubicBezTo>
                    <a:close/>
                    <a:moveTo>
                      <a:pt x="140193" y="50598"/>
                    </a:moveTo>
                    <a:lnTo>
                      <a:pt x="117801" y="50598"/>
                    </a:lnTo>
                    <a:cubicBezTo>
                      <a:pt x="116828" y="40868"/>
                      <a:pt x="114881" y="32111"/>
                      <a:pt x="111960" y="24326"/>
                    </a:cubicBezTo>
                    <a:cubicBezTo>
                      <a:pt x="124616" y="30164"/>
                      <a:pt x="133378" y="39895"/>
                      <a:pt x="140193" y="50598"/>
                    </a:cubicBezTo>
                    <a:close/>
                    <a:moveTo>
                      <a:pt x="72044" y="17515"/>
                    </a:moveTo>
                    <a:cubicBezTo>
                      <a:pt x="74964" y="16542"/>
                      <a:pt x="78859" y="16542"/>
                      <a:pt x="82753" y="16542"/>
                    </a:cubicBezTo>
                    <a:cubicBezTo>
                      <a:pt x="86647" y="16542"/>
                      <a:pt x="89568" y="16542"/>
                      <a:pt x="93462" y="17515"/>
                    </a:cubicBezTo>
                    <a:cubicBezTo>
                      <a:pt x="97356" y="26272"/>
                      <a:pt x="100277" y="37949"/>
                      <a:pt x="102224" y="50598"/>
                    </a:cubicBezTo>
                    <a:lnTo>
                      <a:pt x="64255" y="50598"/>
                    </a:lnTo>
                    <a:cubicBezTo>
                      <a:pt x="65229" y="37949"/>
                      <a:pt x="68149" y="26272"/>
                      <a:pt x="72044" y="17515"/>
                    </a:cubicBezTo>
                    <a:close/>
                    <a:moveTo>
                      <a:pt x="17524" y="99251"/>
                    </a:moveTo>
                    <a:cubicBezTo>
                      <a:pt x="16551" y="94385"/>
                      <a:pt x="15577" y="88547"/>
                      <a:pt x="15577" y="82709"/>
                    </a:cubicBezTo>
                    <a:cubicBezTo>
                      <a:pt x="15577" y="76871"/>
                      <a:pt x="16551" y="72005"/>
                      <a:pt x="17524" y="66167"/>
                    </a:cubicBezTo>
                    <a:lnTo>
                      <a:pt x="44784" y="66167"/>
                    </a:lnTo>
                    <a:cubicBezTo>
                      <a:pt x="44784" y="71032"/>
                      <a:pt x="43810" y="76871"/>
                      <a:pt x="43810" y="82709"/>
                    </a:cubicBezTo>
                    <a:cubicBezTo>
                      <a:pt x="43810" y="88547"/>
                      <a:pt x="43810" y="93412"/>
                      <a:pt x="44784" y="99251"/>
                    </a:cubicBezTo>
                    <a:lnTo>
                      <a:pt x="17524" y="99251"/>
                    </a:lnTo>
                    <a:close/>
                    <a:moveTo>
                      <a:pt x="24339" y="116766"/>
                    </a:moveTo>
                    <a:lnTo>
                      <a:pt x="46731" y="116766"/>
                    </a:lnTo>
                    <a:cubicBezTo>
                      <a:pt x="47705" y="126496"/>
                      <a:pt x="49652" y="135253"/>
                      <a:pt x="52572" y="143038"/>
                    </a:cubicBezTo>
                    <a:cubicBezTo>
                      <a:pt x="39916" y="137200"/>
                      <a:pt x="30180" y="127469"/>
                      <a:pt x="24339" y="116766"/>
                    </a:cubicBezTo>
                    <a:close/>
                    <a:moveTo>
                      <a:pt x="45758" y="50598"/>
                    </a:moveTo>
                    <a:lnTo>
                      <a:pt x="23366" y="50598"/>
                    </a:lnTo>
                    <a:cubicBezTo>
                      <a:pt x="30180" y="38922"/>
                      <a:pt x="38943" y="30164"/>
                      <a:pt x="50625" y="24326"/>
                    </a:cubicBezTo>
                    <a:cubicBezTo>
                      <a:pt x="49652" y="32111"/>
                      <a:pt x="47705" y="40868"/>
                      <a:pt x="45758" y="50598"/>
                    </a:cubicBezTo>
                    <a:close/>
                    <a:moveTo>
                      <a:pt x="92489" y="149849"/>
                    </a:moveTo>
                    <a:cubicBezTo>
                      <a:pt x="89568" y="150822"/>
                      <a:pt x="85674" y="150822"/>
                      <a:pt x="81779" y="150822"/>
                    </a:cubicBezTo>
                    <a:cubicBezTo>
                      <a:pt x="77885" y="150822"/>
                      <a:pt x="74964" y="150822"/>
                      <a:pt x="71070" y="149849"/>
                    </a:cubicBezTo>
                    <a:cubicBezTo>
                      <a:pt x="67176" y="141092"/>
                      <a:pt x="64255" y="129415"/>
                      <a:pt x="62308" y="116766"/>
                    </a:cubicBezTo>
                    <a:lnTo>
                      <a:pt x="100277" y="116766"/>
                    </a:lnTo>
                    <a:cubicBezTo>
                      <a:pt x="99304" y="129415"/>
                      <a:pt x="96383" y="141092"/>
                      <a:pt x="92489" y="149849"/>
                    </a:cubicBezTo>
                    <a:close/>
                    <a:moveTo>
                      <a:pt x="103198" y="99251"/>
                    </a:moveTo>
                    <a:lnTo>
                      <a:pt x="61335" y="99251"/>
                    </a:lnTo>
                    <a:cubicBezTo>
                      <a:pt x="61335" y="94385"/>
                      <a:pt x="60361" y="88547"/>
                      <a:pt x="60361" y="82709"/>
                    </a:cubicBezTo>
                    <a:cubicBezTo>
                      <a:pt x="60361" y="76871"/>
                      <a:pt x="60361" y="72005"/>
                      <a:pt x="61335" y="66167"/>
                    </a:cubicBezTo>
                    <a:lnTo>
                      <a:pt x="103198" y="66167"/>
                    </a:lnTo>
                    <a:cubicBezTo>
                      <a:pt x="103198" y="71032"/>
                      <a:pt x="104171" y="76871"/>
                      <a:pt x="104171" y="82709"/>
                    </a:cubicBezTo>
                    <a:cubicBezTo>
                      <a:pt x="104171" y="88547"/>
                      <a:pt x="103198" y="94385"/>
                      <a:pt x="103198" y="99251"/>
                    </a:cubicBezTo>
                    <a:close/>
                    <a:moveTo>
                      <a:pt x="112933" y="143038"/>
                    </a:moveTo>
                    <a:cubicBezTo>
                      <a:pt x="114881" y="135253"/>
                      <a:pt x="116828" y="126496"/>
                      <a:pt x="118775" y="116766"/>
                    </a:cubicBezTo>
                    <a:lnTo>
                      <a:pt x="141167" y="116766"/>
                    </a:lnTo>
                    <a:cubicBezTo>
                      <a:pt x="133378" y="127469"/>
                      <a:pt x="124616" y="137200"/>
                      <a:pt x="112933" y="143038"/>
                    </a:cubicBezTo>
                    <a:close/>
                    <a:moveTo>
                      <a:pt x="148955" y="83682"/>
                    </a:moveTo>
                    <a:cubicBezTo>
                      <a:pt x="148955" y="89520"/>
                      <a:pt x="147982" y="94385"/>
                      <a:pt x="147008" y="100224"/>
                    </a:cubicBezTo>
                    <a:lnTo>
                      <a:pt x="119748" y="100224"/>
                    </a:lnTo>
                    <a:cubicBezTo>
                      <a:pt x="119748" y="95359"/>
                      <a:pt x="120722" y="89520"/>
                      <a:pt x="120722" y="83682"/>
                    </a:cubicBezTo>
                    <a:cubicBezTo>
                      <a:pt x="120722" y="77844"/>
                      <a:pt x="120722" y="72979"/>
                      <a:pt x="119748" y="67140"/>
                    </a:cubicBezTo>
                    <a:lnTo>
                      <a:pt x="147008" y="67140"/>
                    </a:lnTo>
                    <a:cubicBezTo>
                      <a:pt x="147982" y="72979"/>
                      <a:pt x="148955" y="77844"/>
                      <a:pt x="148955" y="8368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3" name="Freeform 602">
                <a:extLst>
                  <a:ext uri="{FF2B5EF4-FFF2-40B4-BE49-F238E27FC236}">
                    <a16:creationId xmlns:a16="http://schemas.microsoft.com/office/drawing/2014/main" id="{57C7DC21-6F5F-CF47-BCA8-04761E440042}"/>
                  </a:ext>
                </a:extLst>
              </p:cNvPr>
              <p:cNvSpPr/>
              <p:nvPr/>
            </p:nvSpPr>
            <p:spPr>
              <a:xfrm>
                <a:off x="5686863" y="988523"/>
                <a:ext cx="76922" cy="172472"/>
              </a:xfrm>
              <a:custGeom>
                <a:avLst/>
                <a:gdLst>
                  <a:gd name="connsiteX0" fmla="*/ 52392 w 76922"/>
                  <a:gd name="connsiteY0" fmla="*/ 106305 h 172472"/>
                  <a:gd name="connsiteX1" fmla="*/ 34868 w 76922"/>
                  <a:gd name="connsiteY1" fmla="*/ 106305 h 172472"/>
                  <a:gd name="connsiteX2" fmla="*/ 18318 w 76922"/>
                  <a:gd name="connsiteY2" fmla="*/ 78087 h 172472"/>
                  <a:gd name="connsiteX3" fmla="*/ 20265 w 76922"/>
                  <a:gd name="connsiteY3" fmla="*/ 67383 h 172472"/>
                  <a:gd name="connsiteX4" fmla="*/ 60181 w 76922"/>
                  <a:gd name="connsiteY4" fmla="*/ 10947 h 172472"/>
                  <a:gd name="connsiteX5" fmla="*/ 54339 w 76922"/>
                  <a:gd name="connsiteY5" fmla="*/ 243 h 172472"/>
                  <a:gd name="connsiteX6" fmla="*/ 43630 w 76922"/>
                  <a:gd name="connsiteY6" fmla="*/ 6082 h 172472"/>
                  <a:gd name="connsiteX7" fmla="*/ 9556 w 76922"/>
                  <a:gd name="connsiteY7" fmla="*/ 54734 h 172472"/>
                  <a:gd name="connsiteX8" fmla="*/ 3714 w 76922"/>
                  <a:gd name="connsiteY8" fmla="*/ 86844 h 172472"/>
                  <a:gd name="connsiteX9" fmla="*/ 20265 w 76922"/>
                  <a:gd name="connsiteY9" fmla="*/ 115063 h 172472"/>
                  <a:gd name="connsiteX10" fmla="*/ 14423 w 76922"/>
                  <a:gd name="connsiteY10" fmla="*/ 155931 h 172472"/>
                  <a:gd name="connsiteX11" fmla="*/ 43630 w 76922"/>
                  <a:gd name="connsiteY11" fmla="*/ 172472 h 172472"/>
                  <a:gd name="connsiteX12" fmla="*/ 60181 w 76922"/>
                  <a:gd name="connsiteY12" fmla="*/ 167607 h 172472"/>
                  <a:gd name="connsiteX13" fmla="*/ 72837 w 76922"/>
                  <a:gd name="connsiteY13" fmla="*/ 121874 h 172472"/>
                  <a:gd name="connsiteX14" fmla="*/ 52392 w 76922"/>
                  <a:gd name="connsiteY14" fmla="*/ 106305 h 172472"/>
                  <a:gd name="connsiteX15" fmla="*/ 52392 w 76922"/>
                  <a:gd name="connsiteY15" fmla="*/ 153011 h 172472"/>
                  <a:gd name="connsiteX16" fmla="*/ 30000 w 76922"/>
                  <a:gd name="connsiteY16" fmla="*/ 147173 h 172472"/>
                  <a:gd name="connsiteX17" fmla="*/ 35842 w 76922"/>
                  <a:gd name="connsiteY17" fmla="*/ 124793 h 172472"/>
                  <a:gd name="connsiteX18" fmla="*/ 44604 w 76922"/>
                  <a:gd name="connsiteY18" fmla="*/ 122847 h 172472"/>
                  <a:gd name="connsiteX19" fmla="*/ 48498 w 76922"/>
                  <a:gd name="connsiteY19" fmla="*/ 123820 h 172472"/>
                  <a:gd name="connsiteX20" fmla="*/ 58234 w 76922"/>
                  <a:gd name="connsiteY20" fmla="*/ 131605 h 172472"/>
                  <a:gd name="connsiteX21" fmla="*/ 52392 w 76922"/>
                  <a:gd name="connsiteY21" fmla="*/ 153011 h 17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922" h="172472">
                    <a:moveTo>
                      <a:pt x="52392" y="106305"/>
                    </a:moveTo>
                    <a:cubicBezTo>
                      <a:pt x="46551" y="104359"/>
                      <a:pt x="40710" y="104359"/>
                      <a:pt x="34868" y="106305"/>
                    </a:cubicBezTo>
                    <a:lnTo>
                      <a:pt x="18318" y="78087"/>
                    </a:lnTo>
                    <a:cubicBezTo>
                      <a:pt x="16370" y="74195"/>
                      <a:pt x="17344" y="70303"/>
                      <a:pt x="20265" y="67383"/>
                    </a:cubicBezTo>
                    <a:cubicBezTo>
                      <a:pt x="38762" y="52788"/>
                      <a:pt x="52392" y="33327"/>
                      <a:pt x="60181" y="10947"/>
                    </a:cubicBezTo>
                    <a:cubicBezTo>
                      <a:pt x="61154" y="6082"/>
                      <a:pt x="59207" y="2189"/>
                      <a:pt x="54339" y="243"/>
                    </a:cubicBezTo>
                    <a:cubicBezTo>
                      <a:pt x="49472" y="-730"/>
                      <a:pt x="45577" y="1216"/>
                      <a:pt x="43630" y="6082"/>
                    </a:cubicBezTo>
                    <a:cubicBezTo>
                      <a:pt x="37789" y="25542"/>
                      <a:pt x="25133" y="42084"/>
                      <a:pt x="9556" y="54734"/>
                    </a:cubicBezTo>
                    <a:cubicBezTo>
                      <a:pt x="-180" y="62518"/>
                      <a:pt x="-3101" y="76141"/>
                      <a:pt x="3714" y="86844"/>
                    </a:cubicBezTo>
                    <a:lnTo>
                      <a:pt x="20265" y="115063"/>
                    </a:lnTo>
                    <a:cubicBezTo>
                      <a:pt x="9556" y="125766"/>
                      <a:pt x="6635" y="142308"/>
                      <a:pt x="14423" y="155931"/>
                    </a:cubicBezTo>
                    <a:cubicBezTo>
                      <a:pt x="20265" y="166634"/>
                      <a:pt x="31947" y="172472"/>
                      <a:pt x="43630" y="172472"/>
                    </a:cubicBezTo>
                    <a:cubicBezTo>
                      <a:pt x="49472" y="172472"/>
                      <a:pt x="55313" y="171499"/>
                      <a:pt x="60181" y="167607"/>
                    </a:cubicBezTo>
                    <a:cubicBezTo>
                      <a:pt x="75758" y="158850"/>
                      <a:pt x="81599" y="138416"/>
                      <a:pt x="72837" y="121874"/>
                    </a:cubicBezTo>
                    <a:cubicBezTo>
                      <a:pt x="68943" y="114090"/>
                      <a:pt x="61154" y="108251"/>
                      <a:pt x="52392" y="106305"/>
                    </a:cubicBezTo>
                    <a:close/>
                    <a:moveTo>
                      <a:pt x="52392" y="153011"/>
                    </a:moveTo>
                    <a:cubicBezTo>
                      <a:pt x="44604" y="157877"/>
                      <a:pt x="33895" y="154958"/>
                      <a:pt x="30000" y="147173"/>
                    </a:cubicBezTo>
                    <a:cubicBezTo>
                      <a:pt x="25133" y="139389"/>
                      <a:pt x="28053" y="128685"/>
                      <a:pt x="35842" y="124793"/>
                    </a:cubicBezTo>
                    <a:cubicBezTo>
                      <a:pt x="38762" y="122847"/>
                      <a:pt x="41683" y="122847"/>
                      <a:pt x="44604" y="122847"/>
                    </a:cubicBezTo>
                    <a:cubicBezTo>
                      <a:pt x="45577" y="122847"/>
                      <a:pt x="47524" y="122847"/>
                      <a:pt x="48498" y="123820"/>
                    </a:cubicBezTo>
                    <a:cubicBezTo>
                      <a:pt x="52392" y="124793"/>
                      <a:pt x="56287" y="127712"/>
                      <a:pt x="58234" y="131605"/>
                    </a:cubicBezTo>
                    <a:cubicBezTo>
                      <a:pt x="63102" y="138416"/>
                      <a:pt x="60181" y="148146"/>
                      <a:pt x="52392" y="15301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21" name="Graphic 450">
            <a:extLst>
              <a:ext uri="{FF2B5EF4-FFF2-40B4-BE49-F238E27FC236}">
                <a16:creationId xmlns:a16="http://schemas.microsoft.com/office/drawing/2014/main" id="{2D46A4B0-BDD3-29F5-87DB-66C496ECBB87}"/>
              </a:ext>
            </a:extLst>
          </p:cNvPr>
          <p:cNvGrpSpPr/>
          <p:nvPr/>
        </p:nvGrpSpPr>
        <p:grpSpPr>
          <a:xfrm>
            <a:off x="7277372" y="1803604"/>
            <a:ext cx="607503" cy="607180"/>
            <a:chOff x="5332306" y="2195344"/>
            <a:chExt cx="607503" cy="607180"/>
          </a:xfrm>
        </p:grpSpPr>
        <p:sp>
          <p:nvSpPr>
            <p:cNvPr id="622" name="Freeform 621">
              <a:extLst>
                <a:ext uri="{FF2B5EF4-FFF2-40B4-BE49-F238E27FC236}">
                  <a16:creationId xmlns:a16="http://schemas.microsoft.com/office/drawing/2014/main" id="{4CB48A26-9C0C-51B6-2FF8-08F4C1E34CED}"/>
                </a:ext>
              </a:extLst>
            </p:cNvPr>
            <p:cNvSpPr/>
            <p:nvPr/>
          </p:nvSpPr>
          <p:spPr>
            <a:xfrm>
              <a:off x="5332306" y="2195344"/>
              <a:ext cx="607503" cy="607180"/>
            </a:xfrm>
            <a:custGeom>
              <a:avLst/>
              <a:gdLst>
                <a:gd name="connsiteX0" fmla="*/ 303752 w 607503"/>
                <a:gd name="connsiteY0" fmla="*/ 607181 h 607180"/>
                <a:gd name="connsiteX1" fmla="*/ 607504 w 607503"/>
                <a:gd name="connsiteY1" fmla="*/ 303590 h 607180"/>
                <a:gd name="connsiteX2" fmla="*/ 303752 w 607503"/>
                <a:gd name="connsiteY2" fmla="*/ 0 h 607180"/>
                <a:gd name="connsiteX3" fmla="*/ 0 w 607503"/>
                <a:gd name="connsiteY3" fmla="*/ 303590 h 607180"/>
                <a:gd name="connsiteX4" fmla="*/ 303752 w 607503"/>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3" h="607180">
                  <a:moveTo>
                    <a:pt x="303752" y="607181"/>
                  </a:moveTo>
                  <a:cubicBezTo>
                    <a:pt x="471205" y="607181"/>
                    <a:pt x="607504" y="470954"/>
                    <a:pt x="607504" y="303590"/>
                  </a:cubicBezTo>
                  <a:cubicBezTo>
                    <a:pt x="607504" y="136226"/>
                    <a:pt x="471205" y="0"/>
                    <a:pt x="303752" y="0"/>
                  </a:cubicBezTo>
                  <a:cubicBezTo>
                    <a:pt x="136299" y="0"/>
                    <a:pt x="0" y="136226"/>
                    <a:pt x="0" y="303590"/>
                  </a:cubicBezTo>
                  <a:cubicBezTo>
                    <a:pt x="0" y="470954"/>
                    <a:pt x="136299" y="607181"/>
                    <a:pt x="303752" y="607181"/>
                  </a:cubicBezTo>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23" name="Graphic 450">
              <a:extLst>
                <a:ext uri="{FF2B5EF4-FFF2-40B4-BE49-F238E27FC236}">
                  <a16:creationId xmlns:a16="http://schemas.microsoft.com/office/drawing/2014/main" id="{C2721DF0-6554-A16F-E3DF-D8EEF2684961}"/>
                </a:ext>
              </a:extLst>
            </p:cNvPr>
            <p:cNvGrpSpPr/>
            <p:nvPr/>
          </p:nvGrpSpPr>
          <p:grpSpPr>
            <a:xfrm>
              <a:off x="5437451" y="2289729"/>
              <a:ext cx="380801" cy="381434"/>
              <a:chOff x="5437451" y="2289729"/>
              <a:chExt cx="380801" cy="381434"/>
            </a:xfrm>
            <a:solidFill>
              <a:srgbClr val="FFFFFF"/>
            </a:solidFill>
          </p:grpSpPr>
          <p:sp>
            <p:nvSpPr>
              <p:cNvPr id="624" name="Freeform 623">
                <a:extLst>
                  <a:ext uri="{FF2B5EF4-FFF2-40B4-BE49-F238E27FC236}">
                    <a16:creationId xmlns:a16="http://schemas.microsoft.com/office/drawing/2014/main" id="{C159C881-5DF3-1F6F-3999-138087DADA01}"/>
                  </a:ext>
                </a:extLst>
              </p:cNvPr>
              <p:cNvSpPr/>
              <p:nvPr/>
            </p:nvSpPr>
            <p:spPr>
              <a:xfrm>
                <a:off x="5471525" y="2627376"/>
                <a:ext cx="17524" cy="17514"/>
              </a:xfrm>
              <a:custGeom>
                <a:avLst/>
                <a:gdLst>
                  <a:gd name="connsiteX0" fmla="*/ 8762 w 17524"/>
                  <a:gd name="connsiteY0" fmla="*/ 17515 h 17514"/>
                  <a:gd name="connsiteX1" fmla="*/ 17524 w 17524"/>
                  <a:gd name="connsiteY1" fmla="*/ 8758 h 17514"/>
                  <a:gd name="connsiteX2" fmla="*/ 8762 w 17524"/>
                  <a:gd name="connsiteY2" fmla="*/ 0 h 17514"/>
                  <a:gd name="connsiteX3" fmla="*/ 0 w 17524"/>
                  <a:gd name="connsiteY3" fmla="*/ 8758 h 17514"/>
                  <a:gd name="connsiteX4" fmla="*/ 8762 w 17524"/>
                  <a:gd name="connsiteY4" fmla="*/ 17515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 h="17514">
                    <a:moveTo>
                      <a:pt x="8762" y="17515"/>
                    </a:moveTo>
                    <a:cubicBezTo>
                      <a:pt x="13630" y="17515"/>
                      <a:pt x="17524" y="13623"/>
                      <a:pt x="17524" y="8758"/>
                    </a:cubicBezTo>
                    <a:cubicBezTo>
                      <a:pt x="17524" y="3892"/>
                      <a:pt x="13630" y="0"/>
                      <a:pt x="8762" y="0"/>
                    </a:cubicBezTo>
                    <a:cubicBezTo>
                      <a:pt x="3894" y="0"/>
                      <a:pt x="0" y="3892"/>
                      <a:pt x="0" y="8758"/>
                    </a:cubicBezTo>
                    <a:cubicBezTo>
                      <a:pt x="0" y="13623"/>
                      <a:pt x="3894" y="17515"/>
                      <a:pt x="8762" y="1751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25" name="Freeform 624">
                <a:extLst>
                  <a:ext uri="{FF2B5EF4-FFF2-40B4-BE49-F238E27FC236}">
                    <a16:creationId xmlns:a16="http://schemas.microsoft.com/office/drawing/2014/main" id="{BF6D8658-1F9A-8528-68D7-02F4E672A168}"/>
                  </a:ext>
                </a:extLst>
              </p:cNvPr>
              <p:cNvSpPr/>
              <p:nvPr/>
            </p:nvSpPr>
            <p:spPr>
              <a:xfrm>
                <a:off x="5437451" y="2514188"/>
                <a:ext cx="380801" cy="156975"/>
              </a:xfrm>
              <a:custGeom>
                <a:avLst/>
                <a:gdLst>
                  <a:gd name="connsiteX0" fmla="*/ 377743 w 380801"/>
                  <a:gd name="connsiteY0" fmla="*/ 17830 h 156975"/>
                  <a:gd name="connsiteX1" fmla="*/ 334906 w 380801"/>
                  <a:gd name="connsiteY1" fmla="*/ 3234 h 156975"/>
                  <a:gd name="connsiteX2" fmla="*/ 260915 w 380801"/>
                  <a:gd name="connsiteY2" fmla="*/ 36318 h 156975"/>
                  <a:gd name="connsiteX3" fmla="*/ 256047 w 380801"/>
                  <a:gd name="connsiteY3" fmla="*/ 49941 h 156975"/>
                  <a:gd name="connsiteX4" fmla="*/ 261889 w 380801"/>
                  <a:gd name="connsiteY4" fmla="*/ 55779 h 156975"/>
                  <a:gd name="connsiteX5" fmla="*/ 269677 w 380801"/>
                  <a:gd name="connsiteY5" fmla="*/ 55779 h 156975"/>
                  <a:gd name="connsiteX6" fmla="*/ 343668 w 380801"/>
                  <a:gd name="connsiteY6" fmla="*/ 22695 h 156975"/>
                  <a:gd name="connsiteX7" fmla="*/ 358271 w 380801"/>
                  <a:gd name="connsiteY7" fmla="*/ 27561 h 156975"/>
                  <a:gd name="connsiteX8" fmla="*/ 354377 w 380801"/>
                  <a:gd name="connsiteY8" fmla="*/ 42156 h 156975"/>
                  <a:gd name="connsiteX9" fmla="*/ 244365 w 380801"/>
                  <a:gd name="connsiteY9" fmla="*/ 117081 h 156975"/>
                  <a:gd name="connsiteX10" fmla="*/ 209316 w 380801"/>
                  <a:gd name="connsiteY10" fmla="*/ 126811 h 156975"/>
                  <a:gd name="connsiteX11" fmla="*/ 110013 w 380801"/>
                  <a:gd name="connsiteY11" fmla="*/ 120973 h 156975"/>
                  <a:gd name="connsiteX12" fmla="*/ 85674 w 380801"/>
                  <a:gd name="connsiteY12" fmla="*/ 120973 h 156975"/>
                  <a:gd name="connsiteX13" fmla="*/ 85674 w 380801"/>
                  <a:gd name="connsiteY13" fmla="*/ 58698 h 156975"/>
                  <a:gd name="connsiteX14" fmla="*/ 112933 w 380801"/>
                  <a:gd name="connsiteY14" fmla="*/ 42156 h 156975"/>
                  <a:gd name="connsiteX15" fmla="*/ 122669 w 380801"/>
                  <a:gd name="connsiteY15" fmla="*/ 32426 h 156975"/>
                  <a:gd name="connsiteX16" fmla="*/ 153823 w 380801"/>
                  <a:gd name="connsiteY16" fmla="*/ 21722 h 156975"/>
                  <a:gd name="connsiteX17" fmla="*/ 221973 w 380801"/>
                  <a:gd name="connsiteY17" fmla="*/ 34372 h 156975"/>
                  <a:gd name="connsiteX18" fmla="*/ 226840 w 380801"/>
                  <a:gd name="connsiteY18" fmla="*/ 38264 h 156975"/>
                  <a:gd name="connsiteX19" fmla="*/ 227814 w 380801"/>
                  <a:gd name="connsiteY19" fmla="*/ 44102 h 156975"/>
                  <a:gd name="connsiteX20" fmla="*/ 220025 w 380801"/>
                  <a:gd name="connsiteY20" fmla="*/ 50914 h 156975"/>
                  <a:gd name="connsiteX21" fmla="*/ 170374 w 380801"/>
                  <a:gd name="connsiteY21" fmla="*/ 50914 h 156975"/>
                  <a:gd name="connsiteX22" fmla="*/ 159664 w 380801"/>
                  <a:gd name="connsiteY22" fmla="*/ 61617 h 156975"/>
                  <a:gd name="connsiteX23" fmla="*/ 170374 w 380801"/>
                  <a:gd name="connsiteY23" fmla="*/ 72321 h 156975"/>
                  <a:gd name="connsiteX24" fmla="*/ 220025 w 380801"/>
                  <a:gd name="connsiteY24" fmla="*/ 72321 h 156975"/>
                  <a:gd name="connsiteX25" fmla="*/ 248259 w 380801"/>
                  <a:gd name="connsiteY25" fmla="*/ 48968 h 156975"/>
                  <a:gd name="connsiteX26" fmla="*/ 243391 w 380801"/>
                  <a:gd name="connsiteY26" fmla="*/ 26587 h 156975"/>
                  <a:gd name="connsiteX27" fmla="*/ 224893 w 380801"/>
                  <a:gd name="connsiteY27" fmla="*/ 13938 h 156975"/>
                  <a:gd name="connsiteX28" fmla="*/ 155770 w 380801"/>
                  <a:gd name="connsiteY28" fmla="*/ 1288 h 156975"/>
                  <a:gd name="connsiteX29" fmla="*/ 108066 w 380801"/>
                  <a:gd name="connsiteY29" fmla="*/ 16857 h 156975"/>
                  <a:gd name="connsiteX30" fmla="*/ 97356 w 380801"/>
                  <a:gd name="connsiteY30" fmla="*/ 27561 h 156975"/>
                  <a:gd name="connsiteX31" fmla="*/ 82753 w 380801"/>
                  <a:gd name="connsiteY31" fmla="*/ 37291 h 156975"/>
                  <a:gd name="connsiteX32" fmla="*/ 67176 w 380801"/>
                  <a:gd name="connsiteY32" fmla="*/ 28534 h 156975"/>
                  <a:gd name="connsiteX33" fmla="*/ 17524 w 380801"/>
                  <a:gd name="connsiteY33" fmla="*/ 28534 h 156975"/>
                  <a:gd name="connsiteX34" fmla="*/ 0 w 380801"/>
                  <a:gd name="connsiteY34" fmla="*/ 46048 h 156975"/>
                  <a:gd name="connsiteX35" fmla="*/ 0 w 380801"/>
                  <a:gd name="connsiteY35" fmla="*/ 139461 h 156975"/>
                  <a:gd name="connsiteX36" fmla="*/ 17524 w 380801"/>
                  <a:gd name="connsiteY36" fmla="*/ 156976 h 156975"/>
                  <a:gd name="connsiteX37" fmla="*/ 68149 w 380801"/>
                  <a:gd name="connsiteY37" fmla="*/ 156976 h 156975"/>
                  <a:gd name="connsiteX38" fmla="*/ 85674 w 380801"/>
                  <a:gd name="connsiteY38" fmla="*/ 141407 h 156975"/>
                  <a:gd name="connsiteX39" fmla="*/ 89568 w 380801"/>
                  <a:gd name="connsiteY39" fmla="*/ 140434 h 156975"/>
                  <a:gd name="connsiteX40" fmla="*/ 109039 w 380801"/>
                  <a:gd name="connsiteY40" fmla="*/ 140434 h 156975"/>
                  <a:gd name="connsiteX41" fmla="*/ 208343 w 380801"/>
                  <a:gd name="connsiteY41" fmla="*/ 146272 h 156975"/>
                  <a:gd name="connsiteX42" fmla="*/ 256047 w 380801"/>
                  <a:gd name="connsiteY42" fmla="*/ 132649 h 156975"/>
                  <a:gd name="connsiteX43" fmla="*/ 366060 w 380801"/>
                  <a:gd name="connsiteY43" fmla="*/ 57725 h 156975"/>
                  <a:gd name="connsiteX44" fmla="*/ 377743 w 380801"/>
                  <a:gd name="connsiteY44" fmla="*/ 17830 h 156975"/>
                  <a:gd name="connsiteX45" fmla="*/ 73991 w 380801"/>
                  <a:gd name="connsiteY45" fmla="*/ 46048 h 156975"/>
                  <a:gd name="connsiteX46" fmla="*/ 73991 w 380801"/>
                  <a:gd name="connsiteY46" fmla="*/ 142380 h 156975"/>
                  <a:gd name="connsiteX47" fmla="*/ 68149 w 380801"/>
                  <a:gd name="connsiteY47" fmla="*/ 147245 h 156975"/>
                  <a:gd name="connsiteX48" fmla="*/ 17524 w 380801"/>
                  <a:gd name="connsiteY48" fmla="*/ 147245 h 156975"/>
                  <a:gd name="connsiteX49" fmla="*/ 11683 w 380801"/>
                  <a:gd name="connsiteY49" fmla="*/ 142380 h 156975"/>
                  <a:gd name="connsiteX50" fmla="*/ 11683 w 380801"/>
                  <a:gd name="connsiteY50" fmla="*/ 46048 h 156975"/>
                  <a:gd name="connsiteX51" fmla="*/ 17524 w 380801"/>
                  <a:gd name="connsiteY51" fmla="*/ 41183 h 156975"/>
                  <a:gd name="connsiteX52" fmla="*/ 68149 w 380801"/>
                  <a:gd name="connsiteY52" fmla="*/ 41183 h 156975"/>
                  <a:gd name="connsiteX53" fmla="*/ 73991 w 380801"/>
                  <a:gd name="connsiteY53" fmla="*/ 46048 h 15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0801" h="156975">
                    <a:moveTo>
                      <a:pt x="377743" y="17830"/>
                    </a:moveTo>
                    <a:cubicBezTo>
                      <a:pt x="369954" y="2261"/>
                      <a:pt x="351457" y="-4550"/>
                      <a:pt x="334906" y="3234"/>
                    </a:cubicBezTo>
                    <a:lnTo>
                      <a:pt x="260915" y="36318"/>
                    </a:lnTo>
                    <a:cubicBezTo>
                      <a:pt x="256047" y="38264"/>
                      <a:pt x="253127" y="45075"/>
                      <a:pt x="256047" y="49941"/>
                    </a:cubicBezTo>
                    <a:cubicBezTo>
                      <a:pt x="257021" y="52860"/>
                      <a:pt x="258968" y="54806"/>
                      <a:pt x="261889" y="55779"/>
                    </a:cubicBezTo>
                    <a:cubicBezTo>
                      <a:pt x="264809" y="56752"/>
                      <a:pt x="267730" y="56752"/>
                      <a:pt x="269677" y="55779"/>
                    </a:cubicBezTo>
                    <a:lnTo>
                      <a:pt x="343668" y="22695"/>
                    </a:lnTo>
                    <a:cubicBezTo>
                      <a:pt x="349509" y="19776"/>
                      <a:pt x="356324" y="22695"/>
                      <a:pt x="358271" y="27561"/>
                    </a:cubicBezTo>
                    <a:cubicBezTo>
                      <a:pt x="361192" y="32426"/>
                      <a:pt x="359245" y="39237"/>
                      <a:pt x="354377" y="42156"/>
                    </a:cubicBezTo>
                    <a:lnTo>
                      <a:pt x="244365" y="117081"/>
                    </a:lnTo>
                    <a:cubicBezTo>
                      <a:pt x="234629" y="123892"/>
                      <a:pt x="221973" y="127784"/>
                      <a:pt x="209316" y="126811"/>
                    </a:cubicBezTo>
                    <a:lnTo>
                      <a:pt x="110013" y="120973"/>
                    </a:lnTo>
                    <a:cubicBezTo>
                      <a:pt x="110013" y="120973"/>
                      <a:pt x="92489" y="120000"/>
                      <a:pt x="85674" y="120973"/>
                    </a:cubicBezTo>
                    <a:lnTo>
                      <a:pt x="85674" y="58698"/>
                    </a:lnTo>
                    <a:cubicBezTo>
                      <a:pt x="96383" y="55779"/>
                      <a:pt x="105145" y="49941"/>
                      <a:pt x="112933" y="42156"/>
                    </a:cubicBezTo>
                    <a:lnTo>
                      <a:pt x="122669" y="32426"/>
                    </a:lnTo>
                    <a:cubicBezTo>
                      <a:pt x="136299" y="21722"/>
                      <a:pt x="140193" y="19776"/>
                      <a:pt x="153823" y="21722"/>
                    </a:cubicBezTo>
                    <a:lnTo>
                      <a:pt x="221973" y="34372"/>
                    </a:lnTo>
                    <a:cubicBezTo>
                      <a:pt x="223920" y="34372"/>
                      <a:pt x="225867" y="36318"/>
                      <a:pt x="226840" y="38264"/>
                    </a:cubicBezTo>
                    <a:cubicBezTo>
                      <a:pt x="227814" y="40210"/>
                      <a:pt x="228787" y="42156"/>
                      <a:pt x="227814" y="44102"/>
                    </a:cubicBezTo>
                    <a:cubicBezTo>
                      <a:pt x="226840" y="47994"/>
                      <a:pt x="223920" y="50914"/>
                      <a:pt x="220025" y="50914"/>
                    </a:cubicBezTo>
                    <a:lnTo>
                      <a:pt x="170374" y="50914"/>
                    </a:lnTo>
                    <a:cubicBezTo>
                      <a:pt x="164532" y="50914"/>
                      <a:pt x="159664" y="55779"/>
                      <a:pt x="159664" y="61617"/>
                    </a:cubicBezTo>
                    <a:cubicBezTo>
                      <a:pt x="159664" y="67455"/>
                      <a:pt x="164532" y="72321"/>
                      <a:pt x="170374" y="72321"/>
                    </a:cubicBezTo>
                    <a:lnTo>
                      <a:pt x="220025" y="72321"/>
                    </a:lnTo>
                    <a:cubicBezTo>
                      <a:pt x="233655" y="72321"/>
                      <a:pt x="246312" y="62590"/>
                      <a:pt x="248259" y="48968"/>
                    </a:cubicBezTo>
                    <a:cubicBezTo>
                      <a:pt x="250206" y="41183"/>
                      <a:pt x="248259" y="33399"/>
                      <a:pt x="243391" y="26587"/>
                    </a:cubicBezTo>
                    <a:cubicBezTo>
                      <a:pt x="238523" y="19776"/>
                      <a:pt x="232682" y="15884"/>
                      <a:pt x="224893" y="13938"/>
                    </a:cubicBezTo>
                    <a:lnTo>
                      <a:pt x="155770" y="1288"/>
                    </a:lnTo>
                    <a:cubicBezTo>
                      <a:pt x="132405" y="-1631"/>
                      <a:pt x="121695" y="5180"/>
                      <a:pt x="108066" y="16857"/>
                    </a:cubicBezTo>
                    <a:lnTo>
                      <a:pt x="97356" y="27561"/>
                    </a:lnTo>
                    <a:cubicBezTo>
                      <a:pt x="93462" y="31453"/>
                      <a:pt x="87621" y="35345"/>
                      <a:pt x="82753" y="37291"/>
                    </a:cubicBezTo>
                    <a:cubicBezTo>
                      <a:pt x="79832" y="32426"/>
                      <a:pt x="73991" y="28534"/>
                      <a:pt x="67176" y="28534"/>
                    </a:cubicBezTo>
                    <a:lnTo>
                      <a:pt x="17524" y="28534"/>
                    </a:lnTo>
                    <a:cubicBezTo>
                      <a:pt x="7789" y="28534"/>
                      <a:pt x="0" y="36318"/>
                      <a:pt x="0" y="46048"/>
                    </a:cubicBezTo>
                    <a:lnTo>
                      <a:pt x="0" y="139461"/>
                    </a:lnTo>
                    <a:cubicBezTo>
                      <a:pt x="0" y="149191"/>
                      <a:pt x="7789" y="156976"/>
                      <a:pt x="17524" y="156976"/>
                    </a:cubicBezTo>
                    <a:lnTo>
                      <a:pt x="68149" y="156976"/>
                    </a:lnTo>
                    <a:cubicBezTo>
                      <a:pt x="76912" y="156976"/>
                      <a:pt x="84700" y="150164"/>
                      <a:pt x="85674" y="141407"/>
                    </a:cubicBezTo>
                    <a:lnTo>
                      <a:pt x="89568" y="140434"/>
                    </a:lnTo>
                    <a:cubicBezTo>
                      <a:pt x="91515" y="140434"/>
                      <a:pt x="101251" y="140434"/>
                      <a:pt x="109039" y="140434"/>
                    </a:cubicBezTo>
                    <a:lnTo>
                      <a:pt x="208343" y="146272"/>
                    </a:lnTo>
                    <a:cubicBezTo>
                      <a:pt x="224893" y="147245"/>
                      <a:pt x="242417" y="142380"/>
                      <a:pt x="256047" y="132649"/>
                    </a:cubicBezTo>
                    <a:lnTo>
                      <a:pt x="366060" y="57725"/>
                    </a:lnTo>
                    <a:cubicBezTo>
                      <a:pt x="379690" y="50914"/>
                      <a:pt x="384558" y="32426"/>
                      <a:pt x="377743" y="17830"/>
                    </a:cubicBezTo>
                    <a:close/>
                    <a:moveTo>
                      <a:pt x="73991" y="46048"/>
                    </a:moveTo>
                    <a:lnTo>
                      <a:pt x="73991" y="142380"/>
                    </a:lnTo>
                    <a:cubicBezTo>
                      <a:pt x="73991" y="145299"/>
                      <a:pt x="72044" y="147245"/>
                      <a:pt x="68149" y="147245"/>
                    </a:cubicBezTo>
                    <a:lnTo>
                      <a:pt x="17524" y="147245"/>
                    </a:lnTo>
                    <a:cubicBezTo>
                      <a:pt x="14603" y="147245"/>
                      <a:pt x="11683" y="145299"/>
                      <a:pt x="11683" y="142380"/>
                    </a:cubicBezTo>
                    <a:lnTo>
                      <a:pt x="11683" y="46048"/>
                    </a:lnTo>
                    <a:cubicBezTo>
                      <a:pt x="11683" y="43129"/>
                      <a:pt x="13630" y="41183"/>
                      <a:pt x="17524" y="41183"/>
                    </a:cubicBezTo>
                    <a:lnTo>
                      <a:pt x="68149" y="41183"/>
                    </a:lnTo>
                    <a:cubicBezTo>
                      <a:pt x="71070" y="41183"/>
                      <a:pt x="73991" y="44102"/>
                      <a:pt x="73991" y="4604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26" name="Freeform 625">
                <a:extLst>
                  <a:ext uri="{FF2B5EF4-FFF2-40B4-BE49-F238E27FC236}">
                    <a16:creationId xmlns:a16="http://schemas.microsoft.com/office/drawing/2014/main" id="{E90723CC-5032-9212-D6B8-E466C18AF74A}"/>
                  </a:ext>
                </a:extLst>
              </p:cNvPr>
              <p:cNvSpPr/>
              <p:nvPr/>
            </p:nvSpPr>
            <p:spPr>
              <a:xfrm>
                <a:off x="5594194" y="2289729"/>
                <a:ext cx="132404" cy="132334"/>
              </a:xfrm>
              <a:custGeom>
                <a:avLst/>
                <a:gdLst>
                  <a:gd name="connsiteX0" fmla="*/ 66202 w 132404"/>
                  <a:gd name="connsiteY0" fmla="*/ 132334 h 132334"/>
                  <a:gd name="connsiteX1" fmla="*/ 132405 w 132404"/>
                  <a:gd name="connsiteY1" fmla="*/ 66167 h 132334"/>
                  <a:gd name="connsiteX2" fmla="*/ 66202 w 132404"/>
                  <a:gd name="connsiteY2" fmla="*/ 0 h 132334"/>
                  <a:gd name="connsiteX3" fmla="*/ 0 w 132404"/>
                  <a:gd name="connsiteY3" fmla="*/ 66167 h 132334"/>
                  <a:gd name="connsiteX4" fmla="*/ 66202 w 132404"/>
                  <a:gd name="connsiteY4" fmla="*/ 132334 h 132334"/>
                  <a:gd name="connsiteX5" fmla="*/ 21418 w 132404"/>
                  <a:gd name="connsiteY5" fmla="*/ 66167 h 132334"/>
                  <a:gd name="connsiteX6" fmla="*/ 66202 w 132404"/>
                  <a:gd name="connsiteY6" fmla="*/ 21407 h 132334"/>
                  <a:gd name="connsiteX7" fmla="*/ 110986 w 132404"/>
                  <a:gd name="connsiteY7" fmla="*/ 66167 h 132334"/>
                  <a:gd name="connsiteX8" fmla="*/ 66202 w 132404"/>
                  <a:gd name="connsiteY8" fmla="*/ 110927 h 132334"/>
                  <a:gd name="connsiteX9" fmla="*/ 21418 w 132404"/>
                  <a:gd name="connsiteY9" fmla="*/ 66167 h 13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404" h="132334">
                    <a:moveTo>
                      <a:pt x="66202" y="132334"/>
                    </a:moveTo>
                    <a:cubicBezTo>
                      <a:pt x="102224" y="132334"/>
                      <a:pt x="132405" y="103143"/>
                      <a:pt x="132405" y="66167"/>
                    </a:cubicBezTo>
                    <a:cubicBezTo>
                      <a:pt x="132405" y="29191"/>
                      <a:pt x="103198" y="0"/>
                      <a:pt x="66202" y="0"/>
                    </a:cubicBezTo>
                    <a:cubicBezTo>
                      <a:pt x="29207" y="0"/>
                      <a:pt x="0" y="29191"/>
                      <a:pt x="0" y="66167"/>
                    </a:cubicBezTo>
                    <a:cubicBezTo>
                      <a:pt x="0" y="103143"/>
                      <a:pt x="29207" y="132334"/>
                      <a:pt x="66202" y="132334"/>
                    </a:cubicBezTo>
                    <a:close/>
                    <a:moveTo>
                      <a:pt x="21418" y="66167"/>
                    </a:moveTo>
                    <a:cubicBezTo>
                      <a:pt x="21418" y="41841"/>
                      <a:pt x="41863" y="21407"/>
                      <a:pt x="66202" y="21407"/>
                    </a:cubicBezTo>
                    <a:cubicBezTo>
                      <a:pt x="90541" y="21407"/>
                      <a:pt x="110986" y="41841"/>
                      <a:pt x="110986" y="66167"/>
                    </a:cubicBezTo>
                    <a:cubicBezTo>
                      <a:pt x="110986" y="90493"/>
                      <a:pt x="90541" y="110927"/>
                      <a:pt x="66202" y="110927"/>
                    </a:cubicBezTo>
                    <a:cubicBezTo>
                      <a:pt x="41863" y="110927"/>
                      <a:pt x="21418" y="90493"/>
                      <a:pt x="21418" y="6616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27" name="Freeform 626">
                <a:extLst>
                  <a:ext uri="{FF2B5EF4-FFF2-40B4-BE49-F238E27FC236}">
                    <a16:creationId xmlns:a16="http://schemas.microsoft.com/office/drawing/2014/main" id="{C4906853-CDE0-A17E-493A-DE6F726B1DF3}"/>
                  </a:ext>
                </a:extLst>
              </p:cNvPr>
              <p:cNvSpPr/>
              <p:nvPr/>
            </p:nvSpPr>
            <p:spPr>
              <a:xfrm>
                <a:off x="5560120" y="2420118"/>
                <a:ext cx="200554" cy="90493"/>
              </a:xfrm>
              <a:custGeom>
                <a:avLst/>
                <a:gdLst>
                  <a:gd name="connsiteX0" fmla="*/ 10709 w 200554"/>
                  <a:gd name="connsiteY0" fmla="*/ 90493 h 90493"/>
                  <a:gd name="connsiteX1" fmla="*/ 21418 w 200554"/>
                  <a:gd name="connsiteY1" fmla="*/ 79790 h 90493"/>
                  <a:gd name="connsiteX2" fmla="*/ 21418 w 200554"/>
                  <a:gd name="connsiteY2" fmla="*/ 60329 h 90493"/>
                  <a:gd name="connsiteX3" fmla="*/ 60361 w 200554"/>
                  <a:gd name="connsiteY3" fmla="*/ 21407 h 90493"/>
                  <a:gd name="connsiteX4" fmla="*/ 62308 w 200554"/>
                  <a:gd name="connsiteY4" fmla="*/ 21407 h 90493"/>
                  <a:gd name="connsiteX5" fmla="*/ 92489 w 200554"/>
                  <a:gd name="connsiteY5" fmla="*/ 52544 h 90493"/>
                  <a:gd name="connsiteX6" fmla="*/ 100277 w 200554"/>
                  <a:gd name="connsiteY6" fmla="*/ 55464 h 90493"/>
                  <a:gd name="connsiteX7" fmla="*/ 108066 w 200554"/>
                  <a:gd name="connsiteY7" fmla="*/ 52544 h 90493"/>
                  <a:gd name="connsiteX8" fmla="*/ 138246 w 200554"/>
                  <a:gd name="connsiteY8" fmla="*/ 21407 h 90493"/>
                  <a:gd name="connsiteX9" fmla="*/ 140193 w 200554"/>
                  <a:gd name="connsiteY9" fmla="*/ 21407 h 90493"/>
                  <a:gd name="connsiteX10" fmla="*/ 179136 w 200554"/>
                  <a:gd name="connsiteY10" fmla="*/ 60329 h 90493"/>
                  <a:gd name="connsiteX11" fmla="*/ 179136 w 200554"/>
                  <a:gd name="connsiteY11" fmla="*/ 79790 h 90493"/>
                  <a:gd name="connsiteX12" fmla="*/ 189845 w 200554"/>
                  <a:gd name="connsiteY12" fmla="*/ 90493 h 90493"/>
                  <a:gd name="connsiteX13" fmla="*/ 200554 w 200554"/>
                  <a:gd name="connsiteY13" fmla="*/ 79790 h 90493"/>
                  <a:gd name="connsiteX14" fmla="*/ 200554 w 200554"/>
                  <a:gd name="connsiteY14" fmla="*/ 60329 h 90493"/>
                  <a:gd name="connsiteX15" fmla="*/ 140193 w 200554"/>
                  <a:gd name="connsiteY15" fmla="*/ 0 h 90493"/>
                  <a:gd name="connsiteX16" fmla="*/ 133378 w 200554"/>
                  <a:gd name="connsiteY16" fmla="*/ 0 h 90493"/>
                  <a:gd name="connsiteX17" fmla="*/ 125590 w 200554"/>
                  <a:gd name="connsiteY17" fmla="*/ 2919 h 90493"/>
                  <a:gd name="connsiteX18" fmla="*/ 100277 w 200554"/>
                  <a:gd name="connsiteY18" fmla="*/ 29191 h 90493"/>
                  <a:gd name="connsiteX19" fmla="*/ 74964 w 200554"/>
                  <a:gd name="connsiteY19" fmla="*/ 2919 h 90493"/>
                  <a:gd name="connsiteX20" fmla="*/ 67176 w 200554"/>
                  <a:gd name="connsiteY20" fmla="*/ 0 h 90493"/>
                  <a:gd name="connsiteX21" fmla="*/ 60361 w 200554"/>
                  <a:gd name="connsiteY21" fmla="*/ 0 h 90493"/>
                  <a:gd name="connsiteX22" fmla="*/ 0 w 200554"/>
                  <a:gd name="connsiteY22" fmla="*/ 60329 h 90493"/>
                  <a:gd name="connsiteX23" fmla="*/ 0 w 200554"/>
                  <a:gd name="connsiteY23" fmla="*/ 79790 h 90493"/>
                  <a:gd name="connsiteX24" fmla="*/ 10709 w 200554"/>
                  <a:gd name="connsiteY24" fmla="*/ 90493 h 9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0554" h="90493">
                    <a:moveTo>
                      <a:pt x="10709" y="90493"/>
                    </a:moveTo>
                    <a:cubicBezTo>
                      <a:pt x="16551" y="90493"/>
                      <a:pt x="21418" y="85628"/>
                      <a:pt x="21418" y="79790"/>
                    </a:cubicBezTo>
                    <a:lnTo>
                      <a:pt x="21418" y="60329"/>
                    </a:lnTo>
                    <a:cubicBezTo>
                      <a:pt x="21418" y="38922"/>
                      <a:pt x="38943" y="21407"/>
                      <a:pt x="60361" y="21407"/>
                    </a:cubicBezTo>
                    <a:lnTo>
                      <a:pt x="62308" y="21407"/>
                    </a:lnTo>
                    <a:lnTo>
                      <a:pt x="92489" y="52544"/>
                    </a:lnTo>
                    <a:cubicBezTo>
                      <a:pt x="94436" y="54491"/>
                      <a:pt x="97356" y="55464"/>
                      <a:pt x="100277" y="55464"/>
                    </a:cubicBezTo>
                    <a:cubicBezTo>
                      <a:pt x="103198" y="55464"/>
                      <a:pt x="106118" y="54491"/>
                      <a:pt x="108066" y="52544"/>
                    </a:cubicBezTo>
                    <a:lnTo>
                      <a:pt x="138246" y="21407"/>
                    </a:lnTo>
                    <a:lnTo>
                      <a:pt x="140193" y="21407"/>
                    </a:lnTo>
                    <a:cubicBezTo>
                      <a:pt x="161612" y="21407"/>
                      <a:pt x="179136" y="38922"/>
                      <a:pt x="179136" y="60329"/>
                    </a:cubicBezTo>
                    <a:lnTo>
                      <a:pt x="179136" y="79790"/>
                    </a:lnTo>
                    <a:cubicBezTo>
                      <a:pt x="179136" y="85628"/>
                      <a:pt x="184004" y="90493"/>
                      <a:pt x="189845" y="90493"/>
                    </a:cubicBezTo>
                    <a:cubicBezTo>
                      <a:pt x="195686" y="90493"/>
                      <a:pt x="200554" y="85628"/>
                      <a:pt x="200554" y="79790"/>
                    </a:cubicBezTo>
                    <a:lnTo>
                      <a:pt x="200554" y="60329"/>
                    </a:lnTo>
                    <a:cubicBezTo>
                      <a:pt x="200554" y="27245"/>
                      <a:pt x="173294" y="0"/>
                      <a:pt x="140193" y="0"/>
                    </a:cubicBezTo>
                    <a:lnTo>
                      <a:pt x="133378" y="0"/>
                    </a:lnTo>
                    <a:cubicBezTo>
                      <a:pt x="130458" y="0"/>
                      <a:pt x="127537" y="973"/>
                      <a:pt x="125590" y="2919"/>
                    </a:cubicBezTo>
                    <a:lnTo>
                      <a:pt x="100277" y="29191"/>
                    </a:lnTo>
                    <a:lnTo>
                      <a:pt x="74964" y="2919"/>
                    </a:lnTo>
                    <a:cubicBezTo>
                      <a:pt x="73017" y="973"/>
                      <a:pt x="70097" y="0"/>
                      <a:pt x="67176" y="0"/>
                    </a:cubicBezTo>
                    <a:lnTo>
                      <a:pt x="60361" y="0"/>
                    </a:lnTo>
                    <a:cubicBezTo>
                      <a:pt x="27260" y="0"/>
                      <a:pt x="0" y="27245"/>
                      <a:pt x="0" y="60329"/>
                    </a:cubicBezTo>
                    <a:lnTo>
                      <a:pt x="0" y="79790"/>
                    </a:lnTo>
                    <a:cubicBezTo>
                      <a:pt x="0" y="85628"/>
                      <a:pt x="4868" y="90493"/>
                      <a:pt x="10709" y="9049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50" name="Graphic 450">
            <a:extLst>
              <a:ext uri="{FF2B5EF4-FFF2-40B4-BE49-F238E27FC236}">
                <a16:creationId xmlns:a16="http://schemas.microsoft.com/office/drawing/2014/main" id="{B520A533-1F5B-47D7-17A4-7B78182F1FC4}"/>
              </a:ext>
            </a:extLst>
          </p:cNvPr>
          <p:cNvGrpSpPr/>
          <p:nvPr/>
        </p:nvGrpSpPr>
        <p:grpSpPr>
          <a:xfrm>
            <a:off x="8357648" y="1803604"/>
            <a:ext cx="607503" cy="607181"/>
            <a:chOff x="5332306" y="2966970"/>
            <a:chExt cx="607503" cy="607181"/>
          </a:xfrm>
        </p:grpSpPr>
        <p:sp>
          <p:nvSpPr>
            <p:cNvPr id="651" name="Freeform 650">
              <a:extLst>
                <a:ext uri="{FF2B5EF4-FFF2-40B4-BE49-F238E27FC236}">
                  <a16:creationId xmlns:a16="http://schemas.microsoft.com/office/drawing/2014/main" id="{4F2380F8-464C-681B-0A36-80783514A10A}"/>
                </a:ext>
              </a:extLst>
            </p:cNvPr>
            <p:cNvSpPr/>
            <p:nvPr/>
          </p:nvSpPr>
          <p:spPr>
            <a:xfrm>
              <a:off x="5332306" y="2966970"/>
              <a:ext cx="607503" cy="607181"/>
            </a:xfrm>
            <a:custGeom>
              <a:avLst/>
              <a:gdLst>
                <a:gd name="connsiteX0" fmla="*/ 303752 w 607503"/>
                <a:gd name="connsiteY0" fmla="*/ 607181 h 607181"/>
                <a:gd name="connsiteX1" fmla="*/ 607504 w 607503"/>
                <a:gd name="connsiteY1" fmla="*/ 303591 h 607181"/>
                <a:gd name="connsiteX2" fmla="*/ 303752 w 607503"/>
                <a:gd name="connsiteY2" fmla="*/ 0 h 607181"/>
                <a:gd name="connsiteX3" fmla="*/ 0 w 607503"/>
                <a:gd name="connsiteY3" fmla="*/ 303591 h 607181"/>
                <a:gd name="connsiteX4" fmla="*/ 303752 w 607503"/>
                <a:gd name="connsiteY4" fmla="*/ 607181 h 607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3" h="607181">
                  <a:moveTo>
                    <a:pt x="303752" y="607181"/>
                  </a:moveTo>
                  <a:cubicBezTo>
                    <a:pt x="471205" y="607181"/>
                    <a:pt x="607504" y="470955"/>
                    <a:pt x="607504" y="303591"/>
                  </a:cubicBezTo>
                  <a:cubicBezTo>
                    <a:pt x="607504" y="136226"/>
                    <a:pt x="471205" y="0"/>
                    <a:pt x="303752" y="0"/>
                  </a:cubicBezTo>
                  <a:cubicBezTo>
                    <a:pt x="136299" y="0"/>
                    <a:pt x="0" y="136226"/>
                    <a:pt x="0" y="303591"/>
                  </a:cubicBezTo>
                  <a:cubicBezTo>
                    <a:pt x="0" y="470955"/>
                    <a:pt x="136299" y="607181"/>
                    <a:pt x="303752" y="607181"/>
                  </a:cubicBezTo>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sp>
          <p:nvSpPr>
            <p:cNvPr id="652" name="Freeform 651">
              <a:extLst>
                <a:ext uri="{FF2B5EF4-FFF2-40B4-BE49-F238E27FC236}">
                  <a16:creationId xmlns:a16="http://schemas.microsoft.com/office/drawing/2014/main" id="{CFE57162-5C2C-89DE-F185-D160FBF162DC}"/>
                </a:ext>
              </a:extLst>
            </p:cNvPr>
            <p:cNvSpPr/>
            <p:nvPr/>
          </p:nvSpPr>
          <p:spPr>
            <a:xfrm>
              <a:off x="5481261" y="3109034"/>
              <a:ext cx="312514" cy="326943"/>
            </a:xfrm>
            <a:custGeom>
              <a:avLst/>
              <a:gdLst>
                <a:gd name="connsiteX0" fmla="*/ 274545 w 312514"/>
                <a:gd name="connsiteY0" fmla="*/ 312348 h 326943"/>
                <a:gd name="connsiteX1" fmla="*/ 240470 w 312514"/>
                <a:gd name="connsiteY1" fmla="*/ 318186 h 326943"/>
                <a:gd name="connsiteX2" fmla="*/ 206396 w 312514"/>
                <a:gd name="connsiteY2" fmla="*/ 312348 h 326943"/>
                <a:gd name="connsiteX3" fmla="*/ 197633 w 312514"/>
                <a:gd name="connsiteY3" fmla="*/ 278291 h 326943"/>
                <a:gd name="connsiteX4" fmla="*/ 205422 w 312514"/>
                <a:gd name="connsiteY4" fmla="*/ 280238 h 326943"/>
                <a:gd name="connsiteX5" fmla="*/ 240470 w 312514"/>
                <a:gd name="connsiteY5" fmla="*/ 283157 h 326943"/>
                <a:gd name="connsiteX6" fmla="*/ 275519 w 312514"/>
                <a:gd name="connsiteY6" fmla="*/ 281210 h 326943"/>
                <a:gd name="connsiteX7" fmla="*/ 283307 w 312514"/>
                <a:gd name="connsiteY7" fmla="*/ 279264 h 326943"/>
                <a:gd name="connsiteX8" fmla="*/ 274545 w 312514"/>
                <a:gd name="connsiteY8" fmla="*/ 312348 h 326943"/>
                <a:gd name="connsiteX9" fmla="*/ 148955 w 312514"/>
                <a:gd name="connsiteY9" fmla="*/ 318186 h 326943"/>
                <a:gd name="connsiteX10" fmla="*/ 103198 w 312514"/>
                <a:gd name="connsiteY10" fmla="*/ 312348 h 326943"/>
                <a:gd name="connsiteX11" fmla="*/ 102224 w 312514"/>
                <a:gd name="connsiteY11" fmla="*/ 292887 h 326943"/>
                <a:gd name="connsiteX12" fmla="*/ 151876 w 312514"/>
                <a:gd name="connsiteY12" fmla="*/ 298725 h 326943"/>
                <a:gd name="connsiteX13" fmla="*/ 192766 w 312514"/>
                <a:gd name="connsiteY13" fmla="*/ 294833 h 326943"/>
                <a:gd name="connsiteX14" fmla="*/ 197633 w 312514"/>
                <a:gd name="connsiteY14" fmla="*/ 312348 h 326943"/>
                <a:gd name="connsiteX15" fmla="*/ 148955 w 312514"/>
                <a:gd name="connsiteY15" fmla="*/ 318186 h 326943"/>
                <a:gd name="connsiteX16" fmla="*/ 101251 w 312514"/>
                <a:gd name="connsiteY16" fmla="*/ 269534 h 326943"/>
                <a:gd name="connsiteX17" fmla="*/ 148955 w 312514"/>
                <a:gd name="connsiteY17" fmla="*/ 272453 h 326943"/>
                <a:gd name="connsiteX18" fmla="*/ 185951 w 312514"/>
                <a:gd name="connsiteY18" fmla="*/ 270507 h 326943"/>
                <a:gd name="connsiteX19" fmla="*/ 185951 w 312514"/>
                <a:gd name="connsiteY19" fmla="*/ 271480 h 326943"/>
                <a:gd name="connsiteX20" fmla="*/ 187898 w 312514"/>
                <a:gd name="connsiteY20" fmla="*/ 273426 h 326943"/>
                <a:gd name="connsiteX21" fmla="*/ 190819 w 312514"/>
                <a:gd name="connsiteY21" fmla="*/ 286076 h 326943"/>
                <a:gd name="connsiteX22" fmla="*/ 151876 w 312514"/>
                <a:gd name="connsiteY22" fmla="*/ 289968 h 326943"/>
                <a:gd name="connsiteX23" fmla="*/ 102224 w 312514"/>
                <a:gd name="connsiteY23" fmla="*/ 284130 h 326943"/>
                <a:gd name="connsiteX24" fmla="*/ 101251 w 312514"/>
                <a:gd name="connsiteY24" fmla="*/ 269534 h 326943"/>
                <a:gd name="connsiteX25" fmla="*/ 102224 w 312514"/>
                <a:gd name="connsiteY25" fmla="*/ 170283 h 326943"/>
                <a:gd name="connsiteX26" fmla="*/ 102224 w 312514"/>
                <a:gd name="connsiteY26" fmla="*/ 149849 h 326943"/>
                <a:gd name="connsiteX27" fmla="*/ 100277 w 312514"/>
                <a:gd name="connsiteY27" fmla="*/ 145957 h 326943"/>
                <a:gd name="connsiteX28" fmla="*/ 96383 w 312514"/>
                <a:gd name="connsiteY28" fmla="*/ 145957 h 326943"/>
                <a:gd name="connsiteX29" fmla="*/ 94436 w 312514"/>
                <a:gd name="connsiteY29" fmla="*/ 146930 h 326943"/>
                <a:gd name="connsiteX30" fmla="*/ 93462 w 312514"/>
                <a:gd name="connsiteY30" fmla="*/ 145957 h 326943"/>
                <a:gd name="connsiteX31" fmla="*/ 88594 w 312514"/>
                <a:gd name="connsiteY31" fmla="*/ 145957 h 326943"/>
                <a:gd name="connsiteX32" fmla="*/ 88594 w 312514"/>
                <a:gd name="connsiteY32" fmla="*/ 145957 h 326943"/>
                <a:gd name="connsiteX33" fmla="*/ 86647 w 312514"/>
                <a:gd name="connsiteY33" fmla="*/ 144984 h 326943"/>
                <a:gd name="connsiteX34" fmla="*/ 81779 w 312514"/>
                <a:gd name="connsiteY34" fmla="*/ 145957 h 326943"/>
                <a:gd name="connsiteX35" fmla="*/ 81779 w 312514"/>
                <a:gd name="connsiteY35" fmla="*/ 145957 h 326943"/>
                <a:gd name="connsiteX36" fmla="*/ 81779 w 312514"/>
                <a:gd name="connsiteY36" fmla="*/ 145957 h 326943"/>
                <a:gd name="connsiteX37" fmla="*/ 78859 w 312514"/>
                <a:gd name="connsiteY37" fmla="*/ 144984 h 326943"/>
                <a:gd name="connsiteX38" fmla="*/ 78859 w 312514"/>
                <a:gd name="connsiteY38" fmla="*/ 134281 h 326943"/>
                <a:gd name="connsiteX39" fmla="*/ 148955 w 312514"/>
                <a:gd name="connsiteY39" fmla="*/ 140119 h 326943"/>
                <a:gd name="connsiteX40" fmla="*/ 219052 w 312514"/>
                <a:gd name="connsiteY40" fmla="*/ 134281 h 326943"/>
                <a:gd name="connsiteX41" fmla="*/ 219052 w 312514"/>
                <a:gd name="connsiteY41" fmla="*/ 252019 h 326943"/>
                <a:gd name="connsiteX42" fmla="*/ 201528 w 312514"/>
                <a:gd name="connsiteY42" fmla="*/ 253965 h 326943"/>
                <a:gd name="connsiteX43" fmla="*/ 183030 w 312514"/>
                <a:gd name="connsiteY43" fmla="*/ 262723 h 326943"/>
                <a:gd name="connsiteX44" fmla="*/ 148955 w 312514"/>
                <a:gd name="connsiteY44" fmla="*/ 264669 h 326943"/>
                <a:gd name="connsiteX45" fmla="*/ 101251 w 312514"/>
                <a:gd name="connsiteY45" fmla="*/ 261749 h 326943"/>
                <a:gd name="connsiteX46" fmla="*/ 101251 w 312514"/>
                <a:gd name="connsiteY46" fmla="*/ 261749 h 326943"/>
                <a:gd name="connsiteX47" fmla="*/ 102224 w 312514"/>
                <a:gd name="connsiteY47" fmla="*/ 170283 h 326943"/>
                <a:gd name="connsiteX48" fmla="*/ 94436 w 312514"/>
                <a:gd name="connsiteY48" fmla="*/ 313321 h 326943"/>
                <a:gd name="connsiteX49" fmla="*/ 94436 w 312514"/>
                <a:gd name="connsiteY49" fmla="*/ 313321 h 326943"/>
                <a:gd name="connsiteX50" fmla="*/ 90541 w 312514"/>
                <a:gd name="connsiteY50" fmla="*/ 313321 h 326943"/>
                <a:gd name="connsiteX51" fmla="*/ 87621 w 312514"/>
                <a:gd name="connsiteY51" fmla="*/ 314294 h 326943"/>
                <a:gd name="connsiteX52" fmla="*/ 84700 w 312514"/>
                <a:gd name="connsiteY52" fmla="*/ 313321 h 326943"/>
                <a:gd name="connsiteX53" fmla="*/ 81779 w 312514"/>
                <a:gd name="connsiteY53" fmla="*/ 313321 h 326943"/>
                <a:gd name="connsiteX54" fmla="*/ 78859 w 312514"/>
                <a:gd name="connsiteY54" fmla="*/ 314294 h 326943"/>
                <a:gd name="connsiteX55" fmla="*/ 73991 w 312514"/>
                <a:gd name="connsiteY55" fmla="*/ 313321 h 326943"/>
                <a:gd name="connsiteX56" fmla="*/ 72044 w 312514"/>
                <a:gd name="connsiteY56" fmla="*/ 313321 h 326943"/>
                <a:gd name="connsiteX57" fmla="*/ 70097 w 312514"/>
                <a:gd name="connsiteY57" fmla="*/ 314294 h 326943"/>
                <a:gd name="connsiteX58" fmla="*/ 69123 w 312514"/>
                <a:gd name="connsiteY58" fmla="*/ 313321 h 326943"/>
                <a:gd name="connsiteX59" fmla="*/ 66202 w 312514"/>
                <a:gd name="connsiteY59" fmla="*/ 313321 h 326943"/>
                <a:gd name="connsiteX60" fmla="*/ 59387 w 312514"/>
                <a:gd name="connsiteY60" fmla="*/ 314294 h 326943"/>
                <a:gd name="connsiteX61" fmla="*/ 55493 w 312514"/>
                <a:gd name="connsiteY61" fmla="*/ 313321 h 326943"/>
                <a:gd name="connsiteX62" fmla="*/ 54520 w 312514"/>
                <a:gd name="connsiteY62" fmla="*/ 313321 h 326943"/>
                <a:gd name="connsiteX63" fmla="*/ 52572 w 312514"/>
                <a:gd name="connsiteY63" fmla="*/ 313321 h 326943"/>
                <a:gd name="connsiteX64" fmla="*/ 51599 w 312514"/>
                <a:gd name="connsiteY64" fmla="*/ 313321 h 326943"/>
                <a:gd name="connsiteX65" fmla="*/ 51599 w 312514"/>
                <a:gd name="connsiteY65" fmla="*/ 313321 h 326943"/>
                <a:gd name="connsiteX66" fmla="*/ 47705 w 312514"/>
                <a:gd name="connsiteY66" fmla="*/ 312348 h 326943"/>
                <a:gd name="connsiteX67" fmla="*/ 45758 w 312514"/>
                <a:gd name="connsiteY67" fmla="*/ 313321 h 326943"/>
                <a:gd name="connsiteX68" fmla="*/ 43810 w 312514"/>
                <a:gd name="connsiteY68" fmla="*/ 312348 h 326943"/>
                <a:gd name="connsiteX69" fmla="*/ 40890 w 312514"/>
                <a:gd name="connsiteY69" fmla="*/ 312348 h 326943"/>
                <a:gd name="connsiteX70" fmla="*/ 37969 w 312514"/>
                <a:gd name="connsiteY70" fmla="*/ 313321 h 326943"/>
                <a:gd name="connsiteX71" fmla="*/ 35048 w 312514"/>
                <a:gd name="connsiteY71" fmla="*/ 312348 h 326943"/>
                <a:gd name="connsiteX72" fmla="*/ 32128 w 312514"/>
                <a:gd name="connsiteY72" fmla="*/ 312348 h 326943"/>
                <a:gd name="connsiteX73" fmla="*/ 31154 w 312514"/>
                <a:gd name="connsiteY73" fmla="*/ 313321 h 326943"/>
                <a:gd name="connsiteX74" fmla="*/ 29207 w 312514"/>
                <a:gd name="connsiteY74" fmla="*/ 312348 h 326943"/>
                <a:gd name="connsiteX75" fmla="*/ 26286 w 312514"/>
                <a:gd name="connsiteY75" fmla="*/ 312348 h 326943"/>
                <a:gd name="connsiteX76" fmla="*/ 23366 w 312514"/>
                <a:gd name="connsiteY76" fmla="*/ 313321 h 326943"/>
                <a:gd name="connsiteX77" fmla="*/ 22392 w 312514"/>
                <a:gd name="connsiteY77" fmla="*/ 312348 h 326943"/>
                <a:gd name="connsiteX78" fmla="*/ 18498 w 312514"/>
                <a:gd name="connsiteY78" fmla="*/ 312348 h 326943"/>
                <a:gd name="connsiteX79" fmla="*/ 17524 w 312514"/>
                <a:gd name="connsiteY79" fmla="*/ 313321 h 326943"/>
                <a:gd name="connsiteX80" fmla="*/ 15577 w 312514"/>
                <a:gd name="connsiteY80" fmla="*/ 312348 h 326943"/>
                <a:gd name="connsiteX81" fmla="*/ 11683 w 312514"/>
                <a:gd name="connsiteY81" fmla="*/ 313321 h 326943"/>
                <a:gd name="connsiteX82" fmla="*/ 10709 w 312514"/>
                <a:gd name="connsiteY82" fmla="*/ 313321 h 326943"/>
                <a:gd name="connsiteX83" fmla="*/ 8762 w 312514"/>
                <a:gd name="connsiteY83" fmla="*/ 313321 h 326943"/>
                <a:gd name="connsiteX84" fmla="*/ 8762 w 312514"/>
                <a:gd name="connsiteY84" fmla="*/ 285103 h 326943"/>
                <a:gd name="connsiteX85" fmla="*/ 6815 w 312514"/>
                <a:gd name="connsiteY85" fmla="*/ 157634 h 326943"/>
                <a:gd name="connsiteX86" fmla="*/ 9736 w 312514"/>
                <a:gd name="connsiteY86" fmla="*/ 157634 h 326943"/>
                <a:gd name="connsiteX87" fmla="*/ 12656 w 312514"/>
                <a:gd name="connsiteY87" fmla="*/ 155687 h 326943"/>
                <a:gd name="connsiteX88" fmla="*/ 14603 w 312514"/>
                <a:gd name="connsiteY88" fmla="*/ 157634 h 326943"/>
                <a:gd name="connsiteX89" fmla="*/ 18498 w 312514"/>
                <a:gd name="connsiteY89" fmla="*/ 157634 h 326943"/>
                <a:gd name="connsiteX90" fmla="*/ 20445 w 312514"/>
                <a:gd name="connsiteY90" fmla="*/ 155687 h 326943"/>
                <a:gd name="connsiteX91" fmla="*/ 22392 w 312514"/>
                <a:gd name="connsiteY91" fmla="*/ 157634 h 326943"/>
                <a:gd name="connsiteX92" fmla="*/ 26286 w 312514"/>
                <a:gd name="connsiteY92" fmla="*/ 157634 h 326943"/>
                <a:gd name="connsiteX93" fmla="*/ 28233 w 312514"/>
                <a:gd name="connsiteY93" fmla="*/ 156661 h 326943"/>
                <a:gd name="connsiteX94" fmla="*/ 29207 w 312514"/>
                <a:gd name="connsiteY94" fmla="*/ 157634 h 326943"/>
                <a:gd name="connsiteX95" fmla="*/ 33101 w 312514"/>
                <a:gd name="connsiteY95" fmla="*/ 157634 h 326943"/>
                <a:gd name="connsiteX96" fmla="*/ 36995 w 312514"/>
                <a:gd name="connsiteY96" fmla="*/ 155687 h 326943"/>
                <a:gd name="connsiteX97" fmla="*/ 40890 w 312514"/>
                <a:gd name="connsiteY97" fmla="*/ 157634 h 326943"/>
                <a:gd name="connsiteX98" fmla="*/ 44784 w 312514"/>
                <a:gd name="connsiteY98" fmla="*/ 157634 h 326943"/>
                <a:gd name="connsiteX99" fmla="*/ 47705 w 312514"/>
                <a:gd name="connsiteY99" fmla="*/ 155687 h 326943"/>
                <a:gd name="connsiteX100" fmla="*/ 49652 w 312514"/>
                <a:gd name="connsiteY100" fmla="*/ 157634 h 326943"/>
                <a:gd name="connsiteX101" fmla="*/ 54520 w 312514"/>
                <a:gd name="connsiteY101" fmla="*/ 157634 h 326943"/>
                <a:gd name="connsiteX102" fmla="*/ 56467 w 312514"/>
                <a:gd name="connsiteY102" fmla="*/ 156661 h 326943"/>
                <a:gd name="connsiteX103" fmla="*/ 58414 w 312514"/>
                <a:gd name="connsiteY103" fmla="*/ 157634 h 326943"/>
                <a:gd name="connsiteX104" fmla="*/ 62308 w 312514"/>
                <a:gd name="connsiteY104" fmla="*/ 157634 h 326943"/>
                <a:gd name="connsiteX105" fmla="*/ 63282 w 312514"/>
                <a:gd name="connsiteY105" fmla="*/ 157634 h 326943"/>
                <a:gd name="connsiteX106" fmla="*/ 63282 w 312514"/>
                <a:gd name="connsiteY106" fmla="*/ 157634 h 326943"/>
                <a:gd name="connsiteX107" fmla="*/ 68149 w 312514"/>
                <a:gd name="connsiteY107" fmla="*/ 157634 h 326943"/>
                <a:gd name="connsiteX108" fmla="*/ 69123 w 312514"/>
                <a:gd name="connsiteY108" fmla="*/ 156661 h 326943"/>
                <a:gd name="connsiteX109" fmla="*/ 71070 w 312514"/>
                <a:gd name="connsiteY109" fmla="*/ 157634 h 326943"/>
                <a:gd name="connsiteX110" fmla="*/ 75938 w 312514"/>
                <a:gd name="connsiteY110" fmla="*/ 157634 h 326943"/>
                <a:gd name="connsiteX111" fmla="*/ 75938 w 312514"/>
                <a:gd name="connsiteY111" fmla="*/ 157634 h 326943"/>
                <a:gd name="connsiteX112" fmla="*/ 75938 w 312514"/>
                <a:gd name="connsiteY112" fmla="*/ 157634 h 326943"/>
                <a:gd name="connsiteX113" fmla="*/ 80806 w 312514"/>
                <a:gd name="connsiteY113" fmla="*/ 157634 h 326943"/>
                <a:gd name="connsiteX114" fmla="*/ 81779 w 312514"/>
                <a:gd name="connsiteY114" fmla="*/ 156661 h 326943"/>
                <a:gd name="connsiteX115" fmla="*/ 83726 w 312514"/>
                <a:gd name="connsiteY115" fmla="*/ 157634 h 326943"/>
                <a:gd name="connsiteX116" fmla="*/ 88594 w 312514"/>
                <a:gd name="connsiteY116" fmla="*/ 156661 h 326943"/>
                <a:gd name="connsiteX117" fmla="*/ 88594 w 312514"/>
                <a:gd name="connsiteY117" fmla="*/ 156661 h 326943"/>
                <a:gd name="connsiteX118" fmla="*/ 89568 w 312514"/>
                <a:gd name="connsiteY118" fmla="*/ 156661 h 326943"/>
                <a:gd name="connsiteX119" fmla="*/ 91515 w 312514"/>
                <a:gd name="connsiteY119" fmla="*/ 157634 h 326943"/>
                <a:gd name="connsiteX120" fmla="*/ 91515 w 312514"/>
                <a:gd name="connsiteY120" fmla="*/ 171256 h 326943"/>
                <a:gd name="connsiteX121" fmla="*/ 94436 w 312514"/>
                <a:gd name="connsiteY121" fmla="*/ 313321 h 326943"/>
                <a:gd name="connsiteX122" fmla="*/ 65229 w 312514"/>
                <a:gd name="connsiteY122" fmla="*/ 89520 h 326943"/>
                <a:gd name="connsiteX123" fmla="*/ 65229 w 312514"/>
                <a:gd name="connsiteY123" fmla="*/ 89520 h 326943"/>
                <a:gd name="connsiteX124" fmla="*/ 65229 w 312514"/>
                <a:gd name="connsiteY124" fmla="*/ 89520 h 326943"/>
                <a:gd name="connsiteX125" fmla="*/ 66202 w 312514"/>
                <a:gd name="connsiteY125" fmla="*/ 88547 h 326943"/>
                <a:gd name="connsiteX126" fmla="*/ 92489 w 312514"/>
                <a:gd name="connsiteY126" fmla="*/ 52544 h 326943"/>
                <a:gd name="connsiteX127" fmla="*/ 148955 w 312514"/>
                <a:gd name="connsiteY127" fmla="*/ 62275 h 326943"/>
                <a:gd name="connsiteX128" fmla="*/ 205422 w 312514"/>
                <a:gd name="connsiteY128" fmla="*/ 52544 h 326943"/>
                <a:gd name="connsiteX129" fmla="*/ 231708 w 312514"/>
                <a:gd name="connsiteY129" fmla="*/ 88547 h 326943"/>
                <a:gd name="connsiteX130" fmla="*/ 231708 w 312514"/>
                <a:gd name="connsiteY130" fmla="*/ 88547 h 326943"/>
                <a:gd name="connsiteX131" fmla="*/ 231708 w 312514"/>
                <a:gd name="connsiteY131" fmla="*/ 89520 h 326943"/>
                <a:gd name="connsiteX132" fmla="*/ 231708 w 312514"/>
                <a:gd name="connsiteY132" fmla="*/ 90493 h 326943"/>
                <a:gd name="connsiteX133" fmla="*/ 230735 w 312514"/>
                <a:gd name="connsiteY133" fmla="*/ 252019 h 326943"/>
                <a:gd name="connsiteX134" fmla="*/ 226840 w 312514"/>
                <a:gd name="connsiteY134" fmla="*/ 252019 h 326943"/>
                <a:gd name="connsiteX135" fmla="*/ 226840 w 312514"/>
                <a:gd name="connsiteY135" fmla="*/ 123577 h 326943"/>
                <a:gd name="connsiteX136" fmla="*/ 147982 w 312514"/>
                <a:gd name="connsiteY136" fmla="*/ 131361 h 326943"/>
                <a:gd name="connsiteX137" fmla="*/ 70097 w 312514"/>
                <a:gd name="connsiteY137" fmla="*/ 123577 h 326943"/>
                <a:gd name="connsiteX138" fmla="*/ 70097 w 312514"/>
                <a:gd name="connsiteY138" fmla="*/ 145957 h 326943"/>
                <a:gd name="connsiteX139" fmla="*/ 70097 w 312514"/>
                <a:gd name="connsiteY139" fmla="*/ 145957 h 326943"/>
                <a:gd name="connsiteX140" fmla="*/ 69123 w 312514"/>
                <a:gd name="connsiteY140" fmla="*/ 146930 h 326943"/>
                <a:gd name="connsiteX141" fmla="*/ 69123 w 312514"/>
                <a:gd name="connsiteY141" fmla="*/ 146930 h 326943"/>
                <a:gd name="connsiteX142" fmla="*/ 65229 w 312514"/>
                <a:gd name="connsiteY142" fmla="*/ 145957 h 326943"/>
                <a:gd name="connsiteX143" fmla="*/ 65229 w 312514"/>
                <a:gd name="connsiteY143" fmla="*/ 89520 h 326943"/>
                <a:gd name="connsiteX144" fmla="*/ 65229 w 312514"/>
                <a:gd name="connsiteY144" fmla="*/ 89520 h 326943"/>
                <a:gd name="connsiteX145" fmla="*/ 86647 w 312514"/>
                <a:gd name="connsiteY145" fmla="*/ 24326 h 326943"/>
                <a:gd name="connsiteX146" fmla="*/ 88594 w 312514"/>
                <a:gd name="connsiteY146" fmla="*/ 25299 h 326943"/>
                <a:gd name="connsiteX147" fmla="*/ 103198 w 312514"/>
                <a:gd name="connsiteY147" fmla="*/ 29191 h 326943"/>
                <a:gd name="connsiteX148" fmla="*/ 148955 w 312514"/>
                <a:gd name="connsiteY148" fmla="*/ 33084 h 326943"/>
                <a:gd name="connsiteX149" fmla="*/ 193739 w 312514"/>
                <a:gd name="connsiteY149" fmla="*/ 29191 h 326943"/>
                <a:gd name="connsiteX150" fmla="*/ 208343 w 312514"/>
                <a:gd name="connsiteY150" fmla="*/ 25299 h 326943"/>
                <a:gd name="connsiteX151" fmla="*/ 210290 w 312514"/>
                <a:gd name="connsiteY151" fmla="*/ 24326 h 326943"/>
                <a:gd name="connsiteX152" fmla="*/ 210290 w 312514"/>
                <a:gd name="connsiteY152" fmla="*/ 33084 h 326943"/>
                <a:gd name="connsiteX153" fmla="*/ 209316 w 312514"/>
                <a:gd name="connsiteY153" fmla="*/ 34057 h 326943"/>
                <a:gd name="connsiteX154" fmla="*/ 208343 w 312514"/>
                <a:gd name="connsiteY154" fmla="*/ 35030 h 326943"/>
                <a:gd name="connsiteX155" fmla="*/ 207369 w 312514"/>
                <a:gd name="connsiteY155" fmla="*/ 35030 h 326943"/>
                <a:gd name="connsiteX156" fmla="*/ 147008 w 312514"/>
                <a:gd name="connsiteY156" fmla="*/ 44760 h 326943"/>
                <a:gd name="connsiteX157" fmla="*/ 87621 w 312514"/>
                <a:gd name="connsiteY157" fmla="*/ 35030 h 326943"/>
                <a:gd name="connsiteX158" fmla="*/ 86647 w 312514"/>
                <a:gd name="connsiteY158" fmla="*/ 34057 h 326943"/>
                <a:gd name="connsiteX159" fmla="*/ 85674 w 312514"/>
                <a:gd name="connsiteY159" fmla="*/ 34057 h 326943"/>
                <a:gd name="connsiteX160" fmla="*/ 84700 w 312514"/>
                <a:gd name="connsiteY160" fmla="*/ 33084 h 326943"/>
                <a:gd name="connsiteX161" fmla="*/ 84700 w 312514"/>
                <a:gd name="connsiteY161" fmla="*/ 24326 h 326943"/>
                <a:gd name="connsiteX162" fmla="*/ 86647 w 312514"/>
                <a:gd name="connsiteY162" fmla="*/ 24326 h 326943"/>
                <a:gd name="connsiteX163" fmla="*/ 143114 w 312514"/>
                <a:gd name="connsiteY163" fmla="*/ 5838 h 326943"/>
                <a:gd name="connsiteX164" fmla="*/ 145061 w 312514"/>
                <a:gd name="connsiteY164" fmla="*/ 5838 h 326943"/>
                <a:gd name="connsiteX165" fmla="*/ 147982 w 312514"/>
                <a:gd name="connsiteY165" fmla="*/ 5838 h 326943"/>
                <a:gd name="connsiteX166" fmla="*/ 150902 w 312514"/>
                <a:gd name="connsiteY166" fmla="*/ 5838 h 326943"/>
                <a:gd name="connsiteX167" fmla="*/ 151876 w 312514"/>
                <a:gd name="connsiteY167" fmla="*/ 5838 h 326943"/>
                <a:gd name="connsiteX168" fmla="*/ 210290 w 312514"/>
                <a:gd name="connsiteY168" fmla="*/ 14596 h 326943"/>
                <a:gd name="connsiteX169" fmla="*/ 148955 w 312514"/>
                <a:gd name="connsiteY169" fmla="*/ 24326 h 326943"/>
                <a:gd name="connsiteX170" fmla="*/ 86647 w 312514"/>
                <a:gd name="connsiteY170" fmla="*/ 13623 h 326943"/>
                <a:gd name="connsiteX171" fmla="*/ 143114 w 312514"/>
                <a:gd name="connsiteY171" fmla="*/ 5838 h 326943"/>
                <a:gd name="connsiteX172" fmla="*/ 240470 w 312514"/>
                <a:gd name="connsiteY172" fmla="*/ 261749 h 326943"/>
                <a:gd name="connsiteX173" fmla="*/ 279413 w 312514"/>
                <a:gd name="connsiteY173" fmla="*/ 264669 h 326943"/>
                <a:gd name="connsiteX174" fmla="*/ 240470 w 312514"/>
                <a:gd name="connsiteY174" fmla="*/ 267588 h 326943"/>
                <a:gd name="connsiteX175" fmla="*/ 201528 w 312514"/>
                <a:gd name="connsiteY175" fmla="*/ 264669 h 326943"/>
                <a:gd name="connsiteX176" fmla="*/ 240470 w 312514"/>
                <a:gd name="connsiteY176" fmla="*/ 261749 h 326943"/>
                <a:gd name="connsiteX177" fmla="*/ 307646 w 312514"/>
                <a:gd name="connsiteY177" fmla="*/ 259803 h 326943"/>
                <a:gd name="connsiteX178" fmla="*/ 294990 w 312514"/>
                <a:gd name="connsiteY178" fmla="*/ 254938 h 326943"/>
                <a:gd name="connsiteX179" fmla="*/ 293043 w 312514"/>
                <a:gd name="connsiteY179" fmla="*/ 254938 h 326943"/>
                <a:gd name="connsiteX180" fmla="*/ 283307 w 312514"/>
                <a:gd name="connsiteY180" fmla="*/ 255911 h 326943"/>
                <a:gd name="connsiteX181" fmla="*/ 281360 w 312514"/>
                <a:gd name="connsiteY181" fmla="*/ 255911 h 326943"/>
                <a:gd name="connsiteX182" fmla="*/ 254100 w 312514"/>
                <a:gd name="connsiteY182" fmla="*/ 252992 h 326943"/>
                <a:gd name="connsiteX183" fmla="*/ 252153 w 312514"/>
                <a:gd name="connsiteY183" fmla="*/ 252992 h 326943"/>
                <a:gd name="connsiteX184" fmla="*/ 246312 w 312514"/>
                <a:gd name="connsiteY184" fmla="*/ 252992 h 326943"/>
                <a:gd name="connsiteX185" fmla="*/ 239497 w 312514"/>
                <a:gd name="connsiteY185" fmla="*/ 252992 h 326943"/>
                <a:gd name="connsiteX186" fmla="*/ 238523 w 312514"/>
                <a:gd name="connsiteY186" fmla="*/ 252992 h 326943"/>
                <a:gd name="connsiteX187" fmla="*/ 238523 w 312514"/>
                <a:gd name="connsiteY187" fmla="*/ 182933 h 326943"/>
                <a:gd name="connsiteX188" fmla="*/ 239497 w 312514"/>
                <a:gd name="connsiteY188" fmla="*/ 91466 h 326943"/>
                <a:gd name="connsiteX189" fmla="*/ 239497 w 312514"/>
                <a:gd name="connsiteY189" fmla="*/ 91466 h 326943"/>
                <a:gd name="connsiteX190" fmla="*/ 238523 w 312514"/>
                <a:gd name="connsiteY190" fmla="*/ 87574 h 326943"/>
                <a:gd name="connsiteX191" fmla="*/ 237550 w 312514"/>
                <a:gd name="connsiteY191" fmla="*/ 85628 h 326943"/>
                <a:gd name="connsiteX192" fmla="*/ 237550 w 312514"/>
                <a:gd name="connsiteY192" fmla="*/ 85628 h 326943"/>
                <a:gd name="connsiteX193" fmla="*/ 237550 w 312514"/>
                <a:gd name="connsiteY193" fmla="*/ 85628 h 326943"/>
                <a:gd name="connsiteX194" fmla="*/ 213210 w 312514"/>
                <a:gd name="connsiteY194" fmla="*/ 52544 h 326943"/>
                <a:gd name="connsiteX195" fmla="*/ 216131 w 312514"/>
                <a:gd name="connsiteY195" fmla="*/ 50599 h 326943"/>
                <a:gd name="connsiteX196" fmla="*/ 217105 w 312514"/>
                <a:gd name="connsiteY196" fmla="*/ 49625 h 326943"/>
                <a:gd name="connsiteX197" fmla="*/ 219052 w 312514"/>
                <a:gd name="connsiteY197" fmla="*/ 43787 h 326943"/>
                <a:gd name="connsiteX198" fmla="*/ 219052 w 312514"/>
                <a:gd name="connsiteY198" fmla="*/ 41841 h 326943"/>
                <a:gd name="connsiteX199" fmla="*/ 219052 w 312514"/>
                <a:gd name="connsiteY199" fmla="*/ 38922 h 326943"/>
                <a:gd name="connsiteX200" fmla="*/ 219052 w 312514"/>
                <a:gd name="connsiteY200" fmla="*/ 36976 h 326943"/>
                <a:gd name="connsiteX201" fmla="*/ 219052 w 312514"/>
                <a:gd name="connsiteY201" fmla="*/ 18488 h 326943"/>
                <a:gd name="connsiteX202" fmla="*/ 219052 w 312514"/>
                <a:gd name="connsiteY202" fmla="*/ 17515 h 326943"/>
                <a:gd name="connsiteX203" fmla="*/ 214184 w 312514"/>
                <a:gd name="connsiteY203" fmla="*/ 8757 h 326943"/>
                <a:gd name="connsiteX204" fmla="*/ 208343 w 312514"/>
                <a:gd name="connsiteY204" fmla="*/ 5838 h 326943"/>
                <a:gd name="connsiteX205" fmla="*/ 194713 w 312514"/>
                <a:gd name="connsiteY205" fmla="*/ 2919 h 326943"/>
                <a:gd name="connsiteX206" fmla="*/ 152850 w 312514"/>
                <a:gd name="connsiteY206" fmla="*/ 0 h 326943"/>
                <a:gd name="connsiteX207" fmla="*/ 151876 w 312514"/>
                <a:gd name="connsiteY207" fmla="*/ 0 h 326943"/>
                <a:gd name="connsiteX208" fmla="*/ 148955 w 312514"/>
                <a:gd name="connsiteY208" fmla="*/ 0 h 326943"/>
                <a:gd name="connsiteX209" fmla="*/ 148955 w 312514"/>
                <a:gd name="connsiteY209" fmla="*/ 0 h 326943"/>
                <a:gd name="connsiteX210" fmla="*/ 148955 w 312514"/>
                <a:gd name="connsiteY210" fmla="*/ 0 h 326943"/>
                <a:gd name="connsiteX211" fmla="*/ 146035 w 312514"/>
                <a:gd name="connsiteY211" fmla="*/ 0 h 326943"/>
                <a:gd name="connsiteX212" fmla="*/ 143114 w 312514"/>
                <a:gd name="connsiteY212" fmla="*/ 0 h 326943"/>
                <a:gd name="connsiteX213" fmla="*/ 143114 w 312514"/>
                <a:gd name="connsiteY213" fmla="*/ 0 h 326943"/>
                <a:gd name="connsiteX214" fmla="*/ 143114 w 312514"/>
                <a:gd name="connsiteY214" fmla="*/ 0 h 326943"/>
                <a:gd name="connsiteX215" fmla="*/ 103198 w 312514"/>
                <a:gd name="connsiteY215" fmla="*/ 2919 h 326943"/>
                <a:gd name="connsiteX216" fmla="*/ 89568 w 312514"/>
                <a:gd name="connsiteY216" fmla="*/ 5838 h 326943"/>
                <a:gd name="connsiteX217" fmla="*/ 83726 w 312514"/>
                <a:gd name="connsiteY217" fmla="*/ 8757 h 326943"/>
                <a:gd name="connsiteX218" fmla="*/ 78859 w 312514"/>
                <a:gd name="connsiteY218" fmla="*/ 16542 h 326943"/>
                <a:gd name="connsiteX219" fmla="*/ 78859 w 312514"/>
                <a:gd name="connsiteY219" fmla="*/ 18488 h 326943"/>
                <a:gd name="connsiteX220" fmla="*/ 78859 w 312514"/>
                <a:gd name="connsiteY220" fmla="*/ 37949 h 326943"/>
                <a:gd name="connsiteX221" fmla="*/ 78859 w 312514"/>
                <a:gd name="connsiteY221" fmla="*/ 39895 h 326943"/>
                <a:gd name="connsiteX222" fmla="*/ 78859 w 312514"/>
                <a:gd name="connsiteY222" fmla="*/ 42814 h 326943"/>
                <a:gd name="connsiteX223" fmla="*/ 78859 w 312514"/>
                <a:gd name="connsiteY223" fmla="*/ 43787 h 326943"/>
                <a:gd name="connsiteX224" fmla="*/ 78859 w 312514"/>
                <a:gd name="connsiteY224" fmla="*/ 43787 h 326943"/>
                <a:gd name="connsiteX225" fmla="*/ 80806 w 312514"/>
                <a:gd name="connsiteY225" fmla="*/ 49625 h 326943"/>
                <a:gd name="connsiteX226" fmla="*/ 80806 w 312514"/>
                <a:gd name="connsiteY226" fmla="*/ 49625 h 326943"/>
                <a:gd name="connsiteX227" fmla="*/ 81779 w 312514"/>
                <a:gd name="connsiteY227" fmla="*/ 50599 h 326943"/>
                <a:gd name="connsiteX228" fmla="*/ 84700 w 312514"/>
                <a:gd name="connsiteY228" fmla="*/ 53518 h 326943"/>
                <a:gd name="connsiteX229" fmla="*/ 60361 w 312514"/>
                <a:gd name="connsiteY229" fmla="*/ 86601 h 326943"/>
                <a:gd name="connsiteX230" fmla="*/ 60361 w 312514"/>
                <a:gd name="connsiteY230" fmla="*/ 86601 h 326943"/>
                <a:gd name="connsiteX231" fmla="*/ 60361 w 312514"/>
                <a:gd name="connsiteY231" fmla="*/ 86601 h 326943"/>
                <a:gd name="connsiteX232" fmla="*/ 60361 w 312514"/>
                <a:gd name="connsiteY232" fmla="*/ 86601 h 326943"/>
                <a:gd name="connsiteX233" fmla="*/ 59387 w 312514"/>
                <a:gd name="connsiteY233" fmla="*/ 88547 h 326943"/>
                <a:gd name="connsiteX234" fmla="*/ 58414 w 312514"/>
                <a:gd name="connsiteY234" fmla="*/ 92439 h 326943"/>
                <a:gd name="connsiteX235" fmla="*/ 58414 w 312514"/>
                <a:gd name="connsiteY235" fmla="*/ 92439 h 326943"/>
                <a:gd name="connsiteX236" fmla="*/ 58414 w 312514"/>
                <a:gd name="connsiteY236" fmla="*/ 148876 h 326943"/>
                <a:gd name="connsiteX237" fmla="*/ 58414 w 312514"/>
                <a:gd name="connsiteY237" fmla="*/ 148876 h 326943"/>
                <a:gd name="connsiteX238" fmla="*/ 56467 w 312514"/>
                <a:gd name="connsiteY238" fmla="*/ 149849 h 326943"/>
                <a:gd name="connsiteX239" fmla="*/ 54520 w 312514"/>
                <a:gd name="connsiteY239" fmla="*/ 147903 h 326943"/>
                <a:gd name="connsiteX240" fmla="*/ 49652 w 312514"/>
                <a:gd name="connsiteY240" fmla="*/ 147903 h 326943"/>
                <a:gd name="connsiteX241" fmla="*/ 46731 w 312514"/>
                <a:gd name="connsiteY241" fmla="*/ 149849 h 326943"/>
                <a:gd name="connsiteX242" fmla="*/ 42837 w 312514"/>
                <a:gd name="connsiteY242" fmla="*/ 147903 h 326943"/>
                <a:gd name="connsiteX243" fmla="*/ 38943 w 312514"/>
                <a:gd name="connsiteY243" fmla="*/ 147903 h 326943"/>
                <a:gd name="connsiteX244" fmla="*/ 35048 w 312514"/>
                <a:gd name="connsiteY244" fmla="*/ 149849 h 326943"/>
                <a:gd name="connsiteX245" fmla="*/ 34075 w 312514"/>
                <a:gd name="connsiteY245" fmla="*/ 148876 h 326943"/>
                <a:gd name="connsiteX246" fmla="*/ 30180 w 312514"/>
                <a:gd name="connsiteY246" fmla="*/ 148876 h 326943"/>
                <a:gd name="connsiteX247" fmla="*/ 28233 w 312514"/>
                <a:gd name="connsiteY247" fmla="*/ 149849 h 326943"/>
                <a:gd name="connsiteX248" fmla="*/ 26286 w 312514"/>
                <a:gd name="connsiteY248" fmla="*/ 147903 h 326943"/>
                <a:gd name="connsiteX249" fmla="*/ 21418 w 312514"/>
                <a:gd name="connsiteY249" fmla="*/ 147903 h 326943"/>
                <a:gd name="connsiteX250" fmla="*/ 18498 w 312514"/>
                <a:gd name="connsiteY250" fmla="*/ 149849 h 326943"/>
                <a:gd name="connsiteX251" fmla="*/ 16551 w 312514"/>
                <a:gd name="connsiteY251" fmla="*/ 148876 h 326943"/>
                <a:gd name="connsiteX252" fmla="*/ 12656 w 312514"/>
                <a:gd name="connsiteY252" fmla="*/ 148876 h 326943"/>
                <a:gd name="connsiteX253" fmla="*/ 9736 w 312514"/>
                <a:gd name="connsiteY253" fmla="*/ 150822 h 326943"/>
                <a:gd name="connsiteX254" fmla="*/ 5841 w 312514"/>
                <a:gd name="connsiteY254" fmla="*/ 148876 h 326943"/>
                <a:gd name="connsiteX255" fmla="*/ 1947 w 312514"/>
                <a:gd name="connsiteY255" fmla="*/ 148876 h 326943"/>
                <a:gd name="connsiteX256" fmla="*/ 0 w 312514"/>
                <a:gd name="connsiteY256" fmla="*/ 152768 h 326943"/>
                <a:gd name="connsiteX257" fmla="*/ 1947 w 312514"/>
                <a:gd name="connsiteY257" fmla="*/ 286076 h 326943"/>
                <a:gd name="connsiteX258" fmla="*/ 1947 w 312514"/>
                <a:gd name="connsiteY258" fmla="*/ 320132 h 326943"/>
                <a:gd name="connsiteX259" fmla="*/ 3894 w 312514"/>
                <a:gd name="connsiteY259" fmla="*/ 324025 h 326943"/>
                <a:gd name="connsiteX260" fmla="*/ 7789 w 312514"/>
                <a:gd name="connsiteY260" fmla="*/ 324025 h 326943"/>
                <a:gd name="connsiteX261" fmla="*/ 9736 w 312514"/>
                <a:gd name="connsiteY261" fmla="*/ 323051 h 326943"/>
                <a:gd name="connsiteX262" fmla="*/ 11683 w 312514"/>
                <a:gd name="connsiteY262" fmla="*/ 324025 h 326943"/>
                <a:gd name="connsiteX263" fmla="*/ 13630 w 312514"/>
                <a:gd name="connsiteY263" fmla="*/ 324025 h 326943"/>
                <a:gd name="connsiteX264" fmla="*/ 16551 w 312514"/>
                <a:gd name="connsiteY264" fmla="*/ 323051 h 326943"/>
                <a:gd name="connsiteX265" fmla="*/ 17524 w 312514"/>
                <a:gd name="connsiteY265" fmla="*/ 324025 h 326943"/>
                <a:gd name="connsiteX266" fmla="*/ 21418 w 312514"/>
                <a:gd name="connsiteY266" fmla="*/ 324025 h 326943"/>
                <a:gd name="connsiteX267" fmla="*/ 22392 w 312514"/>
                <a:gd name="connsiteY267" fmla="*/ 323051 h 326943"/>
                <a:gd name="connsiteX268" fmla="*/ 23366 w 312514"/>
                <a:gd name="connsiteY268" fmla="*/ 323051 h 326943"/>
                <a:gd name="connsiteX269" fmla="*/ 26286 w 312514"/>
                <a:gd name="connsiteY269" fmla="*/ 323051 h 326943"/>
                <a:gd name="connsiteX270" fmla="*/ 29207 w 312514"/>
                <a:gd name="connsiteY270" fmla="*/ 322078 h 326943"/>
                <a:gd name="connsiteX271" fmla="*/ 31154 w 312514"/>
                <a:gd name="connsiteY271" fmla="*/ 323051 h 326943"/>
                <a:gd name="connsiteX272" fmla="*/ 35048 w 312514"/>
                <a:gd name="connsiteY272" fmla="*/ 323051 h 326943"/>
                <a:gd name="connsiteX273" fmla="*/ 36022 w 312514"/>
                <a:gd name="connsiteY273" fmla="*/ 322078 h 326943"/>
                <a:gd name="connsiteX274" fmla="*/ 38943 w 312514"/>
                <a:gd name="connsiteY274" fmla="*/ 323051 h 326943"/>
                <a:gd name="connsiteX275" fmla="*/ 41863 w 312514"/>
                <a:gd name="connsiteY275" fmla="*/ 323051 h 326943"/>
                <a:gd name="connsiteX276" fmla="*/ 44784 w 312514"/>
                <a:gd name="connsiteY276" fmla="*/ 322078 h 326943"/>
                <a:gd name="connsiteX277" fmla="*/ 46731 w 312514"/>
                <a:gd name="connsiteY277" fmla="*/ 323051 h 326943"/>
                <a:gd name="connsiteX278" fmla="*/ 49652 w 312514"/>
                <a:gd name="connsiteY278" fmla="*/ 323051 h 326943"/>
                <a:gd name="connsiteX279" fmla="*/ 51599 w 312514"/>
                <a:gd name="connsiteY279" fmla="*/ 322078 h 326943"/>
                <a:gd name="connsiteX280" fmla="*/ 51599 w 312514"/>
                <a:gd name="connsiteY280" fmla="*/ 322078 h 326943"/>
                <a:gd name="connsiteX281" fmla="*/ 55493 w 312514"/>
                <a:gd name="connsiteY281" fmla="*/ 322078 h 326943"/>
                <a:gd name="connsiteX282" fmla="*/ 57440 w 312514"/>
                <a:gd name="connsiteY282" fmla="*/ 321105 h 326943"/>
                <a:gd name="connsiteX283" fmla="*/ 60361 w 312514"/>
                <a:gd name="connsiteY283" fmla="*/ 322078 h 326943"/>
                <a:gd name="connsiteX284" fmla="*/ 62308 w 312514"/>
                <a:gd name="connsiteY284" fmla="*/ 322078 h 326943"/>
                <a:gd name="connsiteX285" fmla="*/ 68149 w 312514"/>
                <a:gd name="connsiteY285" fmla="*/ 321105 h 326943"/>
                <a:gd name="connsiteX286" fmla="*/ 69123 w 312514"/>
                <a:gd name="connsiteY286" fmla="*/ 322078 h 326943"/>
                <a:gd name="connsiteX287" fmla="*/ 73017 w 312514"/>
                <a:gd name="connsiteY287" fmla="*/ 322078 h 326943"/>
                <a:gd name="connsiteX288" fmla="*/ 75938 w 312514"/>
                <a:gd name="connsiteY288" fmla="*/ 321105 h 326943"/>
                <a:gd name="connsiteX289" fmla="*/ 80806 w 312514"/>
                <a:gd name="connsiteY289" fmla="*/ 322078 h 326943"/>
                <a:gd name="connsiteX290" fmla="*/ 82753 w 312514"/>
                <a:gd name="connsiteY290" fmla="*/ 322078 h 326943"/>
                <a:gd name="connsiteX291" fmla="*/ 85674 w 312514"/>
                <a:gd name="connsiteY291" fmla="*/ 321105 h 326943"/>
                <a:gd name="connsiteX292" fmla="*/ 88594 w 312514"/>
                <a:gd name="connsiteY292" fmla="*/ 322078 h 326943"/>
                <a:gd name="connsiteX293" fmla="*/ 91515 w 312514"/>
                <a:gd name="connsiteY293" fmla="*/ 322078 h 326943"/>
                <a:gd name="connsiteX294" fmla="*/ 94436 w 312514"/>
                <a:gd name="connsiteY294" fmla="*/ 321105 h 326943"/>
                <a:gd name="connsiteX295" fmla="*/ 96383 w 312514"/>
                <a:gd name="connsiteY295" fmla="*/ 322078 h 326943"/>
                <a:gd name="connsiteX296" fmla="*/ 98330 w 312514"/>
                <a:gd name="connsiteY296" fmla="*/ 322078 h 326943"/>
                <a:gd name="connsiteX297" fmla="*/ 101251 w 312514"/>
                <a:gd name="connsiteY297" fmla="*/ 322078 h 326943"/>
                <a:gd name="connsiteX298" fmla="*/ 104171 w 312514"/>
                <a:gd name="connsiteY298" fmla="*/ 321105 h 326943"/>
                <a:gd name="connsiteX299" fmla="*/ 150902 w 312514"/>
                <a:gd name="connsiteY299" fmla="*/ 326944 h 326943"/>
                <a:gd name="connsiteX300" fmla="*/ 201528 w 312514"/>
                <a:gd name="connsiteY300" fmla="*/ 321105 h 326943"/>
                <a:gd name="connsiteX301" fmla="*/ 203475 w 312514"/>
                <a:gd name="connsiteY301" fmla="*/ 320132 h 326943"/>
                <a:gd name="connsiteX302" fmla="*/ 214184 w 312514"/>
                <a:gd name="connsiteY302" fmla="*/ 324025 h 326943"/>
                <a:gd name="connsiteX303" fmla="*/ 241444 w 312514"/>
                <a:gd name="connsiteY303" fmla="*/ 326944 h 326943"/>
                <a:gd name="connsiteX304" fmla="*/ 268704 w 312514"/>
                <a:gd name="connsiteY304" fmla="*/ 324025 h 326943"/>
                <a:gd name="connsiteX305" fmla="*/ 283307 w 312514"/>
                <a:gd name="connsiteY305" fmla="*/ 315267 h 326943"/>
                <a:gd name="connsiteX306" fmla="*/ 294016 w 312514"/>
                <a:gd name="connsiteY306" fmla="*/ 273426 h 326943"/>
                <a:gd name="connsiteX307" fmla="*/ 295963 w 312514"/>
                <a:gd name="connsiteY307" fmla="*/ 271480 h 326943"/>
                <a:gd name="connsiteX308" fmla="*/ 295963 w 312514"/>
                <a:gd name="connsiteY308" fmla="*/ 271480 h 326943"/>
                <a:gd name="connsiteX309" fmla="*/ 296937 w 312514"/>
                <a:gd name="connsiteY309" fmla="*/ 269534 h 326943"/>
                <a:gd name="connsiteX310" fmla="*/ 296937 w 312514"/>
                <a:gd name="connsiteY310" fmla="*/ 269534 h 326943"/>
                <a:gd name="connsiteX311" fmla="*/ 296937 w 312514"/>
                <a:gd name="connsiteY311" fmla="*/ 269534 h 326943"/>
                <a:gd name="connsiteX312" fmla="*/ 296937 w 312514"/>
                <a:gd name="connsiteY312" fmla="*/ 269534 h 326943"/>
                <a:gd name="connsiteX313" fmla="*/ 308620 w 312514"/>
                <a:gd name="connsiteY313" fmla="*/ 268561 h 326943"/>
                <a:gd name="connsiteX314" fmla="*/ 312514 w 312514"/>
                <a:gd name="connsiteY314" fmla="*/ 264669 h 326943"/>
                <a:gd name="connsiteX315" fmla="*/ 307646 w 312514"/>
                <a:gd name="connsiteY315" fmla="*/ 259803 h 32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312514" h="326943">
                  <a:moveTo>
                    <a:pt x="274545" y="312348"/>
                  </a:moveTo>
                  <a:cubicBezTo>
                    <a:pt x="272598" y="314294"/>
                    <a:pt x="260915" y="318186"/>
                    <a:pt x="240470" y="318186"/>
                  </a:cubicBezTo>
                  <a:cubicBezTo>
                    <a:pt x="220025" y="318186"/>
                    <a:pt x="208343" y="314294"/>
                    <a:pt x="206396" y="312348"/>
                  </a:cubicBezTo>
                  <a:lnTo>
                    <a:pt x="197633" y="278291"/>
                  </a:lnTo>
                  <a:cubicBezTo>
                    <a:pt x="199581" y="279264"/>
                    <a:pt x="202501" y="279264"/>
                    <a:pt x="205422" y="280238"/>
                  </a:cubicBezTo>
                  <a:cubicBezTo>
                    <a:pt x="215158" y="282183"/>
                    <a:pt x="227814" y="283157"/>
                    <a:pt x="240470" y="283157"/>
                  </a:cubicBezTo>
                  <a:cubicBezTo>
                    <a:pt x="254100" y="283157"/>
                    <a:pt x="266756" y="282183"/>
                    <a:pt x="275519" y="281210"/>
                  </a:cubicBezTo>
                  <a:cubicBezTo>
                    <a:pt x="278439" y="281210"/>
                    <a:pt x="280386" y="280238"/>
                    <a:pt x="283307" y="279264"/>
                  </a:cubicBezTo>
                  <a:lnTo>
                    <a:pt x="274545" y="312348"/>
                  </a:lnTo>
                  <a:close/>
                  <a:moveTo>
                    <a:pt x="148955" y="318186"/>
                  </a:moveTo>
                  <a:cubicBezTo>
                    <a:pt x="129484" y="318186"/>
                    <a:pt x="114881" y="316240"/>
                    <a:pt x="103198" y="312348"/>
                  </a:cubicBezTo>
                  <a:cubicBezTo>
                    <a:pt x="103198" y="305536"/>
                    <a:pt x="102224" y="299698"/>
                    <a:pt x="102224" y="292887"/>
                  </a:cubicBezTo>
                  <a:cubicBezTo>
                    <a:pt x="116828" y="296779"/>
                    <a:pt x="134352" y="298725"/>
                    <a:pt x="151876" y="298725"/>
                  </a:cubicBezTo>
                  <a:cubicBezTo>
                    <a:pt x="166479" y="298725"/>
                    <a:pt x="180109" y="297752"/>
                    <a:pt x="192766" y="294833"/>
                  </a:cubicBezTo>
                  <a:lnTo>
                    <a:pt x="197633" y="312348"/>
                  </a:lnTo>
                  <a:cubicBezTo>
                    <a:pt x="184977" y="316240"/>
                    <a:pt x="168427" y="318186"/>
                    <a:pt x="148955" y="318186"/>
                  </a:cubicBezTo>
                  <a:moveTo>
                    <a:pt x="101251" y="269534"/>
                  </a:moveTo>
                  <a:cubicBezTo>
                    <a:pt x="114881" y="271480"/>
                    <a:pt x="131431" y="272453"/>
                    <a:pt x="148955" y="272453"/>
                  </a:cubicBezTo>
                  <a:cubicBezTo>
                    <a:pt x="162585" y="272453"/>
                    <a:pt x="174268" y="271480"/>
                    <a:pt x="185951" y="270507"/>
                  </a:cubicBezTo>
                  <a:lnTo>
                    <a:pt x="185951" y="271480"/>
                  </a:lnTo>
                  <a:cubicBezTo>
                    <a:pt x="185951" y="272453"/>
                    <a:pt x="186924" y="272453"/>
                    <a:pt x="187898" y="273426"/>
                  </a:cubicBezTo>
                  <a:lnTo>
                    <a:pt x="190819" y="286076"/>
                  </a:lnTo>
                  <a:cubicBezTo>
                    <a:pt x="179136" y="288022"/>
                    <a:pt x="165506" y="289968"/>
                    <a:pt x="151876" y="289968"/>
                  </a:cubicBezTo>
                  <a:cubicBezTo>
                    <a:pt x="133378" y="289968"/>
                    <a:pt x="116828" y="288022"/>
                    <a:pt x="102224" y="284130"/>
                  </a:cubicBezTo>
                  <a:cubicBezTo>
                    <a:pt x="101251" y="279264"/>
                    <a:pt x="101251" y="274399"/>
                    <a:pt x="101251" y="269534"/>
                  </a:cubicBezTo>
                  <a:moveTo>
                    <a:pt x="102224" y="170283"/>
                  </a:moveTo>
                  <a:cubicBezTo>
                    <a:pt x="102224" y="163472"/>
                    <a:pt x="102224" y="156661"/>
                    <a:pt x="102224" y="149849"/>
                  </a:cubicBezTo>
                  <a:cubicBezTo>
                    <a:pt x="102224" y="147903"/>
                    <a:pt x="101251" y="146930"/>
                    <a:pt x="100277" y="145957"/>
                  </a:cubicBezTo>
                  <a:cubicBezTo>
                    <a:pt x="99304" y="144984"/>
                    <a:pt x="97356" y="144984"/>
                    <a:pt x="96383" y="145957"/>
                  </a:cubicBezTo>
                  <a:lnTo>
                    <a:pt x="94436" y="146930"/>
                  </a:lnTo>
                  <a:lnTo>
                    <a:pt x="93462" y="145957"/>
                  </a:lnTo>
                  <a:cubicBezTo>
                    <a:pt x="91515" y="144984"/>
                    <a:pt x="89568" y="144984"/>
                    <a:pt x="88594" y="145957"/>
                  </a:cubicBezTo>
                  <a:lnTo>
                    <a:pt x="88594" y="145957"/>
                  </a:lnTo>
                  <a:lnTo>
                    <a:pt x="86647" y="144984"/>
                  </a:lnTo>
                  <a:cubicBezTo>
                    <a:pt x="85674" y="144011"/>
                    <a:pt x="83726" y="144011"/>
                    <a:pt x="81779" y="145957"/>
                  </a:cubicBezTo>
                  <a:lnTo>
                    <a:pt x="81779" y="145957"/>
                  </a:lnTo>
                  <a:lnTo>
                    <a:pt x="81779" y="145957"/>
                  </a:lnTo>
                  <a:cubicBezTo>
                    <a:pt x="80806" y="144984"/>
                    <a:pt x="79832" y="144984"/>
                    <a:pt x="78859" y="144984"/>
                  </a:cubicBezTo>
                  <a:lnTo>
                    <a:pt x="78859" y="134281"/>
                  </a:lnTo>
                  <a:cubicBezTo>
                    <a:pt x="96383" y="138173"/>
                    <a:pt x="120722" y="140119"/>
                    <a:pt x="148955" y="140119"/>
                  </a:cubicBezTo>
                  <a:cubicBezTo>
                    <a:pt x="177189" y="140119"/>
                    <a:pt x="201528" y="138173"/>
                    <a:pt x="219052" y="134281"/>
                  </a:cubicBezTo>
                  <a:lnTo>
                    <a:pt x="219052" y="252019"/>
                  </a:lnTo>
                  <a:cubicBezTo>
                    <a:pt x="212237" y="252019"/>
                    <a:pt x="206396" y="252992"/>
                    <a:pt x="201528" y="253965"/>
                  </a:cubicBezTo>
                  <a:cubicBezTo>
                    <a:pt x="189845" y="255911"/>
                    <a:pt x="184004" y="257857"/>
                    <a:pt x="183030" y="262723"/>
                  </a:cubicBezTo>
                  <a:cubicBezTo>
                    <a:pt x="172321" y="263696"/>
                    <a:pt x="160638" y="264669"/>
                    <a:pt x="148955" y="264669"/>
                  </a:cubicBezTo>
                  <a:cubicBezTo>
                    <a:pt x="132405" y="264669"/>
                    <a:pt x="115854" y="263696"/>
                    <a:pt x="101251" y="261749"/>
                  </a:cubicBezTo>
                  <a:lnTo>
                    <a:pt x="101251" y="261749"/>
                  </a:lnTo>
                  <a:cubicBezTo>
                    <a:pt x="101251" y="228666"/>
                    <a:pt x="102224" y="196555"/>
                    <a:pt x="102224" y="170283"/>
                  </a:cubicBezTo>
                  <a:moveTo>
                    <a:pt x="94436" y="313321"/>
                  </a:moveTo>
                  <a:lnTo>
                    <a:pt x="94436" y="313321"/>
                  </a:lnTo>
                  <a:cubicBezTo>
                    <a:pt x="92489" y="312348"/>
                    <a:pt x="91515" y="312348"/>
                    <a:pt x="90541" y="313321"/>
                  </a:cubicBezTo>
                  <a:lnTo>
                    <a:pt x="87621" y="314294"/>
                  </a:lnTo>
                  <a:lnTo>
                    <a:pt x="84700" y="313321"/>
                  </a:lnTo>
                  <a:cubicBezTo>
                    <a:pt x="83726" y="313321"/>
                    <a:pt x="82753" y="313321"/>
                    <a:pt x="81779" y="313321"/>
                  </a:cubicBezTo>
                  <a:lnTo>
                    <a:pt x="78859" y="314294"/>
                  </a:lnTo>
                  <a:lnTo>
                    <a:pt x="73991" y="313321"/>
                  </a:lnTo>
                  <a:cubicBezTo>
                    <a:pt x="73017" y="313321"/>
                    <a:pt x="72044" y="313321"/>
                    <a:pt x="72044" y="313321"/>
                  </a:cubicBezTo>
                  <a:lnTo>
                    <a:pt x="70097" y="314294"/>
                  </a:lnTo>
                  <a:lnTo>
                    <a:pt x="69123" y="313321"/>
                  </a:lnTo>
                  <a:cubicBezTo>
                    <a:pt x="68149" y="312348"/>
                    <a:pt x="67176" y="312348"/>
                    <a:pt x="66202" y="313321"/>
                  </a:cubicBezTo>
                  <a:lnTo>
                    <a:pt x="59387" y="314294"/>
                  </a:lnTo>
                  <a:lnTo>
                    <a:pt x="55493" y="313321"/>
                  </a:lnTo>
                  <a:lnTo>
                    <a:pt x="54520" y="313321"/>
                  </a:lnTo>
                  <a:cubicBezTo>
                    <a:pt x="53546" y="313321"/>
                    <a:pt x="53546" y="313321"/>
                    <a:pt x="52572" y="313321"/>
                  </a:cubicBezTo>
                  <a:lnTo>
                    <a:pt x="51599" y="313321"/>
                  </a:lnTo>
                  <a:lnTo>
                    <a:pt x="51599" y="313321"/>
                  </a:lnTo>
                  <a:cubicBezTo>
                    <a:pt x="50625" y="312348"/>
                    <a:pt x="48678" y="312348"/>
                    <a:pt x="47705" y="312348"/>
                  </a:cubicBezTo>
                  <a:lnTo>
                    <a:pt x="45758" y="313321"/>
                  </a:lnTo>
                  <a:lnTo>
                    <a:pt x="43810" y="312348"/>
                  </a:lnTo>
                  <a:cubicBezTo>
                    <a:pt x="42837" y="312348"/>
                    <a:pt x="41863" y="312348"/>
                    <a:pt x="40890" y="312348"/>
                  </a:cubicBezTo>
                  <a:lnTo>
                    <a:pt x="37969" y="313321"/>
                  </a:lnTo>
                  <a:lnTo>
                    <a:pt x="35048" y="312348"/>
                  </a:lnTo>
                  <a:cubicBezTo>
                    <a:pt x="34075" y="312348"/>
                    <a:pt x="33101" y="312348"/>
                    <a:pt x="32128" y="312348"/>
                  </a:cubicBezTo>
                  <a:lnTo>
                    <a:pt x="31154" y="313321"/>
                  </a:lnTo>
                  <a:lnTo>
                    <a:pt x="29207" y="312348"/>
                  </a:lnTo>
                  <a:cubicBezTo>
                    <a:pt x="28233" y="312348"/>
                    <a:pt x="27260" y="311375"/>
                    <a:pt x="26286" y="312348"/>
                  </a:cubicBezTo>
                  <a:lnTo>
                    <a:pt x="23366" y="313321"/>
                  </a:lnTo>
                  <a:lnTo>
                    <a:pt x="22392" y="312348"/>
                  </a:lnTo>
                  <a:cubicBezTo>
                    <a:pt x="21418" y="311375"/>
                    <a:pt x="19471" y="311375"/>
                    <a:pt x="18498" y="312348"/>
                  </a:cubicBezTo>
                  <a:lnTo>
                    <a:pt x="17524" y="313321"/>
                  </a:lnTo>
                  <a:lnTo>
                    <a:pt x="15577" y="312348"/>
                  </a:lnTo>
                  <a:cubicBezTo>
                    <a:pt x="14603" y="311375"/>
                    <a:pt x="12656" y="312348"/>
                    <a:pt x="11683" y="313321"/>
                  </a:cubicBezTo>
                  <a:lnTo>
                    <a:pt x="10709" y="313321"/>
                  </a:lnTo>
                  <a:cubicBezTo>
                    <a:pt x="9736" y="313321"/>
                    <a:pt x="9736" y="313321"/>
                    <a:pt x="8762" y="313321"/>
                  </a:cubicBezTo>
                  <a:cubicBezTo>
                    <a:pt x="8762" y="304564"/>
                    <a:pt x="8762" y="294833"/>
                    <a:pt x="8762" y="285103"/>
                  </a:cubicBezTo>
                  <a:cubicBezTo>
                    <a:pt x="8762" y="249100"/>
                    <a:pt x="9736" y="203367"/>
                    <a:pt x="6815" y="157634"/>
                  </a:cubicBezTo>
                  <a:cubicBezTo>
                    <a:pt x="7789" y="157634"/>
                    <a:pt x="8762" y="157634"/>
                    <a:pt x="9736" y="157634"/>
                  </a:cubicBezTo>
                  <a:lnTo>
                    <a:pt x="12656" y="155687"/>
                  </a:lnTo>
                  <a:lnTo>
                    <a:pt x="14603" y="157634"/>
                  </a:lnTo>
                  <a:cubicBezTo>
                    <a:pt x="15577" y="158607"/>
                    <a:pt x="17524" y="158607"/>
                    <a:pt x="18498" y="157634"/>
                  </a:cubicBezTo>
                  <a:lnTo>
                    <a:pt x="20445" y="155687"/>
                  </a:lnTo>
                  <a:lnTo>
                    <a:pt x="22392" y="157634"/>
                  </a:lnTo>
                  <a:cubicBezTo>
                    <a:pt x="23366" y="158607"/>
                    <a:pt x="25313" y="158607"/>
                    <a:pt x="26286" y="157634"/>
                  </a:cubicBezTo>
                  <a:lnTo>
                    <a:pt x="28233" y="156661"/>
                  </a:lnTo>
                  <a:lnTo>
                    <a:pt x="29207" y="157634"/>
                  </a:lnTo>
                  <a:cubicBezTo>
                    <a:pt x="30180" y="158607"/>
                    <a:pt x="32128" y="158607"/>
                    <a:pt x="33101" y="157634"/>
                  </a:cubicBezTo>
                  <a:lnTo>
                    <a:pt x="36995" y="155687"/>
                  </a:lnTo>
                  <a:lnTo>
                    <a:pt x="40890" y="157634"/>
                  </a:lnTo>
                  <a:cubicBezTo>
                    <a:pt x="41863" y="158607"/>
                    <a:pt x="43810" y="158607"/>
                    <a:pt x="44784" y="157634"/>
                  </a:cubicBezTo>
                  <a:lnTo>
                    <a:pt x="47705" y="155687"/>
                  </a:lnTo>
                  <a:lnTo>
                    <a:pt x="49652" y="157634"/>
                  </a:lnTo>
                  <a:cubicBezTo>
                    <a:pt x="50625" y="158607"/>
                    <a:pt x="52572" y="158607"/>
                    <a:pt x="54520" y="157634"/>
                  </a:cubicBezTo>
                  <a:lnTo>
                    <a:pt x="56467" y="156661"/>
                  </a:lnTo>
                  <a:lnTo>
                    <a:pt x="58414" y="157634"/>
                  </a:lnTo>
                  <a:cubicBezTo>
                    <a:pt x="59387" y="158607"/>
                    <a:pt x="61335" y="158607"/>
                    <a:pt x="62308" y="157634"/>
                  </a:cubicBezTo>
                  <a:lnTo>
                    <a:pt x="63282" y="157634"/>
                  </a:lnTo>
                  <a:lnTo>
                    <a:pt x="63282" y="157634"/>
                  </a:lnTo>
                  <a:cubicBezTo>
                    <a:pt x="64255" y="158607"/>
                    <a:pt x="67176" y="158607"/>
                    <a:pt x="68149" y="157634"/>
                  </a:cubicBezTo>
                  <a:lnTo>
                    <a:pt x="69123" y="156661"/>
                  </a:lnTo>
                  <a:lnTo>
                    <a:pt x="71070" y="157634"/>
                  </a:lnTo>
                  <a:cubicBezTo>
                    <a:pt x="73017" y="158607"/>
                    <a:pt x="74964" y="158607"/>
                    <a:pt x="75938" y="157634"/>
                  </a:cubicBezTo>
                  <a:lnTo>
                    <a:pt x="75938" y="157634"/>
                  </a:lnTo>
                  <a:lnTo>
                    <a:pt x="75938" y="157634"/>
                  </a:lnTo>
                  <a:cubicBezTo>
                    <a:pt x="77885" y="158607"/>
                    <a:pt x="79832" y="158607"/>
                    <a:pt x="80806" y="157634"/>
                  </a:cubicBezTo>
                  <a:lnTo>
                    <a:pt x="81779" y="156661"/>
                  </a:lnTo>
                  <a:lnTo>
                    <a:pt x="83726" y="157634"/>
                  </a:lnTo>
                  <a:cubicBezTo>
                    <a:pt x="85674" y="158607"/>
                    <a:pt x="86647" y="158607"/>
                    <a:pt x="88594" y="156661"/>
                  </a:cubicBezTo>
                  <a:lnTo>
                    <a:pt x="88594" y="156661"/>
                  </a:lnTo>
                  <a:lnTo>
                    <a:pt x="89568" y="156661"/>
                  </a:lnTo>
                  <a:cubicBezTo>
                    <a:pt x="90541" y="156661"/>
                    <a:pt x="90541" y="157634"/>
                    <a:pt x="91515" y="157634"/>
                  </a:cubicBezTo>
                  <a:cubicBezTo>
                    <a:pt x="91515" y="161526"/>
                    <a:pt x="91515" y="166391"/>
                    <a:pt x="91515" y="171256"/>
                  </a:cubicBezTo>
                  <a:cubicBezTo>
                    <a:pt x="93462" y="211151"/>
                    <a:pt x="92489" y="266615"/>
                    <a:pt x="94436" y="313321"/>
                  </a:cubicBezTo>
                  <a:moveTo>
                    <a:pt x="65229" y="89520"/>
                  </a:moveTo>
                  <a:cubicBezTo>
                    <a:pt x="65229" y="89520"/>
                    <a:pt x="65229" y="88547"/>
                    <a:pt x="65229" y="89520"/>
                  </a:cubicBezTo>
                  <a:lnTo>
                    <a:pt x="65229" y="89520"/>
                  </a:lnTo>
                  <a:lnTo>
                    <a:pt x="66202" y="88547"/>
                  </a:lnTo>
                  <a:lnTo>
                    <a:pt x="92489" y="52544"/>
                  </a:lnTo>
                  <a:cubicBezTo>
                    <a:pt x="104171" y="58383"/>
                    <a:pt x="125590" y="62275"/>
                    <a:pt x="148955" y="62275"/>
                  </a:cubicBezTo>
                  <a:cubicBezTo>
                    <a:pt x="172321" y="62275"/>
                    <a:pt x="193739" y="58383"/>
                    <a:pt x="205422" y="52544"/>
                  </a:cubicBezTo>
                  <a:lnTo>
                    <a:pt x="231708" y="88547"/>
                  </a:lnTo>
                  <a:lnTo>
                    <a:pt x="231708" y="88547"/>
                  </a:lnTo>
                  <a:cubicBezTo>
                    <a:pt x="231708" y="88547"/>
                    <a:pt x="231708" y="88547"/>
                    <a:pt x="231708" y="89520"/>
                  </a:cubicBezTo>
                  <a:lnTo>
                    <a:pt x="231708" y="90493"/>
                  </a:lnTo>
                  <a:cubicBezTo>
                    <a:pt x="231708" y="90493"/>
                    <a:pt x="230735" y="203367"/>
                    <a:pt x="230735" y="252019"/>
                  </a:cubicBezTo>
                  <a:cubicBezTo>
                    <a:pt x="229761" y="252019"/>
                    <a:pt x="227814" y="252019"/>
                    <a:pt x="226840" y="252019"/>
                  </a:cubicBezTo>
                  <a:lnTo>
                    <a:pt x="226840" y="123577"/>
                  </a:lnTo>
                  <a:cubicBezTo>
                    <a:pt x="209316" y="129415"/>
                    <a:pt x="181083" y="131361"/>
                    <a:pt x="147982" y="131361"/>
                  </a:cubicBezTo>
                  <a:cubicBezTo>
                    <a:pt x="115854" y="131361"/>
                    <a:pt x="87621" y="128442"/>
                    <a:pt x="70097" y="123577"/>
                  </a:cubicBezTo>
                  <a:lnTo>
                    <a:pt x="70097" y="145957"/>
                  </a:lnTo>
                  <a:lnTo>
                    <a:pt x="70097" y="145957"/>
                  </a:lnTo>
                  <a:lnTo>
                    <a:pt x="69123" y="146930"/>
                  </a:lnTo>
                  <a:lnTo>
                    <a:pt x="69123" y="146930"/>
                  </a:lnTo>
                  <a:cubicBezTo>
                    <a:pt x="68149" y="145957"/>
                    <a:pt x="66202" y="145957"/>
                    <a:pt x="65229" y="145957"/>
                  </a:cubicBezTo>
                  <a:lnTo>
                    <a:pt x="65229" y="89520"/>
                  </a:lnTo>
                  <a:lnTo>
                    <a:pt x="65229" y="89520"/>
                  </a:lnTo>
                  <a:moveTo>
                    <a:pt x="86647" y="24326"/>
                  </a:moveTo>
                  <a:cubicBezTo>
                    <a:pt x="87621" y="24326"/>
                    <a:pt x="88594" y="25299"/>
                    <a:pt x="88594" y="25299"/>
                  </a:cubicBezTo>
                  <a:cubicBezTo>
                    <a:pt x="92489" y="26272"/>
                    <a:pt x="97356" y="28218"/>
                    <a:pt x="103198" y="29191"/>
                  </a:cubicBezTo>
                  <a:cubicBezTo>
                    <a:pt x="115854" y="31138"/>
                    <a:pt x="132405" y="33084"/>
                    <a:pt x="148955" y="33084"/>
                  </a:cubicBezTo>
                  <a:cubicBezTo>
                    <a:pt x="165506" y="33084"/>
                    <a:pt x="181083" y="32111"/>
                    <a:pt x="193739" y="29191"/>
                  </a:cubicBezTo>
                  <a:cubicBezTo>
                    <a:pt x="199581" y="28218"/>
                    <a:pt x="204448" y="27245"/>
                    <a:pt x="208343" y="25299"/>
                  </a:cubicBezTo>
                  <a:cubicBezTo>
                    <a:pt x="209316" y="25299"/>
                    <a:pt x="209316" y="24326"/>
                    <a:pt x="210290" y="24326"/>
                  </a:cubicBezTo>
                  <a:lnTo>
                    <a:pt x="210290" y="33084"/>
                  </a:lnTo>
                  <a:cubicBezTo>
                    <a:pt x="210290" y="33084"/>
                    <a:pt x="210290" y="34057"/>
                    <a:pt x="209316" y="34057"/>
                  </a:cubicBezTo>
                  <a:cubicBezTo>
                    <a:pt x="209316" y="34057"/>
                    <a:pt x="209316" y="34057"/>
                    <a:pt x="208343" y="35030"/>
                  </a:cubicBezTo>
                  <a:lnTo>
                    <a:pt x="207369" y="35030"/>
                  </a:lnTo>
                  <a:cubicBezTo>
                    <a:pt x="199581" y="38922"/>
                    <a:pt x="176215" y="44760"/>
                    <a:pt x="147008" y="44760"/>
                  </a:cubicBezTo>
                  <a:cubicBezTo>
                    <a:pt x="118775" y="44760"/>
                    <a:pt x="94436" y="38922"/>
                    <a:pt x="87621" y="35030"/>
                  </a:cubicBezTo>
                  <a:lnTo>
                    <a:pt x="86647" y="34057"/>
                  </a:lnTo>
                  <a:cubicBezTo>
                    <a:pt x="86647" y="34057"/>
                    <a:pt x="86647" y="34057"/>
                    <a:pt x="85674" y="34057"/>
                  </a:cubicBezTo>
                  <a:lnTo>
                    <a:pt x="84700" y="33084"/>
                  </a:lnTo>
                  <a:lnTo>
                    <a:pt x="84700" y="24326"/>
                  </a:lnTo>
                  <a:lnTo>
                    <a:pt x="86647" y="24326"/>
                  </a:lnTo>
                  <a:close/>
                  <a:moveTo>
                    <a:pt x="143114" y="5838"/>
                  </a:moveTo>
                  <a:cubicBezTo>
                    <a:pt x="144087" y="5838"/>
                    <a:pt x="145061" y="5838"/>
                    <a:pt x="145061" y="5838"/>
                  </a:cubicBezTo>
                  <a:cubicBezTo>
                    <a:pt x="146035" y="5838"/>
                    <a:pt x="147008" y="5838"/>
                    <a:pt x="147982" y="5838"/>
                  </a:cubicBezTo>
                  <a:cubicBezTo>
                    <a:pt x="148955" y="5838"/>
                    <a:pt x="149929" y="5838"/>
                    <a:pt x="150902" y="5838"/>
                  </a:cubicBezTo>
                  <a:lnTo>
                    <a:pt x="151876" y="5838"/>
                  </a:lnTo>
                  <a:cubicBezTo>
                    <a:pt x="184004" y="5838"/>
                    <a:pt x="209316" y="9730"/>
                    <a:pt x="210290" y="14596"/>
                  </a:cubicBezTo>
                  <a:cubicBezTo>
                    <a:pt x="208343" y="19461"/>
                    <a:pt x="182056" y="24326"/>
                    <a:pt x="148955" y="24326"/>
                  </a:cubicBezTo>
                  <a:cubicBezTo>
                    <a:pt x="114881" y="24326"/>
                    <a:pt x="87621" y="18488"/>
                    <a:pt x="86647" y="13623"/>
                  </a:cubicBezTo>
                  <a:cubicBezTo>
                    <a:pt x="87621" y="9730"/>
                    <a:pt x="111960" y="5838"/>
                    <a:pt x="143114" y="5838"/>
                  </a:cubicBezTo>
                  <a:moveTo>
                    <a:pt x="240470" y="261749"/>
                  </a:moveTo>
                  <a:cubicBezTo>
                    <a:pt x="256047" y="261749"/>
                    <a:pt x="270651" y="262723"/>
                    <a:pt x="279413" y="264669"/>
                  </a:cubicBezTo>
                  <a:cubicBezTo>
                    <a:pt x="271624" y="265642"/>
                    <a:pt x="258968" y="267588"/>
                    <a:pt x="240470" y="267588"/>
                  </a:cubicBezTo>
                  <a:cubicBezTo>
                    <a:pt x="221973" y="267588"/>
                    <a:pt x="209316" y="265642"/>
                    <a:pt x="201528" y="264669"/>
                  </a:cubicBezTo>
                  <a:cubicBezTo>
                    <a:pt x="208343" y="262723"/>
                    <a:pt x="221973" y="261749"/>
                    <a:pt x="240470" y="261749"/>
                  </a:cubicBezTo>
                  <a:moveTo>
                    <a:pt x="307646" y="259803"/>
                  </a:moveTo>
                  <a:lnTo>
                    <a:pt x="294990" y="254938"/>
                  </a:lnTo>
                  <a:cubicBezTo>
                    <a:pt x="294016" y="254938"/>
                    <a:pt x="294016" y="254938"/>
                    <a:pt x="293043" y="254938"/>
                  </a:cubicBezTo>
                  <a:lnTo>
                    <a:pt x="283307" y="255911"/>
                  </a:lnTo>
                  <a:cubicBezTo>
                    <a:pt x="282333" y="255911"/>
                    <a:pt x="282333" y="255911"/>
                    <a:pt x="281360" y="255911"/>
                  </a:cubicBezTo>
                  <a:cubicBezTo>
                    <a:pt x="274545" y="254938"/>
                    <a:pt x="264809" y="253965"/>
                    <a:pt x="254100" y="252992"/>
                  </a:cubicBezTo>
                  <a:cubicBezTo>
                    <a:pt x="253127" y="252992"/>
                    <a:pt x="253127" y="252992"/>
                    <a:pt x="252153" y="252992"/>
                  </a:cubicBezTo>
                  <a:cubicBezTo>
                    <a:pt x="250206" y="252992"/>
                    <a:pt x="248259" y="252992"/>
                    <a:pt x="246312" y="252992"/>
                  </a:cubicBezTo>
                  <a:cubicBezTo>
                    <a:pt x="244365" y="252992"/>
                    <a:pt x="242417" y="252992"/>
                    <a:pt x="239497" y="252992"/>
                  </a:cubicBezTo>
                  <a:cubicBezTo>
                    <a:pt x="239497" y="252992"/>
                    <a:pt x="239497" y="252992"/>
                    <a:pt x="238523" y="252992"/>
                  </a:cubicBezTo>
                  <a:cubicBezTo>
                    <a:pt x="238523" y="239369"/>
                    <a:pt x="238523" y="217962"/>
                    <a:pt x="238523" y="182933"/>
                  </a:cubicBezTo>
                  <a:cubicBezTo>
                    <a:pt x="238523" y="137200"/>
                    <a:pt x="239497" y="91466"/>
                    <a:pt x="239497" y="91466"/>
                  </a:cubicBezTo>
                  <a:lnTo>
                    <a:pt x="239497" y="91466"/>
                  </a:lnTo>
                  <a:cubicBezTo>
                    <a:pt x="239497" y="90493"/>
                    <a:pt x="239497" y="88547"/>
                    <a:pt x="238523" y="87574"/>
                  </a:cubicBezTo>
                  <a:cubicBezTo>
                    <a:pt x="238523" y="86601"/>
                    <a:pt x="237550" y="85628"/>
                    <a:pt x="237550" y="85628"/>
                  </a:cubicBezTo>
                  <a:lnTo>
                    <a:pt x="237550" y="85628"/>
                  </a:lnTo>
                  <a:lnTo>
                    <a:pt x="237550" y="85628"/>
                  </a:lnTo>
                  <a:lnTo>
                    <a:pt x="213210" y="52544"/>
                  </a:lnTo>
                  <a:cubicBezTo>
                    <a:pt x="214184" y="51572"/>
                    <a:pt x="215158" y="50599"/>
                    <a:pt x="216131" y="50599"/>
                  </a:cubicBezTo>
                  <a:lnTo>
                    <a:pt x="217105" y="49625"/>
                  </a:lnTo>
                  <a:cubicBezTo>
                    <a:pt x="218078" y="47679"/>
                    <a:pt x="219052" y="45733"/>
                    <a:pt x="219052" y="43787"/>
                  </a:cubicBezTo>
                  <a:cubicBezTo>
                    <a:pt x="219052" y="42814"/>
                    <a:pt x="219052" y="42814"/>
                    <a:pt x="219052" y="41841"/>
                  </a:cubicBezTo>
                  <a:cubicBezTo>
                    <a:pt x="219052" y="40868"/>
                    <a:pt x="219052" y="39895"/>
                    <a:pt x="219052" y="38922"/>
                  </a:cubicBezTo>
                  <a:cubicBezTo>
                    <a:pt x="219052" y="37949"/>
                    <a:pt x="219052" y="37949"/>
                    <a:pt x="219052" y="36976"/>
                  </a:cubicBezTo>
                  <a:lnTo>
                    <a:pt x="219052" y="18488"/>
                  </a:lnTo>
                  <a:lnTo>
                    <a:pt x="219052" y="17515"/>
                  </a:lnTo>
                  <a:cubicBezTo>
                    <a:pt x="219052" y="15569"/>
                    <a:pt x="218078" y="11677"/>
                    <a:pt x="214184" y="8757"/>
                  </a:cubicBezTo>
                  <a:cubicBezTo>
                    <a:pt x="213210" y="7785"/>
                    <a:pt x="211263" y="6811"/>
                    <a:pt x="208343" y="5838"/>
                  </a:cubicBezTo>
                  <a:cubicBezTo>
                    <a:pt x="205422" y="4865"/>
                    <a:pt x="200554" y="3892"/>
                    <a:pt x="194713" y="2919"/>
                  </a:cubicBezTo>
                  <a:cubicBezTo>
                    <a:pt x="184004" y="973"/>
                    <a:pt x="169400" y="0"/>
                    <a:pt x="152850" y="0"/>
                  </a:cubicBezTo>
                  <a:lnTo>
                    <a:pt x="151876" y="0"/>
                  </a:lnTo>
                  <a:cubicBezTo>
                    <a:pt x="150902" y="0"/>
                    <a:pt x="149929" y="0"/>
                    <a:pt x="148955" y="0"/>
                  </a:cubicBezTo>
                  <a:lnTo>
                    <a:pt x="148955" y="0"/>
                  </a:lnTo>
                  <a:lnTo>
                    <a:pt x="148955" y="0"/>
                  </a:lnTo>
                  <a:cubicBezTo>
                    <a:pt x="147982" y="0"/>
                    <a:pt x="147008" y="0"/>
                    <a:pt x="146035" y="0"/>
                  </a:cubicBezTo>
                  <a:lnTo>
                    <a:pt x="143114" y="0"/>
                  </a:lnTo>
                  <a:lnTo>
                    <a:pt x="143114" y="0"/>
                  </a:lnTo>
                  <a:lnTo>
                    <a:pt x="143114" y="0"/>
                  </a:lnTo>
                  <a:cubicBezTo>
                    <a:pt x="128510" y="0"/>
                    <a:pt x="113907" y="973"/>
                    <a:pt x="103198" y="2919"/>
                  </a:cubicBezTo>
                  <a:cubicBezTo>
                    <a:pt x="97356" y="3892"/>
                    <a:pt x="92489" y="4865"/>
                    <a:pt x="89568" y="5838"/>
                  </a:cubicBezTo>
                  <a:cubicBezTo>
                    <a:pt x="87621" y="6811"/>
                    <a:pt x="85674" y="7785"/>
                    <a:pt x="83726" y="8757"/>
                  </a:cubicBezTo>
                  <a:cubicBezTo>
                    <a:pt x="79832" y="11677"/>
                    <a:pt x="78859" y="14596"/>
                    <a:pt x="78859" y="16542"/>
                  </a:cubicBezTo>
                  <a:cubicBezTo>
                    <a:pt x="78859" y="17515"/>
                    <a:pt x="78859" y="17515"/>
                    <a:pt x="78859" y="18488"/>
                  </a:cubicBezTo>
                  <a:lnTo>
                    <a:pt x="78859" y="37949"/>
                  </a:lnTo>
                  <a:cubicBezTo>
                    <a:pt x="78859" y="38922"/>
                    <a:pt x="78859" y="39895"/>
                    <a:pt x="78859" y="39895"/>
                  </a:cubicBezTo>
                  <a:cubicBezTo>
                    <a:pt x="78859" y="40868"/>
                    <a:pt x="78859" y="41841"/>
                    <a:pt x="78859" y="42814"/>
                  </a:cubicBezTo>
                  <a:lnTo>
                    <a:pt x="78859" y="43787"/>
                  </a:lnTo>
                  <a:lnTo>
                    <a:pt x="78859" y="43787"/>
                  </a:lnTo>
                  <a:cubicBezTo>
                    <a:pt x="78859" y="46706"/>
                    <a:pt x="80806" y="49625"/>
                    <a:pt x="80806" y="49625"/>
                  </a:cubicBezTo>
                  <a:lnTo>
                    <a:pt x="80806" y="49625"/>
                  </a:lnTo>
                  <a:cubicBezTo>
                    <a:pt x="80806" y="49625"/>
                    <a:pt x="80806" y="50599"/>
                    <a:pt x="81779" y="50599"/>
                  </a:cubicBezTo>
                  <a:cubicBezTo>
                    <a:pt x="82753" y="51572"/>
                    <a:pt x="83726" y="52544"/>
                    <a:pt x="84700" y="53518"/>
                  </a:cubicBezTo>
                  <a:lnTo>
                    <a:pt x="60361" y="86601"/>
                  </a:lnTo>
                  <a:lnTo>
                    <a:pt x="60361" y="86601"/>
                  </a:lnTo>
                  <a:lnTo>
                    <a:pt x="60361" y="86601"/>
                  </a:lnTo>
                  <a:lnTo>
                    <a:pt x="60361" y="86601"/>
                  </a:lnTo>
                  <a:cubicBezTo>
                    <a:pt x="59387" y="87574"/>
                    <a:pt x="59387" y="88547"/>
                    <a:pt x="59387" y="88547"/>
                  </a:cubicBezTo>
                  <a:cubicBezTo>
                    <a:pt x="59387" y="89520"/>
                    <a:pt x="58414" y="90493"/>
                    <a:pt x="58414" y="92439"/>
                  </a:cubicBezTo>
                  <a:lnTo>
                    <a:pt x="58414" y="92439"/>
                  </a:lnTo>
                  <a:lnTo>
                    <a:pt x="58414" y="148876"/>
                  </a:lnTo>
                  <a:lnTo>
                    <a:pt x="58414" y="148876"/>
                  </a:lnTo>
                  <a:lnTo>
                    <a:pt x="56467" y="149849"/>
                  </a:lnTo>
                  <a:lnTo>
                    <a:pt x="54520" y="147903"/>
                  </a:lnTo>
                  <a:cubicBezTo>
                    <a:pt x="53546" y="146930"/>
                    <a:pt x="51599" y="146930"/>
                    <a:pt x="49652" y="147903"/>
                  </a:cubicBezTo>
                  <a:lnTo>
                    <a:pt x="46731" y="149849"/>
                  </a:lnTo>
                  <a:lnTo>
                    <a:pt x="42837" y="147903"/>
                  </a:lnTo>
                  <a:cubicBezTo>
                    <a:pt x="41863" y="146930"/>
                    <a:pt x="39916" y="146930"/>
                    <a:pt x="38943" y="147903"/>
                  </a:cubicBezTo>
                  <a:lnTo>
                    <a:pt x="35048" y="149849"/>
                  </a:lnTo>
                  <a:lnTo>
                    <a:pt x="34075" y="148876"/>
                  </a:lnTo>
                  <a:cubicBezTo>
                    <a:pt x="33101" y="147903"/>
                    <a:pt x="31154" y="147903"/>
                    <a:pt x="30180" y="148876"/>
                  </a:cubicBezTo>
                  <a:lnTo>
                    <a:pt x="28233" y="149849"/>
                  </a:lnTo>
                  <a:lnTo>
                    <a:pt x="26286" y="147903"/>
                  </a:lnTo>
                  <a:cubicBezTo>
                    <a:pt x="25313" y="146930"/>
                    <a:pt x="23366" y="146930"/>
                    <a:pt x="21418" y="147903"/>
                  </a:cubicBezTo>
                  <a:lnTo>
                    <a:pt x="18498" y="149849"/>
                  </a:lnTo>
                  <a:lnTo>
                    <a:pt x="16551" y="148876"/>
                  </a:lnTo>
                  <a:cubicBezTo>
                    <a:pt x="15577" y="147903"/>
                    <a:pt x="13630" y="147903"/>
                    <a:pt x="12656" y="148876"/>
                  </a:cubicBezTo>
                  <a:lnTo>
                    <a:pt x="9736" y="150822"/>
                  </a:lnTo>
                  <a:lnTo>
                    <a:pt x="5841" y="148876"/>
                  </a:lnTo>
                  <a:cubicBezTo>
                    <a:pt x="4868" y="147903"/>
                    <a:pt x="2921" y="148876"/>
                    <a:pt x="1947" y="148876"/>
                  </a:cubicBezTo>
                  <a:cubicBezTo>
                    <a:pt x="974" y="149849"/>
                    <a:pt x="0" y="150822"/>
                    <a:pt x="0" y="152768"/>
                  </a:cubicBezTo>
                  <a:cubicBezTo>
                    <a:pt x="2921" y="200448"/>
                    <a:pt x="1947" y="248127"/>
                    <a:pt x="1947" y="286076"/>
                  </a:cubicBezTo>
                  <a:cubicBezTo>
                    <a:pt x="1947" y="298725"/>
                    <a:pt x="1947" y="310402"/>
                    <a:pt x="1947" y="320132"/>
                  </a:cubicBezTo>
                  <a:cubicBezTo>
                    <a:pt x="1947" y="321105"/>
                    <a:pt x="2921" y="323051"/>
                    <a:pt x="3894" y="324025"/>
                  </a:cubicBezTo>
                  <a:cubicBezTo>
                    <a:pt x="4868" y="324997"/>
                    <a:pt x="6815" y="324997"/>
                    <a:pt x="7789" y="324025"/>
                  </a:cubicBezTo>
                  <a:lnTo>
                    <a:pt x="9736" y="323051"/>
                  </a:lnTo>
                  <a:lnTo>
                    <a:pt x="11683" y="324025"/>
                  </a:lnTo>
                  <a:cubicBezTo>
                    <a:pt x="12656" y="324025"/>
                    <a:pt x="12656" y="324025"/>
                    <a:pt x="13630" y="324025"/>
                  </a:cubicBezTo>
                  <a:cubicBezTo>
                    <a:pt x="14603" y="324025"/>
                    <a:pt x="15577" y="324025"/>
                    <a:pt x="16551" y="323051"/>
                  </a:cubicBezTo>
                  <a:lnTo>
                    <a:pt x="17524" y="324025"/>
                  </a:lnTo>
                  <a:cubicBezTo>
                    <a:pt x="18498" y="324997"/>
                    <a:pt x="20445" y="324997"/>
                    <a:pt x="21418" y="324025"/>
                  </a:cubicBezTo>
                  <a:lnTo>
                    <a:pt x="22392" y="323051"/>
                  </a:lnTo>
                  <a:lnTo>
                    <a:pt x="23366" y="323051"/>
                  </a:lnTo>
                  <a:cubicBezTo>
                    <a:pt x="24339" y="324025"/>
                    <a:pt x="25313" y="324025"/>
                    <a:pt x="26286" y="323051"/>
                  </a:cubicBezTo>
                  <a:lnTo>
                    <a:pt x="29207" y="322078"/>
                  </a:lnTo>
                  <a:lnTo>
                    <a:pt x="31154" y="323051"/>
                  </a:lnTo>
                  <a:cubicBezTo>
                    <a:pt x="32128" y="324025"/>
                    <a:pt x="34075" y="324025"/>
                    <a:pt x="35048" y="323051"/>
                  </a:cubicBezTo>
                  <a:lnTo>
                    <a:pt x="36022" y="322078"/>
                  </a:lnTo>
                  <a:lnTo>
                    <a:pt x="38943" y="323051"/>
                  </a:lnTo>
                  <a:cubicBezTo>
                    <a:pt x="39916" y="323051"/>
                    <a:pt x="40890" y="323051"/>
                    <a:pt x="41863" y="323051"/>
                  </a:cubicBezTo>
                  <a:lnTo>
                    <a:pt x="44784" y="322078"/>
                  </a:lnTo>
                  <a:lnTo>
                    <a:pt x="46731" y="323051"/>
                  </a:lnTo>
                  <a:cubicBezTo>
                    <a:pt x="47705" y="323051"/>
                    <a:pt x="48678" y="323051"/>
                    <a:pt x="49652" y="323051"/>
                  </a:cubicBezTo>
                  <a:lnTo>
                    <a:pt x="51599" y="322078"/>
                  </a:lnTo>
                  <a:lnTo>
                    <a:pt x="51599" y="322078"/>
                  </a:lnTo>
                  <a:cubicBezTo>
                    <a:pt x="52572" y="323051"/>
                    <a:pt x="54520" y="323051"/>
                    <a:pt x="55493" y="322078"/>
                  </a:cubicBezTo>
                  <a:lnTo>
                    <a:pt x="57440" y="321105"/>
                  </a:lnTo>
                  <a:lnTo>
                    <a:pt x="60361" y="322078"/>
                  </a:lnTo>
                  <a:cubicBezTo>
                    <a:pt x="61335" y="322078"/>
                    <a:pt x="61335" y="322078"/>
                    <a:pt x="62308" y="322078"/>
                  </a:cubicBezTo>
                  <a:lnTo>
                    <a:pt x="68149" y="321105"/>
                  </a:lnTo>
                  <a:lnTo>
                    <a:pt x="69123" y="322078"/>
                  </a:lnTo>
                  <a:cubicBezTo>
                    <a:pt x="70097" y="323051"/>
                    <a:pt x="71070" y="323051"/>
                    <a:pt x="73017" y="322078"/>
                  </a:cubicBezTo>
                  <a:lnTo>
                    <a:pt x="75938" y="321105"/>
                  </a:lnTo>
                  <a:lnTo>
                    <a:pt x="80806" y="322078"/>
                  </a:lnTo>
                  <a:cubicBezTo>
                    <a:pt x="81779" y="322078"/>
                    <a:pt x="82753" y="322078"/>
                    <a:pt x="82753" y="322078"/>
                  </a:cubicBezTo>
                  <a:lnTo>
                    <a:pt x="85674" y="321105"/>
                  </a:lnTo>
                  <a:lnTo>
                    <a:pt x="88594" y="322078"/>
                  </a:lnTo>
                  <a:cubicBezTo>
                    <a:pt x="89568" y="322078"/>
                    <a:pt x="90541" y="322078"/>
                    <a:pt x="91515" y="322078"/>
                  </a:cubicBezTo>
                  <a:lnTo>
                    <a:pt x="94436" y="321105"/>
                  </a:lnTo>
                  <a:lnTo>
                    <a:pt x="96383" y="322078"/>
                  </a:lnTo>
                  <a:cubicBezTo>
                    <a:pt x="97356" y="322078"/>
                    <a:pt x="97356" y="322078"/>
                    <a:pt x="98330" y="322078"/>
                  </a:cubicBezTo>
                  <a:lnTo>
                    <a:pt x="101251" y="322078"/>
                  </a:lnTo>
                  <a:cubicBezTo>
                    <a:pt x="102224" y="322078"/>
                    <a:pt x="103198" y="322078"/>
                    <a:pt x="104171" y="321105"/>
                  </a:cubicBezTo>
                  <a:cubicBezTo>
                    <a:pt x="116828" y="324997"/>
                    <a:pt x="132405" y="326944"/>
                    <a:pt x="150902" y="326944"/>
                  </a:cubicBezTo>
                  <a:cubicBezTo>
                    <a:pt x="171347" y="326944"/>
                    <a:pt x="188871" y="324997"/>
                    <a:pt x="201528" y="321105"/>
                  </a:cubicBezTo>
                  <a:cubicBezTo>
                    <a:pt x="202501" y="321105"/>
                    <a:pt x="203475" y="321105"/>
                    <a:pt x="203475" y="320132"/>
                  </a:cubicBezTo>
                  <a:cubicBezTo>
                    <a:pt x="205422" y="322078"/>
                    <a:pt x="209316" y="323051"/>
                    <a:pt x="214184" y="324025"/>
                  </a:cubicBezTo>
                  <a:cubicBezTo>
                    <a:pt x="221973" y="325971"/>
                    <a:pt x="230735" y="326944"/>
                    <a:pt x="241444" y="326944"/>
                  </a:cubicBezTo>
                  <a:cubicBezTo>
                    <a:pt x="252153" y="326944"/>
                    <a:pt x="261889" y="325971"/>
                    <a:pt x="268704" y="324025"/>
                  </a:cubicBezTo>
                  <a:cubicBezTo>
                    <a:pt x="277466" y="322078"/>
                    <a:pt x="282333" y="319159"/>
                    <a:pt x="283307" y="315267"/>
                  </a:cubicBezTo>
                  <a:lnTo>
                    <a:pt x="294016" y="273426"/>
                  </a:lnTo>
                  <a:cubicBezTo>
                    <a:pt x="294990" y="272453"/>
                    <a:pt x="294990" y="272453"/>
                    <a:pt x="295963" y="271480"/>
                  </a:cubicBezTo>
                  <a:lnTo>
                    <a:pt x="295963" y="271480"/>
                  </a:lnTo>
                  <a:cubicBezTo>
                    <a:pt x="295963" y="271480"/>
                    <a:pt x="296937" y="270507"/>
                    <a:pt x="296937" y="269534"/>
                  </a:cubicBezTo>
                  <a:lnTo>
                    <a:pt x="296937" y="269534"/>
                  </a:lnTo>
                  <a:lnTo>
                    <a:pt x="296937" y="269534"/>
                  </a:lnTo>
                  <a:lnTo>
                    <a:pt x="296937" y="269534"/>
                  </a:lnTo>
                  <a:lnTo>
                    <a:pt x="308620" y="268561"/>
                  </a:lnTo>
                  <a:cubicBezTo>
                    <a:pt x="310567" y="268561"/>
                    <a:pt x="311540" y="266615"/>
                    <a:pt x="312514" y="264669"/>
                  </a:cubicBezTo>
                  <a:cubicBezTo>
                    <a:pt x="310567" y="262723"/>
                    <a:pt x="309593" y="260777"/>
                    <a:pt x="307646" y="259803"/>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739" name="Graphic 450">
            <a:extLst>
              <a:ext uri="{FF2B5EF4-FFF2-40B4-BE49-F238E27FC236}">
                <a16:creationId xmlns:a16="http://schemas.microsoft.com/office/drawing/2014/main" id="{494625B9-3BB2-18FC-9D3A-24E8EB5CB0F4}"/>
              </a:ext>
            </a:extLst>
          </p:cNvPr>
          <p:cNvGrpSpPr/>
          <p:nvPr/>
        </p:nvGrpSpPr>
        <p:grpSpPr>
          <a:xfrm>
            <a:off x="10508612" y="1803604"/>
            <a:ext cx="607503" cy="607180"/>
            <a:chOff x="5332306" y="4671747"/>
            <a:chExt cx="607503" cy="607180"/>
          </a:xfrm>
        </p:grpSpPr>
        <p:sp>
          <p:nvSpPr>
            <p:cNvPr id="740" name="Freeform 739">
              <a:extLst>
                <a:ext uri="{FF2B5EF4-FFF2-40B4-BE49-F238E27FC236}">
                  <a16:creationId xmlns:a16="http://schemas.microsoft.com/office/drawing/2014/main" id="{0AD35C0A-C582-0C90-3D56-736C7A8ED08C}"/>
                </a:ext>
              </a:extLst>
            </p:cNvPr>
            <p:cNvSpPr/>
            <p:nvPr/>
          </p:nvSpPr>
          <p:spPr>
            <a:xfrm>
              <a:off x="5332306" y="4671747"/>
              <a:ext cx="607503" cy="607180"/>
            </a:xfrm>
            <a:custGeom>
              <a:avLst/>
              <a:gdLst>
                <a:gd name="connsiteX0" fmla="*/ 303752 w 607503"/>
                <a:gd name="connsiteY0" fmla="*/ 607181 h 607180"/>
                <a:gd name="connsiteX1" fmla="*/ 607504 w 607503"/>
                <a:gd name="connsiteY1" fmla="*/ 303591 h 607180"/>
                <a:gd name="connsiteX2" fmla="*/ 303752 w 607503"/>
                <a:gd name="connsiteY2" fmla="*/ 0 h 607180"/>
                <a:gd name="connsiteX3" fmla="*/ 0 w 607503"/>
                <a:gd name="connsiteY3" fmla="*/ 303591 h 607180"/>
                <a:gd name="connsiteX4" fmla="*/ 303752 w 607503"/>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3" h="607180">
                  <a:moveTo>
                    <a:pt x="303752" y="607181"/>
                  </a:moveTo>
                  <a:cubicBezTo>
                    <a:pt x="471205" y="607181"/>
                    <a:pt x="607504" y="470954"/>
                    <a:pt x="607504" y="303591"/>
                  </a:cubicBezTo>
                  <a:cubicBezTo>
                    <a:pt x="607504" y="136226"/>
                    <a:pt x="471205" y="0"/>
                    <a:pt x="303752" y="0"/>
                  </a:cubicBezTo>
                  <a:cubicBezTo>
                    <a:pt x="136299" y="0"/>
                    <a:pt x="0" y="136226"/>
                    <a:pt x="0" y="303591"/>
                  </a:cubicBezTo>
                  <a:cubicBezTo>
                    <a:pt x="0" y="470954"/>
                    <a:pt x="136299" y="607181"/>
                    <a:pt x="303752" y="607181"/>
                  </a:cubicBezTo>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41" name="Graphic 450">
              <a:extLst>
                <a:ext uri="{FF2B5EF4-FFF2-40B4-BE49-F238E27FC236}">
                  <a16:creationId xmlns:a16="http://schemas.microsoft.com/office/drawing/2014/main" id="{C2AAFAB3-23C7-30F3-C025-CD4E1C13CBAB}"/>
                </a:ext>
              </a:extLst>
            </p:cNvPr>
            <p:cNvGrpSpPr/>
            <p:nvPr/>
          </p:nvGrpSpPr>
          <p:grpSpPr>
            <a:xfrm>
              <a:off x="5455948" y="4822569"/>
              <a:ext cx="360218" cy="306509"/>
              <a:chOff x="5455948" y="4822569"/>
              <a:chExt cx="360218" cy="306509"/>
            </a:xfrm>
          </p:grpSpPr>
          <p:sp>
            <p:nvSpPr>
              <p:cNvPr id="742" name="Freeform 741">
                <a:extLst>
                  <a:ext uri="{FF2B5EF4-FFF2-40B4-BE49-F238E27FC236}">
                    <a16:creationId xmlns:a16="http://schemas.microsoft.com/office/drawing/2014/main" id="{3FA7CC38-0D7A-3FF4-E585-A3571EB18FA2}"/>
                  </a:ext>
                </a:extLst>
              </p:cNvPr>
              <p:cNvSpPr/>
              <p:nvPr/>
            </p:nvSpPr>
            <p:spPr>
              <a:xfrm>
                <a:off x="5469578" y="4949065"/>
                <a:ext cx="41863" cy="39894"/>
              </a:xfrm>
              <a:custGeom>
                <a:avLst/>
                <a:gdLst>
                  <a:gd name="connsiteX0" fmla="*/ 36022 w 41863"/>
                  <a:gd name="connsiteY0" fmla="*/ 5838 h 39894"/>
                  <a:gd name="connsiteX1" fmla="*/ 29207 w 41863"/>
                  <a:gd name="connsiteY1" fmla="*/ 1946 h 39894"/>
                  <a:gd name="connsiteX2" fmla="*/ 21418 w 41863"/>
                  <a:gd name="connsiteY2" fmla="*/ 0 h 39894"/>
                  <a:gd name="connsiteX3" fmla="*/ 12656 w 41863"/>
                  <a:gd name="connsiteY3" fmla="*/ 1946 h 39894"/>
                  <a:gd name="connsiteX4" fmla="*/ 6815 w 41863"/>
                  <a:gd name="connsiteY4" fmla="*/ 5838 h 39894"/>
                  <a:gd name="connsiteX5" fmla="*/ 1947 w 41863"/>
                  <a:gd name="connsiteY5" fmla="*/ 11677 h 39894"/>
                  <a:gd name="connsiteX6" fmla="*/ 0 w 41863"/>
                  <a:gd name="connsiteY6" fmla="*/ 19461 h 39894"/>
                  <a:gd name="connsiteX7" fmla="*/ 1947 w 41863"/>
                  <a:gd name="connsiteY7" fmla="*/ 27245 h 39894"/>
                  <a:gd name="connsiteX8" fmla="*/ 6815 w 41863"/>
                  <a:gd name="connsiteY8" fmla="*/ 34057 h 39894"/>
                  <a:gd name="connsiteX9" fmla="*/ 12656 w 41863"/>
                  <a:gd name="connsiteY9" fmla="*/ 37949 h 39894"/>
                  <a:gd name="connsiteX10" fmla="*/ 21418 w 41863"/>
                  <a:gd name="connsiteY10" fmla="*/ 39895 h 39894"/>
                  <a:gd name="connsiteX11" fmla="*/ 29207 w 41863"/>
                  <a:gd name="connsiteY11" fmla="*/ 37949 h 39894"/>
                  <a:gd name="connsiteX12" fmla="*/ 36022 w 41863"/>
                  <a:gd name="connsiteY12" fmla="*/ 34057 h 39894"/>
                  <a:gd name="connsiteX13" fmla="*/ 39916 w 41863"/>
                  <a:gd name="connsiteY13" fmla="*/ 27245 h 39894"/>
                  <a:gd name="connsiteX14" fmla="*/ 41863 w 41863"/>
                  <a:gd name="connsiteY14" fmla="*/ 19461 h 39894"/>
                  <a:gd name="connsiteX15" fmla="*/ 39916 w 41863"/>
                  <a:gd name="connsiteY15" fmla="*/ 11677 h 3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863" h="39894">
                    <a:moveTo>
                      <a:pt x="36022" y="5838"/>
                    </a:moveTo>
                    <a:lnTo>
                      <a:pt x="29207" y="1946"/>
                    </a:lnTo>
                    <a:lnTo>
                      <a:pt x="21418" y="0"/>
                    </a:lnTo>
                    <a:lnTo>
                      <a:pt x="12656" y="1946"/>
                    </a:lnTo>
                    <a:lnTo>
                      <a:pt x="6815" y="5838"/>
                    </a:lnTo>
                    <a:lnTo>
                      <a:pt x="1947" y="11677"/>
                    </a:lnTo>
                    <a:lnTo>
                      <a:pt x="0" y="19461"/>
                    </a:lnTo>
                    <a:lnTo>
                      <a:pt x="1947" y="27245"/>
                    </a:lnTo>
                    <a:lnTo>
                      <a:pt x="6815" y="34057"/>
                    </a:lnTo>
                    <a:lnTo>
                      <a:pt x="12656" y="37949"/>
                    </a:lnTo>
                    <a:lnTo>
                      <a:pt x="21418" y="39895"/>
                    </a:lnTo>
                    <a:lnTo>
                      <a:pt x="29207" y="37949"/>
                    </a:lnTo>
                    <a:lnTo>
                      <a:pt x="36022" y="34057"/>
                    </a:lnTo>
                    <a:lnTo>
                      <a:pt x="39916" y="27245"/>
                    </a:lnTo>
                    <a:lnTo>
                      <a:pt x="41863" y="19461"/>
                    </a:lnTo>
                    <a:lnTo>
                      <a:pt x="39916" y="11677"/>
                    </a:lnTo>
                    <a:close/>
                  </a:path>
                </a:pathLst>
              </a:custGeom>
              <a:solidFill>
                <a:srgbClr val="94BF3E"/>
              </a:solidFill>
              <a:ln w="9735" cap="flat">
                <a:noFill/>
                <a:prstDash val="solid"/>
                <a:miter/>
              </a:ln>
            </p:spPr>
            <p:txBody>
              <a:bodyPr rtlCol="0" anchor="ctr"/>
              <a:lstStyle/>
              <a:p>
                <a:endParaRPr lang="en-US" dirty="0">
                  <a:latin typeface="Proxima Nova Rg" panose="02000506030000020004" pitchFamily="2" charset="77"/>
                </a:endParaRPr>
              </a:p>
            </p:txBody>
          </p:sp>
          <p:sp>
            <p:nvSpPr>
              <p:cNvPr id="743" name="Freeform 742">
                <a:extLst>
                  <a:ext uri="{FF2B5EF4-FFF2-40B4-BE49-F238E27FC236}">
                    <a16:creationId xmlns:a16="http://schemas.microsoft.com/office/drawing/2014/main" id="{7198C127-E296-91CE-D6F3-56E0A0F6FB27}"/>
                  </a:ext>
                </a:extLst>
              </p:cNvPr>
              <p:cNvSpPr/>
              <p:nvPr/>
            </p:nvSpPr>
            <p:spPr>
              <a:xfrm>
                <a:off x="5644820" y="4822569"/>
                <a:ext cx="159664" cy="243261"/>
              </a:xfrm>
              <a:custGeom>
                <a:avLst/>
                <a:gdLst>
                  <a:gd name="connsiteX0" fmla="*/ 32128 w 159664"/>
                  <a:gd name="connsiteY0" fmla="*/ 48652 h 243261"/>
                  <a:gd name="connsiteX1" fmla="*/ 43810 w 159664"/>
                  <a:gd name="connsiteY1" fmla="*/ 48652 h 243261"/>
                  <a:gd name="connsiteX2" fmla="*/ 43810 w 159664"/>
                  <a:gd name="connsiteY2" fmla="*/ 217962 h 243261"/>
                  <a:gd name="connsiteX3" fmla="*/ 73991 w 159664"/>
                  <a:gd name="connsiteY3" fmla="*/ 214070 h 243261"/>
                  <a:gd name="connsiteX4" fmla="*/ 73991 w 159664"/>
                  <a:gd name="connsiteY4" fmla="*/ 214070 h 243261"/>
                  <a:gd name="connsiteX5" fmla="*/ 73991 w 159664"/>
                  <a:gd name="connsiteY5" fmla="*/ 48652 h 243261"/>
                  <a:gd name="connsiteX6" fmla="*/ 86647 w 159664"/>
                  <a:gd name="connsiteY6" fmla="*/ 48652 h 243261"/>
                  <a:gd name="connsiteX7" fmla="*/ 86647 w 159664"/>
                  <a:gd name="connsiteY7" fmla="*/ 215043 h 243261"/>
                  <a:gd name="connsiteX8" fmla="*/ 113907 w 159664"/>
                  <a:gd name="connsiteY8" fmla="*/ 219909 h 243261"/>
                  <a:gd name="connsiteX9" fmla="*/ 116828 w 159664"/>
                  <a:gd name="connsiteY9" fmla="*/ 219909 h 243261"/>
                  <a:gd name="connsiteX10" fmla="*/ 116828 w 159664"/>
                  <a:gd name="connsiteY10" fmla="*/ 48652 h 243261"/>
                  <a:gd name="connsiteX11" fmla="*/ 129484 w 159664"/>
                  <a:gd name="connsiteY11" fmla="*/ 48652 h 243261"/>
                  <a:gd name="connsiteX12" fmla="*/ 129484 w 159664"/>
                  <a:gd name="connsiteY12" fmla="*/ 226720 h 243261"/>
                  <a:gd name="connsiteX13" fmla="*/ 153823 w 159664"/>
                  <a:gd name="connsiteY13" fmla="*/ 243262 h 243261"/>
                  <a:gd name="connsiteX14" fmla="*/ 153823 w 159664"/>
                  <a:gd name="connsiteY14" fmla="*/ 42814 h 243261"/>
                  <a:gd name="connsiteX15" fmla="*/ 159664 w 159664"/>
                  <a:gd name="connsiteY15" fmla="*/ 42814 h 243261"/>
                  <a:gd name="connsiteX16" fmla="*/ 159664 w 159664"/>
                  <a:gd name="connsiteY16" fmla="*/ 18488 h 243261"/>
                  <a:gd name="connsiteX17" fmla="*/ 111960 w 159664"/>
                  <a:gd name="connsiteY17" fmla="*/ 18488 h 243261"/>
                  <a:gd name="connsiteX18" fmla="*/ 111960 w 159664"/>
                  <a:gd name="connsiteY18" fmla="*/ 0 h 243261"/>
                  <a:gd name="connsiteX19" fmla="*/ 43810 w 159664"/>
                  <a:gd name="connsiteY19" fmla="*/ 0 h 243261"/>
                  <a:gd name="connsiteX20" fmla="*/ 43810 w 159664"/>
                  <a:gd name="connsiteY20" fmla="*/ 18488 h 243261"/>
                  <a:gd name="connsiteX21" fmla="*/ 0 w 159664"/>
                  <a:gd name="connsiteY21" fmla="*/ 18488 h 243261"/>
                  <a:gd name="connsiteX22" fmla="*/ 0 w 159664"/>
                  <a:gd name="connsiteY22" fmla="*/ 162499 h 243261"/>
                  <a:gd name="connsiteX23" fmla="*/ 31154 w 159664"/>
                  <a:gd name="connsiteY23" fmla="*/ 182933 h 243261"/>
                  <a:gd name="connsiteX24" fmla="*/ 31154 w 159664"/>
                  <a:gd name="connsiteY24" fmla="*/ 48652 h 24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664" h="243261">
                    <a:moveTo>
                      <a:pt x="32128" y="48652"/>
                    </a:moveTo>
                    <a:lnTo>
                      <a:pt x="43810" y="48652"/>
                    </a:lnTo>
                    <a:lnTo>
                      <a:pt x="43810" y="217962"/>
                    </a:lnTo>
                    <a:cubicBezTo>
                      <a:pt x="53546" y="216016"/>
                      <a:pt x="64255" y="214070"/>
                      <a:pt x="73991" y="214070"/>
                    </a:cubicBezTo>
                    <a:cubicBezTo>
                      <a:pt x="73991" y="214070"/>
                      <a:pt x="73991" y="214070"/>
                      <a:pt x="73991" y="214070"/>
                    </a:cubicBezTo>
                    <a:lnTo>
                      <a:pt x="73991" y="48652"/>
                    </a:lnTo>
                    <a:lnTo>
                      <a:pt x="86647" y="48652"/>
                    </a:lnTo>
                    <a:lnTo>
                      <a:pt x="86647" y="215043"/>
                    </a:lnTo>
                    <a:cubicBezTo>
                      <a:pt x="96383" y="216016"/>
                      <a:pt x="106118" y="217962"/>
                      <a:pt x="113907" y="219909"/>
                    </a:cubicBezTo>
                    <a:lnTo>
                      <a:pt x="116828" y="219909"/>
                    </a:lnTo>
                    <a:lnTo>
                      <a:pt x="116828" y="48652"/>
                    </a:lnTo>
                    <a:lnTo>
                      <a:pt x="129484" y="48652"/>
                    </a:lnTo>
                    <a:lnTo>
                      <a:pt x="129484" y="226720"/>
                    </a:lnTo>
                    <a:cubicBezTo>
                      <a:pt x="139220" y="231585"/>
                      <a:pt x="147008" y="236450"/>
                      <a:pt x="153823" y="243262"/>
                    </a:cubicBezTo>
                    <a:lnTo>
                      <a:pt x="153823" y="42814"/>
                    </a:lnTo>
                    <a:lnTo>
                      <a:pt x="159664" y="42814"/>
                    </a:lnTo>
                    <a:lnTo>
                      <a:pt x="159664" y="18488"/>
                    </a:lnTo>
                    <a:lnTo>
                      <a:pt x="111960" y="18488"/>
                    </a:lnTo>
                    <a:lnTo>
                      <a:pt x="111960" y="0"/>
                    </a:lnTo>
                    <a:lnTo>
                      <a:pt x="43810" y="0"/>
                    </a:lnTo>
                    <a:lnTo>
                      <a:pt x="43810" y="18488"/>
                    </a:lnTo>
                    <a:lnTo>
                      <a:pt x="0" y="18488"/>
                    </a:lnTo>
                    <a:lnTo>
                      <a:pt x="0" y="162499"/>
                    </a:lnTo>
                    <a:lnTo>
                      <a:pt x="31154" y="182933"/>
                    </a:lnTo>
                    <a:lnTo>
                      <a:pt x="31154" y="4865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44" name="Freeform 743">
                <a:extLst>
                  <a:ext uri="{FF2B5EF4-FFF2-40B4-BE49-F238E27FC236}">
                    <a16:creationId xmlns:a16="http://schemas.microsoft.com/office/drawing/2014/main" id="{17D6892C-C5E4-A16A-783D-0CB98B9A4E68}"/>
                  </a:ext>
                </a:extLst>
              </p:cNvPr>
              <p:cNvSpPr/>
              <p:nvPr/>
            </p:nvSpPr>
            <p:spPr>
              <a:xfrm>
                <a:off x="5455948" y="4853706"/>
                <a:ext cx="68149" cy="275371"/>
              </a:xfrm>
              <a:custGeom>
                <a:avLst/>
                <a:gdLst>
                  <a:gd name="connsiteX0" fmla="*/ 55493 w 68149"/>
                  <a:gd name="connsiteY0" fmla="*/ 45733 h 275371"/>
                  <a:gd name="connsiteX1" fmla="*/ 35048 w 68149"/>
                  <a:gd name="connsiteY1" fmla="*/ 0 h 275371"/>
                  <a:gd name="connsiteX2" fmla="*/ 0 w 68149"/>
                  <a:gd name="connsiteY2" fmla="*/ 77844 h 275371"/>
                  <a:gd name="connsiteX3" fmla="*/ 0 w 68149"/>
                  <a:gd name="connsiteY3" fmla="*/ 275372 h 275371"/>
                  <a:gd name="connsiteX4" fmla="*/ 68149 w 68149"/>
                  <a:gd name="connsiteY4" fmla="*/ 275372 h 275371"/>
                  <a:gd name="connsiteX5" fmla="*/ 68149 w 68149"/>
                  <a:gd name="connsiteY5" fmla="*/ 132334 h 275371"/>
                  <a:gd name="connsiteX6" fmla="*/ 68149 w 68149"/>
                  <a:gd name="connsiteY6" fmla="*/ 92439 h 275371"/>
                  <a:gd name="connsiteX7" fmla="*/ 68149 w 68149"/>
                  <a:gd name="connsiteY7" fmla="*/ 74924 h 275371"/>
                  <a:gd name="connsiteX8" fmla="*/ 55493 w 68149"/>
                  <a:gd name="connsiteY8" fmla="*/ 42814 h 275371"/>
                  <a:gd name="connsiteX9" fmla="*/ 55493 w 68149"/>
                  <a:gd name="connsiteY9" fmla="*/ 45733 h 275371"/>
                  <a:gd name="connsiteX10" fmla="*/ 53546 w 68149"/>
                  <a:gd name="connsiteY10" fmla="*/ 122604 h 275371"/>
                  <a:gd name="connsiteX11" fmla="*/ 48678 w 68149"/>
                  <a:gd name="connsiteY11" fmla="*/ 128442 h 275371"/>
                  <a:gd name="connsiteX12" fmla="*/ 41863 w 68149"/>
                  <a:gd name="connsiteY12" fmla="*/ 132334 h 275371"/>
                  <a:gd name="connsiteX13" fmla="*/ 34075 w 68149"/>
                  <a:gd name="connsiteY13" fmla="*/ 134280 h 275371"/>
                  <a:gd name="connsiteX14" fmla="*/ 26286 w 68149"/>
                  <a:gd name="connsiteY14" fmla="*/ 132334 h 275371"/>
                  <a:gd name="connsiteX15" fmla="*/ 19471 w 68149"/>
                  <a:gd name="connsiteY15" fmla="*/ 128442 h 275371"/>
                  <a:gd name="connsiteX16" fmla="*/ 14603 w 68149"/>
                  <a:gd name="connsiteY16" fmla="*/ 122604 h 275371"/>
                  <a:gd name="connsiteX17" fmla="*/ 12656 w 68149"/>
                  <a:gd name="connsiteY17" fmla="*/ 114819 h 275371"/>
                  <a:gd name="connsiteX18" fmla="*/ 14603 w 68149"/>
                  <a:gd name="connsiteY18" fmla="*/ 107035 h 275371"/>
                  <a:gd name="connsiteX19" fmla="*/ 19471 w 68149"/>
                  <a:gd name="connsiteY19" fmla="*/ 101197 h 275371"/>
                  <a:gd name="connsiteX20" fmla="*/ 26286 w 68149"/>
                  <a:gd name="connsiteY20" fmla="*/ 97305 h 275371"/>
                  <a:gd name="connsiteX21" fmla="*/ 34075 w 68149"/>
                  <a:gd name="connsiteY21" fmla="*/ 95358 h 275371"/>
                  <a:gd name="connsiteX22" fmla="*/ 41863 w 68149"/>
                  <a:gd name="connsiteY22" fmla="*/ 97305 h 275371"/>
                  <a:gd name="connsiteX23" fmla="*/ 48678 w 68149"/>
                  <a:gd name="connsiteY23" fmla="*/ 101197 h 275371"/>
                  <a:gd name="connsiteX24" fmla="*/ 53546 w 68149"/>
                  <a:gd name="connsiteY24" fmla="*/ 107035 h 275371"/>
                  <a:gd name="connsiteX25" fmla="*/ 55493 w 68149"/>
                  <a:gd name="connsiteY25" fmla="*/ 114819 h 275371"/>
                  <a:gd name="connsiteX26" fmla="*/ 53546 w 68149"/>
                  <a:gd name="connsiteY26" fmla="*/ 122604 h 275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149" h="275371">
                    <a:moveTo>
                      <a:pt x="55493" y="45733"/>
                    </a:moveTo>
                    <a:lnTo>
                      <a:pt x="35048" y="0"/>
                    </a:lnTo>
                    <a:lnTo>
                      <a:pt x="0" y="77844"/>
                    </a:lnTo>
                    <a:lnTo>
                      <a:pt x="0" y="275372"/>
                    </a:lnTo>
                    <a:lnTo>
                      <a:pt x="68149" y="275372"/>
                    </a:lnTo>
                    <a:lnTo>
                      <a:pt x="68149" y="132334"/>
                    </a:lnTo>
                    <a:lnTo>
                      <a:pt x="68149" y="92439"/>
                    </a:lnTo>
                    <a:lnTo>
                      <a:pt x="68149" y="74924"/>
                    </a:lnTo>
                    <a:lnTo>
                      <a:pt x="55493" y="42814"/>
                    </a:lnTo>
                    <a:lnTo>
                      <a:pt x="55493" y="45733"/>
                    </a:lnTo>
                    <a:close/>
                    <a:moveTo>
                      <a:pt x="53546" y="122604"/>
                    </a:moveTo>
                    <a:lnTo>
                      <a:pt x="48678" y="128442"/>
                    </a:lnTo>
                    <a:lnTo>
                      <a:pt x="41863" y="132334"/>
                    </a:lnTo>
                    <a:lnTo>
                      <a:pt x="34075" y="134280"/>
                    </a:lnTo>
                    <a:lnTo>
                      <a:pt x="26286" y="132334"/>
                    </a:lnTo>
                    <a:lnTo>
                      <a:pt x="19471" y="128442"/>
                    </a:lnTo>
                    <a:lnTo>
                      <a:pt x="14603" y="122604"/>
                    </a:lnTo>
                    <a:lnTo>
                      <a:pt x="12656" y="114819"/>
                    </a:lnTo>
                    <a:lnTo>
                      <a:pt x="14603" y="107035"/>
                    </a:lnTo>
                    <a:lnTo>
                      <a:pt x="19471" y="101197"/>
                    </a:lnTo>
                    <a:lnTo>
                      <a:pt x="26286" y="97305"/>
                    </a:lnTo>
                    <a:lnTo>
                      <a:pt x="34075" y="95358"/>
                    </a:lnTo>
                    <a:lnTo>
                      <a:pt x="41863" y="97305"/>
                    </a:lnTo>
                    <a:lnTo>
                      <a:pt x="48678" y="101197"/>
                    </a:lnTo>
                    <a:lnTo>
                      <a:pt x="53546" y="107035"/>
                    </a:lnTo>
                    <a:lnTo>
                      <a:pt x="55493" y="114819"/>
                    </a:lnTo>
                    <a:lnTo>
                      <a:pt x="53546" y="122604"/>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45" name="Freeform 744">
                <a:extLst>
                  <a:ext uri="{FF2B5EF4-FFF2-40B4-BE49-F238E27FC236}">
                    <a16:creationId xmlns:a16="http://schemas.microsoft.com/office/drawing/2014/main" id="{D257FBC5-1ED5-D3DA-9FD7-91BB10FE6B71}"/>
                  </a:ext>
                </a:extLst>
              </p:cNvPr>
              <p:cNvSpPr/>
              <p:nvPr/>
            </p:nvSpPr>
            <p:spPr>
              <a:xfrm>
                <a:off x="5530913" y="4985068"/>
                <a:ext cx="150902" cy="138172"/>
              </a:xfrm>
              <a:custGeom>
                <a:avLst/>
                <a:gdLst>
                  <a:gd name="connsiteX0" fmla="*/ 93462 w 150902"/>
                  <a:gd name="connsiteY0" fmla="*/ 80763 h 138172"/>
                  <a:gd name="connsiteX1" fmla="*/ 106118 w 150902"/>
                  <a:gd name="connsiteY1" fmla="*/ 81736 h 138172"/>
                  <a:gd name="connsiteX2" fmla="*/ 150902 w 150902"/>
                  <a:gd name="connsiteY2" fmla="*/ 57410 h 138172"/>
                  <a:gd name="connsiteX3" fmla="*/ 150902 w 150902"/>
                  <a:gd name="connsiteY3" fmla="*/ 30164 h 138172"/>
                  <a:gd name="connsiteX4" fmla="*/ 107092 w 150902"/>
                  <a:gd name="connsiteY4" fmla="*/ 0 h 138172"/>
                  <a:gd name="connsiteX5" fmla="*/ 0 w 150902"/>
                  <a:gd name="connsiteY5" fmla="*/ 0 h 138172"/>
                  <a:gd name="connsiteX6" fmla="*/ 0 w 150902"/>
                  <a:gd name="connsiteY6" fmla="*/ 138172 h 138172"/>
                  <a:gd name="connsiteX7" fmla="*/ 15577 w 150902"/>
                  <a:gd name="connsiteY7" fmla="*/ 138172 h 138172"/>
                  <a:gd name="connsiteX8" fmla="*/ 93462 w 150902"/>
                  <a:gd name="connsiteY8" fmla="*/ 80763 h 13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02" h="138172">
                    <a:moveTo>
                      <a:pt x="93462" y="80763"/>
                    </a:moveTo>
                    <a:cubicBezTo>
                      <a:pt x="97356" y="80763"/>
                      <a:pt x="101251" y="80763"/>
                      <a:pt x="106118" y="81736"/>
                    </a:cubicBezTo>
                    <a:cubicBezTo>
                      <a:pt x="117801" y="71032"/>
                      <a:pt x="133378" y="62275"/>
                      <a:pt x="150902" y="57410"/>
                    </a:cubicBezTo>
                    <a:lnTo>
                      <a:pt x="150902" y="30164"/>
                    </a:lnTo>
                    <a:lnTo>
                      <a:pt x="107092" y="0"/>
                    </a:lnTo>
                    <a:lnTo>
                      <a:pt x="0" y="0"/>
                    </a:lnTo>
                    <a:lnTo>
                      <a:pt x="0" y="138172"/>
                    </a:lnTo>
                    <a:lnTo>
                      <a:pt x="15577" y="138172"/>
                    </a:lnTo>
                    <a:cubicBezTo>
                      <a:pt x="22392" y="105089"/>
                      <a:pt x="54520" y="80763"/>
                      <a:pt x="93462" y="80763"/>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46" name="Freeform 745">
                <a:extLst>
                  <a:ext uri="{FF2B5EF4-FFF2-40B4-BE49-F238E27FC236}">
                    <a16:creationId xmlns:a16="http://schemas.microsoft.com/office/drawing/2014/main" id="{888BA55E-9648-DDE0-1081-8154C9978658}"/>
                  </a:ext>
                </a:extLst>
              </p:cNvPr>
              <p:cNvSpPr/>
              <p:nvPr/>
            </p:nvSpPr>
            <p:spPr>
              <a:xfrm>
                <a:off x="5645793" y="5044423"/>
                <a:ext cx="170373" cy="81736"/>
              </a:xfrm>
              <a:custGeom>
                <a:avLst/>
                <a:gdLst>
                  <a:gd name="connsiteX0" fmla="*/ 170374 w 170373"/>
                  <a:gd name="connsiteY0" fmla="*/ 67140 h 81736"/>
                  <a:gd name="connsiteX1" fmla="*/ 73991 w 170373"/>
                  <a:gd name="connsiteY1" fmla="*/ 0 h 81736"/>
                  <a:gd name="connsiteX2" fmla="*/ 0 w 170373"/>
                  <a:gd name="connsiteY2" fmla="*/ 24326 h 81736"/>
                  <a:gd name="connsiteX3" fmla="*/ 11683 w 170373"/>
                  <a:gd name="connsiteY3" fmla="*/ 28219 h 81736"/>
                  <a:gd name="connsiteX4" fmla="*/ 56467 w 170373"/>
                  <a:gd name="connsiteY4" fmla="*/ 81736 h 81736"/>
                  <a:gd name="connsiteX5" fmla="*/ 167453 w 170373"/>
                  <a:gd name="connsiteY5" fmla="*/ 81736 h 81736"/>
                  <a:gd name="connsiteX6" fmla="*/ 170374 w 170373"/>
                  <a:gd name="connsiteY6" fmla="*/ 67140 h 8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373" h="81736">
                    <a:moveTo>
                      <a:pt x="170374" y="67140"/>
                    </a:moveTo>
                    <a:cubicBezTo>
                      <a:pt x="170374" y="30164"/>
                      <a:pt x="127537" y="0"/>
                      <a:pt x="73991" y="0"/>
                    </a:cubicBezTo>
                    <a:cubicBezTo>
                      <a:pt x="45758" y="0"/>
                      <a:pt x="18498" y="8758"/>
                      <a:pt x="0" y="24326"/>
                    </a:cubicBezTo>
                    <a:cubicBezTo>
                      <a:pt x="3894" y="25299"/>
                      <a:pt x="7789" y="26272"/>
                      <a:pt x="11683" y="28219"/>
                    </a:cubicBezTo>
                    <a:cubicBezTo>
                      <a:pt x="36022" y="37949"/>
                      <a:pt x="52572" y="58383"/>
                      <a:pt x="56467" y="81736"/>
                    </a:cubicBezTo>
                    <a:lnTo>
                      <a:pt x="167453" y="81736"/>
                    </a:lnTo>
                    <a:cubicBezTo>
                      <a:pt x="169400" y="75898"/>
                      <a:pt x="170374" y="71033"/>
                      <a:pt x="170374" y="67140"/>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47" name="Freeform 746">
                <a:extLst>
                  <a:ext uri="{FF2B5EF4-FFF2-40B4-BE49-F238E27FC236}">
                    <a16:creationId xmlns:a16="http://schemas.microsoft.com/office/drawing/2014/main" id="{50EB11DA-E885-FDC7-E5FA-BFA868DF1CB0}"/>
                  </a:ext>
                </a:extLst>
              </p:cNvPr>
              <p:cNvSpPr/>
              <p:nvPr/>
            </p:nvSpPr>
            <p:spPr>
              <a:xfrm>
                <a:off x="5555252" y="5072642"/>
                <a:ext cx="141166" cy="52544"/>
              </a:xfrm>
              <a:custGeom>
                <a:avLst/>
                <a:gdLst>
                  <a:gd name="connsiteX0" fmla="*/ 100277 w 141166"/>
                  <a:gd name="connsiteY0" fmla="*/ 5838 h 52544"/>
                  <a:gd name="connsiteX1" fmla="*/ 70097 w 141166"/>
                  <a:gd name="connsiteY1" fmla="*/ 0 h 52544"/>
                  <a:gd name="connsiteX2" fmla="*/ 0 w 141166"/>
                  <a:gd name="connsiteY2" fmla="*/ 52544 h 52544"/>
                  <a:gd name="connsiteX3" fmla="*/ 141167 w 141166"/>
                  <a:gd name="connsiteY3" fmla="*/ 52544 h 52544"/>
                  <a:gd name="connsiteX4" fmla="*/ 100277 w 141166"/>
                  <a:gd name="connsiteY4" fmla="*/ 5838 h 52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66" h="52544">
                    <a:moveTo>
                      <a:pt x="100277" y="5838"/>
                    </a:moveTo>
                    <a:cubicBezTo>
                      <a:pt x="90541" y="1946"/>
                      <a:pt x="80806" y="0"/>
                      <a:pt x="70097" y="0"/>
                    </a:cubicBezTo>
                    <a:cubicBezTo>
                      <a:pt x="35048" y="0"/>
                      <a:pt x="4868" y="22380"/>
                      <a:pt x="0" y="52544"/>
                    </a:cubicBezTo>
                    <a:lnTo>
                      <a:pt x="141167" y="52544"/>
                    </a:lnTo>
                    <a:cubicBezTo>
                      <a:pt x="136299" y="32110"/>
                      <a:pt x="121696" y="14596"/>
                      <a:pt x="100277" y="5838"/>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748" name="Graphic 450">
            <a:extLst>
              <a:ext uri="{FF2B5EF4-FFF2-40B4-BE49-F238E27FC236}">
                <a16:creationId xmlns:a16="http://schemas.microsoft.com/office/drawing/2014/main" id="{D6A09022-A94F-0F01-9F1D-6A5F98BD948F}"/>
              </a:ext>
            </a:extLst>
          </p:cNvPr>
          <p:cNvGrpSpPr/>
          <p:nvPr/>
        </p:nvGrpSpPr>
        <p:grpSpPr>
          <a:xfrm>
            <a:off x="9415375" y="1803604"/>
            <a:ext cx="607503" cy="607181"/>
            <a:chOff x="5332306" y="3832981"/>
            <a:chExt cx="607503" cy="607181"/>
          </a:xfrm>
        </p:grpSpPr>
        <p:sp>
          <p:nvSpPr>
            <p:cNvPr id="749" name="Freeform 748">
              <a:extLst>
                <a:ext uri="{FF2B5EF4-FFF2-40B4-BE49-F238E27FC236}">
                  <a16:creationId xmlns:a16="http://schemas.microsoft.com/office/drawing/2014/main" id="{9F92C6D1-8316-3268-92DF-35CCAB5A0440}"/>
                </a:ext>
              </a:extLst>
            </p:cNvPr>
            <p:cNvSpPr/>
            <p:nvPr/>
          </p:nvSpPr>
          <p:spPr>
            <a:xfrm>
              <a:off x="5332306" y="3832981"/>
              <a:ext cx="607503" cy="607181"/>
            </a:xfrm>
            <a:custGeom>
              <a:avLst/>
              <a:gdLst>
                <a:gd name="connsiteX0" fmla="*/ 303752 w 607503"/>
                <a:gd name="connsiteY0" fmla="*/ 607181 h 607181"/>
                <a:gd name="connsiteX1" fmla="*/ 607504 w 607503"/>
                <a:gd name="connsiteY1" fmla="*/ 303591 h 607181"/>
                <a:gd name="connsiteX2" fmla="*/ 303752 w 607503"/>
                <a:gd name="connsiteY2" fmla="*/ 0 h 607181"/>
                <a:gd name="connsiteX3" fmla="*/ 0 w 607503"/>
                <a:gd name="connsiteY3" fmla="*/ 303591 h 607181"/>
                <a:gd name="connsiteX4" fmla="*/ 303752 w 607503"/>
                <a:gd name="connsiteY4" fmla="*/ 607181 h 607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3" h="607181">
                  <a:moveTo>
                    <a:pt x="303752" y="607181"/>
                  </a:moveTo>
                  <a:cubicBezTo>
                    <a:pt x="471205" y="607181"/>
                    <a:pt x="607504" y="470955"/>
                    <a:pt x="607504" y="303591"/>
                  </a:cubicBezTo>
                  <a:cubicBezTo>
                    <a:pt x="607504" y="136226"/>
                    <a:pt x="471205" y="0"/>
                    <a:pt x="303752" y="0"/>
                  </a:cubicBezTo>
                  <a:cubicBezTo>
                    <a:pt x="136299" y="0"/>
                    <a:pt x="0" y="136226"/>
                    <a:pt x="0" y="303591"/>
                  </a:cubicBezTo>
                  <a:cubicBezTo>
                    <a:pt x="0" y="470955"/>
                    <a:pt x="136299" y="607181"/>
                    <a:pt x="303752" y="607181"/>
                  </a:cubicBezTo>
                </a:path>
              </a:pathLst>
            </a:custGeom>
            <a:solidFill>
              <a:srgbClr val="97C04A"/>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0" name="Freeform 749">
              <a:extLst>
                <a:ext uri="{FF2B5EF4-FFF2-40B4-BE49-F238E27FC236}">
                  <a16:creationId xmlns:a16="http://schemas.microsoft.com/office/drawing/2014/main" id="{97942E22-0ADD-0937-B70D-8F7625A132CA}"/>
                </a:ext>
              </a:extLst>
            </p:cNvPr>
            <p:cNvSpPr/>
            <p:nvPr/>
          </p:nvSpPr>
          <p:spPr>
            <a:xfrm>
              <a:off x="5431609" y="4051916"/>
              <a:ext cx="412791" cy="221854"/>
            </a:xfrm>
            <a:custGeom>
              <a:avLst/>
              <a:gdLst>
                <a:gd name="connsiteX0" fmla="*/ 408897 w 412791"/>
                <a:gd name="connsiteY0" fmla="*/ 31138 h 221854"/>
                <a:gd name="connsiteX1" fmla="*/ 392346 w 412791"/>
                <a:gd name="connsiteY1" fmla="*/ 64221 h 221854"/>
                <a:gd name="connsiteX2" fmla="*/ 377743 w 412791"/>
                <a:gd name="connsiteY2" fmla="*/ 90493 h 221854"/>
                <a:gd name="connsiteX3" fmla="*/ 354377 w 412791"/>
                <a:gd name="connsiteY3" fmla="*/ 124550 h 221854"/>
                <a:gd name="connsiteX4" fmla="*/ 350483 w 412791"/>
                <a:gd name="connsiteY4" fmla="*/ 129415 h 221854"/>
                <a:gd name="connsiteX5" fmla="*/ 346589 w 412791"/>
                <a:gd name="connsiteY5" fmla="*/ 134281 h 221854"/>
                <a:gd name="connsiteX6" fmla="*/ 323223 w 412791"/>
                <a:gd name="connsiteY6" fmla="*/ 156661 h 221854"/>
                <a:gd name="connsiteX7" fmla="*/ 294990 w 412791"/>
                <a:gd name="connsiteY7" fmla="*/ 178068 h 221854"/>
                <a:gd name="connsiteX8" fmla="*/ 262862 w 412791"/>
                <a:gd name="connsiteY8" fmla="*/ 194609 h 221854"/>
                <a:gd name="connsiteX9" fmla="*/ 226840 w 412791"/>
                <a:gd name="connsiteY9" fmla="*/ 209205 h 221854"/>
                <a:gd name="connsiteX10" fmla="*/ 178162 w 412791"/>
                <a:gd name="connsiteY10" fmla="*/ 220882 h 221854"/>
                <a:gd name="connsiteX11" fmla="*/ 147982 w 412791"/>
                <a:gd name="connsiteY11" fmla="*/ 221855 h 221854"/>
                <a:gd name="connsiteX12" fmla="*/ 145061 w 412791"/>
                <a:gd name="connsiteY12" fmla="*/ 221855 h 221854"/>
                <a:gd name="connsiteX13" fmla="*/ 156744 w 412791"/>
                <a:gd name="connsiteY13" fmla="*/ 198502 h 221854"/>
                <a:gd name="connsiteX14" fmla="*/ 175241 w 412791"/>
                <a:gd name="connsiteY14" fmla="*/ 173202 h 221854"/>
                <a:gd name="connsiteX15" fmla="*/ 195686 w 412791"/>
                <a:gd name="connsiteY15" fmla="*/ 150822 h 221854"/>
                <a:gd name="connsiteX16" fmla="*/ 231708 w 412791"/>
                <a:gd name="connsiteY16" fmla="*/ 118712 h 221854"/>
                <a:gd name="connsiteX17" fmla="*/ 273571 w 412791"/>
                <a:gd name="connsiteY17" fmla="*/ 87574 h 221854"/>
                <a:gd name="connsiteX18" fmla="*/ 305699 w 412791"/>
                <a:gd name="connsiteY18" fmla="*/ 68113 h 221854"/>
                <a:gd name="connsiteX19" fmla="*/ 314461 w 412791"/>
                <a:gd name="connsiteY19" fmla="*/ 63248 h 221854"/>
                <a:gd name="connsiteX20" fmla="*/ 324197 w 412791"/>
                <a:gd name="connsiteY20" fmla="*/ 58383 h 221854"/>
                <a:gd name="connsiteX21" fmla="*/ 324197 w 412791"/>
                <a:gd name="connsiteY21" fmla="*/ 57410 h 221854"/>
                <a:gd name="connsiteX22" fmla="*/ 322250 w 412791"/>
                <a:gd name="connsiteY22" fmla="*/ 57410 h 221854"/>
                <a:gd name="connsiteX23" fmla="*/ 294990 w 412791"/>
                <a:gd name="connsiteY23" fmla="*/ 68113 h 221854"/>
                <a:gd name="connsiteX24" fmla="*/ 268704 w 412791"/>
                <a:gd name="connsiteY24" fmla="*/ 79790 h 221854"/>
                <a:gd name="connsiteX25" fmla="*/ 239497 w 412791"/>
                <a:gd name="connsiteY25" fmla="*/ 96332 h 221854"/>
                <a:gd name="connsiteX26" fmla="*/ 207369 w 412791"/>
                <a:gd name="connsiteY26" fmla="*/ 118712 h 221854"/>
                <a:gd name="connsiteX27" fmla="*/ 184977 w 412791"/>
                <a:gd name="connsiteY27" fmla="*/ 138173 h 221854"/>
                <a:gd name="connsiteX28" fmla="*/ 163559 w 412791"/>
                <a:gd name="connsiteY28" fmla="*/ 162499 h 221854"/>
                <a:gd name="connsiteX29" fmla="*/ 142140 w 412791"/>
                <a:gd name="connsiteY29" fmla="*/ 191690 h 221854"/>
                <a:gd name="connsiteX30" fmla="*/ 136299 w 412791"/>
                <a:gd name="connsiteY30" fmla="*/ 202394 h 221854"/>
                <a:gd name="connsiteX31" fmla="*/ 129484 w 412791"/>
                <a:gd name="connsiteY31" fmla="*/ 216016 h 221854"/>
                <a:gd name="connsiteX32" fmla="*/ 127537 w 412791"/>
                <a:gd name="connsiteY32" fmla="*/ 217963 h 221854"/>
                <a:gd name="connsiteX33" fmla="*/ 127537 w 412791"/>
                <a:gd name="connsiteY33" fmla="*/ 163472 h 221854"/>
                <a:gd name="connsiteX34" fmla="*/ 127537 w 412791"/>
                <a:gd name="connsiteY34" fmla="*/ 158607 h 221854"/>
                <a:gd name="connsiteX35" fmla="*/ 125590 w 412791"/>
                <a:gd name="connsiteY35" fmla="*/ 143038 h 221854"/>
                <a:gd name="connsiteX36" fmla="*/ 114881 w 412791"/>
                <a:gd name="connsiteY36" fmla="*/ 101197 h 221854"/>
                <a:gd name="connsiteX37" fmla="*/ 99304 w 412791"/>
                <a:gd name="connsiteY37" fmla="*/ 73952 h 221854"/>
                <a:gd name="connsiteX38" fmla="*/ 75938 w 412791"/>
                <a:gd name="connsiteY38" fmla="*/ 50599 h 221854"/>
                <a:gd name="connsiteX39" fmla="*/ 44784 w 412791"/>
                <a:gd name="connsiteY39" fmla="*/ 31138 h 221854"/>
                <a:gd name="connsiteX40" fmla="*/ 45758 w 412791"/>
                <a:gd name="connsiteY40" fmla="*/ 33084 h 221854"/>
                <a:gd name="connsiteX41" fmla="*/ 50625 w 412791"/>
                <a:gd name="connsiteY41" fmla="*/ 36976 h 221854"/>
                <a:gd name="connsiteX42" fmla="*/ 73991 w 412791"/>
                <a:gd name="connsiteY42" fmla="*/ 58383 h 221854"/>
                <a:gd name="connsiteX43" fmla="*/ 94436 w 412791"/>
                <a:gd name="connsiteY43" fmla="*/ 82709 h 221854"/>
                <a:gd name="connsiteX44" fmla="*/ 110986 w 412791"/>
                <a:gd name="connsiteY44" fmla="*/ 111900 h 221854"/>
                <a:gd name="connsiteX45" fmla="*/ 114881 w 412791"/>
                <a:gd name="connsiteY45" fmla="*/ 123577 h 221854"/>
                <a:gd name="connsiteX46" fmla="*/ 115854 w 412791"/>
                <a:gd name="connsiteY46" fmla="*/ 125523 h 221854"/>
                <a:gd name="connsiteX47" fmla="*/ 113907 w 412791"/>
                <a:gd name="connsiteY47" fmla="*/ 126496 h 221854"/>
                <a:gd name="connsiteX48" fmla="*/ 110986 w 412791"/>
                <a:gd name="connsiteY48" fmla="*/ 126496 h 221854"/>
                <a:gd name="connsiteX49" fmla="*/ 80806 w 412791"/>
                <a:gd name="connsiteY49" fmla="*/ 121631 h 221854"/>
                <a:gd name="connsiteX50" fmla="*/ 50625 w 412791"/>
                <a:gd name="connsiteY50" fmla="*/ 108008 h 221854"/>
                <a:gd name="connsiteX51" fmla="*/ 30181 w 412791"/>
                <a:gd name="connsiteY51" fmla="*/ 86601 h 221854"/>
                <a:gd name="connsiteX52" fmla="*/ 14603 w 412791"/>
                <a:gd name="connsiteY52" fmla="*/ 56437 h 221854"/>
                <a:gd name="connsiteX53" fmla="*/ 4868 w 412791"/>
                <a:gd name="connsiteY53" fmla="*/ 22380 h 221854"/>
                <a:gd name="connsiteX54" fmla="*/ 3894 w 412791"/>
                <a:gd name="connsiteY54" fmla="*/ 17515 h 221854"/>
                <a:gd name="connsiteX55" fmla="*/ 0 w 412791"/>
                <a:gd name="connsiteY55" fmla="*/ 0 h 221854"/>
                <a:gd name="connsiteX56" fmla="*/ 7789 w 412791"/>
                <a:gd name="connsiteY56" fmla="*/ 0 h 221854"/>
                <a:gd name="connsiteX57" fmla="*/ 22392 w 412791"/>
                <a:gd name="connsiteY57" fmla="*/ 0 h 221854"/>
                <a:gd name="connsiteX58" fmla="*/ 54520 w 412791"/>
                <a:gd name="connsiteY58" fmla="*/ 4865 h 221854"/>
                <a:gd name="connsiteX59" fmla="*/ 61335 w 412791"/>
                <a:gd name="connsiteY59" fmla="*/ 6811 h 221854"/>
                <a:gd name="connsiteX60" fmla="*/ 73991 w 412791"/>
                <a:gd name="connsiteY60" fmla="*/ 11677 h 221854"/>
                <a:gd name="connsiteX61" fmla="*/ 79832 w 412791"/>
                <a:gd name="connsiteY61" fmla="*/ 12650 h 221854"/>
                <a:gd name="connsiteX62" fmla="*/ 85674 w 412791"/>
                <a:gd name="connsiteY62" fmla="*/ 17515 h 221854"/>
                <a:gd name="connsiteX63" fmla="*/ 105145 w 412791"/>
                <a:gd name="connsiteY63" fmla="*/ 29191 h 221854"/>
                <a:gd name="connsiteX64" fmla="*/ 127537 w 412791"/>
                <a:gd name="connsiteY64" fmla="*/ 56437 h 221854"/>
                <a:gd name="connsiteX65" fmla="*/ 139220 w 412791"/>
                <a:gd name="connsiteY65" fmla="*/ 86601 h 221854"/>
                <a:gd name="connsiteX66" fmla="*/ 140193 w 412791"/>
                <a:gd name="connsiteY66" fmla="*/ 92439 h 221854"/>
                <a:gd name="connsiteX67" fmla="*/ 141167 w 412791"/>
                <a:gd name="connsiteY67" fmla="*/ 98278 h 221854"/>
                <a:gd name="connsiteX68" fmla="*/ 142140 w 412791"/>
                <a:gd name="connsiteY68" fmla="*/ 105089 h 221854"/>
                <a:gd name="connsiteX69" fmla="*/ 142140 w 412791"/>
                <a:gd name="connsiteY69" fmla="*/ 111900 h 221854"/>
                <a:gd name="connsiteX70" fmla="*/ 142140 w 412791"/>
                <a:gd name="connsiteY70" fmla="*/ 125523 h 221854"/>
                <a:gd name="connsiteX71" fmla="*/ 143114 w 412791"/>
                <a:gd name="connsiteY71" fmla="*/ 126496 h 221854"/>
                <a:gd name="connsiteX72" fmla="*/ 145061 w 412791"/>
                <a:gd name="connsiteY72" fmla="*/ 121631 h 221854"/>
                <a:gd name="connsiteX73" fmla="*/ 147008 w 412791"/>
                <a:gd name="connsiteY73" fmla="*/ 117739 h 221854"/>
                <a:gd name="connsiteX74" fmla="*/ 170374 w 412791"/>
                <a:gd name="connsiteY74" fmla="*/ 85628 h 221854"/>
                <a:gd name="connsiteX75" fmla="*/ 193739 w 412791"/>
                <a:gd name="connsiteY75" fmla="*/ 65194 h 221854"/>
                <a:gd name="connsiteX76" fmla="*/ 220025 w 412791"/>
                <a:gd name="connsiteY76" fmla="*/ 48652 h 221854"/>
                <a:gd name="connsiteX77" fmla="*/ 250206 w 412791"/>
                <a:gd name="connsiteY77" fmla="*/ 36976 h 221854"/>
                <a:gd name="connsiteX78" fmla="*/ 262862 w 412791"/>
                <a:gd name="connsiteY78" fmla="*/ 33084 h 221854"/>
                <a:gd name="connsiteX79" fmla="*/ 277466 w 412791"/>
                <a:gd name="connsiteY79" fmla="*/ 29191 h 221854"/>
                <a:gd name="connsiteX80" fmla="*/ 309593 w 412791"/>
                <a:gd name="connsiteY80" fmla="*/ 23353 h 221854"/>
                <a:gd name="connsiteX81" fmla="*/ 349509 w 412791"/>
                <a:gd name="connsiteY81" fmla="*/ 20434 h 221854"/>
                <a:gd name="connsiteX82" fmla="*/ 362166 w 412791"/>
                <a:gd name="connsiteY82" fmla="*/ 20434 h 221854"/>
                <a:gd name="connsiteX83" fmla="*/ 367034 w 412791"/>
                <a:gd name="connsiteY83" fmla="*/ 20434 h 221854"/>
                <a:gd name="connsiteX84" fmla="*/ 387478 w 412791"/>
                <a:gd name="connsiteY84" fmla="*/ 21407 h 221854"/>
                <a:gd name="connsiteX85" fmla="*/ 394293 w 412791"/>
                <a:gd name="connsiteY85" fmla="*/ 21407 h 221854"/>
                <a:gd name="connsiteX86" fmla="*/ 405003 w 412791"/>
                <a:gd name="connsiteY86" fmla="*/ 22380 h 221854"/>
                <a:gd name="connsiteX87" fmla="*/ 408897 w 412791"/>
                <a:gd name="connsiteY87" fmla="*/ 22380 h 221854"/>
                <a:gd name="connsiteX88" fmla="*/ 412791 w 412791"/>
                <a:gd name="connsiteY88" fmla="*/ 23353 h 22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412791" h="221854">
                  <a:moveTo>
                    <a:pt x="408897" y="31138"/>
                  </a:moveTo>
                  <a:lnTo>
                    <a:pt x="392346" y="64221"/>
                  </a:lnTo>
                  <a:lnTo>
                    <a:pt x="377743" y="90493"/>
                  </a:lnTo>
                  <a:lnTo>
                    <a:pt x="354377" y="124550"/>
                  </a:lnTo>
                  <a:lnTo>
                    <a:pt x="350483" y="129415"/>
                  </a:lnTo>
                  <a:lnTo>
                    <a:pt x="346589" y="134281"/>
                  </a:lnTo>
                  <a:lnTo>
                    <a:pt x="323223" y="156661"/>
                  </a:lnTo>
                  <a:lnTo>
                    <a:pt x="294990" y="178068"/>
                  </a:lnTo>
                  <a:lnTo>
                    <a:pt x="262862" y="194609"/>
                  </a:lnTo>
                  <a:lnTo>
                    <a:pt x="226840" y="209205"/>
                  </a:lnTo>
                  <a:lnTo>
                    <a:pt x="178162" y="220882"/>
                  </a:lnTo>
                  <a:lnTo>
                    <a:pt x="147982" y="221855"/>
                  </a:lnTo>
                  <a:lnTo>
                    <a:pt x="145061" y="221855"/>
                  </a:lnTo>
                  <a:lnTo>
                    <a:pt x="156744" y="198502"/>
                  </a:lnTo>
                  <a:lnTo>
                    <a:pt x="175241" y="173202"/>
                  </a:lnTo>
                  <a:lnTo>
                    <a:pt x="195686" y="150822"/>
                  </a:lnTo>
                  <a:lnTo>
                    <a:pt x="231708" y="118712"/>
                  </a:lnTo>
                  <a:lnTo>
                    <a:pt x="273571" y="87574"/>
                  </a:lnTo>
                  <a:lnTo>
                    <a:pt x="305699" y="68113"/>
                  </a:lnTo>
                  <a:lnTo>
                    <a:pt x="314461" y="63248"/>
                  </a:lnTo>
                  <a:lnTo>
                    <a:pt x="324197" y="58383"/>
                  </a:lnTo>
                  <a:lnTo>
                    <a:pt x="324197" y="57410"/>
                  </a:lnTo>
                  <a:lnTo>
                    <a:pt x="322250" y="57410"/>
                  </a:lnTo>
                  <a:lnTo>
                    <a:pt x="294990" y="68113"/>
                  </a:lnTo>
                  <a:lnTo>
                    <a:pt x="268704" y="79790"/>
                  </a:lnTo>
                  <a:lnTo>
                    <a:pt x="239497" y="96332"/>
                  </a:lnTo>
                  <a:lnTo>
                    <a:pt x="207369" y="118712"/>
                  </a:lnTo>
                  <a:lnTo>
                    <a:pt x="184977" y="138173"/>
                  </a:lnTo>
                  <a:lnTo>
                    <a:pt x="163559" y="162499"/>
                  </a:lnTo>
                  <a:lnTo>
                    <a:pt x="142140" y="191690"/>
                  </a:lnTo>
                  <a:lnTo>
                    <a:pt x="136299" y="202394"/>
                  </a:lnTo>
                  <a:lnTo>
                    <a:pt x="129484" y="216016"/>
                  </a:lnTo>
                  <a:lnTo>
                    <a:pt x="127537" y="217963"/>
                  </a:lnTo>
                  <a:lnTo>
                    <a:pt x="127537" y="163472"/>
                  </a:lnTo>
                  <a:lnTo>
                    <a:pt x="127537" y="158607"/>
                  </a:lnTo>
                  <a:lnTo>
                    <a:pt x="125590" y="143038"/>
                  </a:lnTo>
                  <a:lnTo>
                    <a:pt x="114881" y="101197"/>
                  </a:lnTo>
                  <a:lnTo>
                    <a:pt x="99304" y="73952"/>
                  </a:lnTo>
                  <a:lnTo>
                    <a:pt x="75938" y="50599"/>
                  </a:lnTo>
                  <a:lnTo>
                    <a:pt x="44784" y="31138"/>
                  </a:lnTo>
                  <a:lnTo>
                    <a:pt x="45758" y="33084"/>
                  </a:lnTo>
                  <a:lnTo>
                    <a:pt x="50625" y="36976"/>
                  </a:lnTo>
                  <a:lnTo>
                    <a:pt x="73991" y="58383"/>
                  </a:lnTo>
                  <a:lnTo>
                    <a:pt x="94436" y="82709"/>
                  </a:lnTo>
                  <a:lnTo>
                    <a:pt x="110986" y="111900"/>
                  </a:lnTo>
                  <a:lnTo>
                    <a:pt x="114881" y="123577"/>
                  </a:lnTo>
                  <a:lnTo>
                    <a:pt x="115854" y="125523"/>
                  </a:lnTo>
                  <a:lnTo>
                    <a:pt x="113907" y="126496"/>
                  </a:lnTo>
                  <a:lnTo>
                    <a:pt x="110986" y="126496"/>
                  </a:lnTo>
                  <a:lnTo>
                    <a:pt x="80806" y="121631"/>
                  </a:lnTo>
                  <a:lnTo>
                    <a:pt x="50625" y="108008"/>
                  </a:lnTo>
                  <a:lnTo>
                    <a:pt x="30181" y="86601"/>
                  </a:lnTo>
                  <a:lnTo>
                    <a:pt x="14603" y="56437"/>
                  </a:lnTo>
                  <a:lnTo>
                    <a:pt x="4868" y="22380"/>
                  </a:lnTo>
                  <a:lnTo>
                    <a:pt x="3894" y="17515"/>
                  </a:lnTo>
                  <a:lnTo>
                    <a:pt x="0" y="0"/>
                  </a:lnTo>
                  <a:lnTo>
                    <a:pt x="7789" y="0"/>
                  </a:lnTo>
                  <a:lnTo>
                    <a:pt x="22392" y="0"/>
                  </a:lnTo>
                  <a:lnTo>
                    <a:pt x="54520" y="4865"/>
                  </a:lnTo>
                  <a:lnTo>
                    <a:pt x="61335" y="6811"/>
                  </a:lnTo>
                  <a:lnTo>
                    <a:pt x="73991" y="11677"/>
                  </a:lnTo>
                  <a:lnTo>
                    <a:pt x="79832" y="12650"/>
                  </a:lnTo>
                  <a:lnTo>
                    <a:pt x="85674" y="17515"/>
                  </a:lnTo>
                  <a:lnTo>
                    <a:pt x="105145" y="29191"/>
                  </a:lnTo>
                  <a:lnTo>
                    <a:pt x="127537" y="56437"/>
                  </a:lnTo>
                  <a:lnTo>
                    <a:pt x="139220" y="86601"/>
                  </a:lnTo>
                  <a:lnTo>
                    <a:pt x="140193" y="92439"/>
                  </a:lnTo>
                  <a:lnTo>
                    <a:pt x="141167" y="98278"/>
                  </a:lnTo>
                  <a:lnTo>
                    <a:pt x="142140" y="105089"/>
                  </a:lnTo>
                  <a:lnTo>
                    <a:pt x="142140" y="111900"/>
                  </a:lnTo>
                  <a:lnTo>
                    <a:pt x="142140" y="125523"/>
                  </a:lnTo>
                  <a:lnTo>
                    <a:pt x="143114" y="126496"/>
                  </a:lnTo>
                  <a:lnTo>
                    <a:pt x="145061" y="121631"/>
                  </a:lnTo>
                  <a:lnTo>
                    <a:pt x="147008" y="117739"/>
                  </a:lnTo>
                  <a:lnTo>
                    <a:pt x="170374" y="85628"/>
                  </a:lnTo>
                  <a:lnTo>
                    <a:pt x="193739" y="65194"/>
                  </a:lnTo>
                  <a:lnTo>
                    <a:pt x="220025" y="48652"/>
                  </a:lnTo>
                  <a:lnTo>
                    <a:pt x="250206" y="36976"/>
                  </a:lnTo>
                  <a:lnTo>
                    <a:pt x="262862" y="33084"/>
                  </a:lnTo>
                  <a:lnTo>
                    <a:pt x="277466" y="29191"/>
                  </a:lnTo>
                  <a:lnTo>
                    <a:pt x="309593" y="23353"/>
                  </a:lnTo>
                  <a:lnTo>
                    <a:pt x="349509" y="20434"/>
                  </a:lnTo>
                  <a:lnTo>
                    <a:pt x="362166" y="20434"/>
                  </a:lnTo>
                  <a:lnTo>
                    <a:pt x="367034" y="20434"/>
                  </a:lnTo>
                  <a:lnTo>
                    <a:pt x="387478" y="21407"/>
                  </a:lnTo>
                  <a:lnTo>
                    <a:pt x="394293" y="21407"/>
                  </a:lnTo>
                  <a:lnTo>
                    <a:pt x="405003" y="22380"/>
                  </a:lnTo>
                  <a:lnTo>
                    <a:pt x="408897" y="22380"/>
                  </a:lnTo>
                  <a:lnTo>
                    <a:pt x="412791" y="23353"/>
                  </a:lnTo>
                  <a:close/>
                </a:path>
              </a:pathLst>
            </a:custGeom>
            <a:solidFill>
              <a:srgbClr val="26A2A0"/>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1" name="Freeform 750">
              <a:extLst>
                <a:ext uri="{FF2B5EF4-FFF2-40B4-BE49-F238E27FC236}">
                  <a16:creationId xmlns:a16="http://schemas.microsoft.com/office/drawing/2014/main" id="{154947B9-3567-5F54-ECF2-2671AF084190}"/>
                </a:ext>
              </a:extLst>
            </p:cNvPr>
            <p:cNvSpPr/>
            <p:nvPr/>
          </p:nvSpPr>
          <p:spPr>
            <a:xfrm>
              <a:off x="5431609" y="4051916"/>
              <a:ext cx="412791" cy="221854"/>
            </a:xfrm>
            <a:custGeom>
              <a:avLst/>
              <a:gdLst>
                <a:gd name="connsiteX0" fmla="*/ 405003 w 412791"/>
                <a:gd name="connsiteY0" fmla="*/ 22380 h 221854"/>
                <a:gd name="connsiteX1" fmla="*/ 394293 w 412791"/>
                <a:gd name="connsiteY1" fmla="*/ 21407 h 221854"/>
                <a:gd name="connsiteX2" fmla="*/ 387478 w 412791"/>
                <a:gd name="connsiteY2" fmla="*/ 21407 h 221854"/>
                <a:gd name="connsiteX3" fmla="*/ 367034 w 412791"/>
                <a:gd name="connsiteY3" fmla="*/ 20434 h 221854"/>
                <a:gd name="connsiteX4" fmla="*/ 362166 w 412791"/>
                <a:gd name="connsiteY4" fmla="*/ 20434 h 221854"/>
                <a:gd name="connsiteX5" fmla="*/ 349509 w 412791"/>
                <a:gd name="connsiteY5" fmla="*/ 20434 h 221854"/>
                <a:gd name="connsiteX6" fmla="*/ 309593 w 412791"/>
                <a:gd name="connsiteY6" fmla="*/ 23353 h 221854"/>
                <a:gd name="connsiteX7" fmla="*/ 277466 w 412791"/>
                <a:gd name="connsiteY7" fmla="*/ 29191 h 221854"/>
                <a:gd name="connsiteX8" fmla="*/ 262862 w 412791"/>
                <a:gd name="connsiteY8" fmla="*/ 33084 h 221854"/>
                <a:gd name="connsiteX9" fmla="*/ 250206 w 412791"/>
                <a:gd name="connsiteY9" fmla="*/ 36976 h 221854"/>
                <a:gd name="connsiteX10" fmla="*/ 220025 w 412791"/>
                <a:gd name="connsiteY10" fmla="*/ 48652 h 221854"/>
                <a:gd name="connsiteX11" fmla="*/ 193739 w 412791"/>
                <a:gd name="connsiteY11" fmla="*/ 65194 h 221854"/>
                <a:gd name="connsiteX12" fmla="*/ 170374 w 412791"/>
                <a:gd name="connsiteY12" fmla="*/ 85628 h 221854"/>
                <a:gd name="connsiteX13" fmla="*/ 147008 w 412791"/>
                <a:gd name="connsiteY13" fmla="*/ 117739 h 221854"/>
                <a:gd name="connsiteX14" fmla="*/ 145061 w 412791"/>
                <a:gd name="connsiteY14" fmla="*/ 121631 h 221854"/>
                <a:gd name="connsiteX15" fmla="*/ 143114 w 412791"/>
                <a:gd name="connsiteY15" fmla="*/ 126496 h 221854"/>
                <a:gd name="connsiteX16" fmla="*/ 142140 w 412791"/>
                <a:gd name="connsiteY16" fmla="*/ 125523 h 221854"/>
                <a:gd name="connsiteX17" fmla="*/ 142140 w 412791"/>
                <a:gd name="connsiteY17" fmla="*/ 111900 h 221854"/>
                <a:gd name="connsiteX18" fmla="*/ 142140 w 412791"/>
                <a:gd name="connsiteY18" fmla="*/ 105089 h 221854"/>
                <a:gd name="connsiteX19" fmla="*/ 141167 w 412791"/>
                <a:gd name="connsiteY19" fmla="*/ 98278 h 221854"/>
                <a:gd name="connsiteX20" fmla="*/ 140193 w 412791"/>
                <a:gd name="connsiteY20" fmla="*/ 92439 h 221854"/>
                <a:gd name="connsiteX21" fmla="*/ 139220 w 412791"/>
                <a:gd name="connsiteY21" fmla="*/ 86601 h 221854"/>
                <a:gd name="connsiteX22" fmla="*/ 127537 w 412791"/>
                <a:gd name="connsiteY22" fmla="*/ 56437 h 221854"/>
                <a:gd name="connsiteX23" fmla="*/ 105145 w 412791"/>
                <a:gd name="connsiteY23" fmla="*/ 29191 h 221854"/>
                <a:gd name="connsiteX24" fmla="*/ 85674 w 412791"/>
                <a:gd name="connsiteY24" fmla="*/ 17515 h 221854"/>
                <a:gd name="connsiteX25" fmla="*/ 79832 w 412791"/>
                <a:gd name="connsiteY25" fmla="*/ 12650 h 221854"/>
                <a:gd name="connsiteX26" fmla="*/ 73991 w 412791"/>
                <a:gd name="connsiteY26" fmla="*/ 11677 h 221854"/>
                <a:gd name="connsiteX27" fmla="*/ 61335 w 412791"/>
                <a:gd name="connsiteY27" fmla="*/ 6811 h 221854"/>
                <a:gd name="connsiteX28" fmla="*/ 54520 w 412791"/>
                <a:gd name="connsiteY28" fmla="*/ 4865 h 221854"/>
                <a:gd name="connsiteX29" fmla="*/ 22392 w 412791"/>
                <a:gd name="connsiteY29" fmla="*/ 0 h 221854"/>
                <a:gd name="connsiteX30" fmla="*/ 7789 w 412791"/>
                <a:gd name="connsiteY30" fmla="*/ 0 h 221854"/>
                <a:gd name="connsiteX31" fmla="*/ 0 w 412791"/>
                <a:gd name="connsiteY31" fmla="*/ 0 h 221854"/>
                <a:gd name="connsiteX32" fmla="*/ 3894 w 412791"/>
                <a:gd name="connsiteY32" fmla="*/ 17515 h 221854"/>
                <a:gd name="connsiteX33" fmla="*/ 4868 w 412791"/>
                <a:gd name="connsiteY33" fmla="*/ 22380 h 221854"/>
                <a:gd name="connsiteX34" fmla="*/ 14603 w 412791"/>
                <a:gd name="connsiteY34" fmla="*/ 56437 h 221854"/>
                <a:gd name="connsiteX35" fmla="*/ 30181 w 412791"/>
                <a:gd name="connsiteY35" fmla="*/ 86601 h 221854"/>
                <a:gd name="connsiteX36" fmla="*/ 50625 w 412791"/>
                <a:gd name="connsiteY36" fmla="*/ 108008 h 221854"/>
                <a:gd name="connsiteX37" fmla="*/ 80806 w 412791"/>
                <a:gd name="connsiteY37" fmla="*/ 121631 h 221854"/>
                <a:gd name="connsiteX38" fmla="*/ 110986 w 412791"/>
                <a:gd name="connsiteY38" fmla="*/ 126496 h 221854"/>
                <a:gd name="connsiteX39" fmla="*/ 113907 w 412791"/>
                <a:gd name="connsiteY39" fmla="*/ 126496 h 221854"/>
                <a:gd name="connsiteX40" fmla="*/ 115854 w 412791"/>
                <a:gd name="connsiteY40" fmla="*/ 125523 h 221854"/>
                <a:gd name="connsiteX41" fmla="*/ 114881 w 412791"/>
                <a:gd name="connsiteY41" fmla="*/ 123577 h 221854"/>
                <a:gd name="connsiteX42" fmla="*/ 110986 w 412791"/>
                <a:gd name="connsiteY42" fmla="*/ 111900 h 221854"/>
                <a:gd name="connsiteX43" fmla="*/ 94436 w 412791"/>
                <a:gd name="connsiteY43" fmla="*/ 82709 h 221854"/>
                <a:gd name="connsiteX44" fmla="*/ 73991 w 412791"/>
                <a:gd name="connsiteY44" fmla="*/ 58383 h 221854"/>
                <a:gd name="connsiteX45" fmla="*/ 50625 w 412791"/>
                <a:gd name="connsiteY45" fmla="*/ 36976 h 221854"/>
                <a:gd name="connsiteX46" fmla="*/ 45758 w 412791"/>
                <a:gd name="connsiteY46" fmla="*/ 33084 h 221854"/>
                <a:gd name="connsiteX47" fmla="*/ 44784 w 412791"/>
                <a:gd name="connsiteY47" fmla="*/ 31138 h 221854"/>
                <a:gd name="connsiteX48" fmla="*/ 75938 w 412791"/>
                <a:gd name="connsiteY48" fmla="*/ 50599 h 221854"/>
                <a:gd name="connsiteX49" fmla="*/ 99304 w 412791"/>
                <a:gd name="connsiteY49" fmla="*/ 73952 h 221854"/>
                <a:gd name="connsiteX50" fmla="*/ 114881 w 412791"/>
                <a:gd name="connsiteY50" fmla="*/ 101197 h 221854"/>
                <a:gd name="connsiteX51" fmla="*/ 125590 w 412791"/>
                <a:gd name="connsiteY51" fmla="*/ 143038 h 221854"/>
                <a:gd name="connsiteX52" fmla="*/ 127537 w 412791"/>
                <a:gd name="connsiteY52" fmla="*/ 158607 h 221854"/>
                <a:gd name="connsiteX53" fmla="*/ 127537 w 412791"/>
                <a:gd name="connsiteY53" fmla="*/ 163472 h 221854"/>
                <a:gd name="connsiteX54" fmla="*/ 127537 w 412791"/>
                <a:gd name="connsiteY54" fmla="*/ 217963 h 221854"/>
                <a:gd name="connsiteX55" fmla="*/ 129484 w 412791"/>
                <a:gd name="connsiteY55" fmla="*/ 216016 h 221854"/>
                <a:gd name="connsiteX56" fmla="*/ 136299 w 412791"/>
                <a:gd name="connsiteY56" fmla="*/ 202394 h 221854"/>
                <a:gd name="connsiteX57" fmla="*/ 142140 w 412791"/>
                <a:gd name="connsiteY57" fmla="*/ 191690 h 221854"/>
                <a:gd name="connsiteX58" fmla="*/ 163559 w 412791"/>
                <a:gd name="connsiteY58" fmla="*/ 162499 h 221854"/>
                <a:gd name="connsiteX59" fmla="*/ 184977 w 412791"/>
                <a:gd name="connsiteY59" fmla="*/ 138173 h 221854"/>
                <a:gd name="connsiteX60" fmla="*/ 207369 w 412791"/>
                <a:gd name="connsiteY60" fmla="*/ 118712 h 221854"/>
                <a:gd name="connsiteX61" fmla="*/ 239497 w 412791"/>
                <a:gd name="connsiteY61" fmla="*/ 96332 h 221854"/>
                <a:gd name="connsiteX62" fmla="*/ 268704 w 412791"/>
                <a:gd name="connsiteY62" fmla="*/ 79790 h 221854"/>
                <a:gd name="connsiteX63" fmla="*/ 294990 w 412791"/>
                <a:gd name="connsiteY63" fmla="*/ 68113 h 221854"/>
                <a:gd name="connsiteX64" fmla="*/ 322250 w 412791"/>
                <a:gd name="connsiteY64" fmla="*/ 57410 h 221854"/>
                <a:gd name="connsiteX65" fmla="*/ 324197 w 412791"/>
                <a:gd name="connsiteY65" fmla="*/ 57410 h 221854"/>
                <a:gd name="connsiteX66" fmla="*/ 324197 w 412791"/>
                <a:gd name="connsiteY66" fmla="*/ 58383 h 221854"/>
                <a:gd name="connsiteX67" fmla="*/ 314461 w 412791"/>
                <a:gd name="connsiteY67" fmla="*/ 63248 h 221854"/>
                <a:gd name="connsiteX68" fmla="*/ 305699 w 412791"/>
                <a:gd name="connsiteY68" fmla="*/ 68113 h 221854"/>
                <a:gd name="connsiteX69" fmla="*/ 273571 w 412791"/>
                <a:gd name="connsiteY69" fmla="*/ 87574 h 221854"/>
                <a:gd name="connsiteX70" fmla="*/ 231708 w 412791"/>
                <a:gd name="connsiteY70" fmla="*/ 118712 h 221854"/>
                <a:gd name="connsiteX71" fmla="*/ 195686 w 412791"/>
                <a:gd name="connsiteY71" fmla="*/ 150822 h 221854"/>
                <a:gd name="connsiteX72" fmla="*/ 175241 w 412791"/>
                <a:gd name="connsiteY72" fmla="*/ 173202 h 221854"/>
                <a:gd name="connsiteX73" fmla="*/ 156744 w 412791"/>
                <a:gd name="connsiteY73" fmla="*/ 198502 h 221854"/>
                <a:gd name="connsiteX74" fmla="*/ 145061 w 412791"/>
                <a:gd name="connsiteY74" fmla="*/ 221855 h 221854"/>
                <a:gd name="connsiteX75" fmla="*/ 147982 w 412791"/>
                <a:gd name="connsiteY75" fmla="*/ 221855 h 221854"/>
                <a:gd name="connsiteX76" fmla="*/ 178162 w 412791"/>
                <a:gd name="connsiteY76" fmla="*/ 220882 h 221854"/>
                <a:gd name="connsiteX77" fmla="*/ 226840 w 412791"/>
                <a:gd name="connsiteY77" fmla="*/ 209205 h 221854"/>
                <a:gd name="connsiteX78" fmla="*/ 262862 w 412791"/>
                <a:gd name="connsiteY78" fmla="*/ 194609 h 221854"/>
                <a:gd name="connsiteX79" fmla="*/ 294990 w 412791"/>
                <a:gd name="connsiteY79" fmla="*/ 178068 h 221854"/>
                <a:gd name="connsiteX80" fmla="*/ 323223 w 412791"/>
                <a:gd name="connsiteY80" fmla="*/ 156661 h 221854"/>
                <a:gd name="connsiteX81" fmla="*/ 346589 w 412791"/>
                <a:gd name="connsiteY81" fmla="*/ 134281 h 221854"/>
                <a:gd name="connsiteX82" fmla="*/ 350483 w 412791"/>
                <a:gd name="connsiteY82" fmla="*/ 129415 h 221854"/>
                <a:gd name="connsiteX83" fmla="*/ 354377 w 412791"/>
                <a:gd name="connsiteY83" fmla="*/ 124550 h 221854"/>
                <a:gd name="connsiteX84" fmla="*/ 377743 w 412791"/>
                <a:gd name="connsiteY84" fmla="*/ 90493 h 221854"/>
                <a:gd name="connsiteX85" fmla="*/ 392346 w 412791"/>
                <a:gd name="connsiteY85" fmla="*/ 64221 h 221854"/>
                <a:gd name="connsiteX86" fmla="*/ 408897 w 412791"/>
                <a:gd name="connsiteY86" fmla="*/ 31138 h 221854"/>
                <a:gd name="connsiteX87" fmla="*/ 412791 w 412791"/>
                <a:gd name="connsiteY87" fmla="*/ 23353 h 221854"/>
                <a:gd name="connsiteX88" fmla="*/ 408897 w 412791"/>
                <a:gd name="connsiteY88" fmla="*/ 22380 h 22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412791" h="221854">
                  <a:moveTo>
                    <a:pt x="405003" y="22380"/>
                  </a:moveTo>
                  <a:lnTo>
                    <a:pt x="394293" y="21407"/>
                  </a:lnTo>
                  <a:lnTo>
                    <a:pt x="387478" y="21407"/>
                  </a:lnTo>
                  <a:lnTo>
                    <a:pt x="367034" y="20434"/>
                  </a:lnTo>
                  <a:lnTo>
                    <a:pt x="362166" y="20434"/>
                  </a:lnTo>
                  <a:lnTo>
                    <a:pt x="349509" y="20434"/>
                  </a:lnTo>
                  <a:lnTo>
                    <a:pt x="309593" y="23353"/>
                  </a:lnTo>
                  <a:lnTo>
                    <a:pt x="277466" y="29191"/>
                  </a:lnTo>
                  <a:lnTo>
                    <a:pt x="262862" y="33084"/>
                  </a:lnTo>
                  <a:lnTo>
                    <a:pt x="250206" y="36976"/>
                  </a:lnTo>
                  <a:lnTo>
                    <a:pt x="220025" y="48652"/>
                  </a:lnTo>
                  <a:lnTo>
                    <a:pt x="193739" y="65194"/>
                  </a:lnTo>
                  <a:lnTo>
                    <a:pt x="170374" y="85628"/>
                  </a:lnTo>
                  <a:lnTo>
                    <a:pt x="147008" y="117739"/>
                  </a:lnTo>
                  <a:lnTo>
                    <a:pt x="145061" y="121631"/>
                  </a:lnTo>
                  <a:lnTo>
                    <a:pt x="143114" y="126496"/>
                  </a:lnTo>
                  <a:lnTo>
                    <a:pt x="142140" y="125523"/>
                  </a:lnTo>
                  <a:lnTo>
                    <a:pt x="142140" y="111900"/>
                  </a:lnTo>
                  <a:lnTo>
                    <a:pt x="142140" y="105089"/>
                  </a:lnTo>
                  <a:lnTo>
                    <a:pt x="141167" y="98278"/>
                  </a:lnTo>
                  <a:lnTo>
                    <a:pt x="140193" y="92439"/>
                  </a:lnTo>
                  <a:lnTo>
                    <a:pt x="139220" y="86601"/>
                  </a:lnTo>
                  <a:lnTo>
                    <a:pt x="127537" y="56437"/>
                  </a:lnTo>
                  <a:lnTo>
                    <a:pt x="105145" y="29191"/>
                  </a:lnTo>
                  <a:lnTo>
                    <a:pt x="85674" y="17515"/>
                  </a:lnTo>
                  <a:lnTo>
                    <a:pt x="79832" y="12650"/>
                  </a:lnTo>
                  <a:lnTo>
                    <a:pt x="73991" y="11677"/>
                  </a:lnTo>
                  <a:lnTo>
                    <a:pt x="61335" y="6811"/>
                  </a:lnTo>
                  <a:lnTo>
                    <a:pt x="54520" y="4865"/>
                  </a:lnTo>
                  <a:lnTo>
                    <a:pt x="22392" y="0"/>
                  </a:lnTo>
                  <a:lnTo>
                    <a:pt x="7789" y="0"/>
                  </a:lnTo>
                  <a:lnTo>
                    <a:pt x="0" y="0"/>
                  </a:lnTo>
                  <a:lnTo>
                    <a:pt x="3894" y="17515"/>
                  </a:lnTo>
                  <a:lnTo>
                    <a:pt x="4868" y="22380"/>
                  </a:lnTo>
                  <a:lnTo>
                    <a:pt x="14603" y="56437"/>
                  </a:lnTo>
                  <a:lnTo>
                    <a:pt x="30181" y="86601"/>
                  </a:lnTo>
                  <a:lnTo>
                    <a:pt x="50625" y="108008"/>
                  </a:lnTo>
                  <a:lnTo>
                    <a:pt x="80806" y="121631"/>
                  </a:lnTo>
                  <a:lnTo>
                    <a:pt x="110986" y="126496"/>
                  </a:lnTo>
                  <a:lnTo>
                    <a:pt x="113907" y="126496"/>
                  </a:lnTo>
                  <a:lnTo>
                    <a:pt x="115854" y="125523"/>
                  </a:lnTo>
                  <a:lnTo>
                    <a:pt x="114881" y="123577"/>
                  </a:lnTo>
                  <a:lnTo>
                    <a:pt x="110986" y="111900"/>
                  </a:lnTo>
                  <a:lnTo>
                    <a:pt x="94436" y="82709"/>
                  </a:lnTo>
                  <a:lnTo>
                    <a:pt x="73991" y="58383"/>
                  </a:lnTo>
                  <a:lnTo>
                    <a:pt x="50625" y="36976"/>
                  </a:lnTo>
                  <a:lnTo>
                    <a:pt x="45758" y="33084"/>
                  </a:lnTo>
                  <a:lnTo>
                    <a:pt x="44784" y="31138"/>
                  </a:lnTo>
                  <a:lnTo>
                    <a:pt x="75938" y="50599"/>
                  </a:lnTo>
                  <a:lnTo>
                    <a:pt x="99304" y="73952"/>
                  </a:lnTo>
                  <a:lnTo>
                    <a:pt x="114881" y="101197"/>
                  </a:lnTo>
                  <a:lnTo>
                    <a:pt x="125590" y="143038"/>
                  </a:lnTo>
                  <a:lnTo>
                    <a:pt x="127537" y="158607"/>
                  </a:lnTo>
                  <a:lnTo>
                    <a:pt x="127537" y="163472"/>
                  </a:lnTo>
                  <a:lnTo>
                    <a:pt x="127537" y="217963"/>
                  </a:lnTo>
                  <a:lnTo>
                    <a:pt x="129484" y="216016"/>
                  </a:lnTo>
                  <a:lnTo>
                    <a:pt x="136299" y="202394"/>
                  </a:lnTo>
                  <a:lnTo>
                    <a:pt x="142140" y="191690"/>
                  </a:lnTo>
                  <a:lnTo>
                    <a:pt x="163559" y="162499"/>
                  </a:lnTo>
                  <a:lnTo>
                    <a:pt x="184977" y="138173"/>
                  </a:lnTo>
                  <a:lnTo>
                    <a:pt x="207369" y="118712"/>
                  </a:lnTo>
                  <a:lnTo>
                    <a:pt x="239497" y="96332"/>
                  </a:lnTo>
                  <a:lnTo>
                    <a:pt x="268704" y="79790"/>
                  </a:lnTo>
                  <a:lnTo>
                    <a:pt x="294990" y="68113"/>
                  </a:lnTo>
                  <a:lnTo>
                    <a:pt x="322250" y="57410"/>
                  </a:lnTo>
                  <a:lnTo>
                    <a:pt x="324197" y="57410"/>
                  </a:lnTo>
                  <a:lnTo>
                    <a:pt x="324197" y="58383"/>
                  </a:lnTo>
                  <a:lnTo>
                    <a:pt x="314461" y="63248"/>
                  </a:lnTo>
                  <a:lnTo>
                    <a:pt x="305699" y="68113"/>
                  </a:lnTo>
                  <a:lnTo>
                    <a:pt x="273571" y="87574"/>
                  </a:lnTo>
                  <a:lnTo>
                    <a:pt x="231708" y="118712"/>
                  </a:lnTo>
                  <a:lnTo>
                    <a:pt x="195686" y="150822"/>
                  </a:lnTo>
                  <a:lnTo>
                    <a:pt x="175241" y="173202"/>
                  </a:lnTo>
                  <a:lnTo>
                    <a:pt x="156744" y="198502"/>
                  </a:lnTo>
                  <a:lnTo>
                    <a:pt x="145061" y="221855"/>
                  </a:lnTo>
                  <a:lnTo>
                    <a:pt x="147982" y="221855"/>
                  </a:lnTo>
                  <a:lnTo>
                    <a:pt x="178162" y="220882"/>
                  </a:lnTo>
                  <a:lnTo>
                    <a:pt x="226840" y="209205"/>
                  </a:lnTo>
                  <a:lnTo>
                    <a:pt x="262862" y="194609"/>
                  </a:lnTo>
                  <a:lnTo>
                    <a:pt x="294990" y="178068"/>
                  </a:lnTo>
                  <a:lnTo>
                    <a:pt x="323223" y="156661"/>
                  </a:lnTo>
                  <a:lnTo>
                    <a:pt x="346589" y="134281"/>
                  </a:lnTo>
                  <a:lnTo>
                    <a:pt x="350483" y="129415"/>
                  </a:lnTo>
                  <a:lnTo>
                    <a:pt x="354377" y="124550"/>
                  </a:lnTo>
                  <a:lnTo>
                    <a:pt x="377743" y="90493"/>
                  </a:lnTo>
                  <a:lnTo>
                    <a:pt x="392346" y="64221"/>
                  </a:lnTo>
                  <a:lnTo>
                    <a:pt x="408897" y="31138"/>
                  </a:lnTo>
                  <a:lnTo>
                    <a:pt x="412791" y="23353"/>
                  </a:lnTo>
                  <a:lnTo>
                    <a:pt x="408897" y="2238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752" name="Graphic 450">
            <a:extLst>
              <a:ext uri="{FF2B5EF4-FFF2-40B4-BE49-F238E27FC236}">
                <a16:creationId xmlns:a16="http://schemas.microsoft.com/office/drawing/2014/main" id="{5C6FED77-BD57-8641-6AB9-F0FE8122D041}"/>
              </a:ext>
            </a:extLst>
          </p:cNvPr>
          <p:cNvGrpSpPr/>
          <p:nvPr/>
        </p:nvGrpSpPr>
        <p:grpSpPr>
          <a:xfrm>
            <a:off x="10506044" y="4549343"/>
            <a:ext cx="612638" cy="612312"/>
            <a:chOff x="6271795" y="4696073"/>
            <a:chExt cx="558825" cy="558528"/>
          </a:xfrm>
        </p:grpSpPr>
        <p:sp>
          <p:nvSpPr>
            <p:cNvPr id="753" name="Freeform 752">
              <a:extLst>
                <a:ext uri="{FF2B5EF4-FFF2-40B4-BE49-F238E27FC236}">
                  <a16:creationId xmlns:a16="http://schemas.microsoft.com/office/drawing/2014/main" id="{F546E813-DB98-929A-3015-BF438D1DFD0D}"/>
                </a:ext>
              </a:extLst>
            </p:cNvPr>
            <p:cNvSpPr/>
            <p:nvPr/>
          </p:nvSpPr>
          <p:spPr>
            <a:xfrm>
              <a:off x="6271795" y="469607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54" name="Graphic 450">
              <a:extLst>
                <a:ext uri="{FF2B5EF4-FFF2-40B4-BE49-F238E27FC236}">
                  <a16:creationId xmlns:a16="http://schemas.microsoft.com/office/drawing/2014/main" id="{CBF07734-BD95-491E-419A-33BD7C65A770}"/>
                </a:ext>
              </a:extLst>
            </p:cNvPr>
            <p:cNvGrpSpPr/>
            <p:nvPr/>
          </p:nvGrpSpPr>
          <p:grpSpPr>
            <a:xfrm>
              <a:off x="6390570" y="4845922"/>
              <a:ext cx="320302" cy="257857"/>
              <a:chOff x="6390570" y="4845922"/>
              <a:chExt cx="320302" cy="257857"/>
            </a:xfrm>
          </p:grpSpPr>
          <p:sp>
            <p:nvSpPr>
              <p:cNvPr id="755" name="Freeform 754">
                <a:extLst>
                  <a:ext uri="{FF2B5EF4-FFF2-40B4-BE49-F238E27FC236}">
                    <a16:creationId xmlns:a16="http://schemas.microsoft.com/office/drawing/2014/main" id="{82BEE9BE-AF42-90E1-1F7B-B089D759AC6B}"/>
                  </a:ext>
                </a:extLst>
              </p:cNvPr>
              <p:cNvSpPr/>
              <p:nvPr/>
            </p:nvSpPr>
            <p:spPr>
              <a:xfrm>
                <a:off x="6390570" y="4845922"/>
                <a:ext cx="320302" cy="257857"/>
              </a:xfrm>
              <a:custGeom>
                <a:avLst/>
                <a:gdLst>
                  <a:gd name="connsiteX0" fmla="*/ 65229 w 320302"/>
                  <a:gd name="connsiteY0" fmla="*/ 257857 h 257857"/>
                  <a:gd name="connsiteX1" fmla="*/ 26286 w 320302"/>
                  <a:gd name="connsiteY1" fmla="*/ 257857 h 257857"/>
                  <a:gd name="connsiteX2" fmla="*/ 26286 w 320302"/>
                  <a:gd name="connsiteY2" fmla="*/ 240343 h 257857"/>
                  <a:gd name="connsiteX3" fmla="*/ 30180 w 320302"/>
                  <a:gd name="connsiteY3" fmla="*/ 236450 h 257857"/>
                  <a:gd name="connsiteX4" fmla="*/ 65229 w 320302"/>
                  <a:gd name="connsiteY4" fmla="*/ 202394 h 257857"/>
                  <a:gd name="connsiteX5" fmla="*/ 65229 w 320302"/>
                  <a:gd name="connsiteY5" fmla="*/ 257857 h 257857"/>
                  <a:gd name="connsiteX6" fmla="*/ 120722 w 320302"/>
                  <a:gd name="connsiteY6" fmla="*/ 257857 h 257857"/>
                  <a:gd name="connsiteX7" fmla="*/ 81779 w 320302"/>
                  <a:gd name="connsiteY7" fmla="*/ 257857 h 257857"/>
                  <a:gd name="connsiteX8" fmla="*/ 81779 w 320302"/>
                  <a:gd name="connsiteY8" fmla="*/ 185852 h 257857"/>
                  <a:gd name="connsiteX9" fmla="*/ 101251 w 320302"/>
                  <a:gd name="connsiteY9" fmla="*/ 166391 h 257857"/>
                  <a:gd name="connsiteX10" fmla="*/ 119748 w 320302"/>
                  <a:gd name="connsiteY10" fmla="*/ 185852 h 257857"/>
                  <a:gd name="connsiteX11" fmla="*/ 119748 w 320302"/>
                  <a:gd name="connsiteY11" fmla="*/ 257857 h 257857"/>
                  <a:gd name="connsiteX12" fmla="*/ 181083 w 320302"/>
                  <a:gd name="connsiteY12" fmla="*/ 257857 h 257857"/>
                  <a:gd name="connsiteX13" fmla="*/ 142140 w 320302"/>
                  <a:gd name="connsiteY13" fmla="*/ 257857 h 257857"/>
                  <a:gd name="connsiteX14" fmla="*/ 142140 w 320302"/>
                  <a:gd name="connsiteY14" fmla="*/ 204340 h 257857"/>
                  <a:gd name="connsiteX15" fmla="*/ 163559 w 320302"/>
                  <a:gd name="connsiteY15" fmla="*/ 227693 h 257857"/>
                  <a:gd name="connsiteX16" fmla="*/ 180109 w 320302"/>
                  <a:gd name="connsiteY16" fmla="*/ 210178 h 257857"/>
                  <a:gd name="connsiteX17" fmla="*/ 180109 w 320302"/>
                  <a:gd name="connsiteY17" fmla="*/ 257857 h 257857"/>
                  <a:gd name="connsiteX18" fmla="*/ 236576 w 320302"/>
                  <a:gd name="connsiteY18" fmla="*/ 257857 h 257857"/>
                  <a:gd name="connsiteX19" fmla="*/ 197633 w 320302"/>
                  <a:gd name="connsiteY19" fmla="*/ 257857 h 257857"/>
                  <a:gd name="connsiteX20" fmla="*/ 197633 w 320302"/>
                  <a:gd name="connsiteY20" fmla="*/ 192663 h 257857"/>
                  <a:gd name="connsiteX21" fmla="*/ 236576 w 320302"/>
                  <a:gd name="connsiteY21" fmla="*/ 152768 h 257857"/>
                  <a:gd name="connsiteX22" fmla="*/ 236576 w 320302"/>
                  <a:gd name="connsiteY22" fmla="*/ 257857 h 257857"/>
                  <a:gd name="connsiteX23" fmla="*/ 291096 w 320302"/>
                  <a:gd name="connsiteY23" fmla="*/ 257857 h 257857"/>
                  <a:gd name="connsiteX24" fmla="*/ 252153 w 320302"/>
                  <a:gd name="connsiteY24" fmla="*/ 257857 h 257857"/>
                  <a:gd name="connsiteX25" fmla="*/ 252153 w 320302"/>
                  <a:gd name="connsiteY25" fmla="*/ 136226 h 257857"/>
                  <a:gd name="connsiteX26" fmla="*/ 271624 w 320302"/>
                  <a:gd name="connsiteY26" fmla="*/ 115792 h 257857"/>
                  <a:gd name="connsiteX27" fmla="*/ 291096 w 320302"/>
                  <a:gd name="connsiteY27" fmla="*/ 134281 h 257857"/>
                  <a:gd name="connsiteX28" fmla="*/ 291096 w 320302"/>
                  <a:gd name="connsiteY28" fmla="*/ 257857 h 257857"/>
                  <a:gd name="connsiteX29" fmla="*/ 313488 w 320302"/>
                  <a:gd name="connsiteY29" fmla="*/ 34057 h 257857"/>
                  <a:gd name="connsiteX30" fmla="*/ 296937 w 320302"/>
                  <a:gd name="connsiteY30" fmla="*/ 103143 h 257857"/>
                  <a:gd name="connsiteX31" fmla="*/ 270651 w 320302"/>
                  <a:gd name="connsiteY31" fmla="*/ 76871 h 257857"/>
                  <a:gd name="connsiteX32" fmla="*/ 155770 w 320302"/>
                  <a:gd name="connsiteY32" fmla="*/ 195582 h 257857"/>
                  <a:gd name="connsiteX33" fmla="*/ 98330 w 320302"/>
                  <a:gd name="connsiteY33" fmla="*/ 135253 h 257857"/>
                  <a:gd name="connsiteX34" fmla="*/ 27260 w 320302"/>
                  <a:gd name="connsiteY34" fmla="*/ 205313 h 257857"/>
                  <a:gd name="connsiteX35" fmla="*/ 0 w 320302"/>
                  <a:gd name="connsiteY35" fmla="*/ 178068 h 257857"/>
                  <a:gd name="connsiteX36" fmla="*/ 99303 w 320302"/>
                  <a:gd name="connsiteY36" fmla="*/ 80763 h 257857"/>
                  <a:gd name="connsiteX37" fmla="*/ 155770 w 320302"/>
                  <a:gd name="connsiteY37" fmla="*/ 140119 h 257857"/>
                  <a:gd name="connsiteX38" fmla="*/ 243391 w 320302"/>
                  <a:gd name="connsiteY38" fmla="*/ 49625 h 257857"/>
                  <a:gd name="connsiteX39" fmla="*/ 216131 w 320302"/>
                  <a:gd name="connsiteY39" fmla="*/ 22380 h 257857"/>
                  <a:gd name="connsiteX40" fmla="*/ 285254 w 320302"/>
                  <a:gd name="connsiteY40" fmla="*/ 6811 h 257857"/>
                  <a:gd name="connsiteX41" fmla="*/ 301805 w 320302"/>
                  <a:gd name="connsiteY41" fmla="*/ 3892 h 257857"/>
                  <a:gd name="connsiteX42" fmla="*/ 320302 w 320302"/>
                  <a:gd name="connsiteY42" fmla="*/ 0 h 257857"/>
                  <a:gd name="connsiteX43" fmla="*/ 313488 w 320302"/>
                  <a:gd name="connsiteY43" fmla="*/ 34057 h 257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0302" h="257857">
                    <a:moveTo>
                      <a:pt x="65229" y="257857"/>
                    </a:moveTo>
                    <a:lnTo>
                      <a:pt x="26286" y="257857"/>
                    </a:lnTo>
                    <a:lnTo>
                      <a:pt x="26286" y="240343"/>
                    </a:lnTo>
                    <a:lnTo>
                      <a:pt x="30180" y="236450"/>
                    </a:lnTo>
                    <a:lnTo>
                      <a:pt x="65229" y="202394"/>
                    </a:lnTo>
                    <a:lnTo>
                      <a:pt x="65229" y="257857"/>
                    </a:lnTo>
                    <a:close/>
                    <a:moveTo>
                      <a:pt x="120722" y="257857"/>
                    </a:moveTo>
                    <a:lnTo>
                      <a:pt x="81779" y="257857"/>
                    </a:lnTo>
                    <a:lnTo>
                      <a:pt x="81779" y="185852"/>
                    </a:lnTo>
                    <a:lnTo>
                      <a:pt x="101251" y="166391"/>
                    </a:lnTo>
                    <a:lnTo>
                      <a:pt x="119748" y="185852"/>
                    </a:lnTo>
                    <a:lnTo>
                      <a:pt x="119748" y="257857"/>
                    </a:lnTo>
                    <a:close/>
                    <a:moveTo>
                      <a:pt x="181083" y="257857"/>
                    </a:moveTo>
                    <a:lnTo>
                      <a:pt x="142140" y="257857"/>
                    </a:lnTo>
                    <a:lnTo>
                      <a:pt x="142140" y="204340"/>
                    </a:lnTo>
                    <a:lnTo>
                      <a:pt x="163559" y="227693"/>
                    </a:lnTo>
                    <a:lnTo>
                      <a:pt x="180109" y="210178"/>
                    </a:lnTo>
                    <a:lnTo>
                      <a:pt x="180109" y="257857"/>
                    </a:lnTo>
                    <a:close/>
                    <a:moveTo>
                      <a:pt x="236576" y="257857"/>
                    </a:moveTo>
                    <a:lnTo>
                      <a:pt x="197633" y="257857"/>
                    </a:lnTo>
                    <a:lnTo>
                      <a:pt x="197633" y="192663"/>
                    </a:lnTo>
                    <a:lnTo>
                      <a:pt x="236576" y="152768"/>
                    </a:lnTo>
                    <a:lnTo>
                      <a:pt x="236576" y="257857"/>
                    </a:lnTo>
                    <a:close/>
                    <a:moveTo>
                      <a:pt x="291096" y="257857"/>
                    </a:moveTo>
                    <a:lnTo>
                      <a:pt x="252153" y="257857"/>
                    </a:lnTo>
                    <a:lnTo>
                      <a:pt x="252153" y="136226"/>
                    </a:lnTo>
                    <a:lnTo>
                      <a:pt x="271624" y="115792"/>
                    </a:lnTo>
                    <a:lnTo>
                      <a:pt x="291096" y="134281"/>
                    </a:lnTo>
                    <a:lnTo>
                      <a:pt x="291096" y="257857"/>
                    </a:lnTo>
                    <a:close/>
                    <a:moveTo>
                      <a:pt x="313488" y="34057"/>
                    </a:moveTo>
                    <a:lnTo>
                      <a:pt x="296937" y="103143"/>
                    </a:lnTo>
                    <a:lnTo>
                      <a:pt x="270651" y="76871"/>
                    </a:lnTo>
                    <a:lnTo>
                      <a:pt x="155770" y="195582"/>
                    </a:lnTo>
                    <a:lnTo>
                      <a:pt x="98330" y="135253"/>
                    </a:lnTo>
                    <a:lnTo>
                      <a:pt x="27260" y="205313"/>
                    </a:lnTo>
                    <a:lnTo>
                      <a:pt x="0" y="178068"/>
                    </a:lnTo>
                    <a:lnTo>
                      <a:pt x="99303" y="80763"/>
                    </a:lnTo>
                    <a:lnTo>
                      <a:pt x="155770" y="140119"/>
                    </a:lnTo>
                    <a:lnTo>
                      <a:pt x="243391" y="49625"/>
                    </a:lnTo>
                    <a:lnTo>
                      <a:pt x="216131" y="22380"/>
                    </a:lnTo>
                    <a:lnTo>
                      <a:pt x="285254" y="6811"/>
                    </a:lnTo>
                    <a:lnTo>
                      <a:pt x="301805" y="3892"/>
                    </a:lnTo>
                    <a:lnTo>
                      <a:pt x="320302" y="0"/>
                    </a:lnTo>
                    <a:lnTo>
                      <a:pt x="313488" y="34057"/>
                    </a:lnTo>
                    <a:close/>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6" name="Freeform 755">
                <a:extLst>
                  <a:ext uri="{FF2B5EF4-FFF2-40B4-BE49-F238E27FC236}">
                    <a16:creationId xmlns:a16="http://schemas.microsoft.com/office/drawing/2014/main" id="{0E4F8A13-E437-4F35-8DDA-42F44EF25BE1}"/>
                  </a:ext>
                </a:extLst>
              </p:cNvPr>
              <p:cNvSpPr/>
              <p:nvPr/>
            </p:nvSpPr>
            <p:spPr>
              <a:xfrm>
                <a:off x="6416856" y="5048316"/>
                <a:ext cx="38942" cy="55463"/>
              </a:xfrm>
              <a:custGeom>
                <a:avLst/>
                <a:gdLst>
                  <a:gd name="connsiteX0" fmla="*/ 0 w 38942"/>
                  <a:gd name="connsiteY0" fmla="*/ 37949 h 55463"/>
                  <a:gd name="connsiteX1" fmla="*/ 0 w 38942"/>
                  <a:gd name="connsiteY1" fmla="*/ 55463 h 55463"/>
                  <a:gd name="connsiteX2" fmla="*/ 38943 w 38942"/>
                  <a:gd name="connsiteY2" fmla="*/ 55463 h 55463"/>
                  <a:gd name="connsiteX3" fmla="*/ 38943 w 38942"/>
                  <a:gd name="connsiteY3" fmla="*/ 0 h 55463"/>
                  <a:gd name="connsiteX4" fmla="*/ 3894 w 38942"/>
                  <a:gd name="connsiteY4" fmla="*/ 34057 h 55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42" h="55463">
                    <a:moveTo>
                      <a:pt x="0" y="37949"/>
                    </a:moveTo>
                    <a:lnTo>
                      <a:pt x="0" y="55463"/>
                    </a:lnTo>
                    <a:lnTo>
                      <a:pt x="38943" y="55463"/>
                    </a:lnTo>
                    <a:lnTo>
                      <a:pt x="38943" y="0"/>
                    </a:lnTo>
                    <a:lnTo>
                      <a:pt x="3894" y="34057"/>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7" name="Freeform 756">
                <a:extLst>
                  <a:ext uri="{FF2B5EF4-FFF2-40B4-BE49-F238E27FC236}">
                    <a16:creationId xmlns:a16="http://schemas.microsoft.com/office/drawing/2014/main" id="{974EDE8B-AC8B-BC21-5982-F3B6A868E5CC}"/>
                  </a:ext>
                </a:extLst>
              </p:cNvPr>
              <p:cNvSpPr/>
              <p:nvPr/>
            </p:nvSpPr>
            <p:spPr>
              <a:xfrm>
                <a:off x="6472349" y="5013286"/>
                <a:ext cx="38942" cy="90493"/>
              </a:xfrm>
              <a:custGeom>
                <a:avLst/>
                <a:gdLst>
                  <a:gd name="connsiteX0" fmla="*/ 0 w 38942"/>
                  <a:gd name="connsiteY0" fmla="*/ 19461 h 90493"/>
                  <a:gd name="connsiteX1" fmla="*/ 0 w 38942"/>
                  <a:gd name="connsiteY1" fmla="*/ 90493 h 90493"/>
                  <a:gd name="connsiteX2" fmla="*/ 38943 w 38942"/>
                  <a:gd name="connsiteY2" fmla="*/ 90493 h 90493"/>
                  <a:gd name="connsiteX3" fmla="*/ 38943 w 38942"/>
                  <a:gd name="connsiteY3" fmla="*/ 19461 h 90493"/>
                  <a:gd name="connsiteX4" fmla="*/ 19471 w 38942"/>
                  <a:gd name="connsiteY4" fmla="*/ 0 h 9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42" h="90493">
                    <a:moveTo>
                      <a:pt x="0" y="19461"/>
                    </a:moveTo>
                    <a:lnTo>
                      <a:pt x="0" y="90493"/>
                    </a:lnTo>
                    <a:lnTo>
                      <a:pt x="38943" y="90493"/>
                    </a:lnTo>
                    <a:lnTo>
                      <a:pt x="38943" y="19461"/>
                    </a:lnTo>
                    <a:lnTo>
                      <a:pt x="19471" y="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8" name="Freeform 757">
                <a:extLst>
                  <a:ext uri="{FF2B5EF4-FFF2-40B4-BE49-F238E27FC236}">
                    <a16:creationId xmlns:a16="http://schemas.microsoft.com/office/drawing/2014/main" id="{F0F63390-DB8D-061B-BAD4-98680BDF9FF1}"/>
                  </a:ext>
                </a:extLst>
              </p:cNvPr>
              <p:cNvSpPr/>
              <p:nvPr/>
            </p:nvSpPr>
            <p:spPr>
              <a:xfrm>
                <a:off x="6532710" y="5050262"/>
                <a:ext cx="38942" cy="53517"/>
              </a:xfrm>
              <a:custGeom>
                <a:avLst/>
                <a:gdLst>
                  <a:gd name="connsiteX0" fmla="*/ 0 w 38942"/>
                  <a:gd name="connsiteY0" fmla="*/ 0 h 53517"/>
                  <a:gd name="connsiteX1" fmla="*/ 0 w 38942"/>
                  <a:gd name="connsiteY1" fmla="*/ 53518 h 53517"/>
                  <a:gd name="connsiteX2" fmla="*/ 38943 w 38942"/>
                  <a:gd name="connsiteY2" fmla="*/ 53518 h 53517"/>
                  <a:gd name="connsiteX3" fmla="*/ 38943 w 38942"/>
                  <a:gd name="connsiteY3" fmla="*/ 5838 h 53517"/>
                  <a:gd name="connsiteX4" fmla="*/ 22392 w 38942"/>
                  <a:gd name="connsiteY4" fmla="*/ 22380 h 53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42" h="53517">
                    <a:moveTo>
                      <a:pt x="0" y="0"/>
                    </a:moveTo>
                    <a:lnTo>
                      <a:pt x="0" y="53518"/>
                    </a:lnTo>
                    <a:lnTo>
                      <a:pt x="38943" y="53518"/>
                    </a:lnTo>
                    <a:lnTo>
                      <a:pt x="38943" y="5838"/>
                    </a:lnTo>
                    <a:lnTo>
                      <a:pt x="22392" y="2238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59" name="Freeform 758">
                <a:extLst>
                  <a:ext uri="{FF2B5EF4-FFF2-40B4-BE49-F238E27FC236}">
                    <a16:creationId xmlns:a16="http://schemas.microsoft.com/office/drawing/2014/main" id="{20B4681E-9E92-5D89-2937-8B9331DE79BB}"/>
                  </a:ext>
                </a:extLst>
              </p:cNvPr>
              <p:cNvSpPr/>
              <p:nvPr/>
            </p:nvSpPr>
            <p:spPr>
              <a:xfrm>
                <a:off x="6588203" y="4998690"/>
                <a:ext cx="38942" cy="105088"/>
              </a:xfrm>
              <a:custGeom>
                <a:avLst/>
                <a:gdLst>
                  <a:gd name="connsiteX0" fmla="*/ 0 w 38942"/>
                  <a:gd name="connsiteY0" fmla="*/ 105089 h 105088"/>
                  <a:gd name="connsiteX1" fmla="*/ 38943 w 38942"/>
                  <a:gd name="connsiteY1" fmla="*/ 105089 h 105088"/>
                  <a:gd name="connsiteX2" fmla="*/ 38943 w 38942"/>
                  <a:gd name="connsiteY2" fmla="*/ 0 h 105088"/>
                  <a:gd name="connsiteX3" fmla="*/ 0 w 38942"/>
                  <a:gd name="connsiteY3" fmla="*/ 39895 h 105088"/>
                </a:gdLst>
                <a:ahLst/>
                <a:cxnLst>
                  <a:cxn ang="0">
                    <a:pos x="connsiteX0" y="connsiteY0"/>
                  </a:cxn>
                  <a:cxn ang="0">
                    <a:pos x="connsiteX1" y="connsiteY1"/>
                  </a:cxn>
                  <a:cxn ang="0">
                    <a:pos x="connsiteX2" y="connsiteY2"/>
                  </a:cxn>
                  <a:cxn ang="0">
                    <a:pos x="connsiteX3" y="connsiteY3"/>
                  </a:cxn>
                </a:cxnLst>
                <a:rect l="l" t="t" r="r" b="b"/>
                <a:pathLst>
                  <a:path w="38942" h="105088">
                    <a:moveTo>
                      <a:pt x="0" y="105089"/>
                    </a:moveTo>
                    <a:lnTo>
                      <a:pt x="38943" y="105089"/>
                    </a:lnTo>
                    <a:lnTo>
                      <a:pt x="38943" y="0"/>
                    </a:lnTo>
                    <a:lnTo>
                      <a:pt x="0" y="3989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60" name="Freeform 759">
                <a:extLst>
                  <a:ext uri="{FF2B5EF4-FFF2-40B4-BE49-F238E27FC236}">
                    <a16:creationId xmlns:a16="http://schemas.microsoft.com/office/drawing/2014/main" id="{C84EDF0B-8E2A-7DBB-4E5F-CA9BF9C1EAA1}"/>
                  </a:ext>
                </a:extLst>
              </p:cNvPr>
              <p:cNvSpPr/>
              <p:nvPr/>
            </p:nvSpPr>
            <p:spPr>
              <a:xfrm>
                <a:off x="6643696" y="4961714"/>
                <a:ext cx="37968" cy="142064"/>
              </a:xfrm>
              <a:custGeom>
                <a:avLst/>
                <a:gdLst>
                  <a:gd name="connsiteX0" fmla="*/ 0 w 37968"/>
                  <a:gd name="connsiteY0" fmla="*/ 20434 h 142064"/>
                  <a:gd name="connsiteX1" fmla="*/ 0 w 37968"/>
                  <a:gd name="connsiteY1" fmla="*/ 142065 h 142064"/>
                  <a:gd name="connsiteX2" fmla="*/ 37969 w 37968"/>
                  <a:gd name="connsiteY2" fmla="*/ 142065 h 142064"/>
                  <a:gd name="connsiteX3" fmla="*/ 37969 w 37968"/>
                  <a:gd name="connsiteY3" fmla="*/ 18488 h 142064"/>
                  <a:gd name="connsiteX4" fmla="*/ 19471 w 37968"/>
                  <a:gd name="connsiteY4" fmla="*/ 0 h 14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68" h="142064">
                    <a:moveTo>
                      <a:pt x="0" y="20434"/>
                    </a:moveTo>
                    <a:lnTo>
                      <a:pt x="0" y="142065"/>
                    </a:lnTo>
                    <a:lnTo>
                      <a:pt x="37969" y="142065"/>
                    </a:lnTo>
                    <a:lnTo>
                      <a:pt x="37969" y="18488"/>
                    </a:lnTo>
                    <a:lnTo>
                      <a:pt x="19471" y="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61" name="Freeform 760">
                <a:extLst>
                  <a:ext uri="{FF2B5EF4-FFF2-40B4-BE49-F238E27FC236}">
                    <a16:creationId xmlns:a16="http://schemas.microsoft.com/office/drawing/2014/main" id="{89902BFB-E012-63D6-D155-5597D9BC01D7}"/>
                  </a:ext>
                </a:extLst>
              </p:cNvPr>
              <p:cNvSpPr/>
              <p:nvPr/>
            </p:nvSpPr>
            <p:spPr>
              <a:xfrm>
                <a:off x="6391543" y="4846895"/>
                <a:ext cx="319328" cy="205312"/>
              </a:xfrm>
              <a:custGeom>
                <a:avLst/>
                <a:gdLst>
                  <a:gd name="connsiteX0" fmla="*/ 284281 w 319328"/>
                  <a:gd name="connsiteY0" fmla="*/ 6811 h 205312"/>
                  <a:gd name="connsiteX1" fmla="*/ 216131 w 319328"/>
                  <a:gd name="connsiteY1" fmla="*/ 22380 h 205312"/>
                  <a:gd name="connsiteX2" fmla="*/ 243391 w 319328"/>
                  <a:gd name="connsiteY2" fmla="*/ 49625 h 205312"/>
                  <a:gd name="connsiteX3" fmla="*/ 154797 w 319328"/>
                  <a:gd name="connsiteY3" fmla="*/ 140119 h 205312"/>
                  <a:gd name="connsiteX4" fmla="*/ 98330 w 319328"/>
                  <a:gd name="connsiteY4" fmla="*/ 80763 h 205312"/>
                  <a:gd name="connsiteX5" fmla="*/ 0 w 319328"/>
                  <a:gd name="connsiteY5" fmla="*/ 178067 h 205312"/>
                  <a:gd name="connsiteX6" fmla="*/ 26286 w 319328"/>
                  <a:gd name="connsiteY6" fmla="*/ 205313 h 205312"/>
                  <a:gd name="connsiteX7" fmla="*/ 97356 w 319328"/>
                  <a:gd name="connsiteY7" fmla="*/ 135253 h 205312"/>
                  <a:gd name="connsiteX8" fmla="*/ 154797 w 319328"/>
                  <a:gd name="connsiteY8" fmla="*/ 195582 h 205312"/>
                  <a:gd name="connsiteX9" fmla="*/ 270651 w 319328"/>
                  <a:gd name="connsiteY9" fmla="*/ 76871 h 205312"/>
                  <a:gd name="connsiteX10" fmla="*/ 295963 w 319328"/>
                  <a:gd name="connsiteY10" fmla="*/ 103143 h 205312"/>
                  <a:gd name="connsiteX11" fmla="*/ 312514 w 319328"/>
                  <a:gd name="connsiteY11" fmla="*/ 33084 h 205312"/>
                  <a:gd name="connsiteX12" fmla="*/ 319329 w 319328"/>
                  <a:gd name="connsiteY12" fmla="*/ 0 h 205312"/>
                  <a:gd name="connsiteX13" fmla="*/ 300831 w 319328"/>
                  <a:gd name="connsiteY13" fmla="*/ 2919 h 20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328" h="205312">
                    <a:moveTo>
                      <a:pt x="284281" y="6811"/>
                    </a:moveTo>
                    <a:lnTo>
                      <a:pt x="216131" y="22380"/>
                    </a:lnTo>
                    <a:lnTo>
                      <a:pt x="243391" y="49625"/>
                    </a:lnTo>
                    <a:lnTo>
                      <a:pt x="154797" y="140119"/>
                    </a:lnTo>
                    <a:lnTo>
                      <a:pt x="98330" y="80763"/>
                    </a:lnTo>
                    <a:lnTo>
                      <a:pt x="0" y="178067"/>
                    </a:lnTo>
                    <a:lnTo>
                      <a:pt x="26286" y="205313"/>
                    </a:lnTo>
                    <a:lnTo>
                      <a:pt x="97356" y="135253"/>
                    </a:lnTo>
                    <a:lnTo>
                      <a:pt x="154797" y="195582"/>
                    </a:lnTo>
                    <a:lnTo>
                      <a:pt x="270651" y="76871"/>
                    </a:lnTo>
                    <a:lnTo>
                      <a:pt x="295963" y="103143"/>
                    </a:lnTo>
                    <a:lnTo>
                      <a:pt x="312514" y="33084"/>
                    </a:lnTo>
                    <a:lnTo>
                      <a:pt x="319329" y="0"/>
                    </a:lnTo>
                    <a:lnTo>
                      <a:pt x="300831" y="291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791" name="Graphic 450">
            <a:extLst>
              <a:ext uri="{FF2B5EF4-FFF2-40B4-BE49-F238E27FC236}">
                <a16:creationId xmlns:a16="http://schemas.microsoft.com/office/drawing/2014/main" id="{174985B7-BBD5-953E-C46D-8DABA189D7D3}"/>
              </a:ext>
            </a:extLst>
          </p:cNvPr>
          <p:cNvGrpSpPr/>
          <p:nvPr/>
        </p:nvGrpSpPr>
        <p:grpSpPr>
          <a:xfrm>
            <a:off x="7277253" y="5471727"/>
            <a:ext cx="607503" cy="607180"/>
            <a:chOff x="5332306" y="5473537"/>
            <a:chExt cx="607503" cy="607180"/>
          </a:xfrm>
        </p:grpSpPr>
        <p:sp>
          <p:nvSpPr>
            <p:cNvPr id="792" name="Freeform 791">
              <a:extLst>
                <a:ext uri="{FF2B5EF4-FFF2-40B4-BE49-F238E27FC236}">
                  <a16:creationId xmlns:a16="http://schemas.microsoft.com/office/drawing/2014/main" id="{96750B12-0560-8767-DDA0-A02C48556913}"/>
                </a:ext>
              </a:extLst>
            </p:cNvPr>
            <p:cNvSpPr/>
            <p:nvPr/>
          </p:nvSpPr>
          <p:spPr>
            <a:xfrm>
              <a:off x="5332306" y="5473537"/>
              <a:ext cx="607503" cy="607180"/>
            </a:xfrm>
            <a:custGeom>
              <a:avLst/>
              <a:gdLst>
                <a:gd name="connsiteX0" fmla="*/ 303752 w 607503"/>
                <a:gd name="connsiteY0" fmla="*/ 607181 h 607180"/>
                <a:gd name="connsiteX1" fmla="*/ 607504 w 607503"/>
                <a:gd name="connsiteY1" fmla="*/ 303590 h 607180"/>
                <a:gd name="connsiteX2" fmla="*/ 303752 w 607503"/>
                <a:gd name="connsiteY2" fmla="*/ 0 h 607180"/>
                <a:gd name="connsiteX3" fmla="*/ 0 w 607503"/>
                <a:gd name="connsiteY3" fmla="*/ 303590 h 607180"/>
                <a:gd name="connsiteX4" fmla="*/ 303752 w 607503"/>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3" h="607180">
                  <a:moveTo>
                    <a:pt x="303752" y="607181"/>
                  </a:moveTo>
                  <a:cubicBezTo>
                    <a:pt x="471205" y="607181"/>
                    <a:pt x="607504" y="470954"/>
                    <a:pt x="607504" y="303590"/>
                  </a:cubicBezTo>
                  <a:cubicBezTo>
                    <a:pt x="607504" y="136226"/>
                    <a:pt x="471205" y="0"/>
                    <a:pt x="303752" y="0"/>
                  </a:cubicBezTo>
                  <a:cubicBezTo>
                    <a:pt x="136299" y="0"/>
                    <a:pt x="0" y="136226"/>
                    <a:pt x="0" y="303590"/>
                  </a:cubicBezTo>
                  <a:cubicBezTo>
                    <a:pt x="0" y="470954"/>
                    <a:pt x="136299" y="607181"/>
                    <a:pt x="303752" y="607181"/>
                  </a:cubicBezTo>
                </a:path>
              </a:pathLst>
            </a:custGeom>
            <a:solidFill>
              <a:schemeClr val="accent2"/>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93" name="Graphic 450">
              <a:extLst>
                <a:ext uri="{FF2B5EF4-FFF2-40B4-BE49-F238E27FC236}">
                  <a16:creationId xmlns:a16="http://schemas.microsoft.com/office/drawing/2014/main" id="{3E9CCE9F-D5CF-5967-D8EA-9776F2BF881B}"/>
                </a:ext>
              </a:extLst>
            </p:cNvPr>
            <p:cNvGrpSpPr/>
            <p:nvPr/>
          </p:nvGrpSpPr>
          <p:grpSpPr>
            <a:xfrm>
              <a:off x="5401429" y="5638955"/>
              <a:ext cx="468284" cy="296779"/>
              <a:chOff x="5401429" y="5638955"/>
              <a:chExt cx="468284" cy="296779"/>
            </a:xfrm>
            <a:solidFill>
              <a:srgbClr val="FFFFFF"/>
            </a:solidFill>
          </p:grpSpPr>
          <p:grpSp>
            <p:nvGrpSpPr>
              <p:cNvPr id="794" name="Graphic 450">
                <a:extLst>
                  <a:ext uri="{FF2B5EF4-FFF2-40B4-BE49-F238E27FC236}">
                    <a16:creationId xmlns:a16="http://schemas.microsoft.com/office/drawing/2014/main" id="{0D02595F-9D15-DF09-8F97-F6F0EAECC491}"/>
                  </a:ext>
                </a:extLst>
              </p:cNvPr>
              <p:cNvGrpSpPr/>
              <p:nvPr/>
            </p:nvGrpSpPr>
            <p:grpSpPr>
              <a:xfrm>
                <a:off x="5534807" y="5711933"/>
                <a:ext cx="202501" cy="223800"/>
                <a:chOff x="5534807" y="5711933"/>
                <a:chExt cx="202501" cy="223800"/>
              </a:xfrm>
              <a:solidFill>
                <a:srgbClr val="FFFFFF"/>
              </a:solidFill>
            </p:grpSpPr>
            <p:sp>
              <p:nvSpPr>
                <p:cNvPr id="795" name="Freeform 794">
                  <a:extLst>
                    <a:ext uri="{FF2B5EF4-FFF2-40B4-BE49-F238E27FC236}">
                      <a16:creationId xmlns:a16="http://schemas.microsoft.com/office/drawing/2014/main" id="{F705FCD3-CCC3-6301-CD17-44157A1D81EF}"/>
                    </a:ext>
                  </a:extLst>
                </p:cNvPr>
                <p:cNvSpPr/>
                <p:nvPr/>
              </p:nvSpPr>
              <p:spPr>
                <a:xfrm>
                  <a:off x="5568882" y="5711933"/>
                  <a:ext cx="134351" cy="134280"/>
                </a:xfrm>
                <a:custGeom>
                  <a:avLst/>
                  <a:gdLst>
                    <a:gd name="connsiteX0" fmla="*/ 67176 w 134351"/>
                    <a:gd name="connsiteY0" fmla="*/ 134280 h 134280"/>
                    <a:gd name="connsiteX1" fmla="*/ 134352 w 134351"/>
                    <a:gd name="connsiteY1" fmla="*/ 67140 h 134280"/>
                    <a:gd name="connsiteX2" fmla="*/ 67176 w 134351"/>
                    <a:gd name="connsiteY2" fmla="*/ 0 h 134280"/>
                    <a:gd name="connsiteX3" fmla="*/ 0 w 134351"/>
                    <a:gd name="connsiteY3" fmla="*/ 67140 h 134280"/>
                    <a:gd name="connsiteX4" fmla="*/ 67176 w 134351"/>
                    <a:gd name="connsiteY4" fmla="*/ 134280 h 134280"/>
                    <a:gd name="connsiteX5" fmla="*/ 21418 w 134351"/>
                    <a:gd name="connsiteY5" fmla="*/ 67140 h 134280"/>
                    <a:gd name="connsiteX6" fmla="*/ 67176 w 134351"/>
                    <a:gd name="connsiteY6" fmla="*/ 21407 h 134280"/>
                    <a:gd name="connsiteX7" fmla="*/ 112933 w 134351"/>
                    <a:gd name="connsiteY7" fmla="*/ 67140 h 134280"/>
                    <a:gd name="connsiteX8" fmla="*/ 67176 w 134351"/>
                    <a:gd name="connsiteY8" fmla="*/ 112873 h 134280"/>
                    <a:gd name="connsiteX9" fmla="*/ 21418 w 134351"/>
                    <a:gd name="connsiteY9" fmla="*/ 67140 h 1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51" h="134280">
                      <a:moveTo>
                        <a:pt x="67176" y="134280"/>
                      </a:moveTo>
                      <a:cubicBezTo>
                        <a:pt x="104171" y="134280"/>
                        <a:pt x="134352" y="105089"/>
                        <a:pt x="134352" y="67140"/>
                      </a:cubicBezTo>
                      <a:cubicBezTo>
                        <a:pt x="134352" y="29191"/>
                        <a:pt x="105145" y="0"/>
                        <a:pt x="67176" y="0"/>
                      </a:cubicBezTo>
                      <a:cubicBezTo>
                        <a:pt x="29207" y="0"/>
                        <a:pt x="0" y="29191"/>
                        <a:pt x="0" y="67140"/>
                      </a:cubicBezTo>
                      <a:cubicBezTo>
                        <a:pt x="0" y="104115"/>
                        <a:pt x="30180" y="134280"/>
                        <a:pt x="67176" y="134280"/>
                      </a:cubicBezTo>
                      <a:close/>
                      <a:moveTo>
                        <a:pt x="21418" y="67140"/>
                      </a:moveTo>
                      <a:cubicBezTo>
                        <a:pt x="21418" y="42814"/>
                        <a:pt x="41863" y="21407"/>
                        <a:pt x="67176" y="21407"/>
                      </a:cubicBezTo>
                      <a:cubicBezTo>
                        <a:pt x="91515" y="21407"/>
                        <a:pt x="112933" y="41841"/>
                        <a:pt x="112933" y="67140"/>
                      </a:cubicBezTo>
                      <a:cubicBezTo>
                        <a:pt x="112933" y="91466"/>
                        <a:pt x="92489" y="112873"/>
                        <a:pt x="67176" y="112873"/>
                      </a:cubicBezTo>
                      <a:cubicBezTo>
                        <a:pt x="42837" y="111900"/>
                        <a:pt x="21418" y="91466"/>
                        <a:pt x="21418" y="6714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96" name="Freeform 795">
                  <a:extLst>
                    <a:ext uri="{FF2B5EF4-FFF2-40B4-BE49-F238E27FC236}">
                      <a16:creationId xmlns:a16="http://schemas.microsoft.com/office/drawing/2014/main" id="{02DE962C-50E6-D788-A0F5-A04D4387E846}"/>
                    </a:ext>
                  </a:extLst>
                </p:cNvPr>
                <p:cNvSpPr/>
                <p:nvPr/>
              </p:nvSpPr>
              <p:spPr>
                <a:xfrm>
                  <a:off x="5534807" y="5844267"/>
                  <a:ext cx="202501" cy="91466"/>
                </a:xfrm>
                <a:custGeom>
                  <a:avLst/>
                  <a:gdLst>
                    <a:gd name="connsiteX0" fmla="*/ 10709 w 202501"/>
                    <a:gd name="connsiteY0" fmla="*/ 91467 h 91466"/>
                    <a:gd name="connsiteX1" fmla="*/ 21418 w 202501"/>
                    <a:gd name="connsiteY1" fmla="*/ 80763 h 91466"/>
                    <a:gd name="connsiteX2" fmla="*/ 21418 w 202501"/>
                    <a:gd name="connsiteY2" fmla="*/ 61302 h 91466"/>
                    <a:gd name="connsiteX3" fmla="*/ 61335 w 202501"/>
                    <a:gd name="connsiteY3" fmla="*/ 21407 h 91466"/>
                    <a:gd name="connsiteX4" fmla="*/ 63282 w 202501"/>
                    <a:gd name="connsiteY4" fmla="*/ 21407 h 91466"/>
                    <a:gd name="connsiteX5" fmla="*/ 93462 w 202501"/>
                    <a:gd name="connsiteY5" fmla="*/ 52545 h 91466"/>
                    <a:gd name="connsiteX6" fmla="*/ 101251 w 202501"/>
                    <a:gd name="connsiteY6" fmla="*/ 55464 h 91466"/>
                    <a:gd name="connsiteX7" fmla="*/ 109039 w 202501"/>
                    <a:gd name="connsiteY7" fmla="*/ 52545 h 91466"/>
                    <a:gd name="connsiteX8" fmla="*/ 139220 w 202501"/>
                    <a:gd name="connsiteY8" fmla="*/ 21407 h 91466"/>
                    <a:gd name="connsiteX9" fmla="*/ 141167 w 202501"/>
                    <a:gd name="connsiteY9" fmla="*/ 21407 h 91466"/>
                    <a:gd name="connsiteX10" fmla="*/ 181083 w 202501"/>
                    <a:gd name="connsiteY10" fmla="*/ 61302 h 91466"/>
                    <a:gd name="connsiteX11" fmla="*/ 181083 w 202501"/>
                    <a:gd name="connsiteY11" fmla="*/ 80763 h 91466"/>
                    <a:gd name="connsiteX12" fmla="*/ 191792 w 202501"/>
                    <a:gd name="connsiteY12" fmla="*/ 91467 h 91466"/>
                    <a:gd name="connsiteX13" fmla="*/ 202501 w 202501"/>
                    <a:gd name="connsiteY13" fmla="*/ 80763 h 91466"/>
                    <a:gd name="connsiteX14" fmla="*/ 202501 w 202501"/>
                    <a:gd name="connsiteY14" fmla="*/ 61302 h 91466"/>
                    <a:gd name="connsiteX15" fmla="*/ 141167 w 202501"/>
                    <a:gd name="connsiteY15" fmla="*/ 0 h 91466"/>
                    <a:gd name="connsiteX16" fmla="*/ 134352 w 202501"/>
                    <a:gd name="connsiteY16" fmla="*/ 0 h 91466"/>
                    <a:gd name="connsiteX17" fmla="*/ 126563 w 202501"/>
                    <a:gd name="connsiteY17" fmla="*/ 2919 h 91466"/>
                    <a:gd name="connsiteX18" fmla="*/ 101251 w 202501"/>
                    <a:gd name="connsiteY18" fmla="*/ 29191 h 91466"/>
                    <a:gd name="connsiteX19" fmla="*/ 75938 w 202501"/>
                    <a:gd name="connsiteY19" fmla="*/ 2919 h 91466"/>
                    <a:gd name="connsiteX20" fmla="*/ 68149 w 202501"/>
                    <a:gd name="connsiteY20" fmla="*/ 0 h 91466"/>
                    <a:gd name="connsiteX21" fmla="*/ 61335 w 202501"/>
                    <a:gd name="connsiteY21" fmla="*/ 0 h 91466"/>
                    <a:gd name="connsiteX22" fmla="*/ 0 w 202501"/>
                    <a:gd name="connsiteY22" fmla="*/ 61302 h 91466"/>
                    <a:gd name="connsiteX23" fmla="*/ 0 w 202501"/>
                    <a:gd name="connsiteY23" fmla="*/ 80763 h 91466"/>
                    <a:gd name="connsiteX24" fmla="*/ 10709 w 202501"/>
                    <a:gd name="connsiteY24" fmla="*/ 91467 h 9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2501" h="91466">
                      <a:moveTo>
                        <a:pt x="10709" y="91467"/>
                      </a:moveTo>
                      <a:cubicBezTo>
                        <a:pt x="16551" y="91467"/>
                        <a:pt x="21418" y="86601"/>
                        <a:pt x="21418" y="80763"/>
                      </a:cubicBezTo>
                      <a:lnTo>
                        <a:pt x="21418" y="61302"/>
                      </a:lnTo>
                      <a:cubicBezTo>
                        <a:pt x="21418" y="39895"/>
                        <a:pt x="38943" y="21407"/>
                        <a:pt x="61335" y="21407"/>
                      </a:cubicBezTo>
                      <a:lnTo>
                        <a:pt x="63282" y="21407"/>
                      </a:lnTo>
                      <a:lnTo>
                        <a:pt x="93462" y="52545"/>
                      </a:lnTo>
                      <a:cubicBezTo>
                        <a:pt x="95409" y="54490"/>
                        <a:pt x="98330" y="55464"/>
                        <a:pt x="101251" y="55464"/>
                      </a:cubicBezTo>
                      <a:cubicBezTo>
                        <a:pt x="104171" y="55464"/>
                        <a:pt x="107092" y="54490"/>
                        <a:pt x="109039" y="52545"/>
                      </a:cubicBezTo>
                      <a:lnTo>
                        <a:pt x="139220" y="21407"/>
                      </a:lnTo>
                      <a:lnTo>
                        <a:pt x="141167" y="21407"/>
                      </a:lnTo>
                      <a:cubicBezTo>
                        <a:pt x="162585" y="21407"/>
                        <a:pt x="181083" y="38922"/>
                        <a:pt x="181083" y="61302"/>
                      </a:cubicBezTo>
                      <a:lnTo>
                        <a:pt x="181083" y="80763"/>
                      </a:lnTo>
                      <a:cubicBezTo>
                        <a:pt x="181083" y="86601"/>
                        <a:pt x="185951" y="91467"/>
                        <a:pt x="191792" y="91467"/>
                      </a:cubicBezTo>
                      <a:cubicBezTo>
                        <a:pt x="197633" y="91467"/>
                        <a:pt x="202501" y="86601"/>
                        <a:pt x="202501" y="80763"/>
                      </a:cubicBezTo>
                      <a:lnTo>
                        <a:pt x="202501" y="61302"/>
                      </a:lnTo>
                      <a:cubicBezTo>
                        <a:pt x="202501" y="28219"/>
                        <a:pt x="175241" y="0"/>
                        <a:pt x="141167" y="0"/>
                      </a:cubicBezTo>
                      <a:lnTo>
                        <a:pt x="134352" y="0"/>
                      </a:lnTo>
                      <a:cubicBezTo>
                        <a:pt x="131431" y="0"/>
                        <a:pt x="128510" y="973"/>
                        <a:pt x="126563" y="2919"/>
                      </a:cubicBezTo>
                      <a:lnTo>
                        <a:pt x="101251" y="29191"/>
                      </a:lnTo>
                      <a:lnTo>
                        <a:pt x="75938" y="2919"/>
                      </a:lnTo>
                      <a:cubicBezTo>
                        <a:pt x="73991" y="973"/>
                        <a:pt x="71070" y="0"/>
                        <a:pt x="68149" y="0"/>
                      </a:cubicBezTo>
                      <a:lnTo>
                        <a:pt x="61335" y="0"/>
                      </a:lnTo>
                      <a:cubicBezTo>
                        <a:pt x="28233" y="0"/>
                        <a:pt x="0" y="27245"/>
                        <a:pt x="0" y="61302"/>
                      </a:cubicBezTo>
                      <a:lnTo>
                        <a:pt x="0" y="80763"/>
                      </a:lnTo>
                      <a:cubicBezTo>
                        <a:pt x="0" y="86601"/>
                        <a:pt x="4868" y="91467"/>
                        <a:pt x="10709" y="9146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sp>
            <p:nvSpPr>
              <p:cNvPr id="797" name="Freeform 796">
                <a:extLst>
                  <a:ext uri="{FF2B5EF4-FFF2-40B4-BE49-F238E27FC236}">
                    <a16:creationId xmlns:a16="http://schemas.microsoft.com/office/drawing/2014/main" id="{E74EBC1C-E6D7-46F8-7B28-0034B4374C81}"/>
                  </a:ext>
                </a:extLst>
              </p:cNvPr>
              <p:cNvSpPr/>
              <p:nvPr/>
            </p:nvSpPr>
            <p:spPr>
              <a:xfrm>
                <a:off x="5435503" y="5638955"/>
                <a:ext cx="134351" cy="134280"/>
              </a:xfrm>
              <a:custGeom>
                <a:avLst/>
                <a:gdLst>
                  <a:gd name="connsiteX0" fmla="*/ 67176 w 134351"/>
                  <a:gd name="connsiteY0" fmla="*/ 134280 h 134280"/>
                  <a:gd name="connsiteX1" fmla="*/ 134352 w 134351"/>
                  <a:gd name="connsiteY1" fmla="*/ 67140 h 134280"/>
                  <a:gd name="connsiteX2" fmla="*/ 67176 w 134351"/>
                  <a:gd name="connsiteY2" fmla="*/ 0 h 134280"/>
                  <a:gd name="connsiteX3" fmla="*/ 0 w 134351"/>
                  <a:gd name="connsiteY3" fmla="*/ 67140 h 134280"/>
                  <a:gd name="connsiteX4" fmla="*/ 67176 w 134351"/>
                  <a:gd name="connsiteY4" fmla="*/ 134280 h 134280"/>
                  <a:gd name="connsiteX5" fmla="*/ 21418 w 134351"/>
                  <a:gd name="connsiteY5" fmla="*/ 67140 h 134280"/>
                  <a:gd name="connsiteX6" fmla="*/ 67176 w 134351"/>
                  <a:gd name="connsiteY6" fmla="*/ 21407 h 134280"/>
                  <a:gd name="connsiteX7" fmla="*/ 112933 w 134351"/>
                  <a:gd name="connsiteY7" fmla="*/ 67140 h 134280"/>
                  <a:gd name="connsiteX8" fmla="*/ 67176 w 134351"/>
                  <a:gd name="connsiteY8" fmla="*/ 112873 h 134280"/>
                  <a:gd name="connsiteX9" fmla="*/ 21418 w 134351"/>
                  <a:gd name="connsiteY9" fmla="*/ 67140 h 1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51" h="134280">
                    <a:moveTo>
                      <a:pt x="67176" y="134280"/>
                    </a:moveTo>
                    <a:cubicBezTo>
                      <a:pt x="104171" y="134280"/>
                      <a:pt x="134352" y="105089"/>
                      <a:pt x="134352" y="67140"/>
                    </a:cubicBezTo>
                    <a:cubicBezTo>
                      <a:pt x="134352" y="29191"/>
                      <a:pt x="105145" y="0"/>
                      <a:pt x="67176" y="0"/>
                    </a:cubicBezTo>
                    <a:cubicBezTo>
                      <a:pt x="29207" y="0"/>
                      <a:pt x="0" y="29191"/>
                      <a:pt x="0" y="67140"/>
                    </a:cubicBezTo>
                    <a:cubicBezTo>
                      <a:pt x="0" y="105089"/>
                      <a:pt x="29207" y="134280"/>
                      <a:pt x="67176" y="134280"/>
                    </a:cubicBezTo>
                    <a:close/>
                    <a:moveTo>
                      <a:pt x="21418" y="67140"/>
                    </a:moveTo>
                    <a:cubicBezTo>
                      <a:pt x="21418" y="42814"/>
                      <a:pt x="41863" y="21407"/>
                      <a:pt x="67176" y="21407"/>
                    </a:cubicBezTo>
                    <a:cubicBezTo>
                      <a:pt x="92489" y="21407"/>
                      <a:pt x="112933" y="41841"/>
                      <a:pt x="112933" y="67140"/>
                    </a:cubicBezTo>
                    <a:cubicBezTo>
                      <a:pt x="112933" y="92439"/>
                      <a:pt x="92489" y="112873"/>
                      <a:pt x="67176" y="112873"/>
                    </a:cubicBezTo>
                    <a:cubicBezTo>
                      <a:pt x="41863" y="112873"/>
                      <a:pt x="21418" y="91466"/>
                      <a:pt x="21418" y="6714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98" name="Freeform 797">
                <a:extLst>
                  <a:ext uri="{FF2B5EF4-FFF2-40B4-BE49-F238E27FC236}">
                    <a16:creationId xmlns:a16="http://schemas.microsoft.com/office/drawing/2014/main" id="{CE039774-2605-B667-41ED-3E7F592D4C1C}"/>
                  </a:ext>
                </a:extLst>
              </p:cNvPr>
              <p:cNvSpPr/>
              <p:nvPr/>
            </p:nvSpPr>
            <p:spPr>
              <a:xfrm>
                <a:off x="5401429" y="5771289"/>
                <a:ext cx="160638" cy="91466"/>
              </a:xfrm>
              <a:custGeom>
                <a:avLst/>
                <a:gdLst>
                  <a:gd name="connsiteX0" fmla="*/ 158691 w 160638"/>
                  <a:gd name="connsiteY0" fmla="*/ 7784 h 91466"/>
                  <a:gd name="connsiteX1" fmla="*/ 158691 w 160638"/>
                  <a:gd name="connsiteY1" fmla="*/ 2919 h 91466"/>
                  <a:gd name="connsiteX2" fmla="*/ 141167 w 160638"/>
                  <a:gd name="connsiteY2" fmla="*/ 0 h 91466"/>
                  <a:gd name="connsiteX3" fmla="*/ 134352 w 160638"/>
                  <a:gd name="connsiteY3" fmla="*/ 0 h 91466"/>
                  <a:gd name="connsiteX4" fmla="*/ 126563 w 160638"/>
                  <a:gd name="connsiteY4" fmla="*/ 2919 h 91466"/>
                  <a:gd name="connsiteX5" fmla="*/ 101251 w 160638"/>
                  <a:gd name="connsiteY5" fmla="*/ 29191 h 91466"/>
                  <a:gd name="connsiteX6" fmla="*/ 75938 w 160638"/>
                  <a:gd name="connsiteY6" fmla="*/ 2919 h 91466"/>
                  <a:gd name="connsiteX7" fmla="*/ 68149 w 160638"/>
                  <a:gd name="connsiteY7" fmla="*/ 0 h 91466"/>
                  <a:gd name="connsiteX8" fmla="*/ 61335 w 160638"/>
                  <a:gd name="connsiteY8" fmla="*/ 0 h 91466"/>
                  <a:gd name="connsiteX9" fmla="*/ 0 w 160638"/>
                  <a:gd name="connsiteY9" fmla="*/ 61302 h 91466"/>
                  <a:gd name="connsiteX10" fmla="*/ 0 w 160638"/>
                  <a:gd name="connsiteY10" fmla="*/ 80763 h 91466"/>
                  <a:gd name="connsiteX11" fmla="*/ 10709 w 160638"/>
                  <a:gd name="connsiteY11" fmla="*/ 91467 h 91466"/>
                  <a:gd name="connsiteX12" fmla="*/ 21418 w 160638"/>
                  <a:gd name="connsiteY12" fmla="*/ 80763 h 91466"/>
                  <a:gd name="connsiteX13" fmla="*/ 21418 w 160638"/>
                  <a:gd name="connsiteY13" fmla="*/ 61302 h 91466"/>
                  <a:gd name="connsiteX14" fmla="*/ 61335 w 160638"/>
                  <a:gd name="connsiteY14" fmla="*/ 21407 h 91466"/>
                  <a:gd name="connsiteX15" fmla="*/ 63282 w 160638"/>
                  <a:gd name="connsiteY15" fmla="*/ 21407 h 91466"/>
                  <a:gd name="connsiteX16" fmla="*/ 93462 w 160638"/>
                  <a:gd name="connsiteY16" fmla="*/ 52545 h 91466"/>
                  <a:gd name="connsiteX17" fmla="*/ 101251 w 160638"/>
                  <a:gd name="connsiteY17" fmla="*/ 55464 h 91466"/>
                  <a:gd name="connsiteX18" fmla="*/ 109039 w 160638"/>
                  <a:gd name="connsiteY18" fmla="*/ 52545 h 91466"/>
                  <a:gd name="connsiteX19" fmla="*/ 139220 w 160638"/>
                  <a:gd name="connsiteY19" fmla="*/ 21407 h 91466"/>
                  <a:gd name="connsiteX20" fmla="*/ 141167 w 160638"/>
                  <a:gd name="connsiteY20" fmla="*/ 21407 h 91466"/>
                  <a:gd name="connsiteX21" fmla="*/ 160638 w 160638"/>
                  <a:gd name="connsiteY21" fmla="*/ 26272 h 91466"/>
                  <a:gd name="connsiteX22" fmla="*/ 158691 w 160638"/>
                  <a:gd name="connsiteY22" fmla="*/ 7784 h 9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638" h="91466">
                    <a:moveTo>
                      <a:pt x="158691" y="7784"/>
                    </a:moveTo>
                    <a:cubicBezTo>
                      <a:pt x="158691" y="5838"/>
                      <a:pt x="158691" y="3892"/>
                      <a:pt x="158691" y="2919"/>
                    </a:cubicBezTo>
                    <a:cubicBezTo>
                      <a:pt x="152850" y="973"/>
                      <a:pt x="147982" y="0"/>
                      <a:pt x="141167" y="0"/>
                    </a:cubicBezTo>
                    <a:lnTo>
                      <a:pt x="134352" y="0"/>
                    </a:lnTo>
                    <a:cubicBezTo>
                      <a:pt x="131431" y="0"/>
                      <a:pt x="128510" y="973"/>
                      <a:pt x="126563" y="2919"/>
                    </a:cubicBezTo>
                    <a:lnTo>
                      <a:pt x="101251" y="29191"/>
                    </a:lnTo>
                    <a:lnTo>
                      <a:pt x="75938" y="2919"/>
                    </a:lnTo>
                    <a:cubicBezTo>
                      <a:pt x="73991" y="973"/>
                      <a:pt x="71070" y="0"/>
                      <a:pt x="68149" y="0"/>
                    </a:cubicBezTo>
                    <a:lnTo>
                      <a:pt x="61335" y="0"/>
                    </a:lnTo>
                    <a:cubicBezTo>
                      <a:pt x="28233" y="0"/>
                      <a:pt x="0" y="27245"/>
                      <a:pt x="0" y="61302"/>
                    </a:cubicBezTo>
                    <a:lnTo>
                      <a:pt x="0" y="80763"/>
                    </a:lnTo>
                    <a:cubicBezTo>
                      <a:pt x="0" y="86601"/>
                      <a:pt x="4868" y="91467"/>
                      <a:pt x="10709" y="91467"/>
                    </a:cubicBezTo>
                    <a:cubicBezTo>
                      <a:pt x="16551" y="91467"/>
                      <a:pt x="21418" y="86601"/>
                      <a:pt x="21418" y="80763"/>
                    </a:cubicBezTo>
                    <a:lnTo>
                      <a:pt x="21418" y="61302"/>
                    </a:lnTo>
                    <a:cubicBezTo>
                      <a:pt x="21418" y="39895"/>
                      <a:pt x="38943" y="21407"/>
                      <a:pt x="61335" y="21407"/>
                    </a:cubicBezTo>
                    <a:lnTo>
                      <a:pt x="63282" y="21407"/>
                    </a:lnTo>
                    <a:lnTo>
                      <a:pt x="93462" y="52545"/>
                    </a:lnTo>
                    <a:cubicBezTo>
                      <a:pt x="95409" y="54490"/>
                      <a:pt x="98330" y="55464"/>
                      <a:pt x="101251" y="55464"/>
                    </a:cubicBezTo>
                    <a:cubicBezTo>
                      <a:pt x="104171" y="55464"/>
                      <a:pt x="107092" y="54490"/>
                      <a:pt x="109039" y="52545"/>
                    </a:cubicBezTo>
                    <a:lnTo>
                      <a:pt x="139220" y="21407"/>
                    </a:lnTo>
                    <a:lnTo>
                      <a:pt x="141167" y="21407"/>
                    </a:lnTo>
                    <a:cubicBezTo>
                      <a:pt x="147982" y="21407"/>
                      <a:pt x="154797" y="23353"/>
                      <a:pt x="160638" y="26272"/>
                    </a:cubicBezTo>
                    <a:cubicBezTo>
                      <a:pt x="159664" y="20434"/>
                      <a:pt x="158691" y="13623"/>
                      <a:pt x="158691"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99" name="Freeform 798">
                <a:extLst>
                  <a:ext uri="{FF2B5EF4-FFF2-40B4-BE49-F238E27FC236}">
                    <a16:creationId xmlns:a16="http://schemas.microsoft.com/office/drawing/2014/main" id="{B02ED05A-45AA-8982-01FE-0171BBE96036}"/>
                  </a:ext>
                </a:extLst>
              </p:cNvPr>
              <p:cNvSpPr/>
              <p:nvPr/>
            </p:nvSpPr>
            <p:spPr>
              <a:xfrm>
                <a:off x="5701286" y="5638955"/>
                <a:ext cx="134351" cy="134280"/>
              </a:xfrm>
              <a:custGeom>
                <a:avLst/>
                <a:gdLst>
                  <a:gd name="connsiteX0" fmla="*/ 134352 w 134351"/>
                  <a:gd name="connsiteY0" fmla="*/ 67140 h 134280"/>
                  <a:gd name="connsiteX1" fmla="*/ 67176 w 134351"/>
                  <a:gd name="connsiteY1" fmla="*/ 0 h 134280"/>
                  <a:gd name="connsiteX2" fmla="*/ 0 w 134351"/>
                  <a:gd name="connsiteY2" fmla="*/ 67140 h 134280"/>
                  <a:gd name="connsiteX3" fmla="*/ 67176 w 134351"/>
                  <a:gd name="connsiteY3" fmla="*/ 134280 h 134280"/>
                  <a:gd name="connsiteX4" fmla="*/ 134352 w 134351"/>
                  <a:gd name="connsiteY4" fmla="*/ 67140 h 134280"/>
                  <a:gd name="connsiteX5" fmla="*/ 67176 w 134351"/>
                  <a:gd name="connsiteY5" fmla="*/ 111900 h 134280"/>
                  <a:gd name="connsiteX6" fmla="*/ 21418 w 134351"/>
                  <a:gd name="connsiteY6" fmla="*/ 66167 h 134280"/>
                  <a:gd name="connsiteX7" fmla="*/ 67176 w 134351"/>
                  <a:gd name="connsiteY7" fmla="*/ 20434 h 134280"/>
                  <a:gd name="connsiteX8" fmla="*/ 112933 w 134351"/>
                  <a:gd name="connsiteY8" fmla="*/ 66167 h 134280"/>
                  <a:gd name="connsiteX9" fmla="*/ 67176 w 134351"/>
                  <a:gd name="connsiteY9" fmla="*/ 111900 h 1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51" h="134280">
                    <a:moveTo>
                      <a:pt x="134352" y="67140"/>
                    </a:moveTo>
                    <a:cubicBezTo>
                      <a:pt x="134352" y="29191"/>
                      <a:pt x="105145" y="0"/>
                      <a:pt x="67176" y="0"/>
                    </a:cubicBezTo>
                    <a:cubicBezTo>
                      <a:pt x="29207" y="0"/>
                      <a:pt x="0" y="29191"/>
                      <a:pt x="0" y="67140"/>
                    </a:cubicBezTo>
                    <a:cubicBezTo>
                      <a:pt x="0" y="105089"/>
                      <a:pt x="30180" y="134280"/>
                      <a:pt x="67176" y="134280"/>
                    </a:cubicBezTo>
                    <a:cubicBezTo>
                      <a:pt x="105145" y="134280"/>
                      <a:pt x="134352" y="104115"/>
                      <a:pt x="134352" y="67140"/>
                    </a:cubicBezTo>
                    <a:close/>
                    <a:moveTo>
                      <a:pt x="67176" y="111900"/>
                    </a:moveTo>
                    <a:cubicBezTo>
                      <a:pt x="42837" y="111900"/>
                      <a:pt x="21418" y="91466"/>
                      <a:pt x="21418" y="66167"/>
                    </a:cubicBezTo>
                    <a:cubicBezTo>
                      <a:pt x="21418" y="40867"/>
                      <a:pt x="41863" y="20434"/>
                      <a:pt x="67176" y="20434"/>
                    </a:cubicBezTo>
                    <a:cubicBezTo>
                      <a:pt x="91515" y="20434"/>
                      <a:pt x="112933" y="40867"/>
                      <a:pt x="112933" y="66167"/>
                    </a:cubicBezTo>
                    <a:cubicBezTo>
                      <a:pt x="112933" y="91466"/>
                      <a:pt x="92489" y="111900"/>
                      <a:pt x="67176" y="11190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800" name="Freeform 799">
                <a:extLst>
                  <a:ext uri="{FF2B5EF4-FFF2-40B4-BE49-F238E27FC236}">
                    <a16:creationId xmlns:a16="http://schemas.microsoft.com/office/drawing/2014/main" id="{CDFEAFCD-4EB7-C51C-0121-6A4E4A35FD41}"/>
                  </a:ext>
                </a:extLst>
              </p:cNvPr>
              <p:cNvSpPr/>
              <p:nvPr/>
            </p:nvSpPr>
            <p:spPr>
              <a:xfrm>
                <a:off x="5709075" y="5771289"/>
                <a:ext cx="160638" cy="91466"/>
              </a:xfrm>
              <a:custGeom>
                <a:avLst/>
                <a:gdLst>
                  <a:gd name="connsiteX0" fmla="*/ 1947 w 160638"/>
                  <a:gd name="connsiteY0" fmla="*/ 7784 h 91466"/>
                  <a:gd name="connsiteX1" fmla="*/ 1947 w 160638"/>
                  <a:gd name="connsiteY1" fmla="*/ 2919 h 91466"/>
                  <a:gd name="connsiteX2" fmla="*/ 19471 w 160638"/>
                  <a:gd name="connsiteY2" fmla="*/ 0 h 91466"/>
                  <a:gd name="connsiteX3" fmla="*/ 26286 w 160638"/>
                  <a:gd name="connsiteY3" fmla="*/ 0 h 91466"/>
                  <a:gd name="connsiteX4" fmla="*/ 34075 w 160638"/>
                  <a:gd name="connsiteY4" fmla="*/ 2919 h 91466"/>
                  <a:gd name="connsiteX5" fmla="*/ 59387 w 160638"/>
                  <a:gd name="connsiteY5" fmla="*/ 29191 h 91466"/>
                  <a:gd name="connsiteX6" fmla="*/ 84700 w 160638"/>
                  <a:gd name="connsiteY6" fmla="*/ 2919 h 91466"/>
                  <a:gd name="connsiteX7" fmla="*/ 92489 w 160638"/>
                  <a:gd name="connsiteY7" fmla="*/ 0 h 91466"/>
                  <a:gd name="connsiteX8" fmla="*/ 99304 w 160638"/>
                  <a:gd name="connsiteY8" fmla="*/ 0 h 91466"/>
                  <a:gd name="connsiteX9" fmla="*/ 160638 w 160638"/>
                  <a:gd name="connsiteY9" fmla="*/ 61302 h 91466"/>
                  <a:gd name="connsiteX10" fmla="*/ 160638 w 160638"/>
                  <a:gd name="connsiteY10" fmla="*/ 80763 h 91466"/>
                  <a:gd name="connsiteX11" fmla="*/ 149929 w 160638"/>
                  <a:gd name="connsiteY11" fmla="*/ 91467 h 91466"/>
                  <a:gd name="connsiteX12" fmla="*/ 139220 w 160638"/>
                  <a:gd name="connsiteY12" fmla="*/ 80763 h 91466"/>
                  <a:gd name="connsiteX13" fmla="*/ 139220 w 160638"/>
                  <a:gd name="connsiteY13" fmla="*/ 61302 h 91466"/>
                  <a:gd name="connsiteX14" fmla="*/ 99304 w 160638"/>
                  <a:gd name="connsiteY14" fmla="*/ 21407 h 91466"/>
                  <a:gd name="connsiteX15" fmla="*/ 97356 w 160638"/>
                  <a:gd name="connsiteY15" fmla="*/ 21407 h 91466"/>
                  <a:gd name="connsiteX16" fmla="*/ 67176 w 160638"/>
                  <a:gd name="connsiteY16" fmla="*/ 52545 h 91466"/>
                  <a:gd name="connsiteX17" fmla="*/ 59387 w 160638"/>
                  <a:gd name="connsiteY17" fmla="*/ 55464 h 91466"/>
                  <a:gd name="connsiteX18" fmla="*/ 51599 w 160638"/>
                  <a:gd name="connsiteY18" fmla="*/ 52545 h 91466"/>
                  <a:gd name="connsiteX19" fmla="*/ 21418 w 160638"/>
                  <a:gd name="connsiteY19" fmla="*/ 21407 h 91466"/>
                  <a:gd name="connsiteX20" fmla="*/ 19471 w 160638"/>
                  <a:gd name="connsiteY20" fmla="*/ 21407 h 91466"/>
                  <a:gd name="connsiteX21" fmla="*/ 0 w 160638"/>
                  <a:gd name="connsiteY21" fmla="*/ 26272 h 91466"/>
                  <a:gd name="connsiteX22" fmla="*/ 1947 w 160638"/>
                  <a:gd name="connsiteY22" fmla="*/ 7784 h 9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638" h="91466">
                    <a:moveTo>
                      <a:pt x="1947" y="7784"/>
                    </a:moveTo>
                    <a:cubicBezTo>
                      <a:pt x="1947" y="5838"/>
                      <a:pt x="1947" y="3892"/>
                      <a:pt x="1947" y="2919"/>
                    </a:cubicBezTo>
                    <a:cubicBezTo>
                      <a:pt x="7789" y="973"/>
                      <a:pt x="12656" y="0"/>
                      <a:pt x="19471" y="0"/>
                    </a:cubicBezTo>
                    <a:lnTo>
                      <a:pt x="26286" y="0"/>
                    </a:lnTo>
                    <a:cubicBezTo>
                      <a:pt x="29207" y="0"/>
                      <a:pt x="32128" y="973"/>
                      <a:pt x="34075" y="2919"/>
                    </a:cubicBezTo>
                    <a:lnTo>
                      <a:pt x="59387" y="29191"/>
                    </a:lnTo>
                    <a:lnTo>
                      <a:pt x="84700" y="2919"/>
                    </a:lnTo>
                    <a:cubicBezTo>
                      <a:pt x="86647" y="973"/>
                      <a:pt x="89568" y="0"/>
                      <a:pt x="92489" y="0"/>
                    </a:cubicBezTo>
                    <a:lnTo>
                      <a:pt x="99304" y="0"/>
                    </a:lnTo>
                    <a:cubicBezTo>
                      <a:pt x="132405" y="0"/>
                      <a:pt x="160638" y="27245"/>
                      <a:pt x="160638" y="61302"/>
                    </a:cubicBezTo>
                    <a:lnTo>
                      <a:pt x="160638" y="80763"/>
                    </a:lnTo>
                    <a:cubicBezTo>
                      <a:pt x="160638" y="86601"/>
                      <a:pt x="155770" y="91467"/>
                      <a:pt x="149929" y="91467"/>
                    </a:cubicBezTo>
                    <a:cubicBezTo>
                      <a:pt x="144087" y="91467"/>
                      <a:pt x="139220" y="86601"/>
                      <a:pt x="139220" y="80763"/>
                    </a:cubicBezTo>
                    <a:lnTo>
                      <a:pt x="139220" y="61302"/>
                    </a:lnTo>
                    <a:cubicBezTo>
                      <a:pt x="139220" y="39895"/>
                      <a:pt x="121695" y="21407"/>
                      <a:pt x="99304" y="21407"/>
                    </a:cubicBezTo>
                    <a:lnTo>
                      <a:pt x="97356" y="21407"/>
                    </a:lnTo>
                    <a:lnTo>
                      <a:pt x="67176" y="52545"/>
                    </a:lnTo>
                    <a:cubicBezTo>
                      <a:pt x="65229" y="54490"/>
                      <a:pt x="62308" y="55464"/>
                      <a:pt x="59387" y="55464"/>
                    </a:cubicBezTo>
                    <a:cubicBezTo>
                      <a:pt x="56467" y="55464"/>
                      <a:pt x="53546" y="54490"/>
                      <a:pt x="51599" y="52545"/>
                    </a:cubicBezTo>
                    <a:lnTo>
                      <a:pt x="21418" y="21407"/>
                    </a:lnTo>
                    <a:lnTo>
                      <a:pt x="19471" y="21407"/>
                    </a:lnTo>
                    <a:cubicBezTo>
                      <a:pt x="12656" y="21407"/>
                      <a:pt x="5841" y="23353"/>
                      <a:pt x="0" y="26272"/>
                    </a:cubicBezTo>
                    <a:cubicBezTo>
                      <a:pt x="974" y="20434"/>
                      <a:pt x="1947" y="13623"/>
                      <a:pt x="1947"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sp>
        <p:nvSpPr>
          <p:cNvPr id="801" name="Text Placeholder 8">
            <a:extLst>
              <a:ext uri="{FF2B5EF4-FFF2-40B4-BE49-F238E27FC236}">
                <a16:creationId xmlns:a16="http://schemas.microsoft.com/office/drawing/2014/main" id="{8D754016-1F7E-7ABF-5578-A554DEE0DB65}"/>
              </a:ext>
            </a:extLst>
          </p:cNvPr>
          <p:cNvSpPr txBox="1">
            <a:spLocks/>
          </p:cNvSpPr>
          <p:nvPr/>
        </p:nvSpPr>
        <p:spPr>
          <a:xfrm>
            <a:off x="849938" y="2603050"/>
            <a:ext cx="2743541" cy="68955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80"/>
              </a:lnSpc>
            </a:pPr>
            <a:r>
              <a:rPr lang="en-US" sz="1200" dirty="0">
                <a:solidFill>
                  <a:schemeClr val="accent6"/>
                </a:solidFill>
                <a:latin typeface="Montserrat ExtraBold" pitchFamily="2" charset="77"/>
                <a:cs typeface="Gotham Book" pitchFamily="2" charset="0"/>
              </a:rPr>
              <a:t>NOTE: </a:t>
            </a:r>
            <a:r>
              <a:rPr lang="en-US" sz="1200" b="0" dirty="0">
                <a:solidFill>
                  <a:schemeClr val="accent6"/>
                </a:solidFill>
                <a:latin typeface="Montserrat" pitchFamily="2" charset="77"/>
                <a:cs typeface="Gotham Book" pitchFamily="2" charset="0"/>
              </a:rPr>
              <a:t>You can change the color by selecting the circle by itself </a:t>
            </a:r>
            <a:br>
              <a:rPr lang="en-US" sz="1200" b="0" dirty="0">
                <a:solidFill>
                  <a:schemeClr val="accent6"/>
                </a:solidFill>
                <a:latin typeface="Montserrat" pitchFamily="2" charset="77"/>
                <a:cs typeface="Gotham Book" pitchFamily="2" charset="0"/>
              </a:rPr>
            </a:br>
            <a:r>
              <a:rPr lang="en-US" sz="1200" b="0" dirty="0">
                <a:solidFill>
                  <a:schemeClr val="accent6"/>
                </a:solidFill>
                <a:latin typeface="Montserrat" pitchFamily="2" charset="77"/>
                <a:cs typeface="Gotham Book" pitchFamily="2" charset="0"/>
              </a:rPr>
              <a:t>and use shape fill in the ribbon.</a:t>
            </a:r>
          </a:p>
        </p:txBody>
      </p:sp>
      <p:grpSp>
        <p:nvGrpSpPr>
          <p:cNvPr id="2" name="Graphic 4119">
            <a:extLst>
              <a:ext uri="{FF2B5EF4-FFF2-40B4-BE49-F238E27FC236}">
                <a16:creationId xmlns:a16="http://schemas.microsoft.com/office/drawing/2014/main" id="{16F6DD61-17AC-D00B-8226-451FEB6FCA52}"/>
              </a:ext>
            </a:extLst>
          </p:cNvPr>
          <p:cNvGrpSpPr/>
          <p:nvPr/>
        </p:nvGrpSpPr>
        <p:grpSpPr>
          <a:xfrm>
            <a:off x="1165947" y="494969"/>
            <a:ext cx="1813299" cy="484838"/>
            <a:chOff x="2178742" y="-1107180"/>
            <a:chExt cx="2171851" cy="580707"/>
          </a:xfrm>
          <a:solidFill>
            <a:schemeClr val="tx1"/>
          </a:solidFill>
        </p:grpSpPr>
        <p:sp>
          <p:nvSpPr>
            <p:cNvPr id="4" name="Freeform 3">
              <a:extLst>
                <a:ext uri="{FF2B5EF4-FFF2-40B4-BE49-F238E27FC236}">
                  <a16:creationId xmlns:a16="http://schemas.microsoft.com/office/drawing/2014/main" id="{64576557-C76F-D6DD-9656-DDD84A8AA82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8710C55F-A1DF-DF59-FE97-53FE24C80EC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4F04A38C-BB99-C025-8120-1FA3857471C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BD9ABB1E-19B2-34DB-F01D-9398C7FD0BAD}"/>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A202B23A-6D06-DFAA-6756-624920B9A1B9}"/>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4855F4A6-7C34-0A88-58AB-93469FFECF99}"/>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6EA7E4E5-B563-3505-0A73-F29EA954B80E}"/>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2501289D-3827-0330-735D-4E8D050B230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66068CDE-EE43-E0EE-5A4F-08EB144DD28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F4DBB054-C79F-99F5-3199-C32F257330E3}"/>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324CC6EE-65B7-CA00-20BA-CEB866CE2264}"/>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A33724B7-FC73-13FE-3601-AC6C94B842E1}"/>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73A2E402-D764-B6D7-3AD6-554F84132FEF}"/>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82DDB45E-362E-1E20-5955-E9A5424666C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54A284C8-BA1F-2102-CE81-0362C6EC5DA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2B75359C-F7C5-EA4A-600C-EAC7C885944E}"/>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66AAB517-D668-C5CB-A26C-4D1ACBBDEAA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4E982275-A490-AC2C-6BEE-9628508619C1}"/>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3DE2B300-2F62-0951-5712-034CDE5A7FC8}"/>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E95FE59D-3ED4-A15C-6F75-F52ADB7E9340}"/>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grpSp>
        <p:nvGrpSpPr>
          <p:cNvPr id="30" name="Group 29">
            <a:extLst>
              <a:ext uri="{FF2B5EF4-FFF2-40B4-BE49-F238E27FC236}">
                <a16:creationId xmlns:a16="http://schemas.microsoft.com/office/drawing/2014/main" id="{93D34C1B-75D9-91AF-E26B-ADEF4C11D9F7}"/>
              </a:ext>
            </a:extLst>
          </p:cNvPr>
          <p:cNvGrpSpPr/>
          <p:nvPr/>
        </p:nvGrpSpPr>
        <p:grpSpPr>
          <a:xfrm>
            <a:off x="5005124" y="1163318"/>
            <a:ext cx="1743909" cy="246221"/>
            <a:chOff x="923083" y="2072955"/>
            <a:chExt cx="1743909" cy="246221"/>
          </a:xfrm>
        </p:grpSpPr>
        <p:sp>
          <p:nvSpPr>
            <p:cNvPr id="31" name="TextBox 30">
              <a:extLst>
                <a:ext uri="{FF2B5EF4-FFF2-40B4-BE49-F238E27FC236}">
                  <a16:creationId xmlns:a16="http://schemas.microsoft.com/office/drawing/2014/main" id="{5D01E505-9225-B8C5-4381-9946A9270A59}"/>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Icons</a:t>
              </a:r>
            </a:p>
          </p:txBody>
        </p:sp>
        <p:cxnSp>
          <p:nvCxnSpPr>
            <p:cNvPr id="32" name="Straight Connector 31">
              <a:extLst>
                <a:ext uri="{FF2B5EF4-FFF2-40B4-BE49-F238E27FC236}">
                  <a16:creationId xmlns:a16="http://schemas.microsoft.com/office/drawing/2014/main" id="{63D34863-B24F-6099-E987-C13DA3A90A4F}"/>
                </a:ext>
              </a:extLst>
            </p:cNvPr>
            <p:cNvCxnSpPr/>
            <p:nvPr/>
          </p:nvCxnSpPr>
          <p:spPr>
            <a:xfrm>
              <a:off x="985654"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2" name="Graphic 450">
            <a:extLst>
              <a:ext uri="{FF2B5EF4-FFF2-40B4-BE49-F238E27FC236}">
                <a16:creationId xmlns:a16="http://schemas.microsoft.com/office/drawing/2014/main" id="{51CAD2AC-ED9F-6493-A230-2570C681A430}"/>
              </a:ext>
            </a:extLst>
          </p:cNvPr>
          <p:cNvGrpSpPr/>
          <p:nvPr/>
        </p:nvGrpSpPr>
        <p:grpSpPr>
          <a:xfrm>
            <a:off x="9422265" y="4558796"/>
            <a:ext cx="593722" cy="593406"/>
            <a:chOff x="6271795" y="3857307"/>
            <a:chExt cx="558825" cy="558528"/>
          </a:xfrm>
        </p:grpSpPr>
        <p:sp>
          <p:nvSpPr>
            <p:cNvPr id="683" name="Freeform 682">
              <a:extLst>
                <a:ext uri="{FF2B5EF4-FFF2-40B4-BE49-F238E27FC236}">
                  <a16:creationId xmlns:a16="http://schemas.microsoft.com/office/drawing/2014/main" id="{7F06FCA7-3F20-14CC-AB53-39A4F3B7148E}"/>
                </a:ext>
              </a:extLst>
            </p:cNvPr>
            <p:cNvSpPr/>
            <p:nvPr/>
          </p:nvSpPr>
          <p:spPr>
            <a:xfrm>
              <a:off x="6271795" y="3857307"/>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4" name="Freeform 683">
              <a:extLst>
                <a:ext uri="{FF2B5EF4-FFF2-40B4-BE49-F238E27FC236}">
                  <a16:creationId xmlns:a16="http://schemas.microsoft.com/office/drawing/2014/main" id="{AE68B33A-7525-B218-110B-3C4CE1660B32}"/>
                </a:ext>
              </a:extLst>
            </p:cNvPr>
            <p:cNvSpPr/>
            <p:nvPr/>
          </p:nvSpPr>
          <p:spPr>
            <a:xfrm>
              <a:off x="6450931" y="4166736"/>
              <a:ext cx="190818" cy="9730"/>
            </a:xfrm>
            <a:custGeom>
              <a:avLst/>
              <a:gdLst>
                <a:gd name="connsiteX0" fmla="*/ 0 w 190818"/>
                <a:gd name="connsiteY0" fmla="*/ 0 h 9730"/>
                <a:gd name="connsiteX1" fmla="*/ 190818 w 190818"/>
                <a:gd name="connsiteY1" fmla="*/ 0 h 9730"/>
              </a:gdLst>
              <a:ahLst/>
              <a:cxnLst>
                <a:cxn ang="0">
                  <a:pos x="connsiteX0" y="connsiteY0"/>
                </a:cxn>
                <a:cxn ang="0">
                  <a:pos x="connsiteX1" y="connsiteY1"/>
                </a:cxn>
              </a:cxnLst>
              <a:rect l="l" t="t" r="r" b="b"/>
              <a:pathLst>
                <a:path w="190818" h="9730">
                  <a:moveTo>
                    <a:pt x="0" y="0"/>
                  </a:moveTo>
                  <a:lnTo>
                    <a:pt x="190818" y="0"/>
                  </a:lnTo>
                </a:path>
              </a:pathLst>
            </a:custGeom>
            <a:ln w="5004" cap="rnd">
              <a:solidFill>
                <a:srgbClr val="FFFFFF"/>
              </a:solidFill>
              <a:prstDash val="solid"/>
              <a:round/>
            </a:ln>
          </p:spPr>
          <p:txBody>
            <a:bodyPr rtlCol="0" anchor="ctr"/>
            <a:lstStyle/>
            <a:p>
              <a:endParaRPr lang="en-US" dirty="0">
                <a:latin typeface="Proxima Nova Rg" panose="02000506030000020004" pitchFamily="2" charset="77"/>
              </a:endParaRPr>
            </a:p>
          </p:txBody>
        </p:sp>
        <p:grpSp>
          <p:nvGrpSpPr>
            <p:cNvPr id="685" name="Graphic 450">
              <a:extLst>
                <a:ext uri="{FF2B5EF4-FFF2-40B4-BE49-F238E27FC236}">
                  <a16:creationId xmlns:a16="http://schemas.microsoft.com/office/drawing/2014/main" id="{2012C6C6-47B5-A359-D6AA-EE9CA8B957B7}"/>
                </a:ext>
              </a:extLst>
            </p:cNvPr>
            <p:cNvGrpSpPr/>
            <p:nvPr/>
          </p:nvGrpSpPr>
          <p:grpSpPr>
            <a:xfrm>
              <a:off x="6374595" y="3924447"/>
              <a:ext cx="352286" cy="389218"/>
              <a:chOff x="6374595" y="3924447"/>
              <a:chExt cx="352286" cy="389218"/>
            </a:xfrm>
            <a:solidFill>
              <a:srgbClr val="FFFFFF"/>
            </a:solidFill>
          </p:grpSpPr>
          <p:sp>
            <p:nvSpPr>
              <p:cNvPr id="686" name="Freeform 685">
                <a:extLst>
                  <a:ext uri="{FF2B5EF4-FFF2-40B4-BE49-F238E27FC236}">
                    <a16:creationId xmlns:a16="http://schemas.microsoft.com/office/drawing/2014/main" id="{962815E1-60D9-93AA-7455-487BED560AD0}"/>
                  </a:ext>
                </a:extLst>
              </p:cNvPr>
              <p:cNvSpPr/>
              <p:nvPr/>
            </p:nvSpPr>
            <p:spPr>
              <a:xfrm>
                <a:off x="6574191" y="4066130"/>
                <a:ext cx="19261" cy="33465"/>
              </a:xfrm>
              <a:custGeom>
                <a:avLst/>
                <a:gdLst>
                  <a:gd name="connsiteX0" fmla="*/ 14985 w 19261"/>
                  <a:gd name="connsiteY0" fmla="*/ 33465 h 33465"/>
                  <a:gd name="connsiteX1" fmla="*/ 11091 w 19261"/>
                  <a:gd name="connsiteY1" fmla="*/ 30546 h 33465"/>
                  <a:gd name="connsiteX2" fmla="*/ 382 w 19261"/>
                  <a:gd name="connsiteY2" fmla="*/ 6220 h 33465"/>
                  <a:gd name="connsiteX3" fmla="*/ 2329 w 19261"/>
                  <a:gd name="connsiteY3" fmla="*/ 382 h 33465"/>
                  <a:gd name="connsiteX4" fmla="*/ 8171 w 19261"/>
                  <a:gd name="connsiteY4" fmla="*/ 2328 h 33465"/>
                  <a:gd name="connsiteX5" fmla="*/ 18880 w 19261"/>
                  <a:gd name="connsiteY5" fmla="*/ 26654 h 33465"/>
                  <a:gd name="connsiteX6" fmla="*/ 16933 w 19261"/>
                  <a:gd name="connsiteY6" fmla="*/ 32492 h 33465"/>
                  <a:gd name="connsiteX7" fmla="*/ 14985 w 19261"/>
                  <a:gd name="connsiteY7" fmla="*/ 33465 h 33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61" h="33465">
                    <a:moveTo>
                      <a:pt x="14985" y="33465"/>
                    </a:moveTo>
                    <a:cubicBezTo>
                      <a:pt x="13038" y="33465"/>
                      <a:pt x="12065" y="32492"/>
                      <a:pt x="11091" y="30546"/>
                    </a:cubicBezTo>
                    <a:lnTo>
                      <a:pt x="382" y="6220"/>
                    </a:lnTo>
                    <a:cubicBezTo>
                      <a:pt x="-592" y="4274"/>
                      <a:pt x="382" y="1355"/>
                      <a:pt x="2329" y="382"/>
                    </a:cubicBezTo>
                    <a:cubicBezTo>
                      <a:pt x="4276" y="-591"/>
                      <a:pt x="7197" y="382"/>
                      <a:pt x="8171" y="2328"/>
                    </a:cubicBezTo>
                    <a:lnTo>
                      <a:pt x="18880" y="26654"/>
                    </a:lnTo>
                    <a:cubicBezTo>
                      <a:pt x="19853" y="28600"/>
                      <a:pt x="18880" y="31519"/>
                      <a:pt x="16933" y="32492"/>
                    </a:cubicBezTo>
                    <a:cubicBezTo>
                      <a:pt x="15959" y="33465"/>
                      <a:pt x="15959" y="33465"/>
                      <a:pt x="14985" y="3346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7" name="Freeform 686">
                <a:extLst>
                  <a:ext uri="{FF2B5EF4-FFF2-40B4-BE49-F238E27FC236}">
                    <a16:creationId xmlns:a16="http://schemas.microsoft.com/office/drawing/2014/main" id="{992D12D5-7006-AEC3-26E1-1F2EE26DE28C}"/>
                  </a:ext>
                </a:extLst>
              </p:cNvPr>
              <p:cNvSpPr/>
              <p:nvPr/>
            </p:nvSpPr>
            <p:spPr>
              <a:xfrm>
                <a:off x="6507989" y="4067103"/>
                <a:ext cx="19261" cy="32492"/>
              </a:xfrm>
              <a:custGeom>
                <a:avLst/>
                <a:gdLst>
                  <a:gd name="connsiteX0" fmla="*/ 4276 w 19261"/>
                  <a:gd name="connsiteY0" fmla="*/ 32492 h 32492"/>
                  <a:gd name="connsiteX1" fmla="*/ 2329 w 19261"/>
                  <a:gd name="connsiteY1" fmla="*/ 32492 h 32492"/>
                  <a:gd name="connsiteX2" fmla="*/ 382 w 19261"/>
                  <a:gd name="connsiteY2" fmla="*/ 26654 h 32492"/>
                  <a:gd name="connsiteX3" fmla="*/ 11091 w 19261"/>
                  <a:gd name="connsiteY3" fmla="*/ 2328 h 32492"/>
                  <a:gd name="connsiteX4" fmla="*/ 16932 w 19261"/>
                  <a:gd name="connsiteY4" fmla="*/ 382 h 32492"/>
                  <a:gd name="connsiteX5" fmla="*/ 18880 w 19261"/>
                  <a:gd name="connsiteY5" fmla="*/ 6220 h 32492"/>
                  <a:gd name="connsiteX6" fmla="*/ 8170 w 19261"/>
                  <a:gd name="connsiteY6" fmla="*/ 30546 h 32492"/>
                  <a:gd name="connsiteX7" fmla="*/ 4276 w 19261"/>
                  <a:gd name="connsiteY7" fmla="*/ 32492 h 32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61" h="32492">
                    <a:moveTo>
                      <a:pt x="4276" y="32492"/>
                    </a:moveTo>
                    <a:cubicBezTo>
                      <a:pt x="3303" y="32492"/>
                      <a:pt x="3303" y="32492"/>
                      <a:pt x="2329" y="32492"/>
                    </a:cubicBezTo>
                    <a:cubicBezTo>
                      <a:pt x="382" y="31519"/>
                      <a:pt x="-592" y="28600"/>
                      <a:pt x="382" y="26654"/>
                    </a:cubicBezTo>
                    <a:lnTo>
                      <a:pt x="11091" y="2328"/>
                    </a:lnTo>
                    <a:cubicBezTo>
                      <a:pt x="12065" y="382"/>
                      <a:pt x="14985" y="-591"/>
                      <a:pt x="16932" y="382"/>
                    </a:cubicBezTo>
                    <a:cubicBezTo>
                      <a:pt x="18880" y="1355"/>
                      <a:pt x="19853" y="4274"/>
                      <a:pt x="18880" y="6220"/>
                    </a:cubicBezTo>
                    <a:lnTo>
                      <a:pt x="8170" y="30546"/>
                    </a:lnTo>
                    <a:cubicBezTo>
                      <a:pt x="8170" y="31519"/>
                      <a:pt x="6223" y="32492"/>
                      <a:pt x="4276" y="3249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8" name="Freeform 687">
                <a:extLst>
                  <a:ext uri="{FF2B5EF4-FFF2-40B4-BE49-F238E27FC236}">
                    <a16:creationId xmlns:a16="http://schemas.microsoft.com/office/drawing/2014/main" id="{5CA50ADA-3B1E-09F9-BF4D-1930D450F3C6}"/>
                  </a:ext>
                </a:extLst>
              </p:cNvPr>
              <p:cNvSpPr/>
              <p:nvPr/>
            </p:nvSpPr>
            <p:spPr>
              <a:xfrm>
                <a:off x="6374595" y="4092784"/>
                <a:ext cx="141563" cy="200447"/>
              </a:xfrm>
              <a:custGeom>
                <a:avLst/>
                <a:gdLst>
                  <a:gd name="connsiteX0" fmla="*/ 55890 w 141563"/>
                  <a:gd name="connsiteY0" fmla="*/ 200448 h 200447"/>
                  <a:gd name="connsiteX1" fmla="*/ 53943 w 141563"/>
                  <a:gd name="connsiteY1" fmla="*/ 200448 h 200447"/>
                  <a:gd name="connsiteX2" fmla="*/ 20842 w 141563"/>
                  <a:gd name="connsiteY2" fmla="*/ 185852 h 200447"/>
                  <a:gd name="connsiteX3" fmla="*/ 5265 w 141563"/>
                  <a:gd name="connsiteY3" fmla="*/ 129415 h 200447"/>
                  <a:gd name="connsiteX4" fmla="*/ 41287 w 141563"/>
                  <a:gd name="connsiteY4" fmla="*/ 34057 h 200447"/>
                  <a:gd name="connsiteX5" fmla="*/ 81203 w 141563"/>
                  <a:gd name="connsiteY5" fmla="*/ 4865 h 200447"/>
                  <a:gd name="connsiteX6" fmla="*/ 136696 w 141563"/>
                  <a:gd name="connsiteY6" fmla="*/ 0 h 200447"/>
                  <a:gd name="connsiteX7" fmla="*/ 141564 w 141563"/>
                  <a:gd name="connsiteY7" fmla="*/ 3892 h 200447"/>
                  <a:gd name="connsiteX8" fmla="*/ 137670 w 141563"/>
                  <a:gd name="connsiteY8" fmla="*/ 8757 h 200447"/>
                  <a:gd name="connsiteX9" fmla="*/ 82177 w 141563"/>
                  <a:gd name="connsiteY9" fmla="*/ 13623 h 200447"/>
                  <a:gd name="connsiteX10" fmla="*/ 49075 w 141563"/>
                  <a:gd name="connsiteY10" fmla="*/ 37949 h 200447"/>
                  <a:gd name="connsiteX11" fmla="*/ 13054 w 141563"/>
                  <a:gd name="connsiteY11" fmla="*/ 133307 h 200447"/>
                  <a:gd name="connsiteX12" fmla="*/ 24736 w 141563"/>
                  <a:gd name="connsiteY12" fmla="*/ 179040 h 200447"/>
                  <a:gd name="connsiteX13" fmla="*/ 56864 w 141563"/>
                  <a:gd name="connsiteY13" fmla="*/ 193636 h 200447"/>
                  <a:gd name="connsiteX14" fmla="*/ 58811 w 141563"/>
                  <a:gd name="connsiteY14" fmla="*/ 199474 h 200447"/>
                  <a:gd name="connsiteX15" fmla="*/ 55890 w 141563"/>
                  <a:gd name="connsiteY15" fmla="*/ 200448 h 20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1563" h="200447">
                    <a:moveTo>
                      <a:pt x="55890" y="200448"/>
                    </a:moveTo>
                    <a:cubicBezTo>
                      <a:pt x="54917" y="200448"/>
                      <a:pt x="54917" y="200448"/>
                      <a:pt x="53943" y="200448"/>
                    </a:cubicBezTo>
                    <a:lnTo>
                      <a:pt x="20842" y="185852"/>
                    </a:lnTo>
                    <a:cubicBezTo>
                      <a:pt x="397" y="173202"/>
                      <a:pt x="-5444" y="152768"/>
                      <a:pt x="5265" y="129415"/>
                    </a:cubicBezTo>
                    <a:lnTo>
                      <a:pt x="41287" y="34057"/>
                    </a:lnTo>
                    <a:cubicBezTo>
                      <a:pt x="49075" y="17515"/>
                      <a:pt x="63679" y="6811"/>
                      <a:pt x="81203" y="4865"/>
                    </a:cubicBezTo>
                    <a:lnTo>
                      <a:pt x="136696" y="0"/>
                    </a:lnTo>
                    <a:cubicBezTo>
                      <a:pt x="138643" y="0"/>
                      <a:pt x="141564" y="1946"/>
                      <a:pt x="141564" y="3892"/>
                    </a:cubicBezTo>
                    <a:cubicBezTo>
                      <a:pt x="141564" y="5838"/>
                      <a:pt x="139617" y="8757"/>
                      <a:pt x="137670" y="8757"/>
                    </a:cubicBezTo>
                    <a:lnTo>
                      <a:pt x="82177" y="13623"/>
                    </a:lnTo>
                    <a:cubicBezTo>
                      <a:pt x="67573" y="15569"/>
                      <a:pt x="55890" y="24326"/>
                      <a:pt x="49075" y="37949"/>
                    </a:cubicBezTo>
                    <a:lnTo>
                      <a:pt x="13054" y="133307"/>
                    </a:lnTo>
                    <a:cubicBezTo>
                      <a:pt x="4291" y="152768"/>
                      <a:pt x="8186" y="169310"/>
                      <a:pt x="24736" y="179040"/>
                    </a:cubicBezTo>
                    <a:lnTo>
                      <a:pt x="56864" y="193636"/>
                    </a:lnTo>
                    <a:cubicBezTo>
                      <a:pt x="58811" y="194609"/>
                      <a:pt x="59785" y="197528"/>
                      <a:pt x="58811" y="199474"/>
                    </a:cubicBezTo>
                    <a:cubicBezTo>
                      <a:pt x="58811" y="199474"/>
                      <a:pt x="57837" y="200448"/>
                      <a:pt x="55890" y="20044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9" name="Freeform 688">
                <a:extLst>
                  <a:ext uri="{FF2B5EF4-FFF2-40B4-BE49-F238E27FC236}">
                    <a16:creationId xmlns:a16="http://schemas.microsoft.com/office/drawing/2014/main" id="{EFA1A027-E173-9054-0A70-11E5095246C9}"/>
                  </a:ext>
                </a:extLst>
              </p:cNvPr>
              <p:cNvSpPr/>
              <p:nvPr/>
            </p:nvSpPr>
            <p:spPr>
              <a:xfrm>
                <a:off x="6585282" y="4090838"/>
                <a:ext cx="141599" cy="202393"/>
              </a:xfrm>
              <a:custGeom>
                <a:avLst/>
                <a:gdLst>
                  <a:gd name="connsiteX0" fmla="*/ 86647 w 141599"/>
                  <a:gd name="connsiteY0" fmla="*/ 202394 h 202393"/>
                  <a:gd name="connsiteX1" fmla="*/ 82753 w 141599"/>
                  <a:gd name="connsiteY1" fmla="*/ 199474 h 202393"/>
                  <a:gd name="connsiteX2" fmla="*/ 84700 w 141599"/>
                  <a:gd name="connsiteY2" fmla="*/ 193636 h 202393"/>
                  <a:gd name="connsiteX3" fmla="*/ 117801 w 141599"/>
                  <a:gd name="connsiteY3" fmla="*/ 179041 h 202393"/>
                  <a:gd name="connsiteX4" fmla="*/ 128510 w 141599"/>
                  <a:gd name="connsiteY4" fmla="*/ 133307 h 202393"/>
                  <a:gd name="connsiteX5" fmla="*/ 92489 w 141599"/>
                  <a:gd name="connsiteY5" fmla="*/ 37949 h 202393"/>
                  <a:gd name="connsiteX6" fmla="*/ 59387 w 141599"/>
                  <a:gd name="connsiteY6" fmla="*/ 13623 h 202393"/>
                  <a:gd name="connsiteX7" fmla="*/ 3894 w 141599"/>
                  <a:gd name="connsiteY7" fmla="*/ 8758 h 202393"/>
                  <a:gd name="connsiteX8" fmla="*/ 0 w 141599"/>
                  <a:gd name="connsiteY8" fmla="*/ 3892 h 202393"/>
                  <a:gd name="connsiteX9" fmla="*/ 4868 w 141599"/>
                  <a:gd name="connsiteY9" fmla="*/ 0 h 202393"/>
                  <a:gd name="connsiteX10" fmla="*/ 60361 w 141599"/>
                  <a:gd name="connsiteY10" fmla="*/ 4865 h 202393"/>
                  <a:gd name="connsiteX11" fmla="*/ 100277 w 141599"/>
                  <a:gd name="connsiteY11" fmla="*/ 34057 h 202393"/>
                  <a:gd name="connsiteX12" fmla="*/ 136299 w 141599"/>
                  <a:gd name="connsiteY12" fmla="*/ 129415 h 202393"/>
                  <a:gd name="connsiteX13" fmla="*/ 121695 w 141599"/>
                  <a:gd name="connsiteY13" fmla="*/ 185852 h 202393"/>
                  <a:gd name="connsiteX14" fmla="*/ 88594 w 141599"/>
                  <a:gd name="connsiteY14" fmla="*/ 201421 h 202393"/>
                  <a:gd name="connsiteX15" fmla="*/ 86647 w 141599"/>
                  <a:gd name="connsiteY15" fmla="*/ 202394 h 20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1599" h="202393">
                    <a:moveTo>
                      <a:pt x="86647" y="202394"/>
                    </a:moveTo>
                    <a:cubicBezTo>
                      <a:pt x="84700" y="202394"/>
                      <a:pt x="83726" y="201421"/>
                      <a:pt x="82753" y="199474"/>
                    </a:cubicBezTo>
                    <a:cubicBezTo>
                      <a:pt x="81779" y="197529"/>
                      <a:pt x="82753" y="194609"/>
                      <a:pt x="84700" y="193636"/>
                    </a:cubicBezTo>
                    <a:lnTo>
                      <a:pt x="117801" y="179041"/>
                    </a:lnTo>
                    <a:cubicBezTo>
                      <a:pt x="133378" y="169310"/>
                      <a:pt x="137272" y="152768"/>
                      <a:pt x="128510" y="133307"/>
                    </a:cubicBezTo>
                    <a:lnTo>
                      <a:pt x="92489" y="37949"/>
                    </a:lnTo>
                    <a:cubicBezTo>
                      <a:pt x="86647" y="24326"/>
                      <a:pt x="73991" y="15569"/>
                      <a:pt x="59387" y="13623"/>
                    </a:cubicBezTo>
                    <a:lnTo>
                      <a:pt x="3894" y="8758"/>
                    </a:lnTo>
                    <a:cubicBezTo>
                      <a:pt x="1947" y="8758"/>
                      <a:pt x="0" y="6811"/>
                      <a:pt x="0" y="3892"/>
                    </a:cubicBezTo>
                    <a:cubicBezTo>
                      <a:pt x="0" y="1946"/>
                      <a:pt x="1947" y="0"/>
                      <a:pt x="4868" y="0"/>
                    </a:cubicBezTo>
                    <a:lnTo>
                      <a:pt x="60361" y="4865"/>
                    </a:lnTo>
                    <a:cubicBezTo>
                      <a:pt x="77885" y="6811"/>
                      <a:pt x="92489" y="17515"/>
                      <a:pt x="100277" y="34057"/>
                    </a:cubicBezTo>
                    <a:lnTo>
                      <a:pt x="136299" y="129415"/>
                    </a:lnTo>
                    <a:cubicBezTo>
                      <a:pt x="147008" y="152768"/>
                      <a:pt x="141167" y="173202"/>
                      <a:pt x="121695" y="185852"/>
                    </a:cubicBezTo>
                    <a:lnTo>
                      <a:pt x="88594" y="201421"/>
                    </a:lnTo>
                    <a:cubicBezTo>
                      <a:pt x="87621" y="201421"/>
                      <a:pt x="86647" y="202394"/>
                      <a:pt x="86647" y="20239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0" name="Freeform 689">
                <a:extLst>
                  <a:ext uri="{FF2B5EF4-FFF2-40B4-BE49-F238E27FC236}">
                    <a16:creationId xmlns:a16="http://schemas.microsoft.com/office/drawing/2014/main" id="{1A495BE4-B32B-C8CA-B4B0-208F0188383F}"/>
                  </a:ext>
                </a:extLst>
              </p:cNvPr>
              <p:cNvSpPr/>
              <p:nvPr/>
            </p:nvSpPr>
            <p:spPr>
              <a:xfrm>
                <a:off x="6429512" y="4140463"/>
                <a:ext cx="244364" cy="173202"/>
              </a:xfrm>
              <a:custGeom>
                <a:avLst/>
                <a:gdLst>
                  <a:gd name="connsiteX0" fmla="*/ 238523 w 244364"/>
                  <a:gd name="connsiteY0" fmla="*/ 173202 h 173202"/>
                  <a:gd name="connsiteX1" fmla="*/ 3894 w 244364"/>
                  <a:gd name="connsiteY1" fmla="*/ 173202 h 173202"/>
                  <a:gd name="connsiteX2" fmla="*/ 0 w 244364"/>
                  <a:gd name="connsiteY2" fmla="*/ 169310 h 173202"/>
                  <a:gd name="connsiteX3" fmla="*/ 0 w 244364"/>
                  <a:gd name="connsiteY3" fmla="*/ 5838 h 173202"/>
                  <a:gd name="connsiteX4" fmla="*/ 5841 w 244364"/>
                  <a:gd name="connsiteY4" fmla="*/ 0 h 173202"/>
                  <a:gd name="connsiteX5" fmla="*/ 238523 w 244364"/>
                  <a:gd name="connsiteY5" fmla="*/ 0 h 173202"/>
                  <a:gd name="connsiteX6" fmla="*/ 244364 w 244364"/>
                  <a:gd name="connsiteY6" fmla="*/ 5838 h 173202"/>
                  <a:gd name="connsiteX7" fmla="*/ 244364 w 244364"/>
                  <a:gd name="connsiteY7" fmla="*/ 169310 h 173202"/>
                  <a:gd name="connsiteX8" fmla="*/ 238523 w 244364"/>
                  <a:gd name="connsiteY8" fmla="*/ 173202 h 173202"/>
                  <a:gd name="connsiteX9" fmla="*/ 8762 w 244364"/>
                  <a:gd name="connsiteY9" fmla="*/ 164445 h 173202"/>
                  <a:gd name="connsiteX10" fmla="*/ 234629 w 244364"/>
                  <a:gd name="connsiteY10" fmla="*/ 164445 h 173202"/>
                  <a:gd name="connsiteX11" fmla="*/ 234629 w 244364"/>
                  <a:gd name="connsiteY11" fmla="*/ 7785 h 173202"/>
                  <a:gd name="connsiteX12" fmla="*/ 8762 w 244364"/>
                  <a:gd name="connsiteY12" fmla="*/ 7785 h 173202"/>
                  <a:gd name="connsiteX13" fmla="*/ 8762 w 244364"/>
                  <a:gd name="connsiteY13" fmla="*/ 164445 h 173202"/>
                  <a:gd name="connsiteX14" fmla="*/ 237550 w 244364"/>
                  <a:gd name="connsiteY14" fmla="*/ 7785 h 173202"/>
                  <a:gd name="connsiteX15" fmla="*/ 237550 w 244364"/>
                  <a:gd name="connsiteY15" fmla="*/ 7785 h 173202"/>
                  <a:gd name="connsiteX16" fmla="*/ 237550 w 244364"/>
                  <a:gd name="connsiteY16" fmla="*/ 7785 h 17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364" h="173202">
                    <a:moveTo>
                      <a:pt x="238523" y="173202"/>
                    </a:moveTo>
                    <a:lnTo>
                      <a:pt x="3894" y="173202"/>
                    </a:lnTo>
                    <a:cubicBezTo>
                      <a:pt x="1947" y="173202"/>
                      <a:pt x="0" y="171256"/>
                      <a:pt x="0" y="169310"/>
                    </a:cubicBezTo>
                    <a:lnTo>
                      <a:pt x="0" y="5838"/>
                    </a:lnTo>
                    <a:cubicBezTo>
                      <a:pt x="0" y="2919"/>
                      <a:pt x="2921" y="0"/>
                      <a:pt x="5841" y="0"/>
                    </a:cubicBezTo>
                    <a:lnTo>
                      <a:pt x="238523" y="0"/>
                    </a:lnTo>
                    <a:cubicBezTo>
                      <a:pt x="241444" y="0"/>
                      <a:pt x="244364" y="2919"/>
                      <a:pt x="244364" y="5838"/>
                    </a:cubicBezTo>
                    <a:lnTo>
                      <a:pt x="244364" y="169310"/>
                    </a:lnTo>
                    <a:cubicBezTo>
                      <a:pt x="243391" y="171256"/>
                      <a:pt x="241444" y="173202"/>
                      <a:pt x="238523" y="173202"/>
                    </a:cubicBezTo>
                    <a:close/>
                    <a:moveTo>
                      <a:pt x="8762" y="164445"/>
                    </a:moveTo>
                    <a:lnTo>
                      <a:pt x="234629" y="164445"/>
                    </a:lnTo>
                    <a:lnTo>
                      <a:pt x="234629" y="7785"/>
                    </a:lnTo>
                    <a:lnTo>
                      <a:pt x="8762" y="7785"/>
                    </a:lnTo>
                    <a:lnTo>
                      <a:pt x="8762" y="164445"/>
                    </a:lnTo>
                    <a:close/>
                    <a:moveTo>
                      <a:pt x="237550" y="7785"/>
                    </a:moveTo>
                    <a:lnTo>
                      <a:pt x="237550" y="7785"/>
                    </a:lnTo>
                    <a:lnTo>
                      <a:pt x="237550"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1" name="Freeform 690">
                <a:extLst>
                  <a:ext uri="{FF2B5EF4-FFF2-40B4-BE49-F238E27FC236}">
                    <a16:creationId xmlns:a16="http://schemas.microsoft.com/office/drawing/2014/main" id="{A8A3CA09-ACB6-2131-2FA2-F2FE39BF60A5}"/>
                  </a:ext>
                </a:extLst>
              </p:cNvPr>
              <p:cNvSpPr/>
              <p:nvPr/>
            </p:nvSpPr>
            <p:spPr>
              <a:xfrm>
                <a:off x="6479164" y="3924447"/>
                <a:ext cx="142140" cy="113846"/>
              </a:xfrm>
              <a:custGeom>
                <a:avLst/>
                <a:gdLst>
                  <a:gd name="connsiteX0" fmla="*/ 119748 w 142140"/>
                  <a:gd name="connsiteY0" fmla="*/ 113846 h 113846"/>
                  <a:gd name="connsiteX1" fmla="*/ 115854 w 142140"/>
                  <a:gd name="connsiteY1" fmla="*/ 109954 h 113846"/>
                  <a:gd name="connsiteX2" fmla="*/ 119748 w 142140"/>
                  <a:gd name="connsiteY2" fmla="*/ 106062 h 113846"/>
                  <a:gd name="connsiteX3" fmla="*/ 132405 w 142140"/>
                  <a:gd name="connsiteY3" fmla="*/ 94385 h 113846"/>
                  <a:gd name="connsiteX4" fmla="*/ 133378 w 142140"/>
                  <a:gd name="connsiteY4" fmla="*/ 75897 h 113846"/>
                  <a:gd name="connsiteX5" fmla="*/ 71070 w 142140"/>
                  <a:gd name="connsiteY5" fmla="*/ 10703 h 113846"/>
                  <a:gd name="connsiteX6" fmla="*/ 8762 w 142140"/>
                  <a:gd name="connsiteY6" fmla="*/ 74924 h 113846"/>
                  <a:gd name="connsiteX7" fmla="*/ 8762 w 142140"/>
                  <a:gd name="connsiteY7" fmla="*/ 75897 h 113846"/>
                  <a:gd name="connsiteX8" fmla="*/ 9736 w 142140"/>
                  <a:gd name="connsiteY8" fmla="*/ 94385 h 113846"/>
                  <a:gd name="connsiteX9" fmla="*/ 22392 w 142140"/>
                  <a:gd name="connsiteY9" fmla="*/ 106062 h 113846"/>
                  <a:gd name="connsiteX10" fmla="*/ 26286 w 142140"/>
                  <a:gd name="connsiteY10" fmla="*/ 109954 h 113846"/>
                  <a:gd name="connsiteX11" fmla="*/ 22392 w 142140"/>
                  <a:gd name="connsiteY11" fmla="*/ 113846 h 113846"/>
                  <a:gd name="connsiteX12" fmla="*/ 974 w 142140"/>
                  <a:gd name="connsiteY12" fmla="*/ 94385 h 113846"/>
                  <a:gd name="connsiteX13" fmla="*/ 0 w 142140"/>
                  <a:gd name="connsiteY13" fmla="*/ 74924 h 113846"/>
                  <a:gd name="connsiteX14" fmla="*/ 0 w 142140"/>
                  <a:gd name="connsiteY14" fmla="*/ 73951 h 113846"/>
                  <a:gd name="connsiteX15" fmla="*/ 71070 w 142140"/>
                  <a:gd name="connsiteY15" fmla="*/ 0 h 113846"/>
                  <a:gd name="connsiteX16" fmla="*/ 142140 w 142140"/>
                  <a:gd name="connsiteY16" fmla="*/ 73951 h 113846"/>
                  <a:gd name="connsiteX17" fmla="*/ 141167 w 142140"/>
                  <a:gd name="connsiteY17" fmla="*/ 94385 h 113846"/>
                  <a:gd name="connsiteX18" fmla="*/ 119748 w 142140"/>
                  <a:gd name="connsiteY18" fmla="*/ 113846 h 11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140" h="113846">
                    <a:moveTo>
                      <a:pt x="119748" y="113846"/>
                    </a:moveTo>
                    <a:cubicBezTo>
                      <a:pt x="117801" y="113846"/>
                      <a:pt x="115854" y="111900"/>
                      <a:pt x="115854" y="109954"/>
                    </a:cubicBezTo>
                    <a:cubicBezTo>
                      <a:pt x="115854" y="108008"/>
                      <a:pt x="117801" y="106062"/>
                      <a:pt x="119748" y="106062"/>
                    </a:cubicBezTo>
                    <a:cubicBezTo>
                      <a:pt x="126563" y="106062"/>
                      <a:pt x="132405" y="101197"/>
                      <a:pt x="132405" y="94385"/>
                    </a:cubicBezTo>
                    <a:cubicBezTo>
                      <a:pt x="133378" y="88547"/>
                      <a:pt x="133378" y="81736"/>
                      <a:pt x="133378" y="75897"/>
                    </a:cubicBezTo>
                    <a:cubicBezTo>
                      <a:pt x="133378" y="39895"/>
                      <a:pt x="105145" y="10703"/>
                      <a:pt x="71070" y="10703"/>
                    </a:cubicBezTo>
                    <a:cubicBezTo>
                      <a:pt x="36995" y="10703"/>
                      <a:pt x="9736" y="39895"/>
                      <a:pt x="8762" y="74924"/>
                    </a:cubicBezTo>
                    <a:cubicBezTo>
                      <a:pt x="8762" y="74924"/>
                      <a:pt x="8762" y="74924"/>
                      <a:pt x="8762" y="75897"/>
                    </a:cubicBezTo>
                    <a:cubicBezTo>
                      <a:pt x="8762" y="82709"/>
                      <a:pt x="8762" y="88547"/>
                      <a:pt x="9736" y="94385"/>
                    </a:cubicBezTo>
                    <a:cubicBezTo>
                      <a:pt x="10709" y="101197"/>
                      <a:pt x="16551" y="106062"/>
                      <a:pt x="22392" y="106062"/>
                    </a:cubicBezTo>
                    <a:cubicBezTo>
                      <a:pt x="24339" y="106062"/>
                      <a:pt x="26286" y="108008"/>
                      <a:pt x="26286" y="109954"/>
                    </a:cubicBezTo>
                    <a:cubicBezTo>
                      <a:pt x="26286" y="111900"/>
                      <a:pt x="24339" y="113846"/>
                      <a:pt x="22392" y="113846"/>
                    </a:cubicBezTo>
                    <a:cubicBezTo>
                      <a:pt x="11683" y="113846"/>
                      <a:pt x="1947" y="106062"/>
                      <a:pt x="974" y="94385"/>
                    </a:cubicBezTo>
                    <a:cubicBezTo>
                      <a:pt x="0" y="88547"/>
                      <a:pt x="0" y="81736"/>
                      <a:pt x="0" y="74924"/>
                    </a:cubicBezTo>
                    <a:cubicBezTo>
                      <a:pt x="0" y="74924"/>
                      <a:pt x="0" y="74924"/>
                      <a:pt x="0" y="73951"/>
                    </a:cubicBezTo>
                    <a:cubicBezTo>
                      <a:pt x="0" y="33084"/>
                      <a:pt x="32128" y="0"/>
                      <a:pt x="71070" y="0"/>
                    </a:cubicBezTo>
                    <a:cubicBezTo>
                      <a:pt x="110013" y="0"/>
                      <a:pt x="142140" y="33084"/>
                      <a:pt x="142140" y="73951"/>
                    </a:cubicBezTo>
                    <a:cubicBezTo>
                      <a:pt x="142140" y="80763"/>
                      <a:pt x="142140" y="87574"/>
                      <a:pt x="141167" y="94385"/>
                    </a:cubicBezTo>
                    <a:cubicBezTo>
                      <a:pt x="140193" y="106062"/>
                      <a:pt x="130458" y="113846"/>
                      <a:pt x="119748" y="11384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2" name="Freeform 691">
                <a:extLst>
                  <a:ext uri="{FF2B5EF4-FFF2-40B4-BE49-F238E27FC236}">
                    <a16:creationId xmlns:a16="http://schemas.microsoft.com/office/drawing/2014/main" id="{13203566-B718-54F7-ECE5-ADA80EA0B6A7}"/>
                  </a:ext>
                </a:extLst>
              </p:cNvPr>
              <p:cNvSpPr/>
              <p:nvPr/>
            </p:nvSpPr>
            <p:spPr>
              <a:xfrm>
                <a:off x="6483058" y="3997426"/>
                <a:ext cx="139219" cy="90493"/>
              </a:xfrm>
              <a:custGeom>
                <a:avLst/>
                <a:gdLst>
                  <a:gd name="connsiteX0" fmla="*/ 68149 w 139219"/>
                  <a:gd name="connsiteY0" fmla="*/ 90493 h 90493"/>
                  <a:gd name="connsiteX1" fmla="*/ 19471 w 139219"/>
                  <a:gd name="connsiteY1" fmla="*/ 40868 h 90493"/>
                  <a:gd name="connsiteX2" fmla="*/ 0 w 139219"/>
                  <a:gd name="connsiteY2" fmla="*/ 20434 h 90493"/>
                  <a:gd name="connsiteX3" fmla="*/ 11683 w 139219"/>
                  <a:gd name="connsiteY3" fmla="*/ 1946 h 90493"/>
                  <a:gd name="connsiteX4" fmla="*/ 17524 w 139219"/>
                  <a:gd name="connsiteY4" fmla="*/ 3892 h 90493"/>
                  <a:gd name="connsiteX5" fmla="*/ 15577 w 139219"/>
                  <a:gd name="connsiteY5" fmla="*/ 9730 h 90493"/>
                  <a:gd name="connsiteX6" fmla="*/ 8762 w 139219"/>
                  <a:gd name="connsiteY6" fmla="*/ 20434 h 90493"/>
                  <a:gd name="connsiteX7" fmla="*/ 22392 w 139219"/>
                  <a:gd name="connsiteY7" fmla="*/ 32110 h 90493"/>
                  <a:gd name="connsiteX8" fmla="*/ 27260 w 139219"/>
                  <a:gd name="connsiteY8" fmla="*/ 35029 h 90493"/>
                  <a:gd name="connsiteX9" fmla="*/ 69123 w 139219"/>
                  <a:gd name="connsiteY9" fmla="*/ 81736 h 90493"/>
                  <a:gd name="connsiteX10" fmla="*/ 110986 w 139219"/>
                  <a:gd name="connsiteY10" fmla="*/ 35029 h 90493"/>
                  <a:gd name="connsiteX11" fmla="*/ 115854 w 139219"/>
                  <a:gd name="connsiteY11" fmla="*/ 32110 h 90493"/>
                  <a:gd name="connsiteX12" fmla="*/ 129484 w 139219"/>
                  <a:gd name="connsiteY12" fmla="*/ 20434 h 90493"/>
                  <a:gd name="connsiteX13" fmla="*/ 118775 w 139219"/>
                  <a:gd name="connsiteY13" fmla="*/ 8757 h 90493"/>
                  <a:gd name="connsiteX14" fmla="*/ 114880 w 139219"/>
                  <a:gd name="connsiteY14" fmla="*/ 3892 h 90493"/>
                  <a:gd name="connsiteX15" fmla="*/ 119748 w 139219"/>
                  <a:gd name="connsiteY15" fmla="*/ 0 h 90493"/>
                  <a:gd name="connsiteX16" fmla="*/ 139220 w 139219"/>
                  <a:gd name="connsiteY16" fmla="*/ 20434 h 90493"/>
                  <a:gd name="connsiteX17" fmla="*/ 119748 w 139219"/>
                  <a:gd name="connsiteY17" fmla="*/ 40868 h 90493"/>
                  <a:gd name="connsiteX18" fmla="*/ 68149 w 139219"/>
                  <a:gd name="connsiteY18" fmla="*/ 90493 h 9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219" h="90493">
                    <a:moveTo>
                      <a:pt x="68149" y="90493"/>
                    </a:moveTo>
                    <a:cubicBezTo>
                      <a:pt x="46731" y="90493"/>
                      <a:pt x="27260" y="71032"/>
                      <a:pt x="19471" y="40868"/>
                    </a:cubicBezTo>
                    <a:cubicBezTo>
                      <a:pt x="8762" y="40868"/>
                      <a:pt x="0" y="31137"/>
                      <a:pt x="0" y="20434"/>
                    </a:cubicBezTo>
                    <a:cubicBezTo>
                      <a:pt x="0" y="12649"/>
                      <a:pt x="4868" y="5838"/>
                      <a:pt x="11683" y="1946"/>
                    </a:cubicBezTo>
                    <a:cubicBezTo>
                      <a:pt x="13630" y="973"/>
                      <a:pt x="16551" y="1946"/>
                      <a:pt x="17524" y="3892"/>
                    </a:cubicBezTo>
                    <a:cubicBezTo>
                      <a:pt x="18498" y="5838"/>
                      <a:pt x="17524" y="8757"/>
                      <a:pt x="15577" y="9730"/>
                    </a:cubicBezTo>
                    <a:cubicBezTo>
                      <a:pt x="11683" y="11676"/>
                      <a:pt x="8762" y="15569"/>
                      <a:pt x="8762" y="20434"/>
                    </a:cubicBezTo>
                    <a:cubicBezTo>
                      <a:pt x="8762" y="27245"/>
                      <a:pt x="15577" y="33084"/>
                      <a:pt x="22392" y="32110"/>
                    </a:cubicBezTo>
                    <a:cubicBezTo>
                      <a:pt x="24339" y="32110"/>
                      <a:pt x="27260" y="33084"/>
                      <a:pt x="27260" y="35029"/>
                    </a:cubicBezTo>
                    <a:cubicBezTo>
                      <a:pt x="34075" y="63248"/>
                      <a:pt x="50625" y="81736"/>
                      <a:pt x="69123" y="81736"/>
                    </a:cubicBezTo>
                    <a:cubicBezTo>
                      <a:pt x="87621" y="81736"/>
                      <a:pt x="104171" y="63248"/>
                      <a:pt x="110986" y="35029"/>
                    </a:cubicBezTo>
                    <a:cubicBezTo>
                      <a:pt x="111960" y="33084"/>
                      <a:pt x="113907" y="31137"/>
                      <a:pt x="115854" y="32110"/>
                    </a:cubicBezTo>
                    <a:cubicBezTo>
                      <a:pt x="122669" y="33084"/>
                      <a:pt x="129484" y="27245"/>
                      <a:pt x="129484" y="20434"/>
                    </a:cubicBezTo>
                    <a:cubicBezTo>
                      <a:pt x="129484" y="13623"/>
                      <a:pt x="124616" y="8757"/>
                      <a:pt x="118775" y="8757"/>
                    </a:cubicBezTo>
                    <a:cubicBezTo>
                      <a:pt x="116828" y="8757"/>
                      <a:pt x="114880" y="6811"/>
                      <a:pt x="114880" y="3892"/>
                    </a:cubicBezTo>
                    <a:cubicBezTo>
                      <a:pt x="114880" y="1946"/>
                      <a:pt x="116828" y="0"/>
                      <a:pt x="119748" y="0"/>
                    </a:cubicBezTo>
                    <a:cubicBezTo>
                      <a:pt x="130457" y="973"/>
                      <a:pt x="139220" y="9730"/>
                      <a:pt x="139220" y="20434"/>
                    </a:cubicBezTo>
                    <a:cubicBezTo>
                      <a:pt x="139220" y="31137"/>
                      <a:pt x="130457" y="40868"/>
                      <a:pt x="119748" y="40868"/>
                    </a:cubicBezTo>
                    <a:cubicBezTo>
                      <a:pt x="109039" y="71032"/>
                      <a:pt x="89568" y="90493"/>
                      <a:pt x="68149" y="9049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3" name="Freeform 692">
                <a:extLst>
                  <a:ext uri="{FF2B5EF4-FFF2-40B4-BE49-F238E27FC236}">
                    <a16:creationId xmlns:a16="http://schemas.microsoft.com/office/drawing/2014/main" id="{5017A834-0E52-6E61-4409-B71222473313}"/>
                  </a:ext>
                </a:extLst>
              </p:cNvPr>
              <p:cNvSpPr/>
              <p:nvPr/>
            </p:nvSpPr>
            <p:spPr>
              <a:xfrm>
                <a:off x="6518698" y="3966880"/>
                <a:ext cx="85340" cy="42222"/>
              </a:xfrm>
              <a:custGeom>
                <a:avLst/>
                <a:gdLst>
                  <a:gd name="connsiteX0" fmla="*/ 62690 w 85340"/>
                  <a:gd name="connsiteY0" fmla="*/ 42223 h 42222"/>
                  <a:gd name="connsiteX1" fmla="*/ 382 w 85340"/>
                  <a:gd name="connsiteY1" fmla="*/ 6220 h 42222"/>
                  <a:gd name="connsiteX2" fmla="*/ 2329 w 85340"/>
                  <a:gd name="connsiteY2" fmla="*/ 382 h 42222"/>
                  <a:gd name="connsiteX3" fmla="*/ 8171 w 85340"/>
                  <a:gd name="connsiteY3" fmla="*/ 2328 h 42222"/>
                  <a:gd name="connsiteX4" fmla="*/ 62690 w 85340"/>
                  <a:gd name="connsiteY4" fmla="*/ 33465 h 42222"/>
                  <a:gd name="connsiteX5" fmla="*/ 80214 w 85340"/>
                  <a:gd name="connsiteY5" fmla="*/ 31519 h 42222"/>
                  <a:gd name="connsiteX6" fmla="*/ 85082 w 85340"/>
                  <a:gd name="connsiteY6" fmla="*/ 34438 h 42222"/>
                  <a:gd name="connsiteX7" fmla="*/ 82161 w 85340"/>
                  <a:gd name="connsiteY7" fmla="*/ 39304 h 42222"/>
                  <a:gd name="connsiteX8" fmla="*/ 62690 w 85340"/>
                  <a:gd name="connsiteY8" fmla="*/ 42223 h 4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340" h="42222">
                    <a:moveTo>
                      <a:pt x="62690" y="42223"/>
                    </a:moveTo>
                    <a:cubicBezTo>
                      <a:pt x="35430" y="42223"/>
                      <a:pt x="10118" y="27627"/>
                      <a:pt x="382" y="6220"/>
                    </a:cubicBezTo>
                    <a:cubicBezTo>
                      <a:pt x="-592" y="4274"/>
                      <a:pt x="382" y="1355"/>
                      <a:pt x="2329" y="382"/>
                    </a:cubicBezTo>
                    <a:cubicBezTo>
                      <a:pt x="4276" y="-591"/>
                      <a:pt x="7197" y="382"/>
                      <a:pt x="8171" y="2328"/>
                    </a:cubicBezTo>
                    <a:cubicBezTo>
                      <a:pt x="16933" y="20816"/>
                      <a:pt x="38351" y="33465"/>
                      <a:pt x="62690" y="33465"/>
                    </a:cubicBezTo>
                    <a:cubicBezTo>
                      <a:pt x="68531" y="33465"/>
                      <a:pt x="74373" y="32492"/>
                      <a:pt x="80214" y="31519"/>
                    </a:cubicBezTo>
                    <a:cubicBezTo>
                      <a:pt x="82161" y="30546"/>
                      <a:pt x="85082" y="32492"/>
                      <a:pt x="85082" y="34438"/>
                    </a:cubicBezTo>
                    <a:cubicBezTo>
                      <a:pt x="86056" y="36384"/>
                      <a:pt x="84108" y="39304"/>
                      <a:pt x="82161" y="39304"/>
                    </a:cubicBezTo>
                    <a:cubicBezTo>
                      <a:pt x="76320" y="41250"/>
                      <a:pt x="69505" y="42223"/>
                      <a:pt x="62690" y="4222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460" name="Graphic 450">
            <a:extLst>
              <a:ext uri="{FF2B5EF4-FFF2-40B4-BE49-F238E27FC236}">
                <a16:creationId xmlns:a16="http://schemas.microsoft.com/office/drawing/2014/main" id="{00485047-2774-5EE4-376A-D706F692DE97}"/>
              </a:ext>
            </a:extLst>
          </p:cNvPr>
          <p:cNvGrpSpPr/>
          <p:nvPr/>
        </p:nvGrpSpPr>
        <p:grpSpPr>
          <a:xfrm>
            <a:off x="7279964" y="4554500"/>
            <a:ext cx="602319" cy="601999"/>
            <a:chOff x="6271795" y="2219670"/>
            <a:chExt cx="558825" cy="558528"/>
          </a:xfrm>
        </p:grpSpPr>
        <p:sp>
          <p:nvSpPr>
            <p:cNvPr id="461" name="Freeform 460">
              <a:extLst>
                <a:ext uri="{FF2B5EF4-FFF2-40B4-BE49-F238E27FC236}">
                  <a16:creationId xmlns:a16="http://schemas.microsoft.com/office/drawing/2014/main" id="{8D825D91-19F8-38A6-8748-2A8D49133AF7}"/>
                </a:ext>
              </a:extLst>
            </p:cNvPr>
            <p:cNvSpPr/>
            <p:nvPr/>
          </p:nvSpPr>
          <p:spPr>
            <a:xfrm>
              <a:off x="6271795" y="2219670"/>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462" name="Graphic 450">
              <a:extLst>
                <a:ext uri="{FF2B5EF4-FFF2-40B4-BE49-F238E27FC236}">
                  <a16:creationId xmlns:a16="http://schemas.microsoft.com/office/drawing/2014/main" id="{B11FFC01-D85C-9E86-D8B3-02C106FCDF73}"/>
                </a:ext>
              </a:extLst>
            </p:cNvPr>
            <p:cNvGrpSpPr/>
            <p:nvPr/>
          </p:nvGrpSpPr>
          <p:grpSpPr>
            <a:xfrm>
              <a:off x="6370125" y="2348112"/>
              <a:ext cx="362165" cy="322078"/>
              <a:chOff x="6370125" y="2348112"/>
              <a:chExt cx="362165" cy="322078"/>
            </a:xfrm>
            <a:solidFill>
              <a:srgbClr val="FFFFFF"/>
            </a:solidFill>
          </p:grpSpPr>
          <p:sp>
            <p:nvSpPr>
              <p:cNvPr id="463" name="Freeform 462">
                <a:extLst>
                  <a:ext uri="{FF2B5EF4-FFF2-40B4-BE49-F238E27FC236}">
                    <a16:creationId xmlns:a16="http://schemas.microsoft.com/office/drawing/2014/main" id="{9B2DE232-781B-977E-5D56-F6FE1C4103BB}"/>
                  </a:ext>
                </a:extLst>
              </p:cNvPr>
              <p:cNvSpPr/>
              <p:nvPr/>
            </p:nvSpPr>
            <p:spPr>
              <a:xfrm>
                <a:off x="6370125" y="2348112"/>
                <a:ext cx="362165" cy="322078"/>
              </a:xfrm>
              <a:custGeom>
                <a:avLst/>
                <a:gdLst>
                  <a:gd name="connsiteX0" fmla="*/ 326144 w 362165"/>
                  <a:gd name="connsiteY0" fmla="*/ 0 h 322078"/>
                  <a:gd name="connsiteX1" fmla="*/ 36022 w 362165"/>
                  <a:gd name="connsiteY1" fmla="*/ 0 h 322078"/>
                  <a:gd name="connsiteX2" fmla="*/ 0 w 362165"/>
                  <a:gd name="connsiteY2" fmla="*/ 36003 h 322078"/>
                  <a:gd name="connsiteX3" fmla="*/ 0 w 362165"/>
                  <a:gd name="connsiteY3" fmla="*/ 233531 h 322078"/>
                  <a:gd name="connsiteX4" fmla="*/ 36022 w 362165"/>
                  <a:gd name="connsiteY4" fmla="*/ 269534 h 322078"/>
                  <a:gd name="connsiteX5" fmla="*/ 126563 w 362165"/>
                  <a:gd name="connsiteY5" fmla="*/ 269534 h 322078"/>
                  <a:gd name="connsiteX6" fmla="*/ 126563 w 362165"/>
                  <a:gd name="connsiteY6" fmla="*/ 302617 h 322078"/>
                  <a:gd name="connsiteX7" fmla="*/ 100277 w 362165"/>
                  <a:gd name="connsiteY7" fmla="*/ 302617 h 322078"/>
                  <a:gd name="connsiteX8" fmla="*/ 90541 w 362165"/>
                  <a:gd name="connsiteY8" fmla="*/ 312348 h 322078"/>
                  <a:gd name="connsiteX9" fmla="*/ 100277 w 362165"/>
                  <a:gd name="connsiteY9" fmla="*/ 322078 h 322078"/>
                  <a:gd name="connsiteX10" fmla="*/ 261889 w 362165"/>
                  <a:gd name="connsiteY10" fmla="*/ 322078 h 322078"/>
                  <a:gd name="connsiteX11" fmla="*/ 271624 w 362165"/>
                  <a:gd name="connsiteY11" fmla="*/ 312348 h 322078"/>
                  <a:gd name="connsiteX12" fmla="*/ 261889 w 362165"/>
                  <a:gd name="connsiteY12" fmla="*/ 302617 h 322078"/>
                  <a:gd name="connsiteX13" fmla="*/ 235602 w 362165"/>
                  <a:gd name="connsiteY13" fmla="*/ 302617 h 322078"/>
                  <a:gd name="connsiteX14" fmla="*/ 235602 w 362165"/>
                  <a:gd name="connsiteY14" fmla="*/ 269534 h 322078"/>
                  <a:gd name="connsiteX15" fmla="*/ 326144 w 362165"/>
                  <a:gd name="connsiteY15" fmla="*/ 269534 h 322078"/>
                  <a:gd name="connsiteX16" fmla="*/ 362166 w 362165"/>
                  <a:gd name="connsiteY16" fmla="*/ 233531 h 322078"/>
                  <a:gd name="connsiteX17" fmla="*/ 362166 w 362165"/>
                  <a:gd name="connsiteY17" fmla="*/ 36003 h 322078"/>
                  <a:gd name="connsiteX18" fmla="*/ 326144 w 362165"/>
                  <a:gd name="connsiteY18" fmla="*/ 0 h 322078"/>
                  <a:gd name="connsiteX19" fmla="*/ 216131 w 362165"/>
                  <a:gd name="connsiteY19" fmla="*/ 268561 h 322078"/>
                  <a:gd name="connsiteX20" fmla="*/ 216131 w 362165"/>
                  <a:gd name="connsiteY20" fmla="*/ 301644 h 322078"/>
                  <a:gd name="connsiteX21" fmla="*/ 147008 w 362165"/>
                  <a:gd name="connsiteY21" fmla="*/ 301644 h 322078"/>
                  <a:gd name="connsiteX22" fmla="*/ 147008 w 362165"/>
                  <a:gd name="connsiteY22" fmla="*/ 268561 h 322078"/>
                  <a:gd name="connsiteX23" fmla="*/ 216131 w 362165"/>
                  <a:gd name="connsiteY23" fmla="*/ 268561 h 322078"/>
                  <a:gd name="connsiteX24" fmla="*/ 21418 w 362165"/>
                  <a:gd name="connsiteY24" fmla="*/ 216989 h 322078"/>
                  <a:gd name="connsiteX25" fmla="*/ 341721 w 362165"/>
                  <a:gd name="connsiteY25" fmla="*/ 216989 h 322078"/>
                  <a:gd name="connsiteX26" fmla="*/ 341721 w 362165"/>
                  <a:gd name="connsiteY26" fmla="*/ 233531 h 322078"/>
                  <a:gd name="connsiteX27" fmla="*/ 326144 w 362165"/>
                  <a:gd name="connsiteY27" fmla="*/ 249100 h 322078"/>
                  <a:gd name="connsiteX28" fmla="*/ 36022 w 362165"/>
                  <a:gd name="connsiteY28" fmla="*/ 249100 h 322078"/>
                  <a:gd name="connsiteX29" fmla="*/ 20445 w 362165"/>
                  <a:gd name="connsiteY29" fmla="*/ 233531 h 322078"/>
                  <a:gd name="connsiteX30" fmla="*/ 20445 w 362165"/>
                  <a:gd name="connsiteY30" fmla="*/ 216989 h 322078"/>
                  <a:gd name="connsiteX31" fmla="*/ 21418 w 362165"/>
                  <a:gd name="connsiteY31" fmla="*/ 216989 h 322078"/>
                  <a:gd name="connsiteX32" fmla="*/ 21418 w 362165"/>
                  <a:gd name="connsiteY32" fmla="*/ 36003 h 322078"/>
                  <a:gd name="connsiteX33" fmla="*/ 36995 w 362165"/>
                  <a:gd name="connsiteY33" fmla="*/ 20434 h 322078"/>
                  <a:gd name="connsiteX34" fmla="*/ 327118 w 362165"/>
                  <a:gd name="connsiteY34" fmla="*/ 20434 h 322078"/>
                  <a:gd name="connsiteX35" fmla="*/ 342694 w 362165"/>
                  <a:gd name="connsiteY35" fmla="*/ 36003 h 322078"/>
                  <a:gd name="connsiteX36" fmla="*/ 342694 w 362165"/>
                  <a:gd name="connsiteY36" fmla="*/ 196555 h 322078"/>
                  <a:gd name="connsiteX37" fmla="*/ 22392 w 362165"/>
                  <a:gd name="connsiteY37" fmla="*/ 196555 h 322078"/>
                  <a:gd name="connsiteX38" fmla="*/ 22392 w 362165"/>
                  <a:gd name="connsiteY38" fmla="*/ 36003 h 322078"/>
                  <a:gd name="connsiteX39" fmla="*/ 21418 w 362165"/>
                  <a:gd name="connsiteY39" fmla="*/ 36003 h 32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165" h="322078">
                    <a:moveTo>
                      <a:pt x="326144" y="0"/>
                    </a:moveTo>
                    <a:lnTo>
                      <a:pt x="36022" y="0"/>
                    </a:lnTo>
                    <a:cubicBezTo>
                      <a:pt x="16551" y="0"/>
                      <a:pt x="0" y="15569"/>
                      <a:pt x="0" y="36003"/>
                    </a:cubicBezTo>
                    <a:lnTo>
                      <a:pt x="0" y="233531"/>
                    </a:lnTo>
                    <a:cubicBezTo>
                      <a:pt x="0" y="252992"/>
                      <a:pt x="15577" y="269534"/>
                      <a:pt x="36022" y="269534"/>
                    </a:cubicBezTo>
                    <a:lnTo>
                      <a:pt x="126563" y="269534"/>
                    </a:lnTo>
                    <a:lnTo>
                      <a:pt x="126563" y="302617"/>
                    </a:lnTo>
                    <a:lnTo>
                      <a:pt x="100277" y="302617"/>
                    </a:lnTo>
                    <a:cubicBezTo>
                      <a:pt x="94436" y="302617"/>
                      <a:pt x="90541" y="307483"/>
                      <a:pt x="90541" y="312348"/>
                    </a:cubicBezTo>
                    <a:cubicBezTo>
                      <a:pt x="90541" y="318186"/>
                      <a:pt x="95409" y="322078"/>
                      <a:pt x="100277" y="322078"/>
                    </a:cubicBezTo>
                    <a:lnTo>
                      <a:pt x="261889" y="322078"/>
                    </a:lnTo>
                    <a:cubicBezTo>
                      <a:pt x="267730" y="322078"/>
                      <a:pt x="271624" y="317213"/>
                      <a:pt x="271624" y="312348"/>
                    </a:cubicBezTo>
                    <a:cubicBezTo>
                      <a:pt x="271624" y="306510"/>
                      <a:pt x="266756" y="302617"/>
                      <a:pt x="261889" y="302617"/>
                    </a:cubicBezTo>
                    <a:lnTo>
                      <a:pt x="235602" y="302617"/>
                    </a:lnTo>
                    <a:lnTo>
                      <a:pt x="235602" y="269534"/>
                    </a:lnTo>
                    <a:lnTo>
                      <a:pt x="326144" y="269534"/>
                    </a:lnTo>
                    <a:cubicBezTo>
                      <a:pt x="345615" y="269534"/>
                      <a:pt x="362166" y="253965"/>
                      <a:pt x="362166" y="233531"/>
                    </a:cubicBezTo>
                    <a:lnTo>
                      <a:pt x="362166" y="36003"/>
                    </a:lnTo>
                    <a:cubicBezTo>
                      <a:pt x="362166" y="16542"/>
                      <a:pt x="345615" y="0"/>
                      <a:pt x="326144" y="0"/>
                    </a:cubicBezTo>
                    <a:close/>
                    <a:moveTo>
                      <a:pt x="216131" y="268561"/>
                    </a:moveTo>
                    <a:lnTo>
                      <a:pt x="216131" y="301644"/>
                    </a:lnTo>
                    <a:lnTo>
                      <a:pt x="147008" y="301644"/>
                    </a:lnTo>
                    <a:lnTo>
                      <a:pt x="147008" y="268561"/>
                    </a:lnTo>
                    <a:lnTo>
                      <a:pt x="216131" y="268561"/>
                    </a:lnTo>
                    <a:close/>
                    <a:moveTo>
                      <a:pt x="21418" y="216989"/>
                    </a:moveTo>
                    <a:lnTo>
                      <a:pt x="341721" y="216989"/>
                    </a:lnTo>
                    <a:lnTo>
                      <a:pt x="341721" y="233531"/>
                    </a:lnTo>
                    <a:cubicBezTo>
                      <a:pt x="341721" y="242289"/>
                      <a:pt x="334906" y="249100"/>
                      <a:pt x="326144" y="249100"/>
                    </a:cubicBezTo>
                    <a:lnTo>
                      <a:pt x="36022" y="249100"/>
                    </a:lnTo>
                    <a:cubicBezTo>
                      <a:pt x="27260" y="249100"/>
                      <a:pt x="20445" y="242289"/>
                      <a:pt x="20445" y="233531"/>
                    </a:cubicBezTo>
                    <a:lnTo>
                      <a:pt x="20445" y="216989"/>
                    </a:lnTo>
                    <a:lnTo>
                      <a:pt x="21418" y="216989"/>
                    </a:lnTo>
                    <a:close/>
                    <a:moveTo>
                      <a:pt x="21418" y="36003"/>
                    </a:moveTo>
                    <a:cubicBezTo>
                      <a:pt x="21418" y="27245"/>
                      <a:pt x="28233" y="20434"/>
                      <a:pt x="36995" y="20434"/>
                    </a:cubicBezTo>
                    <a:lnTo>
                      <a:pt x="327118" y="20434"/>
                    </a:lnTo>
                    <a:cubicBezTo>
                      <a:pt x="335880" y="20434"/>
                      <a:pt x="342694" y="27245"/>
                      <a:pt x="342694" y="36003"/>
                    </a:cubicBezTo>
                    <a:lnTo>
                      <a:pt x="342694" y="196555"/>
                    </a:lnTo>
                    <a:lnTo>
                      <a:pt x="22392" y="196555"/>
                    </a:lnTo>
                    <a:lnTo>
                      <a:pt x="22392" y="36003"/>
                    </a:lnTo>
                    <a:lnTo>
                      <a:pt x="21418" y="36003"/>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64" name="Freeform 463">
                <a:extLst>
                  <a:ext uri="{FF2B5EF4-FFF2-40B4-BE49-F238E27FC236}">
                    <a16:creationId xmlns:a16="http://schemas.microsoft.com/office/drawing/2014/main" id="{4C28111D-BF2A-77EF-D341-7905D4D84A34}"/>
                  </a:ext>
                </a:extLst>
              </p:cNvPr>
              <p:cNvSpPr/>
              <p:nvPr/>
            </p:nvSpPr>
            <p:spPr>
              <a:xfrm>
                <a:off x="6532710" y="2572886"/>
                <a:ext cx="37969" cy="15568"/>
              </a:xfrm>
              <a:custGeom>
                <a:avLst/>
                <a:gdLst>
                  <a:gd name="connsiteX0" fmla="*/ 7789 w 37969"/>
                  <a:gd name="connsiteY0" fmla="*/ 15569 h 15568"/>
                  <a:gd name="connsiteX1" fmla="*/ 30181 w 37969"/>
                  <a:gd name="connsiteY1" fmla="*/ 15569 h 15568"/>
                  <a:gd name="connsiteX2" fmla="*/ 37969 w 37969"/>
                  <a:gd name="connsiteY2" fmla="*/ 7784 h 15568"/>
                  <a:gd name="connsiteX3" fmla="*/ 30181 w 37969"/>
                  <a:gd name="connsiteY3" fmla="*/ 0 h 15568"/>
                  <a:gd name="connsiteX4" fmla="*/ 7789 w 37969"/>
                  <a:gd name="connsiteY4" fmla="*/ 0 h 15568"/>
                  <a:gd name="connsiteX5" fmla="*/ 0 w 37969"/>
                  <a:gd name="connsiteY5" fmla="*/ 7784 h 15568"/>
                  <a:gd name="connsiteX6" fmla="*/ 7789 w 37969"/>
                  <a:gd name="connsiteY6" fmla="*/ 15569 h 1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969" h="15568">
                    <a:moveTo>
                      <a:pt x="7789" y="15569"/>
                    </a:moveTo>
                    <a:lnTo>
                      <a:pt x="30181" y="15569"/>
                    </a:lnTo>
                    <a:cubicBezTo>
                      <a:pt x="34075" y="15569"/>
                      <a:pt x="37969" y="11677"/>
                      <a:pt x="37969" y="7784"/>
                    </a:cubicBezTo>
                    <a:cubicBezTo>
                      <a:pt x="37969" y="3892"/>
                      <a:pt x="34075" y="0"/>
                      <a:pt x="30181" y="0"/>
                    </a:cubicBezTo>
                    <a:lnTo>
                      <a:pt x="7789" y="0"/>
                    </a:lnTo>
                    <a:cubicBezTo>
                      <a:pt x="3894" y="0"/>
                      <a:pt x="0" y="3892"/>
                      <a:pt x="0" y="7784"/>
                    </a:cubicBezTo>
                    <a:cubicBezTo>
                      <a:pt x="0" y="11677"/>
                      <a:pt x="2921" y="15569"/>
                      <a:pt x="7789" y="1556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70" name="Graphic 450">
            <a:extLst>
              <a:ext uri="{FF2B5EF4-FFF2-40B4-BE49-F238E27FC236}">
                <a16:creationId xmlns:a16="http://schemas.microsoft.com/office/drawing/2014/main" id="{F68A3CAD-96C2-AE85-5193-3495DA8540EA}"/>
              </a:ext>
            </a:extLst>
          </p:cNvPr>
          <p:cNvGrpSpPr/>
          <p:nvPr/>
        </p:nvGrpSpPr>
        <p:grpSpPr>
          <a:xfrm>
            <a:off x="8360240" y="4554500"/>
            <a:ext cx="602319" cy="601999"/>
            <a:chOff x="6271795" y="2991296"/>
            <a:chExt cx="558825" cy="558528"/>
          </a:xfrm>
        </p:grpSpPr>
        <p:sp>
          <p:nvSpPr>
            <p:cNvPr id="571" name="Freeform 570">
              <a:extLst>
                <a:ext uri="{FF2B5EF4-FFF2-40B4-BE49-F238E27FC236}">
                  <a16:creationId xmlns:a16="http://schemas.microsoft.com/office/drawing/2014/main" id="{5CFE8D64-53F3-6D0C-FAD7-D5B349F9A6CA}"/>
                </a:ext>
              </a:extLst>
            </p:cNvPr>
            <p:cNvSpPr/>
            <p:nvPr/>
          </p:nvSpPr>
          <p:spPr>
            <a:xfrm>
              <a:off x="6271795" y="2991296"/>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72" name="Graphic 450">
              <a:extLst>
                <a:ext uri="{FF2B5EF4-FFF2-40B4-BE49-F238E27FC236}">
                  <a16:creationId xmlns:a16="http://schemas.microsoft.com/office/drawing/2014/main" id="{47EC9115-D33C-C037-325F-E491F7D92BEB}"/>
                </a:ext>
              </a:extLst>
            </p:cNvPr>
            <p:cNvGrpSpPr/>
            <p:nvPr/>
          </p:nvGrpSpPr>
          <p:grpSpPr>
            <a:xfrm>
              <a:off x="6427565" y="3032755"/>
              <a:ext cx="227222" cy="429495"/>
              <a:chOff x="6427565" y="3032755"/>
              <a:chExt cx="227222" cy="429495"/>
            </a:xfrm>
            <a:solidFill>
              <a:srgbClr val="FFFFFF"/>
            </a:solidFill>
          </p:grpSpPr>
          <p:sp>
            <p:nvSpPr>
              <p:cNvPr id="573" name="Freeform 572">
                <a:extLst>
                  <a:ext uri="{FF2B5EF4-FFF2-40B4-BE49-F238E27FC236}">
                    <a16:creationId xmlns:a16="http://schemas.microsoft.com/office/drawing/2014/main" id="{4A661C80-CF50-DB01-69F4-137F30F35F75}"/>
                  </a:ext>
                </a:extLst>
              </p:cNvPr>
              <p:cNvSpPr/>
              <p:nvPr/>
            </p:nvSpPr>
            <p:spPr>
              <a:xfrm>
                <a:off x="6474296" y="3140172"/>
                <a:ext cx="134351" cy="165417"/>
              </a:xfrm>
              <a:custGeom>
                <a:avLst/>
                <a:gdLst>
                  <a:gd name="connsiteX0" fmla="*/ 7789 w 134351"/>
                  <a:gd name="connsiteY0" fmla="*/ 165418 h 165417"/>
                  <a:gd name="connsiteX1" fmla="*/ 126563 w 134351"/>
                  <a:gd name="connsiteY1" fmla="*/ 165418 h 165417"/>
                  <a:gd name="connsiteX2" fmla="*/ 134352 w 134351"/>
                  <a:gd name="connsiteY2" fmla="*/ 157633 h 165417"/>
                  <a:gd name="connsiteX3" fmla="*/ 134352 w 134351"/>
                  <a:gd name="connsiteY3" fmla="*/ 7784 h 165417"/>
                  <a:gd name="connsiteX4" fmla="*/ 126563 w 134351"/>
                  <a:gd name="connsiteY4" fmla="*/ 0 h 165417"/>
                  <a:gd name="connsiteX5" fmla="*/ 7789 w 134351"/>
                  <a:gd name="connsiteY5" fmla="*/ 0 h 165417"/>
                  <a:gd name="connsiteX6" fmla="*/ 0 w 134351"/>
                  <a:gd name="connsiteY6" fmla="*/ 7784 h 165417"/>
                  <a:gd name="connsiteX7" fmla="*/ 0 w 134351"/>
                  <a:gd name="connsiteY7" fmla="*/ 157633 h 165417"/>
                  <a:gd name="connsiteX8" fmla="*/ 7789 w 134351"/>
                  <a:gd name="connsiteY8" fmla="*/ 165418 h 16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51" h="165417">
                    <a:moveTo>
                      <a:pt x="7789" y="165418"/>
                    </a:moveTo>
                    <a:lnTo>
                      <a:pt x="126563" y="165418"/>
                    </a:lnTo>
                    <a:cubicBezTo>
                      <a:pt x="130458" y="165418"/>
                      <a:pt x="134352" y="162499"/>
                      <a:pt x="134352" y="157633"/>
                    </a:cubicBezTo>
                    <a:lnTo>
                      <a:pt x="134352" y="7784"/>
                    </a:lnTo>
                    <a:cubicBezTo>
                      <a:pt x="134352" y="3892"/>
                      <a:pt x="131431" y="0"/>
                      <a:pt x="126563" y="0"/>
                    </a:cubicBezTo>
                    <a:lnTo>
                      <a:pt x="7789" y="0"/>
                    </a:lnTo>
                    <a:cubicBezTo>
                      <a:pt x="3894" y="0"/>
                      <a:pt x="0" y="2919"/>
                      <a:pt x="0" y="7784"/>
                    </a:cubicBezTo>
                    <a:lnTo>
                      <a:pt x="0" y="157633"/>
                    </a:lnTo>
                    <a:cubicBezTo>
                      <a:pt x="974" y="161526"/>
                      <a:pt x="3894" y="165418"/>
                      <a:pt x="7789" y="16541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74" name="Freeform 573">
                <a:extLst>
                  <a:ext uri="{FF2B5EF4-FFF2-40B4-BE49-F238E27FC236}">
                    <a16:creationId xmlns:a16="http://schemas.microsoft.com/office/drawing/2014/main" id="{BCE84148-939E-2411-6AF8-12D2B3B7E02C}"/>
                  </a:ext>
                </a:extLst>
              </p:cNvPr>
              <p:cNvSpPr/>
              <p:nvPr/>
            </p:nvSpPr>
            <p:spPr>
              <a:xfrm>
                <a:off x="6427565" y="3032755"/>
                <a:ext cx="227222" cy="429495"/>
              </a:xfrm>
              <a:custGeom>
                <a:avLst/>
                <a:gdLst>
                  <a:gd name="connsiteX0" fmla="*/ 217105 w 227222"/>
                  <a:gd name="connsiteY0" fmla="*/ 50007 h 429495"/>
                  <a:gd name="connsiteX1" fmla="*/ 164532 w 227222"/>
                  <a:gd name="connsiteY1" fmla="*/ 50007 h 429495"/>
                  <a:gd name="connsiteX2" fmla="*/ 164532 w 227222"/>
                  <a:gd name="connsiteY2" fmla="*/ 11085 h 429495"/>
                  <a:gd name="connsiteX3" fmla="*/ 159665 w 227222"/>
                  <a:gd name="connsiteY3" fmla="*/ 2328 h 429495"/>
                  <a:gd name="connsiteX4" fmla="*/ 149929 w 227222"/>
                  <a:gd name="connsiteY4" fmla="*/ 382 h 429495"/>
                  <a:gd name="connsiteX5" fmla="*/ 2921 w 227222"/>
                  <a:gd name="connsiteY5" fmla="*/ 50007 h 429495"/>
                  <a:gd name="connsiteX6" fmla="*/ 0 w 227222"/>
                  <a:gd name="connsiteY6" fmla="*/ 53899 h 429495"/>
                  <a:gd name="connsiteX7" fmla="*/ 0 w 227222"/>
                  <a:gd name="connsiteY7" fmla="*/ 254347 h 429495"/>
                  <a:gd name="connsiteX8" fmla="*/ 0 w 227222"/>
                  <a:gd name="connsiteY8" fmla="*/ 262131 h 429495"/>
                  <a:gd name="connsiteX9" fmla="*/ 0 w 227222"/>
                  <a:gd name="connsiteY9" fmla="*/ 345813 h 429495"/>
                  <a:gd name="connsiteX10" fmla="*/ 0 w 227222"/>
                  <a:gd name="connsiteY10" fmla="*/ 352624 h 429495"/>
                  <a:gd name="connsiteX11" fmla="*/ 0 w 227222"/>
                  <a:gd name="connsiteY11" fmla="*/ 425603 h 429495"/>
                  <a:gd name="connsiteX12" fmla="*/ 3894 w 227222"/>
                  <a:gd name="connsiteY12" fmla="*/ 429495 h 429495"/>
                  <a:gd name="connsiteX13" fmla="*/ 216131 w 227222"/>
                  <a:gd name="connsiteY13" fmla="*/ 429495 h 429495"/>
                  <a:gd name="connsiteX14" fmla="*/ 226840 w 227222"/>
                  <a:gd name="connsiteY14" fmla="*/ 418792 h 429495"/>
                  <a:gd name="connsiteX15" fmla="*/ 226840 w 227222"/>
                  <a:gd name="connsiteY15" fmla="*/ 61684 h 429495"/>
                  <a:gd name="connsiteX16" fmla="*/ 217105 w 227222"/>
                  <a:gd name="connsiteY16" fmla="*/ 50007 h 429495"/>
                  <a:gd name="connsiteX17" fmla="*/ 199581 w 227222"/>
                  <a:gd name="connsiteY17" fmla="*/ 405169 h 429495"/>
                  <a:gd name="connsiteX18" fmla="*/ 26286 w 227222"/>
                  <a:gd name="connsiteY18" fmla="*/ 405169 h 429495"/>
                  <a:gd name="connsiteX19" fmla="*/ 18498 w 227222"/>
                  <a:gd name="connsiteY19" fmla="*/ 397385 h 429495"/>
                  <a:gd name="connsiteX20" fmla="*/ 18498 w 227222"/>
                  <a:gd name="connsiteY20" fmla="*/ 342894 h 429495"/>
                  <a:gd name="connsiteX21" fmla="*/ 18498 w 227222"/>
                  <a:gd name="connsiteY21" fmla="*/ 337056 h 429495"/>
                  <a:gd name="connsiteX22" fmla="*/ 18498 w 227222"/>
                  <a:gd name="connsiteY22" fmla="*/ 261158 h 429495"/>
                  <a:gd name="connsiteX23" fmla="*/ 18498 w 227222"/>
                  <a:gd name="connsiteY23" fmla="*/ 254347 h 429495"/>
                  <a:gd name="connsiteX24" fmla="*/ 18498 w 227222"/>
                  <a:gd name="connsiteY24" fmla="*/ 90875 h 429495"/>
                  <a:gd name="connsiteX25" fmla="*/ 26286 w 227222"/>
                  <a:gd name="connsiteY25" fmla="*/ 83091 h 429495"/>
                  <a:gd name="connsiteX26" fmla="*/ 207369 w 227222"/>
                  <a:gd name="connsiteY26" fmla="*/ 83091 h 429495"/>
                  <a:gd name="connsiteX27" fmla="*/ 210290 w 227222"/>
                  <a:gd name="connsiteY27" fmla="*/ 84064 h 429495"/>
                  <a:gd name="connsiteX28" fmla="*/ 210290 w 227222"/>
                  <a:gd name="connsiteY28" fmla="*/ 395439 h 429495"/>
                  <a:gd name="connsiteX29" fmla="*/ 199581 w 227222"/>
                  <a:gd name="connsiteY29" fmla="*/ 405169 h 42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7222" h="429495">
                    <a:moveTo>
                      <a:pt x="217105" y="50007"/>
                    </a:moveTo>
                    <a:lnTo>
                      <a:pt x="164532" y="50007"/>
                    </a:lnTo>
                    <a:lnTo>
                      <a:pt x="164532" y="11085"/>
                    </a:lnTo>
                    <a:cubicBezTo>
                      <a:pt x="164532" y="7193"/>
                      <a:pt x="162585" y="4274"/>
                      <a:pt x="159665" y="2328"/>
                    </a:cubicBezTo>
                    <a:cubicBezTo>
                      <a:pt x="156744" y="382"/>
                      <a:pt x="152850" y="-591"/>
                      <a:pt x="149929" y="382"/>
                    </a:cubicBezTo>
                    <a:lnTo>
                      <a:pt x="2921" y="50007"/>
                    </a:lnTo>
                    <a:cubicBezTo>
                      <a:pt x="974" y="50980"/>
                      <a:pt x="0" y="51953"/>
                      <a:pt x="0" y="53899"/>
                    </a:cubicBezTo>
                    <a:lnTo>
                      <a:pt x="0" y="254347"/>
                    </a:lnTo>
                    <a:lnTo>
                      <a:pt x="0" y="262131"/>
                    </a:lnTo>
                    <a:lnTo>
                      <a:pt x="0" y="345813"/>
                    </a:lnTo>
                    <a:lnTo>
                      <a:pt x="0" y="352624"/>
                    </a:lnTo>
                    <a:lnTo>
                      <a:pt x="0" y="425603"/>
                    </a:lnTo>
                    <a:cubicBezTo>
                      <a:pt x="0" y="427549"/>
                      <a:pt x="1947" y="429495"/>
                      <a:pt x="3894" y="429495"/>
                    </a:cubicBezTo>
                    <a:lnTo>
                      <a:pt x="216131" y="429495"/>
                    </a:lnTo>
                    <a:cubicBezTo>
                      <a:pt x="221973" y="429495"/>
                      <a:pt x="226840" y="424630"/>
                      <a:pt x="226840" y="418792"/>
                    </a:cubicBezTo>
                    <a:lnTo>
                      <a:pt x="226840" y="61684"/>
                    </a:lnTo>
                    <a:cubicBezTo>
                      <a:pt x="228788" y="54872"/>
                      <a:pt x="222946" y="50007"/>
                      <a:pt x="217105" y="50007"/>
                    </a:cubicBezTo>
                    <a:close/>
                    <a:moveTo>
                      <a:pt x="199581" y="405169"/>
                    </a:moveTo>
                    <a:lnTo>
                      <a:pt x="26286" y="405169"/>
                    </a:lnTo>
                    <a:cubicBezTo>
                      <a:pt x="22392" y="405169"/>
                      <a:pt x="18498" y="401277"/>
                      <a:pt x="18498" y="397385"/>
                    </a:cubicBezTo>
                    <a:lnTo>
                      <a:pt x="18498" y="342894"/>
                    </a:lnTo>
                    <a:lnTo>
                      <a:pt x="18498" y="337056"/>
                    </a:lnTo>
                    <a:lnTo>
                      <a:pt x="18498" y="261158"/>
                    </a:lnTo>
                    <a:lnTo>
                      <a:pt x="18498" y="254347"/>
                    </a:lnTo>
                    <a:lnTo>
                      <a:pt x="18498" y="90875"/>
                    </a:lnTo>
                    <a:cubicBezTo>
                      <a:pt x="18498" y="86983"/>
                      <a:pt x="22392" y="83091"/>
                      <a:pt x="26286" y="83091"/>
                    </a:cubicBezTo>
                    <a:lnTo>
                      <a:pt x="207369" y="83091"/>
                    </a:lnTo>
                    <a:cubicBezTo>
                      <a:pt x="208343" y="83091"/>
                      <a:pt x="209316" y="83091"/>
                      <a:pt x="210290" y="84064"/>
                    </a:cubicBezTo>
                    <a:lnTo>
                      <a:pt x="210290" y="395439"/>
                    </a:lnTo>
                    <a:cubicBezTo>
                      <a:pt x="210290" y="400304"/>
                      <a:pt x="205422" y="405169"/>
                      <a:pt x="199581" y="40516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75" name="Freeform 574">
                <a:extLst>
                  <a:ext uri="{FF2B5EF4-FFF2-40B4-BE49-F238E27FC236}">
                    <a16:creationId xmlns:a16="http://schemas.microsoft.com/office/drawing/2014/main" id="{5E645B21-EE1F-77F3-064D-5A3324FFC351}"/>
                  </a:ext>
                </a:extLst>
              </p:cNvPr>
              <p:cNvSpPr/>
              <p:nvPr/>
            </p:nvSpPr>
            <p:spPr>
              <a:xfrm>
                <a:off x="6471375" y="3338673"/>
                <a:ext cx="141166" cy="7784"/>
              </a:xfrm>
              <a:custGeom>
                <a:avLst/>
                <a:gdLst>
                  <a:gd name="connsiteX0" fmla="*/ 137273 w 141166"/>
                  <a:gd name="connsiteY0" fmla="*/ 0 h 7784"/>
                  <a:gd name="connsiteX1" fmla="*/ 3894 w 141166"/>
                  <a:gd name="connsiteY1" fmla="*/ 0 h 7784"/>
                  <a:gd name="connsiteX2" fmla="*/ 0 w 141166"/>
                  <a:gd name="connsiteY2" fmla="*/ 3892 h 7784"/>
                  <a:gd name="connsiteX3" fmla="*/ 3894 w 141166"/>
                  <a:gd name="connsiteY3" fmla="*/ 7784 h 7784"/>
                  <a:gd name="connsiteX4" fmla="*/ 137273 w 141166"/>
                  <a:gd name="connsiteY4" fmla="*/ 7784 h 7784"/>
                  <a:gd name="connsiteX5" fmla="*/ 141167 w 141166"/>
                  <a:gd name="connsiteY5" fmla="*/ 3892 h 7784"/>
                  <a:gd name="connsiteX6" fmla="*/ 137273 w 141166"/>
                  <a:gd name="connsiteY6" fmla="*/ 0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66" h="7784">
                    <a:moveTo>
                      <a:pt x="137273" y="0"/>
                    </a:moveTo>
                    <a:lnTo>
                      <a:pt x="3894" y="0"/>
                    </a:lnTo>
                    <a:cubicBezTo>
                      <a:pt x="1947" y="0"/>
                      <a:pt x="0" y="1946"/>
                      <a:pt x="0" y="3892"/>
                    </a:cubicBezTo>
                    <a:cubicBezTo>
                      <a:pt x="0" y="5838"/>
                      <a:pt x="1947" y="7784"/>
                      <a:pt x="3894" y="7784"/>
                    </a:cubicBezTo>
                    <a:lnTo>
                      <a:pt x="137273" y="7784"/>
                    </a:lnTo>
                    <a:cubicBezTo>
                      <a:pt x="139220" y="7784"/>
                      <a:pt x="141167" y="5838"/>
                      <a:pt x="141167" y="3892"/>
                    </a:cubicBezTo>
                    <a:cubicBezTo>
                      <a:pt x="141167" y="1946"/>
                      <a:pt x="139220" y="0"/>
                      <a:pt x="137273"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76" name="Freeform 575">
                <a:extLst>
                  <a:ext uri="{FF2B5EF4-FFF2-40B4-BE49-F238E27FC236}">
                    <a16:creationId xmlns:a16="http://schemas.microsoft.com/office/drawing/2014/main" id="{21371D9C-6811-56BF-1697-30EDD342E17B}"/>
                  </a:ext>
                </a:extLst>
              </p:cNvPr>
              <p:cNvSpPr/>
              <p:nvPr/>
            </p:nvSpPr>
            <p:spPr>
              <a:xfrm>
                <a:off x="6471375" y="3369811"/>
                <a:ext cx="141166" cy="7784"/>
              </a:xfrm>
              <a:custGeom>
                <a:avLst/>
                <a:gdLst>
                  <a:gd name="connsiteX0" fmla="*/ 137273 w 141166"/>
                  <a:gd name="connsiteY0" fmla="*/ 0 h 7784"/>
                  <a:gd name="connsiteX1" fmla="*/ 3894 w 141166"/>
                  <a:gd name="connsiteY1" fmla="*/ 0 h 7784"/>
                  <a:gd name="connsiteX2" fmla="*/ 0 w 141166"/>
                  <a:gd name="connsiteY2" fmla="*/ 3892 h 7784"/>
                  <a:gd name="connsiteX3" fmla="*/ 3894 w 141166"/>
                  <a:gd name="connsiteY3" fmla="*/ 7784 h 7784"/>
                  <a:gd name="connsiteX4" fmla="*/ 137273 w 141166"/>
                  <a:gd name="connsiteY4" fmla="*/ 7784 h 7784"/>
                  <a:gd name="connsiteX5" fmla="*/ 141167 w 141166"/>
                  <a:gd name="connsiteY5" fmla="*/ 3892 h 7784"/>
                  <a:gd name="connsiteX6" fmla="*/ 137273 w 141166"/>
                  <a:gd name="connsiteY6" fmla="*/ 0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66" h="7784">
                    <a:moveTo>
                      <a:pt x="137273" y="0"/>
                    </a:moveTo>
                    <a:lnTo>
                      <a:pt x="3894" y="0"/>
                    </a:lnTo>
                    <a:cubicBezTo>
                      <a:pt x="1947" y="0"/>
                      <a:pt x="0" y="1946"/>
                      <a:pt x="0" y="3892"/>
                    </a:cubicBezTo>
                    <a:cubicBezTo>
                      <a:pt x="0" y="5838"/>
                      <a:pt x="1947" y="7784"/>
                      <a:pt x="3894" y="7784"/>
                    </a:cubicBezTo>
                    <a:lnTo>
                      <a:pt x="137273" y="7784"/>
                    </a:lnTo>
                    <a:cubicBezTo>
                      <a:pt x="139220" y="7784"/>
                      <a:pt x="141167" y="5838"/>
                      <a:pt x="141167" y="3892"/>
                    </a:cubicBezTo>
                    <a:cubicBezTo>
                      <a:pt x="141167" y="973"/>
                      <a:pt x="139220" y="0"/>
                      <a:pt x="137273"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77" name="Freeform 576">
                <a:extLst>
                  <a:ext uri="{FF2B5EF4-FFF2-40B4-BE49-F238E27FC236}">
                    <a16:creationId xmlns:a16="http://schemas.microsoft.com/office/drawing/2014/main" id="{CD786B5E-40EB-47EC-CB92-D53DBD90EB64}"/>
                  </a:ext>
                </a:extLst>
              </p:cNvPr>
              <p:cNvSpPr/>
              <p:nvPr/>
            </p:nvSpPr>
            <p:spPr>
              <a:xfrm>
                <a:off x="6471375" y="3399975"/>
                <a:ext cx="141166" cy="7784"/>
              </a:xfrm>
              <a:custGeom>
                <a:avLst/>
                <a:gdLst>
                  <a:gd name="connsiteX0" fmla="*/ 137273 w 141166"/>
                  <a:gd name="connsiteY0" fmla="*/ 0 h 7784"/>
                  <a:gd name="connsiteX1" fmla="*/ 3894 w 141166"/>
                  <a:gd name="connsiteY1" fmla="*/ 0 h 7784"/>
                  <a:gd name="connsiteX2" fmla="*/ 0 w 141166"/>
                  <a:gd name="connsiteY2" fmla="*/ 3892 h 7784"/>
                  <a:gd name="connsiteX3" fmla="*/ 3894 w 141166"/>
                  <a:gd name="connsiteY3" fmla="*/ 7785 h 7784"/>
                  <a:gd name="connsiteX4" fmla="*/ 137273 w 141166"/>
                  <a:gd name="connsiteY4" fmla="*/ 7785 h 7784"/>
                  <a:gd name="connsiteX5" fmla="*/ 141167 w 141166"/>
                  <a:gd name="connsiteY5" fmla="*/ 3892 h 7784"/>
                  <a:gd name="connsiteX6" fmla="*/ 137273 w 141166"/>
                  <a:gd name="connsiteY6" fmla="*/ 0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66" h="7784">
                    <a:moveTo>
                      <a:pt x="137273" y="0"/>
                    </a:moveTo>
                    <a:lnTo>
                      <a:pt x="3894" y="0"/>
                    </a:lnTo>
                    <a:cubicBezTo>
                      <a:pt x="1947" y="0"/>
                      <a:pt x="0" y="1946"/>
                      <a:pt x="0" y="3892"/>
                    </a:cubicBezTo>
                    <a:cubicBezTo>
                      <a:pt x="0" y="5838"/>
                      <a:pt x="1947" y="7785"/>
                      <a:pt x="3894" y="7785"/>
                    </a:cubicBezTo>
                    <a:lnTo>
                      <a:pt x="137273" y="7785"/>
                    </a:lnTo>
                    <a:cubicBezTo>
                      <a:pt x="139220" y="7785"/>
                      <a:pt x="141167" y="5838"/>
                      <a:pt x="141167" y="3892"/>
                    </a:cubicBezTo>
                    <a:cubicBezTo>
                      <a:pt x="141167" y="1946"/>
                      <a:pt x="139220" y="0"/>
                      <a:pt x="137273"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04" name="Graphic 450">
            <a:extLst>
              <a:ext uri="{FF2B5EF4-FFF2-40B4-BE49-F238E27FC236}">
                <a16:creationId xmlns:a16="http://schemas.microsoft.com/office/drawing/2014/main" id="{B5266446-F50B-DA4C-A48A-AB92EA0146E9}"/>
              </a:ext>
            </a:extLst>
          </p:cNvPr>
          <p:cNvGrpSpPr/>
          <p:nvPr/>
        </p:nvGrpSpPr>
        <p:grpSpPr>
          <a:xfrm>
            <a:off x="6147276" y="4554500"/>
            <a:ext cx="602319" cy="601999"/>
            <a:chOff x="6271795" y="1455829"/>
            <a:chExt cx="558825" cy="558528"/>
          </a:xfrm>
        </p:grpSpPr>
        <p:sp>
          <p:nvSpPr>
            <p:cNvPr id="605" name="Freeform 604">
              <a:extLst>
                <a:ext uri="{FF2B5EF4-FFF2-40B4-BE49-F238E27FC236}">
                  <a16:creationId xmlns:a16="http://schemas.microsoft.com/office/drawing/2014/main" id="{F61A6AB0-5ADB-080E-417E-D80DD33F76A4}"/>
                </a:ext>
              </a:extLst>
            </p:cNvPr>
            <p:cNvSpPr/>
            <p:nvPr/>
          </p:nvSpPr>
          <p:spPr>
            <a:xfrm>
              <a:off x="6271795" y="1455829"/>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06" name="Graphic 450">
              <a:extLst>
                <a:ext uri="{FF2B5EF4-FFF2-40B4-BE49-F238E27FC236}">
                  <a16:creationId xmlns:a16="http://schemas.microsoft.com/office/drawing/2014/main" id="{C6D0DD14-A513-BE05-9E7D-0C3211D8A37D}"/>
                </a:ext>
              </a:extLst>
            </p:cNvPr>
            <p:cNvGrpSpPr/>
            <p:nvPr/>
          </p:nvGrpSpPr>
          <p:grpSpPr>
            <a:xfrm>
              <a:off x="6376940" y="1575514"/>
              <a:ext cx="348535" cy="355161"/>
              <a:chOff x="6376940" y="1575514"/>
              <a:chExt cx="348535" cy="355161"/>
            </a:xfrm>
            <a:solidFill>
              <a:srgbClr val="FFFFFF"/>
            </a:solidFill>
          </p:grpSpPr>
          <p:sp>
            <p:nvSpPr>
              <p:cNvPr id="607" name="Freeform 606">
                <a:extLst>
                  <a:ext uri="{FF2B5EF4-FFF2-40B4-BE49-F238E27FC236}">
                    <a16:creationId xmlns:a16="http://schemas.microsoft.com/office/drawing/2014/main" id="{E4F86F0D-8E80-8CF6-021C-1AB441EC7302}"/>
                  </a:ext>
                </a:extLst>
              </p:cNvPr>
              <p:cNvSpPr/>
              <p:nvPr/>
            </p:nvSpPr>
            <p:spPr>
              <a:xfrm>
                <a:off x="6376940" y="1575514"/>
                <a:ext cx="348535" cy="355161"/>
              </a:xfrm>
              <a:custGeom>
                <a:avLst/>
                <a:gdLst>
                  <a:gd name="connsiteX0" fmla="*/ 339774 w 348535"/>
                  <a:gd name="connsiteY0" fmla="*/ 0 h 355161"/>
                  <a:gd name="connsiteX1" fmla="*/ 8762 w 348535"/>
                  <a:gd name="connsiteY1" fmla="*/ 0 h 355161"/>
                  <a:gd name="connsiteX2" fmla="*/ 0 w 348535"/>
                  <a:gd name="connsiteY2" fmla="*/ 8757 h 355161"/>
                  <a:gd name="connsiteX3" fmla="*/ 0 w 348535"/>
                  <a:gd name="connsiteY3" fmla="*/ 47679 h 355161"/>
                  <a:gd name="connsiteX4" fmla="*/ 8762 w 348535"/>
                  <a:gd name="connsiteY4" fmla="*/ 56437 h 355161"/>
                  <a:gd name="connsiteX5" fmla="*/ 25313 w 348535"/>
                  <a:gd name="connsiteY5" fmla="*/ 56437 h 355161"/>
                  <a:gd name="connsiteX6" fmla="*/ 25313 w 348535"/>
                  <a:gd name="connsiteY6" fmla="*/ 230612 h 355161"/>
                  <a:gd name="connsiteX7" fmla="*/ 34075 w 348535"/>
                  <a:gd name="connsiteY7" fmla="*/ 239369 h 355161"/>
                  <a:gd name="connsiteX8" fmla="*/ 165506 w 348535"/>
                  <a:gd name="connsiteY8" fmla="*/ 239369 h 355161"/>
                  <a:gd name="connsiteX9" fmla="*/ 165506 w 348535"/>
                  <a:gd name="connsiteY9" fmla="*/ 282183 h 355161"/>
                  <a:gd name="connsiteX10" fmla="*/ 137273 w 348535"/>
                  <a:gd name="connsiteY10" fmla="*/ 318186 h 355161"/>
                  <a:gd name="connsiteX11" fmla="*/ 174268 w 348535"/>
                  <a:gd name="connsiteY11" fmla="*/ 355162 h 355161"/>
                  <a:gd name="connsiteX12" fmla="*/ 211263 w 348535"/>
                  <a:gd name="connsiteY12" fmla="*/ 318186 h 355161"/>
                  <a:gd name="connsiteX13" fmla="*/ 183030 w 348535"/>
                  <a:gd name="connsiteY13" fmla="*/ 282183 h 355161"/>
                  <a:gd name="connsiteX14" fmla="*/ 183030 w 348535"/>
                  <a:gd name="connsiteY14" fmla="*/ 239369 h 355161"/>
                  <a:gd name="connsiteX15" fmla="*/ 314461 w 348535"/>
                  <a:gd name="connsiteY15" fmla="*/ 239369 h 355161"/>
                  <a:gd name="connsiteX16" fmla="*/ 323223 w 348535"/>
                  <a:gd name="connsiteY16" fmla="*/ 230612 h 355161"/>
                  <a:gd name="connsiteX17" fmla="*/ 323223 w 348535"/>
                  <a:gd name="connsiteY17" fmla="*/ 56437 h 355161"/>
                  <a:gd name="connsiteX18" fmla="*/ 339774 w 348535"/>
                  <a:gd name="connsiteY18" fmla="*/ 56437 h 355161"/>
                  <a:gd name="connsiteX19" fmla="*/ 348536 w 348535"/>
                  <a:gd name="connsiteY19" fmla="*/ 47679 h 355161"/>
                  <a:gd name="connsiteX20" fmla="*/ 348536 w 348535"/>
                  <a:gd name="connsiteY20" fmla="*/ 8757 h 355161"/>
                  <a:gd name="connsiteX21" fmla="*/ 339774 w 348535"/>
                  <a:gd name="connsiteY21" fmla="*/ 0 h 355161"/>
                  <a:gd name="connsiteX22" fmla="*/ 193739 w 348535"/>
                  <a:gd name="connsiteY22" fmla="*/ 318186 h 355161"/>
                  <a:gd name="connsiteX23" fmla="*/ 174268 w 348535"/>
                  <a:gd name="connsiteY23" fmla="*/ 337647 h 355161"/>
                  <a:gd name="connsiteX24" fmla="*/ 154797 w 348535"/>
                  <a:gd name="connsiteY24" fmla="*/ 318186 h 355161"/>
                  <a:gd name="connsiteX25" fmla="*/ 174268 w 348535"/>
                  <a:gd name="connsiteY25" fmla="*/ 298725 h 355161"/>
                  <a:gd name="connsiteX26" fmla="*/ 193739 w 348535"/>
                  <a:gd name="connsiteY26" fmla="*/ 318186 h 355161"/>
                  <a:gd name="connsiteX27" fmla="*/ 305699 w 348535"/>
                  <a:gd name="connsiteY27" fmla="*/ 221855 h 355161"/>
                  <a:gd name="connsiteX28" fmla="*/ 174268 w 348535"/>
                  <a:gd name="connsiteY28" fmla="*/ 221855 h 355161"/>
                  <a:gd name="connsiteX29" fmla="*/ 42837 w 348535"/>
                  <a:gd name="connsiteY29" fmla="*/ 221855 h 355161"/>
                  <a:gd name="connsiteX30" fmla="*/ 42837 w 348535"/>
                  <a:gd name="connsiteY30" fmla="*/ 55464 h 355161"/>
                  <a:gd name="connsiteX31" fmla="*/ 305699 w 348535"/>
                  <a:gd name="connsiteY31" fmla="*/ 55464 h 355161"/>
                  <a:gd name="connsiteX32" fmla="*/ 305699 w 348535"/>
                  <a:gd name="connsiteY32" fmla="*/ 221855 h 355161"/>
                  <a:gd name="connsiteX33" fmla="*/ 331985 w 348535"/>
                  <a:gd name="connsiteY33" fmla="*/ 38922 h 355161"/>
                  <a:gd name="connsiteX34" fmla="*/ 315435 w 348535"/>
                  <a:gd name="connsiteY34" fmla="*/ 38922 h 355161"/>
                  <a:gd name="connsiteX35" fmla="*/ 34075 w 348535"/>
                  <a:gd name="connsiteY35" fmla="*/ 38922 h 355161"/>
                  <a:gd name="connsiteX36" fmla="*/ 17524 w 348535"/>
                  <a:gd name="connsiteY36" fmla="*/ 38922 h 355161"/>
                  <a:gd name="connsiteX37" fmla="*/ 17524 w 348535"/>
                  <a:gd name="connsiteY37" fmla="*/ 17515 h 355161"/>
                  <a:gd name="connsiteX38" fmla="*/ 331985 w 348535"/>
                  <a:gd name="connsiteY38" fmla="*/ 17515 h 355161"/>
                  <a:gd name="connsiteX39" fmla="*/ 331985 w 348535"/>
                  <a:gd name="connsiteY39" fmla="*/ 38922 h 35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48535" h="355161">
                    <a:moveTo>
                      <a:pt x="339774" y="0"/>
                    </a:moveTo>
                    <a:lnTo>
                      <a:pt x="8762" y="0"/>
                    </a:lnTo>
                    <a:cubicBezTo>
                      <a:pt x="3894" y="0"/>
                      <a:pt x="0" y="3892"/>
                      <a:pt x="0" y="8757"/>
                    </a:cubicBezTo>
                    <a:lnTo>
                      <a:pt x="0" y="47679"/>
                    </a:lnTo>
                    <a:cubicBezTo>
                      <a:pt x="0" y="52544"/>
                      <a:pt x="3894" y="56437"/>
                      <a:pt x="8762" y="56437"/>
                    </a:cubicBezTo>
                    <a:lnTo>
                      <a:pt x="25313" y="56437"/>
                    </a:lnTo>
                    <a:lnTo>
                      <a:pt x="25313" y="230612"/>
                    </a:lnTo>
                    <a:cubicBezTo>
                      <a:pt x="25313" y="235477"/>
                      <a:pt x="29207" y="239369"/>
                      <a:pt x="34075" y="239369"/>
                    </a:cubicBezTo>
                    <a:lnTo>
                      <a:pt x="165506" y="239369"/>
                    </a:lnTo>
                    <a:lnTo>
                      <a:pt x="165506" y="282183"/>
                    </a:lnTo>
                    <a:cubicBezTo>
                      <a:pt x="148955" y="286076"/>
                      <a:pt x="137273" y="300671"/>
                      <a:pt x="137273" y="318186"/>
                    </a:cubicBezTo>
                    <a:cubicBezTo>
                      <a:pt x="137273" y="338620"/>
                      <a:pt x="153823" y="355162"/>
                      <a:pt x="174268" y="355162"/>
                    </a:cubicBezTo>
                    <a:cubicBezTo>
                      <a:pt x="194713" y="355162"/>
                      <a:pt x="211263" y="338620"/>
                      <a:pt x="211263" y="318186"/>
                    </a:cubicBezTo>
                    <a:cubicBezTo>
                      <a:pt x="211263" y="300671"/>
                      <a:pt x="199581" y="286076"/>
                      <a:pt x="183030" y="282183"/>
                    </a:cubicBezTo>
                    <a:lnTo>
                      <a:pt x="183030" y="239369"/>
                    </a:lnTo>
                    <a:lnTo>
                      <a:pt x="314461" y="239369"/>
                    </a:lnTo>
                    <a:cubicBezTo>
                      <a:pt x="319329" y="239369"/>
                      <a:pt x="323223" y="235477"/>
                      <a:pt x="323223" y="230612"/>
                    </a:cubicBezTo>
                    <a:lnTo>
                      <a:pt x="323223" y="56437"/>
                    </a:lnTo>
                    <a:lnTo>
                      <a:pt x="339774" y="56437"/>
                    </a:lnTo>
                    <a:cubicBezTo>
                      <a:pt x="344642" y="56437"/>
                      <a:pt x="348536" y="52544"/>
                      <a:pt x="348536" y="47679"/>
                    </a:cubicBezTo>
                    <a:lnTo>
                      <a:pt x="348536" y="8757"/>
                    </a:lnTo>
                    <a:cubicBezTo>
                      <a:pt x="348536" y="3892"/>
                      <a:pt x="344642" y="0"/>
                      <a:pt x="339774" y="0"/>
                    </a:cubicBezTo>
                    <a:close/>
                    <a:moveTo>
                      <a:pt x="193739" y="318186"/>
                    </a:moveTo>
                    <a:cubicBezTo>
                      <a:pt x="193739" y="328890"/>
                      <a:pt x="184977" y="337647"/>
                      <a:pt x="174268" y="337647"/>
                    </a:cubicBezTo>
                    <a:cubicBezTo>
                      <a:pt x="163559" y="337647"/>
                      <a:pt x="154797" y="328890"/>
                      <a:pt x="154797" y="318186"/>
                    </a:cubicBezTo>
                    <a:cubicBezTo>
                      <a:pt x="154797" y="307483"/>
                      <a:pt x="163559" y="298725"/>
                      <a:pt x="174268" y="298725"/>
                    </a:cubicBezTo>
                    <a:cubicBezTo>
                      <a:pt x="184977" y="297752"/>
                      <a:pt x="193739" y="306510"/>
                      <a:pt x="193739" y="318186"/>
                    </a:cubicBezTo>
                    <a:close/>
                    <a:moveTo>
                      <a:pt x="305699" y="221855"/>
                    </a:moveTo>
                    <a:lnTo>
                      <a:pt x="174268" y="221855"/>
                    </a:lnTo>
                    <a:lnTo>
                      <a:pt x="42837" y="221855"/>
                    </a:lnTo>
                    <a:lnTo>
                      <a:pt x="42837" y="55464"/>
                    </a:lnTo>
                    <a:lnTo>
                      <a:pt x="305699" y="55464"/>
                    </a:lnTo>
                    <a:lnTo>
                      <a:pt x="305699" y="221855"/>
                    </a:lnTo>
                    <a:close/>
                    <a:moveTo>
                      <a:pt x="331985" y="38922"/>
                    </a:moveTo>
                    <a:lnTo>
                      <a:pt x="315435" y="38922"/>
                    </a:lnTo>
                    <a:lnTo>
                      <a:pt x="34075" y="38922"/>
                    </a:lnTo>
                    <a:lnTo>
                      <a:pt x="17524" y="38922"/>
                    </a:lnTo>
                    <a:lnTo>
                      <a:pt x="17524" y="17515"/>
                    </a:lnTo>
                    <a:lnTo>
                      <a:pt x="331985" y="17515"/>
                    </a:lnTo>
                    <a:lnTo>
                      <a:pt x="331985" y="3892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8" name="Freeform 607">
                <a:extLst>
                  <a:ext uri="{FF2B5EF4-FFF2-40B4-BE49-F238E27FC236}">
                    <a16:creationId xmlns:a16="http://schemas.microsoft.com/office/drawing/2014/main" id="{38E754D9-29B6-D425-44D7-2578633E1973}"/>
                  </a:ext>
                </a:extLst>
              </p:cNvPr>
              <p:cNvSpPr/>
              <p:nvPr/>
            </p:nvSpPr>
            <p:spPr>
              <a:xfrm>
                <a:off x="6527842" y="1672818"/>
                <a:ext cx="59491" cy="85628"/>
              </a:xfrm>
              <a:custGeom>
                <a:avLst/>
                <a:gdLst>
                  <a:gd name="connsiteX0" fmla="*/ 0 w 59491"/>
                  <a:gd name="connsiteY0" fmla="*/ 77844 h 85628"/>
                  <a:gd name="connsiteX1" fmla="*/ 6815 w 59491"/>
                  <a:gd name="connsiteY1" fmla="*/ 85628 h 85628"/>
                  <a:gd name="connsiteX2" fmla="*/ 13630 w 59491"/>
                  <a:gd name="connsiteY2" fmla="*/ 77844 h 85628"/>
                  <a:gd name="connsiteX3" fmla="*/ 13630 w 59491"/>
                  <a:gd name="connsiteY3" fmla="*/ 52544 h 85628"/>
                  <a:gd name="connsiteX4" fmla="*/ 41863 w 59491"/>
                  <a:gd name="connsiteY4" fmla="*/ 49625 h 85628"/>
                  <a:gd name="connsiteX5" fmla="*/ 59387 w 59491"/>
                  <a:gd name="connsiteY5" fmla="*/ 23353 h 85628"/>
                  <a:gd name="connsiteX6" fmla="*/ 38943 w 59491"/>
                  <a:gd name="connsiteY6" fmla="*/ 973 h 85628"/>
                  <a:gd name="connsiteX7" fmla="*/ 6815 w 59491"/>
                  <a:gd name="connsiteY7" fmla="*/ 0 h 85628"/>
                  <a:gd name="connsiteX8" fmla="*/ 0 w 59491"/>
                  <a:gd name="connsiteY8" fmla="*/ 7784 h 85628"/>
                  <a:gd name="connsiteX9" fmla="*/ 0 w 59491"/>
                  <a:gd name="connsiteY9" fmla="*/ 77844 h 85628"/>
                  <a:gd name="connsiteX10" fmla="*/ 14603 w 59491"/>
                  <a:gd name="connsiteY10" fmla="*/ 12650 h 85628"/>
                  <a:gd name="connsiteX11" fmla="*/ 35048 w 59491"/>
                  <a:gd name="connsiteY11" fmla="*/ 12650 h 85628"/>
                  <a:gd name="connsiteX12" fmla="*/ 45757 w 59491"/>
                  <a:gd name="connsiteY12" fmla="*/ 26272 h 85628"/>
                  <a:gd name="connsiteX13" fmla="*/ 34075 w 59491"/>
                  <a:gd name="connsiteY13" fmla="*/ 37949 h 85628"/>
                  <a:gd name="connsiteX14" fmla="*/ 14603 w 59491"/>
                  <a:gd name="connsiteY14" fmla="*/ 37949 h 85628"/>
                  <a:gd name="connsiteX15" fmla="*/ 14603 w 59491"/>
                  <a:gd name="connsiteY15" fmla="*/ 12650 h 8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491" h="85628">
                    <a:moveTo>
                      <a:pt x="0" y="77844"/>
                    </a:moveTo>
                    <a:cubicBezTo>
                      <a:pt x="0" y="82709"/>
                      <a:pt x="974" y="85628"/>
                      <a:pt x="6815" y="85628"/>
                    </a:cubicBezTo>
                    <a:cubicBezTo>
                      <a:pt x="12656" y="85628"/>
                      <a:pt x="13630" y="83682"/>
                      <a:pt x="13630" y="77844"/>
                    </a:cubicBezTo>
                    <a:cubicBezTo>
                      <a:pt x="13630" y="69086"/>
                      <a:pt x="13630" y="61302"/>
                      <a:pt x="13630" y="52544"/>
                    </a:cubicBezTo>
                    <a:cubicBezTo>
                      <a:pt x="24339" y="51571"/>
                      <a:pt x="33101" y="51571"/>
                      <a:pt x="41863" y="49625"/>
                    </a:cubicBezTo>
                    <a:cubicBezTo>
                      <a:pt x="54520" y="46706"/>
                      <a:pt x="60361" y="36003"/>
                      <a:pt x="59387" y="23353"/>
                    </a:cubicBezTo>
                    <a:cubicBezTo>
                      <a:pt x="58414" y="10703"/>
                      <a:pt x="50625" y="1946"/>
                      <a:pt x="38943" y="973"/>
                    </a:cubicBezTo>
                    <a:cubicBezTo>
                      <a:pt x="28233" y="0"/>
                      <a:pt x="17524" y="0"/>
                      <a:pt x="6815" y="0"/>
                    </a:cubicBezTo>
                    <a:cubicBezTo>
                      <a:pt x="974" y="0"/>
                      <a:pt x="0" y="2919"/>
                      <a:pt x="0" y="7784"/>
                    </a:cubicBezTo>
                    <a:cubicBezTo>
                      <a:pt x="0" y="30164"/>
                      <a:pt x="0" y="54491"/>
                      <a:pt x="0" y="77844"/>
                    </a:cubicBezTo>
                    <a:close/>
                    <a:moveTo>
                      <a:pt x="14603" y="12650"/>
                    </a:moveTo>
                    <a:cubicBezTo>
                      <a:pt x="21418" y="12650"/>
                      <a:pt x="28233" y="12650"/>
                      <a:pt x="35048" y="12650"/>
                    </a:cubicBezTo>
                    <a:cubicBezTo>
                      <a:pt x="42837" y="13623"/>
                      <a:pt x="46731" y="18488"/>
                      <a:pt x="45757" y="26272"/>
                    </a:cubicBezTo>
                    <a:cubicBezTo>
                      <a:pt x="45757" y="34057"/>
                      <a:pt x="40890" y="37949"/>
                      <a:pt x="34075" y="37949"/>
                    </a:cubicBezTo>
                    <a:cubicBezTo>
                      <a:pt x="28233" y="37949"/>
                      <a:pt x="21418" y="37949"/>
                      <a:pt x="14603" y="37949"/>
                    </a:cubicBezTo>
                    <a:cubicBezTo>
                      <a:pt x="14603" y="29191"/>
                      <a:pt x="14603" y="21407"/>
                      <a:pt x="14603" y="1265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09" name="Freeform 608">
                <a:extLst>
                  <a:ext uri="{FF2B5EF4-FFF2-40B4-BE49-F238E27FC236}">
                    <a16:creationId xmlns:a16="http://schemas.microsoft.com/office/drawing/2014/main" id="{4DF6283B-26D8-8D47-F3D1-B46B8513B900}"/>
                  </a:ext>
                </a:extLst>
              </p:cNvPr>
              <p:cNvSpPr/>
              <p:nvPr/>
            </p:nvSpPr>
            <p:spPr>
              <a:xfrm>
                <a:off x="6454825" y="1672818"/>
                <a:ext cx="59491" cy="85628"/>
              </a:xfrm>
              <a:custGeom>
                <a:avLst/>
                <a:gdLst>
                  <a:gd name="connsiteX0" fmla="*/ 6815 w 59491"/>
                  <a:gd name="connsiteY0" fmla="*/ 85628 h 85628"/>
                  <a:gd name="connsiteX1" fmla="*/ 13630 w 59491"/>
                  <a:gd name="connsiteY1" fmla="*/ 77844 h 85628"/>
                  <a:gd name="connsiteX2" fmla="*/ 13630 w 59491"/>
                  <a:gd name="connsiteY2" fmla="*/ 51571 h 85628"/>
                  <a:gd name="connsiteX3" fmla="*/ 28233 w 59491"/>
                  <a:gd name="connsiteY3" fmla="*/ 51571 h 85628"/>
                  <a:gd name="connsiteX4" fmla="*/ 41863 w 59491"/>
                  <a:gd name="connsiteY4" fmla="*/ 49625 h 85628"/>
                  <a:gd name="connsiteX5" fmla="*/ 59387 w 59491"/>
                  <a:gd name="connsiteY5" fmla="*/ 23353 h 85628"/>
                  <a:gd name="connsiteX6" fmla="*/ 38943 w 59491"/>
                  <a:gd name="connsiteY6" fmla="*/ 973 h 85628"/>
                  <a:gd name="connsiteX7" fmla="*/ 6815 w 59491"/>
                  <a:gd name="connsiteY7" fmla="*/ 0 h 85628"/>
                  <a:gd name="connsiteX8" fmla="*/ 0 w 59491"/>
                  <a:gd name="connsiteY8" fmla="*/ 7784 h 85628"/>
                  <a:gd name="connsiteX9" fmla="*/ 0 w 59491"/>
                  <a:gd name="connsiteY9" fmla="*/ 77844 h 85628"/>
                  <a:gd name="connsiteX10" fmla="*/ 6815 w 59491"/>
                  <a:gd name="connsiteY10" fmla="*/ 85628 h 85628"/>
                  <a:gd name="connsiteX11" fmla="*/ 13630 w 59491"/>
                  <a:gd name="connsiteY11" fmla="*/ 12650 h 85628"/>
                  <a:gd name="connsiteX12" fmla="*/ 33101 w 59491"/>
                  <a:gd name="connsiteY12" fmla="*/ 12650 h 85628"/>
                  <a:gd name="connsiteX13" fmla="*/ 44784 w 59491"/>
                  <a:gd name="connsiteY13" fmla="*/ 25299 h 85628"/>
                  <a:gd name="connsiteX14" fmla="*/ 33101 w 59491"/>
                  <a:gd name="connsiteY14" fmla="*/ 37949 h 85628"/>
                  <a:gd name="connsiteX15" fmla="*/ 13630 w 59491"/>
                  <a:gd name="connsiteY15" fmla="*/ 37949 h 85628"/>
                  <a:gd name="connsiteX16" fmla="*/ 13630 w 59491"/>
                  <a:gd name="connsiteY16" fmla="*/ 12650 h 8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491" h="85628">
                    <a:moveTo>
                      <a:pt x="6815" y="85628"/>
                    </a:moveTo>
                    <a:cubicBezTo>
                      <a:pt x="12656" y="85628"/>
                      <a:pt x="13630" y="83682"/>
                      <a:pt x="13630" y="77844"/>
                    </a:cubicBezTo>
                    <a:cubicBezTo>
                      <a:pt x="13630" y="69086"/>
                      <a:pt x="13630" y="61302"/>
                      <a:pt x="13630" y="51571"/>
                    </a:cubicBezTo>
                    <a:cubicBezTo>
                      <a:pt x="19471" y="51571"/>
                      <a:pt x="23366" y="51571"/>
                      <a:pt x="28233" y="51571"/>
                    </a:cubicBezTo>
                    <a:cubicBezTo>
                      <a:pt x="33101" y="51571"/>
                      <a:pt x="37969" y="51571"/>
                      <a:pt x="41863" y="49625"/>
                    </a:cubicBezTo>
                    <a:cubicBezTo>
                      <a:pt x="54520" y="45733"/>
                      <a:pt x="60361" y="36003"/>
                      <a:pt x="59387" y="23353"/>
                    </a:cubicBezTo>
                    <a:cubicBezTo>
                      <a:pt x="58414" y="10703"/>
                      <a:pt x="51599" y="1946"/>
                      <a:pt x="38943" y="973"/>
                    </a:cubicBezTo>
                    <a:cubicBezTo>
                      <a:pt x="28233" y="0"/>
                      <a:pt x="17524" y="0"/>
                      <a:pt x="6815" y="0"/>
                    </a:cubicBezTo>
                    <a:cubicBezTo>
                      <a:pt x="974" y="0"/>
                      <a:pt x="0" y="2919"/>
                      <a:pt x="0" y="7784"/>
                    </a:cubicBezTo>
                    <a:cubicBezTo>
                      <a:pt x="0" y="31137"/>
                      <a:pt x="0" y="54491"/>
                      <a:pt x="0" y="77844"/>
                    </a:cubicBezTo>
                    <a:cubicBezTo>
                      <a:pt x="0" y="81736"/>
                      <a:pt x="974" y="85628"/>
                      <a:pt x="6815" y="85628"/>
                    </a:cubicBezTo>
                    <a:close/>
                    <a:moveTo>
                      <a:pt x="13630" y="12650"/>
                    </a:moveTo>
                    <a:cubicBezTo>
                      <a:pt x="20445" y="12650"/>
                      <a:pt x="27260" y="12650"/>
                      <a:pt x="33101" y="12650"/>
                    </a:cubicBezTo>
                    <a:cubicBezTo>
                      <a:pt x="40890" y="13623"/>
                      <a:pt x="44784" y="17515"/>
                      <a:pt x="44784" y="25299"/>
                    </a:cubicBezTo>
                    <a:cubicBezTo>
                      <a:pt x="44784" y="33084"/>
                      <a:pt x="39916" y="36976"/>
                      <a:pt x="33101" y="37949"/>
                    </a:cubicBezTo>
                    <a:cubicBezTo>
                      <a:pt x="27260" y="37949"/>
                      <a:pt x="20445" y="37949"/>
                      <a:pt x="13630" y="37949"/>
                    </a:cubicBezTo>
                    <a:cubicBezTo>
                      <a:pt x="13630" y="29191"/>
                      <a:pt x="13630" y="21407"/>
                      <a:pt x="13630" y="1265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0" name="Freeform 609">
                <a:extLst>
                  <a:ext uri="{FF2B5EF4-FFF2-40B4-BE49-F238E27FC236}">
                    <a16:creationId xmlns:a16="http://schemas.microsoft.com/office/drawing/2014/main" id="{D5B24352-81AE-3C6C-90AD-70F834E41753}"/>
                  </a:ext>
                </a:extLst>
              </p:cNvPr>
              <p:cNvSpPr/>
              <p:nvPr/>
            </p:nvSpPr>
            <p:spPr>
              <a:xfrm>
                <a:off x="6593071" y="1673359"/>
                <a:ext cx="66202" cy="85679"/>
              </a:xfrm>
              <a:custGeom>
                <a:avLst/>
                <a:gdLst>
                  <a:gd name="connsiteX0" fmla="*/ 7789 w 66202"/>
                  <a:gd name="connsiteY0" fmla="*/ 12109 h 85679"/>
                  <a:gd name="connsiteX1" fmla="*/ 27260 w 66202"/>
                  <a:gd name="connsiteY1" fmla="*/ 12109 h 85679"/>
                  <a:gd name="connsiteX2" fmla="*/ 27260 w 66202"/>
                  <a:gd name="connsiteY2" fmla="*/ 23786 h 85679"/>
                  <a:gd name="connsiteX3" fmla="*/ 27260 w 66202"/>
                  <a:gd name="connsiteY3" fmla="*/ 77303 h 85679"/>
                  <a:gd name="connsiteX4" fmla="*/ 36022 w 66202"/>
                  <a:gd name="connsiteY4" fmla="*/ 85088 h 85679"/>
                  <a:gd name="connsiteX5" fmla="*/ 39916 w 66202"/>
                  <a:gd name="connsiteY5" fmla="*/ 76330 h 85679"/>
                  <a:gd name="connsiteX6" fmla="*/ 39916 w 66202"/>
                  <a:gd name="connsiteY6" fmla="*/ 13082 h 85679"/>
                  <a:gd name="connsiteX7" fmla="*/ 59387 w 66202"/>
                  <a:gd name="connsiteY7" fmla="*/ 13082 h 85679"/>
                  <a:gd name="connsiteX8" fmla="*/ 66202 w 66202"/>
                  <a:gd name="connsiteY8" fmla="*/ 7244 h 85679"/>
                  <a:gd name="connsiteX9" fmla="*/ 59387 w 66202"/>
                  <a:gd name="connsiteY9" fmla="*/ 432 h 85679"/>
                  <a:gd name="connsiteX10" fmla="*/ 6815 w 66202"/>
                  <a:gd name="connsiteY10" fmla="*/ 432 h 85679"/>
                  <a:gd name="connsiteX11" fmla="*/ 0 w 66202"/>
                  <a:gd name="connsiteY11" fmla="*/ 7244 h 85679"/>
                  <a:gd name="connsiteX12" fmla="*/ 7789 w 66202"/>
                  <a:gd name="connsiteY12" fmla="*/ 12109 h 8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02" h="85679">
                    <a:moveTo>
                      <a:pt x="7789" y="12109"/>
                    </a:moveTo>
                    <a:cubicBezTo>
                      <a:pt x="13630" y="12109"/>
                      <a:pt x="20445" y="12109"/>
                      <a:pt x="27260" y="12109"/>
                    </a:cubicBezTo>
                    <a:cubicBezTo>
                      <a:pt x="27260" y="16974"/>
                      <a:pt x="27260" y="19893"/>
                      <a:pt x="27260" y="23786"/>
                    </a:cubicBezTo>
                    <a:cubicBezTo>
                      <a:pt x="27260" y="41300"/>
                      <a:pt x="27260" y="59788"/>
                      <a:pt x="27260" y="77303"/>
                    </a:cubicBezTo>
                    <a:cubicBezTo>
                      <a:pt x="27260" y="84114"/>
                      <a:pt x="30181" y="87034"/>
                      <a:pt x="36022" y="85088"/>
                    </a:cubicBezTo>
                    <a:cubicBezTo>
                      <a:pt x="37969" y="84114"/>
                      <a:pt x="39916" y="79249"/>
                      <a:pt x="39916" y="76330"/>
                    </a:cubicBezTo>
                    <a:cubicBezTo>
                      <a:pt x="39916" y="55896"/>
                      <a:pt x="39916" y="34489"/>
                      <a:pt x="39916" y="13082"/>
                    </a:cubicBezTo>
                    <a:cubicBezTo>
                      <a:pt x="46731" y="13082"/>
                      <a:pt x="53546" y="14055"/>
                      <a:pt x="59387" y="13082"/>
                    </a:cubicBezTo>
                    <a:cubicBezTo>
                      <a:pt x="62308" y="13082"/>
                      <a:pt x="64255" y="9190"/>
                      <a:pt x="66202" y="7244"/>
                    </a:cubicBezTo>
                    <a:cubicBezTo>
                      <a:pt x="64255" y="5298"/>
                      <a:pt x="61335" y="1406"/>
                      <a:pt x="59387" y="432"/>
                    </a:cubicBezTo>
                    <a:cubicBezTo>
                      <a:pt x="41863" y="-541"/>
                      <a:pt x="24339" y="432"/>
                      <a:pt x="6815" y="432"/>
                    </a:cubicBezTo>
                    <a:cubicBezTo>
                      <a:pt x="1947" y="432"/>
                      <a:pt x="0" y="2379"/>
                      <a:pt x="0" y="7244"/>
                    </a:cubicBezTo>
                    <a:cubicBezTo>
                      <a:pt x="0" y="10163"/>
                      <a:pt x="2921" y="12109"/>
                      <a:pt x="7789" y="1210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11" name="Graphic 450">
            <a:extLst>
              <a:ext uri="{FF2B5EF4-FFF2-40B4-BE49-F238E27FC236}">
                <a16:creationId xmlns:a16="http://schemas.microsoft.com/office/drawing/2014/main" id="{59AD46EC-F5B9-52C1-FDE8-3D932ED121F8}"/>
              </a:ext>
            </a:extLst>
          </p:cNvPr>
          <p:cNvGrpSpPr/>
          <p:nvPr/>
        </p:nvGrpSpPr>
        <p:grpSpPr>
          <a:xfrm>
            <a:off x="5001289" y="4554500"/>
            <a:ext cx="602319" cy="601999"/>
            <a:chOff x="6271795" y="684203"/>
            <a:chExt cx="558825" cy="558528"/>
          </a:xfrm>
        </p:grpSpPr>
        <p:sp>
          <p:nvSpPr>
            <p:cNvPr id="612" name="Freeform 611">
              <a:extLst>
                <a:ext uri="{FF2B5EF4-FFF2-40B4-BE49-F238E27FC236}">
                  <a16:creationId xmlns:a16="http://schemas.microsoft.com/office/drawing/2014/main" id="{76B4E117-5525-B20D-6CE7-7400D46FE535}"/>
                </a:ext>
              </a:extLst>
            </p:cNvPr>
            <p:cNvSpPr/>
            <p:nvPr/>
          </p:nvSpPr>
          <p:spPr>
            <a:xfrm>
              <a:off x="6271795" y="68420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275836"/>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13" name="Graphic 450">
              <a:extLst>
                <a:ext uri="{FF2B5EF4-FFF2-40B4-BE49-F238E27FC236}">
                  <a16:creationId xmlns:a16="http://schemas.microsoft.com/office/drawing/2014/main" id="{63737610-7510-6EE9-9FBD-A9D6B9CB9852}"/>
                </a:ext>
              </a:extLst>
            </p:cNvPr>
            <p:cNvGrpSpPr/>
            <p:nvPr/>
          </p:nvGrpSpPr>
          <p:grpSpPr>
            <a:xfrm>
              <a:off x="6332156" y="827484"/>
              <a:ext cx="430315" cy="300428"/>
              <a:chOff x="6332156" y="827484"/>
              <a:chExt cx="430315" cy="300428"/>
            </a:xfrm>
            <a:solidFill>
              <a:srgbClr val="FFFFFF"/>
            </a:solidFill>
          </p:grpSpPr>
          <p:sp>
            <p:nvSpPr>
              <p:cNvPr id="614" name="Freeform 613">
                <a:extLst>
                  <a:ext uri="{FF2B5EF4-FFF2-40B4-BE49-F238E27FC236}">
                    <a16:creationId xmlns:a16="http://schemas.microsoft.com/office/drawing/2014/main" id="{360A4E03-4C49-65A9-6A2E-C784B0A4DF4B}"/>
                  </a:ext>
                </a:extLst>
              </p:cNvPr>
              <p:cNvSpPr/>
              <p:nvPr/>
            </p:nvSpPr>
            <p:spPr>
              <a:xfrm>
                <a:off x="6571652" y="949654"/>
                <a:ext cx="79111" cy="90684"/>
              </a:xfrm>
              <a:custGeom>
                <a:avLst/>
                <a:gdLst>
                  <a:gd name="connsiteX0" fmla="*/ 0 w 79111"/>
                  <a:gd name="connsiteY0" fmla="*/ 5056 h 90684"/>
                  <a:gd name="connsiteX1" fmla="*/ 5841 w 79111"/>
                  <a:gd name="connsiteY1" fmla="*/ 11867 h 90684"/>
                  <a:gd name="connsiteX2" fmla="*/ 33101 w 79111"/>
                  <a:gd name="connsiteY2" fmla="*/ 14787 h 90684"/>
                  <a:gd name="connsiteX3" fmla="*/ 41863 w 79111"/>
                  <a:gd name="connsiteY3" fmla="*/ 21598 h 90684"/>
                  <a:gd name="connsiteX4" fmla="*/ 67176 w 79111"/>
                  <a:gd name="connsiteY4" fmla="*/ 86792 h 90684"/>
                  <a:gd name="connsiteX5" fmla="*/ 73017 w 79111"/>
                  <a:gd name="connsiteY5" fmla="*/ 90684 h 90684"/>
                  <a:gd name="connsiteX6" fmla="*/ 74964 w 79111"/>
                  <a:gd name="connsiteY6" fmla="*/ 90684 h 90684"/>
                  <a:gd name="connsiteX7" fmla="*/ 78859 w 79111"/>
                  <a:gd name="connsiteY7" fmla="*/ 82900 h 90684"/>
                  <a:gd name="connsiteX8" fmla="*/ 52573 w 79111"/>
                  <a:gd name="connsiteY8" fmla="*/ 17706 h 90684"/>
                  <a:gd name="connsiteX9" fmla="*/ 52573 w 79111"/>
                  <a:gd name="connsiteY9" fmla="*/ 16733 h 90684"/>
                  <a:gd name="connsiteX10" fmla="*/ 35048 w 79111"/>
                  <a:gd name="connsiteY10" fmla="*/ 3110 h 90684"/>
                  <a:gd name="connsiteX11" fmla="*/ 6815 w 79111"/>
                  <a:gd name="connsiteY11" fmla="*/ 191 h 90684"/>
                  <a:gd name="connsiteX12" fmla="*/ 0 w 79111"/>
                  <a:gd name="connsiteY12" fmla="*/ 5056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111" h="90684">
                    <a:moveTo>
                      <a:pt x="0" y="5056"/>
                    </a:moveTo>
                    <a:cubicBezTo>
                      <a:pt x="0" y="7975"/>
                      <a:pt x="1947" y="11867"/>
                      <a:pt x="5841" y="11867"/>
                    </a:cubicBezTo>
                    <a:lnTo>
                      <a:pt x="33101" y="14787"/>
                    </a:lnTo>
                    <a:cubicBezTo>
                      <a:pt x="36995" y="15760"/>
                      <a:pt x="38943" y="17706"/>
                      <a:pt x="41863" y="21598"/>
                    </a:cubicBezTo>
                    <a:lnTo>
                      <a:pt x="67176" y="86792"/>
                    </a:lnTo>
                    <a:cubicBezTo>
                      <a:pt x="68149" y="88738"/>
                      <a:pt x="70097" y="90684"/>
                      <a:pt x="73017" y="90684"/>
                    </a:cubicBezTo>
                    <a:cubicBezTo>
                      <a:pt x="73991" y="90684"/>
                      <a:pt x="74964" y="90684"/>
                      <a:pt x="74964" y="90684"/>
                    </a:cubicBezTo>
                    <a:cubicBezTo>
                      <a:pt x="77885" y="89711"/>
                      <a:pt x="79832" y="85819"/>
                      <a:pt x="78859" y="82900"/>
                    </a:cubicBezTo>
                    <a:lnTo>
                      <a:pt x="52573" y="17706"/>
                    </a:lnTo>
                    <a:lnTo>
                      <a:pt x="52573" y="16733"/>
                    </a:lnTo>
                    <a:cubicBezTo>
                      <a:pt x="49652" y="11867"/>
                      <a:pt x="44784" y="5056"/>
                      <a:pt x="35048" y="3110"/>
                    </a:cubicBezTo>
                    <a:lnTo>
                      <a:pt x="6815" y="191"/>
                    </a:lnTo>
                    <a:cubicBezTo>
                      <a:pt x="3894" y="-782"/>
                      <a:pt x="0" y="2137"/>
                      <a:pt x="0" y="505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5" name="Freeform 614">
                <a:extLst>
                  <a:ext uri="{FF2B5EF4-FFF2-40B4-BE49-F238E27FC236}">
                    <a16:creationId xmlns:a16="http://schemas.microsoft.com/office/drawing/2014/main" id="{2083F76C-0945-8B01-BDFC-5BCD29EDEBE4}"/>
                  </a:ext>
                </a:extLst>
              </p:cNvPr>
              <p:cNvSpPr/>
              <p:nvPr/>
            </p:nvSpPr>
            <p:spPr>
              <a:xfrm>
                <a:off x="6429129" y="949845"/>
                <a:ext cx="98947" cy="178067"/>
              </a:xfrm>
              <a:custGeom>
                <a:avLst/>
                <a:gdLst>
                  <a:gd name="connsiteX0" fmla="*/ 95793 w 98947"/>
                  <a:gd name="connsiteY0" fmla="*/ 158607 h 178067"/>
                  <a:gd name="connsiteX1" fmla="*/ 52956 w 98947"/>
                  <a:gd name="connsiteY1" fmla="*/ 141092 h 178067"/>
                  <a:gd name="connsiteX2" fmla="*/ 52956 w 98947"/>
                  <a:gd name="connsiteY2" fmla="*/ 141092 h 178067"/>
                  <a:gd name="connsiteX3" fmla="*/ 20828 w 98947"/>
                  <a:gd name="connsiteY3" fmla="*/ 128442 h 178067"/>
                  <a:gd name="connsiteX4" fmla="*/ 14013 w 98947"/>
                  <a:gd name="connsiteY4" fmla="*/ 122604 h 178067"/>
                  <a:gd name="connsiteX5" fmla="*/ 14013 w 98947"/>
                  <a:gd name="connsiteY5" fmla="*/ 112873 h 178067"/>
                  <a:gd name="connsiteX6" fmla="*/ 34458 w 98947"/>
                  <a:gd name="connsiteY6" fmla="*/ 30164 h 178067"/>
                  <a:gd name="connsiteX7" fmla="*/ 44194 w 98947"/>
                  <a:gd name="connsiteY7" fmla="*/ 20434 h 178067"/>
                  <a:gd name="connsiteX8" fmla="*/ 76321 w 98947"/>
                  <a:gd name="connsiteY8" fmla="*/ 12650 h 178067"/>
                  <a:gd name="connsiteX9" fmla="*/ 81189 w 98947"/>
                  <a:gd name="connsiteY9" fmla="*/ 4865 h 178067"/>
                  <a:gd name="connsiteX10" fmla="*/ 73401 w 98947"/>
                  <a:gd name="connsiteY10" fmla="*/ 0 h 178067"/>
                  <a:gd name="connsiteX11" fmla="*/ 40300 w 98947"/>
                  <a:gd name="connsiteY11" fmla="*/ 7784 h 178067"/>
                  <a:gd name="connsiteX12" fmla="*/ 39326 w 98947"/>
                  <a:gd name="connsiteY12" fmla="*/ 7784 h 178067"/>
                  <a:gd name="connsiteX13" fmla="*/ 21802 w 98947"/>
                  <a:gd name="connsiteY13" fmla="*/ 25299 h 178067"/>
                  <a:gd name="connsiteX14" fmla="*/ 1357 w 98947"/>
                  <a:gd name="connsiteY14" fmla="*/ 108008 h 178067"/>
                  <a:gd name="connsiteX15" fmla="*/ 2331 w 98947"/>
                  <a:gd name="connsiteY15" fmla="*/ 126496 h 178067"/>
                  <a:gd name="connsiteX16" fmla="*/ 15960 w 98947"/>
                  <a:gd name="connsiteY16" fmla="*/ 139146 h 178067"/>
                  <a:gd name="connsiteX17" fmla="*/ 43220 w 98947"/>
                  <a:gd name="connsiteY17" fmla="*/ 150822 h 178067"/>
                  <a:gd name="connsiteX18" fmla="*/ 43220 w 98947"/>
                  <a:gd name="connsiteY18" fmla="*/ 172229 h 178067"/>
                  <a:gd name="connsiteX19" fmla="*/ 49062 w 98947"/>
                  <a:gd name="connsiteY19" fmla="*/ 178068 h 178067"/>
                  <a:gd name="connsiteX20" fmla="*/ 54903 w 98947"/>
                  <a:gd name="connsiteY20" fmla="*/ 172229 h 178067"/>
                  <a:gd name="connsiteX21" fmla="*/ 54903 w 98947"/>
                  <a:gd name="connsiteY21" fmla="*/ 155687 h 178067"/>
                  <a:gd name="connsiteX22" fmla="*/ 88978 w 98947"/>
                  <a:gd name="connsiteY22" fmla="*/ 169310 h 178067"/>
                  <a:gd name="connsiteX23" fmla="*/ 90925 w 98947"/>
                  <a:gd name="connsiteY23" fmla="*/ 169310 h 178067"/>
                  <a:gd name="connsiteX24" fmla="*/ 96766 w 98947"/>
                  <a:gd name="connsiteY24" fmla="*/ 165418 h 178067"/>
                  <a:gd name="connsiteX25" fmla="*/ 95793 w 98947"/>
                  <a:gd name="connsiteY25" fmla="*/ 158607 h 17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947" h="178067">
                    <a:moveTo>
                      <a:pt x="95793" y="158607"/>
                    </a:moveTo>
                    <a:lnTo>
                      <a:pt x="52956" y="141092"/>
                    </a:lnTo>
                    <a:lnTo>
                      <a:pt x="52956" y="141092"/>
                    </a:lnTo>
                    <a:lnTo>
                      <a:pt x="20828" y="128442"/>
                    </a:lnTo>
                    <a:cubicBezTo>
                      <a:pt x="17908" y="127469"/>
                      <a:pt x="14987" y="125523"/>
                      <a:pt x="14013" y="122604"/>
                    </a:cubicBezTo>
                    <a:cubicBezTo>
                      <a:pt x="13040" y="119685"/>
                      <a:pt x="12066" y="116766"/>
                      <a:pt x="14013" y="112873"/>
                    </a:cubicBezTo>
                    <a:lnTo>
                      <a:pt x="34458" y="30164"/>
                    </a:lnTo>
                    <a:cubicBezTo>
                      <a:pt x="35432" y="26272"/>
                      <a:pt x="38352" y="22380"/>
                      <a:pt x="44194" y="20434"/>
                    </a:cubicBezTo>
                    <a:lnTo>
                      <a:pt x="76321" y="12650"/>
                    </a:lnTo>
                    <a:cubicBezTo>
                      <a:pt x="79242" y="11677"/>
                      <a:pt x="81189" y="8757"/>
                      <a:pt x="81189" y="4865"/>
                    </a:cubicBezTo>
                    <a:cubicBezTo>
                      <a:pt x="80216" y="1946"/>
                      <a:pt x="77295" y="0"/>
                      <a:pt x="73401" y="0"/>
                    </a:cubicBezTo>
                    <a:lnTo>
                      <a:pt x="40300" y="7784"/>
                    </a:lnTo>
                    <a:lnTo>
                      <a:pt x="39326" y="7784"/>
                    </a:lnTo>
                    <a:cubicBezTo>
                      <a:pt x="31538" y="10703"/>
                      <a:pt x="25696" y="16542"/>
                      <a:pt x="21802" y="25299"/>
                    </a:cubicBezTo>
                    <a:lnTo>
                      <a:pt x="1357" y="108008"/>
                    </a:lnTo>
                    <a:cubicBezTo>
                      <a:pt x="-590" y="113846"/>
                      <a:pt x="-590" y="120658"/>
                      <a:pt x="2331" y="126496"/>
                    </a:cubicBezTo>
                    <a:cubicBezTo>
                      <a:pt x="5251" y="132334"/>
                      <a:pt x="10119" y="137200"/>
                      <a:pt x="15960" y="139146"/>
                    </a:cubicBezTo>
                    <a:lnTo>
                      <a:pt x="43220" y="150822"/>
                    </a:lnTo>
                    <a:lnTo>
                      <a:pt x="43220" y="172229"/>
                    </a:lnTo>
                    <a:cubicBezTo>
                      <a:pt x="43220" y="175148"/>
                      <a:pt x="46141" y="178068"/>
                      <a:pt x="49062" y="178068"/>
                    </a:cubicBezTo>
                    <a:cubicBezTo>
                      <a:pt x="51982" y="178068"/>
                      <a:pt x="54903" y="175148"/>
                      <a:pt x="54903" y="172229"/>
                    </a:cubicBezTo>
                    <a:lnTo>
                      <a:pt x="54903" y="155687"/>
                    </a:lnTo>
                    <a:lnTo>
                      <a:pt x="88978" y="169310"/>
                    </a:lnTo>
                    <a:cubicBezTo>
                      <a:pt x="89951" y="169310"/>
                      <a:pt x="90925" y="169310"/>
                      <a:pt x="90925" y="169310"/>
                    </a:cubicBezTo>
                    <a:cubicBezTo>
                      <a:pt x="92872" y="169310"/>
                      <a:pt x="95793" y="168337"/>
                      <a:pt x="96766" y="165418"/>
                    </a:cubicBezTo>
                    <a:cubicBezTo>
                      <a:pt x="100660" y="163472"/>
                      <a:pt x="98713" y="159580"/>
                      <a:pt x="95793" y="15860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6" name="Freeform 615">
                <a:extLst>
                  <a:ext uri="{FF2B5EF4-FFF2-40B4-BE49-F238E27FC236}">
                    <a16:creationId xmlns:a16="http://schemas.microsoft.com/office/drawing/2014/main" id="{041CA703-621D-28D4-0301-0BA9384392E1}"/>
                  </a:ext>
                </a:extLst>
              </p:cNvPr>
              <p:cNvSpPr/>
              <p:nvPr/>
            </p:nvSpPr>
            <p:spPr>
              <a:xfrm>
                <a:off x="6496688" y="833079"/>
                <a:ext cx="122669" cy="125522"/>
              </a:xfrm>
              <a:custGeom>
                <a:avLst/>
                <a:gdLst>
                  <a:gd name="connsiteX0" fmla="*/ 24339 w 122669"/>
                  <a:gd name="connsiteY0" fmla="*/ 116766 h 125522"/>
                  <a:gd name="connsiteX1" fmla="*/ 44784 w 122669"/>
                  <a:gd name="connsiteY1" fmla="*/ 125523 h 125522"/>
                  <a:gd name="connsiteX2" fmla="*/ 65229 w 122669"/>
                  <a:gd name="connsiteY2" fmla="*/ 116766 h 125522"/>
                  <a:gd name="connsiteX3" fmla="*/ 77885 w 122669"/>
                  <a:gd name="connsiteY3" fmla="*/ 103143 h 125522"/>
                  <a:gd name="connsiteX4" fmla="*/ 87621 w 122669"/>
                  <a:gd name="connsiteY4" fmla="*/ 78817 h 125522"/>
                  <a:gd name="connsiteX5" fmla="*/ 87621 w 122669"/>
                  <a:gd name="connsiteY5" fmla="*/ 68113 h 125522"/>
                  <a:gd name="connsiteX6" fmla="*/ 74964 w 122669"/>
                  <a:gd name="connsiteY6" fmla="*/ 68113 h 125522"/>
                  <a:gd name="connsiteX7" fmla="*/ 74964 w 122669"/>
                  <a:gd name="connsiteY7" fmla="*/ 78817 h 125522"/>
                  <a:gd name="connsiteX8" fmla="*/ 68149 w 122669"/>
                  <a:gd name="connsiteY8" fmla="*/ 94385 h 125522"/>
                  <a:gd name="connsiteX9" fmla="*/ 55493 w 122669"/>
                  <a:gd name="connsiteY9" fmla="*/ 108008 h 125522"/>
                  <a:gd name="connsiteX10" fmla="*/ 43810 w 122669"/>
                  <a:gd name="connsiteY10" fmla="*/ 112873 h 125522"/>
                  <a:gd name="connsiteX11" fmla="*/ 32128 w 122669"/>
                  <a:gd name="connsiteY11" fmla="*/ 108008 h 125522"/>
                  <a:gd name="connsiteX12" fmla="*/ 19471 w 122669"/>
                  <a:gd name="connsiteY12" fmla="*/ 94385 h 125522"/>
                  <a:gd name="connsiteX13" fmla="*/ 12656 w 122669"/>
                  <a:gd name="connsiteY13" fmla="*/ 78817 h 125522"/>
                  <a:gd name="connsiteX14" fmla="*/ 12656 w 122669"/>
                  <a:gd name="connsiteY14" fmla="*/ 36976 h 125522"/>
                  <a:gd name="connsiteX15" fmla="*/ 36995 w 122669"/>
                  <a:gd name="connsiteY15" fmla="*/ 12650 h 125522"/>
                  <a:gd name="connsiteX16" fmla="*/ 49652 w 122669"/>
                  <a:gd name="connsiteY16" fmla="*/ 12650 h 125522"/>
                  <a:gd name="connsiteX17" fmla="*/ 73991 w 122669"/>
                  <a:gd name="connsiteY17" fmla="*/ 36976 h 125522"/>
                  <a:gd name="connsiteX18" fmla="*/ 73991 w 122669"/>
                  <a:gd name="connsiteY18" fmla="*/ 49625 h 125522"/>
                  <a:gd name="connsiteX19" fmla="*/ 31154 w 122669"/>
                  <a:gd name="connsiteY19" fmla="*/ 49625 h 125522"/>
                  <a:gd name="connsiteX20" fmla="*/ 25313 w 122669"/>
                  <a:gd name="connsiteY20" fmla="*/ 55464 h 125522"/>
                  <a:gd name="connsiteX21" fmla="*/ 31154 w 122669"/>
                  <a:gd name="connsiteY21" fmla="*/ 61302 h 125522"/>
                  <a:gd name="connsiteX22" fmla="*/ 116828 w 122669"/>
                  <a:gd name="connsiteY22" fmla="*/ 61302 h 125522"/>
                  <a:gd name="connsiteX23" fmla="*/ 122669 w 122669"/>
                  <a:gd name="connsiteY23" fmla="*/ 55464 h 125522"/>
                  <a:gd name="connsiteX24" fmla="*/ 116828 w 122669"/>
                  <a:gd name="connsiteY24" fmla="*/ 49625 h 125522"/>
                  <a:gd name="connsiteX25" fmla="*/ 86647 w 122669"/>
                  <a:gd name="connsiteY25" fmla="*/ 49625 h 125522"/>
                  <a:gd name="connsiteX26" fmla="*/ 86647 w 122669"/>
                  <a:gd name="connsiteY26" fmla="*/ 36976 h 125522"/>
                  <a:gd name="connsiteX27" fmla="*/ 49652 w 122669"/>
                  <a:gd name="connsiteY27" fmla="*/ 0 h 125522"/>
                  <a:gd name="connsiteX28" fmla="*/ 36995 w 122669"/>
                  <a:gd name="connsiteY28" fmla="*/ 0 h 125522"/>
                  <a:gd name="connsiteX29" fmla="*/ 0 w 122669"/>
                  <a:gd name="connsiteY29" fmla="*/ 36976 h 125522"/>
                  <a:gd name="connsiteX30" fmla="*/ 0 w 122669"/>
                  <a:gd name="connsiteY30" fmla="*/ 78817 h 125522"/>
                  <a:gd name="connsiteX31" fmla="*/ 9736 w 122669"/>
                  <a:gd name="connsiteY31" fmla="*/ 103143 h 125522"/>
                  <a:gd name="connsiteX32" fmla="*/ 24339 w 122669"/>
                  <a:gd name="connsiteY32" fmla="*/ 116766 h 12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2669" h="125522">
                    <a:moveTo>
                      <a:pt x="24339" y="116766"/>
                    </a:moveTo>
                    <a:cubicBezTo>
                      <a:pt x="29207" y="122604"/>
                      <a:pt x="36995" y="125523"/>
                      <a:pt x="44784" y="125523"/>
                    </a:cubicBezTo>
                    <a:cubicBezTo>
                      <a:pt x="52572" y="125523"/>
                      <a:pt x="59387" y="122604"/>
                      <a:pt x="65229" y="116766"/>
                    </a:cubicBezTo>
                    <a:lnTo>
                      <a:pt x="77885" y="103143"/>
                    </a:lnTo>
                    <a:cubicBezTo>
                      <a:pt x="84700" y="96332"/>
                      <a:pt x="87621" y="87574"/>
                      <a:pt x="87621" y="78817"/>
                    </a:cubicBezTo>
                    <a:lnTo>
                      <a:pt x="87621" y="68113"/>
                    </a:lnTo>
                    <a:lnTo>
                      <a:pt x="74964" y="68113"/>
                    </a:lnTo>
                    <a:lnTo>
                      <a:pt x="74964" y="78817"/>
                    </a:lnTo>
                    <a:cubicBezTo>
                      <a:pt x="74964" y="84655"/>
                      <a:pt x="73017" y="90493"/>
                      <a:pt x="68149" y="94385"/>
                    </a:cubicBezTo>
                    <a:lnTo>
                      <a:pt x="55493" y="108008"/>
                    </a:lnTo>
                    <a:cubicBezTo>
                      <a:pt x="52572" y="110927"/>
                      <a:pt x="48678" y="112873"/>
                      <a:pt x="43810" y="112873"/>
                    </a:cubicBezTo>
                    <a:cubicBezTo>
                      <a:pt x="39916" y="112873"/>
                      <a:pt x="36022" y="110927"/>
                      <a:pt x="32128" y="108008"/>
                    </a:cubicBezTo>
                    <a:lnTo>
                      <a:pt x="19471" y="94385"/>
                    </a:lnTo>
                    <a:cubicBezTo>
                      <a:pt x="15577" y="90493"/>
                      <a:pt x="12656" y="84655"/>
                      <a:pt x="12656" y="78817"/>
                    </a:cubicBezTo>
                    <a:lnTo>
                      <a:pt x="12656" y="36976"/>
                    </a:lnTo>
                    <a:cubicBezTo>
                      <a:pt x="12656" y="23353"/>
                      <a:pt x="23365" y="12650"/>
                      <a:pt x="36995" y="12650"/>
                    </a:cubicBezTo>
                    <a:lnTo>
                      <a:pt x="49652" y="12650"/>
                    </a:lnTo>
                    <a:cubicBezTo>
                      <a:pt x="63282" y="12650"/>
                      <a:pt x="73991" y="23353"/>
                      <a:pt x="73991" y="36976"/>
                    </a:cubicBezTo>
                    <a:lnTo>
                      <a:pt x="73991" y="49625"/>
                    </a:lnTo>
                    <a:lnTo>
                      <a:pt x="31154" y="49625"/>
                    </a:lnTo>
                    <a:cubicBezTo>
                      <a:pt x="28233" y="49625"/>
                      <a:pt x="25313" y="52545"/>
                      <a:pt x="25313" y="55464"/>
                    </a:cubicBezTo>
                    <a:cubicBezTo>
                      <a:pt x="25313" y="58383"/>
                      <a:pt x="28233" y="61302"/>
                      <a:pt x="31154" y="61302"/>
                    </a:cubicBezTo>
                    <a:lnTo>
                      <a:pt x="116828" y="61302"/>
                    </a:lnTo>
                    <a:cubicBezTo>
                      <a:pt x="119748" y="61302"/>
                      <a:pt x="122669" y="58383"/>
                      <a:pt x="122669" y="55464"/>
                    </a:cubicBezTo>
                    <a:cubicBezTo>
                      <a:pt x="122669" y="52545"/>
                      <a:pt x="119748" y="49625"/>
                      <a:pt x="116828" y="49625"/>
                    </a:cubicBezTo>
                    <a:lnTo>
                      <a:pt x="86647" y="49625"/>
                    </a:lnTo>
                    <a:lnTo>
                      <a:pt x="86647" y="36976"/>
                    </a:lnTo>
                    <a:cubicBezTo>
                      <a:pt x="86647" y="16542"/>
                      <a:pt x="70097" y="0"/>
                      <a:pt x="49652" y="0"/>
                    </a:cubicBezTo>
                    <a:lnTo>
                      <a:pt x="36995" y="0"/>
                    </a:lnTo>
                    <a:cubicBezTo>
                      <a:pt x="16551" y="0"/>
                      <a:pt x="0" y="16542"/>
                      <a:pt x="0" y="36976"/>
                    </a:cubicBezTo>
                    <a:lnTo>
                      <a:pt x="0" y="78817"/>
                    </a:lnTo>
                    <a:cubicBezTo>
                      <a:pt x="0" y="87574"/>
                      <a:pt x="3894" y="96332"/>
                      <a:pt x="9736" y="103143"/>
                    </a:cubicBezTo>
                    <a:lnTo>
                      <a:pt x="24339" y="116766"/>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7" name="Freeform 616">
                <a:extLst>
                  <a:ext uri="{FF2B5EF4-FFF2-40B4-BE49-F238E27FC236}">
                    <a16:creationId xmlns:a16="http://schemas.microsoft.com/office/drawing/2014/main" id="{556C0C88-4374-5516-F5E4-D4562C6537CB}"/>
                  </a:ext>
                </a:extLst>
              </p:cNvPr>
              <p:cNvSpPr/>
              <p:nvPr/>
            </p:nvSpPr>
            <p:spPr>
              <a:xfrm>
                <a:off x="6482085" y="1034500"/>
                <a:ext cx="207369" cy="85628"/>
              </a:xfrm>
              <a:custGeom>
                <a:avLst/>
                <a:gdLst>
                  <a:gd name="connsiteX0" fmla="*/ 201528 w 207369"/>
                  <a:gd name="connsiteY0" fmla="*/ 31138 h 85628"/>
                  <a:gd name="connsiteX1" fmla="*/ 128510 w 207369"/>
                  <a:gd name="connsiteY1" fmla="*/ 973 h 85628"/>
                  <a:gd name="connsiteX2" fmla="*/ 126563 w 207369"/>
                  <a:gd name="connsiteY2" fmla="*/ 973 h 85628"/>
                  <a:gd name="connsiteX3" fmla="*/ 29207 w 207369"/>
                  <a:gd name="connsiteY3" fmla="*/ 973 h 85628"/>
                  <a:gd name="connsiteX4" fmla="*/ 23365 w 207369"/>
                  <a:gd name="connsiteY4" fmla="*/ 6811 h 85628"/>
                  <a:gd name="connsiteX5" fmla="*/ 29207 w 207369"/>
                  <a:gd name="connsiteY5" fmla="*/ 12650 h 85628"/>
                  <a:gd name="connsiteX6" fmla="*/ 125590 w 207369"/>
                  <a:gd name="connsiteY6" fmla="*/ 12650 h 85628"/>
                  <a:gd name="connsiteX7" fmla="*/ 184004 w 207369"/>
                  <a:gd name="connsiteY7" fmla="*/ 36976 h 85628"/>
                  <a:gd name="connsiteX8" fmla="*/ 61335 w 207369"/>
                  <a:gd name="connsiteY8" fmla="*/ 36976 h 85628"/>
                  <a:gd name="connsiteX9" fmla="*/ 11683 w 207369"/>
                  <a:gd name="connsiteY9" fmla="*/ 14596 h 85628"/>
                  <a:gd name="connsiteX10" fmla="*/ 11683 w 207369"/>
                  <a:gd name="connsiteY10" fmla="*/ 5838 h 85628"/>
                  <a:gd name="connsiteX11" fmla="*/ 5841 w 207369"/>
                  <a:gd name="connsiteY11" fmla="*/ 0 h 85628"/>
                  <a:gd name="connsiteX12" fmla="*/ 0 w 207369"/>
                  <a:gd name="connsiteY12" fmla="*/ 5838 h 85628"/>
                  <a:gd name="connsiteX13" fmla="*/ 0 w 207369"/>
                  <a:gd name="connsiteY13" fmla="*/ 18488 h 85628"/>
                  <a:gd name="connsiteX14" fmla="*/ 3894 w 207369"/>
                  <a:gd name="connsiteY14" fmla="*/ 24326 h 85628"/>
                  <a:gd name="connsiteX15" fmla="*/ 55493 w 207369"/>
                  <a:gd name="connsiteY15" fmla="*/ 46706 h 85628"/>
                  <a:gd name="connsiteX16" fmla="*/ 55493 w 207369"/>
                  <a:gd name="connsiteY16" fmla="*/ 79790 h 85628"/>
                  <a:gd name="connsiteX17" fmla="*/ 61335 w 207369"/>
                  <a:gd name="connsiteY17" fmla="*/ 85628 h 85628"/>
                  <a:gd name="connsiteX18" fmla="*/ 201528 w 207369"/>
                  <a:gd name="connsiteY18" fmla="*/ 85628 h 85628"/>
                  <a:gd name="connsiteX19" fmla="*/ 207369 w 207369"/>
                  <a:gd name="connsiteY19" fmla="*/ 79790 h 85628"/>
                  <a:gd name="connsiteX20" fmla="*/ 207369 w 207369"/>
                  <a:gd name="connsiteY20" fmla="*/ 42814 h 85628"/>
                  <a:gd name="connsiteX21" fmla="*/ 207369 w 207369"/>
                  <a:gd name="connsiteY21" fmla="*/ 36976 h 85628"/>
                  <a:gd name="connsiteX22" fmla="*/ 201528 w 207369"/>
                  <a:gd name="connsiteY22" fmla="*/ 31138 h 85628"/>
                  <a:gd name="connsiteX23" fmla="*/ 192766 w 207369"/>
                  <a:gd name="connsiteY23" fmla="*/ 72978 h 85628"/>
                  <a:gd name="connsiteX24" fmla="*/ 65229 w 207369"/>
                  <a:gd name="connsiteY24" fmla="*/ 72978 h 85628"/>
                  <a:gd name="connsiteX25" fmla="*/ 65229 w 207369"/>
                  <a:gd name="connsiteY25" fmla="*/ 48652 h 85628"/>
                  <a:gd name="connsiteX26" fmla="*/ 193739 w 207369"/>
                  <a:gd name="connsiteY26" fmla="*/ 48652 h 85628"/>
                  <a:gd name="connsiteX27" fmla="*/ 192766 w 207369"/>
                  <a:gd name="connsiteY27" fmla="*/ 72978 h 85628"/>
                  <a:gd name="connsiteX28" fmla="*/ 192766 w 207369"/>
                  <a:gd name="connsiteY28" fmla="*/ 72978 h 8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7369" h="85628">
                    <a:moveTo>
                      <a:pt x="201528" y="31138"/>
                    </a:moveTo>
                    <a:lnTo>
                      <a:pt x="128510" y="973"/>
                    </a:lnTo>
                    <a:cubicBezTo>
                      <a:pt x="127537" y="973"/>
                      <a:pt x="126563" y="973"/>
                      <a:pt x="126563" y="973"/>
                    </a:cubicBezTo>
                    <a:lnTo>
                      <a:pt x="29207" y="973"/>
                    </a:lnTo>
                    <a:cubicBezTo>
                      <a:pt x="26286" y="973"/>
                      <a:pt x="23365" y="3892"/>
                      <a:pt x="23365" y="6811"/>
                    </a:cubicBezTo>
                    <a:cubicBezTo>
                      <a:pt x="23365" y="9730"/>
                      <a:pt x="26286" y="12650"/>
                      <a:pt x="29207" y="12650"/>
                    </a:cubicBezTo>
                    <a:lnTo>
                      <a:pt x="125590" y="12650"/>
                    </a:lnTo>
                    <a:lnTo>
                      <a:pt x="184004" y="36976"/>
                    </a:lnTo>
                    <a:lnTo>
                      <a:pt x="61335" y="36976"/>
                    </a:lnTo>
                    <a:lnTo>
                      <a:pt x="11683" y="14596"/>
                    </a:lnTo>
                    <a:lnTo>
                      <a:pt x="11683" y="5838"/>
                    </a:lnTo>
                    <a:cubicBezTo>
                      <a:pt x="11683" y="2919"/>
                      <a:pt x="8762" y="0"/>
                      <a:pt x="5841" y="0"/>
                    </a:cubicBezTo>
                    <a:cubicBezTo>
                      <a:pt x="2921" y="0"/>
                      <a:pt x="0" y="2919"/>
                      <a:pt x="0" y="5838"/>
                    </a:cubicBezTo>
                    <a:lnTo>
                      <a:pt x="0" y="18488"/>
                    </a:lnTo>
                    <a:cubicBezTo>
                      <a:pt x="0" y="20434"/>
                      <a:pt x="974" y="23353"/>
                      <a:pt x="3894" y="24326"/>
                    </a:cubicBezTo>
                    <a:lnTo>
                      <a:pt x="55493" y="46706"/>
                    </a:lnTo>
                    <a:lnTo>
                      <a:pt x="55493" y="79790"/>
                    </a:lnTo>
                    <a:cubicBezTo>
                      <a:pt x="55493" y="82709"/>
                      <a:pt x="58414" y="85628"/>
                      <a:pt x="61335" y="85628"/>
                    </a:cubicBezTo>
                    <a:lnTo>
                      <a:pt x="201528" y="85628"/>
                    </a:lnTo>
                    <a:cubicBezTo>
                      <a:pt x="204448" y="85628"/>
                      <a:pt x="207369" y="82709"/>
                      <a:pt x="207369" y="79790"/>
                    </a:cubicBezTo>
                    <a:lnTo>
                      <a:pt x="207369" y="42814"/>
                    </a:lnTo>
                    <a:lnTo>
                      <a:pt x="207369" y="36976"/>
                    </a:lnTo>
                    <a:cubicBezTo>
                      <a:pt x="205422" y="34057"/>
                      <a:pt x="203475" y="32111"/>
                      <a:pt x="201528" y="31138"/>
                    </a:cubicBezTo>
                    <a:close/>
                    <a:moveTo>
                      <a:pt x="192766" y="72978"/>
                    </a:moveTo>
                    <a:lnTo>
                      <a:pt x="65229" y="72978"/>
                    </a:lnTo>
                    <a:lnTo>
                      <a:pt x="65229" y="48652"/>
                    </a:lnTo>
                    <a:lnTo>
                      <a:pt x="193739" y="48652"/>
                    </a:lnTo>
                    <a:lnTo>
                      <a:pt x="192766" y="72978"/>
                    </a:lnTo>
                    <a:lnTo>
                      <a:pt x="192766" y="72978"/>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8" name="Freeform 617">
                <a:extLst>
                  <a:ext uri="{FF2B5EF4-FFF2-40B4-BE49-F238E27FC236}">
                    <a16:creationId xmlns:a16="http://schemas.microsoft.com/office/drawing/2014/main" id="{4F5E5CBE-7454-C74A-F308-02F0CC5D4B20}"/>
                  </a:ext>
                </a:extLst>
              </p:cNvPr>
              <p:cNvSpPr/>
              <p:nvPr/>
            </p:nvSpPr>
            <p:spPr>
              <a:xfrm>
                <a:off x="6595992" y="899246"/>
                <a:ext cx="11682" cy="48652"/>
              </a:xfrm>
              <a:custGeom>
                <a:avLst/>
                <a:gdLst>
                  <a:gd name="connsiteX0" fmla="*/ 11683 w 11682"/>
                  <a:gd name="connsiteY0" fmla="*/ 0 h 48652"/>
                  <a:gd name="connsiteX1" fmla="*/ 2921 w 11682"/>
                  <a:gd name="connsiteY1" fmla="*/ 0 h 48652"/>
                  <a:gd name="connsiteX2" fmla="*/ 0 w 11682"/>
                  <a:gd name="connsiteY2" fmla="*/ 6811 h 48652"/>
                  <a:gd name="connsiteX3" fmla="*/ 0 w 11682"/>
                  <a:gd name="connsiteY3" fmla="*/ 8757 h 48652"/>
                  <a:gd name="connsiteX4" fmla="*/ 0 w 11682"/>
                  <a:gd name="connsiteY4" fmla="*/ 47679 h 48652"/>
                  <a:gd name="connsiteX5" fmla="*/ 8762 w 11682"/>
                  <a:gd name="connsiteY5" fmla="*/ 48652 h 48652"/>
                  <a:gd name="connsiteX6" fmla="*/ 8762 w 11682"/>
                  <a:gd name="connsiteY6" fmla="*/ 9730 h 48652"/>
                  <a:gd name="connsiteX7" fmla="*/ 11683 w 11682"/>
                  <a:gd name="connsiteY7" fmla="*/ 0 h 4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2" h="48652">
                    <a:moveTo>
                      <a:pt x="11683" y="0"/>
                    </a:moveTo>
                    <a:lnTo>
                      <a:pt x="2921" y="0"/>
                    </a:lnTo>
                    <a:lnTo>
                      <a:pt x="0" y="6811"/>
                    </a:lnTo>
                    <a:cubicBezTo>
                      <a:pt x="0" y="7784"/>
                      <a:pt x="0" y="7784"/>
                      <a:pt x="0" y="8757"/>
                    </a:cubicBezTo>
                    <a:lnTo>
                      <a:pt x="0" y="47679"/>
                    </a:lnTo>
                    <a:lnTo>
                      <a:pt x="8762" y="48652"/>
                    </a:lnTo>
                    <a:lnTo>
                      <a:pt x="8762" y="9730"/>
                    </a:lnTo>
                    <a:lnTo>
                      <a:pt x="11683" y="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19" name="Freeform 618">
                <a:extLst>
                  <a:ext uri="{FF2B5EF4-FFF2-40B4-BE49-F238E27FC236}">
                    <a16:creationId xmlns:a16="http://schemas.microsoft.com/office/drawing/2014/main" id="{A5AFD153-ADF8-B830-393D-74DE4F067B5D}"/>
                  </a:ext>
                </a:extLst>
              </p:cNvPr>
              <p:cNvSpPr/>
              <p:nvPr/>
            </p:nvSpPr>
            <p:spPr>
              <a:xfrm>
                <a:off x="6586499" y="835025"/>
                <a:ext cx="175971" cy="184878"/>
              </a:xfrm>
              <a:custGeom>
                <a:avLst/>
                <a:gdLst>
                  <a:gd name="connsiteX0" fmla="*/ 174025 w 175971"/>
                  <a:gd name="connsiteY0" fmla="*/ 67140 h 184878"/>
                  <a:gd name="connsiteX1" fmla="*/ 157474 w 175971"/>
                  <a:gd name="connsiteY1" fmla="*/ 2919 h 184878"/>
                  <a:gd name="connsiteX2" fmla="*/ 153580 w 175971"/>
                  <a:gd name="connsiteY2" fmla="*/ 0 h 184878"/>
                  <a:gd name="connsiteX3" fmla="*/ 21175 w 175971"/>
                  <a:gd name="connsiteY3" fmla="*/ 0 h 184878"/>
                  <a:gd name="connsiteX4" fmla="*/ 17281 w 175971"/>
                  <a:gd name="connsiteY4" fmla="*/ 1946 h 184878"/>
                  <a:gd name="connsiteX5" fmla="*/ 730 w 175971"/>
                  <a:gd name="connsiteY5" fmla="*/ 27245 h 184878"/>
                  <a:gd name="connsiteX6" fmla="*/ 730 w 175971"/>
                  <a:gd name="connsiteY6" fmla="*/ 31137 h 184878"/>
                  <a:gd name="connsiteX7" fmla="*/ 4624 w 175971"/>
                  <a:gd name="connsiteY7" fmla="*/ 33084 h 184878"/>
                  <a:gd name="connsiteX8" fmla="*/ 24096 w 175971"/>
                  <a:gd name="connsiteY8" fmla="*/ 33084 h 184878"/>
                  <a:gd name="connsiteX9" fmla="*/ 21175 w 175971"/>
                  <a:gd name="connsiteY9" fmla="*/ 40868 h 184878"/>
                  <a:gd name="connsiteX10" fmla="*/ 28964 w 175971"/>
                  <a:gd name="connsiteY10" fmla="*/ 40868 h 184878"/>
                  <a:gd name="connsiteX11" fmla="*/ 30911 w 175971"/>
                  <a:gd name="connsiteY11" fmla="*/ 40868 h 184878"/>
                  <a:gd name="connsiteX12" fmla="*/ 33831 w 175971"/>
                  <a:gd name="connsiteY12" fmla="*/ 33084 h 184878"/>
                  <a:gd name="connsiteX13" fmla="*/ 133135 w 175971"/>
                  <a:gd name="connsiteY13" fmla="*/ 33084 h 184878"/>
                  <a:gd name="connsiteX14" fmla="*/ 137029 w 175971"/>
                  <a:gd name="connsiteY14" fmla="*/ 31137 h 184878"/>
                  <a:gd name="connsiteX15" fmla="*/ 145791 w 175971"/>
                  <a:gd name="connsiteY15" fmla="*/ 18488 h 184878"/>
                  <a:gd name="connsiteX16" fmla="*/ 144818 w 175971"/>
                  <a:gd name="connsiteY16" fmla="*/ 12650 h 184878"/>
                  <a:gd name="connsiteX17" fmla="*/ 138976 w 175971"/>
                  <a:gd name="connsiteY17" fmla="*/ 13623 h 184878"/>
                  <a:gd name="connsiteX18" fmla="*/ 132161 w 175971"/>
                  <a:gd name="connsiteY18" fmla="*/ 24326 h 184878"/>
                  <a:gd name="connsiteX19" fmla="*/ 32858 w 175971"/>
                  <a:gd name="connsiteY19" fmla="*/ 24326 h 184878"/>
                  <a:gd name="connsiteX20" fmla="*/ 32858 w 175971"/>
                  <a:gd name="connsiteY20" fmla="*/ 24326 h 184878"/>
                  <a:gd name="connsiteX21" fmla="*/ 15334 w 175971"/>
                  <a:gd name="connsiteY21" fmla="*/ 24326 h 184878"/>
                  <a:gd name="connsiteX22" fmla="*/ 27016 w 175971"/>
                  <a:gd name="connsiteY22" fmla="*/ 7784 h 184878"/>
                  <a:gd name="connsiteX23" fmla="*/ 153580 w 175971"/>
                  <a:gd name="connsiteY23" fmla="*/ 7784 h 184878"/>
                  <a:gd name="connsiteX24" fmla="*/ 169157 w 175971"/>
                  <a:gd name="connsiteY24" fmla="*/ 68113 h 184878"/>
                  <a:gd name="connsiteX25" fmla="*/ 169157 w 175971"/>
                  <a:gd name="connsiteY25" fmla="*/ 152768 h 184878"/>
                  <a:gd name="connsiteX26" fmla="*/ 160395 w 175971"/>
                  <a:gd name="connsiteY26" fmla="*/ 152768 h 184878"/>
                  <a:gd name="connsiteX27" fmla="*/ 157474 w 175971"/>
                  <a:gd name="connsiteY27" fmla="*/ 154714 h 184878"/>
                  <a:gd name="connsiteX28" fmla="*/ 147738 w 175971"/>
                  <a:gd name="connsiteY28" fmla="*/ 166391 h 184878"/>
                  <a:gd name="connsiteX29" fmla="*/ 147738 w 175971"/>
                  <a:gd name="connsiteY29" fmla="*/ 69086 h 184878"/>
                  <a:gd name="connsiteX30" fmla="*/ 151633 w 175971"/>
                  <a:gd name="connsiteY30" fmla="*/ 39895 h 184878"/>
                  <a:gd name="connsiteX31" fmla="*/ 147738 w 175971"/>
                  <a:gd name="connsiteY31" fmla="*/ 35030 h 184878"/>
                  <a:gd name="connsiteX32" fmla="*/ 142870 w 175971"/>
                  <a:gd name="connsiteY32" fmla="*/ 38922 h 184878"/>
                  <a:gd name="connsiteX33" fmla="*/ 138976 w 175971"/>
                  <a:gd name="connsiteY33" fmla="*/ 69086 h 184878"/>
                  <a:gd name="connsiteX34" fmla="*/ 138976 w 175971"/>
                  <a:gd name="connsiteY34" fmla="*/ 70059 h 184878"/>
                  <a:gd name="connsiteX35" fmla="*/ 138976 w 175971"/>
                  <a:gd name="connsiteY35" fmla="*/ 176121 h 184878"/>
                  <a:gd name="connsiteX36" fmla="*/ 63038 w 175971"/>
                  <a:gd name="connsiteY36" fmla="*/ 176121 h 184878"/>
                  <a:gd name="connsiteX37" fmla="*/ 65959 w 175971"/>
                  <a:gd name="connsiteY37" fmla="*/ 184879 h 184878"/>
                  <a:gd name="connsiteX38" fmla="*/ 142870 w 175971"/>
                  <a:gd name="connsiteY38" fmla="*/ 184879 h 184878"/>
                  <a:gd name="connsiteX39" fmla="*/ 144818 w 175971"/>
                  <a:gd name="connsiteY39" fmla="*/ 184879 h 184878"/>
                  <a:gd name="connsiteX40" fmla="*/ 144818 w 175971"/>
                  <a:gd name="connsiteY40" fmla="*/ 184879 h 184878"/>
                  <a:gd name="connsiteX41" fmla="*/ 145791 w 175971"/>
                  <a:gd name="connsiteY41" fmla="*/ 183906 h 184878"/>
                  <a:gd name="connsiteX42" fmla="*/ 145791 w 175971"/>
                  <a:gd name="connsiteY42" fmla="*/ 183906 h 184878"/>
                  <a:gd name="connsiteX43" fmla="*/ 145791 w 175971"/>
                  <a:gd name="connsiteY43" fmla="*/ 183906 h 184878"/>
                  <a:gd name="connsiteX44" fmla="*/ 161368 w 175971"/>
                  <a:gd name="connsiteY44" fmla="*/ 164445 h 184878"/>
                  <a:gd name="connsiteX45" fmla="*/ 172077 w 175971"/>
                  <a:gd name="connsiteY45" fmla="*/ 164445 h 184878"/>
                  <a:gd name="connsiteX46" fmla="*/ 175972 w 175971"/>
                  <a:gd name="connsiteY46" fmla="*/ 160553 h 184878"/>
                  <a:gd name="connsiteX47" fmla="*/ 175972 w 175971"/>
                  <a:gd name="connsiteY47" fmla="*/ 71032 h 184878"/>
                  <a:gd name="connsiteX48" fmla="*/ 174025 w 175971"/>
                  <a:gd name="connsiteY48" fmla="*/ 67140 h 18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5971" h="184878">
                    <a:moveTo>
                      <a:pt x="174025" y="67140"/>
                    </a:moveTo>
                    <a:lnTo>
                      <a:pt x="157474" y="2919"/>
                    </a:lnTo>
                    <a:cubicBezTo>
                      <a:pt x="156500" y="973"/>
                      <a:pt x="155527" y="0"/>
                      <a:pt x="153580" y="0"/>
                    </a:cubicBezTo>
                    <a:lnTo>
                      <a:pt x="21175" y="0"/>
                    </a:lnTo>
                    <a:cubicBezTo>
                      <a:pt x="20201" y="0"/>
                      <a:pt x="18254" y="973"/>
                      <a:pt x="17281" y="1946"/>
                    </a:cubicBezTo>
                    <a:lnTo>
                      <a:pt x="730" y="27245"/>
                    </a:lnTo>
                    <a:cubicBezTo>
                      <a:pt x="-243" y="28218"/>
                      <a:pt x="-243" y="30164"/>
                      <a:pt x="730" y="31137"/>
                    </a:cubicBezTo>
                    <a:cubicBezTo>
                      <a:pt x="1704" y="32111"/>
                      <a:pt x="2677" y="33084"/>
                      <a:pt x="4624" y="33084"/>
                    </a:cubicBezTo>
                    <a:lnTo>
                      <a:pt x="24096" y="33084"/>
                    </a:lnTo>
                    <a:lnTo>
                      <a:pt x="21175" y="40868"/>
                    </a:lnTo>
                    <a:lnTo>
                      <a:pt x="28964" y="40868"/>
                    </a:lnTo>
                    <a:cubicBezTo>
                      <a:pt x="29937" y="40868"/>
                      <a:pt x="29937" y="40868"/>
                      <a:pt x="30911" y="40868"/>
                    </a:cubicBezTo>
                    <a:lnTo>
                      <a:pt x="33831" y="33084"/>
                    </a:lnTo>
                    <a:lnTo>
                      <a:pt x="133135" y="33084"/>
                    </a:lnTo>
                    <a:cubicBezTo>
                      <a:pt x="134108" y="33084"/>
                      <a:pt x="136056" y="32111"/>
                      <a:pt x="137029" y="31137"/>
                    </a:cubicBezTo>
                    <a:lnTo>
                      <a:pt x="145791" y="18488"/>
                    </a:lnTo>
                    <a:cubicBezTo>
                      <a:pt x="146765" y="16542"/>
                      <a:pt x="146765" y="13623"/>
                      <a:pt x="144818" y="12650"/>
                    </a:cubicBezTo>
                    <a:cubicBezTo>
                      <a:pt x="142870" y="11677"/>
                      <a:pt x="139950" y="11677"/>
                      <a:pt x="138976" y="13623"/>
                    </a:cubicBezTo>
                    <a:lnTo>
                      <a:pt x="132161" y="24326"/>
                    </a:lnTo>
                    <a:lnTo>
                      <a:pt x="32858" y="24326"/>
                    </a:lnTo>
                    <a:lnTo>
                      <a:pt x="32858" y="24326"/>
                    </a:lnTo>
                    <a:lnTo>
                      <a:pt x="15334" y="24326"/>
                    </a:lnTo>
                    <a:lnTo>
                      <a:pt x="27016" y="7784"/>
                    </a:lnTo>
                    <a:lnTo>
                      <a:pt x="153580" y="7784"/>
                    </a:lnTo>
                    <a:lnTo>
                      <a:pt x="169157" y="68113"/>
                    </a:lnTo>
                    <a:lnTo>
                      <a:pt x="169157" y="152768"/>
                    </a:lnTo>
                    <a:lnTo>
                      <a:pt x="160395" y="152768"/>
                    </a:lnTo>
                    <a:cubicBezTo>
                      <a:pt x="159421" y="152768"/>
                      <a:pt x="157474" y="153741"/>
                      <a:pt x="157474" y="154714"/>
                    </a:cubicBezTo>
                    <a:lnTo>
                      <a:pt x="147738" y="166391"/>
                    </a:lnTo>
                    <a:lnTo>
                      <a:pt x="147738" y="69086"/>
                    </a:lnTo>
                    <a:lnTo>
                      <a:pt x="151633" y="39895"/>
                    </a:lnTo>
                    <a:cubicBezTo>
                      <a:pt x="151633" y="37949"/>
                      <a:pt x="150659" y="35030"/>
                      <a:pt x="147738" y="35030"/>
                    </a:cubicBezTo>
                    <a:cubicBezTo>
                      <a:pt x="145791" y="35030"/>
                      <a:pt x="142870" y="36003"/>
                      <a:pt x="142870" y="38922"/>
                    </a:cubicBezTo>
                    <a:lnTo>
                      <a:pt x="138976" y="69086"/>
                    </a:lnTo>
                    <a:cubicBezTo>
                      <a:pt x="138976" y="69086"/>
                      <a:pt x="138976" y="69086"/>
                      <a:pt x="138976" y="70059"/>
                    </a:cubicBezTo>
                    <a:lnTo>
                      <a:pt x="138976" y="176121"/>
                    </a:lnTo>
                    <a:lnTo>
                      <a:pt x="63038" y="176121"/>
                    </a:lnTo>
                    <a:lnTo>
                      <a:pt x="65959" y="184879"/>
                    </a:lnTo>
                    <a:lnTo>
                      <a:pt x="142870" y="184879"/>
                    </a:lnTo>
                    <a:cubicBezTo>
                      <a:pt x="143844" y="184879"/>
                      <a:pt x="143844" y="184879"/>
                      <a:pt x="144818" y="184879"/>
                    </a:cubicBezTo>
                    <a:lnTo>
                      <a:pt x="144818" y="184879"/>
                    </a:lnTo>
                    <a:cubicBezTo>
                      <a:pt x="144818" y="184879"/>
                      <a:pt x="145791" y="184879"/>
                      <a:pt x="145791" y="183906"/>
                    </a:cubicBezTo>
                    <a:lnTo>
                      <a:pt x="145791" y="183906"/>
                    </a:lnTo>
                    <a:lnTo>
                      <a:pt x="145791" y="183906"/>
                    </a:lnTo>
                    <a:lnTo>
                      <a:pt x="161368" y="164445"/>
                    </a:lnTo>
                    <a:lnTo>
                      <a:pt x="172077" y="164445"/>
                    </a:lnTo>
                    <a:cubicBezTo>
                      <a:pt x="174025" y="164445"/>
                      <a:pt x="175972" y="162499"/>
                      <a:pt x="175972" y="160553"/>
                    </a:cubicBezTo>
                    <a:lnTo>
                      <a:pt x="175972" y="71032"/>
                    </a:lnTo>
                    <a:cubicBezTo>
                      <a:pt x="174998" y="68113"/>
                      <a:pt x="174025" y="67140"/>
                      <a:pt x="174025" y="6714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20" name="Freeform 619">
                <a:extLst>
                  <a:ext uri="{FF2B5EF4-FFF2-40B4-BE49-F238E27FC236}">
                    <a16:creationId xmlns:a16="http://schemas.microsoft.com/office/drawing/2014/main" id="{0F1E7317-4E73-D482-71B2-2BD54D674562}"/>
                  </a:ext>
                </a:extLst>
              </p:cNvPr>
              <p:cNvSpPr/>
              <p:nvPr/>
            </p:nvSpPr>
            <p:spPr>
              <a:xfrm>
                <a:off x="6332156" y="827484"/>
                <a:ext cx="161611" cy="201177"/>
              </a:xfrm>
              <a:custGeom>
                <a:avLst/>
                <a:gdLst>
                  <a:gd name="connsiteX0" fmla="*/ 106118 w 161611"/>
                  <a:gd name="connsiteY0" fmla="*/ 182689 h 201177"/>
                  <a:gd name="connsiteX1" fmla="*/ 97356 w 161611"/>
                  <a:gd name="connsiteY1" fmla="*/ 187555 h 201177"/>
                  <a:gd name="connsiteX2" fmla="*/ 97356 w 161611"/>
                  <a:gd name="connsiteY2" fmla="*/ 137929 h 201177"/>
                  <a:gd name="connsiteX3" fmla="*/ 161612 w 161611"/>
                  <a:gd name="connsiteY3" fmla="*/ 100954 h 201177"/>
                  <a:gd name="connsiteX4" fmla="*/ 158691 w 161611"/>
                  <a:gd name="connsiteY4" fmla="*/ 90250 h 201177"/>
                  <a:gd name="connsiteX5" fmla="*/ 97356 w 161611"/>
                  <a:gd name="connsiteY5" fmla="*/ 125280 h 201177"/>
                  <a:gd name="connsiteX6" fmla="*/ 97356 w 161611"/>
                  <a:gd name="connsiteY6" fmla="*/ 108738 h 201177"/>
                  <a:gd name="connsiteX7" fmla="*/ 158691 w 161611"/>
                  <a:gd name="connsiteY7" fmla="*/ 73708 h 201177"/>
                  <a:gd name="connsiteX8" fmla="*/ 158691 w 161611"/>
                  <a:gd name="connsiteY8" fmla="*/ 61059 h 201177"/>
                  <a:gd name="connsiteX9" fmla="*/ 92489 w 161611"/>
                  <a:gd name="connsiteY9" fmla="*/ 99007 h 201177"/>
                  <a:gd name="connsiteX10" fmla="*/ 16551 w 161611"/>
                  <a:gd name="connsiteY10" fmla="*/ 55220 h 201177"/>
                  <a:gd name="connsiteX11" fmla="*/ 92489 w 161611"/>
                  <a:gd name="connsiteY11" fmla="*/ 12406 h 201177"/>
                  <a:gd name="connsiteX12" fmla="*/ 158691 w 161611"/>
                  <a:gd name="connsiteY12" fmla="*/ 49382 h 201177"/>
                  <a:gd name="connsiteX13" fmla="*/ 158691 w 161611"/>
                  <a:gd name="connsiteY13" fmla="*/ 41598 h 201177"/>
                  <a:gd name="connsiteX14" fmla="*/ 158691 w 161611"/>
                  <a:gd name="connsiteY14" fmla="*/ 36732 h 201177"/>
                  <a:gd name="connsiteX15" fmla="*/ 94436 w 161611"/>
                  <a:gd name="connsiteY15" fmla="*/ 730 h 201177"/>
                  <a:gd name="connsiteX16" fmla="*/ 89568 w 161611"/>
                  <a:gd name="connsiteY16" fmla="*/ 730 h 201177"/>
                  <a:gd name="connsiteX17" fmla="*/ 2921 w 161611"/>
                  <a:gd name="connsiteY17" fmla="*/ 49382 h 201177"/>
                  <a:gd name="connsiteX18" fmla="*/ 2921 w 161611"/>
                  <a:gd name="connsiteY18" fmla="*/ 49382 h 201177"/>
                  <a:gd name="connsiteX19" fmla="*/ 2921 w 161611"/>
                  <a:gd name="connsiteY19" fmla="*/ 49382 h 201177"/>
                  <a:gd name="connsiteX20" fmla="*/ 1947 w 161611"/>
                  <a:gd name="connsiteY20" fmla="*/ 49382 h 201177"/>
                  <a:gd name="connsiteX21" fmla="*/ 973 w 161611"/>
                  <a:gd name="connsiteY21" fmla="*/ 49382 h 201177"/>
                  <a:gd name="connsiteX22" fmla="*/ 973 w 161611"/>
                  <a:gd name="connsiteY22" fmla="*/ 50355 h 201177"/>
                  <a:gd name="connsiteX23" fmla="*/ 973 w 161611"/>
                  <a:gd name="connsiteY23" fmla="*/ 51328 h 201177"/>
                  <a:gd name="connsiteX24" fmla="*/ 973 w 161611"/>
                  <a:gd name="connsiteY24" fmla="*/ 52301 h 201177"/>
                  <a:gd name="connsiteX25" fmla="*/ 0 w 161611"/>
                  <a:gd name="connsiteY25" fmla="*/ 54247 h 201177"/>
                  <a:gd name="connsiteX26" fmla="*/ 0 w 161611"/>
                  <a:gd name="connsiteY26" fmla="*/ 54247 h 201177"/>
                  <a:gd name="connsiteX27" fmla="*/ 0 w 161611"/>
                  <a:gd name="connsiteY27" fmla="*/ 82466 h 201177"/>
                  <a:gd name="connsiteX28" fmla="*/ 2921 w 161611"/>
                  <a:gd name="connsiteY28" fmla="*/ 87331 h 201177"/>
                  <a:gd name="connsiteX29" fmla="*/ 5841 w 161611"/>
                  <a:gd name="connsiteY29" fmla="*/ 89277 h 201177"/>
                  <a:gd name="connsiteX30" fmla="*/ 5841 w 161611"/>
                  <a:gd name="connsiteY30" fmla="*/ 148633 h 201177"/>
                  <a:gd name="connsiteX31" fmla="*/ 8762 w 161611"/>
                  <a:gd name="connsiteY31" fmla="*/ 153498 h 201177"/>
                  <a:gd name="connsiteX32" fmla="*/ 90541 w 161611"/>
                  <a:gd name="connsiteY32" fmla="*/ 201177 h 201177"/>
                  <a:gd name="connsiteX33" fmla="*/ 90541 w 161611"/>
                  <a:gd name="connsiteY33" fmla="*/ 201177 h 201177"/>
                  <a:gd name="connsiteX34" fmla="*/ 90541 w 161611"/>
                  <a:gd name="connsiteY34" fmla="*/ 201177 h 201177"/>
                  <a:gd name="connsiteX35" fmla="*/ 90541 w 161611"/>
                  <a:gd name="connsiteY35" fmla="*/ 201177 h 201177"/>
                  <a:gd name="connsiteX36" fmla="*/ 91515 w 161611"/>
                  <a:gd name="connsiteY36" fmla="*/ 201177 h 201177"/>
                  <a:gd name="connsiteX37" fmla="*/ 92489 w 161611"/>
                  <a:gd name="connsiteY37" fmla="*/ 201177 h 201177"/>
                  <a:gd name="connsiteX38" fmla="*/ 93462 w 161611"/>
                  <a:gd name="connsiteY38" fmla="*/ 201177 h 201177"/>
                  <a:gd name="connsiteX39" fmla="*/ 94436 w 161611"/>
                  <a:gd name="connsiteY39" fmla="*/ 201177 h 201177"/>
                  <a:gd name="connsiteX40" fmla="*/ 95409 w 161611"/>
                  <a:gd name="connsiteY40" fmla="*/ 201177 h 201177"/>
                  <a:gd name="connsiteX41" fmla="*/ 96383 w 161611"/>
                  <a:gd name="connsiteY41" fmla="*/ 201177 h 201177"/>
                  <a:gd name="connsiteX42" fmla="*/ 96383 w 161611"/>
                  <a:gd name="connsiteY42" fmla="*/ 201177 h 201177"/>
                  <a:gd name="connsiteX43" fmla="*/ 96383 w 161611"/>
                  <a:gd name="connsiteY43" fmla="*/ 201177 h 201177"/>
                  <a:gd name="connsiteX44" fmla="*/ 96383 w 161611"/>
                  <a:gd name="connsiteY44" fmla="*/ 201177 h 201177"/>
                  <a:gd name="connsiteX45" fmla="*/ 104171 w 161611"/>
                  <a:gd name="connsiteY45" fmla="*/ 196312 h 201177"/>
                  <a:gd name="connsiteX46" fmla="*/ 106118 w 161611"/>
                  <a:gd name="connsiteY46" fmla="*/ 182689 h 201177"/>
                  <a:gd name="connsiteX47" fmla="*/ 86647 w 161611"/>
                  <a:gd name="connsiteY47" fmla="*/ 187555 h 201177"/>
                  <a:gd name="connsiteX48" fmla="*/ 15577 w 161611"/>
                  <a:gd name="connsiteY48" fmla="*/ 146687 h 201177"/>
                  <a:gd name="connsiteX49" fmla="*/ 15577 w 161611"/>
                  <a:gd name="connsiteY49" fmla="*/ 97061 h 201177"/>
                  <a:gd name="connsiteX50" fmla="*/ 60361 w 161611"/>
                  <a:gd name="connsiteY50" fmla="*/ 122361 h 201177"/>
                  <a:gd name="connsiteX51" fmla="*/ 86647 w 161611"/>
                  <a:gd name="connsiteY51" fmla="*/ 137929 h 201177"/>
                  <a:gd name="connsiteX52" fmla="*/ 86647 w 161611"/>
                  <a:gd name="connsiteY52" fmla="*/ 187555 h 201177"/>
                  <a:gd name="connsiteX53" fmla="*/ 86647 w 161611"/>
                  <a:gd name="connsiteY53" fmla="*/ 125280 h 201177"/>
                  <a:gd name="connsiteX54" fmla="*/ 12656 w 161611"/>
                  <a:gd name="connsiteY54" fmla="*/ 82466 h 201177"/>
                  <a:gd name="connsiteX55" fmla="*/ 12656 w 161611"/>
                  <a:gd name="connsiteY55" fmla="*/ 82466 h 201177"/>
                  <a:gd name="connsiteX56" fmla="*/ 9736 w 161611"/>
                  <a:gd name="connsiteY56" fmla="*/ 80520 h 201177"/>
                  <a:gd name="connsiteX57" fmla="*/ 9736 w 161611"/>
                  <a:gd name="connsiteY57" fmla="*/ 63978 h 201177"/>
                  <a:gd name="connsiteX58" fmla="*/ 86647 w 161611"/>
                  <a:gd name="connsiteY58" fmla="*/ 107765 h 201177"/>
                  <a:gd name="connsiteX59" fmla="*/ 86647 w 161611"/>
                  <a:gd name="connsiteY59" fmla="*/ 125280 h 201177"/>
                  <a:gd name="connsiteX60" fmla="*/ 86647 w 161611"/>
                  <a:gd name="connsiteY60" fmla="*/ 125280 h 20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61611" h="201177">
                    <a:moveTo>
                      <a:pt x="106118" y="182689"/>
                    </a:moveTo>
                    <a:lnTo>
                      <a:pt x="97356" y="187555"/>
                    </a:lnTo>
                    <a:lnTo>
                      <a:pt x="97356" y="137929"/>
                    </a:lnTo>
                    <a:lnTo>
                      <a:pt x="161612" y="100954"/>
                    </a:lnTo>
                    <a:cubicBezTo>
                      <a:pt x="160638" y="97061"/>
                      <a:pt x="159664" y="94142"/>
                      <a:pt x="158691" y="90250"/>
                    </a:cubicBezTo>
                    <a:lnTo>
                      <a:pt x="97356" y="125280"/>
                    </a:lnTo>
                    <a:lnTo>
                      <a:pt x="97356" y="108738"/>
                    </a:lnTo>
                    <a:lnTo>
                      <a:pt x="158691" y="73708"/>
                    </a:lnTo>
                    <a:lnTo>
                      <a:pt x="158691" y="61059"/>
                    </a:lnTo>
                    <a:lnTo>
                      <a:pt x="92489" y="99007"/>
                    </a:lnTo>
                    <a:lnTo>
                      <a:pt x="16551" y="55220"/>
                    </a:lnTo>
                    <a:lnTo>
                      <a:pt x="92489" y="12406"/>
                    </a:lnTo>
                    <a:lnTo>
                      <a:pt x="158691" y="49382"/>
                    </a:lnTo>
                    <a:lnTo>
                      <a:pt x="158691" y="41598"/>
                    </a:lnTo>
                    <a:cubicBezTo>
                      <a:pt x="158691" y="39652"/>
                      <a:pt x="158691" y="38679"/>
                      <a:pt x="158691" y="36732"/>
                    </a:cubicBezTo>
                    <a:lnTo>
                      <a:pt x="94436" y="730"/>
                    </a:lnTo>
                    <a:cubicBezTo>
                      <a:pt x="92489" y="-243"/>
                      <a:pt x="90541" y="-243"/>
                      <a:pt x="89568" y="730"/>
                    </a:cubicBezTo>
                    <a:lnTo>
                      <a:pt x="2921" y="49382"/>
                    </a:lnTo>
                    <a:lnTo>
                      <a:pt x="2921" y="49382"/>
                    </a:lnTo>
                    <a:lnTo>
                      <a:pt x="2921" y="49382"/>
                    </a:lnTo>
                    <a:cubicBezTo>
                      <a:pt x="2921" y="49382"/>
                      <a:pt x="2921" y="49382"/>
                      <a:pt x="1947" y="49382"/>
                    </a:cubicBezTo>
                    <a:cubicBezTo>
                      <a:pt x="1947" y="49382"/>
                      <a:pt x="1947" y="49382"/>
                      <a:pt x="973" y="49382"/>
                    </a:cubicBezTo>
                    <a:cubicBezTo>
                      <a:pt x="973" y="49382"/>
                      <a:pt x="973" y="49382"/>
                      <a:pt x="973" y="50355"/>
                    </a:cubicBezTo>
                    <a:cubicBezTo>
                      <a:pt x="973" y="50355"/>
                      <a:pt x="973" y="50355"/>
                      <a:pt x="973" y="51328"/>
                    </a:cubicBezTo>
                    <a:cubicBezTo>
                      <a:pt x="973" y="51328"/>
                      <a:pt x="973" y="51328"/>
                      <a:pt x="973" y="52301"/>
                    </a:cubicBezTo>
                    <a:cubicBezTo>
                      <a:pt x="973" y="53274"/>
                      <a:pt x="973" y="53274"/>
                      <a:pt x="0" y="54247"/>
                    </a:cubicBezTo>
                    <a:lnTo>
                      <a:pt x="0" y="54247"/>
                    </a:lnTo>
                    <a:lnTo>
                      <a:pt x="0" y="82466"/>
                    </a:lnTo>
                    <a:cubicBezTo>
                      <a:pt x="0" y="84412"/>
                      <a:pt x="973" y="86358"/>
                      <a:pt x="2921" y="87331"/>
                    </a:cubicBezTo>
                    <a:lnTo>
                      <a:pt x="5841" y="89277"/>
                    </a:lnTo>
                    <a:lnTo>
                      <a:pt x="5841" y="148633"/>
                    </a:lnTo>
                    <a:cubicBezTo>
                      <a:pt x="5841" y="150579"/>
                      <a:pt x="6815" y="152525"/>
                      <a:pt x="8762" y="153498"/>
                    </a:cubicBezTo>
                    <a:lnTo>
                      <a:pt x="90541" y="201177"/>
                    </a:lnTo>
                    <a:lnTo>
                      <a:pt x="90541" y="201177"/>
                    </a:lnTo>
                    <a:lnTo>
                      <a:pt x="90541" y="201177"/>
                    </a:lnTo>
                    <a:lnTo>
                      <a:pt x="90541" y="201177"/>
                    </a:lnTo>
                    <a:cubicBezTo>
                      <a:pt x="90541" y="201177"/>
                      <a:pt x="90541" y="201177"/>
                      <a:pt x="91515" y="201177"/>
                    </a:cubicBezTo>
                    <a:cubicBezTo>
                      <a:pt x="91515" y="201177"/>
                      <a:pt x="91515" y="201177"/>
                      <a:pt x="92489" y="201177"/>
                    </a:cubicBezTo>
                    <a:lnTo>
                      <a:pt x="93462" y="201177"/>
                    </a:lnTo>
                    <a:lnTo>
                      <a:pt x="94436" y="201177"/>
                    </a:lnTo>
                    <a:cubicBezTo>
                      <a:pt x="94436" y="201177"/>
                      <a:pt x="94436" y="201177"/>
                      <a:pt x="95409" y="201177"/>
                    </a:cubicBezTo>
                    <a:cubicBezTo>
                      <a:pt x="95409" y="201177"/>
                      <a:pt x="95409" y="201177"/>
                      <a:pt x="96383" y="201177"/>
                    </a:cubicBezTo>
                    <a:lnTo>
                      <a:pt x="96383" y="201177"/>
                    </a:lnTo>
                    <a:lnTo>
                      <a:pt x="96383" y="201177"/>
                    </a:lnTo>
                    <a:lnTo>
                      <a:pt x="96383" y="201177"/>
                    </a:lnTo>
                    <a:lnTo>
                      <a:pt x="104171" y="196312"/>
                    </a:lnTo>
                    <a:lnTo>
                      <a:pt x="106118" y="182689"/>
                    </a:lnTo>
                    <a:close/>
                    <a:moveTo>
                      <a:pt x="86647" y="187555"/>
                    </a:moveTo>
                    <a:lnTo>
                      <a:pt x="15577" y="146687"/>
                    </a:lnTo>
                    <a:lnTo>
                      <a:pt x="15577" y="97061"/>
                    </a:lnTo>
                    <a:lnTo>
                      <a:pt x="60361" y="122361"/>
                    </a:lnTo>
                    <a:lnTo>
                      <a:pt x="86647" y="137929"/>
                    </a:lnTo>
                    <a:lnTo>
                      <a:pt x="86647" y="187555"/>
                    </a:lnTo>
                    <a:close/>
                    <a:moveTo>
                      <a:pt x="86647" y="125280"/>
                    </a:moveTo>
                    <a:lnTo>
                      <a:pt x="12656" y="82466"/>
                    </a:lnTo>
                    <a:lnTo>
                      <a:pt x="12656" y="82466"/>
                    </a:lnTo>
                    <a:lnTo>
                      <a:pt x="9736" y="80520"/>
                    </a:lnTo>
                    <a:lnTo>
                      <a:pt x="9736" y="63978"/>
                    </a:lnTo>
                    <a:lnTo>
                      <a:pt x="86647" y="107765"/>
                    </a:lnTo>
                    <a:lnTo>
                      <a:pt x="86647" y="125280"/>
                    </a:lnTo>
                    <a:lnTo>
                      <a:pt x="86647" y="12528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51" name="Graphic 450">
            <a:extLst>
              <a:ext uri="{FF2B5EF4-FFF2-40B4-BE49-F238E27FC236}">
                <a16:creationId xmlns:a16="http://schemas.microsoft.com/office/drawing/2014/main" id="{D5571E2F-FA3C-2DD2-594C-CF55D5B65289}"/>
              </a:ext>
            </a:extLst>
          </p:cNvPr>
          <p:cNvGrpSpPr/>
          <p:nvPr/>
        </p:nvGrpSpPr>
        <p:grpSpPr>
          <a:xfrm>
            <a:off x="9421802" y="5474761"/>
            <a:ext cx="594648" cy="594332"/>
            <a:chOff x="7188892" y="1455829"/>
            <a:chExt cx="558825" cy="558528"/>
          </a:xfrm>
        </p:grpSpPr>
        <p:sp>
          <p:nvSpPr>
            <p:cNvPr id="552" name="Freeform 551">
              <a:extLst>
                <a:ext uri="{FF2B5EF4-FFF2-40B4-BE49-F238E27FC236}">
                  <a16:creationId xmlns:a16="http://schemas.microsoft.com/office/drawing/2014/main" id="{2931101E-54EE-889F-5A18-14FC0A10C784}"/>
                </a:ext>
              </a:extLst>
            </p:cNvPr>
            <p:cNvSpPr/>
            <p:nvPr/>
          </p:nvSpPr>
          <p:spPr>
            <a:xfrm>
              <a:off x="7188892" y="1455829"/>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38A4A1"/>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53" name="Graphic 450">
              <a:extLst>
                <a:ext uri="{FF2B5EF4-FFF2-40B4-BE49-F238E27FC236}">
                  <a16:creationId xmlns:a16="http://schemas.microsoft.com/office/drawing/2014/main" id="{62132978-608C-1767-29DB-9039A8075A89}"/>
                </a:ext>
              </a:extLst>
            </p:cNvPr>
            <p:cNvGrpSpPr/>
            <p:nvPr/>
          </p:nvGrpSpPr>
          <p:grpSpPr>
            <a:xfrm>
              <a:off x="7296957" y="1517269"/>
              <a:ext cx="337250" cy="439191"/>
              <a:chOff x="7296957" y="1517269"/>
              <a:chExt cx="337250" cy="439191"/>
            </a:xfrm>
            <a:solidFill>
              <a:srgbClr val="FFFFFF"/>
            </a:solidFill>
          </p:grpSpPr>
          <p:sp>
            <p:nvSpPr>
              <p:cNvPr id="554" name="Freeform 553">
                <a:extLst>
                  <a:ext uri="{FF2B5EF4-FFF2-40B4-BE49-F238E27FC236}">
                    <a16:creationId xmlns:a16="http://schemas.microsoft.com/office/drawing/2014/main" id="{B53BC7C9-AB2D-38E9-655A-58354C1963E1}"/>
                  </a:ext>
                </a:extLst>
              </p:cNvPr>
              <p:cNvSpPr/>
              <p:nvPr/>
            </p:nvSpPr>
            <p:spPr>
              <a:xfrm>
                <a:off x="7366081" y="1590109"/>
                <a:ext cx="196659" cy="196555"/>
              </a:xfrm>
              <a:custGeom>
                <a:avLst/>
                <a:gdLst>
                  <a:gd name="connsiteX0" fmla="*/ 98330 w 196659"/>
                  <a:gd name="connsiteY0" fmla="*/ 0 h 196555"/>
                  <a:gd name="connsiteX1" fmla="*/ 0 w 196659"/>
                  <a:gd name="connsiteY1" fmla="*/ 98278 h 196555"/>
                  <a:gd name="connsiteX2" fmla="*/ 98330 w 196659"/>
                  <a:gd name="connsiteY2" fmla="*/ 196555 h 196555"/>
                  <a:gd name="connsiteX3" fmla="*/ 196660 w 196659"/>
                  <a:gd name="connsiteY3" fmla="*/ 98278 h 196555"/>
                  <a:gd name="connsiteX4" fmla="*/ 98330 w 196659"/>
                  <a:gd name="connsiteY4" fmla="*/ 0 h 196555"/>
                  <a:gd name="connsiteX5" fmla="*/ 120722 w 196659"/>
                  <a:gd name="connsiteY5" fmla="*/ 69086 h 196555"/>
                  <a:gd name="connsiteX6" fmla="*/ 98330 w 196659"/>
                  <a:gd name="connsiteY6" fmla="*/ 91466 h 196555"/>
                  <a:gd name="connsiteX7" fmla="*/ 75938 w 196659"/>
                  <a:gd name="connsiteY7" fmla="*/ 69086 h 196555"/>
                  <a:gd name="connsiteX8" fmla="*/ 98330 w 196659"/>
                  <a:gd name="connsiteY8" fmla="*/ 46706 h 196555"/>
                  <a:gd name="connsiteX9" fmla="*/ 120722 w 196659"/>
                  <a:gd name="connsiteY9" fmla="*/ 69086 h 196555"/>
                  <a:gd name="connsiteX10" fmla="*/ 113907 w 196659"/>
                  <a:gd name="connsiteY10" fmla="*/ 103143 h 196555"/>
                  <a:gd name="connsiteX11" fmla="*/ 136299 w 196659"/>
                  <a:gd name="connsiteY11" fmla="*/ 69086 h 196555"/>
                  <a:gd name="connsiteX12" fmla="*/ 99303 w 196659"/>
                  <a:gd name="connsiteY12" fmla="*/ 32111 h 196555"/>
                  <a:gd name="connsiteX13" fmla="*/ 62308 w 196659"/>
                  <a:gd name="connsiteY13" fmla="*/ 69086 h 196555"/>
                  <a:gd name="connsiteX14" fmla="*/ 84700 w 196659"/>
                  <a:gd name="connsiteY14" fmla="*/ 103143 h 196555"/>
                  <a:gd name="connsiteX15" fmla="*/ 36022 w 196659"/>
                  <a:gd name="connsiteY15" fmla="*/ 150822 h 196555"/>
                  <a:gd name="connsiteX16" fmla="*/ 17524 w 196659"/>
                  <a:gd name="connsiteY16" fmla="*/ 98278 h 196555"/>
                  <a:gd name="connsiteX17" fmla="*/ 100277 w 196659"/>
                  <a:gd name="connsiteY17" fmla="*/ 15569 h 196555"/>
                  <a:gd name="connsiteX18" fmla="*/ 183030 w 196659"/>
                  <a:gd name="connsiteY18" fmla="*/ 98278 h 196555"/>
                  <a:gd name="connsiteX19" fmla="*/ 164532 w 196659"/>
                  <a:gd name="connsiteY19" fmla="*/ 150822 h 196555"/>
                  <a:gd name="connsiteX20" fmla="*/ 113907 w 196659"/>
                  <a:gd name="connsiteY20" fmla="*/ 103143 h 196555"/>
                  <a:gd name="connsiteX21" fmla="*/ 106119 w 196659"/>
                  <a:gd name="connsiteY21" fmla="*/ 173202 h 196555"/>
                  <a:gd name="connsiteX22" fmla="*/ 107092 w 196659"/>
                  <a:gd name="connsiteY22" fmla="*/ 151795 h 196555"/>
                  <a:gd name="connsiteX23" fmla="*/ 104171 w 196659"/>
                  <a:gd name="connsiteY23" fmla="*/ 136226 h 196555"/>
                  <a:gd name="connsiteX24" fmla="*/ 108065 w 196659"/>
                  <a:gd name="connsiteY24" fmla="*/ 128442 h 196555"/>
                  <a:gd name="connsiteX25" fmla="*/ 108065 w 196659"/>
                  <a:gd name="connsiteY25" fmla="*/ 122604 h 196555"/>
                  <a:gd name="connsiteX26" fmla="*/ 108065 w 196659"/>
                  <a:gd name="connsiteY26" fmla="*/ 121631 h 196555"/>
                  <a:gd name="connsiteX27" fmla="*/ 103198 w 196659"/>
                  <a:gd name="connsiteY27" fmla="*/ 119685 h 196555"/>
                  <a:gd name="connsiteX28" fmla="*/ 94436 w 196659"/>
                  <a:gd name="connsiteY28" fmla="*/ 119685 h 196555"/>
                  <a:gd name="connsiteX29" fmla="*/ 90541 w 196659"/>
                  <a:gd name="connsiteY29" fmla="*/ 120658 h 196555"/>
                  <a:gd name="connsiteX30" fmla="*/ 89568 w 196659"/>
                  <a:gd name="connsiteY30" fmla="*/ 121631 h 196555"/>
                  <a:gd name="connsiteX31" fmla="*/ 89568 w 196659"/>
                  <a:gd name="connsiteY31" fmla="*/ 127469 h 196555"/>
                  <a:gd name="connsiteX32" fmla="*/ 93462 w 196659"/>
                  <a:gd name="connsiteY32" fmla="*/ 135253 h 196555"/>
                  <a:gd name="connsiteX33" fmla="*/ 90541 w 196659"/>
                  <a:gd name="connsiteY33" fmla="*/ 149849 h 196555"/>
                  <a:gd name="connsiteX34" fmla="*/ 91515 w 196659"/>
                  <a:gd name="connsiteY34" fmla="*/ 172229 h 196555"/>
                  <a:gd name="connsiteX35" fmla="*/ 93462 w 196659"/>
                  <a:gd name="connsiteY35" fmla="*/ 180014 h 196555"/>
                  <a:gd name="connsiteX36" fmla="*/ 48678 w 196659"/>
                  <a:gd name="connsiteY36" fmla="*/ 163472 h 196555"/>
                  <a:gd name="connsiteX37" fmla="*/ 99303 w 196659"/>
                  <a:gd name="connsiteY37" fmla="*/ 115792 h 196555"/>
                  <a:gd name="connsiteX38" fmla="*/ 149929 w 196659"/>
                  <a:gd name="connsiteY38" fmla="*/ 163472 h 196555"/>
                  <a:gd name="connsiteX39" fmla="*/ 105145 w 196659"/>
                  <a:gd name="connsiteY39" fmla="*/ 180014 h 196555"/>
                  <a:gd name="connsiteX40" fmla="*/ 106119 w 196659"/>
                  <a:gd name="connsiteY40" fmla="*/ 173202 h 19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6659" h="196555">
                    <a:moveTo>
                      <a:pt x="98330" y="0"/>
                    </a:moveTo>
                    <a:cubicBezTo>
                      <a:pt x="43810" y="0"/>
                      <a:pt x="0" y="43787"/>
                      <a:pt x="0" y="98278"/>
                    </a:cubicBezTo>
                    <a:cubicBezTo>
                      <a:pt x="0" y="152768"/>
                      <a:pt x="43810" y="196555"/>
                      <a:pt x="98330" y="196555"/>
                    </a:cubicBezTo>
                    <a:cubicBezTo>
                      <a:pt x="152849" y="196555"/>
                      <a:pt x="196660" y="152768"/>
                      <a:pt x="196660" y="98278"/>
                    </a:cubicBezTo>
                    <a:cubicBezTo>
                      <a:pt x="196660" y="44760"/>
                      <a:pt x="152849" y="0"/>
                      <a:pt x="98330" y="0"/>
                    </a:cubicBezTo>
                    <a:close/>
                    <a:moveTo>
                      <a:pt x="120722" y="69086"/>
                    </a:moveTo>
                    <a:cubicBezTo>
                      <a:pt x="120722" y="80763"/>
                      <a:pt x="110986" y="91466"/>
                      <a:pt x="98330" y="91466"/>
                    </a:cubicBezTo>
                    <a:cubicBezTo>
                      <a:pt x="86647" y="91466"/>
                      <a:pt x="75938" y="81736"/>
                      <a:pt x="75938" y="69086"/>
                    </a:cubicBezTo>
                    <a:cubicBezTo>
                      <a:pt x="75938" y="56437"/>
                      <a:pt x="85674" y="46706"/>
                      <a:pt x="98330" y="46706"/>
                    </a:cubicBezTo>
                    <a:cubicBezTo>
                      <a:pt x="110986" y="46706"/>
                      <a:pt x="120722" y="56437"/>
                      <a:pt x="120722" y="69086"/>
                    </a:cubicBezTo>
                    <a:close/>
                    <a:moveTo>
                      <a:pt x="113907" y="103143"/>
                    </a:moveTo>
                    <a:cubicBezTo>
                      <a:pt x="126563" y="97305"/>
                      <a:pt x="136299" y="84655"/>
                      <a:pt x="136299" y="69086"/>
                    </a:cubicBezTo>
                    <a:cubicBezTo>
                      <a:pt x="136299" y="48652"/>
                      <a:pt x="119748" y="32111"/>
                      <a:pt x="99303" y="32111"/>
                    </a:cubicBezTo>
                    <a:cubicBezTo>
                      <a:pt x="78859" y="32111"/>
                      <a:pt x="62308" y="48652"/>
                      <a:pt x="62308" y="69086"/>
                    </a:cubicBezTo>
                    <a:cubicBezTo>
                      <a:pt x="62308" y="84655"/>
                      <a:pt x="71070" y="97305"/>
                      <a:pt x="84700" y="103143"/>
                    </a:cubicBezTo>
                    <a:cubicBezTo>
                      <a:pt x="61335" y="108981"/>
                      <a:pt x="41863" y="127469"/>
                      <a:pt x="36022" y="150822"/>
                    </a:cubicBezTo>
                    <a:cubicBezTo>
                      <a:pt x="23365" y="136226"/>
                      <a:pt x="17524" y="117739"/>
                      <a:pt x="17524" y="98278"/>
                    </a:cubicBezTo>
                    <a:cubicBezTo>
                      <a:pt x="17524" y="52544"/>
                      <a:pt x="54519" y="15569"/>
                      <a:pt x="100277" y="15569"/>
                    </a:cubicBezTo>
                    <a:cubicBezTo>
                      <a:pt x="146034" y="15569"/>
                      <a:pt x="183030" y="52544"/>
                      <a:pt x="183030" y="98278"/>
                    </a:cubicBezTo>
                    <a:cubicBezTo>
                      <a:pt x="183030" y="117739"/>
                      <a:pt x="176215" y="136226"/>
                      <a:pt x="164532" y="150822"/>
                    </a:cubicBezTo>
                    <a:cubicBezTo>
                      <a:pt x="156744" y="127469"/>
                      <a:pt x="137272" y="108981"/>
                      <a:pt x="113907" y="103143"/>
                    </a:cubicBezTo>
                    <a:close/>
                    <a:moveTo>
                      <a:pt x="106119" y="173202"/>
                    </a:moveTo>
                    <a:cubicBezTo>
                      <a:pt x="109039" y="163472"/>
                      <a:pt x="109039" y="161526"/>
                      <a:pt x="107092" y="151795"/>
                    </a:cubicBezTo>
                    <a:lnTo>
                      <a:pt x="104171" y="136226"/>
                    </a:lnTo>
                    <a:lnTo>
                      <a:pt x="108065" y="128442"/>
                    </a:lnTo>
                    <a:cubicBezTo>
                      <a:pt x="109039" y="126496"/>
                      <a:pt x="109039" y="124550"/>
                      <a:pt x="108065" y="122604"/>
                    </a:cubicBezTo>
                    <a:lnTo>
                      <a:pt x="108065" y="121631"/>
                    </a:lnTo>
                    <a:cubicBezTo>
                      <a:pt x="107092" y="120658"/>
                      <a:pt x="105145" y="119685"/>
                      <a:pt x="103198" y="119685"/>
                    </a:cubicBezTo>
                    <a:lnTo>
                      <a:pt x="94436" y="119685"/>
                    </a:lnTo>
                    <a:cubicBezTo>
                      <a:pt x="93462" y="119685"/>
                      <a:pt x="91515" y="119685"/>
                      <a:pt x="90541" y="120658"/>
                    </a:cubicBezTo>
                    <a:cubicBezTo>
                      <a:pt x="89568" y="120658"/>
                      <a:pt x="89568" y="121631"/>
                      <a:pt x="89568" y="121631"/>
                    </a:cubicBezTo>
                    <a:cubicBezTo>
                      <a:pt x="88594" y="123577"/>
                      <a:pt x="88594" y="125523"/>
                      <a:pt x="89568" y="127469"/>
                    </a:cubicBezTo>
                    <a:lnTo>
                      <a:pt x="93462" y="135253"/>
                    </a:lnTo>
                    <a:lnTo>
                      <a:pt x="90541" y="149849"/>
                    </a:lnTo>
                    <a:cubicBezTo>
                      <a:pt x="88594" y="159580"/>
                      <a:pt x="88594" y="161526"/>
                      <a:pt x="91515" y="172229"/>
                    </a:cubicBezTo>
                    <a:lnTo>
                      <a:pt x="93462" y="180014"/>
                    </a:lnTo>
                    <a:cubicBezTo>
                      <a:pt x="76911" y="179040"/>
                      <a:pt x="61335" y="173202"/>
                      <a:pt x="48678" y="163472"/>
                    </a:cubicBezTo>
                    <a:cubicBezTo>
                      <a:pt x="50625" y="137199"/>
                      <a:pt x="73017" y="115792"/>
                      <a:pt x="99303" y="115792"/>
                    </a:cubicBezTo>
                    <a:cubicBezTo>
                      <a:pt x="125590" y="115792"/>
                      <a:pt x="147982" y="137199"/>
                      <a:pt x="149929" y="163472"/>
                    </a:cubicBezTo>
                    <a:cubicBezTo>
                      <a:pt x="137272" y="173202"/>
                      <a:pt x="121695" y="179040"/>
                      <a:pt x="105145" y="180014"/>
                    </a:cubicBezTo>
                    <a:lnTo>
                      <a:pt x="106119" y="17320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55" name="Freeform 554">
                <a:extLst>
                  <a:ext uri="{FF2B5EF4-FFF2-40B4-BE49-F238E27FC236}">
                    <a16:creationId xmlns:a16="http://schemas.microsoft.com/office/drawing/2014/main" id="{00C4A2ED-F141-E1D2-A260-5C8056E4A782}"/>
                  </a:ext>
                </a:extLst>
              </p:cNvPr>
              <p:cNvSpPr/>
              <p:nvPr/>
            </p:nvSpPr>
            <p:spPr>
              <a:xfrm>
                <a:off x="7296957" y="1517269"/>
                <a:ext cx="337250" cy="439191"/>
              </a:xfrm>
              <a:custGeom>
                <a:avLst/>
                <a:gdLst>
                  <a:gd name="connsiteX0" fmla="*/ 328091 w 337250"/>
                  <a:gd name="connsiteY0" fmla="*/ 186686 h 439191"/>
                  <a:gd name="connsiteX1" fmla="*/ 328091 w 337250"/>
                  <a:gd name="connsiteY1" fmla="*/ 151656 h 439191"/>
                  <a:gd name="connsiteX2" fmla="*/ 333932 w 337250"/>
                  <a:gd name="connsiteY2" fmla="*/ 109816 h 439191"/>
                  <a:gd name="connsiteX3" fmla="*/ 301805 w 337250"/>
                  <a:gd name="connsiteY3" fmla="*/ 82570 h 439191"/>
                  <a:gd name="connsiteX4" fmla="*/ 279413 w 337250"/>
                  <a:gd name="connsiteY4" fmla="*/ 56298 h 439191"/>
                  <a:gd name="connsiteX5" fmla="*/ 257021 w 337250"/>
                  <a:gd name="connsiteY5" fmla="*/ 20295 h 439191"/>
                  <a:gd name="connsiteX6" fmla="*/ 215158 w 337250"/>
                  <a:gd name="connsiteY6" fmla="*/ 19322 h 439191"/>
                  <a:gd name="connsiteX7" fmla="*/ 181083 w 337250"/>
                  <a:gd name="connsiteY7" fmla="*/ 13484 h 439191"/>
                  <a:gd name="connsiteX8" fmla="*/ 141167 w 337250"/>
                  <a:gd name="connsiteY8" fmla="*/ 834 h 439191"/>
                  <a:gd name="connsiteX9" fmla="*/ 108066 w 337250"/>
                  <a:gd name="connsiteY9" fmla="*/ 27107 h 439191"/>
                  <a:gd name="connsiteX10" fmla="*/ 77885 w 337250"/>
                  <a:gd name="connsiteY10" fmla="*/ 44621 h 439191"/>
                  <a:gd name="connsiteX11" fmla="*/ 38943 w 337250"/>
                  <a:gd name="connsiteY11" fmla="*/ 61163 h 439191"/>
                  <a:gd name="connsiteX12" fmla="*/ 31154 w 337250"/>
                  <a:gd name="connsiteY12" fmla="*/ 102031 h 439191"/>
                  <a:gd name="connsiteX13" fmla="*/ 19471 w 337250"/>
                  <a:gd name="connsiteY13" fmla="*/ 135115 h 439191"/>
                  <a:gd name="connsiteX14" fmla="*/ 0 w 337250"/>
                  <a:gd name="connsiteY14" fmla="*/ 172090 h 439191"/>
                  <a:gd name="connsiteX15" fmla="*/ 20445 w 337250"/>
                  <a:gd name="connsiteY15" fmla="*/ 209066 h 439191"/>
                  <a:gd name="connsiteX16" fmla="*/ 33101 w 337250"/>
                  <a:gd name="connsiteY16" fmla="*/ 241177 h 439191"/>
                  <a:gd name="connsiteX17" fmla="*/ 41863 w 337250"/>
                  <a:gd name="connsiteY17" fmla="*/ 282045 h 439191"/>
                  <a:gd name="connsiteX18" fmla="*/ 80806 w 337250"/>
                  <a:gd name="connsiteY18" fmla="*/ 297613 h 439191"/>
                  <a:gd name="connsiteX19" fmla="*/ 82753 w 337250"/>
                  <a:gd name="connsiteY19" fmla="*/ 297613 h 439191"/>
                  <a:gd name="connsiteX20" fmla="*/ 82753 w 337250"/>
                  <a:gd name="connsiteY20" fmla="*/ 430921 h 439191"/>
                  <a:gd name="connsiteX21" fmla="*/ 86647 w 337250"/>
                  <a:gd name="connsiteY21" fmla="*/ 437732 h 439191"/>
                  <a:gd name="connsiteX22" fmla="*/ 90541 w 337250"/>
                  <a:gd name="connsiteY22" fmla="*/ 438705 h 439191"/>
                  <a:gd name="connsiteX23" fmla="*/ 94436 w 337250"/>
                  <a:gd name="connsiteY23" fmla="*/ 437732 h 439191"/>
                  <a:gd name="connsiteX24" fmla="*/ 168427 w 337250"/>
                  <a:gd name="connsiteY24" fmla="*/ 388107 h 439191"/>
                  <a:gd name="connsiteX25" fmla="*/ 242417 w 337250"/>
                  <a:gd name="connsiteY25" fmla="*/ 437732 h 439191"/>
                  <a:gd name="connsiteX26" fmla="*/ 250206 w 337250"/>
                  <a:gd name="connsiteY26" fmla="*/ 437732 h 439191"/>
                  <a:gd name="connsiteX27" fmla="*/ 254100 w 337250"/>
                  <a:gd name="connsiteY27" fmla="*/ 430921 h 439191"/>
                  <a:gd name="connsiteX28" fmla="*/ 254100 w 337250"/>
                  <a:gd name="connsiteY28" fmla="*/ 321940 h 439191"/>
                  <a:gd name="connsiteX29" fmla="*/ 259942 w 337250"/>
                  <a:gd name="connsiteY29" fmla="*/ 319021 h 439191"/>
                  <a:gd name="connsiteX30" fmla="*/ 281360 w 337250"/>
                  <a:gd name="connsiteY30" fmla="*/ 283018 h 439191"/>
                  <a:gd name="connsiteX31" fmla="*/ 303752 w 337250"/>
                  <a:gd name="connsiteY31" fmla="*/ 255772 h 439191"/>
                  <a:gd name="connsiteX32" fmla="*/ 334906 w 337250"/>
                  <a:gd name="connsiteY32" fmla="*/ 227554 h 439191"/>
                  <a:gd name="connsiteX33" fmla="*/ 328091 w 337250"/>
                  <a:gd name="connsiteY33" fmla="*/ 186686 h 439191"/>
                  <a:gd name="connsiteX34" fmla="*/ 97356 w 337250"/>
                  <a:gd name="connsiteY34" fmla="*/ 302479 h 439191"/>
                  <a:gd name="connsiteX35" fmla="*/ 110013 w 337250"/>
                  <a:gd name="connsiteY35" fmla="*/ 316101 h 439191"/>
                  <a:gd name="connsiteX36" fmla="*/ 143114 w 337250"/>
                  <a:gd name="connsiteY36" fmla="*/ 341400 h 439191"/>
                  <a:gd name="connsiteX37" fmla="*/ 183030 w 337250"/>
                  <a:gd name="connsiteY37" fmla="*/ 327778 h 439191"/>
                  <a:gd name="connsiteX38" fmla="*/ 217105 w 337250"/>
                  <a:gd name="connsiteY38" fmla="*/ 320967 h 439191"/>
                  <a:gd name="connsiteX39" fmla="*/ 237550 w 337250"/>
                  <a:gd name="connsiteY39" fmla="*/ 324859 h 439191"/>
                  <a:gd name="connsiteX40" fmla="*/ 237550 w 337250"/>
                  <a:gd name="connsiteY40" fmla="*/ 416325 h 439191"/>
                  <a:gd name="connsiteX41" fmla="*/ 171347 w 337250"/>
                  <a:gd name="connsiteY41" fmla="*/ 371565 h 439191"/>
                  <a:gd name="connsiteX42" fmla="*/ 162585 w 337250"/>
                  <a:gd name="connsiteY42" fmla="*/ 371565 h 439191"/>
                  <a:gd name="connsiteX43" fmla="*/ 96383 w 337250"/>
                  <a:gd name="connsiteY43" fmla="*/ 416325 h 439191"/>
                  <a:gd name="connsiteX44" fmla="*/ 97356 w 337250"/>
                  <a:gd name="connsiteY44" fmla="*/ 302479 h 439191"/>
                  <a:gd name="connsiteX45" fmla="*/ 97356 w 337250"/>
                  <a:gd name="connsiteY45" fmla="*/ 302479 h 439191"/>
                  <a:gd name="connsiteX46" fmla="*/ 223920 w 337250"/>
                  <a:gd name="connsiteY46" fmla="*/ 307344 h 439191"/>
                  <a:gd name="connsiteX47" fmla="*/ 172321 w 337250"/>
                  <a:gd name="connsiteY47" fmla="*/ 317074 h 439191"/>
                  <a:gd name="connsiteX48" fmla="*/ 146035 w 337250"/>
                  <a:gd name="connsiteY48" fmla="*/ 325832 h 439191"/>
                  <a:gd name="connsiteX49" fmla="*/ 123643 w 337250"/>
                  <a:gd name="connsiteY49" fmla="*/ 309290 h 439191"/>
                  <a:gd name="connsiteX50" fmla="*/ 82753 w 337250"/>
                  <a:gd name="connsiteY50" fmla="*/ 283018 h 439191"/>
                  <a:gd name="connsiteX51" fmla="*/ 76912 w 337250"/>
                  <a:gd name="connsiteY51" fmla="*/ 283018 h 439191"/>
                  <a:gd name="connsiteX52" fmla="*/ 51599 w 337250"/>
                  <a:gd name="connsiteY52" fmla="*/ 273287 h 439191"/>
                  <a:gd name="connsiteX53" fmla="*/ 45757 w 337250"/>
                  <a:gd name="connsiteY53" fmla="*/ 246042 h 439191"/>
                  <a:gd name="connsiteX54" fmla="*/ 27260 w 337250"/>
                  <a:gd name="connsiteY54" fmla="*/ 196417 h 439191"/>
                  <a:gd name="connsiteX55" fmla="*/ 13630 w 337250"/>
                  <a:gd name="connsiteY55" fmla="*/ 172090 h 439191"/>
                  <a:gd name="connsiteX56" fmla="*/ 26286 w 337250"/>
                  <a:gd name="connsiteY56" fmla="*/ 147764 h 439191"/>
                  <a:gd name="connsiteX57" fmla="*/ 43810 w 337250"/>
                  <a:gd name="connsiteY57" fmla="*/ 98139 h 439191"/>
                  <a:gd name="connsiteX58" fmla="*/ 48678 w 337250"/>
                  <a:gd name="connsiteY58" fmla="*/ 70894 h 439191"/>
                  <a:gd name="connsiteX59" fmla="*/ 73991 w 337250"/>
                  <a:gd name="connsiteY59" fmla="*/ 60190 h 439191"/>
                  <a:gd name="connsiteX60" fmla="*/ 119748 w 337250"/>
                  <a:gd name="connsiteY60" fmla="*/ 32945 h 439191"/>
                  <a:gd name="connsiteX61" fmla="*/ 141167 w 337250"/>
                  <a:gd name="connsiteY61" fmla="*/ 15430 h 439191"/>
                  <a:gd name="connsiteX62" fmla="*/ 167453 w 337250"/>
                  <a:gd name="connsiteY62" fmla="*/ 24187 h 439191"/>
                  <a:gd name="connsiteX63" fmla="*/ 220025 w 337250"/>
                  <a:gd name="connsiteY63" fmla="*/ 32945 h 439191"/>
                  <a:gd name="connsiteX64" fmla="*/ 247285 w 337250"/>
                  <a:gd name="connsiteY64" fmla="*/ 33918 h 439191"/>
                  <a:gd name="connsiteX65" fmla="*/ 261889 w 337250"/>
                  <a:gd name="connsiteY65" fmla="*/ 57271 h 439191"/>
                  <a:gd name="connsiteX66" fmla="*/ 295963 w 337250"/>
                  <a:gd name="connsiteY66" fmla="*/ 97166 h 439191"/>
                  <a:gd name="connsiteX67" fmla="*/ 316408 w 337250"/>
                  <a:gd name="connsiteY67" fmla="*/ 115654 h 439191"/>
                  <a:gd name="connsiteX68" fmla="*/ 312514 w 337250"/>
                  <a:gd name="connsiteY68" fmla="*/ 142899 h 439191"/>
                  <a:gd name="connsiteX69" fmla="*/ 313488 w 337250"/>
                  <a:gd name="connsiteY69" fmla="*/ 195444 h 439191"/>
                  <a:gd name="connsiteX70" fmla="*/ 317382 w 337250"/>
                  <a:gd name="connsiteY70" fmla="*/ 222689 h 439191"/>
                  <a:gd name="connsiteX71" fmla="*/ 296937 w 337250"/>
                  <a:gd name="connsiteY71" fmla="*/ 241177 h 439191"/>
                  <a:gd name="connsiteX72" fmla="*/ 263836 w 337250"/>
                  <a:gd name="connsiteY72" fmla="*/ 282045 h 439191"/>
                  <a:gd name="connsiteX73" fmla="*/ 249232 w 337250"/>
                  <a:gd name="connsiteY73" fmla="*/ 305398 h 439191"/>
                  <a:gd name="connsiteX74" fmla="*/ 223920 w 337250"/>
                  <a:gd name="connsiteY74" fmla="*/ 307344 h 43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37250" h="439191">
                    <a:moveTo>
                      <a:pt x="328091" y="186686"/>
                    </a:moveTo>
                    <a:cubicBezTo>
                      <a:pt x="320303" y="175983"/>
                      <a:pt x="320303" y="162360"/>
                      <a:pt x="328091" y="151656"/>
                    </a:cubicBezTo>
                    <a:cubicBezTo>
                      <a:pt x="336853" y="139980"/>
                      <a:pt x="338800" y="123438"/>
                      <a:pt x="333932" y="109816"/>
                    </a:cubicBezTo>
                    <a:cubicBezTo>
                      <a:pt x="329065" y="96193"/>
                      <a:pt x="316408" y="85489"/>
                      <a:pt x="301805" y="82570"/>
                    </a:cubicBezTo>
                    <a:cubicBezTo>
                      <a:pt x="289148" y="79651"/>
                      <a:pt x="280386" y="68947"/>
                      <a:pt x="279413" y="56298"/>
                    </a:cubicBezTo>
                    <a:cubicBezTo>
                      <a:pt x="278439" y="41702"/>
                      <a:pt x="269677" y="28080"/>
                      <a:pt x="257021" y="20295"/>
                    </a:cubicBezTo>
                    <a:cubicBezTo>
                      <a:pt x="244364" y="12511"/>
                      <a:pt x="227814" y="12511"/>
                      <a:pt x="215158" y="19322"/>
                    </a:cubicBezTo>
                    <a:cubicBezTo>
                      <a:pt x="203475" y="25160"/>
                      <a:pt x="189845" y="23214"/>
                      <a:pt x="181083" y="13484"/>
                    </a:cubicBezTo>
                    <a:cubicBezTo>
                      <a:pt x="170374" y="2780"/>
                      <a:pt x="155770" y="-2085"/>
                      <a:pt x="141167" y="834"/>
                    </a:cubicBezTo>
                    <a:cubicBezTo>
                      <a:pt x="126563" y="3753"/>
                      <a:pt x="113907" y="13484"/>
                      <a:pt x="108066" y="27107"/>
                    </a:cubicBezTo>
                    <a:cubicBezTo>
                      <a:pt x="103198" y="38783"/>
                      <a:pt x="91515" y="46568"/>
                      <a:pt x="77885" y="44621"/>
                    </a:cubicBezTo>
                    <a:cubicBezTo>
                      <a:pt x="63282" y="42675"/>
                      <a:pt x="48678" y="49487"/>
                      <a:pt x="38943" y="61163"/>
                    </a:cubicBezTo>
                    <a:cubicBezTo>
                      <a:pt x="29207" y="72840"/>
                      <a:pt x="26286" y="88408"/>
                      <a:pt x="31154" y="102031"/>
                    </a:cubicBezTo>
                    <a:cubicBezTo>
                      <a:pt x="35048" y="114681"/>
                      <a:pt x="30181" y="127330"/>
                      <a:pt x="19471" y="135115"/>
                    </a:cubicBezTo>
                    <a:cubicBezTo>
                      <a:pt x="6815" y="143872"/>
                      <a:pt x="0" y="157495"/>
                      <a:pt x="0" y="172090"/>
                    </a:cubicBezTo>
                    <a:cubicBezTo>
                      <a:pt x="0" y="186686"/>
                      <a:pt x="7789" y="201282"/>
                      <a:pt x="20445" y="209066"/>
                    </a:cubicBezTo>
                    <a:cubicBezTo>
                      <a:pt x="31154" y="215878"/>
                      <a:pt x="36022" y="229500"/>
                      <a:pt x="33101" y="241177"/>
                    </a:cubicBezTo>
                    <a:cubicBezTo>
                      <a:pt x="29207" y="255772"/>
                      <a:pt x="32128" y="271341"/>
                      <a:pt x="41863" y="282045"/>
                    </a:cubicBezTo>
                    <a:cubicBezTo>
                      <a:pt x="51599" y="293721"/>
                      <a:pt x="66202" y="298586"/>
                      <a:pt x="80806" y="297613"/>
                    </a:cubicBezTo>
                    <a:cubicBezTo>
                      <a:pt x="81779" y="297613"/>
                      <a:pt x="82753" y="297613"/>
                      <a:pt x="82753" y="297613"/>
                    </a:cubicBezTo>
                    <a:lnTo>
                      <a:pt x="82753" y="430921"/>
                    </a:lnTo>
                    <a:cubicBezTo>
                      <a:pt x="82753" y="433840"/>
                      <a:pt x="84700" y="436759"/>
                      <a:pt x="86647" y="437732"/>
                    </a:cubicBezTo>
                    <a:cubicBezTo>
                      <a:pt x="87621" y="438705"/>
                      <a:pt x="88594" y="438705"/>
                      <a:pt x="90541" y="438705"/>
                    </a:cubicBezTo>
                    <a:cubicBezTo>
                      <a:pt x="92489" y="438705"/>
                      <a:pt x="93462" y="438705"/>
                      <a:pt x="94436" y="437732"/>
                    </a:cubicBezTo>
                    <a:lnTo>
                      <a:pt x="168427" y="388107"/>
                    </a:lnTo>
                    <a:lnTo>
                      <a:pt x="242417" y="437732"/>
                    </a:lnTo>
                    <a:cubicBezTo>
                      <a:pt x="244364" y="439678"/>
                      <a:pt x="248259" y="439678"/>
                      <a:pt x="250206" y="437732"/>
                    </a:cubicBezTo>
                    <a:cubicBezTo>
                      <a:pt x="253127" y="436759"/>
                      <a:pt x="254100" y="433840"/>
                      <a:pt x="254100" y="430921"/>
                    </a:cubicBezTo>
                    <a:lnTo>
                      <a:pt x="254100" y="321940"/>
                    </a:lnTo>
                    <a:cubicBezTo>
                      <a:pt x="256047" y="320967"/>
                      <a:pt x="257995" y="319993"/>
                      <a:pt x="259942" y="319021"/>
                    </a:cubicBezTo>
                    <a:cubicBezTo>
                      <a:pt x="272598" y="311236"/>
                      <a:pt x="281360" y="297613"/>
                      <a:pt x="281360" y="283018"/>
                    </a:cubicBezTo>
                    <a:cubicBezTo>
                      <a:pt x="282334" y="270368"/>
                      <a:pt x="291096" y="259665"/>
                      <a:pt x="303752" y="255772"/>
                    </a:cubicBezTo>
                    <a:cubicBezTo>
                      <a:pt x="318355" y="251880"/>
                      <a:pt x="330038" y="241177"/>
                      <a:pt x="334906" y="227554"/>
                    </a:cubicBezTo>
                    <a:cubicBezTo>
                      <a:pt x="339774" y="213931"/>
                      <a:pt x="336853" y="198363"/>
                      <a:pt x="328091" y="186686"/>
                    </a:cubicBezTo>
                    <a:close/>
                    <a:moveTo>
                      <a:pt x="97356" y="302479"/>
                    </a:moveTo>
                    <a:cubicBezTo>
                      <a:pt x="103198" y="305398"/>
                      <a:pt x="107092" y="310263"/>
                      <a:pt x="110013" y="316101"/>
                    </a:cubicBezTo>
                    <a:cubicBezTo>
                      <a:pt x="115854" y="329724"/>
                      <a:pt x="128510" y="339454"/>
                      <a:pt x="143114" y="341400"/>
                    </a:cubicBezTo>
                    <a:cubicBezTo>
                      <a:pt x="157717" y="343347"/>
                      <a:pt x="173294" y="338481"/>
                      <a:pt x="183030" y="327778"/>
                    </a:cubicBezTo>
                    <a:cubicBezTo>
                      <a:pt x="191792" y="318047"/>
                      <a:pt x="205422" y="316101"/>
                      <a:pt x="217105" y="320967"/>
                    </a:cubicBezTo>
                    <a:cubicBezTo>
                      <a:pt x="223920" y="323886"/>
                      <a:pt x="230735" y="325832"/>
                      <a:pt x="237550" y="324859"/>
                    </a:cubicBezTo>
                    <a:lnTo>
                      <a:pt x="237550" y="416325"/>
                    </a:lnTo>
                    <a:lnTo>
                      <a:pt x="171347" y="371565"/>
                    </a:lnTo>
                    <a:cubicBezTo>
                      <a:pt x="168427" y="369619"/>
                      <a:pt x="165506" y="369619"/>
                      <a:pt x="162585" y="371565"/>
                    </a:cubicBezTo>
                    <a:lnTo>
                      <a:pt x="96383" y="416325"/>
                    </a:lnTo>
                    <a:lnTo>
                      <a:pt x="97356" y="302479"/>
                    </a:lnTo>
                    <a:lnTo>
                      <a:pt x="97356" y="302479"/>
                    </a:lnTo>
                    <a:close/>
                    <a:moveTo>
                      <a:pt x="223920" y="307344"/>
                    </a:moveTo>
                    <a:cubicBezTo>
                      <a:pt x="206396" y="298586"/>
                      <a:pt x="184977" y="302479"/>
                      <a:pt x="172321" y="317074"/>
                    </a:cubicBezTo>
                    <a:cubicBezTo>
                      <a:pt x="165506" y="323886"/>
                      <a:pt x="155770" y="327778"/>
                      <a:pt x="146035" y="325832"/>
                    </a:cubicBezTo>
                    <a:cubicBezTo>
                      <a:pt x="136299" y="323886"/>
                      <a:pt x="128510" y="318047"/>
                      <a:pt x="123643" y="309290"/>
                    </a:cubicBezTo>
                    <a:cubicBezTo>
                      <a:pt x="116828" y="293721"/>
                      <a:pt x="100277" y="283018"/>
                      <a:pt x="82753" y="283018"/>
                    </a:cubicBezTo>
                    <a:cubicBezTo>
                      <a:pt x="80806" y="283018"/>
                      <a:pt x="78859" y="283018"/>
                      <a:pt x="76912" y="283018"/>
                    </a:cubicBezTo>
                    <a:cubicBezTo>
                      <a:pt x="67176" y="283991"/>
                      <a:pt x="57440" y="280099"/>
                      <a:pt x="51599" y="273287"/>
                    </a:cubicBezTo>
                    <a:cubicBezTo>
                      <a:pt x="44784" y="265503"/>
                      <a:pt x="42837" y="255772"/>
                      <a:pt x="45757" y="246042"/>
                    </a:cubicBezTo>
                    <a:cubicBezTo>
                      <a:pt x="50625" y="227554"/>
                      <a:pt x="43810" y="207120"/>
                      <a:pt x="27260" y="196417"/>
                    </a:cubicBezTo>
                    <a:cubicBezTo>
                      <a:pt x="19471" y="191551"/>
                      <a:pt x="13630" y="181821"/>
                      <a:pt x="13630" y="172090"/>
                    </a:cubicBezTo>
                    <a:cubicBezTo>
                      <a:pt x="13630" y="162360"/>
                      <a:pt x="18498" y="152630"/>
                      <a:pt x="26286" y="147764"/>
                    </a:cubicBezTo>
                    <a:cubicBezTo>
                      <a:pt x="42837" y="137061"/>
                      <a:pt x="49652" y="116627"/>
                      <a:pt x="43810" y="98139"/>
                    </a:cubicBezTo>
                    <a:cubicBezTo>
                      <a:pt x="40890" y="88408"/>
                      <a:pt x="42837" y="78678"/>
                      <a:pt x="48678" y="70894"/>
                    </a:cubicBezTo>
                    <a:cubicBezTo>
                      <a:pt x="54520" y="63109"/>
                      <a:pt x="64255" y="59217"/>
                      <a:pt x="73991" y="60190"/>
                    </a:cubicBezTo>
                    <a:cubicBezTo>
                      <a:pt x="93462" y="62136"/>
                      <a:pt x="111960" y="51433"/>
                      <a:pt x="119748" y="32945"/>
                    </a:cubicBezTo>
                    <a:cubicBezTo>
                      <a:pt x="123643" y="24187"/>
                      <a:pt x="131431" y="17376"/>
                      <a:pt x="141167" y="15430"/>
                    </a:cubicBezTo>
                    <a:cubicBezTo>
                      <a:pt x="150902" y="13484"/>
                      <a:pt x="160638" y="16403"/>
                      <a:pt x="167453" y="24187"/>
                    </a:cubicBezTo>
                    <a:cubicBezTo>
                      <a:pt x="181083" y="37810"/>
                      <a:pt x="202501" y="41702"/>
                      <a:pt x="220025" y="32945"/>
                    </a:cubicBezTo>
                    <a:cubicBezTo>
                      <a:pt x="228788" y="28080"/>
                      <a:pt x="239497" y="29053"/>
                      <a:pt x="247285" y="33918"/>
                    </a:cubicBezTo>
                    <a:cubicBezTo>
                      <a:pt x="256047" y="38783"/>
                      <a:pt x="260915" y="47541"/>
                      <a:pt x="261889" y="57271"/>
                    </a:cubicBezTo>
                    <a:cubicBezTo>
                      <a:pt x="262862" y="76732"/>
                      <a:pt x="277466" y="93274"/>
                      <a:pt x="295963" y="97166"/>
                    </a:cubicBezTo>
                    <a:cubicBezTo>
                      <a:pt x="305699" y="99112"/>
                      <a:pt x="313488" y="105923"/>
                      <a:pt x="316408" y="115654"/>
                    </a:cubicBezTo>
                    <a:cubicBezTo>
                      <a:pt x="320303" y="124411"/>
                      <a:pt x="318355" y="135115"/>
                      <a:pt x="312514" y="142899"/>
                    </a:cubicBezTo>
                    <a:cubicBezTo>
                      <a:pt x="300831" y="158468"/>
                      <a:pt x="300831" y="179875"/>
                      <a:pt x="313488" y="195444"/>
                    </a:cubicBezTo>
                    <a:cubicBezTo>
                      <a:pt x="319329" y="203228"/>
                      <a:pt x="321276" y="213931"/>
                      <a:pt x="317382" y="222689"/>
                    </a:cubicBezTo>
                    <a:cubicBezTo>
                      <a:pt x="314461" y="232419"/>
                      <a:pt x="306673" y="239231"/>
                      <a:pt x="296937" y="241177"/>
                    </a:cubicBezTo>
                    <a:cubicBezTo>
                      <a:pt x="277466" y="246042"/>
                      <a:pt x="264809" y="262584"/>
                      <a:pt x="263836" y="282045"/>
                    </a:cubicBezTo>
                    <a:cubicBezTo>
                      <a:pt x="262862" y="291775"/>
                      <a:pt x="257995" y="300533"/>
                      <a:pt x="249232" y="305398"/>
                    </a:cubicBezTo>
                    <a:cubicBezTo>
                      <a:pt x="243391" y="311236"/>
                      <a:pt x="232682" y="312209"/>
                      <a:pt x="223920" y="30734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56" name="Graphic 450">
            <a:extLst>
              <a:ext uri="{FF2B5EF4-FFF2-40B4-BE49-F238E27FC236}">
                <a16:creationId xmlns:a16="http://schemas.microsoft.com/office/drawing/2014/main" id="{F94ED61B-94E8-A0AC-ADF2-118A2FF9B978}"/>
              </a:ext>
            </a:extLst>
          </p:cNvPr>
          <p:cNvGrpSpPr/>
          <p:nvPr/>
        </p:nvGrpSpPr>
        <p:grpSpPr>
          <a:xfrm>
            <a:off x="10515039" y="5474761"/>
            <a:ext cx="594648" cy="594332"/>
            <a:chOff x="7188892" y="684203"/>
            <a:chExt cx="558825" cy="558528"/>
          </a:xfrm>
        </p:grpSpPr>
        <p:sp>
          <p:nvSpPr>
            <p:cNvPr id="557" name="Freeform 556">
              <a:extLst>
                <a:ext uri="{FF2B5EF4-FFF2-40B4-BE49-F238E27FC236}">
                  <a16:creationId xmlns:a16="http://schemas.microsoft.com/office/drawing/2014/main" id="{F02D1C1C-B2B2-7EA4-FC3B-423C28533AB1}"/>
                </a:ext>
              </a:extLst>
            </p:cNvPr>
            <p:cNvSpPr/>
            <p:nvPr/>
          </p:nvSpPr>
          <p:spPr>
            <a:xfrm>
              <a:off x="7188892" y="68420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38A4A1"/>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58" name="Graphic 450">
              <a:extLst>
                <a:ext uri="{FF2B5EF4-FFF2-40B4-BE49-F238E27FC236}">
                  <a16:creationId xmlns:a16="http://schemas.microsoft.com/office/drawing/2014/main" id="{E3365369-2BC0-1C59-57AC-9B6E42587D31}"/>
                </a:ext>
              </a:extLst>
            </p:cNvPr>
            <p:cNvGrpSpPr/>
            <p:nvPr/>
          </p:nvGrpSpPr>
          <p:grpSpPr>
            <a:xfrm>
              <a:off x="7274565" y="786616"/>
              <a:ext cx="382610" cy="364649"/>
              <a:chOff x="7274565" y="786616"/>
              <a:chExt cx="382610" cy="364649"/>
            </a:xfrm>
            <a:solidFill>
              <a:srgbClr val="FFFFFF"/>
            </a:solidFill>
          </p:grpSpPr>
          <p:sp>
            <p:nvSpPr>
              <p:cNvPr id="559" name="Freeform 558">
                <a:extLst>
                  <a:ext uri="{FF2B5EF4-FFF2-40B4-BE49-F238E27FC236}">
                    <a16:creationId xmlns:a16="http://schemas.microsoft.com/office/drawing/2014/main" id="{24F40028-C898-90CD-1F3C-DA4FE716AC9C}"/>
                  </a:ext>
                </a:extLst>
              </p:cNvPr>
              <p:cNvSpPr/>
              <p:nvPr/>
            </p:nvSpPr>
            <p:spPr>
              <a:xfrm>
                <a:off x="7593894" y="952764"/>
                <a:ext cx="15577" cy="39894"/>
              </a:xfrm>
              <a:custGeom>
                <a:avLst/>
                <a:gdLst>
                  <a:gd name="connsiteX0" fmla="*/ 0 w 15577"/>
                  <a:gd name="connsiteY0" fmla="*/ 0 h 39894"/>
                  <a:gd name="connsiteX1" fmla="*/ 15577 w 15577"/>
                  <a:gd name="connsiteY1" fmla="*/ 0 h 39894"/>
                  <a:gd name="connsiteX2" fmla="*/ 15577 w 15577"/>
                  <a:gd name="connsiteY2" fmla="*/ 39895 h 39894"/>
                  <a:gd name="connsiteX3" fmla="*/ 0 w 15577"/>
                  <a:gd name="connsiteY3" fmla="*/ 39895 h 39894"/>
                </a:gdLst>
                <a:ahLst/>
                <a:cxnLst>
                  <a:cxn ang="0">
                    <a:pos x="connsiteX0" y="connsiteY0"/>
                  </a:cxn>
                  <a:cxn ang="0">
                    <a:pos x="connsiteX1" y="connsiteY1"/>
                  </a:cxn>
                  <a:cxn ang="0">
                    <a:pos x="connsiteX2" y="connsiteY2"/>
                  </a:cxn>
                  <a:cxn ang="0">
                    <a:pos x="connsiteX3" y="connsiteY3"/>
                  </a:cxn>
                </a:cxnLst>
                <a:rect l="l" t="t" r="r" b="b"/>
                <a:pathLst>
                  <a:path w="15577" h="39894">
                    <a:moveTo>
                      <a:pt x="0" y="0"/>
                    </a:moveTo>
                    <a:lnTo>
                      <a:pt x="15577" y="0"/>
                    </a:lnTo>
                    <a:lnTo>
                      <a:pt x="15577" y="39895"/>
                    </a:lnTo>
                    <a:lnTo>
                      <a:pt x="0" y="3989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0" name="Freeform 559">
                <a:extLst>
                  <a:ext uri="{FF2B5EF4-FFF2-40B4-BE49-F238E27FC236}">
                    <a16:creationId xmlns:a16="http://schemas.microsoft.com/office/drawing/2014/main" id="{67A5E992-CAAB-74E4-D1B6-B73297478D47}"/>
                  </a:ext>
                </a:extLst>
              </p:cNvPr>
              <p:cNvSpPr/>
              <p:nvPr/>
            </p:nvSpPr>
            <p:spPr>
              <a:xfrm>
                <a:off x="7617260" y="952764"/>
                <a:ext cx="15577" cy="39894"/>
              </a:xfrm>
              <a:custGeom>
                <a:avLst/>
                <a:gdLst>
                  <a:gd name="connsiteX0" fmla="*/ 0 w 15577"/>
                  <a:gd name="connsiteY0" fmla="*/ 0 h 39894"/>
                  <a:gd name="connsiteX1" fmla="*/ 15577 w 15577"/>
                  <a:gd name="connsiteY1" fmla="*/ 0 h 39894"/>
                  <a:gd name="connsiteX2" fmla="*/ 15577 w 15577"/>
                  <a:gd name="connsiteY2" fmla="*/ 39895 h 39894"/>
                  <a:gd name="connsiteX3" fmla="*/ 0 w 15577"/>
                  <a:gd name="connsiteY3" fmla="*/ 39895 h 39894"/>
                </a:gdLst>
                <a:ahLst/>
                <a:cxnLst>
                  <a:cxn ang="0">
                    <a:pos x="connsiteX0" y="connsiteY0"/>
                  </a:cxn>
                  <a:cxn ang="0">
                    <a:pos x="connsiteX1" y="connsiteY1"/>
                  </a:cxn>
                  <a:cxn ang="0">
                    <a:pos x="connsiteX2" y="connsiteY2"/>
                  </a:cxn>
                  <a:cxn ang="0">
                    <a:pos x="connsiteX3" y="connsiteY3"/>
                  </a:cxn>
                </a:cxnLst>
                <a:rect l="l" t="t" r="r" b="b"/>
                <a:pathLst>
                  <a:path w="15577" h="39894">
                    <a:moveTo>
                      <a:pt x="0" y="0"/>
                    </a:moveTo>
                    <a:lnTo>
                      <a:pt x="15577" y="0"/>
                    </a:lnTo>
                    <a:lnTo>
                      <a:pt x="15577" y="39895"/>
                    </a:lnTo>
                    <a:lnTo>
                      <a:pt x="0" y="3989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1" name="Freeform 560">
                <a:extLst>
                  <a:ext uri="{FF2B5EF4-FFF2-40B4-BE49-F238E27FC236}">
                    <a16:creationId xmlns:a16="http://schemas.microsoft.com/office/drawing/2014/main" id="{2BEBF43B-9E48-78E0-BE1E-0A47DD98A9FD}"/>
                  </a:ext>
                </a:extLst>
              </p:cNvPr>
              <p:cNvSpPr/>
              <p:nvPr/>
            </p:nvSpPr>
            <p:spPr>
              <a:xfrm>
                <a:off x="7569555" y="952764"/>
                <a:ext cx="87620" cy="198501"/>
              </a:xfrm>
              <a:custGeom>
                <a:avLst/>
                <a:gdLst>
                  <a:gd name="connsiteX0" fmla="*/ 72044 w 87620"/>
                  <a:gd name="connsiteY0" fmla="*/ 0 h 198501"/>
                  <a:gd name="connsiteX1" fmla="*/ 72044 w 87620"/>
                  <a:gd name="connsiteY1" fmla="*/ 55464 h 198501"/>
                  <a:gd name="connsiteX2" fmla="*/ 62308 w 87620"/>
                  <a:gd name="connsiteY2" fmla="*/ 69086 h 198501"/>
                  <a:gd name="connsiteX3" fmla="*/ 48678 w 87620"/>
                  <a:gd name="connsiteY3" fmla="*/ 92439 h 198501"/>
                  <a:gd name="connsiteX4" fmla="*/ 55493 w 87620"/>
                  <a:gd name="connsiteY4" fmla="*/ 175148 h 198501"/>
                  <a:gd name="connsiteX5" fmla="*/ 43810 w 87620"/>
                  <a:gd name="connsiteY5" fmla="*/ 182933 h 198501"/>
                  <a:gd name="connsiteX6" fmla="*/ 32127 w 87620"/>
                  <a:gd name="connsiteY6" fmla="*/ 175148 h 198501"/>
                  <a:gd name="connsiteX7" fmla="*/ 38943 w 87620"/>
                  <a:gd name="connsiteY7" fmla="*/ 92439 h 198501"/>
                  <a:gd name="connsiteX8" fmla="*/ 25312 w 87620"/>
                  <a:gd name="connsiteY8" fmla="*/ 69086 h 198501"/>
                  <a:gd name="connsiteX9" fmla="*/ 15577 w 87620"/>
                  <a:gd name="connsiteY9" fmla="*/ 55464 h 198501"/>
                  <a:gd name="connsiteX10" fmla="*/ 15577 w 87620"/>
                  <a:gd name="connsiteY10" fmla="*/ 0 h 198501"/>
                  <a:gd name="connsiteX11" fmla="*/ 0 w 87620"/>
                  <a:gd name="connsiteY11" fmla="*/ 0 h 198501"/>
                  <a:gd name="connsiteX12" fmla="*/ 0 w 87620"/>
                  <a:gd name="connsiteY12" fmla="*/ 55464 h 198501"/>
                  <a:gd name="connsiteX13" fmla="*/ 18498 w 87620"/>
                  <a:gd name="connsiteY13" fmla="*/ 83682 h 198501"/>
                  <a:gd name="connsiteX14" fmla="*/ 22392 w 87620"/>
                  <a:gd name="connsiteY14" fmla="*/ 91466 h 198501"/>
                  <a:gd name="connsiteX15" fmla="*/ 15577 w 87620"/>
                  <a:gd name="connsiteY15" fmla="*/ 174175 h 198501"/>
                  <a:gd name="connsiteX16" fmla="*/ 15577 w 87620"/>
                  <a:gd name="connsiteY16" fmla="*/ 175148 h 198501"/>
                  <a:gd name="connsiteX17" fmla="*/ 43810 w 87620"/>
                  <a:gd name="connsiteY17" fmla="*/ 198501 h 198501"/>
                  <a:gd name="connsiteX18" fmla="*/ 72044 w 87620"/>
                  <a:gd name="connsiteY18" fmla="*/ 175148 h 198501"/>
                  <a:gd name="connsiteX19" fmla="*/ 72044 w 87620"/>
                  <a:gd name="connsiteY19" fmla="*/ 174175 h 198501"/>
                  <a:gd name="connsiteX20" fmla="*/ 65229 w 87620"/>
                  <a:gd name="connsiteY20" fmla="*/ 91466 h 198501"/>
                  <a:gd name="connsiteX21" fmla="*/ 69123 w 87620"/>
                  <a:gd name="connsiteY21" fmla="*/ 83682 h 198501"/>
                  <a:gd name="connsiteX22" fmla="*/ 87621 w 87620"/>
                  <a:gd name="connsiteY22" fmla="*/ 55464 h 198501"/>
                  <a:gd name="connsiteX23" fmla="*/ 87621 w 87620"/>
                  <a:gd name="connsiteY23" fmla="*/ 0 h 198501"/>
                  <a:gd name="connsiteX24" fmla="*/ 72044 w 87620"/>
                  <a:gd name="connsiteY24" fmla="*/ 0 h 19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620" h="198501">
                    <a:moveTo>
                      <a:pt x="72044" y="0"/>
                    </a:moveTo>
                    <a:lnTo>
                      <a:pt x="72044" y="55464"/>
                    </a:lnTo>
                    <a:cubicBezTo>
                      <a:pt x="72044" y="61302"/>
                      <a:pt x="69123" y="66167"/>
                      <a:pt x="62308" y="69086"/>
                    </a:cubicBezTo>
                    <a:cubicBezTo>
                      <a:pt x="53546" y="72978"/>
                      <a:pt x="47705" y="82709"/>
                      <a:pt x="48678" y="92439"/>
                    </a:cubicBezTo>
                    <a:lnTo>
                      <a:pt x="55493" y="175148"/>
                    </a:lnTo>
                    <a:cubicBezTo>
                      <a:pt x="55493" y="179040"/>
                      <a:pt x="55493" y="182933"/>
                      <a:pt x="43810" y="182933"/>
                    </a:cubicBezTo>
                    <a:cubicBezTo>
                      <a:pt x="32127" y="182933"/>
                      <a:pt x="32127" y="179040"/>
                      <a:pt x="32127" y="175148"/>
                    </a:cubicBezTo>
                    <a:lnTo>
                      <a:pt x="38943" y="92439"/>
                    </a:lnTo>
                    <a:cubicBezTo>
                      <a:pt x="39916" y="82709"/>
                      <a:pt x="34075" y="72978"/>
                      <a:pt x="25312" y="69086"/>
                    </a:cubicBezTo>
                    <a:cubicBezTo>
                      <a:pt x="18498" y="66167"/>
                      <a:pt x="15577" y="62275"/>
                      <a:pt x="15577" y="55464"/>
                    </a:cubicBezTo>
                    <a:lnTo>
                      <a:pt x="15577" y="0"/>
                    </a:lnTo>
                    <a:lnTo>
                      <a:pt x="0" y="0"/>
                    </a:lnTo>
                    <a:lnTo>
                      <a:pt x="0" y="55464"/>
                    </a:lnTo>
                    <a:cubicBezTo>
                      <a:pt x="0" y="68113"/>
                      <a:pt x="6815" y="77844"/>
                      <a:pt x="18498" y="83682"/>
                    </a:cubicBezTo>
                    <a:cubicBezTo>
                      <a:pt x="21418" y="84655"/>
                      <a:pt x="23365" y="87574"/>
                      <a:pt x="22392" y="91466"/>
                    </a:cubicBezTo>
                    <a:lnTo>
                      <a:pt x="15577" y="174175"/>
                    </a:lnTo>
                    <a:cubicBezTo>
                      <a:pt x="15577" y="174175"/>
                      <a:pt x="15577" y="174175"/>
                      <a:pt x="15577" y="175148"/>
                    </a:cubicBezTo>
                    <a:cubicBezTo>
                      <a:pt x="15577" y="190717"/>
                      <a:pt x="25312" y="198501"/>
                      <a:pt x="43810" y="198501"/>
                    </a:cubicBezTo>
                    <a:cubicBezTo>
                      <a:pt x="61334" y="198501"/>
                      <a:pt x="72044" y="189744"/>
                      <a:pt x="72044" y="175148"/>
                    </a:cubicBezTo>
                    <a:cubicBezTo>
                      <a:pt x="72044" y="175148"/>
                      <a:pt x="72044" y="175148"/>
                      <a:pt x="72044" y="174175"/>
                    </a:cubicBezTo>
                    <a:lnTo>
                      <a:pt x="65229" y="91466"/>
                    </a:lnTo>
                    <a:cubicBezTo>
                      <a:pt x="65229" y="88547"/>
                      <a:pt x="67176" y="85628"/>
                      <a:pt x="69123" y="83682"/>
                    </a:cubicBezTo>
                    <a:cubicBezTo>
                      <a:pt x="81779" y="77844"/>
                      <a:pt x="87621" y="68113"/>
                      <a:pt x="87621" y="55464"/>
                    </a:cubicBezTo>
                    <a:lnTo>
                      <a:pt x="87621" y="0"/>
                    </a:lnTo>
                    <a:lnTo>
                      <a:pt x="72044" y="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2" name="Freeform 561">
                <a:extLst>
                  <a:ext uri="{FF2B5EF4-FFF2-40B4-BE49-F238E27FC236}">
                    <a16:creationId xmlns:a16="http://schemas.microsoft.com/office/drawing/2014/main" id="{1EDE8DD5-A68E-D562-EF52-CCC7512FDCFA}"/>
                  </a:ext>
                </a:extLst>
              </p:cNvPr>
              <p:cNvSpPr/>
              <p:nvPr/>
            </p:nvSpPr>
            <p:spPr>
              <a:xfrm>
                <a:off x="7489723" y="952764"/>
                <a:ext cx="62679" cy="197528"/>
              </a:xfrm>
              <a:custGeom>
                <a:avLst/>
                <a:gdLst>
                  <a:gd name="connsiteX0" fmla="*/ 47705 w 62679"/>
                  <a:gd name="connsiteY0" fmla="*/ 0 h 197528"/>
                  <a:gd name="connsiteX1" fmla="*/ 8762 w 62679"/>
                  <a:gd name="connsiteY1" fmla="*/ 42814 h 197528"/>
                  <a:gd name="connsiteX2" fmla="*/ 0 w 62679"/>
                  <a:gd name="connsiteY2" fmla="*/ 93412 h 197528"/>
                  <a:gd name="connsiteX3" fmla="*/ 1947 w 62679"/>
                  <a:gd name="connsiteY3" fmla="*/ 100224 h 197528"/>
                  <a:gd name="connsiteX4" fmla="*/ 15577 w 62679"/>
                  <a:gd name="connsiteY4" fmla="*/ 113846 h 197528"/>
                  <a:gd name="connsiteX5" fmla="*/ 15577 w 62679"/>
                  <a:gd name="connsiteY5" fmla="*/ 174175 h 197528"/>
                  <a:gd name="connsiteX6" fmla="*/ 38943 w 62679"/>
                  <a:gd name="connsiteY6" fmla="*/ 197528 h 197528"/>
                  <a:gd name="connsiteX7" fmla="*/ 62308 w 62679"/>
                  <a:gd name="connsiteY7" fmla="*/ 174175 h 197528"/>
                  <a:gd name="connsiteX8" fmla="*/ 62308 w 62679"/>
                  <a:gd name="connsiteY8" fmla="*/ 15569 h 197528"/>
                  <a:gd name="connsiteX9" fmla="*/ 47705 w 62679"/>
                  <a:gd name="connsiteY9" fmla="*/ 0 h 197528"/>
                  <a:gd name="connsiteX10" fmla="*/ 47705 w 62679"/>
                  <a:gd name="connsiteY10" fmla="*/ 174175 h 197528"/>
                  <a:gd name="connsiteX11" fmla="*/ 39916 w 62679"/>
                  <a:gd name="connsiteY11" fmla="*/ 181960 h 197528"/>
                  <a:gd name="connsiteX12" fmla="*/ 32127 w 62679"/>
                  <a:gd name="connsiteY12" fmla="*/ 174175 h 197528"/>
                  <a:gd name="connsiteX13" fmla="*/ 32127 w 62679"/>
                  <a:gd name="connsiteY13" fmla="*/ 110927 h 197528"/>
                  <a:gd name="connsiteX14" fmla="*/ 30181 w 62679"/>
                  <a:gd name="connsiteY14" fmla="*/ 105089 h 197528"/>
                  <a:gd name="connsiteX15" fmla="*/ 17524 w 62679"/>
                  <a:gd name="connsiteY15" fmla="*/ 92439 h 197528"/>
                  <a:gd name="connsiteX16" fmla="*/ 26286 w 62679"/>
                  <a:gd name="connsiteY16" fmla="*/ 44760 h 197528"/>
                  <a:gd name="connsiteX17" fmla="*/ 49652 w 62679"/>
                  <a:gd name="connsiteY17" fmla="*/ 15569 h 197528"/>
                  <a:gd name="connsiteX18" fmla="*/ 49652 w 62679"/>
                  <a:gd name="connsiteY18" fmla="*/ 174175 h 197528"/>
                  <a:gd name="connsiteX19" fmla="*/ 47705 w 62679"/>
                  <a:gd name="connsiteY19" fmla="*/ 174175 h 197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679" h="197528">
                    <a:moveTo>
                      <a:pt x="47705" y="0"/>
                    </a:moveTo>
                    <a:cubicBezTo>
                      <a:pt x="32127" y="0"/>
                      <a:pt x="13630" y="14596"/>
                      <a:pt x="8762" y="42814"/>
                    </a:cubicBezTo>
                    <a:cubicBezTo>
                      <a:pt x="5841" y="60329"/>
                      <a:pt x="0" y="93412"/>
                      <a:pt x="0" y="93412"/>
                    </a:cubicBezTo>
                    <a:cubicBezTo>
                      <a:pt x="0" y="96332"/>
                      <a:pt x="0" y="98278"/>
                      <a:pt x="1947" y="100224"/>
                    </a:cubicBezTo>
                    <a:lnTo>
                      <a:pt x="15577" y="113846"/>
                    </a:lnTo>
                    <a:lnTo>
                      <a:pt x="15577" y="174175"/>
                    </a:lnTo>
                    <a:cubicBezTo>
                      <a:pt x="15577" y="187798"/>
                      <a:pt x="26286" y="197528"/>
                      <a:pt x="38943" y="197528"/>
                    </a:cubicBezTo>
                    <a:cubicBezTo>
                      <a:pt x="51599" y="197528"/>
                      <a:pt x="62308" y="186825"/>
                      <a:pt x="62308" y="174175"/>
                    </a:cubicBezTo>
                    <a:lnTo>
                      <a:pt x="62308" y="15569"/>
                    </a:lnTo>
                    <a:cubicBezTo>
                      <a:pt x="64255" y="7784"/>
                      <a:pt x="58414" y="0"/>
                      <a:pt x="47705" y="0"/>
                    </a:cubicBezTo>
                    <a:close/>
                    <a:moveTo>
                      <a:pt x="47705" y="174175"/>
                    </a:moveTo>
                    <a:cubicBezTo>
                      <a:pt x="47705" y="178067"/>
                      <a:pt x="44784" y="181960"/>
                      <a:pt x="39916" y="181960"/>
                    </a:cubicBezTo>
                    <a:cubicBezTo>
                      <a:pt x="35048" y="181960"/>
                      <a:pt x="32127" y="178067"/>
                      <a:pt x="32127" y="174175"/>
                    </a:cubicBezTo>
                    <a:lnTo>
                      <a:pt x="32127" y="110927"/>
                    </a:lnTo>
                    <a:cubicBezTo>
                      <a:pt x="32127" y="108981"/>
                      <a:pt x="31154" y="107035"/>
                      <a:pt x="30181" y="105089"/>
                    </a:cubicBezTo>
                    <a:lnTo>
                      <a:pt x="17524" y="92439"/>
                    </a:lnTo>
                    <a:cubicBezTo>
                      <a:pt x="19471" y="82709"/>
                      <a:pt x="23365" y="59356"/>
                      <a:pt x="26286" y="44760"/>
                    </a:cubicBezTo>
                    <a:cubicBezTo>
                      <a:pt x="29207" y="25299"/>
                      <a:pt x="40890" y="15569"/>
                      <a:pt x="49652" y="15569"/>
                    </a:cubicBezTo>
                    <a:lnTo>
                      <a:pt x="49652" y="174175"/>
                    </a:lnTo>
                    <a:lnTo>
                      <a:pt x="47705" y="17417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3" name="Freeform 562">
                <a:extLst>
                  <a:ext uri="{FF2B5EF4-FFF2-40B4-BE49-F238E27FC236}">
                    <a16:creationId xmlns:a16="http://schemas.microsoft.com/office/drawing/2014/main" id="{6950AB7D-EFBF-E8D0-DA2A-7A6C00A70FD2}"/>
                  </a:ext>
                </a:extLst>
              </p:cNvPr>
              <p:cNvSpPr/>
              <p:nvPr/>
            </p:nvSpPr>
            <p:spPr>
              <a:xfrm>
                <a:off x="7274565" y="786616"/>
                <a:ext cx="318355" cy="315996"/>
              </a:xfrm>
              <a:custGeom>
                <a:avLst/>
                <a:gdLst>
                  <a:gd name="connsiteX0" fmla="*/ 167453 w 318355"/>
                  <a:gd name="connsiteY0" fmla="*/ 296536 h 315996"/>
                  <a:gd name="connsiteX1" fmla="*/ 167453 w 318355"/>
                  <a:gd name="connsiteY1" fmla="*/ 155444 h 315996"/>
                  <a:gd name="connsiteX2" fmla="*/ 302778 w 318355"/>
                  <a:gd name="connsiteY2" fmla="*/ 91223 h 315996"/>
                  <a:gd name="connsiteX3" fmla="*/ 302778 w 318355"/>
                  <a:gd name="connsiteY3" fmla="*/ 141821 h 315996"/>
                  <a:gd name="connsiteX4" fmla="*/ 318355 w 318355"/>
                  <a:gd name="connsiteY4" fmla="*/ 141821 h 315996"/>
                  <a:gd name="connsiteX5" fmla="*/ 318355 w 318355"/>
                  <a:gd name="connsiteY5" fmla="*/ 78573 h 315996"/>
                  <a:gd name="connsiteX6" fmla="*/ 313488 w 318355"/>
                  <a:gd name="connsiteY6" fmla="*/ 71762 h 315996"/>
                  <a:gd name="connsiteX7" fmla="*/ 162585 w 318355"/>
                  <a:gd name="connsiteY7" fmla="*/ 730 h 315996"/>
                  <a:gd name="connsiteX8" fmla="*/ 155770 w 318355"/>
                  <a:gd name="connsiteY8" fmla="*/ 730 h 315996"/>
                  <a:gd name="connsiteX9" fmla="*/ 4868 w 318355"/>
                  <a:gd name="connsiteY9" fmla="*/ 71762 h 315996"/>
                  <a:gd name="connsiteX10" fmla="*/ 0 w 318355"/>
                  <a:gd name="connsiteY10" fmla="*/ 78573 h 315996"/>
                  <a:gd name="connsiteX11" fmla="*/ 0 w 318355"/>
                  <a:gd name="connsiteY11" fmla="*/ 237180 h 315996"/>
                  <a:gd name="connsiteX12" fmla="*/ 4868 w 318355"/>
                  <a:gd name="connsiteY12" fmla="*/ 243991 h 315996"/>
                  <a:gd name="connsiteX13" fmla="*/ 155770 w 318355"/>
                  <a:gd name="connsiteY13" fmla="*/ 315024 h 315996"/>
                  <a:gd name="connsiteX14" fmla="*/ 158691 w 318355"/>
                  <a:gd name="connsiteY14" fmla="*/ 315997 h 315996"/>
                  <a:gd name="connsiteX15" fmla="*/ 161612 w 318355"/>
                  <a:gd name="connsiteY15" fmla="*/ 315024 h 315996"/>
                  <a:gd name="connsiteX16" fmla="*/ 201528 w 318355"/>
                  <a:gd name="connsiteY16" fmla="*/ 296536 h 315996"/>
                  <a:gd name="connsiteX17" fmla="*/ 194713 w 318355"/>
                  <a:gd name="connsiteY17" fmla="*/ 281940 h 315996"/>
                  <a:gd name="connsiteX18" fmla="*/ 167453 w 318355"/>
                  <a:gd name="connsiteY18" fmla="*/ 296536 h 315996"/>
                  <a:gd name="connsiteX19" fmla="*/ 159665 w 318355"/>
                  <a:gd name="connsiteY19" fmla="*/ 140848 h 315996"/>
                  <a:gd name="connsiteX20" fmla="*/ 96383 w 318355"/>
                  <a:gd name="connsiteY20" fmla="*/ 110684 h 315996"/>
                  <a:gd name="connsiteX21" fmla="*/ 228788 w 318355"/>
                  <a:gd name="connsiteY21" fmla="*/ 48409 h 315996"/>
                  <a:gd name="connsiteX22" fmla="*/ 292069 w 318355"/>
                  <a:gd name="connsiteY22" fmla="*/ 78573 h 315996"/>
                  <a:gd name="connsiteX23" fmla="*/ 159665 w 318355"/>
                  <a:gd name="connsiteY23" fmla="*/ 140848 h 315996"/>
                  <a:gd name="connsiteX24" fmla="*/ 159665 w 318355"/>
                  <a:gd name="connsiteY24" fmla="*/ 15325 h 315996"/>
                  <a:gd name="connsiteX25" fmla="*/ 210290 w 318355"/>
                  <a:gd name="connsiteY25" fmla="*/ 39652 h 315996"/>
                  <a:gd name="connsiteX26" fmla="*/ 77885 w 318355"/>
                  <a:gd name="connsiteY26" fmla="*/ 101927 h 315996"/>
                  <a:gd name="connsiteX27" fmla="*/ 27260 w 318355"/>
                  <a:gd name="connsiteY27" fmla="*/ 77600 h 315996"/>
                  <a:gd name="connsiteX28" fmla="*/ 159665 w 318355"/>
                  <a:gd name="connsiteY28" fmla="*/ 15325 h 315996"/>
                  <a:gd name="connsiteX29" fmla="*/ 16551 w 318355"/>
                  <a:gd name="connsiteY29" fmla="*/ 91223 h 315996"/>
                  <a:gd name="connsiteX30" fmla="*/ 151876 w 318355"/>
                  <a:gd name="connsiteY30" fmla="*/ 155444 h 315996"/>
                  <a:gd name="connsiteX31" fmla="*/ 151876 w 318355"/>
                  <a:gd name="connsiteY31" fmla="*/ 296536 h 315996"/>
                  <a:gd name="connsiteX32" fmla="*/ 16551 w 318355"/>
                  <a:gd name="connsiteY32" fmla="*/ 232315 h 315996"/>
                  <a:gd name="connsiteX33" fmla="*/ 16551 w 318355"/>
                  <a:gd name="connsiteY33" fmla="*/ 91223 h 315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8355" h="315996">
                    <a:moveTo>
                      <a:pt x="167453" y="296536"/>
                    </a:moveTo>
                    <a:lnTo>
                      <a:pt x="167453" y="155444"/>
                    </a:lnTo>
                    <a:lnTo>
                      <a:pt x="302778" y="91223"/>
                    </a:lnTo>
                    <a:lnTo>
                      <a:pt x="302778" y="141821"/>
                    </a:lnTo>
                    <a:lnTo>
                      <a:pt x="318355" y="141821"/>
                    </a:lnTo>
                    <a:lnTo>
                      <a:pt x="318355" y="78573"/>
                    </a:lnTo>
                    <a:cubicBezTo>
                      <a:pt x="318355" y="75654"/>
                      <a:pt x="316408" y="72735"/>
                      <a:pt x="313488" y="71762"/>
                    </a:cubicBezTo>
                    <a:lnTo>
                      <a:pt x="162585" y="730"/>
                    </a:lnTo>
                    <a:cubicBezTo>
                      <a:pt x="160638" y="-243"/>
                      <a:pt x="157717" y="-243"/>
                      <a:pt x="155770" y="730"/>
                    </a:cubicBezTo>
                    <a:lnTo>
                      <a:pt x="4868" y="71762"/>
                    </a:lnTo>
                    <a:cubicBezTo>
                      <a:pt x="1947" y="72735"/>
                      <a:pt x="0" y="75654"/>
                      <a:pt x="0" y="78573"/>
                    </a:cubicBezTo>
                    <a:lnTo>
                      <a:pt x="0" y="237180"/>
                    </a:lnTo>
                    <a:cubicBezTo>
                      <a:pt x="0" y="240099"/>
                      <a:pt x="1947" y="243018"/>
                      <a:pt x="4868" y="243991"/>
                    </a:cubicBezTo>
                    <a:lnTo>
                      <a:pt x="155770" y="315024"/>
                    </a:lnTo>
                    <a:cubicBezTo>
                      <a:pt x="156744" y="315997"/>
                      <a:pt x="157717" y="315997"/>
                      <a:pt x="158691" y="315997"/>
                    </a:cubicBezTo>
                    <a:cubicBezTo>
                      <a:pt x="159665" y="315997"/>
                      <a:pt x="160638" y="315997"/>
                      <a:pt x="161612" y="315024"/>
                    </a:cubicBezTo>
                    <a:lnTo>
                      <a:pt x="201528" y="296536"/>
                    </a:lnTo>
                    <a:lnTo>
                      <a:pt x="194713" y="281940"/>
                    </a:lnTo>
                    <a:lnTo>
                      <a:pt x="167453" y="296536"/>
                    </a:lnTo>
                    <a:close/>
                    <a:moveTo>
                      <a:pt x="159665" y="140848"/>
                    </a:moveTo>
                    <a:lnTo>
                      <a:pt x="96383" y="110684"/>
                    </a:lnTo>
                    <a:lnTo>
                      <a:pt x="228788" y="48409"/>
                    </a:lnTo>
                    <a:lnTo>
                      <a:pt x="292069" y="78573"/>
                    </a:lnTo>
                    <a:lnTo>
                      <a:pt x="159665" y="140848"/>
                    </a:lnTo>
                    <a:close/>
                    <a:moveTo>
                      <a:pt x="159665" y="15325"/>
                    </a:moveTo>
                    <a:lnTo>
                      <a:pt x="210290" y="39652"/>
                    </a:lnTo>
                    <a:lnTo>
                      <a:pt x="77885" y="101927"/>
                    </a:lnTo>
                    <a:lnTo>
                      <a:pt x="27260" y="77600"/>
                    </a:lnTo>
                    <a:lnTo>
                      <a:pt x="159665" y="15325"/>
                    </a:lnTo>
                    <a:close/>
                    <a:moveTo>
                      <a:pt x="16551" y="91223"/>
                    </a:moveTo>
                    <a:lnTo>
                      <a:pt x="151876" y="155444"/>
                    </a:lnTo>
                    <a:lnTo>
                      <a:pt x="151876" y="296536"/>
                    </a:lnTo>
                    <a:lnTo>
                      <a:pt x="16551" y="232315"/>
                    </a:lnTo>
                    <a:lnTo>
                      <a:pt x="16551" y="91223"/>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64" name="Graphic 450">
            <a:extLst>
              <a:ext uri="{FF2B5EF4-FFF2-40B4-BE49-F238E27FC236}">
                <a16:creationId xmlns:a16="http://schemas.microsoft.com/office/drawing/2014/main" id="{A4DDACBF-3EC8-BF57-6B38-7BED77C6FCC3}"/>
              </a:ext>
            </a:extLst>
          </p:cNvPr>
          <p:cNvGrpSpPr/>
          <p:nvPr/>
        </p:nvGrpSpPr>
        <p:grpSpPr>
          <a:xfrm>
            <a:off x="8364075" y="5474761"/>
            <a:ext cx="594648" cy="594332"/>
            <a:chOff x="7188892" y="2219670"/>
            <a:chExt cx="558825" cy="558528"/>
          </a:xfrm>
        </p:grpSpPr>
        <p:sp>
          <p:nvSpPr>
            <p:cNvPr id="565" name="Freeform 564">
              <a:extLst>
                <a:ext uri="{FF2B5EF4-FFF2-40B4-BE49-F238E27FC236}">
                  <a16:creationId xmlns:a16="http://schemas.microsoft.com/office/drawing/2014/main" id="{06B8CD6C-B436-1E4C-C8CF-A833370772C8}"/>
                </a:ext>
              </a:extLst>
            </p:cNvPr>
            <p:cNvSpPr/>
            <p:nvPr/>
          </p:nvSpPr>
          <p:spPr>
            <a:xfrm>
              <a:off x="7188892" y="2219670"/>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38A4A1"/>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66" name="Graphic 450">
              <a:extLst>
                <a:ext uri="{FF2B5EF4-FFF2-40B4-BE49-F238E27FC236}">
                  <a16:creationId xmlns:a16="http://schemas.microsoft.com/office/drawing/2014/main" id="{91AE5717-9719-7049-5414-4F57098ACF8F}"/>
                </a:ext>
              </a:extLst>
            </p:cNvPr>
            <p:cNvGrpSpPr/>
            <p:nvPr/>
          </p:nvGrpSpPr>
          <p:grpSpPr>
            <a:xfrm>
              <a:off x="7283328" y="2271242"/>
              <a:ext cx="402081" cy="435924"/>
              <a:chOff x="7283328" y="2271242"/>
              <a:chExt cx="402081" cy="435924"/>
            </a:xfrm>
            <a:solidFill>
              <a:srgbClr val="FFFFFF"/>
            </a:solidFill>
          </p:grpSpPr>
          <p:sp>
            <p:nvSpPr>
              <p:cNvPr id="567" name="Freeform 566">
                <a:extLst>
                  <a:ext uri="{FF2B5EF4-FFF2-40B4-BE49-F238E27FC236}">
                    <a16:creationId xmlns:a16="http://schemas.microsoft.com/office/drawing/2014/main" id="{BDF2EC3D-5B15-6D44-59F4-2BACB1EADBD6}"/>
                  </a:ext>
                </a:extLst>
              </p:cNvPr>
              <p:cNvSpPr/>
              <p:nvPr/>
            </p:nvSpPr>
            <p:spPr>
              <a:xfrm>
                <a:off x="7283328" y="2271242"/>
                <a:ext cx="402081" cy="435924"/>
              </a:xfrm>
              <a:custGeom>
                <a:avLst/>
                <a:gdLst>
                  <a:gd name="connsiteX0" fmla="*/ 394293 w 402081"/>
                  <a:gd name="connsiteY0" fmla="*/ 219908 h 435924"/>
                  <a:gd name="connsiteX1" fmla="*/ 372875 w 402081"/>
                  <a:gd name="connsiteY1" fmla="*/ 219908 h 435924"/>
                  <a:gd name="connsiteX2" fmla="*/ 225867 w 402081"/>
                  <a:gd name="connsiteY2" fmla="*/ 56437 h 435924"/>
                  <a:gd name="connsiteX3" fmla="*/ 234629 w 402081"/>
                  <a:gd name="connsiteY3" fmla="*/ 34057 h 435924"/>
                  <a:gd name="connsiteX4" fmla="*/ 200554 w 402081"/>
                  <a:gd name="connsiteY4" fmla="*/ 0 h 435924"/>
                  <a:gd name="connsiteX5" fmla="*/ 166479 w 402081"/>
                  <a:gd name="connsiteY5" fmla="*/ 34057 h 435924"/>
                  <a:gd name="connsiteX6" fmla="*/ 175241 w 402081"/>
                  <a:gd name="connsiteY6" fmla="*/ 56437 h 435924"/>
                  <a:gd name="connsiteX7" fmla="*/ 28233 w 402081"/>
                  <a:gd name="connsiteY7" fmla="*/ 219908 h 435924"/>
                  <a:gd name="connsiteX8" fmla="*/ 6815 w 402081"/>
                  <a:gd name="connsiteY8" fmla="*/ 219908 h 435924"/>
                  <a:gd name="connsiteX9" fmla="*/ 0 w 402081"/>
                  <a:gd name="connsiteY9" fmla="*/ 226720 h 435924"/>
                  <a:gd name="connsiteX10" fmla="*/ 6815 w 402081"/>
                  <a:gd name="connsiteY10" fmla="*/ 233531 h 435924"/>
                  <a:gd name="connsiteX11" fmla="*/ 80806 w 402081"/>
                  <a:gd name="connsiteY11" fmla="*/ 233531 h 435924"/>
                  <a:gd name="connsiteX12" fmla="*/ 76911 w 402081"/>
                  <a:gd name="connsiteY12" fmla="*/ 277318 h 435924"/>
                  <a:gd name="connsiteX13" fmla="*/ 74964 w 402081"/>
                  <a:gd name="connsiteY13" fmla="*/ 307483 h 435924"/>
                  <a:gd name="connsiteX14" fmla="*/ 70097 w 402081"/>
                  <a:gd name="connsiteY14" fmla="*/ 326943 h 435924"/>
                  <a:gd name="connsiteX15" fmla="*/ 64255 w 402081"/>
                  <a:gd name="connsiteY15" fmla="*/ 351270 h 435924"/>
                  <a:gd name="connsiteX16" fmla="*/ 65229 w 402081"/>
                  <a:gd name="connsiteY16" fmla="*/ 379488 h 435924"/>
                  <a:gd name="connsiteX17" fmla="*/ 66202 w 402081"/>
                  <a:gd name="connsiteY17" fmla="*/ 392138 h 435924"/>
                  <a:gd name="connsiteX18" fmla="*/ 47705 w 402081"/>
                  <a:gd name="connsiteY18" fmla="*/ 425221 h 435924"/>
                  <a:gd name="connsiteX19" fmla="*/ 49652 w 402081"/>
                  <a:gd name="connsiteY19" fmla="*/ 434952 h 435924"/>
                  <a:gd name="connsiteX20" fmla="*/ 53546 w 402081"/>
                  <a:gd name="connsiteY20" fmla="*/ 435925 h 435924"/>
                  <a:gd name="connsiteX21" fmla="*/ 59387 w 402081"/>
                  <a:gd name="connsiteY21" fmla="*/ 433006 h 435924"/>
                  <a:gd name="connsiteX22" fmla="*/ 79832 w 402081"/>
                  <a:gd name="connsiteY22" fmla="*/ 394084 h 435924"/>
                  <a:gd name="connsiteX23" fmla="*/ 78859 w 402081"/>
                  <a:gd name="connsiteY23" fmla="*/ 376569 h 435924"/>
                  <a:gd name="connsiteX24" fmla="*/ 77885 w 402081"/>
                  <a:gd name="connsiteY24" fmla="*/ 353216 h 435924"/>
                  <a:gd name="connsiteX25" fmla="*/ 83726 w 402081"/>
                  <a:gd name="connsiteY25" fmla="*/ 329863 h 435924"/>
                  <a:gd name="connsiteX26" fmla="*/ 88594 w 402081"/>
                  <a:gd name="connsiteY26" fmla="*/ 309429 h 435924"/>
                  <a:gd name="connsiteX27" fmla="*/ 90541 w 402081"/>
                  <a:gd name="connsiteY27" fmla="*/ 277318 h 435924"/>
                  <a:gd name="connsiteX28" fmla="*/ 94436 w 402081"/>
                  <a:gd name="connsiteY28" fmla="*/ 234504 h 435924"/>
                  <a:gd name="connsiteX29" fmla="*/ 103198 w 402081"/>
                  <a:gd name="connsiteY29" fmla="*/ 233531 h 435924"/>
                  <a:gd name="connsiteX30" fmla="*/ 118775 w 402081"/>
                  <a:gd name="connsiteY30" fmla="*/ 246181 h 435924"/>
                  <a:gd name="connsiteX31" fmla="*/ 121695 w 402081"/>
                  <a:gd name="connsiteY31" fmla="*/ 271480 h 435924"/>
                  <a:gd name="connsiteX32" fmla="*/ 123643 w 402081"/>
                  <a:gd name="connsiteY32" fmla="*/ 289968 h 435924"/>
                  <a:gd name="connsiteX33" fmla="*/ 135325 w 402081"/>
                  <a:gd name="connsiteY33" fmla="*/ 312348 h 435924"/>
                  <a:gd name="connsiteX34" fmla="*/ 156744 w 402081"/>
                  <a:gd name="connsiteY34" fmla="*/ 317213 h 435924"/>
                  <a:gd name="connsiteX35" fmla="*/ 207369 w 402081"/>
                  <a:gd name="connsiteY35" fmla="*/ 308456 h 435924"/>
                  <a:gd name="connsiteX36" fmla="*/ 208343 w 402081"/>
                  <a:gd name="connsiteY36" fmla="*/ 308456 h 435924"/>
                  <a:gd name="connsiteX37" fmla="*/ 209316 w 402081"/>
                  <a:gd name="connsiteY37" fmla="*/ 308456 h 435924"/>
                  <a:gd name="connsiteX38" fmla="*/ 209316 w 402081"/>
                  <a:gd name="connsiteY38" fmla="*/ 308456 h 435924"/>
                  <a:gd name="connsiteX39" fmla="*/ 266757 w 402081"/>
                  <a:gd name="connsiteY39" fmla="*/ 280237 h 435924"/>
                  <a:gd name="connsiteX40" fmla="*/ 308620 w 402081"/>
                  <a:gd name="connsiteY40" fmla="*/ 234504 h 435924"/>
                  <a:gd name="connsiteX41" fmla="*/ 317382 w 402081"/>
                  <a:gd name="connsiteY41" fmla="*/ 233531 h 435924"/>
                  <a:gd name="connsiteX42" fmla="*/ 325170 w 402081"/>
                  <a:gd name="connsiteY42" fmla="*/ 238396 h 435924"/>
                  <a:gd name="connsiteX43" fmla="*/ 322250 w 402081"/>
                  <a:gd name="connsiteY43" fmla="*/ 258830 h 435924"/>
                  <a:gd name="connsiteX44" fmla="*/ 290122 w 402081"/>
                  <a:gd name="connsiteY44" fmla="*/ 300671 h 435924"/>
                  <a:gd name="connsiteX45" fmla="*/ 253126 w 402081"/>
                  <a:gd name="connsiteY45" fmla="*/ 344458 h 435924"/>
                  <a:gd name="connsiteX46" fmla="*/ 170374 w 402081"/>
                  <a:gd name="connsiteY46" fmla="*/ 404787 h 435924"/>
                  <a:gd name="connsiteX47" fmla="*/ 158691 w 402081"/>
                  <a:gd name="connsiteY47" fmla="*/ 428140 h 435924"/>
                  <a:gd name="connsiteX48" fmla="*/ 165506 w 402081"/>
                  <a:gd name="connsiteY48" fmla="*/ 434952 h 435924"/>
                  <a:gd name="connsiteX49" fmla="*/ 165506 w 402081"/>
                  <a:gd name="connsiteY49" fmla="*/ 434952 h 435924"/>
                  <a:gd name="connsiteX50" fmla="*/ 172321 w 402081"/>
                  <a:gd name="connsiteY50" fmla="*/ 428140 h 435924"/>
                  <a:gd name="connsiteX51" fmla="*/ 179136 w 402081"/>
                  <a:gd name="connsiteY51" fmla="*/ 414518 h 435924"/>
                  <a:gd name="connsiteX52" fmla="*/ 260915 w 402081"/>
                  <a:gd name="connsiteY52" fmla="*/ 355162 h 435924"/>
                  <a:gd name="connsiteX53" fmla="*/ 261889 w 402081"/>
                  <a:gd name="connsiteY53" fmla="*/ 354189 h 435924"/>
                  <a:gd name="connsiteX54" fmla="*/ 299858 w 402081"/>
                  <a:gd name="connsiteY54" fmla="*/ 308456 h 435924"/>
                  <a:gd name="connsiteX55" fmla="*/ 331985 w 402081"/>
                  <a:gd name="connsiteY55" fmla="*/ 266615 h 435924"/>
                  <a:gd name="connsiteX56" fmla="*/ 336853 w 402081"/>
                  <a:gd name="connsiteY56" fmla="*/ 231585 h 435924"/>
                  <a:gd name="connsiteX57" fmla="*/ 395267 w 402081"/>
                  <a:gd name="connsiteY57" fmla="*/ 231585 h 435924"/>
                  <a:gd name="connsiteX58" fmla="*/ 402082 w 402081"/>
                  <a:gd name="connsiteY58" fmla="*/ 224774 h 435924"/>
                  <a:gd name="connsiteX59" fmla="*/ 394293 w 402081"/>
                  <a:gd name="connsiteY59" fmla="*/ 219908 h 435924"/>
                  <a:gd name="connsiteX60" fmla="*/ 180109 w 402081"/>
                  <a:gd name="connsiteY60" fmla="*/ 33084 h 435924"/>
                  <a:gd name="connsiteX61" fmla="*/ 200554 w 402081"/>
                  <a:gd name="connsiteY61" fmla="*/ 12650 h 435924"/>
                  <a:gd name="connsiteX62" fmla="*/ 220999 w 402081"/>
                  <a:gd name="connsiteY62" fmla="*/ 33084 h 435924"/>
                  <a:gd name="connsiteX63" fmla="*/ 200554 w 402081"/>
                  <a:gd name="connsiteY63" fmla="*/ 53518 h 435924"/>
                  <a:gd name="connsiteX64" fmla="*/ 180109 w 402081"/>
                  <a:gd name="connsiteY64" fmla="*/ 33084 h 435924"/>
                  <a:gd name="connsiteX65" fmla="*/ 200554 w 402081"/>
                  <a:gd name="connsiteY65" fmla="*/ 68113 h 435924"/>
                  <a:gd name="connsiteX66" fmla="*/ 359245 w 402081"/>
                  <a:gd name="connsiteY66" fmla="*/ 219908 h 435924"/>
                  <a:gd name="connsiteX67" fmla="*/ 41863 w 402081"/>
                  <a:gd name="connsiteY67" fmla="*/ 219908 h 435924"/>
                  <a:gd name="connsiteX68" fmla="*/ 200554 w 402081"/>
                  <a:gd name="connsiteY68" fmla="*/ 68113 h 435924"/>
                  <a:gd name="connsiteX69" fmla="*/ 154797 w 402081"/>
                  <a:gd name="connsiteY69" fmla="*/ 304564 h 435924"/>
                  <a:gd name="connsiteX70" fmla="*/ 146035 w 402081"/>
                  <a:gd name="connsiteY70" fmla="*/ 304564 h 435924"/>
                  <a:gd name="connsiteX71" fmla="*/ 137272 w 402081"/>
                  <a:gd name="connsiteY71" fmla="*/ 287049 h 435924"/>
                  <a:gd name="connsiteX72" fmla="*/ 136299 w 402081"/>
                  <a:gd name="connsiteY72" fmla="*/ 272453 h 435924"/>
                  <a:gd name="connsiteX73" fmla="*/ 133378 w 402081"/>
                  <a:gd name="connsiteY73" fmla="*/ 242288 h 435924"/>
                  <a:gd name="connsiteX74" fmla="*/ 128510 w 402081"/>
                  <a:gd name="connsiteY74" fmla="*/ 233531 h 435924"/>
                  <a:gd name="connsiteX75" fmla="*/ 237550 w 402081"/>
                  <a:gd name="connsiteY75" fmla="*/ 233531 h 435924"/>
                  <a:gd name="connsiteX76" fmla="*/ 236576 w 402081"/>
                  <a:gd name="connsiteY76" fmla="*/ 235477 h 435924"/>
                  <a:gd name="connsiteX77" fmla="*/ 220025 w 402081"/>
                  <a:gd name="connsiteY77" fmla="*/ 272453 h 435924"/>
                  <a:gd name="connsiteX78" fmla="*/ 202501 w 402081"/>
                  <a:gd name="connsiteY78" fmla="*/ 296779 h 435924"/>
                  <a:gd name="connsiteX79" fmla="*/ 154797 w 402081"/>
                  <a:gd name="connsiteY79" fmla="*/ 304564 h 435924"/>
                  <a:gd name="connsiteX80" fmla="*/ 257994 w 402081"/>
                  <a:gd name="connsiteY80" fmla="*/ 269534 h 435924"/>
                  <a:gd name="connsiteX81" fmla="*/ 227814 w 402081"/>
                  <a:gd name="connsiteY81" fmla="*/ 284129 h 435924"/>
                  <a:gd name="connsiteX82" fmla="*/ 232682 w 402081"/>
                  <a:gd name="connsiteY82" fmla="*/ 277318 h 435924"/>
                  <a:gd name="connsiteX83" fmla="*/ 232682 w 402081"/>
                  <a:gd name="connsiteY83" fmla="*/ 276345 h 435924"/>
                  <a:gd name="connsiteX84" fmla="*/ 247285 w 402081"/>
                  <a:gd name="connsiteY84" fmla="*/ 241316 h 435924"/>
                  <a:gd name="connsiteX85" fmla="*/ 271624 w 402081"/>
                  <a:gd name="connsiteY85" fmla="*/ 231585 h 435924"/>
                  <a:gd name="connsiteX86" fmla="*/ 292069 w 402081"/>
                  <a:gd name="connsiteY86" fmla="*/ 231585 h 435924"/>
                  <a:gd name="connsiteX87" fmla="*/ 257994 w 402081"/>
                  <a:gd name="connsiteY87" fmla="*/ 269534 h 43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02081" h="435924">
                    <a:moveTo>
                      <a:pt x="394293" y="219908"/>
                    </a:moveTo>
                    <a:lnTo>
                      <a:pt x="372875" y="219908"/>
                    </a:lnTo>
                    <a:cubicBezTo>
                      <a:pt x="369954" y="136226"/>
                      <a:pt x="306672" y="68113"/>
                      <a:pt x="225867" y="56437"/>
                    </a:cubicBezTo>
                    <a:cubicBezTo>
                      <a:pt x="230735" y="50598"/>
                      <a:pt x="234629" y="42814"/>
                      <a:pt x="234629" y="34057"/>
                    </a:cubicBezTo>
                    <a:cubicBezTo>
                      <a:pt x="234629" y="14596"/>
                      <a:pt x="219052" y="0"/>
                      <a:pt x="200554" y="0"/>
                    </a:cubicBezTo>
                    <a:cubicBezTo>
                      <a:pt x="182056" y="0"/>
                      <a:pt x="166479" y="15569"/>
                      <a:pt x="166479" y="34057"/>
                    </a:cubicBezTo>
                    <a:cubicBezTo>
                      <a:pt x="166479" y="42814"/>
                      <a:pt x="169400" y="50598"/>
                      <a:pt x="175241" y="56437"/>
                    </a:cubicBezTo>
                    <a:cubicBezTo>
                      <a:pt x="94436" y="69086"/>
                      <a:pt x="32128" y="137199"/>
                      <a:pt x="28233" y="219908"/>
                    </a:cubicBezTo>
                    <a:lnTo>
                      <a:pt x="6815" y="219908"/>
                    </a:lnTo>
                    <a:cubicBezTo>
                      <a:pt x="2921" y="219908"/>
                      <a:pt x="0" y="222828"/>
                      <a:pt x="0" y="226720"/>
                    </a:cubicBezTo>
                    <a:cubicBezTo>
                      <a:pt x="0" y="230612"/>
                      <a:pt x="2921" y="233531"/>
                      <a:pt x="6815" y="233531"/>
                    </a:cubicBezTo>
                    <a:lnTo>
                      <a:pt x="80806" y="233531"/>
                    </a:lnTo>
                    <a:cubicBezTo>
                      <a:pt x="77885" y="248127"/>
                      <a:pt x="77885" y="263695"/>
                      <a:pt x="76911" y="277318"/>
                    </a:cubicBezTo>
                    <a:cubicBezTo>
                      <a:pt x="76911" y="288022"/>
                      <a:pt x="76911" y="298725"/>
                      <a:pt x="74964" y="307483"/>
                    </a:cubicBezTo>
                    <a:cubicBezTo>
                      <a:pt x="73017" y="315267"/>
                      <a:pt x="72044" y="321105"/>
                      <a:pt x="70097" y="326943"/>
                    </a:cubicBezTo>
                    <a:cubicBezTo>
                      <a:pt x="68149" y="333755"/>
                      <a:pt x="66202" y="340566"/>
                      <a:pt x="64255" y="351270"/>
                    </a:cubicBezTo>
                    <a:cubicBezTo>
                      <a:pt x="62308" y="362946"/>
                      <a:pt x="63282" y="371704"/>
                      <a:pt x="65229" y="379488"/>
                    </a:cubicBezTo>
                    <a:cubicBezTo>
                      <a:pt x="66202" y="384353"/>
                      <a:pt x="67176" y="388245"/>
                      <a:pt x="66202" y="392138"/>
                    </a:cubicBezTo>
                    <a:cubicBezTo>
                      <a:pt x="65229" y="399922"/>
                      <a:pt x="54519" y="416464"/>
                      <a:pt x="47705" y="425221"/>
                    </a:cubicBezTo>
                    <a:cubicBezTo>
                      <a:pt x="45757" y="428140"/>
                      <a:pt x="45757" y="433006"/>
                      <a:pt x="49652" y="434952"/>
                    </a:cubicBezTo>
                    <a:cubicBezTo>
                      <a:pt x="50625" y="435925"/>
                      <a:pt x="52572" y="435925"/>
                      <a:pt x="53546" y="435925"/>
                    </a:cubicBezTo>
                    <a:cubicBezTo>
                      <a:pt x="55493" y="435925"/>
                      <a:pt x="57440" y="434952"/>
                      <a:pt x="59387" y="433006"/>
                    </a:cubicBezTo>
                    <a:cubicBezTo>
                      <a:pt x="61335" y="430086"/>
                      <a:pt x="77885" y="406733"/>
                      <a:pt x="79832" y="394084"/>
                    </a:cubicBezTo>
                    <a:cubicBezTo>
                      <a:pt x="80806" y="388245"/>
                      <a:pt x="79832" y="382407"/>
                      <a:pt x="78859" y="376569"/>
                    </a:cubicBezTo>
                    <a:cubicBezTo>
                      <a:pt x="77885" y="369758"/>
                      <a:pt x="76911" y="362946"/>
                      <a:pt x="77885" y="353216"/>
                    </a:cubicBezTo>
                    <a:cubicBezTo>
                      <a:pt x="79832" y="342512"/>
                      <a:pt x="81779" y="336674"/>
                      <a:pt x="83726" y="329863"/>
                    </a:cubicBezTo>
                    <a:cubicBezTo>
                      <a:pt x="85674" y="324024"/>
                      <a:pt x="87621" y="318186"/>
                      <a:pt x="88594" y="309429"/>
                    </a:cubicBezTo>
                    <a:cubicBezTo>
                      <a:pt x="90541" y="299698"/>
                      <a:pt x="90541" y="288995"/>
                      <a:pt x="90541" y="277318"/>
                    </a:cubicBezTo>
                    <a:cubicBezTo>
                      <a:pt x="90541" y="263695"/>
                      <a:pt x="91515" y="249100"/>
                      <a:pt x="94436" y="234504"/>
                    </a:cubicBezTo>
                    <a:cubicBezTo>
                      <a:pt x="95409" y="233531"/>
                      <a:pt x="98330" y="232558"/>
                      <a:pt x="103198" y="233531"/>
                    </a:cubicBezTo>
                    <a:cubicBezTo>
                      <a:pt x="106118" y="234504"/>
                      <a:pt x="115854" y="236450"/>
                      <a:pt x="118775" y="246181"/>
                    </a:cubicBezTo>
                    <a:cubicBezTo>
                      <a:pt x="121695" y="255911"/>
                      <a:pt x="121695" y="263695"/>
                      <a:pt x="121695" y="271480"/>
                    </a:cubicBezTo>
                    <a:cubicBezTo>
                      <a:pt x="121695" y="278291"/>
                      <a:pt x="121695" y="284129"/>
                      <a:pt x="123643" y="289968"/>
                    </a:cubicBezTo>
                    <a:cubicBezTo>
                      <a:pt x="125590" y="296779"/>
                      <a:pt x="129484" y="304564"/>
                      <a:pt x="135325" y="312348"/>
                    </a:cubicBezTo>
                    <a:cubicBezTo>
                      <a:pt x="139220" y="318186"/>
                      <a:pt x="148955" y="318186"/>
                      <a:pt x="156744" y="317213"/>
                    </a:cubicBezTo>
                    <a:cubicBezTo>
                      <a:pt x="170374" y="315267"/>
                      <a:pt x="206396" y="309429"/>
                      <a:pt x="207369" y="308456"/>
                    </a:cubicBezTo>
                    <a:lnTo>
                      <a:pt x="208343" y="308456"/>
                    </a:lnTo>
                    <a:lnTo>
                      <a:pt x="209316" y="308456"/>
                    </a:lnTo>
                    <a:lnTo>
                      <a:pt x="209316" y="308456"/>
                    </a:lnTo>
                    <a:lnTo>
                      <a:pt x="266757" y="280237"/>
                    </a:lnTo>
                    <a:lnTo>
                      <a:pt x="308620" y="234504"/>
                    </a:lnTo>
                    <a:cubicBezTo>
                      <a:pt x="311540" y="233531"/>
                      <a:pt x="314461" y="232558"/>
                      <a:pt x="317382" y="233531"/>
                    </a:cubicBezTo>
                    <a:cubicBezTo>
                      <a:pt x="320303" y="234504"/>
                      <a:pt x="323223" y="236450"/>
                      <a:pt x="325170" y="238396"/>
                    </a:cubicBezTo>
                    <a:cubicBezTo>
                      <a:pt x="331012" y="247154"/>
                      <a:pt x="325170" y="254938"/>
                      <a:pt x="322250" y="258830"/>
                    </a:cubicBezTo>
                    <a:lnTo>
                      <a:pt x="290122" y="300671"/>
                    </a:lnTo>
                    <a:lnTo>
                      <a:pt x="253126" y="344458"/>
                    </a:lnTo>
                    <a:cubicBezTo>
                      <a:pt x="242417" y="351270"/>
                      <a:pt x="179136" y="395057"/>
                      <a:pt x="170374" y="404787"/>
                    </a:cubicBezTo>
                    <a:cubicBezTo>
                      <a:pt x="159664" y="415491"/>
                      <a:pt x="158691" y="427167"/>
                      <a:pt x="158691" y="428140"/>
                    </a:cubicBezTo>
                    <a:cubicBezTo>
                      <a:pt x="158691" y="432032"/>
                      <a:pt x="161612" y="434952"/>
                      <a:pt x="165506" y="434952"/>
                    </a:cubicBezTo>
                    <a:lnTo>
                      <a:pt x="165506" y="434952"/>
                    </a:lnTo>
                    <a:cubicBezTo>
                      <a:pt x="169400" y="434952"/>
                      <a:pt x="172321" y="432032"/>
                      <a:pt x="172321" y="428140"/>
                    </a:cubicBezTo>
                    <a:cubicBezTo>
                      <a:pt x="172321" y="428140"/>
                      <a:pt x="172321" y="421329"/>
                      <a:pt x="179136" y="414518"/>
                    </a:cubicBezTo>
                    <a:cubicBezTo>
                      <a:pt x="185951" y="407706"/>
                      <a:pt x="231708" y="375596"/>
                      <a:pt x="260915" y="355162"/>
                    </a:cubicBezTo>
                    <a:lnTo>
                      <a:pt x="261889" y="354189"/>
                    </a:lnTo>
                    <a:lnTo>
                      <a:pt x="299858" y="308456"/>
                    </a:lnTo>
                    <a:lnTo>
                      <a:pt x="331985" y="266615"/>
                    </a:lnTo>
                    <a:cubicBezTo>
                      <a:pt x="341721" y="255911"/>
                      <a:pt x="342694" y="242288"/>
                      <a:pt x="336853" y="231585"/>
                    </a:cubicBezTo>
                    <a:lnTo>
                      <a:pt x="395267" y="231585"/>
                    </a:lnTo>
                    <a:cubicBezTo>
                      <a:pt x="399161" y="231585"/>
                      <a:pt x="402082" y="228666"/>
                      <a:pt x="402082" y="224774"/>
                    </a:cubicBezTo>
                    <a:cubicBezTo>
                      <a:pt x="402082" y="220881"/>
                      <a:pt x="398188" y="219908"/>
                      <a:pt x="394293" y="219908"/>
                    </a:cubicBezTo>
                    <a:close/>
                    <a:moveTo>
                      <a:pt x="180109" y="33084"/>
                    </a:moveTo>
                    <a:cubicBezTo>
                      <a:pt x="180109" y="21407"/>
                      <a:pt x="189845" y="12650"/>
                      <a:pt x="200554" y="12650"/>
                    </a:cubicBezTo>
                    <a:cubicBezTo>
                      <a:pt x="211263" y="12650"/>
                      <a:pt x="220999" y="22380"/>
                      <a:pt x="220999" y="33084"/>
                    </a:cubicBezTo>
                    <a:cubicBezTo>
                      <a:pt x="220999" y="43787"/>
                      <a:pt x="211263" y="53518"/>
                      <a:pt x="200554" y="53518"/>
                    </a:cubicBezTo>
                    <a:cubicBezTo>
                      <a:pt x="189845" y="53518"/>
                      <a:pt x="180109" y="44760"/>
                      <a:pt x="180109" y="33084"/>
                    </a:cubicBezTo>
                    <a:close/>
                    <a:moveTo>
                      <a:pt x="200554" y="68113"/>
                    </a:moveTo>
                    <a:cubicBezTo>
                      <a:pt x="286228" y="68113"/>
                      <a:pt x="355351" y="135253"/>
                      <a:pt x="359245" y="219908"/>
                    </a:cubicBezTo>
                    <a:lnTo>
                      <a:pt x="41863" y="219908"/>
                    </a:lnTo>
                    <a:cubicBezTo>
                      <a:pt x="45757" y="135253"/>
                      <a:pt x="115854" y="68113"/>
                      <a:pt x="200554" y="68113"/>
                    </a:cubicBezTo>
                    <a:close/>
                    <a:moveTo>
                      <a:pt x="154797" y="304564"/>
                    </a:moveTo>
                    <a:cubicBezTo>
                      <a:pt x="149929" y="305536"/>
                      <a:pt x="147982" y="304564"/>
                      <a:pt x="146035" y="304564"/>
                    </a:cubicBezTo>
                    <a:cubicBezTo>
                      <a:pt x="142140" y="298725"/>
                      <a:pt x="139220" y="292887"/>
                      <a:pt x="137272" y="287049"/>
                    </a:cubicBezTo>
                    <a:cubicBezTo>
                      <a:pt x="136299" y="283156"/>
                      <a:pt x="136299" y="278291"/>
                      <a:pt x="136299" y="272453"/>
                    </a:cubicBezTo>
                    <a:cubicBezTo>
                      <a:pt x="136299" y="264669"/>
                      <a:pt x="136299" y="254938"/>
                      <a:pt x="133378" y="242288"/>
                    </a:cubicBezTo>
                    <a:cubicBezTo>
                      <a:pt x="132405" y="238396"/>
                      <a:pt x="130457" y="235477"/>
                      <a:pt x="128510" y="233531"/>
                    </a:cubicBezTo>
                    <a:lnTo>
                      <a:pt x="237550" y="233531"/>
                    </a:lnTo>
                    <a:cubicBezTo>
                      <a:pt x="237550" y="234504"/>
                      <a:pt x="236576" y="234504"/>
                      <a:pt x="236576" y="235477"/>
                    </a:cubicBezTo>
                    <a:cubicBezTo>
                      <a:pt x="230735" y="243262"/>
                      <a:pt x="222946" y="266615"/>
                      <a:pt x="220025" y="272453"/>
                    </a:cubicBezTo>
                    <a:lnTo>
                      <a:pt x="202501" y="296779"/>
                    </a:lnTo>
                    <a:cubicBezTo>
                      <a:pt x="193739" y="298725"/>
                      <a:pt x="165506" y="302617"/>
                      <a:pt x="154797" y="304564"/>
                    </a:cubicBezTo>
                    <a:close/>
                    <a:moveTo>
                      <a:pt x="257994" y="269534"/>
                    </a:moveTo>
                    <a:lnTo>
                      <a:pt x="227814" y="284129"/>
                    </a:lnTo>
                    <a:lnTo>
                      <a:pt x="232682" y="277318"/>
                    </a:lnTo>
                    <a:lnTo>
                      <a:pt x="232682" y="276345"/>
                    </a:lnTo>
                    <a:cubicBezTo>
                      <a:pt x="236576" y="265642"/>
                      <a:pt x="243391" y="247154"/>
                      <a:pt x="247285" y="241316"/>
                    </a:cubicBezTo>
                    <a:cubicBezTo>
                      <a:pt x="253126" y="232558"/>
                      <a:pt x="263836" y="231585"/>
                      <a:pt x="271624" y="231585"/>
                    </a:cubicBezTo>
                    <a:lnTo>
                      <a:pt x="292069" y="231585"/>
                    </a:lnTo>
                    <a:lnTo>
                      <a:pt x="257994" y="269534"/>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8" name="Freeform 567">
                <a:extLst>
                  <a:ext uri="{FF2B5EF4-FFF2-40B4-BE49-F238E27FC236}">
                    <a16:creationId xmlns:a16="http://schemas.microsoft.com/office/drawing/2014/main" id="{C8D5CBE8-66EB-51EF-019D-3173D321FB63}"/>
                  </a:ext>
                </a:extLst>
              </p:cNvPr>
              <p:cNvSpPr/>
              <p:nvPr/>
            </p:nvSpPr>
            <p:spPr>
              <a:xfrm>
                <a:off x="7410074" y="2361735"/>
                <a:ext cx="81595" cy="36975"/>
              </a:xfrm>
              <a:custGeom>
                <a:avLst/>
                <a:gdLst>
                  <a:gd name="connsiteX0" fmla="*/ 73807 w 81595"/>
                  <a:gd name="connsiteY0" fmla="*/ 0 h 36975"/>
                  <a:gd name="connsiteX1" fmla="*/ 2737 w 81595"/>
                  <a:gd name="connsiteY1" fmla="*/ 24326 h 36975"/>
                  <a:gd name="connsiteX2" fmla="*/ 1764 w 81595"/>
                  <a:gd name="connsiteY2" fmla="*/ 34057 h 36975"/>
                  <a:gd name="connsiteX3" fmla="*/ 7605 w 81595"/>
                  <a:gd name="connsiteY3" fmla="*/ 36976 h 36975"/>
                  <a:gd name="connsiteX4" fmla="*/ 11499 w 81595"/>
                  <a:gd name="connsiteY4" fmla="*/ 36003 h 36975"/>
                  <a:gd name="connsiteX5" fmla="*/ 74781 w 81595"/>
                  <a:gd name="connsiteY5" fmla="*/ 14596 h 36975"/>
                  <a:gd name="connsiteX6" fmla="*/ 81596 w 81595"/>
                  <a:gd name="connsiteY6" fmla="*/ 7784 h 36975"/>
                  <a:gd name="connsiteX7" fmla="*/ 73807 w 81595"/>
                  <a:gd name="connsiteY7" fmla="*/ 0 h 3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595" h="36975">
                    <a:moveTo>
                      <a:pt x="73807" y="0"/>
                    </a:moveTo>
                    <a:cubicBezTo>
                      <a:pt x="47521" y="0"/>
                      <a:pt x="23182" y="8757"/>
                      <a:pt x="2737" y="24326"/>
                    </a:cubicBezTo>
                    <a:cubicBezTo>
                      <a:pt x="-184" y="26272"/>
                      <a:pt x="-1157" y="31137"/>
                      <a:pt x="1764" y="34057"/>
                    </a:cubicBezTo>
                    <a:cubicBezTo>
                      <a:pt x="2737" y="36003"/>
                      <a:pt x="4684" y="36976"/>
                      <a:pt x="7605" y="36976"/>
                    </a:cubicBezTo>
                    <a:cubicBezTo>
                      <a:pt x="8578" y="36976"/>
                      <a:pt x="10526" y="36976"/>
                      <a:pt x="11499" y="36003"/>
                    </a:cubicBezTo>
                    <a:cubicBezTo>
                      <a:pt x="29997" y="22380"/>
                      <a:pt x="51415" y="14596"/>
                      <a:pt x="74781" y="14596"/>
                    </a:cubicBezTo>
                    <a:cubicBezTo>
                      <a:pt x="78675" y="14596"/>
                      <a:pt x="81596" y="11677"/>
                      <a:pt x="81596" y="7784"/>
                    </a:cubicBezTo>
                    <a:cubicBezTo>
                      <a:pt x="80622" y="2919"/>
                      <a:pt x="77701" y="0"/>
                      <a:pt x="73807"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69" name="Freeform 568">
                <a:extLst>
                  <a:ext uri="{FF2B5EF4-FFF2-40B4-BE49-F238E27FC236}">
                    <a16:creationId xmlns:a16="http://schemas.microsoft.com/office/drawing/2014/main" id="{7DC867A7-C193-8083-0CE3-7511825689B6}"/>
                  </a:ext>
                </a:extLst>
              </p:cNvPr>
              <p:cNvSpPr/>
              <p:nvPr/>
            </p:nvSpPr>
            <p:spPr>
              <a:xfrm>
                <a:off x="7372642" y="2408136"/>
                <a:ext cx="28621" cy="41173"/>
              </a:xfrm>
              <a:custGeom>
                <a:avLst/>
                <a:gdLst>
                  <a:gd name="connsiteX0" fmla="*/ 25566 w 28621"/>
                  <a:gd name="connsiteY0" fmla="*/ 1278 h 41173"/>
                  <a:gd name="connsiteX1" fmla="*/ 15830 w 28621"/>
                  <a:gd name="connsiteY1" fmla="*/ 3224 h 41173"/>
                  <a:gd name="connsiteX2" fmla="*/ 253 w 28621"/>
                  <a:gd name="connsiteY2" fmla="*/ 32416 h 41173"/>
                  <a:gd name="connsiteX3" fmla="*/ 4147 w 28621"/>
                  <a:gd name="connsiteY3" fmla="*/ 41173 h 41173"/>
                  <a:gd name="connsiteX4" fmla="*/ 6095 w 28621"/>
                  <a:gd name="connsiteY4" fmla="*/ 41173 h 41173"/>
                  <a:gd name="connsiteX5" fmla="*/ 12910 w 28621"/>
                  <a:gd name="connsiteY5" fmla="*/ 36308 h 41173"/>
                  <a:gd name="connsiteX6" fmla="*/ 26539 w 28621"/>
                  <a:gd name="connsiteY6" fmla="*/ 10036 h 41173"/>
                  <a:gd name="connsiteX7" fmla="*/ 25566 w 28621"/>
                  <a:gd name="connsiteY7" fmla="*/ 1278 h 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21" h="41173">
                    <a:moveTo>
                      <a:pt x="25566" y="1278"/>
                    </a:moveTo>
                    <a:cubicBezTo>
                      <a:pt x="22645" y="-668"/>
                      <a:pt x="17777" y="-668"/>
                      <a:pt x="15830" y="3224"/>
                    </a:cubicBezTo>
                    <a:cubicBezTo>
                      <a:pt x="9015" y="11982"/>
                      <a:pt x="4147" y="21712"/>
                      <a:pt x="253" y="32416"/>
                    </a:cubicBezTo>
                    <a:cubicBezTo>
                      <a:pt x="-720" y="36308"/>
                      <a:pt x="1227" y="40200"/>
                      <a:pt x="4147" y="41173"/>
                    </a:cubicBezTo>
                    <a:cubicBezTo>
                      <a:pt x="5121" y="41173"/>
                      <a:pt x="6095" y="41173"/>
                      <a:pt x="6095" y="41173"/>
                    </a:cubicBezTo>
                    <a:cubicBezTo>
                      <a:pt x="9015" y="41173"/>
                      <a:pt x="11936" y="39227"/>
                      <a:pt x="12910" y="36308"/>
                    </a:cubicBezTo>
                    <a:cubicBezTo>
                      <a:pt x="15830" y="27550"/>
                      <a:pt x="20698" y="18793"/>
                      <a:pt x="26539" y="10036"/>
                    </a:cubicBezTo>
                    <a:cubicBezTo>
                      <a:pt x="29460" y="7117"/>
                      <a:pt x="29460" y="3224"/>
                      <a:pt x="25566" y="127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43" name="Graphic 450">
            <a:extLst>
              <a:ext uri="{FF2B5EF4-FFF2-40B4-BE49-F238E27FC236}">
                <a16:creationId xmlns:a16="http://schemas.microsoft.com/office/drawing/2014/main" id="{D285D3DE-D0E1-41E3-A0D2-1210CA86867F}"/>
              </a:ext>
            </a:extLst>
          </p:cNvPr>
          <p:cNvGrpSpPr/>
          <p:nvPr/>
        </p:nvGrpSpPr>
        <p:grpSpPr>
          <a:xfrm>
            <a:off x="6151111" y="5474761"/>
            <a:ext cx="594648" cy="594332"/>
            <a:chOff x="7188892" y="3857307"/>
            <a:chExt cx="558825" cy="558528"/>
          </a:xfrm>
        </p:grpSpPr>
        <p:sp>
          <p:nvSpPr>
            <p:cNvPr id="644" name="Freeform 643">
              <a:extLst>
                <a:ext uri="{FF2B5EF4-FFF2-40B4-BE49-F238E27FC236}">
                  <a16:creationId xmlns:a16="http://schemas.microsoft.com/office/drawing/2014/main" id="{79835CBC-AFAF-B05A-FDF5-D33F6D8B7C38}"/>
                </a:ext>
              </a:extLst>
            </p:cNvPr>
            <p:cNvSpPr/>
            <p:nvPr/>
          </p:nvSpPr>
          <p:spPr>
            <a:xfrm>
              <a:off x="7188892" y="3857307"/>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38A4A1"/>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45" name="Graphic 450">
              <a:extLst>
                <a:ext uri="{FF2B5EF4-FFF2-40B4-BE49-F238E27FC236}">
                  <a16:creationId xmlns:a16="http://schemas.microsoft.com/office/drawing/2014/main" id="{4E38BB20-BCE5-62FA-7918-C1C386A6B622}"/>
                </a:ext>
              </a:extLst>
            </p:cNvPr>
            <p:cNvGrpSpPr/>
            <p:nvPr/>
          </p:nvGrpSpPr>
          <p:grpSpPr>
            <a:xfrm>
              <a:off x="7332979" y="3920798"/>
              <a:ext cx="296602" cy="423031"/>
              <a:chOff x="7332979" y="3920798"/>
              <a:chExt cx="296602" cy="423031"/>
            </a:xfrm>
            <a:solidFill>
              <a:srgbClr val="FFFFFF"/>
            </a:solidFill>
          </p:grpSpPr>
          <p:sp>
            <p:nvSpPr>
              <p:cNvPr id="646" name="Freeform 645">
                <a:extLst>
                  <a:ext uri="{FF2B5EF4-FFF2-40B4-BE49-F238E27FC236}">
                    <a16:creationId xmlns:a16="http://schemas.microsoft.com/office/drawing/2014/main" id="{B96BFA91-7933-15A4-3A33-7E20B17446C1}"/>
                  </a:ext>
                </a:extLst>
              </p:cNvPr>
              <p:cNvSpPr/>
              <p:nvPr/>
            </p:nvSpPr>
            <p:spPr>
              <a:xfrm>
                <a:off x="7513089" y="3920798"/>
                <a:ext cx="116493" cy="257613"/>
              </a:xfrm>
              <a:custGeom>
                <a:avLst/>
                <a:gdLst>
                  <a:gd name="connsiteX0" fmla="*/ 115854 w 116493"/>
                  <a:gd name="connsiteY0" fmla="*/ 44517 h 257613"/>
                  <a:gd name="connsiteX1" fmla="*/ 107092 w 116493"/>
                  <a:gd name="connsiteY1" fmla="*/ 31867 h 257613"/>
                  <a:gd name="connsiteX2" fmla="*/ 109039 w 116493"/>
                  <a:gd name="connsiteY2" fmla="*/ 27002 h 257613"/>
                  <a:gd name="connsiteX3" fmla="*/ 109039 w 116493"/>
                  <a:gd name="connsiteY3" fmla="*/ 23110 h 257613"/>
                  <a:gd name="connsiteX4" fmla="*/ 106118 w 116493"/>
                  <a:gd name="connsiteY4" fmla="*/ 20191 h 257613"/>
                  <a:gd name="connsiteX5" fmla="*/ 104171 w 116493"/>
                  <a:gd name="connsiteY5" fmla="*/ 19218 h 257613"/>
                  <a:gd name="connsiteX6" fmla="*/ 106118 w 116493"/>
                  <a:gd name="connsiteY6" fmla="*/ 14352 h 257613"/>
                  <a:gd name="connsiteX7" fmla="*/ 106118 w 116493"/>
                  <a:gd name="connsiteY7" fmla="*/ 7541 h 257613"/>
                  <a:gd name="connsiteX8" fmla="*/ 101251 w 116493"/>
                  <a:gd name="connsiteY8" fmla="*/ 3649 h 257613"/>
                  <a:gd name="connsiteX9" fmla="*/ 94436 w 116493"/>
                  <a:gd name="connsiteY9" fmla="*/ 730 h 257613"/>
                  <a:gd name="connsiteX10" fmla="*/ 87621 w 116493"/>
                  <a:gd name="connsiteY10" fmla="*/ 730 h 257613"/>
                  <a:gd name="connsiteX11" fmla="*/ 82753 w 116493"/>
                  <a:gd name="connsiteY11" fmla="*/ 5595 h 257613"/>
                  <a:gd name="connsiteX12" fmla="*/ 80806 w 116493"/>
                  <a:gd name="connsiteY12" fmla="*/ 10460 h 257613"/>
                  <a:gd name="connsiteX13" fmla="*/ 78859 w 116493"/>
                  <a:gd name="connsiteY13" fmla="*/ 9487 h 257613"/>
                  <a:gd name="connsiteX14" fmla="*/ 73017 w 116493"/>
                  <a:gd name="connsiteY14" fmla="*/ 12407 h 257613"/>
                  <a:gd name="connsiteX15" fmla="*/ 43810 w 116493"/>
                  <a:gd name="connsiteY15" fmla="*/ 92196 h 257613"/>
                  <a:gd name="connsiteX16" fmla="*/ 44784 w 116493"/>
                  <a:gd name="connsiteY16" fmla="*/ 97061 h 257613"/>
                  <a:gd name="connsiteX17" fmla="*/ 3894 w 116493"/>
                  <a:gd name="connsiteY17" fmla="*/ 208962 h 257613"/>
                  <a:gd name="connsiteX18" fmla="*/ 3894 w 116493"/>
                  <a:gd name="connsiteY18" fmla="*/ 208962 h 257613"/>
                  <a:gd name="connsiteX19" fmla="*/ 3894 w 116493"/>
                  <a:gd name="connsiteY19" fmla="*/ 208962 h 257613"/>
                  <a:gd name="connsiteX20" fmla="*/ 3894 w 116493"/>
                  <a:gd name="connsiteY20" fmla="*/ 208962 h 257613"/>
                  <a:gd name="connsiteX21" fmla="*/ 3894 w 116493"/>
                  <a:gd name="connsiteY21" fmla="*/ 208962 h 257613"/>
                  <a:gd name="connsiteX22" fmla="*/ 3894 w 116493"/>
                  <a:gd name="connsiteY22" fmla="*/ 208962 h 257613"/>
                  <a:gd name="connsiteX23" fmla="*/ 3894 w 116493"/>
                  <a:gd name="connsiteY23" fmla="*/ 208962 h 257613"/>
                  <a:gd name="connsiteX24" fmla="*/ 3894 w 116493"/>
                  <a:gd name="connsiteY24" fmla="*/ 208962 h 257613"/>
                  <a:gd name="connsiteX25" fmla="*/ 0 w 116493"/>
                  <a:gd name="connsiteY25" fmla="*/ 252749 h 257613"/>
                  <a:gd name="connsiteX26" fmla="*/ 2921 w 116493"/>
                  <a:gd name="connsiteY26" fmla="*/ 257614 h 257613"/>
                  <a:gd name="connsiteX27" fmla="*/ 4868 w 116493"/>
                  <a:gd name="connsiteY27" fmla="*/ 257614 h 257613"/>
                  <a:gd name="connsiteX28" fmla="*/ 7789 w 116493"/>
                  <a:gd name="connsiteY28" fmla="*/ 255668 h 257613"/>
                  <a:gd name="connsiteX29" fmla="*/ 33101 w 116493"/>
                  <a:gd name="connsiteY29" fmla="*/ 219665 h 257613"/>
                  <a:gd name="connsiteX30" fmla="*/ 33101 w 116493"/>
                  <a:gd name="connsiteY30" fmla="*/ 219665 h 257613"/>
                  <a:gd name="connsiteX31" fmla="*/ 33101 w 116493"/>
                  <a:gd name="connsiteY31" fmla="*/ 219665 h 257613"/>
                  <a:gd name="connsiteX32" fmla="*/ 33101 w 116493"/>
                  <a:gd name="connsiteY32" fmla="*/ 219665 h 257613"/>
                  <a:gd name="connsiteX33" fmla="*/ 33101 w 116493"/>
                  <a:gd name="connsiteY33" fmla="*/ 219665 h 257613"/>
                  <a:gd name="connsiteX34" fmla="*/ 33101 w 116493"/>
                  <a:gd name="connsiteY34" fmla="*/ 219665 h 257613"/>
                  <a:gd name="connsiteX35" fmla="*/ 33101 w 116493"/>
                  <a:gd name="connsiteY35" fmla="*/ 219665 h 257613"/>
                  <a:gd name="connsiteX36" fmla="*/ 73991 w 116493"/>
                  <a:gd name="connsiteY36" fmla="*/ 107765 h 257613"/>
                  <a:gd name="connsiteX37" fmla="*/ 75938 w 116493"/>
                  <a:gd name="connsiteY37" fmla="*/ 107765 h 257613"/>
                  <a:gd name="connsiteX38" fmla="*/ 78859 w 116493"/>
                  <a:gd name="connsiteY38" fmla="*/ 104846 h 257613"/>
                  <a:gd name="connsiteX39" fmla="*/ 102224 w 116493"/>
                  <a:gd name="connsiteY39" fmla="*/ 41598 h 257613"/>
                  <a:gd name="connsiteX40" fmla="*/ 105145 w 116493"/>
                  <a:gd name="connsiteY40" fmla="*/ 46463 h 257613"/>
                  <a:gd name="connsiteX41" fmla="*/ 86647 w 116493"/>
                  <a:gd name="connsiteY41" fmla="*/ 97061 h 257613"/>
                  <a:gd name="connsiteX42" fmla="*/ 86647 w 116493"/>
                  <a:gd name="connsiteY42" fmla="*/ 100954 h 257613"/>
                  <a:gd name="connsiteX43" fmla="*/ 89568 w 116493"/>
                  <a:gd name="connsiteY43" fmla="*/ 103873 h 257613"/>
                  <a:gd name="connsiteX44" fmla="*/ 91515 w 116493"/>
                  <a:gd name="connsiteY44" fmla="*/ 103873 h 257613"/>
                  <a:gd name="connsiteX45" fmla="*/ 95409 w 116493"/>
                  <a:gd name="connsiteY45" fmla="*/ 100954 h 257613"/>
                  <a:gd name="connsiteX46" fmla="*/ 114881 w 116493"/>
                  <a:gd name="connsiteY46" fmla="*/ 48409 h 257613"/>
                  <a:gd name="connsiteX47" fmla="*/ 115854 w 116493"/>
                  <a:gd name="connsiteY47" fmla="*/ 44517 h 257613"/>
                  <a:gd name="connsiteX48" fmla="*/ 89568 w 116493"/>
                  <a:gd name="connsiteY48" fmla="*/ 14352 h 257613"/>
                  <a:gd name="connsiteX49" fmla="*/ 90542 w 116493"/>
                  <a:gd name="connsiteY49" fmla="*/ 11433 h 257613"/>
                  <a:gd name="connsiteX50" fmla="*/ 95409 w 116493"/>
                  <a:gd name="connsiteY50" fmla="*/ 13380 h 257613"/>
                  <a:gd name="connsiteX51" fmla="*/ 94436 w 116493"/>
                  <a:gd name="connsiteY51" fmla="*/ 16299 h 257613"/>
                  <a:gd name="connsiteX52" fmla="*/ 89568 w 116493"/>
                  <a:gd name="connsiteY52" fmla="*/ 14352 h 257613"/>
                  <a:gd name="connsiteX53" fmla="*/ 19471 w 116493"/>
                  <a:gd name="connsiteY53" fmla="*/ 219665 h 257613"/>
                  <a:gd name="connsiteX54" fmla="*/ 21419 w 116493"/>
                  <a:gd name="connsiteY54" fmla="*/ 219665 h 257613"/>
                  <a:gd name="connsiteX55" fmla="*/ 25313 w 116493"/>
                  <a:gd name="connsiteY55" fmla="*/ 216746 h 257613"/>
                  <a:gd name="connsiteX56" fmla="*/ 25313 w 116493"/>
                  <a:gd name="connsiteY56" fmla="*/ 212854 h 257613"/>
                  <a:gd name="connsiteX57" fmla="*/ 22392 w 116493"/>
                  <a:gd name="connsiteY57" fmla="*/ 209935 h 257613"/>
                  <a:gd name="connsiteX58" fmla="*/ 14603 w 116493"/>
                  <a:gd name="connsiteY58" fmla="*/ 207016 h 257613"/>
                  <a:gd name="connsiteX59" fmla="*/ 53546 w 116493"/>
                  <a:gd name="connsiteY59" fmla="*/ 99981 h 257613"/>
                  <a:gd name="connsiteX60" fmla="*/ 61335 w 116493"/>
                  <a:gd name="connsiteY60" fmla="*/ 102900 h 257613"/>
                  <a:gd name="connsiteX61" fmla="*/ 65229 w 116493"/>
                  <a:gd name="connsiteY61" fmla="*/ 102900 h 257613"/>
                  <a:gd name="connsiteX62" fmla="*/ 68149 w 116493"/>
                  <a:gd name="connsiteY62" fmla="*/ 99981 h 257613"/>
                  <a:gd name="connsiteX63" fmla="*/ 68149 w 116493"/>
                  <a:gd name="connsiteY63" fmla="*/ 96089 h 257613"/>
                  <a:gd name="connsiteX64" fmla="*/ 65229 w 116493"/>
                  <a:gd name="connsiteY64" fmla="*/ 93169 h 257613"/>
                  <a:gd name="connsiteX65" fmla="*/ 54520 w 116493"/>
                  <a:gd name="connsiteY65" fmla="*/ 89277 h 257613"/>
                  <a:gd name="connsiteX66" fmla="*/ 79832 w 116493"/>
                  <a:gd name="connsiteY66" fmla="*/ 18245 h 257613"/>
                  <a:gd name="connsiteX67" fmla="*/ 98330 w 116493"/>
                  <a:gd name="connsiteY67" fmla="*/ 25056 h 257613"/>
                  <a:gd name="connsiteX68" fmla="*/ 72044 w 116493"/>
                  <a:gd name="connsiteY68" fmla="*/ 96089 h 257613"/>
                  <a:gd name="connsiteX69" fmla="*/ 71070 w 116493"/>
                  <a:gd name="connsiteY69" fmla="*/ 96089 h 257613"/>
                  <a:gd name="connsiteX70" fmla="*/ 71070 w 116493"/>
                  <a:gd name="connsiteY70" fmla="*/ 96089 h 257613"/>
                  <a:gd name="connsiteX71" fmla="*/ 70097 w 116493"/>
                  <a:gd name="connsiteY71" fmla="*/ 96089 h 257613"/>
                  <a:gd name="connsiteX72" fmla="*/ 70097 w 116493"/>
                  <a:gd name="connsiteY72" fmla="*/ 96089 h 257613"/>
                  <a:gd name="connsiteX73" fmla="*/ 69123 w 116493"/>
                  <a:gd name="connsiteY73" fmla="*/ 96089 h 257613"/>
                  <a:gd name="connsiteX74" fmla="*/ 69123 w 116493"/>
                  <a:gd name="connsiteY74" fmla="*/ 96089 h 257613"/>
                  <a:gd name="connsiteX75" fmla="*/ 69123 w 116493"/>
                  <a:gd name="connsiteY75" fmla="*/ 96089 h 257613"/>
                  <a:gd name="connsiteX76" fmla="*/ 68149 w 116493"/>
                  <a:gd name="connsiteY76" fmla="*/ 96089 h 257613"/>
                  <a:gd name="connsiteX77" fmla="*/ 68149 w 116493"/>
                  <a:gd name="connsiteY77" fmla="*/ 96089 h 257613"/>
                  <a:gd name="connsiteX78" fmla="*/ 67176 w 116493"/>
                  <a:gd name="connsiteY78" fmla="*/ 97061 h 257613"/>
                  <a:gd name="connsiteX79" fmla="*/ 67176 w 116493"/>
                  <a:gd name="connsiteY79" fmla="*/ 97061 h 257613"/>
                  <a:gd name="connsiteX80" fmla="*/ 67176 w 116493"/>
                  <a:gd name="connsiteY80" fmla="*/ 98034 h 257613"/>
                  <a:gd name="connsiteX81" fmla="*/ 67176 w 116493"/>
                  <a:gd name="connsiteY81" fmla="*/ 98034 h 257613"/>
                  <a:gd name="connsiteX82" fmla="*/ 67176 w 116493"/>
                  <a:gd name="connsiteY82" fmla="*/ 98034 h 257613"/>
                  <a:gd name="connsiteX83" fmla="*/ 67176 w 116493"/>
                  <a:gd name="connsiteY83" fmla="*/ 98034 h 257613"/>
                  <a:gd name="connsiteX84" fmla="*/ 67176 w 116493"/>
                  <a:gd name="connsiteY84" fmla="*/ 98034 h 257613"/>
                  <a:gd name="connsiteX85" fmla="*/ 67176 w 116493"/>
                  <a:gd name="connsiteY85" fmla="*/ 98034 h 257613"/>
                  <a:gd name="connsiteX86" fmla="*/ 25313 w 116493"/>
                  <a:gd name="connsiteY86" fmla="*/ 212854 h 257613"/>
                  <a:gd name="connsiteX87" fmla="*/ 9736 w 116493"/>
                  <a:gd name="connsiteY87" fmla="*/ 234261 h 257613"/>
                  <a:gd name="connsiteX88" fmla="*/ 11683 w 116493"/>
                  <a:gd name="connsiteY88" fmla="*/ 213827 h 257613"/>
                  <a:gd name="connsiteX89" fmla="*/ 19471 w 116493"/>
                  <a:gd name="connsiteY89" fmla="*/ 219665 h 25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6493" h="257613">
                    <a:moveTo>
                      <a:pt x="115854" y="44517"/>
                    </a:moveTo>
                    <a:lnTo>
                      <a:pt x="107092" y="31867"/>
                    </a:lnTo>
                    <a:lnTo>
                      <a:pt x="109039" y="27002"/>
                    </a:lnTo>
                    <a:cubicBezTo>
                      <a:pt x="109039" y="26029"/>
                      <a:pt x="109039" y="24083"/>
                      <a:pt x="109039" y="23110"/>
                    </a:cubicBezTo>
                    <a:cubicBezTo>
                      <a:pt x="109039" y="22137"/>
                      <a:pt x="107092" y="21164"/>
                      <a:pt x="106118" y="20191"/>
                    </a:cubicBezTo>
                    <a:lnTo>
                      <a:pt x="104171" y="19218"/>
                    </a:lnTo>
                    <a:lnTo>
                      <a:pt x="106118" y="14352"/>
                    </a:lnTo>
                    <a:cubicBezTo>
                      <a:pt x="107092" y="12407"/>
                      <a:pt x="107092" y="9487"/>
                      <a:pt x="106118" y="7541"/>
                    </a:cubicBezTo>
                    <a:cubicBezTo>
                      <a:pt x="105145" y="5595"/>
                      <a:pt x="103198" y="3649"/>
                      <a:pt x="101251" y="3649"/>
                    </a:cubicBezTo>
                    <a:lnTo>
                      <a:pt x="94436" y="730"/>
                    </a:lnTo>
                    <a:cubicBezTo>
                      <a:pt x="92489" y="-243"/>
                      <a:pt x="90542" y="-243"/>
                      <a:pt x="87621" y="730"/>
                    </a:cubicBezTo>
                    <a:cubicBezTo>
                      <a:pt x="85674" y="1703"/>
                      <a:pt x="83727" y="3649"/>
                      <a:pt x="82753" y="5595"/>
                    </a:cubicBezTo>
                    <a:lnTo>
                      <a:pt x="80806" y="10460"/>
                    </a:lnTo>
                    <a:lnTo>
                      <a:pt x="78859" y="9487"/>
                    </a:lnTo>
                    <a:cubicBezTo>
                      <a:pt x="75938" y="8514"/>
                      <a:pt x="73991" y="9487"/>
                      <a:pt x="73017" y="12407"/>
                    </a:cubicBezTo>
                    <a:lnTo>
                      <a:pt x="43810" y="92196"/>
                    </a:lnTo>
                    <a:cubicBezTo>
                      <a:pt x="42837" y="94142"/>
                      <a:pt x="43810" y="96089"/>
                      <a:pt x="44784" y="97061"/>
                    </a:cubicBezTo>
                    <a:lnTo>
                      <a:pt x="3894" y="208962"/>
                    </a:lnTo>
                    <a:lnTo>
                      <a:pt x="3894" y="208962"/>
                    </a:lnTo>
                    <a:lnTo>
                      <a:pt x="3894" y="208962"/>
                    </a:lnTo>
                    <a:lnTo>
                      <a:pt x="3894" y="208962"/>
                    </a:lnTo>
                    <a:lnTo>
                      <a:pt x="3894" y="208962"/>
                    </a:lnTo>
                    <a:lnTo>
                      <a:pt x="3894" y="208962"/>
                    </a:lnTo>
                    <a:lnTo>
                      <a:pt x="3894" y="208962"/>
                    </a:lnTo>
                    <a:lnTo>
                      <a:pt x="3894" y="208962"/>
                    </a:lnTo>
                    <a:lnTo>
                      <a:pt x="0" y="252749"/>
                    </a:lnTo>
                    <a:cubicBezTo>
                      <a:pt x="0" y="254695"/>
                      <a:pt x="974" y="256641"/>
                      <a:pt x="2921" y="257614"/>
                    </a:cubicBezTo>
                    <a:cubicBezTo>
                      <a:pt x="3894" y="257614"/>
                      <a:pt x="4868" y="257614"/>
                      <a:pt x="4868" y="257614"/>
                    </a:cubicBezTo>
                    <a:cubicBezTo>
                      <a:pt x="5841" y="257614"/>
                      <a:pt x="7789" y="256641"/>
                      <a:pt x="7789" y="255668"/>
                    </a:cubicBezTo>
                    <a:lnTo>
                      <a:pt x="33101" y="219665"/>
                    </a:lnTo>
                    <a:lnTo>
                      <a:pt x="33101" y="219665"/>
                    </a:lnTo>
                    <a:lnTo>
                      <a:pt x="33101" y="219665"/>
                    </a:lnTo>
                    <a:lnTo>
                      <a:pt x="33101" y="219665"/>
                    </a:lnTo>
                    <a:lnTo>
                      <a:pt x="33101" y="219665"/>
                    </a:lnTo>
                    <a:lnTo>
                      <a:pt x="33101" y="219665"/>
                    </a:lnTo>
                    <a:lnTo>
                      <a:pt x="33101" y="219665"/>
                    </a:lnTo>
                    <a:lnTo>
                      <a:pt x="73991" y="107765"/>
                    </a:lnTo>
                    <a:cubicBezTo>
                      <a:pt x="74965" y="107765"/>
                      <a:pt x="74965" y="107765"/>
                      <a:pt x="75938" y="107765"/>
                    </a:cubicBezTo>
                    <a:cubicBezTo>
                      <a:pt x="76911" y="106792"/>
                      <a:pt x="77885" y="105819"/>
                      <a:pt x="78859" y="104846"/>
                    </a:cubicBezTo>
                    <a:lnTo>
                      <a:pt x="102224" y="41598"/>
                    </a:lnTo>
                    <a:lnTo>
                      <a:pt x="105145" y="46463"/>
                    </a:lnTo>
                    <a:lnTo>
                      <a:pt x="86647" y="97061"/>
                    </a:lnTo>
                    <a:cubicBezTo>
                      <a:pt x="86647" y="98034"/>
                      <a:pt x="86647" y="99981"/>
                      <a:pt x="86647" y="100954"/>
                    </a:cubicBezTo>
                    <a:cubicBezTo>
                      <a:pt x="87621" y="101927"/>
                      <a:pt x="88594" y="102900"/>
                      <a:pt x="89568" y="103873"/>
                    </a:cubicBezTo>
                    <a:cubicBezTo>
                      <a:pt x="90542" y="103873"/>
                      <a:pt x="91515" y="103873"/>
                      <a:pt x="91515" y="103873"/>
                    </a:cubicBezTo>
                    <a:cubicBezTo>
                      <a:pt x="93462" y="103873"/>
                      <a:pt x="94436" y="102900"/>
                      <a:pt x="95409" y="100954"/>
                    </a:cubicBezTo>
                    <a:lnTo>
                      <a:pt x="114881" y="48409"/>
                    </a:lnTo>
                    <a:cubicBezTo>
                      <a:pt x="116828" y="47436"/>
                      <a:pt x="116828" y="45490"/>
                      <a:pt x="115854" y="44517"/>
                    </a:cubicBezTo>
                    <a:close/>
                    <a:moveTo>
                      <a:pt x="89568" y="14352"/>
                    </a:moveTo>
                    <a:lnTo>
                      <a:pt x="90542" y="11433"/>
                    </a:lnTo>
                    <a:lnTo>
                      <a:pt x="95409" y="13380"/>
                    </a:lnTo>
                    <a:lnTo>
                      <a:pt x="94436" y="16299"/>
                    </a:lnTo>
                    <a:lnTo>
                      <a:pt x="89568" y="14352"/>
                    </a:lnTo>
                    <a:close/>
                    <a:moveTo>
                      <a:pt x="19471" y="219665"/>
                    </a:moveTo>
                    <a:cubicBezTo>
                      <a:pt x="20445" y="219665"/>
                      <a:pt x="20445" y="219665"/>
                      <a:pt x="21419" y="219665"/>
                    </a:cubicBezTo>
                    <a:cubicBezTo>
                      <a:pt x="23365" y="219665"/>
                      <a:pt x="24339" y="217719"/>
                      <a:pt x="25313" y="216746"/>
                    </a:cubicBezTo>
                    <a:cubicBezTo>
                      <a:pt x="25313" y="215773"/>
                      <a:pt x="25313" y="213827"/>
                      <a:pt x="25313" y="212854"/>
                    </a:cubicBezTo>
                    <a:cubicBezTo>
                      <a:pt x="24339" y="211881"/>
                      <a:pt x="23365" y="210908"/>
                      <a:pt x="22392" y="209935"/>
                    </a:cubicBezTo>
                    <a:lnTo>
                      <a:pt x="14603" y="207016"/>
                    </a:lnTo>
                    <a:lnTo>
                      <a:pt x="53546" y="99981"/>
                    </a:lnTo>
                    <a:lnTo>
                      <a:pt x="61335" y="102900"/>
                    </a:lnTo>
                    <a:cubicBezTo>
                      <a:pt x="62308" y="102900"/>
                      <a:pt x="64255" y="102900"/>
                      <a:pt x="65229" y="102900"/>
                    </a:cubicBezTo>
                    <a:cubicBezTo>
                      <a:pt x="66203" y="101927"/>
                      <a:pt x="67176" y="100954"/>
                      <a:pt x="68149" y="99981"/>
                    </a:cubicBezTo>
                    <a:cubicBezTo>
                      <a:pt x="68149" y="99008"/>
                      <a:pt x="68149" y="97061"/>
                      <a:pt x="68149" y="96089"/>
                    </a:cubicBezTo>
                    <a:cubicBezTo>
                      <a:pt x="67176" y="95115"/>
                      <a:pt x="66203" y="94142"/>
                      <a:pt x="65229" y="93169"/>
                    </a:cubicBezTo>
                    <a:lnTo>
                      <a:pt x="54520" y="89277"/>
                    </a:lnTo>
                    <a:lnTo>
                      <a:pt x="79832" y="18245"/>
                    </a:lnTo>
                    <a:lnTo>
                      <a:pt x="98330" y="25056"/>
                    </a:lnTo>
                    <a:lnTo>
                      <a:pt x="72044" y="96089"/>
                    </a:lnTo>
                    <a:cubicBezTo>
                      <a:pt x="72044" y="96089"/>
                      <a:pt x="72044" y="96089"/>
                      <a:pt x="71070" y="96089"/>
                    </a:cubicBezTo>
                    <a:lnTo>
                      <a:pt x="71070" y="96089"/>
                    </a:lnTo>
                    <a:cubicBezTo>
                      <a:pt x="71070" y="96089"/>
                      <a:pt x="71070" y="96089"/>
                      <a:pt x="70097" y="96089"/>
                    </a:cubicBezTo>
                    <a:lnTo>
                      <a:pt x="70097" y="96089"/>
                    </a:lnTo>
                    <a:cubicBezTo>
                      <a:pt x="70097" y="96089"/>
                      <a:pt x="70097" y="96089"/>
                      <a:pt x="69123" y="96089"/>
                    </a:cubicBezTo>
                    <a:lnTo>
                      <a:pt x="69123" y="96089"/>
                    </a:lnTo>
                    <a:lnTo>
                      <a:pt x="69123" y="96089"/>
                    </a:lnTo>
                    <a:cubicBezTo>
                      <a:pt x="69123" y="96089"/>
                      <a:pt x="69123" y="96089"/>
                      <a:pt x="68149" y="96089"/>
                    </a:cubicBezTo>
                    <a:lnTo>
                      <a:pt x="68149" y="96089"/>
                    </a:lnTo>
                    <a:cubicBezTo>
                      <a:pt x="68149" y="96089"/>
                      <a:pt x="68149" y="96089"/>
                      <a:pt x="67176" y="97061"/>
                    </a:cubicBezTo>
                    <a:lnTo>
                      <a:pt x="67176" y="97061"/>
                    </a:lnTo>
                    <a:cubicBezTo>
                      <a:pt x="67176" y="97061"/>
                      <a:pt x="67176" y="97061"/>
                      <a:pt x="67176" y="98034"/>
                    </a:cubicBezTo>
                    <a:lnTo>
                      <a:pt x="67176" y="98034"/>
                    </a:lnTo>
                    <a:lnTo>
                      <a:pt x="67176" y="98034"/>
                    </a:lnTo>
                    <a:lnTo>
                      <a:pt x="67176" y="98034"/>
                    </a:lnTo>
                    <a:lnTo>
                      <a:pt x="67176" y="98034"/>
                    </a:lnTo>
                    <a:lnTo>
                      <a:pt x="67176" y="98034"/>
                    </a:lnTo>
                    <a:lnTo>
                      <a:pt x="25313" y="212854"/>
                    </a:lnTo>
                    <a:lnTo>
                      <a:pt x="9736" y="234261"/>
                    </a:lnTo>
                    <a:lnTo>
                      <a:pt x="11683" y="213827"/>
                    </a:lnTo>
                    <a:lnTo>
                      <a:pt x="19471" y="21966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47" name="Freeform 646">
                <a:extLst>
                  <a:ext uri="{FF2B5EF4-FFF2-40B4-BE49-F238E27FC236}">
                    <a16:creationId xmlns:a16="http://schemas.microsoft.com/office/drawing/2014/main" id="{336952CB-612B-507C-B255-55CCEC7D663E}"/>
                  </a:ext>
                </a:extLst>
              </p:cNvPr>
              <p:cNvSpPr/>
              <p:nvPr/>
            </p:nvSpPr>
            <p:spPr>
              <a:xfrm>
                <a:off x="7390420" y="4076576"/>
                <a:ext cx="176701" cy="160218"/>
              </a:xfrm>
              <a:custGeom>
                <a:avLst/>
                <a:gdLst>
                  <a:gd name="connsiteX0" fmla="*/ 174268 w 176701"/>
                  <a:gd name="connsiteY0" fmla="*/ 104755 h 160218"/>
                  <a:gd name="connsiteX1" fmla="*/ 148955 w 176701"/>
                  <a:gd name="connsiteY1" fmla="*/ 103782 h 160218"/>
                  <a:gd name="connsiteX2" fmla="*/ 148955 w 176701"/>
                  <a:gd name="connsiteY2" fmla="*/ 103782 h 160218"/>
                  <a:gd name="connsiteX3" fmla="*/ 135325 w 176701"/>
                  <a:gd name="connsiteY3" fmla="*/ 105728 h 160218"/>
                  <a:gd name="connsiteX4" fmla="*/ 123643 w 176701"/>
                  <a:gd name="connsiteY4" fmla="*/ 100863 h 160218"/>
                  <a:gd name="connsiteX5" fmla="*/ 113907 w 176701"/>
                  <a:gd name="connsiteY5" fmla="*/ 93079 h 160218"/>
                  <a:gd name="connsiteX6" fmla="*/ 109039 w 176701"/>
                  <a:gd name="connsiteY6" fmla="*/ 89186 h 160218"/>
                  <a:gd name="connsiteX7" fmla="*/ 105145 w 176701"/>
                  <a:gd name="connsiteY7" fmla="*/ 90160 h 160218"/>
                  <a:gd name="connsiteX8" fmla="*/ 103198 w 176701"/>
                  <a:gd name="connsiteY8" fmla="*/ 94052 h 160218"/>
                  <a:gd name="connsiteX9" fmla="*/ 103198 w 176701"/>
                  <a:gd name="connsiteY9" fmla="*/ 95998 h 160218"/>
                  <a:gd name="connsiteX10" fmla="*/ 103198 w 176701"/>
                  <a:gd name="connsiteY10" fmla="*/ 95998 h 160218"/>
                  <a:gd name="connsiteX11" fmla="*/ 98330 w 176701"/>
                  <a:gd name="connsiteY11" fmla="*/ 112540 h 160218"/>
                  <a:gd name="connsiteX12" fmla="*/ 95409 w 176701"/>
                  <a:gd name="connsiteY12" fmla="*/ 112540 h 160218"/>
                  <a:gd name="connsiteX13" fmla="*/ 89568 w 176701"/>
                  <a:gd name="connsiteY13" fmla="*/ 97944 h 160218"/>
                  <a:gd name="connsiteX14" fmla="*/ 87621 w 176701"/>
                  <a:gd name="connsiteY14" fmla="*/ 95025 h 160218"/>
                  <a:gd name="connsiteX15" fmla="*/ 83726 w 176701"/>
                  <a:gd name="connsiteY15" fmla="*/ 94052 h 160218"/>
                  <a:gd name="connsiteX16" fmla="*/ 79832 w 176701"/>
                  <a:gd name="connsiteY16" fmla="*/ 99890 h 160218"/>
                  <a:gd name="connsiteX17" fmla="*/ 79832 w 176701"/>
                  <a:gd name="connsiteY17" fmla="*/ 99890 h 160218"/>
                  <a:gd name="connsiteX18" fmla="*/ 69123 w 176701"/>
                  <a:gd name="connsiteY18" fmla="*/ 125189 h 160218"/>
                  <a:gd name="connsiteX19" fmla="*/ 69123 w 176701"/>
                  <a:gd name="connsiteY19" fmla="*/ 124216 h 160218"/>
                  <a:gd name="connsiteX20" fmla="*/ 64255 w 176701"/>
                  <a:gd name="connsiteY20" fmla="*/ 98917 h 160218"/>
                  <a:gd name="connsiteX21" fmla="*/ 57440 w 176701"/>
                  <a:gd name="connsiteY21" fmla="*/ 94052 h 160218"/>
                  <a:gd name="connsiteX22" fmla="*/ 41863 w 176701"/>
                  <a:gd name="connsiteY22" fmla="*/ 90160 h 160218"/>
                  <a:gd name="connsiteX23" fmla="*/ 49652 w 176701"/>
                  <a:gd name="connsiteY23" fmla="*/ 55130 h 160218"/>
                  <a:gd name="connsiteX24" fmla="*/ 49652 w 176701"/>
                  <a:gd name="connsiteY24" fmla="*/ 53184 h 160218"/>
                  <a:gd name="connsiteX25" fmla="*/ 48678 w 176701"/>
                  <a:gd name="connsiteY25" fmla="*/ 14262 h 160218"/>
                  <a:gd name="connsiteX26" fmla="*/ 36995 w 176701"/>
                  <a:gd name="connsiteY26" fmla="*/ 639 h 160218"/>
                  <a:gd name="connsiteX27" fmla="*/ 25313 w 176701"/>
                  <a:gd name="connsiteY27" fmla="*/ 1612 h 160218"/>
                  <a:gd name="connsiteX28" fmla="*/ 15577 w 176701"/>
                  <a:gd name="connsiteY28" fmla="*/ 23019 h 160218"/>
                  <a:gd name="connsiteX29" fmla="*/ 28233 w 176701"/>
                  <a:gd name="connsiteY29" fmla="*/ 88213 h 160218"/>
                  <a:gd name="connsiteX30" fmla="*/ 30180 w 176701"/>
                  <a:gd name="connsiteY30" fmla="*/ 91133 h 160218"/>
                  <a:gd name="connsiteX31" fmla="*/ 17524 w 176701"/>
                  <a:gd name="connsiteY31" fmla="*/ 116432 h 160218"/>
                  <a:gd name="connsiteX32" fmla="*/ 14603 w 176701"/>
                  <a:gd name="connsiteY32" fmla="*/ 120324 h 160218"/>
                  <a:gd name="connsiteX33" fmla="*/ 14603 w 176701"/>
                  <a:gd name="connsiteY33" fmla="*/ 120324 h 160218"/>
                  <a:gd name="connsiteX34" fmla="*/ 0 w 176701"/>
                  <a:gd name="connsiteY34" fmla="*/ 155353 h 160218"/>
                  <a:gd name="connsiteX35" fmla="*/ 4868 w 176701"/>
                  <a:gd name="connsiteY35" fmla="*/ 160219 h 160218"/>
                  <a:gd name="connsiteX36" fmla="*/ 9736 w 176701"/>
                  <a:gd name="connsiteY36" fmla="*/ 155353 h 160218"/>
                  <a:gd name="connsiteX37" fmla="*/ 22392 w 176701"/>
                  <a:gd name="connsiteY37" fmla="*/ 126162 h 160218"/>
                  <a:gd name="connsiteX38" fmla="*/ 25313 w 176701"/>
                  <a:gd name="connsiteY38" fmla="*/ 122270 h 160218"/>
                  <a:gd name="connsiteX39" fmla="*/ 36995 w 176701"/>
                  <a:gd name="connsiteY39" fmla="*/ 99890 h 160218"/>
                  <a:gd name="connsiteX40" fmla="*/ 53546 w 176701"/>
                  <a:gd name="connsiteY40" fmla="*/ 104755 h 160218"/>
                  <a:gd name="connsiteX41" fmla="*/ 56467 w 176701"/>
                  <a:gd name="connsiteY41" fmla="*/ 122270 h 160218"/>
                  <a:gd name="connsiteX42" fmla="*/ 57440 w 176701"/>
                  <a:gd name="connsiteY42" fmla="*/ 131027 h 160218"/>
                  <a:gd name="connsiteX43" fmla="*/ 48678 w 176701"/>
                  <a:gd name="connsiteY43" fmla="*/ 141731 h 160218"/>
                  <a:gd name="connsiteX44" fmla="*/ 51599 w 176701"/>
                  <a:gd name="connsiteY44" fmla="*/ 150488 h 160218"/>
                  <a:gd name="connsiteX45" fmla="*/ 62308 w 176701"/>
                  <a:gd name="connsiteY45" fmla="*/ 149515 h 160218"/>
                  <a:gd name="connsiteX46" fmla="*/ 67176 w 176701"/>
                  <a:gd name="connsiteY46" fmla="*/ 136866 h 160218"/>
                  <a:gd name="connsiteX47" fmla="*/ 70097 w 176701"/>
                  <a:gd name="connsiteY47" fmla="*/ 135893 h 160218"/>
                  <a:gd name="connsiteX48" fmla="*/ 84700 w 176701"/>
                  <a:gd name="connsiteY48" fmla="*/ 118378 h 160218"/>
                  <a:gd name="connsiteX49" fmla="*/ 88594 w 176701"/>
                  <a:gd name="connsiteY49" fmla="*/ 121297 h 160218"/>
                  <a:gd name="connsiteX50" fmla="*/ 99303 w 176701"/>
                  <a:gd name="connsiteY50" fmla="*/ 122270 h 160218"/>
                  <a:gd name="connsiteX51" fmla="*/ 110013 w 176701"/>
                  <a:gd name="connsiteY51" fmla="*/ 106701 h 160218"/>
                  <a:gd name="connsiteX52" fmla="*/ 114881 w 176701"/>
                  <a:gd name="connsiteY52" fmla="*/ 110594 h 160218"/>
                  <a:gd name="connsiteX53" fmla="*/ 131431 w 176701"/>
                  <a:gd name="connsiteY53" fmla="*/ 116432 h 160218"/>
                  <a:gd name="connsiteX54" fmla="*/ 147982 w 176701"/>
                  <a:gd name="connsiteY54" fmla="*/ 114486 h 160218"/>
                  <a:gd name="connsiteX55" fmla="*/ 166479 w 176701"/>
                  <a:gd name="connsiteY55" fmla="*/ 114486 h 160218"/>
                  <a:gd name="connsiteX56" fmla="*/ 173294 w 176701"/>
                  <a:gd name="connsiteY56" fmla="*/ 112540 h 160218"/>
                  <a:gd name="connsiteX57" fmla="*/ 174268 w 176701"/>
                  <a:gd name="connsiteY57" fmla="*/ 104755 h 160218"/>
                  <a:gd name="connsiteX58" fmla="*/ 34075 w 176701"/>
                  <a:gd name="connsiteY58" fmla="*/ 12316 h 160218"/>
                  <a:gd name="connsiteX59" fmla="*/ 36022 w 176701"/>
                  <a:gd name="connsiteY59" fmla="*/ 11343 h 160218"/>
                  <a:gd name="connsiteX60" fmla="*/ 36995 w 176701"/>
                  <a:gd name="connsiteY60" fmla="*/ 11343 h 160218"/>
                  <a:gd name="connsiteX61" fmla="*/ 42837 w 176701"/>
                  <a:gd name="connsiteY61" fmla="*/ 18154 h 160218"/>
                  <a:gd name="connsiteX62" fmla="*/ 42837 w 176701"/>
                  <a:gd name="connsiteY62" fmla="*/ 52211 h 160218"/>
                  <a:gd name="connsiteX63" fmla="*/ 42837 w 176701"/>
                  <a:gd name="connsiteY63" fmla="*/ 54157 h 160218"/>
                  <a:gd name="connsiteX64" fmla="*/ 38943 w 176701"/>
                  <a:gd name="connsiteY64" fmla="*/ 77510 h 160218"/>
                  <a:gd name="connsiteX65" fmla="*/ 30180 w 176701"/>
                  <a:gd name="connsiteY65" fmla="*/ 23992 h 160218"/>
                  <a:gd name="connsiteX66" fmla="*/ 34075 w 176701"/>
                  <a:gd name="connsiteY66" fmla="*/ 12316 h 16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6701" h="160218">
                    <a:moveTo>
                      <a:pt x="174268" y="104755"/>
                    </a:moveTo>
                    <a:cubicBezTo>
                      <a:pt x="166479" y="100863"/>
                      <a:pt x="157717" y="102809"/>
                      <a:pt x="148955" y="103782"/>
                    </a:cubicBezTo>
                    <a:lnTo>
                      <a:pt x="148955" y="103782"/>
                    </a:lnTo>
                    <a:cubicBezTo>
                      <a:pt x="144087" y="104755"/>
                      <a:pt x="139220" y="105728"/>
                      <a:pt x="135325" y="105728"/>
                    </a:cubicBezTo>
                    <a:cubicBezTo>
                      <a:pt x="131431" y="104755"/>
                      <a:pt x="126563" y="103782"/>
                      <a:pt x="123643" y="100863"/>
                    </a:cubicBezTo>
                    <a:cubicBezTo>
                      <a:pt x="118775" y="97944"/>
                      <a:pt x="114881" y="95025"/>
                      <a:pt x="113907" y="93079"/>
                    </a:cubicBezTo>
                    <a:cubicBezTo>
                      <a:pt x="113907" y="91133"/>
                      <a:pt x="111960" y="89186"/>
                      <a:pt x="109039" y="89186"/>
                    </a:cubicBezTo>
                    <a:cubicBezTo>
                      <a:pt x="108065" y="89186"/>
                      <a:pt x="106119" y="89186"/>
                      <a:pt x="105145" y="90160"/>
                    </a:cubicBezTo>
                    <a:cubicBezTo>
                      <a:pt x="104171" y="91133"/>
                      <a:pt x="103198" y="92105"/>
                      <a:pt x="103198" y="94052"/>
                    </a:cubicBezTo>
                    <a:cubicBezTo>
                      <a:pt x="103198" y="95025"/>
                      <a:pt x="103198" y="95025"/>
                      <a:pt x="103198" y="95998"/>
                    </a:cubicBezTo>
                    <a:lnTo>
                      <a:pt x="103198" y="95998"/>
                    </a:lnTo>
                    <a:cubicBezTo>
                      <a:pt x="103198" y="99890"/>
                      <a:pt x="102224" y="110594"/>
                      <a:pt x="98330" y="112540"/>
                    </a:cubicBezTo>
                    <a:cubicBezTo>
                      <a:pt x="96383" y="113513"/>
                      <a:pt x="96383" y="112540"/>
                      <a:pt x="95409" y="112540"/>
                    </a:cubicBezTo>
                    <a:cubicBezTo>
                      <a:pt x="92488" y="110594"/>
                      <a:pt x="90541" y="101836"/>
                      <a:pt x="89568" y="97944"/>
                    </a:cubicBezTo>
                    <a:cubicBezTo>
                      <a:pt x="89568" y="96971"/>
                      <a:pt x="88594" y="95025"/>
                      <a:pt x="87621" y="95025"/>
                    </a:cubicBezTo>
                    <a:cubicBezTo>
                      <a:pt x="86647" y="94052"/>
                      <a:pt x="84700" y="94052"/>
                      <a:pt x="83726" y="94052"/>
                    </a:cubicBezTo>
                    <a:cubicBezTo>
                      <a:pt x="80806" y="95025"/>
                      <a:pt x="78859" y="96971"/>
                      <a:pt x="79832" y="99890"/>
                    </a:cubicBezTo>
                    <a:lnTo>
                      <a:pt x="79832" y="99890"/>
                    </a:lnTo>
                    <a:cubicBezTo>
                      <a:pt x="81779" y="109620"/>
                      <a:pt x="75938" y="119351"/>
                      <a:pt x="69123" y="125189"/>
                    </a:cubicBezTo>
                    <a:lnTo>
                      <a:pt x="69123" y="124216"/>
                    </a:lnTo>
                    <a:cubicBezTo>
                      <a:pt x="68149" y="114486"/>
                      <a:pt x="66202" y="103782"/>
                      <a:pt x="64255" y="98917"/>
                    </a:cubicBezTo>
                    <a:cubicBezTo>
                      <a:pt x="62308" y="94052"/>
                      <a:pt x="60361" y="94052"/>
                      <a:pt x="57440" y="94052"/>
                    </a:cubicBezTo>
                    <a:cubicBezTo>
                      <a:pt x="50625" y="95025"/>
                      <a:pt x="45757" y="93079"/>
                      <a:pt x="41863" y="90160"/>
                    </a:cubicBezTo>
                    <a:cubicBezTo>
                      <a:pt x="45757" y="79456"/>
                      <a:pt x="47705" y="67779"/>
                      <a:pt x="49652" y="55130"/>
                    </a:cubicBezTo>
                    <a:lnTo>
                      <a:pt x="49652" y="53184"/>
                    </a:lnTo>
                    <a:cubicBezTo>
                      <a:pt x="50625" y="41507"/>
                      <a:pt x="52572" y="26912"/>
                      <a:pt x="48678" y="14262"/>
                    </a:cubicBezTo>
                    <a:cubicBezTo>
                      <a:pt x="46731" y="9397"/>
                      <a:pt x="42837" y="2585"/>
                      <a:pt x="36995" y="639"/>
                    </a:cubicBezTo>
                    <a:cubicBezTo>
                      <a:pt x="33101" y="-334"/>
                      <a:pt x="29207" y="-334"/>
                      <a:pt x="25313" y="1612"/>
                    </a:cubicBezTo>
                    <a:cubicBezTo>
                      <a:pt x="19471" y="5504"/>
                      <a:pt x="15577" y="12316"/>
                      <a:pt x="15577" y="23019"/>
                    </a:cubicBezTo>
                    <a:cubicBezTo>
                      <a:pt x="13630" y="42480"/>
                      <a:pt x="19471" y="68752"/>
                      <a:pt x="28233" y="88213"/>
                    </a:cubicBezTo>
                    <a:cubicBezTo>
                      <a:pt x="29207" y="89186"/>
                      <a:pt x="29207" y="90160"/>
                      <a:pt x="30180" y="91133"/>
                    </a:cubicBezTo>
                    <a:cubicBezTo>
                      <a:pt x="26286" y="99890"/>
                      <a:pt x="22392" y="108647"/>
                      <a:pt x="17524" y="116432"/>
                    </a:cubicBezTo>
                    <a:cubicBezTo>
                      <a:pt x="16551" y="117405"/>
                      <a:pt x="15577" y="119351"/>
                      <a:pt x="14603" y="120324"/>
                    </a:cubicBezTo>
                    <a:lnTo>
                      <a:pt x="14603" y="120324"/>
                    </a:lnTo>
                    <a:cubicBezTo>
                      <a:pt x="7789" y="130055"/>
                      <a:pt x="0" y="141731"/>
                      <a:pt x="0" y="155353"/>
                    </a:cubicBezTo>
                    <a:cubicBezTo>
                      <a:pt x="0" y="158273"/>
                      <a:pt x="1947" y="160219"/>
                      <a:pt x="4868" y="160219"/>
                    </a:cubicBezTo>
                    <a:cubicBezTo>
                      <a:pt x="7789" y="160219"/>
                      <a:pt x="9736" y="158273"/>
                      <a:pt x="9736" y="155353"/>
                    </a:cubicBezTo>
                    <a:cubicBezTo>
                      <a:pt x="9736" y="144650"/>
                      <a:pt x="16551" y="134920"/>
                      <a:pt x="22392" y="126162"/>
                    </a:cubicBezTo>
                    <a:cubicBezTo>
                      <a:pt x="23365" y="125189"/>
                      <a:pt x="24339" y="123243"/>
                      <a:pt x="25313" y="122270"/>
                    </a:cubicBezTo>
                    <a:cubicBezTo>
                      <a:pt x="30180" y="115459"/>
                      <a:pt x="34075" y="107674"/>
                      <a:pt x="36995" y="99890"/>
                    </a:cubicBezTo>
                    <a:cubicBezTo>
                      <a:pt x="41863" y="102809"/>
                      <a:pt x="47705" y="104755"/>
                      <a:pt x="53546" y="104755"/>
                    </a:cubicBezTo>
                    <a:cubicBezTo>
                      <a:pt x="54519" y="108647"/>
                      <a:pt x="55493" y="114486"/>
                      <a:pt x="56467" y="122270"/>
                    </a:cubicBezTo>
                    <a:cubicBezTo>
                      <a:pt x="56467" y="125189"/>
                      <a:pt x="57440" y="128108"/>
                      <a:pt x="57440" y="131027"/>
                    </a:cubicBezTo>
                    <a:cubicBezTo>
                      <a:pt x="53546" y="132974"/>
                      <a:pt x="50625" y="135893"/>
                      <a:pt x="48678" y="141731"/>
                    </a:cubicBezTo>
                    <a:cubicBezTo>
                      <a:pt x="47705" y="147569"/>
                      <a:pt x="50625" y="149515"/>
                      <a:pt x="51599" y="150488"/>
                    </a:cubicBezTo>
                    <a:cubicBezTo>
                      <a:pt x="54519" y="152434"/>
                      <a:pt x="58414" y="152434"/>
                      <a:pt x="62308" y="149515"/>
                    </a:cubicBezTo>
                    <a:cubicBezTo>
                      <a:pt x="64255" y="148542"/>
                      <a:pt x="66202" y="145623"/>
                      <a:pt x="67176" y="136866"/>
                    </a:cubicBezTo>
                    <a:cubicBezTo>
                      <a:pt x="68149" y="135893"/>
                      <a:pt x="69123" y="135893"/>
                      <a:pt x="70097" y="135893"/>
                    </a:cubicBezTo>
                    <a:cubicBezTo>
                      <a:pt x="75938" y="132000"/>
                      <a:pt x="81779" y="125189"/>
                      <a:pt x="84700" y="118378"/>
                    </a:cubicBezTo>
                    <a:cubicBezTo>
                      <a:pt x="85674" y="119351"/>
                      <a:pt x="86647" y="120324"/>
                      <a:pt x="88594" y="121297"/>
                    </a:cubicBezTo>
                    <a:cubicBezTo>
                      <a:pt x="91515" y="123243"/>
                      <a:pt x="95409" y="123243"/>
                      <a:pt x="99303" y="122270"/>
                    </a:cubicBezTo>
                    <a:cubicBezTo>
                      <a:pt x="105145" y="120324"/>
                      <a:pt x="108065" y="115459"/>
                      <a:pt x="110013" y="106701"/>
                    </a:cubicBezTo>
                    <a:cubicBezTo>
                      <a:pt x="111960" y="107674"/>
                      <a:pt x="112933" y="108647"/>
                      <a:pt x="114881" y="110594"/>
                    </a:cubicBezTo>
                    <a:cubicBezTo>
                      <a:pt x="119748" y="113513"/>
                      <a:pt x="125590" y="115459"/>
                      <a:pt x="131431" y="116432"/>
                    </a:cubicBezTo>
                    <a:cubicBezTo>
                      <a:pt x="137272" y="117405"/>
                      <a:pt x="143114" y="115459"/>
                      <a:pt x="147982" y="114486"/>
                    </a:cubicBezTo>
                    <a:cubicBezTo>
                      <a:pt x="154797" y="112540"/>
                      <a:pt x="161612" y="111566"/>
                      <a:pt x="166479" y="114486"/>
                    </a:cubicBezTo>
                    <a:cubicBezTo>
                      <a:pt x="169400" y="115459"/>
                      <a:pt x="172321" y="114486"/>
                      <a:pt x="173294" y="112540"/>
                    </a:cubicBezTo>
                    <a:cubicBezTo>
                      <a:pt x="178162" y="109620"/>
                      <a:pt x="177189" y="106701"/>
                      <a:pt x="174268" y="104755"/>
                    </a:cubicBezTo>
                    <a:close/>
                    <a:moveTo>
                      <a:pt x="34075" y="12316"/>
                    </a:moveTo>
                    <a:cubicBezTo>
                      <a:pt x="35048" y="12316"/>
                      <a:pt x="35048" y="11343"/>
                      <a:pt x="36022" y="11343"/>
                    </a:cubicBezTo>
                    <a:lnTo>
                      <a:pt x="36995" y="11343"/>
                    </a:lnTo>
                    <a:cubicBezTo>
                      <a:pt x="38943" y="12316"/>
                      <a:pt x="41863" y="15235"/>
                      <a:pt x="42837" y="18154"/>
                    </a:cubicBezTo>
                    <a:cubicBezTo>
                      <a:pt x="45757" y="27885"/>
                      <a:pt x="44784" y="41507"/>
                      <a:pt x="42837" y="52211"/>
                    </a:cubicBezTo>
                    <a:lnTo>
                      <a:pt x="42837" y="54157"/>
                    </a:lnTo>
                    <a:cubicBezTo>
                      <a:pt x="41863" y="61941"/>
                      <a:pt x="40890" y="70699"/>
                      <a:pt x="38943" y="77510"/>
                    </a:cubicBezTo>
                    <a:cubicBezTo>
                      <a:pt x="32128" y="59995"/>
                      <a:pt x="28233" y="40534"/>
                      <a:pt x="30180" y="23992"/>
                    </a:cubicBezTo>
                    <a:cubicBezTo>
                      <a:pt x="29207" y="21073"/>
                      <a:pt x="30180" y="14262"/>
                      <a:pt x="34075" y="1231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48" name="Freeform 647">
                <a:extLst>
                  <a:ext uri="{FF2B5EF4-FFF2-40B4-BE49-F238E27FC236}">
                    <a16:creationId xmlns:a16="http://schemas.microsoft.com/office/drawing/2014/main" id="{4719DB1B-D48B-C3A6-BE0D-260D16879276}"/>
                  </a:ext>
                </a:extLst>
              </p:cNvPr>
              <p:cNvSpPr/>
              <p:nvPr/>
            </p:nvSpPr>
            <p:spPr>
              <a:xfrm>
                <a:off x="7425468" y="4204685"/>
                <a:ext cx="128510" cy="66167"/>
              </a:xfrm>
              <a:custGeom>
                <a:avLst/>
                <a:gdLst>
                  <a:gd name="connsiteX0" fmla="*/ 124616 w 128510"/>
                  <a:gd name="connsiteY0" fmla="*/ 0 h 66167"/>
                  <a:gd name="connsiteX1" fmla="*/ 120722 w 128510"/>
                  <a:gd name="connsiteY1" fmla="*/ 0 h 66167"/>
                  <a:gd name="connsiteX2" fmla="*/ 74965 w 128510"/>
                  <a:gd name="connsiteY2" fmla="*/ 17515 h 66167"/>
                  <a:gd name="connsiteX3" fmla="*/ 974 w 128510"/>
                  <a:gd name="connsiteY3" fmla="*/ 57410 h 66167"/>
                  <a:gd name="connsiteX4" fmla="*/ 0 w 128510"/>
                  <a:gd name="connsiteY4" fmla="*/ 61302 h 66167"/>
                  <a:gd name="connsiteX5" fmla="*/ 1947 w 128510"/>
                  <a:gd name="connsiteY5" fmla="*/ 65194 h 66167"/>
                  <a:gd name="connsiteX6" fmla="*/ 4868 w 128510"/>
                  <a:gd name="connsiteY6" fmla="*/ 66167 h 66167"/>
                  <a:gd name="connsiteX7" fmla="*/ 8762 w 128510"/>
                  <a:gd name="connsiteY7" fmla="*/ 64221 h 66167"/>
                  <a:gd name="connsiteX8" fmla="*/ 78859 w 128510"/>
                  <a:gd name="connsiteY8" fmla="*/ 27245 h 66167"/>
                  <a:gd name="connsiteX9" fmla="*/ 125590 w 128510"/>
                  <a:gd name="connsiteY9" fmla="*/ 9730 h 66167"/>
                  <a:gd name="connsiteX10" fmla="*/ 128511 w 128510"/>
                  <a:gd name="connsiteY10" fmla="*/ 6811 h 66167"/>
                  <a:gd name="connsiteX11" fmla="*/ 128511 w 128510"/>
                  <a:gd name="connsiteY11" fmla="*/ 2919 h 66167"/>
                  <a:gd name="connsiteX12" fmla="*/ 124616 w 128510"/>
                  <a:gd name="connsiteY12" fmla="*/ 0 h 6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510" h="66167">
                    <a:moveTo>
                      <a:pt x="124616" y="0"/>
                    </a:moveTo>
                    <a:cubicBezTo>
                      <a:pt x="123643" y="0"/>
                      <a:pt x="121695" y="0"/>
                      <a:pt x="120722" y="0"/>
                    </a:cubicBezTo>
                    <a:cubicBezTo>
                      <a:pt x="104171" y="6811"/>
                      <a:pt x="89568" y="12649"/>
                      <a:pt x="74965" y="17515"/>
                    </a:cubicBezTo>
                    <a:cubicBezTo>
                      <a:pt x="45758" y="27245"/>
                      <a:pt x="20445" y="36003"/>
                      <a:pt x="974" y="57410"/>
                    </a:cubicBezTo>
                    <a:cubicBezTo>
                      <a:pt x="0" y="58383"/>
                      <a:pt x="0" y="59356"/>
                      <a:pt x="0" y="61302"/>
                    </a:cubicBezTo>
                    <a:cubicBezTo>
                      <a:pt x="0" y="62275"/>
                      <a:pt x="974" y="64221"/>
                      <a:pt x="1947" y="65194"/>
                    </a:cubicBezTo>
                    <a:cubicBezTo>
                      <a:pt x="2921" y="66167"/>
                      <a:pt x="3894" y="66167"/>
                      <a:pt x="4868" y="66167"/>
                    </a:cubicBezTo>
                    <a:cubicBezTo>
                      <a:pt x="5841" y="66167"/>
                      <a:pt x="7789" y="65194"/>
                      <a:pt x="8762" y="64221"/>
                    </a:cubicBezTo>
                    <a:cubicBezTo>
                      <a:pt x="26286" y="44760"/>
                      <a:pt x="50625" y="36003"/>
                      <a:pt x="78859" y="27245"/>
                    </a:cubicBezTo>
                    <a:cubicBezTo>
                      <a:pt x="93462" y="22380"/>
                      <a:pt x="109039" y="17515"/>
                      <a:pt x="125590" y="9730"/>
                    </a:cubicBezTo>
                    <a:cubicBezTo>
                      <a:pt x="126563" y="8757"/>
                      <a:pt x="127537" y="7784"/>
                      <a:pt x="128511" y="6811"/>
                    </a:cubicBezTo>
                    <a:cubicBezTo>
                      <a:pt x="128511" y="5838"/>
                      <a:pt x="128511" y="3892"/>
                      <a:pt x="128511" y="2919"/>
                    </a:cubicBezTo>
                    <a:cubicBezTo>
                      <a:pt x="127537" y="1946"/>
                      <a:pt x="126563" y="973"/>
                      <a:pt x="124616" y="0"/>
                    </a:cubicBezTo>
                    <a:close/>
                  </a:path>
                </a:pathLst>
              </a:custGeom>
              <a:solidFill>
                <a:srgbClr val="FFFFFF"/>
              </a:solidFill>
              <a:ln w="2920" cap="flat">
                <a:solidFill>
                  <a:srgbClr val="FFFFFF"/>
                </a:solidFill>
                <a:prstDash val="solid"/>
                <a:miter/>
              </a:ln>
            </p:spPr>
            <p:txBody>
              <a:bodyPr rtlCol="0" anchor="ctr"/>
              <a:lstStyle/>
              <a:p>
                <a:endParaRPr lang="en-US" dirty="0">
                  <a:latin typeface="Proxima Nova Rg" panose="02000506030000020004" pitchFamily="2" charset="77"/>
                </a:endParaRPr>
              </a:p>
            </p:txBody>
          </p:sp>
          <p:sp>
            <p:nvSpPr>
              <p:cNvPr id="649" name="Freeform 648">
                <a:extLst>
                  <a:ext uri="{FF2B5EF4-FFF2-40B4-BE49-F238E27FC236}">
                    <a16:creationId xmlns:a16="http://schemas.microsoft.com/office/drawing/2014/main" id="{66853AD4-1BAF-28B9-D12C-54D02F7602E4}"/>
                  </a:ext>
                </a:extLst>
              </p:cNvPr>
              <p:cNvSpPr/>
              <p:nvPr/>
            </p:nvSpPr>
            <p:spPr>
              <a:xfrm>
                <a:off x="7332979" y="3966288"/>
                <a:ext cx="212237" cy="377541"/>
              </a:xfrm>
              <a:custGeom>
                <a:avLst/>
                <a:gdLst>
                  <a:gd name="connsiteX0" fmla="*/ 207369 w 212237"/>
                  <a:gd name="connsiteY0" fmla="*/ 287049 h 377541"/>
                  <a:gd name="connsiteX1" fmla="*/ 202501 w 212237"/>
                  <a:gd name="connsiteY1" fmla="*/ 291914 h 377541"/>
                  <a:gd name="connsiteX2" fmla="*/ 202501 w 212237"/>
                  <a:gd name="connsiteY2" fmla="*/ 343485 h 377541"/>
                  <a:gd name="connsiteX3" fmla="*/ 178162 w 212237"/>
                  <a:gd name="connsiteY3" fmla="*/ 367811 h 377541"/>
                  <a:gd name="connsiteX4" fmla="*/ 34075 w 212237"/>
                  <a:gd name="connsiteY4" fmla="*/ 367811 h 377541"/>
                  <a:gd name="connsiteX5" fmla="*/ 9736 w 212237"/>
                  <a:gd name="connsiteY5" fmla="*/ 343485 h 377541"/>
                  <a:gd name="connsiteX6" fmla="*/ 9736 w 212237"/>
                  <a:gd name="connsiteY6" fmla="*/ 34057 h 377541"/>
                  <a:gd name="connsiteX7" fmla="*/ 34075 w 212237"/>
                  <a:gd name="connsiteY7" fmla="*/ 9730 h 377541"/>
                  <a:gd name="connsiteX8" fmla="*/ 178162 w 212237"/>
                  <a:gd name="connsiteY8" fmla="*/ 9730 h 377541"/>
                  <a:gd name="connsiteX9" fmla="*/ 202501 w 212237"/>
                  <a:gd name="connsiteY9" fmla="*/ 34057 h 377541"/>
                  <a:gd name="connsiteX10" fmla="*/ 202501 w 212237"/>
                  <a:gd name="connsiteY10" fmla="*/ 63248 h 377541"/>
                  <a:gd name="connsiteX11" fmla="*/ 207369 w 212237"/>
                  <a:gd name="connsiteY11" fmla="*/ 68113 h 377541"/>
                  <a:gd name="connsiteX12" fmla="*/ 212237 w 212237"/>
                  <a:gd name="connsiteY12" fmla="*/ 63248 h 377541"/>
                  <a:gd name="connsiteX13" fmla="*/ 212237 w 212237"/>
                  <a:gd name="connsiteY13" fmla="*/ 34057 h 377541"/>
                  <a:gd name="connsiteX14" fmla="*/ 178162 w 212237"/>
                  <a:gd name="connsiteY14" fmla="*/ 0 h 377541"/>
                  <a:gd name="connsiteX15" fmla="*/ 34075 w 212237"/>
                  <a:gd name="connsiteY15" fmla="*/ 0 h 377541"/>
                  <a:gd name="connsiteX16" fmla="*/ 0 w 212237"/>
                  <a:gd name="connsiteY16" fmla="*/ 34057 h 377541"/>
                  <a:gd name="connsiteX17" fmla="*/ 0 w 212237"/>
                  <a:gd name="connsiteY17" fmla="*/ 343485 h 377541"/>
                  <a:gd name="connsiteX18" fmla="*/ 34075 w 212237"/>
                  <a:gd name="connsiteY18" fmla="*/ 377542 h 377541"/>
                  <a:gd name="connsiteX19" fmla="*/ 178162 w 212237"/>
                  <a:gd name="connsiteY19" fmla="*/ 377542 h 377541"/>
                  <a:gd name="connsiteX20" fmla="*/ 212237 w 212237"/>
                  <a:gd name="connsiteY20" fmla="*/ 343485 h 377541"/>
                  <a:gd name="connsiteX21" fmla="*/ 212237 w 212237"/>
                  <a:gd name="connsiteY21" fmla="*/ 291914 h 377541"/>
                  <a:gd name="connsiteX22" fmla="*/ 207369 w 212237"/>
                  <a:gd name="connsiteY22" fmla="*/ 287049 h 37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237" h="377541">
                    <a:moveTo>
                      <a:pt x="207369" y="287049"/>
                    </a:moveTo>
                    <a:cubicBezTo>
                      <a:pt x="204448" y="287049"/>
                      <a:pt x="202501" y="288995"/>
                      <a:pt x="202501" y="291914"/>
                    </a:cubicBezTo>
                    <a:lnTo>
                      <a:pt x="202501" y="343485"/>
                    </a:lnTo>
                    <a:cubicBezTo>
                      <a:pt x="202501" y="357108"/>
                      <a:pt x="191792" y="367811"/>
                      <a:pt x="178162" y="367811"/>
                    </a:cubicBezTo>
                    <a:lnTo>
                      <a:pt x="34075" y="367811"/>
                    </a:lnTo>
                    <a:cubicBezTo>
                      <a:pt x="20445" y="367811"/>
                      <a:pt x="9736" y="357108"/>
                      <a:pt x="9736" y="343485"/>
                    </a:cubicBezTo>
                    <a:lnTo>
                      <a:pt x="9736" y="34057"/>
                    </a:lnTo>
                    <a:cubicBezTo>
                      <a:pt x="9736" y="20434"/>
                      <a:pt x="20445" y="9730"/>
                      <a:pt x="34075" y="9730"/>
                    </a:cubicBezTo>
                    <a:lnTo>
                      <a:pt x="178162" y="9730"/>
                    </a:lnTo>
                    <a:cubicBezTo>
                      <a:pt x="191792" y="9730"/>
                      <a:pt x="202501" y="20434"/>
                      <a:pt x="202501" y="34057"/>
                    </a:cubicBezTo>
                    <a:lnTo>
                      <a:pt x="202501" y="63248"/>
                    </a:lnTo>
                    <a:cubicBezTo>
                      <a:pt x="202501" y="66167"/>
                      <a:pt x="204448" y="68113"/>
                      <a:pt x="207369" y="68113"/>
                    </a:cubicBezTo>
                    <a:cubicBezTo>
                      <a:pt x="210290" y="68113"/>
                      <a:pt x="212237" y="66167"/>
                      <a:pt x="212237" y="63248"/>
                    </a:cubicBezTo>
                    <a:lnTo>
                      <a:pt x="212237" y="34057"/>
                    </a:lnTo>
                    <a:cubicBezTo>
                      <a:pt x="212237" y="15569"/>
                      <a:pt x="196660" y="0"/>
                      <a:pt x="178162" y="0"/>
                    </a:cubicBezTo>
                    <a:lnTo>
                      <a:pt x="34075" y="0"/>
                    </a:lnTo>
                    <a:cubicBezTo>
                      <a:pt x="15577" y="0"/>
                      <a:pt x="0" y="15569"/>
                      <a:pt x="0" y="34057"/>
                    </a:cubicBezTo>
                    <a:lnTo>
                      <a:pt x="0" y="343485"/>
                    </a:lnTo>
                    <a:cubicBezTo>
                      <a:pt x="0" y="361973"/>
                      <a:pt x="15577" y="377542"/>
                      <a:pt x="34075" y="377542"/>
                    </a:cubicBezTo>
                    <a:lnTo>
                      <a:pt x="178162" y="377542"/>
                    </a:lnTo>
                    <a:cubicBezTo>
                      <a:pt x="196660" y="377542"/>
                      <a:pt x="212237" y="361973"/>
                      <a:pt x="212237" y="343485"/>
                    </a:cubicBezTo>
                    <a:lnTo>
                      <a:pt x="212237" y="291914"/>
                    </a:lnTo>
                    <a:cubicBezTo>
                      <a:pt x="212237" y="288995"/>
                      <a:pt x="210290" y="287049"/>
                      <a:pt x="207369" y="287049"/>
                    </a:cubicBezTo>
                    <a:close/>
                  </a:path>
                </a:pathLst>
              </a:custGeom>
              <a:solidFill>
                <a:srgbClr val="FFFFFF"/>
              </a:solidFill>
              <a:ln w="2920" cap="flat">
                <a:solidFill>
                  <a:srgbClr val="FFFFFF"/>
                </a:solidFill>
                <a:prstDash val="solid"/>
                <a:miter/>
              </a:ln>
            </p:spPr>
            <p:txBody>
              <a:bodyPr rtlCol="0" anchor="ctr"/>
              <a:lstStyle/>
              <a:p>
                <a:endParaRPr lang="en-US" dirty="0">
                  <a:latin typeface="Proxima Nova Rg" panose="02000506030000020004" pitchFamily="2" charset="77"/>
                </a:endParaRPr>
              </a:p>
            </p:txBody>
          </p:sp>
        </p:grpSp>
      </p:grpSp>
      <p:grpSp>
        <p:nvGrpSpPr>
          <p:cNvPr id="694" name="Graphic 450">
            <a:extLst>
              <a:ext uri="{FF2B5EF4-FFF2-40B4-BE49-F238E27FC236}">
                <a16:creationId xmlns:a16="http://schemas.microsoft.com/office/drawing/2014/main" id="{88C99DB8-EAF6-50A5-11AF-9F208295F8B4}"/>
              </a:ext>
            </a:extLst>
          </p:cNvPr>
          <p:cNvGrpSpPr/>
          <p:nvPr/>
        </p:nvGrpSpPr>
        <p:grpSpPr>
          <a:xfrm>
            <a:off x="5005124" y="5474761"/>
            <a:ext cx="594648" cy="594332"/>
            <a:chOff x="7188892" y="4696073"/>
            <a:chExt cx="558825" cy="558528"/>
          </a:xfrm>
        </p:grpSpPr>
        <p:sp>
          <p:nvSpPr>
            <p:cNvPr id="695" name="Freeform 694">
              <a:extLst>
                <a:ext uri="{FF2B5EF4-FFF2-40B4-BE49-F238E27FC236}">
                  <a16:creationId xmlns:a16="http://schemas.microsoft.com/office/drawing/2014/main" id="{F1B0E5E5-0447-F8E1-344A-19C3D3F72670}"/>
                </a:ext>
              </a:extLst>
            </p:cNvPr>
            <p:cNvSpPr/>
            <p:nvPr/>
          </p:nvSpPr>
          <p:spPr>
            <a:xfrm>
              <a:off x="7188892" y="469607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38A4A1"/>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96" name="Graphic 450">
              <a:extLst>
                <a:ext uri="{FF2B5EF4-FFF2-40B4-BE49-F238E27FC236}">
                  <a16:creationId xmlns:a16="http://schemas.microsoft.com/office/drawing/2014/main" id="{359B7337-CACF-8EDA-8255-2A9615A57CD1}"/>
                </a:ext>
              </a:extLst>
            </p:cNvPr>
            <p:cNvGrpSpPr/>
            <p:nvPr/>
          </p:nvGrpSpPr>
          <p:grpSpPr>
            <a:xfrm>
              <a:off x="7338821" y="4794988"/>
              <a:ext cx="257994" cy="360362"/>
              <a:chOff x="7338821" y="4794988"/>
              <a:chExt cx="257994" cy="360362"/>
            </a:xfrm>
            <a:solidFill>
              <a:srgbClr val="FFFFFF"/>
            </a:solidFill>
          </p:grpSpPr>
          <p:sp>
            <p:nvSpPr>
              <p:cNvPr id="697" name="Freeform 696">
                <a:extLst>
                  <a:ext uri="{FF2B5EF4-FFF2-40B4-BE49-F238E27FC236}">
                    <a16:creationId xmlns:a16="http://schemas.microsoft.com/office/drawing/2014/main" id="{4E2EAE22-609C-EB43-2E56-577C67DCEF7A}"/>
                  </a:ext>
                </a:extLst>
              </p:cNvPr>
              <p:cNvSpPr/>
              <p:nvPr/>
            </p:nvSpPr>
            <p:spPr>
              <a:xfrm>
                <a:off x="7338821" y="4933496"/>
                <a:ext cx="133378" cy="219908"/>
              </a:xfrm>
              <a:custGeom>
                <a:avLst/>
                <a:gdLst>
                  <a:gd name="connsiteX0" fmla="*/ 60361 w 133378"/>
                  <a:gd name="connsiteY0" fmla="*/ 219909 h 219908"/>
                  <a:gd name="connsiteX1" fmla="*/ 56467 w 133378"/>
                  <a:gd name="connsiteY1" fmla="*/ 216016 h 219908"/>
                  <a:gd name="connsiteX2" fmla="*/ 56467 w 133378"/>
                  <a:gd name="connsiteY2" fmla="*/ 200448 h 219908"/>
                  <a:gd name="connsiteX3" fmla="*/ 50625 w 133378"/>
                  <a:gd name="connsiteY3" fmla="*/ 181960 h 219908"/>
                  <a:gd name="connsiteX4" fmla="*/ 17524 w 133378"/>
                  <a:gd name="connsiteY4" fmla="*/ 137200 h 219908"/>
                  <a:gd name="connsiteX5" fmla="*/ 0 w 133378"/>
                  <a:gd name="connsiteY5" fmla="*/ 82709 h 219908"/>
                  <a:gd name="connsiteX6" fmla="*/ 0 w 133378"/>
                  <a:gd name="connsiteY6" fmla="*/ 19461 h 219908"/>
                  <a:gd name="connsiteX7" fmla="*/ 19471 w 133378"/>
                  <a:gd name="connsiteY7" fmla="*/ 0 h 219908"/>
                  <a:gd name="connsiteX8" fmla="*/ 33101 w 133378"/>
                  <a:gd name="connsiteY8" fmla="*/ 5838 h 219908"/>
                  <a:gd name="connsiteX9" fmla="*/ 38943 w 133378"/>
                  <a:gd name="connsiteY9" fmla="*/ 19461 h 219908"/>
                  <a:gd name="connsiteX10" fmla="*/ 38943 w 133378"/>
                  <a:gd name="connsiteY10" fmla="*/ 68113 h 219908"/>
                  <a:gd name="connsiteX11" fmla="*/ 39916 w 133378"/>
                  <a:gd name="connsiteY11" fmla="*/ 78817 h 219908"/>
                  <a:gd name="connsiteX12" fmla="*/ 41863 w 133378"/>
                  <a:gd name="connsiteY12" fmla="*/ 75898 h 219908"/>
                  <a:gd name="connsiteX13" fmla="*/ 57440 w 133378"/>
                  <a:gd name="connsiteY13" fmla="*/ 68113 h 219908"/>
                  <a:gd name="connsiteX14" fmla="*/ 58414 w 133378"/>
                  <a:gd name="connsiteY14" fmla="*/ 68113 h 219908"/>
                  <a:gd name="connsiteX15" fmla="*/ 73991 w 133378"/>
                  <a:gd name="connsiteY15" fmla="*/ 74925 h 219908"/>
                  <a:gd name="connsiteX16" fmla="*/ 111960 w 133378"/>
                  <a:gd name="connsiteY16" fmla="*/ 108981 h 219908"/>
                  <a:gd name="connsiteX17" fmla="*/ 133378 w 133378"/>
                  <a:gd name="connsiteY17" fmla="*/ 157634 h 219908"/>
                  <a:gd name="connsiteX18" fmla="*/ 133378 w 133378"/>
                  <a:gd name="connsiteY18" fmla="*/ 216016 h 219908"/>
                  <a:gd name="connsiteX19" fmla="*/ 129484 w 133378"/>
                  <a:gd name="connsiteY19" fmla="*/ 219909 h 219908"/>
                  <a:gd name="connsiteX20" fmla="*/ 125590 w 133378"/>
                  <a:gd name="connsiteY20" fmla="*/ 216016 h 219908"/>
                  <a:gd name="connsiteX21" fmla="*/ 125590 w 133378"/>
                  <a:gd name="connsiteY21" fmla="*/ 157634 h 219908"/>
                  <a:gd name="connsiteX22" fmla="*/ 106118 w 133378"/>
                  <a:gd name="connsiteY22" fmla="*/ 114820 h 219908"/>
                  <a:gd name="connsiteX23" fmla="*/ 68149 w 133378"/>
                  <a:gd name="connsiteY23" fmla="*/ 80763 h 219908"/>
                  <a:gd name="connsiteX24" fmla="*/ 57440 w 133378"/>
                  <a:gd name="connsiteY24" fmla="*/ 75898 h 219908"/>
                  <a:gd name="connsiteX25" fmla="*/ 47705 w 133378"/>
                  <a:gd name="connsiteY25" fmla="*/ 80763 h 219908"/>
                  <a:gd name="connsiteX26" fmla="*/ 46731 w 133378"/>
                  <a:gd name="connsiteY26" fmla="*/ 96332 h 219908"/>
                  <a:gd name="connsiteX27" fmla="*/ 48678 w 133378"/>
                  <a:gd name="connsiteY27" fmla="*/ 99251 h 219908"/>
                  <a:gd name="connsiteX28" fmla="*/ 77885 w 133378"/>
                  <a:gd name="connsiteY28" fmla="*/ 132334 h 219908"/>
                  <a:gd name="connsiteX29" fmla="*/ 78859 w 133378"/>
                  <a:gd name="connsiteY29" fmla="*/ 136226 h 219908"/>
                  <a:gd name="connsiteX30" fmla="*/ 75938 w 133378"/>
                  <a:gd name="connsiteY30" fmla="*/ 139146 h 219908"/>
                  <a:gd name="connsiteX31" fmla="*/ 72044 w 133378"/>
                  <a:gd name="connsiteY31" fmla="*/ 138173 h 219908"/>
                  <a:gd name="connsiteX32" fmla="*/ 44784 w 133378"/>
                  <a:gd name="connsiteY32" fmla="*/ 108008 h 219908"/>
                  <a:gd name="connsiteX33" fmla="*/ 42837 w 133378"/>
                  <a:gd name="connsiteY33" fmla="*/ 106062 h 219908"/>
                  <a:gd name="connsiteX34" fmla="*/ 42837 w 133378"/>
                  <a:gd name="connsiteY34" fmla="*/ 106062 h 219908"/>
                  <a:gd name="connsiteX35" fmla="*/ 40890 w 133378"/>
                  <a:gd name="connsiteY35" fmla="*/ 103143 h 219908"/>
                  <a:gd name="connsiteX36" fmla="*/ 31154 w 133378"/>
                  <a:gd name="connsiteY36" fmla="*/ 71033 h 219908"/>
                  <a:gd name="connsiteX37" fmla="*/ 31154 w 133378"/>
                  <a:gd name="connsiteY37" fmla="*/ 22380 h 219908"/>
                  <a:gd name="connsiteX38" fmla="*/ 27260 w 133378"/>
                  <a:gd name="connsiteY38" fmla="*/ 13623 h 219908"/>
                  <a:gd name="connsiteX39" fmla="*/ 18498 w 133378"/>
                  <a:gd name="connsiteY39" fmla="*/ 9730 h 219908"/>
                  <a:gd name="connsiteX40" fmla="*/ 6815 w 133378"/>
                  <a:gd name="connsiteY40" fmla="*/ 21407 h 219908"/>
                  <a:gd name="connsiteX41" fmla="*/ 6815 w 133378"/>
                  <a:gd name="connsiteY41" fmla="*/ 84655 h 219908"/>
                  <a:gd name="connsiteX42" fmla="*/ 23365 w 133378"/>
                  <a:gd name="connsiteY42" fmla="*/ 134281 h 219908"/>
                  <a:gd name="connsiteX43" fmla="*/ 56467 w 133378"/>
                  <a:gd name="connsiteY43" fmla="*/ 179040 h 219908"/>
                  <a:gd name="connsiteX44" fmla="*/ 64255 w 133378"/>
                  <a:gd name="connsiteY44" fmla="*/ 201421 h 219908"/>
                  <a:gd name="connsiteX45" fmla="*/ 64255 w 133378"/>
                  <a:gd name="connsiteY45" fmla="*/ 216990 h 219908"/>
                  <a:gd name="connsiteX46" fmla="*/ 60361 w 133378"/>
                  <a:gd name="connsiteY46" fmla="*/ 219909 h 219908"/>
                  <a:gd name="connsiteX47" fmla="*/ 60361 w 133378"/>
                  <a:gd name="connsiteY47" fmla="*/ 219909 h 21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3378" h="219908">
                    <a:moveTo>
                      <a:pt x="60361" y="219909"/>
                    </a:moveTo>
                    <a:cubicBezTo>
                      <a:pt x="58414" y="219909"/>
                      <a:pt x="56467" y="217962"/>
                      <a:pt x="56467" y="216016"/>
                    </a:cubicBezTo>
                    <a:lnTo>
                      <a:pt x="56467" y="200448"/>
                    </a:lnTo>
                    <a:cubicBezTo>
                      <a:pt x="56467" y="193636"/>
                      <a:pt x="54520" y="187798"/>
                      <a:pt x="50625" y="181960"/>
                    </a:cubicBezTo>
                    <a:lnTo>
                      <a:pt x="17524" y="137200"/>
                    </a:lnTo>
                    <a:cubicBezTo>
                      <a:pt x="5841" y="121631"/>
                      <a:pt x="0" y="102170"/>
                      <a:pt x="0" y="82709"/>
                    </a:cubicBezTo>
                    <a:lnTo>
                      <a:pt x="0" y="19461"/>
                    </a:lnTo>
                    <a:cubicBezTo>
                      <a:pt x="0" y="8757"/>
                      <a:pt x="8762" y="0"/>
                      <a:pt x="19471" y="0"/>
                    </a:cubicBezTo>
                    <a:cubicBezTo>
                      <a:pt x="24339" y="0"/>
                      <a:pt x="30181" y="1946"/>
                      <a:pt x="33101" y="5838"/>
                    </a:cubicBezTo>
                    <a:cubicBezTo>
                      <a:pt x="36995" y="9730"/>
                      <a:pt x="38943" y="14596"/>
                      <a:pt x="38943" y="19461"/>
                    </a:cubicBezTo>
                    <a:lnTo>
                      <a:pt x="38943" y="68113"/>
                    </a:lnTo>
                    <a:cubicBezTo>
                      <a:pt x="38943" y="72005"/>
                      <a:pt x="38943" y="75898"/>
                      <a:pt x="39916" y="78817"/>
                    </a:cubicBezTo>
                    <a:cubicBezTo>
                      <a:pt x="40890" y="77844"/>
                      <a:pt x="40890" y="76871"/>
                      <a:pt x="41863" y="75898"/>
                    </a:cubicBezTo>
                    <a:cubicBezTo>
                      <a:pt x="45757" y="71033"/>
                      <a:pt x="51599" y="68113"/>
                      <a:pt x="57440" y="68113"/>
                    </a:cubicBezTo>
                    <a:cubicBezTo>
                      <a:pt x="57440" y="68113"/>
                      <a:pt x="57440" y="68113"/>
                      <a:pt x="58414" y="68113"/>
                    </a:cubicBezTo>
                    <a:cubicBezTo>
                      <a:pt x="64255" y="68113"/>
                      <a:pt x="70097" y="71033"/>
                      <a:pt x="73991" y="74925"/>
                    </a:cubicBezTo>
                    <a:lnTo>
                      <a:pt x="111960" y="108981"/>
                    </a:lnTo>
                    <a:cubicBezTo>
                      <a:pt x="125590" y="121631"/>
                      <a:pt x="133378" y="139146"/>
                      <a:pt x="133378" y="157634"/>
                    </a:cubicBezTo>
                    <a:lnTo>
                      <a:pt x="133378" y="216016"/>
                    </a:lnTo>
                    <a:cubicBezTo>
                      <a:pt x="133378" y="217962"/>
                      <a:pt x="131431" y="219909"/>
                      <a:pt x="129484" y="219909"/>
                    </a:cubicBezTo>
                    <a:cubicBezTo>
                      <a:pt x="127537" y="219909"/>
                      <a:pt x="125590" y="217962"/>
                      <a:pt x="125590" y="216016"/>
                    </a:cubicBezTo>
                    <a:lnTo>
                      <a:pt x="125590" y="157634"/>
                    </a:lnTo>
                    <a:cubicBezTo>
                      <a:pt x="125590" y="141092"/>
                      <a:pt x="118775" y="125523"/>
                      <a:pt x="106118" y="114820"/>
                    </a:cubicBezTo>
                    <a:lnTo>
                      <a:pt x="68149" y="80763"/>
                    </a:lnTo>
                    <a:cubicBezTo>
                      <a:pt x="65229" y="77844"/>
                      <a:pt x="61335" y="75898"/>
                      <a:pt x="57440" y="75898"/>
                    </a:cubicBezTo>
                    <a:cubicBezTo>
                      <a:pt x="53546" y="75898"/>
                      <a:pt x="49652" y="77844"/>
                      <a:pt x="47705" y="80763"/>
                    </a:cubicBezTo>
                    <a:cubicBezTo>
                      <a:pt x="44784" y="84655"/>
                      <a:pt x="43810" y="91466"/>
                      <a:pt x="46731" y="96332"/>
                    </a:cubicBezTo>
                    <a:cubicBezTo>
                      <a:pt x="47705" y="97305"/>
                      <a:pt x="47705" y="98278"/>
                      <a:pt x="48678" y="99251"/>
                    </a:cubicBezTo>
                    <a:lnTo>
                      <a:pt x="77885" y="132334"/>
                    </a:lnTo>
                    <a:cubicBezTo>
                      <a:pt x="78859" y="133307"/>
                      <a:pt x="78859" y="135253"/>
                      <a:pt x="78859" y="136226"/>
                    </a:cubicBezTo>
                    <a:cubicBezTo>
                      <a:pt x="78859" y="137200"/>
                      <a:pt x="76911" y="138173"/>
                      <a:pt x="75938" y="139146"/>
                    </a:cubicBezTo>
                    <a:cubicBezTo>
                      <a:pt x="74964" y="139146"/>
                      <a:pt x="73017" y="139146"/>
                      <a:pt x="72044" y="138173"/>
                    </a:cubicBezTo>
                    <a:lnTo>
                      <a:pt x="44784" y="108008"/>
                    </a:lnTo>
                    <a:cubicBezTo>
                      <a:pt x="43810" y="107035"/>
                      <a:pt x="43810" y="106062"/>
                      <a:pt x="42837" y="106062"/>
                    </a:cubicBezTo>
                    <a:lnTo>
                      <a:pt x="42837" y="106062"/>
                    </a:lnTo>
                    <a:cubicBezTo>
                      <a:pt x="41863" y="105089"/>
                      <a:pt x="40890" y="104116"/>
                      <a:pt x="40890" y="103143"/>
                    </a:cubicBezTo>
                    <a:cubicBezTo>
                      <a:pt x="34075" y="93413"/>
                      <a:pt x="31154" y="82709"/>
                      <a:pt x="31154" y="71033"/>
                    </a:cubicBezTo>
                    <a:lnTo>
                      <a:pt x="31154" y="22380"/>
                    </a:lnTo>
                    <a:cubicBezTo>
                      <a:pt x="31154" y="19461"/>
                      <a:pt x="30181" y="16542"/>
                      <a:pt x="27260" y="13623"/>
                    </a:cubicBezTo>
                    <a:cubicBezTo>
                      <a:pt x="25313" y="11677"/>
                      <a:pt x="22392" y="9730"/>
                      <a:pt x="18498" y="9730"/>
                    </a:cubicBezTo>
                    <a:cubicBezTo>
                      <a:pt x="11683" y="9730"/>
                      <a:pt x="6815" y="14596"/>
                      <a:pt x="6815" y="21407"/>
                    </a:cubicBezTo>
                    <a:lnTo>
                      <a:pt x="6815" y="84655"/>
                    </a:lnTo>
                    <a:cubicBezTo>
                      <a:pt x="6815" y="103143"/>
                      <a:pt x="12656" y="119685"/>
                      <a:pt x="23365" y="134281"/>
                    </a:cubicBezTo>
                    <a:lnTo>
                      <a:pt x="56467" y="179040"/>
                    </a:lnTo>
                    <a:cubicBezTo>
                      <a:pt x="61335" y="185852"/>
                      <a:pt x="64255" y="193636"/>
                      <a:pt x="64255" y="201421"/>
                    </a:cubicBezTo>
                    <a:lnTo>
                      <a:pt x="64255" y="216990"/>
                    </a:lnTo>
                    <a:cubicBezTo>
                      <a:pt x="64255" y="217962"/>
                      <a:pt x="62308" y="219909"/>
                      <a:pt x="60361" y="219909"/>
                    </a:cubicBezTo>
                    <a:lnTo>
                      <a:pt x="60361" y="21990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8" name="Freeform 697">
                <a:extLst>
                  <a:ext uri="{FF2B5EF4-FFF2-40B4-BE49-F238E27FC236}">
                    <a16:creationId xmlns:a16="http://schemas.microsoft.com/office/drawing/2014/main" id="{C346C807-1CCF-3449-30DF-5F96651C9CE9}"/>
                  </a:ext>
                </a:extLst>
              </p:cNvPr>
              <p:cNvSpPr/>
              <p:nvPr/>
            </p:nvSpPr>
            <p:spPr>
              <a:xfrm>
                <a:off x="7463437" y="4935442"/>
                <a:ext cx="133378" cy="219908"/>
              </a:xfrm>
              <a:custGeom>
                <a:avLst/>
                <a:gdLst>
                  <a:gd name="connsiteX0" fmla="*/ 73017 w 133378"/>
                  <a:gd name="connsiteY0" fmla="*/ 217962 h 219908"/>
                  <a:gd name="connsiteX1" fmla="*/ 73017 w 133378"/>
                  <a:gd name="connsiteY1" fmla="*/ 217962 h 219908"/>
                  <a:gd name="connsiteX2" fmla="*/ 69123 w 133378"/>
                  <a:gd name="connsiteY2" fmla="*/ 214070 h 219908"/>
                  <a:gd name="connsiteX3" fmla="*/ 69123 w 133378"/>
                  <a:gd name="connsiteY3" fmla="*/ 198501 h 219908"/>
                  <a:gd name="connsiteX4" fmla="*/ 76912 w 133378"/>
                  <a:gd name="connsiteY4" fmla="*/ 176121 h 219908"/>
                  <a:gd name="connsiteX5" fmla="*/ 110013 w 133378"/>
                  <a:gd name="connsiteY5" fmla="*/ 131361 h 219908"/>
                  <a:gd name="connsiteX6" fmla="*/ 126563 w 133378"/>
                  <a:gd name="connsiteY6" fmla="*/ 81736 h 219908"/>
                  <a:gd name="connsiteX7" fmla="*/ 126563 w 133378"/>
                  <a:gd name="connsiteY7" fmla="*/ 18488 h 219908"/>
                  <a:gd name="connsiteX8" fmla="*/ 114881 w 133378"/>
                  <a:gd name="connsiteY8" fmla="*/ 6811 h 219908"/>
                  <a:gd name="connsiteX9" fmla="*/ 106119 w 133378"/>
                  <a:gd name="connsiteY9" fmla="*/ 10704 h 219908"/>
                  <a:gd name="connsiteX10" fmla="*/ 102224 w 133378"/>
                  <a:gd name="connsiteY10" fmla="*/ 19461 h 219908"/>
                  <a:gd name="connsiteX11" fmla="*/ 102224 w 133378"/>
                  <a:gd name="connsiteY11" fmla="*/ 68113 h 219908"/>
                  <a:gd name="connsiteX12" fmla="*/ 92488 w 133378"/>
                  <a:gd name="connsiteY12" fmla="*/ 101197 h 219908"/>
                  <a:gd name="connsiteX13" fmla="*/ 90541 w 133378"/>
                  <a:gd name="connsiteY13" fmla="*/ 104116 h 219908"/>
                  <a:gd name="connsiteX14" fmla="*/ 88594 w 133378"/>
                  <a:gd name="connsiteY14" fmla="*/ 107035 h 219908"/>
                  <a:gd name="connsiteX15" fmla="*/ 61335 w 133378"/>
                  <a:gd name="connsiteY15" fmla="*/ 137200 h 219908"/>
                  <a:gd name="connsiteX16" fmla="*/ 57440 w 133378"/>
                  <a:gd name="connsiteY16" fmla="*/ 138172 h 219908"/>
                  <a:gd name="connsiteX17" fmla="*/ 54519 w 133378"/>
                  <a:gd name="connsiteY17" fmla="*/ 135253 h 219908"/>
                  <a:gd name="connsiteX18" fmla="*/ 55493 w 133378"/>
                  <a:gd name="connsiteY18" fmla="*/ 131361 h 219908"/>
                  <a:gd name="connsiteX19" fmla="*/ 84700 w 133378"/>
                  <a:gd name="connsiteY19" fmla="*/ 98278 h 219908"/>
                  <a:gd name="connsiteX20" fmla="*/ 86647 w 133378"/>
                  <a:gd name="connsiteY20" fmla="*/ 96332 h 219908"/>
                  <a:gd name="connsiteX21" fmla="*/ 85674 w 133378"/>
                  <a:gd name="connsiteY21" fmla="*/ 80763 h 219908"/>
                  <a:gd name="connsiteX22" fmla="*/ 75938 w 133378"/>
                  <a:gd name="connsiteY22" fmla="*/ 75897 h 219908"/>
                  <a:gd name="connsiteX23" fmla="*/ 66202 w 133378"/>
                  <a:gd name="connsiteY23" fmla="*/ 79790 h 219908"/>
                  <a:gd name="connsiteX24" fmla="*/ 27260 w 133378"/>
                  <a:gd name="connsiteY24" fmla="*/ 114819 h 219908"/>
                  <a:gd name="connsiteX25" fmla="*/ 7789 w 133378"/>
                  <a:gd name="connsiteY25" fmla="*/ 157633 h 219908"/>
                  <a:gd name="connsiteX26" fmla="*/ 7789 w 133378"/>
                  <a:gd name="connsiteY26" fmla="*/ 216016 h 219908"/>
                  <a:gd name="connsiteX27" fmla="*/ 3894 w 133378"/>
                  <a:gd name="connsiteY27" fmla="*/ 219909 h 219908"/>
                  <a:gd name="connsiteX28" fmla="*/ 0 w 133378"/>
                  <a:gd name="connsiteY28" fmla="*/ 216016 h 219908"/>
                  <a:gd name="connsiteX29" fmla="*/ 0 w 133378"/>
                  <a:gd name="connsiteY29" fmla="*/ 157633 h 219908"/>
                  <a:gd name="connsiteX30" fmla="*/ 21418 w 133378"/>
                  <a:gd name="connsiteY30" fmla="*/ 108981 h 219908"/>
                  <a:gd name="connsiteX31" fmla="*/ 59387 w 133378"/>
                  <a:gd name="connsiteY31" fmla="*/ 74924 h 219908"/>
                  <a:gd name="connsiteX32" fmla="*/ 74964 w 133378"/>
                  <a:gd name="connsiteY32" fmla="*/ 68113 h 219908"/>
                  <a:gd name="connsiteX33" fmla="*/ 75938 w 133378"/>
                  <a:gd name="connsiteY33" fmla="*/ 68113 h 219908"/>
                  <a:gd name="connsiteX34" fmla="*/ 91515 w 133378"/>
                  <a:gd name="connsiteY34" fmla="*/ 75897 h 219908"/>
                  <a:gd name="connsiteX35" fmla="*/ 93462 w 133378"/>
                  <a:gd name="connsiteY35" fmla="*/ 78817 h 219908"/>
                  <a:gd name="connsiteX36" fmla="*/ 94436 w 133378"/>
                  <a:gd name="connsiteY36" fmla="*/ 68113 h 219908"/>
                  <a:gd name="connsiteX37" fmla="*/ 94436 w 133378"/>
                  <a:gd name="connsiteY37" fmla="*/ 19461 h 219908"/>
                  <a:gd name="connsiteX38" fmla="*/ 100277 w 133378"/>
                  <a:gd name="connsiteY38" fmla="*/ 5838 h 219908"/>
                  <a:gd name="connsiteX39" fmla="*/ 113907 w 133378"/>
                  <a:gd name="connsiteY39" fmla="*/ 0 h 219908"/>
                  <a:gd name="connsiteX40" fmla="*/ 133378 w 133378"/>
                  <a:gd name="connsiteY40" fmla="*/ 19461 h 219908"/>
                  <a:gd name="connsiteX41" fmla="*/ 133378 w 133378"/>
                  <a:gd name="connsiteY41" fmla="*/ 82709 h 219908"/>
                  <a:gd name="connsiteX42" fmla="*/ 115854 w 133378"/>
                  <a:gd name="connsiteY42" fmla="*/ 137200 h 219908"/>
                  <a:gd name="connsiteX43" fmla="*/ 82753 w 133378"/>
                  <a:gd name="connsiteY43" fmla="*/ 181959 h 219908"/>
                  <a:gd name="connsiteX44" fmla="*/ 76912 w 133378"/>
                  <a:gd name="connsiteY44" fmla="*/ 200448 h 219908"/>
                  <a:gd name="connsiteX45" fmla="*/ 76912 w 133378"/>
                  <a:gd name="connsiteY45" fmla="*/ 216016 h 219908"/>
                  <a:gd name="connsiteX46" fmla="*/ 73017 w 133378"/>
                  <a:gd name="connsiteY46" fmla="*/ 217962 h 21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3378" h="219908">
                    <a:moveTo>
                      <a:pt x="73017" y="217962"/>
                    </a:moveTo>
                    <a:lnTo>
                      <a:pt x="73017" y="217962"/>
                    </a:lnTo>
                    <a:cubicBezTo>
                      <a:pt x="71070" y="217962"/>
                      <a:pt x="69123" y="216016"/>
                      <a:pt x="69123" y="214070"/>
                    </a:cubicBezTo>
                    <a:lnTo>
                      <a:pt x="69123" y="198501"/>
                    </a:lnTo>
                    <a:cubicBezTo>
                      <a:pt x="69123" y="190717"/>
                      <a:pt x="72044" y="181959"/>
                      <a:pt x="76912" y="176121"/>
                    </a:cubicBezTo>
                    <a:lnTo>
                      <a:pt x="110013" y="131361"/>
                    </a:lnTo>
                    <a:cubicBezTo>
                      <a:pt x="120722" y="116766"/>
                      <a:pt x="126563" y="99251"/>
                      <a:pt x="126563" y="81736"/>
                    </a:cubicBezTo>
                    <a:lnTo>
                      <a:pt x="126563" y="18488"/>
                    </a:lnTo>
                    <a:cubicBezTo>
                      <a:pt x="126563" y="11676"/>
                      <a:pt x="121695" y="6811"/>
                      <a:pt x="114881" y="6811"/>
                    </a:cubicBezTo>
                    <a:cubicBezTo>
                      <a:pt x="111960" y="6811"/>
                      <a:pt x="109039" y="7784"/>
                      <a:pt x="106119" y="10704"/>
                    </a:cubicBezTo>
                    <a:cubicBezTo>
                      <a:pt x="104171" y="12649"/>
                      <a:pt x="102224" y="15569"/>
                      <a:pt x="102224" y="19461"/>
                    </a:cubicBezTo>
                    <a:lnTo>
                      <a:pt x="102224" y="68113"/>
                    </a:lnTo>
                    <a:cubicBezTo>
                      <a:pt x="102224" y="79790"/>
                      <a:pt x="98330" y="91466"/>
                      <a:pt x="92488" y="101197"/>
                    </a:cubicBezTo>
                    <a:cubicBezTo>
                      <a:pt x="91515" y="102170"/>
                      <a:pt x="91515" y="103143"/>
                      <a:pt x="90541" y="104116"/>
                    </a:cubicBezTo>
                    <a:cubicBezTo>
                      <a:pt x="89568" y="105089"/>
                      <a:pt x="89568" y="106062"/>
                      <a:pt x="88594" y="107035"/>
                    </a:cubicBezTo>
                    <a:lnTo>
                      <a:pt x="61335" y="137200"/>
                    </a:lnTo>
                    <a:cubicBezTo>
                      <a:pt x="60361" y="138172"/>
                      <a:pt x="58414" y="139146"/>
                      <a:pt x="57440" y="138172"/>
                    </a:cubicBezTo>
                    <a:cubicBezTo>
                      <a:pt x="56467" y="138172"/>
                      <a:pt x="54519" y="137200"/>
                      <a:pt x="54519" y="135253"/>
                    </a:cubicBezTo>
                    <a:cubicBezTo>
                      <a:pt x="54519" y="134280"/>
                      <a:pt x="54519" y="132334"/>
                      <a:pt x="55493" y="131361"/>
                    </a:cubicBezTo>
                    <a:lnTo>
                      <a:pt x="84700" y="98278"/>
                    </a:lnTo>
                    <a:cubicBezTo>
                      <a:pt x="85674" y="97305"/>
                      <a:pt x="85674" y="96332"/>
                      <a:pt x="86647" y="96332"/>
                    </a:cubicBezTo>
                    <a:cubicBezTo>
                      <a:pt x="89568" y="91466"/>
                      <a:pt x="89568" y="85628"/>
                      <a:pt x="85674" y="80763"/>
                    </a:cubicBezTo>
                    <a:cubicBezTo>
                      <a:pt x="82753" y="77844"/>
                      <a:pt x="79832" y="75897"/>
                      <a:pt x="75938" y="75897"/>
                    </a:cubicBezTo>
                    <a:cubicBezTo>
                      <a:pt x="72044" y="74924"/>
                      <a:pt x="68149" y="76871"/>
                      <a:pt x="66202" y="79790"/>
                    </a:cubicBezTo>
                    <a:lnTo>
                      <a:pt x="27260" y="114819"/>
                    </a:lnTo>
                    <a:cubicBezTo>
                      <a:pt x="14603" y="125523"/>
                      <a:pt x="7789" y="141092"/>
                      <a:pt x="7789" y="157633"/>
                    </a:cubicBezTo>
                    <a:lnTo>
                      <a:pt x="7789" y="216016"/>
                    </a:lnTo>
                    <a:cubicBezTo>
                      <a:pt x="7789" y="217962"/>
                      <a:pt x="5841" y="219909"/>
                      <a:pt x="3894" y="219909"/>
                    </a:cubicBezTo>
                    <a:cubicBezTo>
                      <a:pt x="1947" y="219909"/>
                      <a:pt x="0" y="217962"/>
                      <a:pt x="0" y="216016"/>
                    </a:cubicBezTo>
                    <a:lnTo>
                      <a:pt x="0" y="157633"/>
                    </a:lnTo>
                    <a:cubicBezTo>
                      <a:pt x="0" y="139146"/>
                      <a:pt x="7789" y="121631"/>
                      <a:pt x="21418" y="108981"/>
                    </a:cubicBezTo>
                    <a:lnTo>
                      <a:pt x="59387" y="74924"/>
                    </a:lnTo>
                    <a:cubicBezTo>
                      <a:pt x="63282" y="71032"/>
                      <a:pt x="69123" y="68113"/>
                      <a:pt x="74964" y="68113"/>
                    </a:cubicBezTo>
                    <a:cubicBezTo>
                      <a:pt x="74964" y="68113"/>
                      <a:pt x="74964" y="68113"/>
                      <a:pt x="75938" y="68113"/>
                    </a:cubicBezTo>
                    <a:cubicBezTo>
                      <a:pt x="81779" y="68113"/>
                      <a:pt x="87621" y="71032"/>
                      <a:pt x="91515" y="75897"/>
                    </a:cubicBezTo>
                    <a:cubicBezTo>
                      <a:pt x="92488" y="76871"/>
                      <a:pt x="92488" y="77844"/>
                      <a:pt x="93462" y="78817"/>
                    </a:cubicBezTo>
                    <a:cubicBezTo>
                      <a:pt x="94436" y="74924"/>
                      <a:pt x="94436" y="72005"/>
                      <a:pt x="94436" y="68113"/>
                    </a:cubicBezTo>
                    <a:lnTo>
                      <a:pt x="94436" y="19461"/>
                    </a:lnTo>
                    <a:cubicBezTo>
                      <a:pt x="94436" y="14596"/>
                      <a:pt x="96383" y="8757"/>
                      <a:pt x="100277" y="5838"/>
                    </a:cubicBezTo>
                    <a:cubicBezTo>
                      <a:pt x="104171" y="1946"/>
                      <a:pt x="109039" y="0"/>
                      <a:pt x="113907" y="0"/>
                    </a:cubicBezTo>
                    <a:cubicBezTo>
                      <a:pt x="124616" y="0"/>
                      <a:pt x="133378" y="8757"/>
                      <a:pt x="133378" y="19461"/>
                    </a:cubicBezTo>
                    <a:lnTo>
                      <a:pt x="133378" y="82709"/>
                    </a:lnTo>
                    <a:cubicBezTo>
                      <a:pt x="133378" y="102170"/>
                      <a:pt x="127537" y="121631"/>
                      <a:pt x="115854" y="137200"/>
                    </a:cubicBezTo>
                    <a:lnTo>
                      <a:pt x="82753" y="181959"/>
                    </a:lnTo>
                    <a:cubicBezTo>
                      <a:pt x="78859" y="186825"/>
                      <a:pt x="76912" y="193636"/>
                      <a:pt x="76912" y="200448"/>
                    </a:cubicBezTo>
                    <a:lnTo>
                      <a:pt x="76912" y="216016"/>
                    </a:lnTo>
                    <a:cubicBezTo>
                      <a:pt x="76912" y="216016"/>
                      <a:pt x="75938" y="217962"/>
                      <a:pt x="73017" y="21796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99" name="Freeform 698">
                <a:extLst>
                  <a:ext uri="{FF2B5EF4-FFF2-40B4-BE49-F238E27FC236}">
                    <a16:creationId xmlns:a16="http://schemas.microsoft.com/office/drawing/2014/main" id="{FD225C26-F5AC-7F61-3F44-AE3B6AD7D3B2}"/>
                  </a:ext>
                </a:extLst>
              </p:cNvPr>
              <p:cNvSpPr/>
              <p:nvPr/>
            </p:nvSpPr>
            <p:spPr>
              <a:xfrm>
                <a:off x="7400934" y="4794988"/>
                <a:ext cx="136493" cy="175483"/>
              </a:xfrm>
              <a:custGeom>
                <a:avLst/>
                <a:gdLst>
                  <a:gd name="connsiteX0" fmla="*/ 97551 w 136493"/>
                  <a:gd name="connsiteY0" fmla="*/ 175484 h 175483"/>
                  <a:gd name="connsiteX1" fmla="*/ 37190 w 136493"/>
                  <a:gd name="connsiteY1" fmla="*/ 175484 h 175483"/>
                  <a:gd name="connsiteX2" fmla="*/ 33296 w 136493"/>
                  <a:gd name="connsiteY2" fmla="*/ 171591 h 175483"/>
                  <a:gd name="connsiteX3" fmla="*/ 33296 w 136493"/>
                  <a:gd name="connsiteY3" fmla="*/ 150185 h 175483"/>
                  <a:gd name="connsiteX4" fmla="*/ 18692 w 136493"/>
                  <a:gd name="connsiteY4" fmla="*/ 115155 h 175483"/>
                  <a:gd name="connsiteX5" fmla="*/ 1168 w 136493"/>
                  <a:gd name="connsiteY5" fmla="*/ 54826 h 175483"/>
                  <a:gd name="connsiteX6" fmla="*/ 53741 w 136493"/>
                  <a:gd name="connsiteY6" fmla="*/ 1308 h 175483"/>
                  <a:gd name="connsiteX7" fmla="*/ 111181 w 136493"/>
                  <a:gd name="connsiteY7" fmla="*/ 14931 h 175483"/>
                  <a:gd name="connsiteX8" fmla="*/ 136494 w 136493"/>
                  <a:gd name="connsiteY8" fmla="*/ 67476 h 175483"/>
                  <a:gd name="connsiteX9" fmla="*/ 117996 w 136493"/>
                  <a:gd name="connsiteY9" fmla="*/ 114182 h 175483"/>
                  <a:gd name="connsiteX10" fmla="*/ 103392 w 136493"/>
                  <a:gd name="connsiteY10" fmla="*/ 149211 h 175483"/>
                  <a:gd name="connsiteX11" fmla="*/ 103392 w 136493"/>
                  <a:gd name="connsiteY11" fmla="*/ 169645 h 175483"/>
                  <a:gd name="connsiteX12" fmla="*/ 97551 w 136493"/>
                  <a:gd name="connsiteY12" fmla="*/ 175484 h 175483"/>
                  <a:gd name="connsiteX13" fmla="*/ 41084 w 136493"/>
                  <a:gd name="connsiteY13" fmla="*/ 167699 h 175483"/>
                  <a:gd name="connsiteX14" fmla="*/ 93657 w 136493"/>
                  <a:gd name="connsiteY14" fmla="*/ 167699 h 175483"/>
                  <a:gd name="connsiteX15" fmla="*/ 93657 w 136493"/>
                  <a:gd name="connsiteY15" fmla="*/ 150185 h 175483"/>
                  <a:gd name="connsiteX16" fmla="*/ 111181 w 136493"/>
                  <a:gd name="connsiteY16" fmla="*/ 110290 h 175483"/>
                  <a:gd name="connsiteX17" fmla="*/ 127732 w 136493"/>
                  <a:gd name="connsiteY17" fmla="*/ 69421 h 175483"/>
                  <a:gd name="connsiteX18" fmla="*/ 105340 w 136493"/>
                  <a:gd name="connsiteY18" fmla="*/ 22715 h 175483"/>
                  <a:gd name="connsiteX19" fmla="*/ 54714 w 136493"/>
                  <a:gd name="connsiteY19" fmla="*/ 11039 h 175483"/>
                  <a:gd name="connsiteX20" fmla="*/ 8957 w 136493"/>
                  <a:gd name="connsiteY20" fmla="*/ 57745 h 175483"/>
                  <a:gd name="connsiteX21" fmla="*/ 24534 w 136493"/>
                  <a:gd name="connsiteY21" fmla="*/ 110290 h 175483"/>
                  <a:gd name="connsiteX22" fmla="*/ 42058 w 136493"/>
                  <a:gd name="connsiteY22" fmla="*/ 150185 h 175483"/>
                  <a:gd name="connsiteX23" fmla="*/ 42058 w 136493"/>
                  <a:gd name="connsiteY23" fmla="*/ 167699 h 175483"/>
                  <a:gd name="connsiteX24" fmla="*/ 41084 w 136493"/>
                  <a:gd name="connsiteY24" fmla="*/ 167699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6493" h="175483">
                    <a:moveTo>
                      <a:pt x="97551" y="175484"/>
                    </a:moveTo>
                    <a:lnTo>
                      <a:pt x="37190" y="175484"/>
                    </a:lnTo>
                    <a:cubicBezTo>
                      <a:pt x="35243" y="175484"/>
                      <a:pt x="33296" y="173538"/>
                      <a:pt x="33296" y="171591"/>
                    </a:cubicBezTo>
                    <a:lnTo>
                      <a:pt x="33296" y="150185"/>
                    </a:lnTo>
                    <a:cubicBezTo>
                      <a:pt x="33296" y="137535"/>
                      <a:pt x="28428" y="125858"/>
                      <a:pt x="18692" y="115155"/>
                    </a:cubicBezTo>
                    <a:cubicBezTo>
                      <a:pt x="3115" y="99586"/>
                      <a:pt x="-2726" y="77206"/>
                      <a:pt x="1168" y="54826"/>
                    </a:cubicBezTo>
                    <a:cubicBezTo>
                      <a:pt x="6036" y="28554"/>
                      <a:pt x="27454" y="7147"/>
                      <a:pt x="53741" y="1308"/>
                    </a:cubicBezTo>
                    <a:cubicBezTo>
                      <a:pt x="74186" y="-2584"/>
                      <a:pt x="95604" y="2281"/>
                      <a:pt x="111181" y="14931"/>
                    </a:cubicBezTo>
                    <a:cubicBezTo>
                      <a:pt x="126758" y="27581"/>
                      <a:pt x="136494" y="47042"/>
                      <a:pt x="136494" y="67476"/>
                    </a:cubicBezTo>
                    <a:cubicBezTo>
                      <a:pt x="136494" y="84990"/>
                      <a:pt x="129679" y="101532"/>
                      <a:pt x="117996" y="114182"/>
                    </a:cubicBezTo>
                    <a:cubicBezTo>
                      <a:pt x="108260" y="123912"/>
                      <a:pt x="103392" y="136562"/>
                      <a:pt x="103392" y="149211"/>
                    </a:cubicBezTo>
                    <a:lnTo>
                      <a:pt x="103392" y="169645"/>
                    </a:lnTo>
                    <a:cubicBezTo>
                      <a:pt x="101445" y="173538"/>
                      <a:pt x="99498" y="175484"/>
                      <a:pt x="97551" y="175484"/>
                    </a:cubicBezTo>
                    <a:close/>
                    <a:moveTo>
                      <a:pt x="41084" y="167699"/>
                    </a:moveTo>
                    <a:lnTo>
                      <a:pt x="93657" y="167699"/>
                    </a:lnTo>
                    <a:lnTo>
                      <a:pt x="93657" y="150185"/>
                    </a:lnTo>
                    <a:cubicBezTo>
                      <a:pt x="93657" y="135589"/>
                      <a:pt x="99498" y="121966"/>
                      <a:pt x="111181" y="110290"/>
                    </a:cubicBezTo>
                    <a:cubicBezTo>
                      <a:pt x="121890" y="99586"/>
                      <a:pt x="127732" y="84017"/>
                      <a:pt x="127732" y="69421"/>
                    </a:cubicBezTo>
                    <a:cubicBezTo>
                      <a:pt x="127732" y="50934"/>
                      <a:pt x="119943" y="34392"/>
                      <a:pt x="105340" y="22715"/>
                    </a:cubicBezTo>
                    <a:cubicBezTo>
                      <a:pt x="90736" y="11039"/>
                      <a:pt x="72238" y="7147"/>
                      <a:pt x="54714" y="11039"/>
                    </a:cubicBezTo>
                    <a:cubicBezTo>
                      <a:pt x="31349" y="15904"/>
                      <a:pt x="12851" y="34392"/>
                      <a:pt x="8957" y="57745"/>
                    </a:cubicBezTo>
                    <a:cubicBezTo>
                      <a:pt x="5062" y="77206"/>
                      <a:pt x="10904" y="96667"/>
                      <a:pt x="24534" y="110290"/>
                    </a:cubicBezTo>
                    <a:cubicBezTo>
                      <a:pt x="35243" y="121966"/>
                      <a:pt x="42058" y="135589"/>
                      <a:pt x="42058" y="150185"/>
                    </a:cubicBezTo>
                    <a:lnTo>
                      <a:pt x="42058" y="167699"/>
                    </a:lnTo>
                    <a:lnTo>
                      <a:pt x="41084" y="16769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sp>
          <p:nvSpPr>
            <p:cNvPr id="700" name="Freeform 699">
              <a:extLst>
                <a:ext uri="{FF2B5EF4-FFF2-40B4-BE49-F238E27FC236}">
                  <a16:creationId xmlns:a16="http://schemas.microsoft.com/office/drawing/2014/main" id="{F56A7CC0-A38A-8709-8487-D9AD18C24248}"/>
                </a:ext>
              </a:extLst>
            </p:cNvPr>
            <p:cNvSpPr/>
            <p:nvPr/>
          </p:nvSpPr>
          <p:spPr>
            <a:xfrm>
              <a:off x="7440071" y="4975337"/>
              <a:ext cx="55493" cy="7784"/>
            </a:xfrm>
            <a:custGeom>
              <a:avLst/>
              <a:gdLst>
                <a:gd name="connsiteX0" fmla="*/ 51599 w 55493"/>
                <a:gd name="connsiteY0" fmla="*/ 7784 h 7784"/>
                <a:gd name="connsiteX1" fmla="*/ 3894 w 55493"/>
                <a:gd name="connsiteY1" fmla="*/ 7784 h 7784"/>
                <a:gd name="connsiteX2" fmla="*/ 0 w 55493"/>
                <a:gd name="connsiteY2" fmla="*/ 3892 h 7784"/>
                <a:gd name="connsiteX3" fmla="*/ 3894 w 55493"/>
                <a:gd name="connsiteY3" fmla="*/ 0 h 7784"/>
                <a:gd name="connsiteX4" fmla="*/ 51599 w 55493"/>
                <a:gd name="connsiteY4" fmla="*/ 0 h 7784"/>
                <a:gd name="connsiteX5" fmla="*/ 55493 w 55493"/>
                <a:gd name="connsiteY5" fmla="*/ 3892 h 7784"/>
                <a:gd name="connsiteX6" fmla="*/ 51599 w 5549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493" h="7784">
                  <a:moveTo>
                    <a:pt x="51599" y="7784"/>
                  </a:moveTo>
                  <a:lnTo>
                    <a:pt x="3894" y="7784"/>
                  </a:lnTo>
                  <a:cubicBezTo>
                    <a:pt x="1947" y="7784"/>
                    <a:pt x="0" y="5838"/>
                    <a:pt x="0" y="3892"/>
                  </a:cubicBezTo>
                  <a:cubicBezTo>
                    <a:pt x="0" y="1946"/>
                    <a:pt x="1947" y="0"/>
                    <a:pt x="3894" y="0"/>
                  </a:cubicBezTo>
                  <a:lnTo>
                    <a:pt x="51599" y="0"/>
                  </a:lnTo>
                  <a:cubicBezTo>
                    <a:pt x="53546" y="0"/>
                    <a:pt x="55493" y="1946"/>
                    <a:pt x="55493" y="3892"/>
                  </a:cubicBezTo>
                  <a:cubicBezTo>
                    <a:pt x="55493" y="5838"/>
                    <a:pt x="53546" y="7784"/>
                    <a:pt x="51599"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01" name="Freeform 700">
              <a:extLst>
                <a:ext uri="{FF2B5EF4-FFF2-40B4-BE49-F238E27FC236}">
                  <a16:creationId xmlns:a16="http://schemas.microsoft.com/office/drawing/2014/main" id="{9F5FFFD0-015A-566E-1EF7-593F2BFECAE5}"/>
                </a:ext>
              </a:extLst>
            </p:cNvPr>
            <p:cNvSpPr/>
            <p:nvPr/>
          </p:nvSpPr>
          <p:spPr>
            <a:xfrm>
              <a:off x="7443966" y="4988960"/>
              <a:ext cx="48678" cy="7784"/>
            </a:xfrm>
            <a:custGeom>
              <a:avLst/>
              <a:gdLst>
                <a:gd name="connsiteX0" fmla="*/ 43810 w 48678"/>
                <a:gd name="connsiteY0" fmla="*/ 7784 h 7784"/>
                <a:gd name="connsiteX1" fmla="*/ 3894 w 48678"/>
                <a:gd name="connsiteY1" fmla="*/ 7784 h 7784"/>
                <a:gd name="connsiteX2" fmla="*/ 0 w 48678"/>
                <a:gd name="connsiteY2" fmla="*/ 3892 h 7784"/>
                <a:gd name="connsiteX3" fmla="*/ 3894 w 48678"/>
                <a:gd name="connsiteY3" fmla="*/ 0 h 7784"/>
                <a:gd name="connsiteX4" fmla="*/ 44784 w 48678"/>
                <a:gd name="connsiteY4" fmla="*/ 0 h 7784"/>
                <a:gd name="connsiteX5" fmla="*/ 48678 w 48678"/>
                <a:gd name="connsiteY5" fmla="*/ 3892 h 7784"/>
                <a:gd name="connsiteX6" fmla="*/ 43810 w 48678"/>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78" h="7784">
                  <a:moveTo>
                    <a:pt x="43810" y="7784"/>
                  </a:moveTo>
                  <a:lnTo>
                    <a:pt x="3894" y="7784"/>
                  </a:lnTo>
                  <a:cubicBezTo>
                    <a:pt x="1947" y="7784"/>
                    <a:pt x="0" y="5838"/>
                    <a:pt x="0" y="3892"/>
                  </a:cubicBezTo>
                  <a:cubicBezTo>
                    <a:pt x="0" y="1946"/>
                    <a:pt x="1947" y="0"/>
                    <a:pt x="3894" y="0"/>
                  </a:cubicBezTo>
                  <a:lnTo>
                    <a:pt x="44784" y="0"/>
                  </a:lnTo>
                  <a:cubicBezTo>
                    <a:pt x="46731" y="0"/>
                    <a:pt x="48678" y="1946"/>
                    <a:pt x="48678" y="3892"/>
                  </a:cubicBezTo>
                  <a:cubicBezTo>
                    <a:pt x="48678" y="5838"/>
                    <a:pt x="46731" y="7784"/>
                    <a:pt x="4381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02" name="Freeform 701">
              <a:extLst>
                <a:ext uri="{FF2B5EF4-FFF2-40B4-BE49-F238E27FC236}">
                  <a16:creationId xmlns:a16="http://schemas.microsoft.com/office/drawing/2014/main" id="{E6E21C67-330F-0ABF-171A-A2D5F3E50B80}"/>
                </a:ext>
              </a:extLst>
            </p:cNvPr>
            <p:cNvSpPr/>
            <p:nvPr/>
          </p:nvSpPr>
          <p:spPr>
            <a:xfrm>
              <a:off x="7449425" y="4921438"/>
              <a:ext cx="37759" cy="16923"/>
            </a:xfrm>
            <a:custGeom>
              <a:avLst/>
              <a:gdLst>
                <a:gd name="connsiteX0" fmla="*/ 18880 w 37759"/>
                <a:gd name="connsiteY0" fmla="*/ 16923 h 16923"/>
                <a:gd name="connsiteX1" fmla="*/ 382 w 37759"/>
                <a:gd name="connsiteY1" fmla="*/ 5247 h 16923"/>
                <a:gd name="connsiteX2" fmla="*/ 2329 w 37759"/>
                <a:gd name="connsiteY2" fmla="*/ 382 h 16923"/>
                <a:gd name="connsiteX3" fmla="*/ 7197 w 37759"/>
                <a:gd name="connsiteY3" fmla="*/ 2328 h 16923"/>
                <a:gd name="connsiteX4" fmla="*/ 18880 w 37759"/>
                <a:gd name="connsiteY4" fmla="*/ 9139 h 16923"/>
                <a:gd name="connsiteX5" fmla="*/ 30562 w 37759"/>
                <a:gd name="connsiteY5" fmla="*/ 2328 h 16923"/>
                <a:gd name="connsiteX6" fmla="*/ 35430 w 37759"/>
                <a:gd name="connsiteY6" fmla="*/ 382 h 16923"/>
                <a:gd name="connsiteX7" fmla="*/ 37377 w 37759"/>
                <a:gd name="connsiteY7" fmla="*/ 5247 h 16923"/>
                <a:gd name="connsiteX8" fmla="*/ 18880 w 37759"/>
                <a:gd name="connsiteY8" fmla="*/ 16923 h 16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59" h="16923">
                  <a:moveTo>
                    <a:pt x="18880" y="16923"/>
                  </a:moveTo>
                  <a:cubicBezTo>
                    <a:pt x="11091" y="16923"/>
                    <a:pt x="3303" y="12058"/>
                    <a:pt x="382" y="5247"/>
                  </a:cubicBezTo>
                  <a:cubicBezTo>
                    <a:pt x="-592" y="3301"/>
                    <a:pt x="382" y="1355"/>
                    <a:pt x="2329" y="382"/>
                  </a:cubicBezTo>
                  <a:cubicBezTo>
                    <a:pt x="4276" y="-591"/>
                    <a:pt x="6223" y="382"/>
                    <a:pt x="7197" y="2328"/>
                  </a:cubicBezTo>
                  <a:cubicBezTo>
                    <a:pt x="9144" y="7193"/>
                    <a:pt x="14012" y="9139"/>
                    <a:pt x="18880" y="9139"/>
                  </a:cubicBezTo>
                  <a:cubicBezTo>
                    <a:pt x="23747" y="9139"/>
                    <a:pt x="28615" y="6220"/>
                    <a:pt x="30562" y="2328"/>
                  </a:cubicBezTo>
                  <a:cubicBezTo>
                    <a:pt x="31536" y="382"/>
                    <a:pt x="33483" y="-591"/>
                    <a:pt x="35430" y="382"/>
                  </a:cubicBezTo>
                  <a:cubicBezTo>
                    <a:pt x="37377" y="1355"/>
                    <a:pt x="38351" y="3301"/>
                    <a:pt x="37377" y="5247"/>
                  </a:cubicBezTo>
                  <a:cubicBezTo>
                    <a:pt x="33483" y="12058"/>
                    <a:pt x="26668" y="16923"/>
                    <a:pt x="18880" y="1692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03" name="Freeform 702">
              <a:extLst>
                <a:ext uri="{FF2B5EF4-FFF2-40B4-BE49-F238E27FC236}">
                  <a16:creationId xmlns:a16="http://schemas.microsoft.com/office/drawing/2014/main" id="{F35F70DC-CD83-7438-76DD-5C6AE744393C}"/>
                </a:ext>
              </a:extLst>
            </p:cNvPr>
            <p:cNvSpPr/>
            <p:nvPr/>
          </p:nvSpPr>
          <p:spPr>
            <a:xfrm>
              <a:off x="7464410" y="4933496"/>
              <a:ext cx="7788" cy="82708"/>
            </a:xfrm>
            <a:custGeom>
              <a:avLst/>
              <a:gdLst>
                <a:gd name="connsiteX0" fmla="*/ 3894 w 7788"/>
                <a:gd name="connsiteY0" fmla="*/ 82709 h 82708"/>
                <a:gd name="connsiteX1" fmla="*/ 0 w 7788"/>
                <a:gd name="connsiteY1" fmla="*/ 78817 h 82708"/>
                <a:gd name="connsiteX2" fmla="*/ 0 w 7788"/>
                <a:gd name="connsiteY2" fmla="*/ 3892 h 82708"/>
                <a:gd name="connsiteX3" fmla="*/ 3894 w 7788"/>
                <a:gd name="connsiteY3" fmla="*/ 0 h 82708"/>
                <a:gd name="connsiteX4" fmla="*/ 7789 w 7788"/>
                <a:gd name="connsiteY4" fmla="*/ 3892 h 82708"/>
                <a:gd name="connsiteX5" fmla="*/ 7789 w 7788"/>
                <a:gd name="connsiteY5" fmla="*/ 78817 h 82708"/>
                <a:gd name="connsiteX6" fmla="*/ 3894 w 7788"/>
                <a:gd name="connsiteY6"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8" h="82708">
                  <a:moveTo>
                    <a:pt x="3894" y="82709"/>
                  </a:moveTo>
                  <a:cubicBezTo>
                    <a:pt x="1947" y="82709"/>
                    <a:pt x="0" y="80763"/>
                    <a:pt x="0" y="78817"/>
                  </a:cubicBezTo>
                  <a:lnTo>
                    <a:pt x="0" y="3892"/>
                  </a:lnTo>
                  <a:cubicBezTo>
                    <a:pt x="0" y="1946"/>
                    <a:pt x="1947" y="0"/>
                    <a:pt x="3894" y="0"/>
                  </a:cubicBezTo>
                  <a:cubicBezTo>
                    <a:pt x="5841" y="0"/>
                    <a:pt x="7789" y="1946"/>
                    <a:pt x="7789" y="3892"/>
                  </a:cubicBezTo>
                  <a:lnTo>
                    <a:pt x="7789" y="78817"/>
                  </a:lnTo>
                  <a:cubicBezTo>
                    <a:pt x="7789" y="80763"/>
                    <a:pt x="5841" y="82709"/>
                    <a:pt x="3894" y="8270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04" name="Freeform 703">
              <a:extLst>
                <a:ext uri="{FF2B5EF4-FFF2-40B4-BE49-F238E27FC236}">
                  <a16:creationId xmlns:a16="http://schemas.microsoft.com/office/drawing/2014/main" id="{156D0DDB-2EF9-EDE2-55C1-A95B2D68033E}"/>
                </a:ext>
              </a:extLst>
            </p:cNvPr>
            <p:cNvSpPr/>
            <p:nvPr/>
          </p:nvSpPr>
          <p:spPr>
            <a:xfrm>
              <a:off x="7447860" y="5002582"/>
              <a:ext cx="40889" cy="7784"/>
            </a:xfrm>
            <a:custGeom>
              <a:avLst/>
              <a:gdLst>
                <a:gd name="connsiteX0" fmla="*/ 36995 w 40889"/>
                <a:gd name="connsiteY0" fmla="*/ 7784 h 7784"/>
                <a:gd name="connsiteX1" fmla="*/ 3894 w 40889"/>
                <a:gd name="connsiteY1" fmla="*/ 7784 h 7784"/>
                <a:gd name="connsiteX2" fmla="*/ 0 w 40889"/>
                <a:gd name="connsiteY2" fmla="*/ 3892 h 7784"/>
                <a:gd name="connsiteX3" fmla="*/ 3894 w 40889"/>
                <a:gd name="connsiteY3" fmla="*/ 0 h 7784"/>
                <a:gd name="connsiteX4" fmla="*/ 36995 w 40889"/>
                <a:gd name="connsiteY4" fmla="*/ 0 h 7784"/>
                <a:gd name="connsiteX5" fmla="*/ 40890 w 40889"/>
                <a:gd name="connsiteY5" fmla="*/ 3892 h 7784"/>
                <a:gd name="connsiteX6" fmla="*/ 36995 w 40889"/>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89" h="7784">
                  <a:moveTo>
                    <a:pt x="36995" y="7784"/>
                  </a:moveTo>
                  <a:lnTo>
                    <a:pt x="3894" y="7784"/>
                  </a:lnTo>
                  <a:cubicBezTo>
                    <a:pt x="1947" y="7784"/>
                    <a:pt x="0" y="5838"/>
                    <a:pt x="0" y="3892"/>
                  </a:cubicBezTo>
                  <a:cubicBezTo>
                    <a:pt x="0" y="1946"/>
                    <a:pt x="1947" y="0"/>
                    <a:pt x="3894" y="0"/>
                  </a:cubicBezTo>
                  <a:lnTo>
                    <a:pt x="36995" y="0"/>
                  </a:lnTo>
                  <a:cubicBezTo>
                    <a:pt x="38943" y="0"/>
                    <a:pt x="40890" y="1946"/>
                    <a:pt x="40890" y="3892"/>
                  </a:cubicBezTo>
                  <a:cubicBezTo>
                    <a:pt x="40890" y="5838"/>
                    <a:pt x="38943" y="7784"/>
                    <a:pt x="36995"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05" name="Freeform 704">
              <a:extLst>
                <a:ext uri="{FF2B5EF4-FFF2-40B4-BE49-F238E27FC236}">
                  <a16:creationId xmlns:a16="http://schemas.microsoft.com/office/drawing/2014/main" id="{F228F210-0774-EF20-9795-26A144BDC28C}"/>
                </a:ext>
              </a:extLst>
            </p:cNvPr>
            <p:cNvSpPr/>
            <p:nvPr/>
          </p:nvSpPr>
          <p:spPr>
            <a:xfrm>
              <a:off x="7420218" y="4819650"/>
              <a:ext cx="36403" cy="31137"/>
            </a:xfrm>
            <a:custGeom>
              <a:avLst/>
              <a:gdLst>
                <a:gd name="connsiteX0" fmla="*/ 4276 w 36403"/>
                <a:gd name="connsiteY0" fmla="*/ 31137 h 31137"/>
                <a:gd name="connsiteX1" fmla="*/ 2329 w 36403"/>
                <a:gd name="connsiteY1" fmla="*/ 31137 h 31137"/>
                <a:gd name="connsiteX2" fmla="*/ 382 w 36403"/>
                <a:gd name="connsiteY2" fmla="*/ 26272 h 31137"/>
                <a:gd name="connsiteX3" fmla="*/ 31536 w 36403"/>
                <a:gd name="connsiteY3" fmla="*/ 0 h 31137"/>
                <a:gd name="connsiteX4" fmla="*/ 36404 w 36403"/>
                <a:gd name="connsiteY4" fmla="*/ 2919 h 31137"/>
                <a:gd name="connsiteX5" fmla="*/ 33483 w 36403"/>
                <a:gd name="connsiteY5" fmla="*/ 7784 h 31137"/>
                <a:gd name="connsiteX6" fmla="*/ 8170 w 36403"/>
                <a:gd name="connsiteY6" fmla="*/ 29191 h 31137"/>
                <a:gd name="connsiteX7" fmla="*/ 4276 w 36403"/>
                <a:gd name="connsiteY7" fmla="*/ 31137 h 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3" h="31137">
                  <a:moveTo>
                    <a:pt x="4276" y="31137"/>
                  </a:moveTo>
                  <a:cubicBezTo>
                    <a:pt x="4276" y="31137"/>
                    <a:pt x="3303" y="31137"/>
                    <a:pt x="2329" y="31137"/>
                  </a:cubicBezTo>
                  <a:cubicBezTo>
                    <a:pt x="382" y="30164"/>
                    <a:pt x="-592" y="28218"/>
                    <a:pt x="382" y="26272"/>
                  </a:cubicBezTo>
                  <a:cubicBezTo>
                    <a:pt x="5250" y="12649"/>
                    <a:pt x="16933" y="2919"/>
                    <a:pt x="31536" y="0"/>
                  </a:cubicBezTo>
                  <a:cubicBezTo>
                    <a:pt x="33483" y="0"/>
                    <a:pt x="35430" y="973"/>
                    <a:pt x="36404" y="2919"/>
                  </a:cubicBezTo>
                  <a:cubicBezTo>
                    <a:pt x="36404" y="4865"/>
                    <a:pt x="35430" y="6811"/>
                    <a:pt x="33483" y="7784"/>
                  </a:cubicBezTo>
                  <a:cubicBezTo>
                    <a:pt x="21800" y="10703"/>
                    <a:pt x="13038" y="18488"/>
                    <a:pt x="8170" y="29191"/>
                  </a:cubicBezTo>
                  <a:cubicBezTo>
                    <a:pt x="7197" y="30164"/>
                    <a:pt x="6223" y="31137"/>
                    <a:pt x="4276" y="3113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465" name="Graphic 450">
            <a:extLst>
              <a:ext uri="{FF2B5EF4-FFF2-40B4-BE49-F238E27FC236}">
                <a16:creationId xmlns:a16="http://schemas.microsoft.com/office/drawing/2014/main" id="{E90399EE-C756-FAA6-03FC-C7B0B499963D}"/>
              </a:ext>
            </a:extLst>
          </p:cNvPr>
          <p:cNvGrpSpPr/>
          <p:nvPr/>
        </p:nvGrpSpPr>
        <p:grpSpPr>
          <a:xfrm>
            <a:off x="8358379" y="3636441"/>
            <a:ext cx="606040" cy="605718"/>
            <a:chOff x="8068994" y="2219670"/>
            <a:chExt cx="558825" cy="558528"/>
          </a:xfrm>
        </p:grpSpPr>
        <p:sp>
          <p:nvSpPr>
            <p:cNvPr id="466" name="Freeform 465">
              <a:extLst>
                <a:ext uri="{FF2B5EF4-FFF2-40B4-BE49-F238E27FC236}">
                  <a16:creationId xmlns:a16="http://schemas.microsoft.com/office/drawing/2014/main" id="{FAE62F75-DED5-1BC0-C5A1-0661FCB77300}"/>
                </a:ext>
              </a:extLst>
            </p:cNvPr>
            <p:cNvSpPr/>
            <p:nvPr/>
          </p:nvSpPr>
          <p:spPr>
            <a:xfrm>
              <a:off x="8068994" y="2219670"/>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467" name="Graphic 450">
              <a:extLst>
                <a:ext uri="{FF2B5EF4-FFF2-40B4-BE49-F238E27FC236}">
                  <a16:creationId xmlns:a16="http://schemas.microsoft.com/office/drawing/2014/main" id="{CC52F05F-6654-088A-885D-389BEE6CD76B}"/>
                </a:ext>
              </a:extLst>
            </p:cNvPr>
            <p:cNvGrpSpPr/>
            <p:nvPr/>
          </p:nvGrpSpPr>
          <p:grpSpPr>
            <a:xfrm>
              <a:off x="8167324" y="2374384"/>
              <a:ext cx="401108" cy="276345"/>
              <a:chOff x="8167324" y="2374384"/>
              <a:chExt cx="401108" cy="276345"/>
            </a:xfrm>
            <a:solidFill>
              <a:srgbClr val="FFFFFF"/>
            </a:solidFill>
          </p:grpSpPr>
          <p:sp>
            <p:nvSpPr>
              <p:cNvPr id="468" name="Freeform 467">
                <a:extLst>
                  <a:ext uri="{FF2B5EF4-FFF2-40B4-BE49-F238E27FC236}">
                    <a16:creationId xmlns:a16="http://schemas.microsoft.com/office/drawing/2014/main" id="{E69BDCC6-AC45-4AE3-9367-98566D147469}"/>
                  </a:ext>
                </a:extLst>
              </p:cNvPr>
              <p:cNvSpPr/>
              <p:nvPr/>
            </p:nvSpPr>
            <p:spPr>
              <a:xfrm>
                <a:off x="8167324" y="2374384"/>
                <a:ext cx="313487" cy="234504"/>
              </a:xfrm>
              <a:custGeom>
                <a:avLst/>
                <a:gdLst>
                  <a:gd name="connsiteX0" fmla="*/ 95409 w 313487"/>
                  <a:gd name="connsiteY0" fmla="*/ 142065 h 234504"/>
                  <a:gd name="connsiteX1" fmla="*/ 94436 w 313487"/>
                  <a:gd name="connsiteY1" fmla="*/ 127469 h 234504"/>
                  <a:gd name="connsiteX2" fmla="*/ 79832 w 313487"/>
                  <a:gd name="connsiteY2" fmla="*/ 128442 h 234504"/>
                  <a:gd name="connsiteX3" fmla="*/ 20445 w 313487"/>
                  <a:gd name="connsiteY3" fmla="*/ 199474 h 234504"/>
                  <a:gd name="connsiteX4" fmla="*/ 20445 w 313487"/>
                  <a:gd name="connsiteY4" fmla="*/ 35030 h 234504"/>
                  <a:gd name="connsiteX5" fmla="*/ 150902 w 313487"/>
                  <a:gd name="connsiteY5" fmla="*/ 134280 h 234504"/>
                  <a:gd name="connsiteX6" fmla="*/ 150902 w 313487"/>
                  <a:gd name="connsiteY6" fmla="*/ 134280 h 234504"/>
                  <a:gd name="connsiteX7" fmla="*/ 150902 w 313487"/>
                  <a:gd name="connsiteY7" fmla="*/ 134280 h 234504"/>
                  <a:gd name="connsiteX8" fmla="*/ 150902 w 313487"/>
                  <a:gd name="connsiteY8" fmla="*/ 134280 h 234504"/>
                  <a:gd name="connsiteX9" fmla="*/ 152849 w 313487"/>
                  <a:gd name="connsiteY9" fmla="*/ 135254 h 234504"/>
                  <a:gd name="connsiteX10" fmla="*/ 153823 w 313487"/>
                  <a:gd name="connsiteY10" fmla="*/ 135254 h 234504"/>
                  <a:gd name="connsiteX11" fmla="*/ 156744 w 313487"/>
                  <a:gd name="connsiteY11" fmla="*/ 135254 h 234504"/>
                  <a:gd name="connsiteX12" fmla="*/ 156744 w 313487"/>
                  <a:gd name="connsiteY12" fmla="*/ 135254 h 234504"/>
                  <a:gd name="connsiteX13" fmla="*/ 156744 w 313487"/>
                  <a:gd name="connsiteY13" fmla="*/ 135254 h 234504"/>
                  <a:gd name="connsiteX14" fmla="*/ 156744 w 313487"/>
                  <a:gd name="connsiteY14" fmla="*/ 135254 h 234504"/>
                  <a:gd name="connsiteX15" fmla="*/ 156744 w 313487"/>
                  <a:gd name="connsiteY15" fmla="*/ 135254 h 234504"/>
                  <a:gd name="connsiteX16" fmla="*/ 159664 w 313487"/>
                  <a:gd name="connsiteY16" fmla="*/ 135254 h 234504"/>
                  <a:gd name="connsiteX17" fmla="*/ 160638 w 313487"/>
                  <a:gd name="connsiteY17" fmla="*/ 135254 h 234504"/>
                  <a:gd name="connsiteX18" fmla="*/ 163559 w 313487"/>
                  <a:gd name="connsiteY18" fmla="*/ 134280 h 234504"/>
                  <a:gd name="connsiteX19" fmla="*/ 163559 w 313487"/>
                  <a:gd name="connsiteY19" fmla="*/ 134280 h 234504"/>
                  <a:gd name="connsiteX20" fmla="*/ 163559 w 313487"/>
                  <a:gd name="connsiteY20" fmla="*/ 134280 h 234504"/>
                  <a:gd name="connsiteX21" fmla="*/ 163559 w 313487"/>
                  <a:gd name="connsiteY21" fmla="*/ 134280 h 234504"/>
                  <a:gd name="connsiteX22" fmla="*/ 293043 w 313487"/>
                  <a:gd name="connsiteY22" fmla="*/ 30164 h 234504"/>
                  <a:gd name="connsiteX23" fmla="*/ 293043 w 313487"/>
                  <a:gd name="connsiteY23" fmla="*/ 75898 h 234504"/>
                  <a:gd name="connsiteX24" fmla="*/ 313487 w 313487"/>
                  <a:gd name="connsiteY24" fmla="*/ 51571 h 234504"/>
                  <a:gd name="connsiteX25" fmla="*/ 313487 w 313487"/>
                  <a:gd name="connsiteY25" fmla="*/ 29191 h 234504"/>
                  <a:gd name="connsiteX26" fmla="*/ 284280 w 313487"/>
                  <a:gd name="connsiteY26" fmla="*/ 0 h 234504"/>
                  <a:gd name="connsiteX27" fmla="*/ 29207 w 313487"/>
                  <a:gd name="connsiteY27" fmla="*/ 0 h 234504"/>
                  <a:gd name="connsiteX28" fmla="*/ 0 w 313487"/>
                  <a:gd name="connsiteY28" fmla="*/ 29191 h 234504"/>
                  <a:gd name="connsiteX29" fmla="*/ 0 w 313487"/>
                  <a:gd name="connsiteY29" fmla="*/ 205313 h 234504"/>
                  <a:gd name="connsiteX30" fmla="*/ 29207 w 313487"/>
                  <a:gd name="connsiteY30" fmla="*/ 234504 h 234504"/>
                  <a:gd name="connsiteX31" fmla="*/ 193739 w 313487"/>
                  <a:gd name="connsiteY31" fmla="*/ 234504 h 234504"/>
                  <a:gd name="connsiteX32" fmla="*/ 199581 w 313487"/>
                  <a:gd name="connsiteY32" fmla="*/ 214070 h 234504"/>
                  <a:gd name="connsiteX33" fmla="*/ 35048 w 313487"/>
                  <a:gd name="connsiteY33" fmla="*/ 214070 h 234504"/>
                  <a:gd name="connsiteX34" fmla="*/ 95409 w 313487"/>
                  <a:gd name="connsiteY34" fmla="*/ 142065 h 234504"/>
                  <a:gd name="connsiteX35" fmla="*/ 271624 w 313487"/>
                  <a:gd name="connsiteY35" fmla="*/ 22380 h 234504"/>
                  <a:gd name="connsiteX36" fmla="*/ 156744 w 313487"/>
                  <a:gd name="connsiteY36" fmla="*/ 114819 h 234504"/>
                  <a:gd name="connsiteX37" fmla="*/ 35048 w 313487"/>
                  <a:gd name="connsiteY37" fmla="*/ 22380 h 234504"/>
                  <a:gd name="connsiteX38" fmla="*/ 271624 w 313487"/>
                  <a:gd name="connsiteY38" fmla="*/ 22380 h 23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3487" h="234504">
                    <a:moveTo>
                      <a:pt x="95409" y="142065"/>
                    </a:moveTo>
                    <a:cubicBezTo>
                      <a:pt x="99303" y="138173"/>
                      <a:pt x="98330" y="131361"/>
                      <a:pt x="94436" y="127469"/>
                    </a:cubicBezTo>
                    <a:cubicBezTo>
                      <a:pt x="90541" y="123577"/>
                      <a:pt x="83727" y="124550"/>
                      <a:pt x="79832" y="128442"/>
                    </a:cubicBezTo>
                    <a:lnTo>
                      <a:pt x="20445" y="199474"/>
                    </a:lnTo>
                    <a:lnTo>
                      <a:pt x="20445" y="35030"/>
                    </a:lnTo>
                    <a:lnTo>
                      <a:pt x="150902" y="134280"/>
                    </a:lnTo>
                    <a:lnTo>
                      <a:pt x="150902" y="134280"/>
                    </a:lnTo>
                    <a:lnTo>
                      <a:pt x="150902" y="134280"/>
                    </a:lnTo>
                    <a:lnTo>
                      <a:pt x="150902" y="134280"/>
                    </a:lnTo>
                    <a:cubicBezTo>
                      <a:pt x="151876" y="135254"/>
                      <a:pt x="152849" y="135254"/>
                      <a:pt x="152849" y="135254"/>
                    </a:cubicBezTo>
                    <a:cubicBezTo>
                      <a:pt x="152849" y="135254"/>
                      <a:pt x="152849" y="135254"/>
                      <a:pt x="153823" y="135254"/>
                    </a:cubicBezTo>
                    <a:cubicBezTo>
                      <a:pt x="154797" y="135254"/>
                      <a:pt x="155770" y="135254"/>
                      <a:pt x="156744" y="135254"/>
                    </a:cubicBezTo>
                    <a:lnTo>
                      <a:pt x="156744" y="135254"/>
                    </a:lnTo>
                    <a:lnTo>
                      <a:pt x="156744" y="135254"/>
                    </a:lnTo>
                    <a:lnTo>
                      <a:pt x="156744" y="135254"/>
                    </a:lnTo>
                    <a:lnTo>
                      <a:pt x="156744" y="135254"/>
                    </a:lnTo>
                    <a:cubicBezTo>
                      <a:pt x="157717" y="135254"/>
                      <a:pt x="158691" y="135254"/>
                      <a:pt x="159664" y="135254"/>
                    </a:cubicBezTo>
                    <a:lnTo>
                      <a:pt x="160638" y="135254"/>
                    </a:lnTo>
                    <a:cubicBezTo>
                      <a:pt x="161612" y="135254"/>
                      <a:pt x="162585" y="134280"/>
                      <a:pt x="163559" y="134280"/>
                    </a:cubicBezTo>
                    <a:lnTo>
                      <a:pt x="163559" y="134280"/>
                    </a:lnTo>
                    <a:lnTo>
                      <a:pt x="163559" y="134280"/>
                    </a:lnTo>
                    <a:lnTo>
                      <a:pt x="163559" y="134280"/>
                    </a:lnTo>
                    <a:lnTo>
                      <a:pt x="293043" y="30164"/>
                    </a:lnTo>
                    <a:lnTo>
                      <a:pt x="293043" y="75898"/>
                    </a:lnTo>
                    <a:lnTo>
                      <a:pt x="313487" y="51571"/>
                    </a:lnTo>
                    <a:lnTo>
                      <a:pt x="313487" y="29191"/>
                    </a:lnTo>
                    <a:cubicBezTo>
                      <a:pt x="313487" y="13623"/>
                      <a:pt x="300831" y="0"/>
                      <a:pt x="284280" y="0"/>
                    </a:cubicBezTo>
                    <a:lnTo>
                      <a:pt x="29207" y="0"/>
                    </a:lnTo>
                    <a:cubicBezTo>
                      <a:pt x="13630" y="0"/>
                      <a:pt x="0" y="12650"/>
                      <a:pt x="0" y="29191"/>
                    </a:cubicBezTo>
                    <a:lnTo>
                      <a:pt x="0" y="205313"/>
                    </a:lnTo>
                    <a:cubicBezTo>
                      <a:pt x="0" y="220882"/>
                      <a:pt x="12656" y="234504"/>
                      <a:pt x="29207" y="234504"/>
                    </a:cubicBezTo>
                    <a:lnTo>
                      <a:pt x="193739" y="234504"/>
                    </a:lnTo>
                    <a:lnTo>
                      <a:pt x="199581" y="214070"/>
                    </a:lnTo>
                    <a:lnTo>
                      <a:pt x="35048" y="214070"/>
                    </a:lnTo>
                    <a:lnTo>
                      <a:pt x="95409" y="142065"/>
                    </a:lnTo>
                    <a:close/>
                    <a:moveTo>
                      <a:pt x="271624" y="22380"/>
                    </a:moveTo>
                    <a:lnTo>
                      <a:pt x="156744" y="114819"/>
                    </a:lnTo>
                    <a:lnTo>
                      <a:pt x="35048" y="22380"/>
                    </a:lnTo>
                    <a:lnTo>
                      <a:pt x="271624" y="2238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69" name="Freeform 468">
                <a:extLst>
                  <a:ext uri="{FF2B5EF4-FFF2-40B4-BE49-F238E27FC236}">
                    <a16:creationId xmlns:a16="http://schemas.microsoft.com/office/drawing/2014/main" id="{260F6340-604D-2482-F614-6981705E298A}"/>
                  </a:ext>
                </a:extLst>
              </p:cNvPr>
              <p:cNvSpPr/>
              <p:nvPr/>
            </p:nvSpPr>
            <p:spPr>
              <a:xfrm>
                <a:off x="8372380" y="2432767"/>
                <a:ext cx="196051" cy="217962"/>
              </a:xfrm>
              <a:custGeom>
                <a:avLst/>
                <a:gdLst>
                  <a:gd name="connsiteX0" fmla="*/ 183395 w 196051"/>
                  <a:gd name="connsiteY0" fmla="*/ 72006 h 217962"/>
                  <a:gd name="connsiteX1" fmla="*/ 196051 w 196051"/>
                  <a:gd name="connsiteY1" fmla="*/ 56437 h 217962"/>
                  <a:gd name="connsiteX2" fmla="*/ 128875 w 196051"/>
                  <a:gd name="connsiteY2" fmla="*/ 0 h 217962"/>
                  <a:gd name="connsiteX3" fmla="*/ 23731 w 196051"/>
                  <a:gd name="connsiteY3" fmla="*/ 124550 h 217962"/>
                  <a:gd name="connsiteX4" fmla="*/ 21783 w 196051"/>
                  <a:gd name="connsiteY4" fmla="*/ 128442 h 217962"/>
                  <a:gd name="connsiteX5" fmla="*/ 365 w 196051"/>
                  <a:gd name="connsiteY5" fmla="*/ 204340 h 217962"/>
                  <a:gd name="connsiteX6" fmla="*/ 3286 w 196051"/>
                  <a:gd name="connsiteY6" fmla="*/ 215043 h 217962"/>
                  <a:gd name="connsiteX7" fmla="*/ 10101 w 196051"/>
                  <a:gd name="connsiteY7" fmla="*/ 217962 h 217962"/>
                  <a:gd name="connsiteX8" fmla="*/ 13995 w 196051"/>
                  <a:gd name="connsiteY8" fmla="*/ 216989 h 217962"/>
                  <a:gd name="connsiteX9" fmla="*/ 85065 w 196051"/>
                  <a:gd name="connsiteY9" fmla="*/ 186825 h 217962"/>
                  <a:gd name="connsiteX10" fmla="*/ 88959 w 196051"/>
                  <a:gd name="connsiteY10" fmla="*/ 183906 h 217962"/>
                  <a:gd name="connsiteX11" fmla="*/ 167818 w 196051"/>
                  <a:gd name="connsiteY11" fmla="*/ 90493 h 217962"/>
                  <a:gd name="connsiteX12" fmla="*/ 152241 w 196051"/>
                  <a:gd name="connsiteY12" fmla="*/ 77844 h 217962"/>
                  <a:gd name="connsiteX13" fmla="*/ 86039 w 196051"/>
                  <a:gd name="connsiteY13" fmla="*/ 156661 h 217962"/>
                  <a:gd name="connsiteX14" fmla="*/ 50017 w 196051"/>
                  <a:gd name="connsiteY14" fmla="*/ 126496 h 217962"/>
                  <a:gd name="connsiteX15" fmla="*/ 131796 w 196051"/>
                  <a:gd name="connsiteY15" fmla="*/ 30164 h 217962"/>
                  <a:gd name="connsiteX16" fmla="*/ 183395 w 196051"/>
                  <a:gd name="connsiteY16" fmla="*/ 72006 h 217962"/>
                  <a:gd name="connsiteX17" fmla="*/ 72409 w 196051"/>
                  <a:gd name="connsiteY17" fmla="*/ 170283 h 217962"/>
                  <a:gd name="connsiteX18" fmla="*/ 38334 w 196051"/>
                  <a:gd name="connsiteY18" fmla="*/ 184879 h 217962"/>
                  <a:gd name="connsiteX19" fmla="*/ 29572 w 196051"/>
                  <a:gd name="connsiteY19" fmla="*/ 177095 h 217962"/>
                  <a:gd name="connsiteX20" fmla="*/ 39308 w 196051"/>
                  <a:gd name="connsiteY20" fmla="*/ 142065 h 217962"/>
                  <a:gd name="connsiteX21" fmla="*/ 72409 w 196051"/>
                  <a:gd name="connsiteY21" fmla="*/ 170283 h 21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051" h="217962">
                    <a:moveTo>
                      <a:pt x="183395" y="72006"/>
                    </a:moveTo>
                    <a:lnTo>
                      <a:pt x="196051" y="56437"/>
                    </a:lnTo>
                    <a:lnTo>
                      <a:pt x="128875" y="0"/>
                    </a:lnTo>
                    <a:lnTo>
                      <a:pt x="23731" y="124550"/>
                    </a:lnTo>
                    <a:cubicBezTo>
                      <a:pt x="22757" y="125523"/>
                      <a:pt x="21783" y="126496"/>
                      <a:pt x="21783" y="128442"/>
                    </a:cubicBezTo>
                    <a:lnTo>
                      <a:pt x="365" y="204340"/>
                    </a:lnTo>
                    <a:cubicBezTo>
                      <a:pt x="-609" y="208232"/>
                      <a:pt x="365" y="212124"/>
                      <a:pt x="3286" y="215043"/>
                    </a:cubicBezTo>
                    <a:cubicBezTo>
                      <a:pt x="5233" y="216989"/>
                      <a:pt x="7180" y="217962"/>
                      <a:pt x="10101" y="217962"/>
                    </a:cubicBezTo>
                    <a:cubicBezTo>
                      <a:pt x="11074" y="217962"/>
                      <a:pt x="13021" y="217962"/>
                      <a:pt x="13995" y="216989"/>
                    </a:cubicBezTo>
                    <a:lnTo>
                      <a:pt x="85065" y="186825"/>
                    </a:lnTo>
                    <a:cubicBezTo>
                      <a:pt x="86039" y="185852"/>
                      <a:pt x="87986" y="184879"/>
                      <a:pt x="88959" y="183906"/>
                    </a:cubicBezTo>
                    <a:lnTo>
                      <a:pt x="167818" y="90493"/>
                    </a:lnTo>
                    <a:lnTo>
                      <a:pt x="152241" y="77844"/>
                    </a:lnTo>
                    <a:lnTo>
                      <a:pt x="86039" y="156661"/>
                    </a:lnTo>
                    <a:lnTo>
                      <a:pt x="50017" y="126496"/>
                    </a:lnTo>
                    <a:lnTo>
                      <a:pt x="131796" y="30164"/>
                    </a:lnTo>
                    <a:lnTo>
                      <a:pt x="183395" y="72006"/>
                    </a:lnTo>
                    <a:close/>
                    <a:moveTo>
                      <a:pt x="72409" y="170283"/>
                    </a:moveTo>
                    <a:lnTo>
                      <a:pt x="38334" y="184879"/>
                    </a:lnTo>
                    <a:lnTo>
                      <a:pt x="29572" y="177095"/>
                    </a:lnTo>
                    <a:lnTo>
                      <a:pt x="39308" y="142065"/>
                    </a:lnTo>
                    <a:lnTo>
                      <a:pt x="72409" y="170283"/>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470" name="Graphic 450">
            <a:extLst>
              <a:ext uri="{FF2B5EF4-FFF2-40B4-BE49-F238E27FC236}">
                <a16:creationId xmlns:a16="http://schemas.microsoft.com/office/drawing/2014/main" id="{0F6E2E43-0396-7BDB-0D37-71E1A340C888}"/>
              </a:ext>
            </a:extLst>
          </p:cNvPr>
          <p:cNvGrpSpPr/>
          <p:nvPr/>
        </p:nvGrpSpPr>
        <p:grpSpPr>
          <a:xfrm>
            <a:off x="10509343" y="3636441"/>
            <a:ext cx="606040" cy="605718"/>
            <a:chOff x="8068994" y="684203"/>
            <a:chExt cx="558825" cy="558528"/>
          </a:xfrm>
        </p:grpSpPr>
        <p:sp>
          <p:nvSpPr>
            <p:cNvPr id="471" name="Freeform 470">
              <a:extLst>
                <a:ext uri="{FF2B5EF4-FFF2-40B4-BE49-F238E27FC236}">
                  <a16:creationId xmlns:a16="http://schemas.microsoft.com/office/drawing/2014/main" id="{6C319C59-5589-CB92-1E04-4DA2E80269F2}"/>
                </a:ext>
              </a:extLst>
            </p:cNvPr>
            <p:cNvSpPr/>
            <p:nvPr/>
          </p:nvSpPr>
          <p:spPr>
            <a:xfrm>
              <a:off x="8068994" y="684203"/>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472" name="Graphic 450">
              <a:extLst>
                <a:ext uri="{FF2B5EF4-FFF2-40B4-BE49-F238E27FC236}">
                  <a16:creationId xmlns:a16="http://schemas.microsoft.com/office/drawing/2014/main" id="{8ACC3E90-70A6-D947-214F-1757E7D45A3A}"/>
                </a:ext>
              </a:extLst>
            </p:cNvPr>
            <p:cNvGrpSpPr/>
            <p:nvPr/>
          </p:nvGrpSpPr>
          <p:grpSpPr>
            <a:xfrm>
              <a:off x="8109736" y="769831"/>
              <a:ext cx="476219" cy="386299"/>
              <a:chOff x="8109736" y="769831"/>
              <a:chExt cx="476219" cy="386299"/>
            </a:xfrm>
            <a:solidFill>
              <a:srgbClr val="FFFFFF"/>
            </a:solidFill>
          </p:grpSpPr>
          <p:sp>
            <p:nvSpPr>
              <p:cNvPr id="473" name="Freeform 472">
                <a:extLst>
                  <a:ext uri="{FF2B5EF4-FFF2-40B4-BE49-F238E27FC236}">
                    <a16:creationId xmlns:a16="http://schemas.microsoft.com/office/drawing/2014/main" id="{0EBC147C-2B8E-5149-0096-678F407CB92C}"/>
                  </a:ext>
                </a:extLst>
              </p:cNvPr>
              <p:cNvSpPr/>
              <p:nvPr/>
            </p:nvSpPr>
            <p:spPr>
              <a:xfrm>
                <a:off x="8109736" y="769831"/>
                <a:ext cx="476219" cy="386299"/>
              </a:xfrm>
              <a:custGeom>
                <a:avLst/>
                <a:gdLst>
                  <a:gd name="connsiteX0" fmla="*/ 464537 w 476219"/>
                  <a:gd name="connsiteY0" fmla="*/ 266615 h 386299"/>
                  <a:gd name="connsiteX1" fmla="*/ 448960 w 476219"/>
                  <a:gd name="connsiteY1" fmla="*/ 260776 h 386299"/>
                  <a:gd name="connsiteX2" fmla="*/ 448960 w 476219"/>
                  <a:gd name="connsiteY2" fmla="*/ 62275 h 386299"/>
                  <a:gd name="connsiteX3" fmla="*/ 448960 w 476219"/>
                  <a:gd name="connsiteY3" fmla="*/ 62275 h 386299"/>
                  <a:gd name="connsiteX4" fmla="*/ 448960 w 476219"/>
                  <a:gd name="connsiteY4" fmla="*/ 60329 h 386299"/>
                  <a:gd name="connsiteX5" fmla="*/ 448960 w 476219"/>
                  <a:gd name="connsiteY5" fmla="*/ 60329 h 386299"/>
                  <a:gd name="connsiteX6" fmla="*/ 448960 w 476219"/>
                  <a:gd name="connsiteY6" fmla="*/ 59356 h 386299"/>
                  <a:gd name="connsiteX7" fmla="*/ 448960 w 476219"/>
                  <a:gd name="connsiteY7" fmla="*/ 59356 h 386299"/>
                  <a:gd name="connsiteX8" fmla="*/ 447986 w 476219"/>
                  <a:gd name="connsiteY8" fmla="*/ 58383 h 386299"/>
                  <a:gd name="connsiteX9" fmla="*/ 447013 w 476219"/>
                  <a:gd name="connsiteY9" fmla="*/ 57410 h 386299"/>
                  <a:gd name="connsiteX10" fmla="*/ 445066 w 476219"/>
                  <a:gd name="connsiteY10" fmla="*/ 56437 h 386299"/>
                  <a:gd name="connsiteX11" fmla="*/ 444092 w 476219"/>
                  <a:gd name="connsiteY11" fmla="*/ 56437 h 386299"/>
                  <a:gd name="connsiteX12" fmla="*/ 444092 w 476219"/>
                  <a:gd name="connsiteY12" fmla="*/ 56437 h 386299"/>
                  <a:gd name="connsiteX13" fmla="*/ 444092 w 476219"/>
                  <a:gd name="connsiteY13" fmla="*/ 56437 h 386299"/>
                  <a:gd name="connsiteX14" fmla="*/ 220172 w 476219"/>
                  <a:gd name="connsiteY14" fmla="*/ 0 h 386299"/>
                  <a:gd name="connsiteX15" fmla="*/ 219199 w 476219"/>
                  <a:gd name="connsiteY15" fmla="*/ 0 h 386299"/>
                  <a:gd name="connsiteX16" fmla="*/ 219199 w 476219"/>
                  <a:gd name="connsiteY16" fmla="*/ 0 h 386299"/>
                  <a:gd name="connsiteX17" fmla="*/ 46878 w 476219"/>
                  <a:gd name="connsiteY17" fmla="*/ 40868 h 386299"/>
                  <a:gd name="connsiteX18" fmla="*/ 46878 w 476219"/>
                  <a:gd name="connsiteY18" fmla="*/ 40868 h 386299"/>
                  <a:gd name="connsiteX19" fmla="*/ 45904 w 476219"/>
                  <a:gd name="connsiteY19" fmla="*/ 40868 h 386299"/>
                  <a:gd name="connsiteX20" fmla="*/ 44931 w 476219"/>
                  <a:gd name="connsiteY20" fmla="*/ 40868 h 386299"/>
                  <a:gd name="connsiteX21" fmla="*/ 43957 w 476219"/>
                  <a:gd name="connsiteY21" fmla="*/ 41841 h 386299"/>
                  <a:gd name="connsiteX22" fmla="*/ 42984 w 476219"/>
                  <a:gd name="connsiteY22" fmla="*/ 42814 h 386299"/>
                  <a:gd name="connsiteX23" fmla="*/ 42010 w 476219"/>
                  <a:gd name="connsiteY23" fmla="*/ 43787 h 386299"/>
                  <a:gd name="connsiteX24" fmla="*/ 42010 w 476219"/>
                  <a:gd name="connsiteY24" fmla="*/ 43787 h 386299"/>
                  <a:gd name="connsiteX25" fmla="*/ 42010 w 476219"/>
                  <a:gd name="connsiteY25" fmla="*/ 43787 h 386299"/>
                  <a:gd name="connsiteX26" fmla="*/ 42010 w 476219"/>
                  <a:gd name="connsiteY26" fmla="*/ 44760 h 386299"/>
                  <a:gd name="connsiteX27" fmla="*/ 42010 w 476219"/>
                  <a:gd name="connsiteY27" fmla="*/ 46706 h 386299"/>
                  <a:gd name="connsiteX28" fmla="*/ 42010 w 476219"/>
                  <a:gd name="connsiteY28" fmla="*/ 46706 h 386299"/>
                  <a:gd name="connsiteX29" fmla="*/ 42010 w 476219"/>
                  <a:gd name="connsiteY29" fmla="*/ 216016 h 386299"/>
                  <a:gd name="connsiteX30" fmla="*/ 13777 w 476219"/>
                  <a:gd name="connsiteY30" fmla="*/ 225747 h 386299"/>
                  <a:gd name="connsiteX31" fmla="*/ 147 w 476219"/>
                  <a:gd name="connsiteY31" fmla="*/ 243262 h 386299"/>
                  <a:gd name="connsiteX32" fmla="*/ 10856 w 476219"/>
                  <a:gd name="connsiteY32" fmla="*/ 262723 h 386299"/>
                  <a:gd name="connsiteX33" fmla="*/ 215304 w 476219"/>
                  <a:gd name="connsiteY33" fmla="*/ 375596 h 386299"/>
                  <a:gd name="connsiteX34" fmla="*/ 255221 w 476219"/>
                  <a:gd name="connsiteY34" fmla="*/ 386299 h 386299"/>
                  <a:gd name="connsiteX35" fmla="*/ 288322 w 476219"/>
                  <a:gd name="connsiteY35" fmla="*/ 379488 h 386299"/>
                  <a:gd name="connsiteX36" fmla="*/ 465510 w 476219"/>
                  <a:gd name="connsiteY36" fmla="*/ 301644 h 386299"/>
                  <a:gd name="connsiteX37" fmla="*/ 476220 w 476219"/>
                  <a:gd name="connsiteY37" fmla="*/ 285103 h 386299"/>
                  <a:gd name="connsiteX38" fmla="*/ 464537 w 476219"/>
                  <a:gd name="connsiteY38" fmla="*/ 266615 h 386299"/>
                  <a:gd name="connsiteX39" fmla="*/ 218225 w 476219"/>
                  <a:gd name="connsiteY39" fmla="*/ 12650 h 386299"/>
                  <a:gd name="connsiteX40" fmla="*/ 421700 w 476219"/>
                  <a:gd name="connsiteY40" fmla="*/ 64221 h 386299"/>
                  <a:gd name="connsiteX41" fmla="*/ 407097 w 476219"/>
                  <a:gd name="connsiteY41" fmla="*/ 71032 h 386299"/>
                  <a:gd name="connsiteX42" fmla="*/ 220172 w 476219"/>
                  <a:gd name="connsiteY42" fmla="*/ 21407 h 386299"/>
                  <a:gd name="connsiteX43" fmla="*/ 220172 w 476219"/>
                  <a:gd name="connsiteY43" fmla="*/ 21407 h 386299"/>
                  <a:gd name="connsiteX44" fmla="*/ 218225 w 476219"/>
                  <a:gd name="connsiteY44" fmla="*/ 21407 h 386299"/>
                  <a:gd name="connsiteX45" fmla="*/ 218225 w 476219"/>
                  <a:gd name="connsiteY45" fmla="*/ 21407 h 386299"/>
                  <a:gd name="connsiteX46" fmla="*/ 218225 w 476219"/>
                  <a:gd name="connsiteY46" fmla="*/ 21407 h 386299"/>
                  <a:gd name="connsiteX47" fmla="*/ 218225 w 476219"/>
                  <a:gd name="connsiteY47" fmla="*/ 21407 h 386299"/>
                  <a:gd name="connsiteX48" fmla="*/ 217252 w 476219"/>
                  <a:gd name="connsiteY48" fmla="*/ 21407 h 386299"/>
                  <a:gd name="connsiteX49" fmla="*/ 217252 w 476219"/>
                  <a:gd name="connsiteY49" fmla="*/ 21407 h 386299"/>
                  <a:gd name="connsiteX50" fmla="*/ 81926 w 476219"/>
                  <a:gd name="connsiteY50" fmla="*/ 53518 h 386299"/>
                  <a:gd name="connsiteX51" fmla="*/ 68297 w 476219"/>
                  <a:gd name="connsiteY51" fmla="*/ 47679 h 386299"/>
                  <a:gd name="connsiteX52" fmla="*/ 218225 w 476219"/>
                  <a:gd name="connsiteY52" fmla="*/ 12650 h 386299"/>
                  <a:gd name="connsiteX53" fmla="*/ 282481 w 476219"/>
                  <a:gd name="connsiteY53" fmla="*/ 219908 h 386299"/>
                  <a:gd name="connsiteX54" fmla="*/ 282481 w 476219"/>
                  <a:gd name="connsiteY54" fmla="*/ 219908 h 386299"/>
                  <a:gd name="connsiteX55" fmla="*/ 192913 w 476219"/>
                  <a:gd name="connsiteY55" fmla="*/ 180987 h 386299"/>
                  <a:gd name="connsiteX56" fmla="*/ 192913 w 476219"/>
                  <a:gd name="connsiteY56" fmla="*/ 114819 h 386299"/>
                  <a:gd name="connsiteX57" fmla="*/ 221146 w 476219"/>
                  <a:gd name="connsiteY57" fmla="*/ 107035 h 386299"/>
                  <a:gd name="connsiteX58" fmla="*/ 221146 w 476219"/>
                  <a:gd name="connsiteY58" fmla="*/ 107035 h 386299"/>
                  <a:gd name="connsiteX59" fmla="*/ 223093 w 476219"/>
                  <a:gd name="connsiteY59" fmla="*/ 106062 h 386299"/>
                  <a:gd name="connsiteX60" fmla="*/ 223093 w 476219"/>
                  <a:gd name="connsiteY60" fmla="*/ 106062 h 386299"/>
                  <a:gd name="connsiteX61" fmla="*/ 225040 w 476219"/>
                  <a:gd name="connsiteY61" fmla="*/ 104116 h 386299"/>
                  <a:gd name="connsiteX62" fmla="*/ 225040 w 476219"/>
                  <a:gd name="connsiteY62" fmla="*/ 104116 h 386299"/>
                  <a:gd name="connsiteX63" fmla="*/ 225040 w 476219"/>
                  <a:gd name="connsiteY63" fmla="*/ 104116 h 386299"/>
                  <a:gd name="connsiteX64" fmla="*/ 225040 w 476219"/>
                  <a:gd name="connsiteY64" fmla="*/ 103143 h 386299"/>
                  <a:gd name="connsiteX65" fmla="*/ 225040 w 476219"/>
                  <a:gd name="connsiteY65" fmla="*/ 102170 h 386299"/>
                  <a:gd name="connsiteX66" fmla="*/ 225040 w 476219"/>
                  <a:gd name="connsiteY66" fmla="*/ 101197 h 386299"/>
                  <a:gd name="connsiteX67" fmla="*/ 225040 w 476219"/>
                  <a:gd name="connsiteY67" fmla="*/ 100224 h 386299"/>
                  <a:gd name="connsiteX68" fmla="*/ 225040 w 476219"/>
                  <a:gd name="connsiteY68" fmla="*/ 100224 h 386299"/>
                  <a:gd name="connsiteX69" fmla="*/ 225040 w 476219"/>
                  <a:gd name="connsiteY69" fmla="*/ 36976 h 386299"/>
                  <a:gd name="connsiteX70" fmla="*/ 400282 w 476219"/>
                  <a:gd name="connsiteY70" fmla="*/ 83682 h 386299"/>
                  <a:gd name="connsiteX71" fmla="*/ 400282 w 476219"/>
                  <a:gd name="connsiteY71" fmla="*/ 271480 h 386299"/>
                  <a:gd name="connsiteX72" fmla="*/ 282481 w 476219"/>
                  <a:gd name="connsiteY72" fmla="*/ 219908 h 386299"/>
                  <a:gd name="connsiteX73" fmla="*/ 212384 w 476219"/>
                  <a:gd name="connsiteY73" fmla="*/ 94385 h 386299"/>
                  <a:gd name="connsiteX74" fmla="*/ 139367 w 476219"/>
                  <a:gd name="connsiteY74" fmla="*/ 114819 h 386299"/>
                  <a:gd name="connsiteX75" fmla="*/ 134499 w 476219"/>
                  <a:gd name="connsiteY75" fmla="*/ 121631 h 386299"/>
                  <a:gd name="connsiteX76" fmla="*/ 134499 w 476219"/>
                  <a:gd name="connsiteY76" fmla="*/ 227693 h 386299"/>
                  <a:gd name="connsiteX77" fmla="*/ 88741 w 476219"/>
                  <a:gd name="connsiteY77" fmla="*/ 245208 h 386299"/>
                  <a:gd name="connsiteX78" fmla="*/ 88741 w 476219"/>
                  <a:gd name="connsiteY78" fmla="*/ 66167 h 386299"/>
                  <a:gd name="connsiteX79" fmla="*/ 212384 w 476219"/>
                  <a:gd name="connsiteY79" fmla="*/ 36976 h 386299"/>
                  <a:gd name="connsiteX80" fmla="*/ 212384 w 476219"/>
                  <a:gd name="connsiteY80" fmla="*/ 94385 h 386299"/>
                  <a:gd name="connsiteX81" fmla="*/ 148129 w 476219"/>
                  <a:gd name="connsiteY81" fmla="*/ 127469 h 386299"/>
                  <a:gd name="connsiteX82" fmla="*/ 179283 w 476219"/>
                  <a:gd name="connsiteY82" fmla="*/ 118712 h 386299"/>
                  <a:gd name="connsiteX83" fmla="*/ 179283 w 476219"/>
                  <a:gd name="connsiteY83" fmla="*/ 180987 h 386299"/>
                  <a:gd name="connsiteX84" fmla="*/ 148129 w 476219"/>
                  <a:gd name="connsiteY84" fmla="*/ 190717 h 386299"/>
                  <a:gd name="connsiteX85" fmla="*/ 148129 w 476219"/>
                  <a:gd name="connsiteY85" fmla="*/ 127469 h 386299"/>
                  <a:gd name="connsiteX86" fmla="*/ 415859 w 476219"/>
                  <a:gd name="connsiteY86" fmla="*/ 269534 h 386299"/>
                  <a:gd name="connsiteX87" fmla="*/ 415859 w 476219"/>
                  <a:gd name="connsiteY87" fmla="*/ 82709 h 386299"/>
                  <a:gd name="connsiteX88" fmla="*/ 435330 w 476219"/>
                  <a:gd name="connsiteY88" fmla="*/ 72978 h 386299"/>
                  <a:gd name="connsiteX89" fmla="*/ 435330 w 476219"/>
                  <a:gd name="connsiteY89" fmla="*/ 257857 h 386299"/>
                  <a:gd name="connsiteX90" fmla="*/ 415859 w 476219"/>
                  <a:gd name="connsiteY90" fmla="*/ 269534 h 386299"/>
                  <a:gd name="connsiteX91" fmla="*/ 75111 w 476219"/>
                  <a:gd name="connsiteY91" fmla="*/ 65194 h 386299"/>
                  <a:gd name="connsiteX92" fmla="*/ 75111 w 476219"/>
                  <a:gd name="connsiteY92" fmla="*/ 245208 h 386299"/>
                  <a:gd name="connsiteX93" fmla="*/ 54666 w 476219"/>
                  <a:gd name="connsiteY93" fmla="*/ 236450 h 386299"/>
                  <a:gd name="connsiteX94" fmla="*/ 54666 w 476219"/>
                  <a:gd name="connsiteY94" fmla="*/ 56437 h 386299"/>
                  <a:gd name="connsiteX95" fmla="*/ 75111 w 476219"/>
                  <a:gd name="connsiteY95" fmla="*/ 65194 h 386299"/>
                  <a:gd name="connsiteX96" fmla="*/ 41037 w 476219"/>
                  <a:gd name="connsiteY96" fmla="*/ 241316 h 386299"/>
                  <a:gd name="connsiteX97" fmla="*/ 41037 w 476219"/>
                  <a:gd name="connsiteY97" fmla="*/ 241316 h 386299"/>
                  <a:gd name="connsiteX98" fmla="*/ 41037 w 476219"/>
                  <a:gd name="connsiteY98" fmla="*/ 241316 h 386299"/>
                  <a:gd name="connsiteX99" fmla="*/ 41037 w 476219"/>
                  <a:gd name="connsiteY99" fmla="*/ 241316 h 386299"/>
                  <a:gd name="connsiteX100" fmla="*/ 41037 w 476219"/>
                  <a:gd name="connsiteY100" fmla="*/ 243262 h 386299"/>
                  <a:gd name="connsiteX101" fmla="*/ 41037 w 476219"/>
                  <a:gd name="connsiteY101" fmla="*/ 243262 h 386299"/>
                  <a:gd name="connsiteX102" fmla="*/ 42010 w 476219"/>
                  <a:gd name="connsiteY102" fmla="*/ 244235 h 386299"/>
                  <a:gd name="connsiteX103" fmla="*/ 42010 w 476219"/>
                  <a:gd name="connsiteY103" fmla="*/ 244235 h 386299"/>
                  <a:gd name="connsiteX104" fmla="*/ 42984 w 476219"/>
                  <a:gd name="connsiteY104" fmla="*/ 245208 h 386299"/>
                  <a:gd name="connsiteX105" fmla="*/ 42984 w 476219"/>
                  <a:gd name="connsiteY105" fmla="*/ 245208 h 386299"/>
                  <a:gd name="connsiteX106" fmla="*/ 43957 w 476219"/>
                  <a:gd name="connsiteY106" fmla="*/ 245208 h 386299"/>
                  <a:gd name="connsiteX107" fmla="*/ 43957 w 476219"/>
                  <a:gd name="connsiteY107" fmla="*/ 245208 h 386299"/>
                  <a:gd name="connsiteX108" fmla="*/ 78032 w 476219"/>
                  <a:gd name="connsiteY108" fmla="*/ 260776 h 386299"/>
                  <a:gd name="connsiteX109" fmla="*/ 79005 w 476219"/>
                  <a:gd name="connsiteY109" fmla="*/ 260776 h 386299"/>
                  <a:gd name="connsiteX110" fmla="*/ 79005 w 476219"/>
                  <a:gd name="connsiteY110" fmla="*/ 260776 h 386299"/>
                  <a:gd name="connsiteX111" fmla="*/ 80953 w 476219"/>
                  <a:gd name="connsiteY111" fmla="*/ 260776 h 386299"/>
                  <a:gd name="connsiteX112" fmla="*/ 82900 w 476219"/>
                  <a:gd name="connsiteY112" fmla="*/ 260776 h 386299"/>
                  <a:gd name="connsiteX113" fmla="*/ 82900 w 476219"/>
                  <a:gd name="connsiteY113" fmla="*/ 260776 h 386299"/>
                  <a:gd name="connsiteX114" fmla="*/ 142287 w 476219"/>
                  <a:gd name="connsiteY114" fmla="*/ 238396 h 386299"/>
                  <a:gd name="connsiteX115" fmla="*/ 142287 w 476219"/>
                  <a:gd name="connsiteY115" fmla="*/ 238396 h 386299"/>
                  <a:gd name="connsiteX116" fmla="*/ 143261 w 476219"/>
                  <a:gd name="connsiteY116" fmla="*/ 238396 h 386299"/>
                  <a:gd name="connsiteX117" fmla="*/ 144234 w 476219"/>
                  <a:gd name="connsiteY117" fmla="*/ 238396 h 386299"/>
                  <a:gd name="connsiteX118" fmla="*/ 144234 w 476219"/>
                  <a:gd name="connsiteY118" fmla="*/ 238396 h 386299"/>
                  <a:gd name="connsiteX119" fmla="*/ 145208 w 476219"/>
                  <a:gd name="connsiteY119" fmla="*/ 238396 h 386299"/>
                  <a:gd name="connsiteX120" fmla="*/ 145208 w 476219"/>
                  <a:gd name="connsiteY120" fmla="*/ 238396 h 386299"/>
                  <a:gd name="connsiteX121" fmla="*/ 145208 w 476219"/>
                  <a:gd name="connsiteY121" fmla="*/ 237423 h 386299"/>
                  <a:gd name="connsiteX122" fmla="*/ 145208 w 476219"/>
                  <a:gd name="connsiteY122" fmla="*/ 236450 h 386299"/>
                  <a:gd name="connsiteX123" fmla="*/ 145208 w 476219"/>
                  <a:gd name="connsiteY123" fmla="*/ 236450 h 386299"/>
                  <a:gd name="connsiteX124" fmla="*/ 145208 w 476219"/>
                  <a:gd name="connsiteY124" fmla="*/ 235477 h 386299"/>
                  <a:gd name="connsiteX125" fmla="*/ 145208 w 476219"/>
                  <a:gd name="connsiteY125" fmla="*/ 234504 h 386299"/>
                  <a:gd name="connsiteX126" fmla="*/ 145208 w 476219"/>
                  <a:gd name="connsiteY126" fmla="*/ 233531 h 386299"/>
                  <a:gd name="connsiteX127" fmla="*/ 145208 w 476219"/>
                  <a:gd name="connsiteY127" fmla="*/ 232558 h 386299"/>
                  <a:gd name="connsiteX128" fmla="*/ 145208 w 476219"/>
                  <a:gd name="connsiteY128" fmla="*/ 232558 h 386299"/>
                  <a:gd name="connsiteX129" fmla="*/ 145208 w 476219"/>
                  <a:gd name="connsiteY129" fmla="*/ 204340 h 386299"/>
                  <a:gd name="connsiteX130" fmla="*/ 182203 w 476219"/>
                  <a:gd name="connsiteY130" fmla="*/ 192663 h 386299"/>
                  <a:gd name="connsiteX131" fmla="*/ 273718 w 476219"/>
                  <a:gd name="connsiteY131" fmla="*/ 232558 h 386299"/>
                  <a:gd name="connsiteX132" fmla="*/ 273718 w 476219"/>
                  <a:gd name="connsiteY132" fmla="*/ 232558 h 386299"/>
                  <a:gd name="connsiteX133" fmla="*/ 273718 w 476219"/>
                  <a:gd name="connsiteY133" fmla="*/ 232558 h 386299"/>
                  <a:gd name="connsiteX134" fmla="*/ 402229 w 476219"/>
                  <a:gd name="connsiteY134" fmla="*/ 288022 h 386299"/>
                  <a:gd name="connsiteX135" fmla="*/ 403202 w 476219"/>
                  <a:gd name="connsiteY135" fmla="*/ 288022 h 386299"/>
                  <a:gd name="connsiteX136" fmla="*/ 403202 w 476219"/>
                  <a:gd name="connsiteY136" fmla="*/ 288022 h 386299"/>
                  <a:gd name="connsiteX137" fmla="*/ 405149 w 476219"/>
                  <a:gd name="connsiteY137" fmla="*/ 288022 h 386299"/>
                  <a:gd name="connsiteX138" fmla="*/ 405149 w 476219"/>
                  <a:gd name="connsiteY138" fmla="*/ 288022 h 386299"/>
                  <a:gd name="connsiteX139" fmla="*/ 407097 w 476219"/>
                  <a:gd name="connsiteY139" fmla="*/ 288022 h 386299"/>
                  <a:gd name="connsiteX140" fmla="*/ 408070 w 476219"/>
                  <a:gd name="connsiteY140" fmla="*/ 288022 h 386299"/>
                  <a:gd name="connsiteX141" fmla="*/ 409044 w 476219"/>
                  <a:gd name="connsiteY141" fmla="*/ 288022 h 386299"/>
                  <a:gd name="connsiteX142" fmla="*/ 436304 w 476219"/>
                  <a:gd name="connsiteY142" fmla="*/ 271480 h 386299"/>
                  <a:gd name="connsiteX143" fmla="*/ 456748 w 476219"/>
                  <a:gd name="connsiteY143" fmla="*/ 279264 h 386299"/>
                  <a:gd name="connsiteX144" fmla="*/ 459669 w 476219"/>
                  <a:gd name="connsiteY144" fmla="*/ 283156 h 386299"/>
                  <a:gd name="connsiteX145" fmla="*/ 456748 w 476219"/>
                  <a:gd name="connsiteY145" fmla="*/ 287049 h 386299"/>
                  <a:gd name="connsiteX146" fmla="*/ 279560 w 476219"/>
                  <a:gd name="connsiteY146" fmla="*/ 364892 h 386299"/>
                  <a:gd name="connsiteX147" fmla="*/ 218225 w 476219"/>
                  <a:gd name="connsiteY147" fmla="*/ 361973 h 386299"/>
                  <a:gd name="connsiteX148" fmla="*/ 13777 w 476219"/>
                  <a:gd name="connsiteY148" fmla="*/ 249100 h 386299"/>
                  <a:gd name="connsiteX149" fmla="*/ 9883 w 476219"/>
                  <a:gd name="connsiteY149" fmla="*/ 242289 h 386299"/>
                  <a:gd name="connsiteX150" fmla="*/ 14750 w 476219"/>
                  <a:gd name="connsiteY150" fmla="*/ 236450 h 386299"/>
                  <a:gd name="connsiteX151" fmla="*/ 39090 w 476219"/>
                  <a:gd name="connsiteY151" fmla="*/ 228666 h 386299"/>
                  <a:gd name="connsiteX152" fmla="*/ 41037 w 476219"/>
                  <a:gd name="connsiteY152" fmla="*/ 241316 h 386299"/>
                  <a:gd name="connsiteX153" fmla="*/ 41037 w 476219"/>
                  <a:gd name="connsiteY153" fmla="*/ 241316 h 38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476219" h="386299">
                    <a:moveTo>
                      <a:pt x="464537" y="266615"/>
                    </a:moveTo>
                    <a:lnTo>
                      <a:pt x="448960" y="260776"/>
                    </a:lnTo>
                    <a:lnTo>
                      <a:pt x="448960" y="62275"/>
                    </a:lnTo>
                    <a:lnTo>
                      <a:pt x="448960" y="62275"/>
                    </a:lnTo>
                    <a:cubicBezTo>
                      <a:pt x="448960" y="61302"/>
                      <a:pt x="448960" y="61302"/>
                      <a:pt x="448960" y="60329"/>
                    </a:cubicBezTo>
                    <a:lnTo>
                      <a:pt x="448960" y="60329"/>
                    </a:lnTo>
                    <a:cubicBezTo>
                      <a:pt x="448960" y="60329"/>
                      <a:pt x="448960" y="60329"/>
                      <a:pt x="448960" y="59356"/>
                    </a:cubicBezTo>
                    <a:lnTo>
                      <a:pt x="448960" y="59356"/>
                    </a:lnTo>
                    <a:cubicBezTo>
                      <a:pt x="448960" y="58383"/>
                      <a:pt x="447986" y="58383"/>
                      <a:pt x="447986" y="58383"/>
                    </a:cubicBezTo>
                    <a:cubicBezTo>
                      <a:pt x="447986" y="58383"/>
                      <a:pt x="447986" y="58383"/>
                      <a:pt x="447013" y="57410"/>
                    </a:cubicBezTo>
                    <a:cubicBezTo>
                      <a:pt x="447013" y="57410"/>
                      <a:pt x="446039" y="56437"/>
                      <a:pt x="445066" y="56437"/>
                    </a:cubicBezTo>
                    <a:cubicBezTo>
                      <a:pt x="445066" y="56437"/>
                      <a:pt x="445066" y="56437"/>
                      <a:pt x="444092" y="56437"/>
                    </a:cubicBezTo>
                    <a:lnTo>
                      <a:pt x="444092" y="56437"/>
                    </a:lnTo>
                    <a:lnTo>
                      <a:pt x="444092" y="56437"/>
                    </a:lnTo>
                    <a:lnTo>
                      <a:pt x="220172" y="0"/>
                    </a:lnTo>
                    <a:lnTo>
                      <a:pt x="219199" y="0"/>
                    </a:lnTo>
                    <a:lnTo>
                      <a:pt x="219199" y="0"/>
                    </a:lnTo>
                    <a:lnTo>
                      <a:pt x="46878" y="40868"/>
                    </a:lnTo>
                    <a:lnTo>
                      <a:pt x="46878" y="40868"/>
                    </a:lnTo>
                    <a:cubicBezTo>
                      <a:pt x="46878" y="40868"/>
                      <a:pt x="46878" y="40868"/>
                      <a:pt x="45904" y="40868"/>
                    </a:cubicBezTo>
                    <a:cubicBezTo>
                      <a:pt x="45904" y="40868"/>
                      <a:pt x="45904" y="40868"/>
                      <a:pt x="44931" y="40868"/>
                    </a:cubicBezTo>
                    <a:lnTo>
                      <a:pt x="43957" y="41841"/>
                    </a:lnTo>
                    <a:cubicBezTo>
                      <a:pt x="43957" y="41841"/>
                      <a:pt x="43957" y="41841"/>
                      <a:pt x="42984" y="42814"/>
                    </a:cubicBezTo>
                    <a:lnTo>
                      <a:pt x="42010" y="43787"/>
                    </a:lnTo>
                    <a:lnTo>
                      <a:pt x="42010" y="43787"/>
                    </a:lnTo>
                    <a:lnTo>
                      <a:pt x="42010" y="43787"/>
                    </a:lnTo>
                    <a:cubicBezTo>
                      <a:pt x="42010" y="43787"/>
                      <a:pt x="42010" y="43787"/>
                      <a:pt x="42010" y="44760"/>
                    </a:cubicBezTo>
                    <a:cubicBezTo>
                      <a:pt x="42010" y="45733"/>
                      <a:pt x="42010" y="45733"/>
                      <a:pt x="42010" y="46706"/>
                    </a:cubicBezTo>
                    <a:lnTo>
                      <a:pt x="42010" y="46706"/>
                    </a:lnTo>
                    <a:lnTo>
                      <a:pt x="42010" y="216016"/>
                    </a:lnTo>
                    <a:lnTo>
                      <a:pt x="13777" y="225747"/>
                    </a:lnTo>
                    <a:cubicBezTo>
                      <a:pt x="5988" y="228666"/>
                      <a:pt x="147" y="235477"/>
                      <a:pt x="147" y="243262"/>
                    </a:cubicBezTo>
                    <a:cubicBezTo>
                      <a:pt x="-827" y="251046"/>
                      <a:pt x="3068" y="258830"/>
                      <a:pt x="10856" y="262723"/>
                    </a:cubicBezTo>
                    <a:lnTo>
                      <a:pt x="215304" y="375596"/>
                    </a:lnTo>
                    <a:cubicBezTo>
                      <a:pt x="227961" y="382407"/>
                      <a:pt x="241591" y="386299"/>
                      <a:pt x="255221" y="386299"/>
                    </a:cubicBezTo>
                    <a:cubicBezTo>
                      <a:pt x="266903" y="386299"/>
                      <a:pt x="277613" y="384353"/>
                      <a:pt x="288322" y="379488"/>
                    </a:cubicBezTo>
                    <a:lnTo>
                      <a:pt x="465510" y="301644"/>
                    </a:lnTo>
                    <a:cubicBezTo>
                      <a:pt x="472325" y="298725"/>
                      <a:pt x="476220" y="291914"/>
                      <a:pt x="476220" y="285103"/>
                    </a:cubicBezTo>
                    <a:cubicBezTo>
                      <a:pt x="476220" y="276345"/>
                      <a:pt x="471352" y="269534"/>
                      <a:pt x="464537" y="266615"/>
                    </a:cubicBezTo>
                    <a:close/>
                    <a:moveTo>
                      <a:pt x="218225" y="12650"/>
                    </a:moveTo>
                    <a:lnTo>
                      <a:pt x="421700" y="64221"/>
                    </a:lnTo>
                    <a:lnTo>
                      <a:pt x="407097" y="71032"/>
                    </a:lnTo>
                    <a:lnTo>
                      <a:pt x="220172" y="21407"/>
                    </a:lnTo>
                    <a:lnTo>
                      <a:pt x="220172" y="21407"/>
                    </a:lnTo>
                    <a:cubicBezTo>
                      <a:pt x="219199" y="21407"/>
                      <a:pt x="219199" y="21407"/>
                      <a:pt x="218225" y="21407"/>
                    </a:cubicBezTo>
                    <a:lnTo>
                      <a:pt x="218225" y="21407"/>
                    </a:lnTo>
                    <a:lnTo>
                      <a:pt x="218225" y="21407"/>
                    </a:lnTo>
                    <a:lnTo>
                      <a:pt x="218225" y="21407"/>
                    </a:lnTo>
                    <a:lnTo>
                      <a:pt x="217252" y="21407"/>
                    </a:lnTo>
                    <a:lnTo>
                      <a:pt x="217252" y="21407"/>
                    </a:lnTo>
                    <a:lnTo>
                      <a:pt x="81926" y="53518"/>
                    </a:lnTo>
                    <a:lnTo>
                      <a:pt x="68297" y="47679"/>
                    </a:lnTo>
                    <a:lnTo>
                      <a:pt x="218225" y="12650"/>
                    </a:lnTo>
                    <a:close/>
                    <a:moveTo>
                      <a:pt x="282481" y="219908"/>
                    </a:moveTo>
                    <a:lnTo>
                      <a:pt x="282481" y="219908"/>
                    </a:lnTo>
                    <a:lnTo>
                      <a:pt x="192913" y="180987"/>
                    </a:lnTo>
                    <a:lnTo>
                      <a:pt x="192913" y="114819"/>
                    </a:lnTo>
                    <a:lnTo>
                      <a:pt x="221146" y="107035"/>
                    </a:lnTo>
                    <a:lnTo>
                      <a:pt x="221146" y="107035"/>
                    </a:lnTo>
                    <a:cubicBezTo>
                      <a:pt x="222119" y="107035"/>
                      <a:pt x="223093" y="106062"/>
                      <a:pt x="223093" y="106062"/>
                    </a:cubicBezTo>
                    <a:lnTo>
                      <a:pt x="223093" y="106062"/>
                    </a:lnTo>
                    <a:cubicBezTo>
                      <a:pt x="224067" y="105089"/>
                      <a:pt x="224067" y="105089"/>
                      <a:pt x="225040" y="104116"/>
                    </a:cubicBezTo>
                    <a:lnTo>
                      <a:pt x="225040" y="104116"/>
                    </a:lnTo>
                    <a:lnTo>
                      <a:pt x="225040" y="104116"/>
                    </a:lnTo>
                    <a:cubicBezTo>
                      <a:pt x="225040" y="104116"/>
                      <a:pt x="225040" y="104116"/>
                      <a:pt x="225040" y="103143"/>
                    </a:cubicBezTo>
                    <a:cubicBezTo>
                      <a:pt x="225040" y="103143"/>
                      <a:pt x="225040" y="103143"/>
                      <a:pt x="225040" y="102170"/>
                    </a:cubicBezTo>
                    <a:cubicBezTo>
                      <a:pt x="225040" y="102170"/>
                      <a:pt x="225040" y="102170"/>
                      <a:pt x="225040" y="101197"/>
                    </a:cubicBezTo>
                    <a:lnTo>
                      <a:pt x="225040" y="100224"/>
                    </a:lnTo>
                    <a:lnTo>
                      <a:pt x="225040" y="100224"/>
                    </a:lnTo>
                    <a:lnTo>
                      <a:pt x="225040" y="36976"/>
                    </a:lnTo>
                    <a:lnTo>
                      <a:pt x="400282" y="83682"/>
                    </a:lnTo>
                    <a:lnTo>
                      <a:pt x="400282" y="271480"/>
                    </a:lnTo>
                    <a:lnTo>
                      <a:pt x="282481" y="219908"/>
                    </a:lnTo>
                    <a:close/>
                    <a:moveTo>
                      <a:pt x="212384" y="94385"/>
                    </a:moveTo>
                    <a:lnTo>
                      <a:pt x="139367" y="114819"/>
                    </a:lnTo>
                    <a:cubicBezTo>
                      <a:pt x="136446" y="115793"/>
                      <a:pt x="134499" y="118712"/>
                      <a:pt x="134499" y="121631"/>
                    </a:cubicBezTo>
                    <a:lnTo>
                      <a:pt x="134499" y="227693"/>
                    </a:lnTo>
                    <a:lnTo>
                      <a:pt x="88741" y="245208"/>
                    </a:lnTo>
                    <a:lnTo>
                      <a:pt x="88741" y="66167"/>
                    </a:lnTo>
                    <a:lnTo>
                      <a:pt x="212384" y="36976"/>
                    </a:lnTo>
                    <a:lnTo>
                      <a:pt x="212384" y="94385"/>
                    </a:lnTo>
                    <a:close/>
                    <a:moveTo>
                      <a:pt x="148129" y="127469"/>
                    </a:moveTo>
                    <a:lnTo>
                      <a:pt x="179283" y="118712"/>
                    </a:lnTo>
                    <a:lnTo>
                      <a:pt x="179283" y="180987"/>
                    </a:lnTo>
                    <a:lnTo>
                      <a:pt x="148129" y="190717"/>
                    </a:lnTo>
                    <a:lnTo>
                      <a:pt x="148129" y="127469"/>
                    </a:lnTo>
                    <a:close/>
                    <a:moveTo>
                      <a:pt x="415859" y="269534"/>
                    </a:moveTo>
                    <a:lnTo>
                      <a:pt x="415859" y="82709"/>
                    </a:lnTo>
                    <a:lnTo>
                      <a:pt x="435330" y="72978"/>
                    </a:lnTo>
                    <a:lnTo>
                      <a:pt x="435330" y="257857"/>
                    </a:lnTo>
                    <a:lnTo>
                      <a:pt x="415859" y="269534"/>
                    </a:lnTo>
                    <a:close/>
                    <a:moveTo>
                      <a:pt x="75111" y="65194"/>
                    </a:moveTo>
                    <a:lnTo>
                      <a:pt x="75111" y="245208"/>
                    </a:lnTo>
                    <a:lnTo>
                      <a:pt x="54666" y="236450"/>
                    </a:lnTo>
                    <a:lnTo>
                      <a:pt x="54666" y="56437"/>
                    </a:lnTo>
                    <a:lnTo>
                      <a:pt x="75111" y="65194"/>
                    </a:lnTo>
                    <a:close/>
                    <a:moveTo>
                      <a:pt x="41037" y="241316"/>
                    </a:moveTo>
                    <a:lnTo>
                      <a:pt x="41037" y="241316"/>
                    </a:lnTo>
                    <a:cubicBezTo>
                      <a:pt x="41037" y="242289"/>
                      <a:pt x="41037" y="242289"/>
                      <a:pt x="41037" y="241316"/>
                    </a:cubicBezTo>
                    <a:lnTo>
                      <a:pt x="41037" y="241316"/>
                    </a:lnTo>
                    <a:lnTo>
                      <a:pt x="41037" y="243262"/>
                    </a:lnTo>
                    <a:lnTo>
                      <a:pt x="41037" y="243262"/>
                    </a:lnTo>
                    <a:cubicBezTo>
                      <a:pt x="41037" y="243262"/>
                      <a:pt x="41037" y="243262"/>
                      <a:pt x="42010" y="244235"/>
                    </a:cubicBezTo>
                    <a:lnTo>
                      <a:pt x="42010" y="244235"/>
                    </a:lnTo>
                    <a:cubicBezTo>
                      <a:pt x="42010" y="244235"/>
                      <a:pt x="42010" y="244235"/>
                      <a:pt x="42984" y="245208"/>
                    </a:cubicBezTo>
                    <a:lnTo>
                      <a:pt x="42984" y="245208"/>
                    </a:lnTo>
                    <a:cubicBezTo>
                      <a:pt x="42984" y="245208"/>
                      <a:pt x="42984" y="245208"/>
                      <a:pt x="43957" y="245208"/>
                    </a:cubicBezTo>
                    <a:lnTo>
                      <a:pt x="43957" y="245208"/>
                    </a:lnTo>
                    <a:lnTo>
                      <a:pt x="78032" y="260776"/>
                    </a:lnTo>
                    <a:cubicBezTo>
                      <a:pt x="78032" y="260776"/>
                      <a:pt x="78032" y="260776"/>
                      <a:pt x="79005" y="260776"/>
                    </a:cubicBezTo>
                    <a:lnTo>
                      <a:pt x="79005" y="260776"/>
                    </a:lnTo>
                    <a:cubicBezTo>
                      <a:pt x="79979" y="260776"/>
                      <a:pt x="79979" y="260776"/>
                      <a:pt x="80953" y="260776"/>
                    </a:cubicBezTo>
                    <a:cubicBezTo>
                      <a:pt x="81926" y="260776"/>
                      <a:pt x="82900" y="260776"/>
                      <a:pt x="82900" y="260776"/>
                    </a:cubicBezTo>
                    <a:lnTo>
                      <a:pt x="82900" y="260776"/>
                    </a:lnTo>
                    <a:lnTo>
                      <a:pt x="142287" y="238396"/>
                    </a:lnTo>
                    <a:lnTo>
                      <a:pt x="142287" y="238396"/>
                    </a:lnTo>
                    <a:cubicBezTo>
                      <a:pt x="142287" y="238396"/>
                      <a:pt x="142287" y="238396"/>
                      <a:pt x="143261" y="238396"/>
                    </a:cubicBezTo>
                    <a:cubicBezTo>
                      <a:pt x="143261" y="238396"/>
                      <a:pt x="143261" y="238396"/>
                      <a:pt x="144234" y="238396"/>
                    </a:cubicBezTo>
                    <a:lnTo>
                      <a:pt x="144234" y="238396"/>
                    </a:lnTo>
                    <a:cubicBezTo>
                      <a:pt x="144234" y="238396"/>
                      <a:pt x="144234" y="238396"/>
                      <a:pt x="145208" y="238396"/>
                    </a:cubicBezTo>
                    <a:lnTo>
                      <a:pt x="145208" y="238396"/>
                    </a:lnTo>
                    <a:cubicBezTo>
                      <a:pt x="145208" y="238396"/>
                      <a:pt x="145208" y="238396"/>
                      <a:pt x="145208" y="237423"/>
                    </a:cubicBezTo>
                    <a:cubicBezTo>
                      <a:pt x="145208" y="237423"/>
                      <a:pt x="145208" y="237423"/>
                      <a:pt x="145208" y="236450"/>
                    </a:cubicBezTo>
                    <a:lnTo>
                      <a:pt x="145208" y="236450"/>
                    </a:lnTo>
                    <a:lnTo>
                      <a:pt x="145208" y="235477"/>
                    </a:lnTo>
                    <a:cubicBezTo>
                      <a:pt x="145208" y="235477"/>
                      <a:pt x="145208" y="235477"/>
                      <a:pt x="145208" y="234504"/>
                    </a:cubicBezTo>
                    <a:cubicBezTo>
                      <a:pt x="145208" y="234504"/>
                      <a:pt x="145208" y="234504"/>
                      <a:pt x="145208" y="233531"/>
                    </a:cubicBezTo>
                    <a:cubicBezTo>
                      <a:pt x="145208" y="233531"/>
                      <a:pt x="145208" y="233531"/>
                      <a:pt x="145208" y="232558"/>
                    </a:cubicBezTo>
                    <a:lnTo>
                      <a:pt x="145208" y="232558"/>
                    </a:lnTo>
                    <a:lnTo>
                      <a:pt x="145208" y="204340"/>
                    </a:lnTo>
                    <a:lnTo>
                      <a:pt x="182203" y="192663"/>
                    </a:lnTo>
                    <a:lnTo>
                      <a:pt x="273718" y="232558"/>
                    </a:lnTo>
                    <a:lnTo>
                      <a:pt x="273718" y="232558"/>
                    </a:lnTo>
                    <a:lnTo>
                      <a:pt x="273718" y="232558"/>
                    </a:lnTo>
                    <a:lnTo>
                      <a:pt x="402229" y="288022"/>
                    </a:lnTo>
                    <a:lnTo>
                      <a:pt x="403202" y="288022"/>
                    </a:lnTo>
                    <a:lnTo>
                      <a:pt x="403202" y="288022"/>
                    </a:lnTo>
                    <a:cubicBezTo>
                      <a:pt x="404176" y="288022"/>
                      <a:pt x="404176" y="288022"/>
                      <a:pt x="405149" y="288022"/>
                    </a:cubicBezTo>
                    <a:lnTo>
                      <a:pt x="405149" y="288022"/>
                    </a:lnTo>
                    <a:cubicBezTo>
                      <a:pt x="406123" y="288022"/>
                      <a:pt x="406123" y="288022"/>
                      <a:pt x="407097" y="288022"/>
                    </a:cubicBezTo>
                    <a:cubicBezTo>
                      <a:pt x="407097" y="288022"/>
                      <a:pt x="407097" y="288022"/>
                      <a:pt x="408070" y="288022"/>
                    </a:cubicBezTo>
                    <a:lnTo>
                      <a:pt x="409044" y="288022"/>
                    </a:lnTo>
                    <a:lnTo>
                      <a:pt x="436304" y="271480"/>
                    </a:lnTo>
                    <a:lnTo>
                      <a:pt x="456748" y="279264"/>
                    </a:lnTo>
                    <a:cubicBezTo>
                      <a:pt x="458695" y="280237"/>
                      <a:pt x="459669" y="281210"/>
                      <a:pt x="459669" y="283156"/>
                    </a:cubicBezTo>
                    <a:cubicBezTo>
                      <a:pt x="459669" y="285103"/>
                      <a:pt x="458695" y="286076"/>
                      <a:pt x="456748" y="287049"/>
                    </a:cubicBezTo>
                    <a:lnTo>
                      <a:pt x="279560" y="364892"/>
                    </a:lnTo>
                    <a:cubicBezTo>
                      <a:pt x="260088" y="373650"/>
                      <a:pt x="236723" y="372677"/>
                      <a:pt x="218225" y="361973"/>
                    </a:cubicBezTo>
                    <a:lnTo>
                      <a:pt x="13777" y="249100"/>
                    </a:lnTo>
                    <a:cubicBezTo>
                      <a:pt x="11830" y="248127"/>
                      <a:pt x="9883" y="245208"/>
                      <a:pt x="9883" y="242289"/>
                    </a:cubicBezTo>
                    <a:cubicBezTo>
                      <a:pt x="9883" y="239369"/>
                      <a:pt x="11830" y="237423"/>
                      <a:pt x="14750" y="236450"/>
                    </a:cubicBezTo>
                    <a:lnTo>
                      <a:pt x="39090" y="228666"/>
                    </a:lnTo>
                    <a:lnTo>
                      <a:pt x="41037" y="241316"/>
                    </a:lnTo>
                    <a:cubicBezTo>
                      <a:pt x="41037" y="240342"/>
                      <a:pt x="41037" y="241316"/>
                      <a:pt x="41037" y="24131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74" name="Freeform 473">
                <a:extLst>
                  <a:ext uri="{FF2B5EF4-FFF2-40B4-BE49-F238E27FC236}">
                    <a16:creationId xmlns:a16="http://schemas.microsoft.com/office/drawing/2014/main" id="{72303CF1-DBFD-6247-CF44-1580BAB40495}"/>
                  </a:ext>
                </a:extLst>
              </p:cNvPr>
              <p:cNvSpPr/>
              <p:nvPr/>
            </p:nvSpPr>
            <p:spPr>
              <a:xfrm>
                <a:off x="8355221" y="845729"/>
                <a:ext cx="115854" cy="149849"/>
              </a:xfrm>
              <a:custGeom>
                <a:avLst/>
                <a:gdLst>
                  <a:gd name="connsiteX0" fmla="*/ 112933 w 115854"/>
                  <a:gd name="connsiteY0" fmla="*/ 34057 h 149849"/>
                  <a:gd name="connsiteX1" fmla="*/ 5841 w 115854"/>
                  <a:gd name="connsiteY1" fmla="*/ 0 h 149849"/>
                  <a:gd name="connsiteX2" fmla="*/ 1947 w 115854"/>
                  <a:gd name="connsiteY2" fmla="*/ 973 h 149849"/>
                  <a:gd name="connsiteX3" fmla="*/ 0 w 115854"/>
                  <a:gd name="connsiteY3" fmla="*/ 3892 h 149849"/>
                  <a:gd name="connsiteX4" fmla="*/ 0 w 115854"/>
                  <a:gd name="connsiteY4" fmla="*/ 103143 h 149849"/>
                  <a:gd name="connsiteX5" fmla="*/ 2921 w 115854"/>
                  <a:gd name="connsiteY5" fmla="*/ 107035 h 149849"/>
                  <a:gd name="connsiteX6" fmla="*/ 110013 w 115854"/>
                  <a:gd name="connsiteY6" fmla="*/ 149849 h 149849"/>
                  <a:gd name="connsiteX7" fmla="*/ 111960 w 115854"/>
                  <a:gd name="connsiteY7" fmla="*/ 149849 h 149849"/>
                  <a:gd name="connsiteX8" fmla="*/ 113907 w 115854"/>
                  <a:gd name="connsiteY8" fmla="*/ 148876 h 149849"/>
                  <a:gd name="connsiteX9" fmla="*/ 115854 w 115854"/>
                  <a:gd name="connsiteY9" fmla="*/ 144984 h 149849"/>
                  <a:gd name="connsiteX10" fmla="*/ 115854 w 115854"/>
                  <a:gd name="connsiteY10" fmla="*/ 38922 h 149849"/>
                  <a:gd name="connsiteX11" fmla="*/ 112933 w 115854"/>
                  <a:gd name="connsiteY11" fmla="*/ 34057 h 149849"/>
                  <a:gd name="connsiteX12" fmla="*/ 107092 w 115854"/>
                  <a:gd name="connsiteY12" fmla="*/ 141092 h 149849"/>
                  <a:gd name="connsiteX13" fmla="*/ 7789 w 115854"/>
                  <a:gd name="connsiteY13" fmla="*/ 101197 h 149849"/>
                  <a:gd name="connsiteX14" fmla="*/ 7789 w 115854"/>
                  <a:gd name="connsiteY14" fmla="*/ 10704 h 149849"/>
                  <a:gd name="connsiteX15" fmla="*/ 107092 w 115854"/>
                  <a:gd name="connsiteY15" fmla="*/ 41841 h 149849"/>
                  <a:gd name="connsiteX16" fmla="*/ 107092 w 115854"/>
                  <a:gd name="connsiteY16" fmla="*/ 141092 h 14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854" h="149849">
                    <a:moveTo>
                      <a:pt x="112933" y="34057"/>
                    </a:moveTo>
                    <a:lnTo>
                      <a:pt x="5841" y="0"/>
                    </a:lnTo>
                    <a:cubicBezTo>
                      <a:pt x="4868" y="0"/>
                      <a:pt x="2921" y="0"/>
                      <a:pt x="1947" y="973"/>
                    </a:cubicBezTo>
                    <a:cubicBezTo>
                      <a:pt x="974" y="1946"/>
                      <a:pt x="0" y="2919"/>
                      <a:pt x="0" y="3892"/>
                    </a:cubicBezTo>
                    <a:lnTo>
                      <a:pt x="0" y="103143"/>
                    </a:lnTo>
                    <a:cubicBezTo>
                      <a:pt x="0" y="105089"/>
                      <a:pt x="974" y="106062"/>
                      <a:pt x="2921" y="107035"/>
                    </a:cubicBezTo>
                    <a:lnTo>
                      <a:pt x="110013" y="149849"/>
                    </a:lnTo>
                    <a:cubicBezTo>
                      <a:pt x="110986" y="149849"/>
                      <a:pt x="110986" y="149849"/>
                      <a:pt x="111960" y="149849"/>
                    </a:cubicBezTo>
                    <a:cubicBezTo>
                      <a:pt x="112933" y="149849"/>
                      <a:pt x="113907" y="149849"/>
                      <a:pt x="113907" y="148876"/>
                    </a:cubicBezTo>
                    <a:cubicBezTo>
                      <a:pt x="114881" y="147903"/>
                      <a:pt x="115854" y="146930"/>
                      <a:pt x="115854" y="144984"/>
                    </a:cubicBezTo>
                    <a:lnTo>
                      <a:pt x="115854" y="38922"/>
                    </a:lnTo>
                    <a:cubicBezTo>
                      <a:pt x="115854" y="36976"/>
                      <a:pt x="114881" y="35030"/>
                      <a:pt x="112933" y="34057"/>
                    </a:cubicBezTo>
                    <a:close/>
                    <a:moveTo>
                      <a:pt x="107092" y="141092"/>
                    </a:moveTo>
                    <a:lnTo>
                      <a:pt x="7789" y="101197"/>
                    </a:lnTo>
                    <a:lnTo>
                      <a:pt x="7789" y="10704"/>
                    </a:lnTo>
                    <a:lnTo>
                      <a:pt x="107092" y="41841"/>
                    </a:lnTo>
                    <a:lnTo>
                      <a:pt x="107092" y="14109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84" name="Graphic 450">
            <a:extLst>
              <a:ext uri="{FF2B5EF4-FFF2-40B4-BE49-F238E27FC236}">
                <a16:creationId xmlns:a16="http://schemas.microsoft.com/office/drawing/2014/main" id="{912DA169-D4D2-01E1-A672-7D6433D2D57F}"/>
              </a:ext>
            </a:extLst>
          </p:cNvPr>
          <p:cNvGrpSpPr/>
          <p:nvPr/>
        </p:nvGrpSpPr>
        <p:grpSpPr>
          <a:xfrm>
            <a:off x="9416106" y="3636441"/>
            <a:ext cx="606040" cy="605718"/>
            <a:chOff x="8068994" y="1455829"/>
            <a:chExt cx="558825" cy="558528"/>
          </a:xfrm>
        </p:grpSpPr>
        <p:sp>
          <p:nvSpPr>
            <p:cNvPr id="585" name="Freeform 584">
              <a:extLst>
                <a:ext uri="{FF2B5EF4-FFF2-40B4-BE49-F238E27FC236}">
                  <a16:creationId xmlns:a16="http://schemas.microsoft.com/office/drawing/2014/main" id="{BF3EEDA1-7CC5-27A8-6332-C150D7C4123B}"/>
                </a:ext>
              </a:extLst>
            </p:cNvPr>
            <p:cNvSpPr/>
            <p:nvPr/>
          </p:nvSpPr>
          <p:spPr>
            <a:xfrm>
              <a:off x="8068994" y="1455829"/>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86" name="Graphic 450">
              <a:extLst>
                <a:ext uri="{FF2B5EF4-FFF2-40B4-BE49-F238E27FC236}">
                  <a16:creationId xmlns:a16="http://schemas.microsoft.com/office/drawing/2014/main" id="{DBEE73EF-288F-AAE6-D85E-6FC6D0C22947}"/>
                </a:ext>
              </a:extLst>
            </p:cNvPr>
            <p:cNvGrpSpPr/>
            <p:nvPr/>
          </p:nvGrpSpPr>
          <p:grpSpPr>
            <a:xfrm>
              <a:off x="8165376" y="1566756"/>
              <a:ext cx="368980" cy="351269"/>
              <a:chOff x="8165376" y="1566756"/>
              <a:chExt cx="368980" cy="351269"/>
            </a:xfrm>
            <a:solidFill>
              <a:srgbClr val="FFFFFF"/>
            </a:solidFill>
          </p:grpSpPr>
          <p:sp>
            <p:nvSpPr>
              <p:cNvPr id="587" name="Freeform 586">
                <a:extLst>
                  <a:ext uri="{FF2B5EF4-FFF2-40B4-BE49-F238E27FC236}">
                    <a16:creationId xmlns:a16="http://schemas.microsoft.com/office/drawing/2014/main" id="{218B7193-EA21-F870-6F8A-D1AD634F3D97}"/>
                  </a:ext>
                </a:extLst>
              </p:cNvPr>
              <p:cNvSpPr/>
              <p:nvPr/>
            </p:nvSpPr>
            <p:spPr>
              <a:xfrm>
                <a:off x="8165376" y="1566756"/>
                <a:ext cx="368980" cy="351269"/>
              </a:xfrm>
              <a:custGeom>
                <a:avLst/>
                <a:gdLst>
                  <a:gd name="connsiteX0" fmla="*/ 368981 w 368980"/>
                  <a:gd name="connsiteY0" fmla="*/ 209205 h 351269"/>
                  <a:gd name="connsiteX1" fmla="*/ 368981 w 368980"/>
                  <a:gd name="connsiteY1" fmla="*/ 209205 h 351269"/>
                  <a:gd name="connsiteX2" fmla="*/ 368981 w 368980"/>
                  <a:gd name="connsiteY2" fmla="*/ 26272 h 351269"/>
                  <a:gd name="connsiteX3" fmla="*/ 342695 w 368980"/>
                  <a:gd name="connsiteY3" fmla="*/ 0 h 351269"/>
                  <a:gd name="connsiteX4" fmla="*/ 26286 w 368980"/>
                  <a:gd name="connsiteY4" fmla="*/ 0 h 351269"/>
                  <a:gd name="connsiteX5" fmla="*/ 0 w 368980"/>
                  <a:gd name="connsiteY5" fmla="*/ 26272 h 351269"/>
                  <a:gd name="connsiteX6" fmla="*/ 0 w 368980"/>
                  <a:gd name="connsiteY6" fmla="*/ 245208 h 351269"/>
                  <a:gd name="connsiteX7" fmla="*/ 26286 w 368980"/>
                  <a:gd name="connsiteY7" fmla="*/ 271480 h 351269"/>
                  <a:gd name="connsiteX8" fmla="*/ 148955 w 368980"/>
                  <a:gd name="connsiteY8" fmla="*/ 271480 h 351269"/>
                  <a:gd name="connsiteX9" fmla="*/ 109039 w 368980"/>
                  <a:gd name="connsiteY9" fmla="*/ 335701 h 351269"/>
                  <a:gd name="connsiteX10" fmla="*/ 92489 w 368980"/>
                  <a:gd name="connsiteY10" fmla="*/ 335701 h 351269"/>
                  <a:gd name="connsiteX11" fmla="*/ 84700 w 368980"/>
                  <a:gd name="connsiteY11" fmla="*/ 343485 h 351269"/>
                  <a:gd name="connsiteX12" fmla="*/ 92489 w 368980"/>
                  <a:gd name="connsiteY12" fmla="*/ 351270 h 351269"/>
                  <a:gd name="connsiteX13" fmla="*/ 110986 w 368980"/>
                  <a:gd name="connsiteY13" fmla="*/ 351270 h 351269"/>
                  <a:gd name="connsiteX14" fmla="*/ 256047 w 368980"/>
                  <a:gd name="connsiteY14" fmla="*/ 351270 h 351269"/>
                  <a:gd name="connsiteX15" fmla="*/ 275519 w 368980"/>
                  <a:gd name="connsiteY15" fmla="*/ 351270 h 351269"/>
                  <a:gd name="connsiteX16" fmla="*/ 283307 w 368980"/>
                  <a:gd name="connsiteY16" fmla="*/ 343485 h 351269"/>
                  <a:gd name="connsiteX17" fmla="*/ 275519 w 368980"/>
                  <a:gd name="connsiteY17" fmla="*/ 335701 h 351269"/>
                  <a:gd name="connsiteX18" fmla="*/ 258968 w 368980"/>
                  <a:gd name="connsiteY18" fmla="*/ 335701 h 351269"/>
                  <a:gd name="connsiteX19" fmla="*/ 219052 w 368980"/>
                  <a:gd name="connsiteY19" fmla="*/ 271480 h 351269"/>
                  <a:gd name="connsiteX20" fmla="*/ 341721 w 368980"/>
                  <a:gd name="connsiteY20" fmla="*/ 271480 h 351269"/>
                  <a:gd name="connsiteX21" fmla="*/ 368007 w 368980"/>
                  <a:gd name="connsiteY21" fmla="*/ 245208 h 351269"/>
                  <a:gd name="connsiteX22" fmla="*/ 368981 w 368980"/>
                  <a:gd name="connsiteY22" fmla="*/ 209205 h 351269"/>
                  <a:gd name="connsiteX23" fmla="*/ 368981 w 368980"/>
                  <a:gd name="connsiteY23" fmla="*/ 209205 h 351269"/>
                  <a:gd name="connsiteX24" fmla="*/ 203475 w 368980"/>
                  <a:gd name="connsiteY24" fmla="*/ 272453 h 351269"/>
                  <a:gd name="connsiteX25" fmla="*/ 235603 w 368980"/>
                  <a:gd name="connsiteY25" fmla="*/ 336674 h 351269"/>
                  <a:gd name="connsiteX26" fmla="*/ 132405 w 368980"/>
                  <a:gd name="connsiteY26" fmla="*/ 336674 h 351269"/>
                  <a:gd name="connsiteX27" fmla="*/ 164532 w 368980"/>
                  <a:gd name="connsiteY27" fmla="*/ 272453 h 351269"/>
                  <a:gd name="connsiteX28" fmla="*/ 203475 w 368980"/>
                  <a:gd name="connsiteY28" fmla="*/ 272453 h 351269"/>
                  <a:gd name="connsiteX29" fmla="*/ 26286 w 368980"/>
                  <a:gd name="connsiteY29" fmla="*/ 255911 h 351269"/>
                  <a:gd name="connsiteX30" fmla="*/ 15577 w 368980"/>
                  <a:gd name="connsiteY30" fmla="*/ 245208 h 351269"/>
                  <a:gd name="connsiteX31" fmla="*/ 15577 w 368980"/>
                  <a:gd name="connsiteY31" fmla="*/ 216989 h 351269"/>
                  <a:gd name="connsiteX32" fmla="*/ 352430 w 368980"/>
                  <a:gd name="connsiteY32" fmla="*/ 216989 h 351269"/>
                  <a:gd name="connsiteX33" fmla="*/ 352430 w 368980"/>
                  <a:gd name="connsiteY33" fmla="*/ 245208 h 351269"/>
                  <a:gd name="connsiteX34" fmla="*/ 341721 w 368980"/>
                  <a:gd name="connsiteY34" fmla="*/ 255911 h 351269"/>
                  <a:gd name="connsiteX35" fmla="*/ 26286 w 368980"/>
                  <a:gd name="connsiteY35" fmla="*/ 255911 h 351269"/>
                  <a:gd name="connsiteX36" fmla="*/ 353404 w 368980"/>
                  <a:gd name="connsiteY36" fmla="*/ 201421 h 351269"/>
                  <a:gd name="connsiteX37" fmla="*/ 15577 w 368980"/>
                  <a:gd name="connsiteY37" fmla="*/ 201421 h 351269"/>
                  <a:gd name="connsiteX38" fmla="*/ 15577 w 368980"/>
                  <a:gd name="connsiteY38" fmla="*/ 27245 h 351269"/>
                  <a:gd name="connsiteX39" fmla="*/ 26286 w 368980"/>
                  <a:gd name="connsiteY39" fmla="*/ 16542 h 351269"/>
                  <a:gd name="connsiteX40" fmla="*/ 342695 w 368980"/>
                  <a:gd name="connsiteY40" fmla="*/ 16542 h 351269"/>
                  <a:gd name="connsiteX41" fmla="*/ 353404 w 368980"/>
                  <a:gd name="connsiteY41" fmla="*/ 27245 h 351269"/>
                  <a:gd name="connsiteX42" fmla="*/ 353404 w 368980"/>
                  <a:gd name="connsiteY42" fmla="*/ 201421 h 35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8980" h="351269">
                    <a:moveTo>
                      <a:pt x="368981" y="209205"/>
                    </a:moveTo>
                    <a:lnTo>
                      <a:pt x="368981" y="209205"/>
                    </a:lnTo>
                    <a:lnTo>
                      <a:pt x="368981" y="26272"/>
                    </a:lnTo>
                    <a:cubicBezTo>
                      <a:pt x="368981" y="11677"/>
                      <a:pt x="357298" y="0"/>
                      <a:pt x="342695" y="0"/>
                    </a:cubicBezTo>
                    <a:lnTo>
                      <a:pt x="26286" y="0"/>
                    </a:lnTo>
                    <a:cubicBezTo>
                      <a:pt x="11683" y="0"/>
                      <a:pt x="0" y="11677"/>
                      <a:pt x="0" y="26272"/>
                    </a:cubicBezTo>
                    <a:lnTo>
                      <a:pt x="0" y="245208"/>
                    </a:lnTo>
                    <a:cubicBezTo>
                      <a:pt x="0" y="259803"/>
                      <a:pt x="11683" y="271480"/>
                      <a:pt x="26286" y="271480"/>
                    </a:cubicBezTo>
                    <a:lnTo>
                      <a:pt x="148955" y="271480"/>
                    </a:lnTo>
                    <a:cubicBezTo>
                      <a:pt x="145061" y="289968"/>
                      <a:pt x="131431" y="318186"/>
                      <a:pt x="109039" y="335701"/>
                    </a:cubicBezTo>
                    <a:lnTo>
                      <a:pt x="92489" y="335701"/>
                    </a:lnTo>
                    <a:cubicBezTo>
                      <a:pt x="87621" y="335701"/>
                      <a:pt x="84700" y="339593"/>
                      <a:pt x="84700" y="343485"/>
                    </a:cubicBezTo>
                    <a:cubicBezTo>
                      <a:pt x="84700" y="347378"/>
                      <a:pt x="88594" y="351270"/>
                      <a:pt x="92489" y="351270"/>
                    </a:cubicBezTo>
                    <a:lnTo>
                      <a:pt x="110986" y="351270"/>
                    </a:lnTo>
                    <a:lnTo>
                      <a:pt x="256047" y="351270"/>
                    </a:lnTo>
                    <a:lnTo>
                      <a:pt x="275519" y="351270"/>
                    </a:lnTo>
                    <a:cubicBezTo>
                      <a:pt x="280387" y="351270"/>
                      <a:pt x="283307" y="347378"/>
                      <a:pt x="283307" y="343485"/>
                    </a:cubicBezTo>
                    <a:cubicBezTo>
                      <a:pt x="283307" y="339593"/>
                      <a:pt x="279413" y="335701"/>
                      <a:pt x="275519" y="335701"/>
                    </a:cubicBezTo>
                    <a:lnTo>
                      <a:pt x="258968" y="335701"/>
                    </a:lnTo>
                    <a:cubicBezTo>
                      <a:pt x="236576" y="318186"/>
                      <a:pt x="222946" y="289968"/>
                      <a:pt x="219052" y="271480"/>
                    </a:cubicBezTo>
                    <a:lnTo>
                      <a:pt x="341721" y="271480"/>
                    </a:lnTo>
                    <a:cubicBezTo>
                      <a:pt x="356324" y="271480"/>
                      <a:pt x="368007" y="259803"/>
                      <a:pt x="368007" y="245208"/>
                    </a:cubicBezTo>
                    <a:lnTo>
                      <a:pt x="368981" y="209205"/>
                    </a:lnTo>
                    <a:cubicBezTo>
                      <a:pt x="368981" y="210178"/>
                      <a:pt x="368981" y="210178"/>
                      <a:pt x="368981" y="209205"/>
                    </a:cubicBezTo>
                    <a:close/>
                    <a:moveTo>
                      <a:pt x="203475" y="272453"/>
                    </a:moveTo>
                    <a:cubicBezTo>
                      <a:pt x="206396" y="290941"/>
                      <a:pt x="217105" y="316240"/>
                      <a:pt x="235603" y="336674"/>
                    </a:cubicBezTo>
                    <a:lnTo>
                      <a:pt x="132405" y="336674"/>
                    </a:lnTo>
                    <a:cubicBezTo>
                      <a:pt x="150902" y="316240"/>
                      <a:pt x="161612" y="290941"/>
                      <a:pt x="164532" y="272453"/>
                    </a:cubicBezTo>
                    <a:lnTo>
                      <a:pt x="203475" y="272453"/>
                    </a:lnTo>
                    <a:close/>
                    <a:moveTo>
                      <a:pt x="26286" y="255911"/>
                    </a:moveTo>
                    <a:cubicBezTo>
                      <a:pt x="20445" y="255911"/>
                      <a:pt x="15577" y="251046"/>
                      <a:pt x="15577" y="245208"/>
                    </a:cubicBezTo>
                    <a:lnTo>
                      <a:pt x="15577" y="216989"/>
                    </a:lnTo>
                    <a:lnTo>
                      <a:pt x="352430" y="216989"/>
                    </a:lnTo>
                    <a:lnTo>
                      <a:pt x="352430" y="245208"/>
                    </a:lnTo>
                    <a:cubicBezTo>
                      <a:pt x="352430" y="251046"/>
                      <a:pt x="347562" y="255911"/>
                      <a:pt x="341721" y="255911"/>
                    </a:cubicBezTo>
                    <a:lnTo>
                      <a:pt x="26286" y="255911"/>
                    </a:lnTo>
                    <a:close/>
                    <a:moveTo>
                      <a:pt x="353404" y="201421"/>
                    </a:moveTo>
                    <a:lnTo>
                      <a:pt x="15577" y="201421"/>
                    </a:lnTo>
                    <a:lnTo>
                      <a:pt x="15577" y="27245"/>
                    </a:lnTo>
                    <a:cubicBezTo>
                      <a:pt x="15577" y="21407"/>
                      <a:pt x="20445" y="16542"/>
                      <a:pt x="26286" y="16542"/>
                    </a:cubicBezTo>
                    <a:lnTo>
                      <a:pt x="342695" y="16542"/>
                    </a:lnTo>
                    <a:cubicBezTo>
                      <a:pt x="348536" y="16542"/>
                      <a:pt x="353404" y="21407"/>
                      <a:pt x="353404" y="27245"/>
                    </a:cubicBezTo>
                    <a:lnTo>
                      <a:pt x="353404" y="201421"/>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88" name="Freeform 587">
                <a:extLst>
                  <a:ext uri="{FF2B5EF4-FFF2-40B4-BE49-F238E27FC236}">
                    <a16:creationId xmlns:a16="http://schemas.microsoft.com/office/drawing/2014/main" id="{59D53E3C-F156-43F1-4732-3D97DE093EEC}"/>
                  </a:ext>
                </a:extLst>
              </p:cNvPr>
              <p:cNvSpPr/>
              <p:nvPr/>
            </p:nvSpPr>
            <p:spPr>
              <a:xfrm>
                <a:off x="8336724" y="1795422"/>
                <a:ext cx="27259" cy="15568"/>
              </a:xfrm>
              <a:custGeom>
                <a:avLst/>
                <a:gdLst>
                  <a:gd name="connsiteX0" fmla="*/ 19471 w 27259"/>
                  <a:gd name="connsiteY0" fmla="*/ 0 h 15568"/>
                  <a:gd name="connsiteX1" fmla="*/ 7788 w 27259"/>
                  <a:gd name="connsiteY1" fmla="*/ 0 h 15568"/>
                  <a:gd name="connsiteX2" fmla="*/ 0 w 27259"/>
                  <a:gd name="connsiteY2" fmla="*/ 7784 h 15568"/>
                  <a:gd name="connsiteX3" fmla="*/ 7788 w 27259"/>
                  <a:gd name="connsiteY3" fmla="*/ 15569 h 15568"/>
                  <a:gd name="connsiteX4" fmla="*/ 19471 w 27259"/>
                  <a:gd name="connsiteY4" fmla="*/ 15569 h 15568"/>
                  <a:gd name="connsiteX5" fmla="*/ 27260 w 27259"/>
                  <a:gd name="connsiteY5" fmla="*/ 7784 h 15568"/>
                  <a:gd name="connsiteX6" fmla="*/ 19471 w 27259"/>
                  <a:gd name="connsiteY6" fmla="*/ 0 h 1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59" h="15568">
                    <a:moveTo>
                      <a:pt x="19471" y="0"/>
                    </a:moveTo>
                    <a:lnTo>
                      <a:pt x="7788" y="0"/>
                    </a:lnTo>
                    <a:cubicBezTo>
                      <a:pt x="2921" y="0"/>
                      <a:pt x="0" y="3892"/>
                      <a:pt x="0" y="7784"/>
                    </a:cubicBezTo>
                    <a:cubicBezTo>
                      <a:pt x="0" y="12650"/>
                      <a:pt x="3894" y="15569"/>
                      <a:pt x="7788" y="15569"/>
                    </a:cubicBezTo>
                    <a:lnTo>
                      <a:pt x="19471" y="15569"/>
                    </a:lnTo>
                    <a:cubicBezTo>
                      <a:pt x="24339" y="15569"/>
                      <a:pt x="27260" y="11677"/>
                      <a:pt x="27260" y="7784"/>
                    </a:cubicBezTo>
                    <a:cubicBezTo>
                      <a:pt x="27260" y="3892"/>
                      <a:pt x="23365" y="0"/>
                      <a:pt x="19471"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89" name="Freeform 588">
                <a:extLst>
                  <a:ext uri="{FF2B5EF4-FFF2-40B4-BE49-F238E27FC236}">
                    <a16:creationId xmlns:a16="http://schemas.microsoft.com/office/drawing/2014/main" id="{F5E1CD6C-BF80-4F7B-83EA-E6CBF4754BC5}"/>
                  </a:ext>
                </a:extLst>
              </p:cNvPr>
              <p:cNvSpPr/>
              <p:nvPr/>
            </p:nvSpPr>
            <p:spPr>
              <a:xfrm>
                <a:off x="8373080" y="1624736"/>
                <a:ext cx="113086" cy="113276"/>
              </a:xfrm>
              <a:custGeom>
                <a:avLst/>
                <a:gdLst>
                  <a:gd name="connsiteX0" fmla="*/ 77551 w 113086"/>
                  <a:gd name="connsiteY0" fmla="*/ 53921 h 113276"/>
                  <a:gd name="connsiteX1" fmla="*/ 99943 w 113086"/>
                  <a:gd name="connsiteY1" fmla="*/ 41271 h 113276"/>
                  <a:gd name="connsiteX2" fmla="*/ 102864 w 113086"/>
                  <a:gd name="connsiteY2" fmla="*/ 35433 h 113276"/>
                  <a:gd name="connsiteX3" fmla="*/ 98969 w 113086"/>
                  <a:gd name="connsiteY3" fmla="*/ 30568 h 113276"/>
                  <a:gd name="connsiteX4" fmla="*/ 7454 w 113086"/>
                  <a:gd name="connsiteY4" fmla="*/ 403 h 113276"/>
                  <a:gd name="connsiteX5" fmla="*/ 1613 w 113086"/>
                  <a:gd name="connsiteY5" fmla="*/ 1376 h 113276"/>
                  <a:gd name="connsiteX6" fmla="*/ 639 w 113086"/>
                  <a:gd name="connsiteY6" fmla="*/ 7214 h 113276"/>
                  <a:gd name="connsiteX7" fmla="*/ 30820 w 113086"/>
                  <a:gd name="connsiteY7" fmla="*/ 98681 h 113276"/>
                  <a:gd name="connsiteX8" fmla="*/ 35688 w 113086"/>
                  <a:gd name="connsiteY8" fmla="*/ 102573 h 113276"/>
                  <a:gd name="connsiteX9" fmla="*/ 41529 w 113086"/>
                  <a:gd name="connsiteY9" fmla="*/ 99654 h 113276"/>
                  <a:gd name="connsiteX10" fmla="*/ 53212 w 113086"/>
                  <a:gd name="connsiteY10" fmla="*/ 78247 h 113276"/>
                  <a:gd name="connsiteX11" fmla="*/ 87287 w 113086"/>
                  <a:gd name="connsiteY11" fmla="*/ 111330 h 113276"/>
                  <a:gd name="connsiteX12" fmla="*/ 91181 w 113086"/>
                  <a:gd name="connsiteY12" fmla="*/ 113276 h 113276"/>
                  <a:gd name="connsiteX13" fmla="*/ 95075 w 113086"/>
                  <a:gd name="connsiteY13" fmla="*/ 111330 h 113276"/>
                  <a:gd name="connsiteX14" fmla="*/ 111626 w 113086"/>
                  <a:gd name="connsiteY14" fmla="*/ 94789 h 113276"/>
                  <a:gd name="connsiteX15" fmla="*/ 111626 w 113086"/>
                  <a:gd name="connsiteY15" fmla="*/ 87004 h 113276"/>
                  <a:gd name="connsiteX16" fmla="*/ 77551 w 113086"/>
                  <a:gd name="connsiteY16" fmla="*/ 53921 h 113276"/>
                  <a:gd name="connsiteX17" fmla="*/ 90207 w 113086"/>
                  <a:gd name="connsiteY17" fmla="*/ 100627 h 113276"/>
                  <a:gd name="connsiteX18" fmla="*/ 55159 w 113086"/>
                  <a:gd name="connsiteY18" fmla="*/ 65597 h 113276"/>
                  <a:gd name="connsiteX19" fmla="*/ 51265 w 113086"/>
                  <a:gd name="connsiteY19" fmla="*/ 63651 h 113276"/>
                  <a:gd name="connsiteX20" fmla="*/ 50291 w 113086"/>
                  <a:gd name="connsiteY20" fmla="*/ 63651 h 113276"/>
                  <a:gd name="connsiteX21" fmla="*/ 46397 w 113086"/>
                  <a:gd name="connsiteY21" fmla="*/ 66570 h 113276"/>
                  <a:gd name="connsiteX22" fmla="*/ 37635 w 113086"/>
                  <a:gd name="connsiteY22" fmla="*/ 83112 h 113276"/>
                  <a:gd name="connsiteX23" fmla="*/ 15243 w 113086"/>
                  <a:gd name="connsiteY23" fmla="*/ 14999 h 113276"/>
                  <a:gd name="connsiteX24" fmla="*/ 83392 w 113086"/>
                  <a:gd name="connsiteY24" fmla="*/ 37379 h 113276"/>
                  <a:gd name="connsiteX25" fmla="*/ 65868 w 113086"/>
                  <a:gd name="connsiteY25" fmla="*/ 47109 h 113276"/>
                  <a:gd name="connsiteX26" fmla="*/ 62948 w 113086"/>
                  <a:gd name="connsiteY26" fmla="*/ 51002 h 113276"/>
                  <a:gd name="connsiteX27" fmla="*/ 64895 w 113086"/>
                  <a:gd name="connsiteY27" fmla="*/ 55867 h 113276"/>
                  <a:gd name="connsiteX28" fmla="*/ 99943 w 113086"/>
                  <a:gd name="connsiteY28" fmla="*/ 90896 h 113276"/>
                  <a:gd name="connsiteX29" fmla="*/ 90207 w 113086"/>
                  <a:gd name="connsiteY29" fmla="*/ 100627 h 11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3086" h="113276">
                    <a:moveTo>
                      <a:pt x="77551" y="53921"/>
                    </a:moveTo>
                    <a:lnTo>
                      <a:pt x="99943" y="41271"/>
                    </a:lnTo>
                    <a:cubicBezTo>
                      <a:pt x="101890" y="40298"/>
                      <a:pt x="102864" y="38352"/>
                      <a:pt x="102864" y="35433"/>
                    </a:cubicBezTo>
                    <a:cubicBezTo>
                      <a:pt x="102864" y="33487"/>
                      <a:pt x="100917" y="31541"/>
                      <a:pt x="98969" y="30568"/>
                    </a:cubicBezTo>
                    <a:lnTo>
                      <a:pt x="7454" y="403"/>
                    </a:lnTo>
                    <a:cubicBezTo>
                      <a:pt x="5507" y="-570"/>
                      <a:pt x="3560" y="403"/>
                      <a:pt x="1613" y="1376"/>
                    </a:cubicBezTo>
                    <a:cubicBezTo>
                      <a:pt x="-334" y="3322"/>
                      <a:pt x="-334" y="5268"/>
                      <a:pt x="639" y="7214"/>
                    </a:cubicBezTo>
                    <a:lnTo>
                      <a:pt x="30820" y="98681"/>
                    </a:lnTo>
                    <a:cubicBezTo>
                      <a:pt x="31793" y="100627"/>
                      <a:pt x="33741" y="102573"/>
                      <a:pt x="35688" y="102573"/>
                    </a:cubicBezTo>
                    <a:cubicBezTo>
                      <a:pt x="37635" y="102573"/>
                      <a:pt x="40555" y="101600"/>
                      <a:pt x="41529" y="99654"/>
                    </a:cubicBezTo>
                    <a:lnTo>
                      <a:pt x="53212" y="78247"/>
                    </a:lnTo>
                    <a:lnTo>
                      <a:pt x="87287" y="111330"/>
                    </a:lnTo>
                    <a:cubicBezTo>
                      <a:pt x="88260" y="112303"/>
                      <a:pt x="90207" y="113276"/>
                      <a:pt x="91181" y="113276"/>
                    </a:cubicBezTo>
                    <a:cubicBezTo>
                      <a:pt x="92155" y="113276"/>
                      <a:pt x="94102" y="112303"/>
                      <a:pt x="95075" y="111330"/>
                    </a:cubicBezTo>
                    <a:lnTo>
                      <a:pt x="111626" y="94789"/>
                    </a:lnTo>
                    <a:cubicBezTo>
                      <a:pt x="113573" y="92842"/>
                      <a:pt x="113573" y="88950"/>
                      <a:pt x="111626" y="87004"/>
                    </a:cubicBezTo>
                    <a:lnTo>
                      <a:pt x="77551" y="53921"/>
                    </a:lnTo>
                    <a:close/>
                    <a:moveTo>
                      <a:pt x="90207" y="100627"/>
                    </a:moveTo>
                    <a:lnTo>
                      <a:pt x="55159" y="65597"/>
                    </a:lnTo>
                    <a:cubicBezTo>
                      <a:pt x="54185" y="64624"/>
                      <a:pt x="52238" y="63651"/>
                      <a:pt x="51265" y="63651"/>
                    </a:cubicBezTo>
                    <a:lnTo>
                      <a:pt x="50291" y="63651"/>
                    </a:lnTo>
                    <a:cubicBezTo>
                      <a:pt x="48344" y="63651"/>
                      <a:pt x="47371" y="64624"/>
                      <a:pt x="46397" y="66570"/>
                    </a:cubicBezTo>
                    <a:lnTo>
                      <a:pt x="37635" y="83112"/>
                    </a:lnTo>
                    <a:lnTo>
                      <a:pt x="15243" y="14999"/>
                    </a:lnTo>
                    <a:lnTo>
                      <a:pt x="83392" y="37379"/>
                    </a:lnTo>
                    <a:lnTo>
                      <a:pt x="65868" y="47109"/>
                    </a:lnTo>
                    <a:cubicBezTo>
                      <a:pt x="63921" y="48082"/>
                      <a:pt x="62948" y="49055"/>
                      <a:pt x="62948" y="51002"/>
                    </a:cubicBezTo>
                    <a:cubicBezTo>
                      <a:pt x="62948" y="52948"/>
                      <a:pt x="62948" y="54894"/>
                      <a:pt x="64895" y="55867"/>
                    </a:cubicBezTo>
                    <a:lnTo>
                      <a:pt x="99943" y="90896"/>
                    </a:lnTo>
                    <a:lnTo>
                      <a:pt x="90207" y="100627"/>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0" name="Freeform 589">
                <a:extLst>
                  <a:ext uri="{FF2B5EF4-FFF2-40B4-BE49-F238E27FC236}">
                    <a16:creationId xmlns:a16="http://schemas.microsoft.com/office/drawing/2014/main" id="{E47DD6C6-5179-322A-C9AD-EDB8F4296028}"/>
                  </a:ext>
                </a:extLst>
              </p:cNvPr>
              <p:cNvSpPr/>
              <p:nvPr/>
            </p:nvSpPr>
            <p:spPr>
              <a:xfrm>
                <a:off x="8204319" y="1607624"/>
                <a:ext cx="127536" cy="53517"/>
              </a:xfrm>
              <a:custGeom>
                <a:avLst/>
                <a:gdLst>
                  <a:gd name="connsiteX0" fmla="*/ 120722 w 127536"/>
                  <a:gd name="connsiteY0" fmla="*/ 0 h 53517"/>
                  <a:gd name="connsiteX1" fmla="*/ 5841 w 127536"/>
                  <a:gd name="connsiteY1" fmla="*/ 0 h 53517"/>
                  <a:gd name="connsiteX2" fmla="*/ 0 w 127536"/>
                  <a:gd name="connsiteY2" fmla="*/ 5838 h 53517"/>
                  <a:gd name="connsiteX3" fmla="*/ 0 w 127536"/>
                  <a:gd name="connsiteY3" fmla="*/ 47679 h 53517"/>
                  <a:gd name="connsiteX4" fmla="*/ 5841 w 127536"/>
                  <a:gd name="connsiteY4" fmla="*/ 53518 h 53517"/>
                  <a:gd name="connsiteX5" fmla="*/ 121695 w 127536"/>
                  <a:gd name="connsiteY5" fmla="*/ 53518 h 53517"/>
                  <a:gd name="connsiteX6" fmla="*/ 127537 w 127536"/>
                  <a:gd name="connsiteY6" fmla="*/ 47679 h 53517"/>
                  <a:gd name="connsiteX7" fmla="*/ 127537 w 127536"/>
                  <a:gd name="connsiteY7" fmla="*/ 5838 h 53517"/>
                  <a:gd name="connsiteX8" fmla="*/ 120722 w 127536"/>
                  <a:gd name="connsiteY8" fmla="*/ 0 h 53517"/>
                  <a:gd name="connsiteX9" fmla="*/ 114881 w 127536"/>
                  <a:gd name="connsiteY9" fmla="*/ 41841 h 53517"/>
                  <a:gd name="connsiteX10" fmla="*/ 10709 w 127536"/>
                  <a:gd name="connsiteY10" fmla="*/ 41841 h 53517"/>
                  <a:gd name="connsiteX11" fmla="*/ 10709 w 127536"/>
                  <a:gd name="connsiteY11" fmla="*/ 10703 h 53517"/>
                  <a:gd name="connsiteX12" fmla="*/ 114881 w 127536"/>
                  <a:gd name="connsiteY12" fmla="*/ 10703 h 53517"/>
                  <a:gd name="connsiteX13" fmla="*/ 114881 w 127536"/>
                  <a:gd name="connsiteY13" fmla="*/ 41841 h 5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36" h="53517">
                    <a:moveTo>
                      <a:pt x="120722" y="0"/>
                    </a:moveTo>
                    <a:lnTo>
                      <a:pt x="5841" y="0"/>
                    </a:lnTo>
                    <a:cubicBezTo>
                      <a:pt x="2921" y="0"/>
                      <a:pt x="0" y="2919"/>
                      <a:pt x="0" y="5838"/>
                    </a:cubicBezTo>
                    <a:lnTo>
                      <a:pt x="0" y="47679"/>
                    </a:lnTo>
                    <a:cubicBezTo>
                      <a:pt x="0" y="50598"/>
                      <a:pt x="2921" y="53518"/>
                      <a:pt x="5841" y="53518"/>
                    </a:cubicBezTo>
                    <a:lnTo>
                      <a:pt x="121695" y="53518"/>
                    </a:lnTo>
                    <a:cubicBezTo>
                      <a:pt x="124616" y="53518"/>
                      <a:pt x="127537" y="50598"/>
                      <a:pt x="127537" y="47679"/>
                    </a:cubicBezTo>
                    <a:lnTo>
                      <a:pt x="127537" y="5838"/>
                    </a:lnTo>
                    <a:cubicBezTo>
                      <a:pt x="126563" y="2919"/>
                      <a:pt x="124616" y="0"/>
                      <a:pt x="120722" y="0"/>
                    </a:cubicBezTo>
                    <a:close/>
                    <a:moveTo>
                      <a:pt x="114881" y="41841"/>
                    </a:moveTo>
                    <a:lnTo>
                      <a:pt x="10709" y="41841"/>
                    </a:lnTo>
                    <a:lnTo>
                      <a:pt x="10709" y="10703"/>
                    </a:lnTo>
                    <a:lnTo>
                      <a:pt x="114881" y="10703"/>
                    </a:lnTo>
                    <a:lnTo>
                      <a:pt x="114881" y="41841"/>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1" name="Freeform 590">
                <a:extLst>
                  <a:ext uri="{FF2B5EF4-FFF2-40B4-BE49-F238E27FC236}">
                    <a16:creationId xmlns:a16="http://schemas.microsoft.com/office/drawing/2014/main" id="{D84A9C41-E891-CD09-6C93-11F0BFC5667E}"/>
                  </a:ext>
                </a:extLst>
              </p:cNvPr>
              <p:cNvSpPr/>
              <p:nvPr/>
            </p:nvSpPr>
            <p:spPr>
              <a:xfrm>
                <a:off x="8202372" y="1677683"/>
                <a:ext cx="125589" cy="11676"/>
              </a:xfrm>
              <a:custGeom>
                <a:avLst/>
                <a:gdLst>
                  <a:gd name="connsiteX0" fmla="*/ 119748 w 125589"/>
                  <a:gd name="connsiteY0" fmla="*/ 0 h 11676"/>
                  <a:gd name="connsiteX1" fmla="*/ 5841 w 125589"/>
                  <a:gd name="connsiteY1" fmla="*/ 0 h 11676"/>
                  <a:gd name="connsiteX2" fmla="*/ 0 w 125589"/>
                  <a:gd name="connsiteY2" fmla="*/ 5838 h 11676"/>
                  <a:gd name="connsiteX3" fmla="*/ 5841 w 125589"/>
                  <a:gd name="connsiteY3" fmla="*/ 11677 h 11676"/>
                  <a:gd name="connsiteX4" fmla="*/ 119748 w 125589"/>
                  <a:gd name="connsiteY4" fmla="*/ 11677 h 11676"/>
                  <a:gd name="connsiteX5" fmla="*/ 125590 w 125589"/>
                  <a:gd name="connsiteY5" fmla="*/ 5838 h 11676"/>
                  <a:gd name="connsiteX6" fmla="*/ 119748 w 125589"/>
                  <a:gd name="connsiteY6" fmla="*/ 0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89" h="11676">
                    <a:moveTo>
                      <a:pt x="119748" y="0"/>
                    </a:moveTo>
                    <a:lnTo>
                      <a:pt x="5841" y="0"/>
                    </a:lnTo>
                    <a:cubicBezTo>
                      <a:pt x="2921" y="0"/>
                      <a:pt x="0" y="2919"/>
                      <a:pt x="0" y="5838"/>
                    </a:cubicBezTo>
                    <a:cubicBezTo>
                      <a:pt x="0" y="8757"/>
                      <a:pt x="2921" y="11677"/>
                      <a:pt x="5841" y="11677"/>
                    </a:cubicBezTo>
                    <a:lnTo>
                      <a:pt x="119748" y="11677"/>
                    </a:lnTo>
                    <a:cubicBezTo>
                      <a:pt x="122669" y="11677"/>
                      <a:pt x="125590" y="8757"/>
                      <a:pt x="125590" y="5838"/>
                    </a:cubicBezTo>
                    <a:cubicBezTo>
                      <a:pt x="125590" y="2919"/>
                      <a:pt x="123642" y="0"/>
                      <a:pt x="119748"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2" name="Freeform 591">
                <a:extLst>
                  <a:ext uri="{FF2B5EF4-FFF2-40B4-BE49-F238E27FC236}">
                    <a16:creationId xmlns:a16="http://schemas.microsoft.com/office/drawing/2014/main" id="{C725A6FC-65FB-1724-BC41-1FB6AC55B917}"/>
                  </a:ext>
                </a:extLst>
              </p:cNvPr>
              <p:cNvSpPr/>
              <p:nvPr/>
            </p:nvSpPr>
            <p:spPr>
              <a:xfrm>
                <a:off x="8202372" y="1705902"/>
                <a:ext cx="125589" cy="11676"/>
              </a:xfrm>
              <a:custGeom>
                <a:avLst/>
                <a:gdLst>
                  <a:gd name="connsiteX0" fmla="*/ 119748 w 125589"/>
                  <a:gd name="connsiteY0" fmla="*/ 0 h 11676"/>
                  <a:gd name="connsiteX1" fmla="*/ 5841 w 125589"/>
                  <a:gd name="connsiteY1" fmla="*/ 0 h 11676"/>
                  <a:gd name="connsiteX2" fmla="*/ 0 w 125589"/>
                  <a:gd name="connsiteY2" fmla="*/ 5838 h 11676"/>
                  <a:gd name="connsiteX3" fmla="*/ 5841 w 125589"/>
                  <a:gd name="connsiteY3" fmla="*/ 11677 h 11676"/>
                  <a:gd name="connsiteX4" fmla="*/ 119748 w 125589"/>
                  <a:gd name="connsiteY4" fmla="*/ 11677 h 11676"/>
                  <a:gd name="connsiteX5" fmla="*/ 125590 w 125589"/>
                  <a:gd name="connsiteY5" fmla="*/ 5838 h 11676"/>
                  <a:gd name="connsiteX6" fmla="*/ 119748 w 125589"/>
                  <a:gd name="connsiteY6" fmla="*/ 0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89" h="11676">
                    <a:moveTo>
                      <a:pt x="119748" y="0"/>
                    </a:moveTo>
                    <a:lnTo>
                      <a:pt x="5841" y="0"/>
                    </a:lnTo>
                    <a:cubicBezTo>
                      <a:pt x="2921" y="0"/>
                      <a:pt x="0" y="2919"/>
                      <a:pt x="0" y="5838"/>
                    </a:cubicBezTo>
                    <a:cubicBezTo>
                      <a:pt x="0" y="8758"/>
                      <a:pt x="2921" y="11677"/>
                      <a:pt x="5841" y="11677"/>
                    </a:cubicBezTo>
                    <a:lnTo>
                      <a:pt x="119748" y="11677"/>
                    </a:lnTo>
                    <a:cubicBezTo>
                      <a:pt x="122669" y="11677"/>
                      <a:pt x="125590" y="8758"/>
                      <a:pt x="125590" y="5838"/>
                    </a:cubicBezTo>
                    <a:cubicBezTo>
                      <a:pt x="125590" y="2919"/>
                      <a:pt x="123642" y="0"/>
                      <a:pt x="119748"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93" name="Freeform 592">
                <a:extLst>
                  <a:ext uri="{FF2B5EF4-FFF2-40B4-BE49-F238E27FC236}">
                    <a16:creationId xmlns:a16="http://schemas.microsoft.com/office/drawing/2014/main" id="{43EA0ECB-89E1-02BF-4299-777C6BE6DACA}"/>
                  </a:ext>
                </a:extLst>
              </p:cNvPr>
              <p:cNvSpPr/>
              <p:nvPr/>
            </p:nvSpPr>
            <p:spPr>
              <a:xfrm>
                <a:off x="8202372" y="1735093"/>
                <a:ext cx="125589" cy="11676"/>
              </a:xfrm>
              <a:custGeom>
                <a:avLst/>
                <a:gdLst>
                  <a:gd name="connsiteX0" fmla="*/ 119748 w 125589"/>
                  <a:gd name="connsiteY0" fmla="*/ 0 h 11676"/>
                  <a:gd name="connsiteX1" fmla="*/ 5841 w 125589"/>
                  <a:gd name="connsiteY1" fmla="*/ 0 h 11676"/>
                  <a:gd name="connsiteX2" fmla="*/ 0 w 125589"/>
                  <a:gd name="connsiteY2" fmla="*/ 5838 h 11676"/>
                  <a:gd name="connsiteX3" fmla="*/ 5841 w 125589"/>
                  <a:gd name="connsiteY3" fmla="*/ 11677 h 11676"/>
                  <a:gd name="connsiteX4" fmla="*/ 119748 w 125589"/>
                  <a:gd name="connsiteY4" fmla="*/ 11677 h 11676"/>
                  <a:gd name="connsiteX5" fmla="*/ 125590 w 125589"/>
                  <a:gd name="connsiteY5" fmla="*/ 5838 h 11676"/>
                  <a:gd name="connsiteX6" fmla="*/ 119748 w 125589"/>
                  <a:gd name="connsiteY6" fmla="*/ 0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89" h="11676">
                    <a:moveTo>
                      <a:pt x="119748" y="0"/>
                    </a:moveTo>
                    <a:lnTo>
                      <a:pt x="5841" y="0"/>
                    </a:lnTo>
                    <a:cubicBezTo>
                      <a:pt x="2921" y="0"/>
                      <a:pt x="0" y="2919"/>
                      <a:pt x="0" y="5838"/>
                    </a:cubicBezTo>
                    <a:cubicBezTo>
                      <a:pt x="0" y="8758"/>
                      <a:pt x="2921" y="11677"/>
                      <a:pt x="5841" y="11677"/>
                    </a:cubicBezTo>
                    <a:lnTo>
                      <a:pt x="119748" y="11677"/>
                    </a:lnTo>
                    <a:cubicBezTo>
                      <a:pt x="122669" y="11677"/>
                      <a:pt x="125590" y="8758"/>
                      <a:pt x="125590" y="5838"/>
                    </a:cubicBezTo>
                    <a:cubicBezTo>
                      <a:pt x="125590" y="1946"/>
                      <a:pt x="123642" y="0"/>
                      <a:pt x="119748"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53" name="Graphic 450">
            <a:extLst>
              <a:ext uri="{FF2B5EF4-FFF2-40B4-BE49-F238E27FC236}">
                <a16:creationId xmlns:a16="http://schemas.microsoft.com/office/drawing/2014/main" id="{BF53F63C-C597-5CDD-D56E-E0925512F725}"/>
              </a:ext>
            </a:extLst>
          </p:cNvPr>
          <p:cNvGrpSpPr/>
          <p:nvPr/>
        </p:nvGrpSpPr>
        <p:grpSpPr>
          <a:xfrm>
            <a:off x="4998373" y="3635386"/>
            <a:ext cx="608151" cy="607828"/>
            <a:chOff x="8068020" y="4695100"/>
            <a:chExt cx="560772" cy="560474"/>
          </a:xfrm>
        </p:grpSpPr>
        <p:sp>
          <p:nvSpPr>
            <p:cNvPr id="654" name="Freeform 653">
              <a:extLst>
                <a:ext uri="{FF2B5EF4-FFF2-40B4-BE49-F238E27FC236}">
                  <a16:creationId xmlns:a16="http://schemas.microsoft.com/office/drawing/2014/main" id="{E67BAA21-E52D-598F-56D9-EF6025F34450}"/>
                </a:ext>
              </a:extLst>
            </p:cNvPr>
            <p:cNvSpPr/>
            <p:nvPr/>
          </p:nvSpPr>
          <p:spPr>
            <a:xfrm>
              <a:off x="8068020" y="4695100"/>
              <a:ext cx="560772" cy="560474"/>
            </a:xfrm>
            <a:custGeom>
              <a:avLst/>
              <a:gdLst>
                <a:gd name="connsiteX0" fmla="*/ 280387 w 560772"/>
                <a:gd name="connsiteY0" fmla="*/ 560475 h 560474"/>
                <a:gd name="connsiteX1" fmla="*/ 560773 w 560772"/>
                <a:gd name="connsiteY1" fmla="*/ 280238 h 560474"/>
                <a:gd name="connsiteX2" fmla="*/ 280387 w 560772"/>
                <a:gd name="connsiteY2" fmla="*/ 0 h 560474"/>
                <a:gd name="connsiteX3" fmla="*/ 0 w 560772"/>
                <a:gd name="connsiteY3" fmla="*/ 280238 h 560474"/>
                <a:gd name="connsiteX4" fmla="*/ 280387 w 560772"/>
                <a:gd name="connsiteY4" fmla="*/ 560475 h 560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772" h="560474">
                  <a:moveTo>
                    <a:pt x="280387" y="560475"/>
                  </a:moveTo>
                  <a:cubicBezTo>
                    <a:pt x="435183" y="560475"/>
                    <a:pt x="560773" y="434952"/>
                    <a:pt x="560773" y="280238"/>
                  </a:cubicBezTo>
                  <a:cubicBezTo>
                    <a:pt x="560773" y="125523"/>
                    <a:pt x="435183" y="0"/>
                    <a:pt x="280387" y="0"/>
                  </a:cubicBezTo>
                  <a:cubicBezTo>
                    <a:pt x="125590" y="0"/>
                    <a:pt x="0" y="125523"/>
                    <a:pt x="0" y="280238"/>
                  </a:cubicBezTo>
                  <a:cubicBezTo>
                    <a:pt x="0" y="434952"/>
                    <a:pt x="125590" y="560475"/>
                    <a:pt x="280387" y="560475"/>
                  </a:cubicBezTo>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sp>
          <p:nvSpPr>
            <p:cNvPr id="655" name="Freeform 654">
              <a:extLst>
                <a:ext uri="{FF2B5EF4-FFF2-40B4-BE49-F238E27FC236}">
                  <a16:creationId xmlns:a16="http://schemas.microsoft.com/office/drawing/2014/main" id="{7F88B342-35CD-671E-28BC-D75D04414092}"/>
                </a:ext>
              </a:extLst>
            </p:cNvPr>
            <p:cNvSpPr/>
            <p:nvPr/>
          </p:nvSpPr>
          <p:spPr>
            <a:xfrm>
              <a:off x="8181562" y="4830851"/>
              <a:ext cx="354159" cy="310877"/>
            </a:xfrm>
            <a:custGeom>
              <a:avLst/>
              <a:gdLst>
                <a:gd name="connsiteX0" fmla="*/ 327483 w 354159"/>
                <a:gd name="connsiteY0" fmla="*/ 79292 h 310877"/>
                <a:gd name="connsiteX1" fmla="*/ 264201 w 354159"/>
                <a:gd name="connsiteY1" fmla="*/ 124052 h 310877"/>
                <a:gd name="connsiteX2" fmla="*/ 251545 w 354159"/>
                <a:gd name="connsiteY2" fmla="*/ 77346 h 310877"/>
                <a:gd name="connsiteX3" fmla="*/ 328456 w 354159"/>
                <a:gd name="connsiteY3" fmla="*/ 48155 h 310877"/>
                <a:gd name="connsiteX4" fmla="*/ 334298 w 354159"/>
                <a:gd name="connsiteY4" fmla="*/ 41343 h 310877"/>
                <a:gd name="connsiteX5" fmla="*/ 327483 w 354159"/>
                <a:gd name="connsiteY5" fmla="*/ 35505 h 310877"/>
                <a:gd name="connsiteX6" fmla="*/ 246677 w 354159"/>
                <a:gd name="connsiteY6" fmla="*/ 65670 h 310877"/>
                <a:gd name="connsiteX7" fmla="*/ 228179 w 354159"/>
                <a:gd name="connsiteY7" fmla="*/ 38424 h 310877"/>
                <a:gd name="connsiteX8" fmla="*/ 223311 w 354159"/>
                <a:gd name="connsiteY8" fmla="*/ 34532 h 310877"/>
                <a:gd name="connsiteX9" fmla="*/ 298276 w 354159"/>
                <a:gd name="connsiteY9" fmla="*/ 16044 h 310877"/>
                <a:gd name="connsiteX10" fmla="*/ 336245 w 354159"/>
                <a:gd name="connsiteY10" fmla="*/ 36478 h 310877"/>
                <a:gd name="connsiteX11" fmla="*/ 327483 w 354159"/>
                <a:gd name="connsiteY11" fmla="*/ 79292 h 310877"/>
                <a:gd name="connsiteX12" fmla="*/ 327483 w 354159"/>
                <a:gd name="connsiteY12" fmla="*/ 79292 h 310877"/>
                <a:gd name="connsiteX13" fmla="*/ 249598 w 354159"/>
                <a:gd name="connsiteY13" fmla="*/ 132810 h 310877"/>
                <a:gd name="connsiteX14" fmla="*/ 247651 w 354159"/>
                <a:gd name="connsiteY14" fmla="*/ 133783 h 310877"/>
                <a:gd name="connsiteX15" fmla="*/ 241809 w 354159"/>
                <a:gd name="connsiteY15" fmla="*/ 132810 h 310877"/>
                <a:gd name="connsiteX16" fmla="*/ 245703 w 354159"/>
                <a:gd name="connsiteY16" fmla="*/ 125026 h 310877"/>
                <a:gd name="connsiteX17" fmla="*/ 247651 w 354159"/>
                <a:gd name="connsiteY17" fmla="*/ 116268 h 310877"/>
                <a:gd name="connsiteX18" fmla="*/ 238889 w 354159"/>
                <a:gd name="connsiteY18" fmla="*/ 114322 h 310877"/>
                <a:gd name="connsiteX19" fmla="*/ 228179 w 354159"/>
                <a:gd name="connsiteY19" fmla="*/ 136702 h 310877"/>
                <a:gd name="connsiteX20" fmla="*/ 225259 w 354159"/>
                <a:gd name="connsiteY20" fmla="*/ 177570 h 310877"/>
                <a:gd name="connsiteX21" fmla="*/ 188263 w 354159"/>
                <a:gd name="connsiteY21" fmla="*/ 177570 h 310877"/>
                <a:gd name="connsiteX22" fmla="*/ 239862 w 354159"/>
                <a:gd name="connsiteY22" fmla="*/ 84157 h 310877"/>
                <a:gd name="connsiteX23" fmla="*/ 249598 w 354159"/>
                <a:gd name="connsiteY23" fmla="*/ 132810 h 310877"/>
                <a:gd name="connsiteX24" fmla="*/ 249598 w 354159"/>
                <a:gd name="connsiteY24" fmla="*/ 132810 h 310877"/>
                <a:gd name="connsiteX25" fmla="*/ 303144 w 354159"/>
                <a:gd name="connsiteY25" fmla="*/ 191193 h 310877"/>
                <a:gd name="connsiteX26" fmla="*/ 244730 w 354159"/>
                <a:gd name="connsiteY26" fmla="*/ 298228 h 310877"/>
                <a:gd name="connsiteX27" fmla="*/ 84092 w 354159"/>
                <a:gd name="connsiteY27" fmla="*/ 298228 h 310877"/>
                <a:gd name="connsiteX28" fmla="*/ 25678 w 354159"/>
                <a:gd name="connsiteY28" fmla="*/ 191193 h 310877"/>
                <a:gd name="connsiteX29" fmla="*/ 303144 w 354159"/>
                <a:gd name="connsiteY29" fmla="*/ 191193 h 310877"/>
                <a:gd name="connsiteX30" fmla="*/ 13022 w 354159"/>
                <a:gd name="connsiteY30" fmla="*/ 19936 h 310877"/>
                <a:gd name="connsiteX31" fmla="*/ 16916 w 354159"/>
                <a:gd name="connsiteY31" fmla="*/ 14098 h 310877"/>
                <a:gd name="connsiteX32" fmla="*/ 23731 w 354159"/>
                <a:gd name="connsiteY32" fmla="*/ 14098 h 310877"/>
                <a:gd name="connsiteX33" fmla="*/ 69489 w 354159"/>
                <a:gd name="connsiteY33" fmla="*/ 89996 h 310877"/>
                <a:gd name="connsiteX34" fmla="*/ 58779 w 354159"/>
                <a:gd name="connsiteY34" fmla="*/ 96807 h 310877"/>
                <a:gd name="connsiteX35" fmla="*/ 13022 w 354159"/>
                <a:gd name="connsiteY35" fmla="*/ 19936 h 310877"/>
                <a:gd name="connsiteX36" fmla="*/ 84092 w 354159"/>
                <a:gd name="connsiteY36" fmla="*/ 178543 h 310877"/>
                <a:gd name="connsiteX37" fmla="*/ 69489 w 354159"/>
                <a:gd name="connsiteY37" fmla="*/ 178543 h 310877"/>
                <a:gd name="connsiteX38" fmla="*/ 61700 w 354159"/>
                <a:gd name="connsiteY38" fmla="*/ 119187 h 310877"/>
                <a:gd name="connsiteX39" fmla="*/ 84092 w 354159"/>
                <a:gd name="connsiteY39" fmla="*/ 178543 h 310877"/>
                <a:gd name="connsiteX40" fmla="*/ 120114 w 354159"/>
                <a:gd name="connsiteY40" fmla="*/ 178543 h 310877"/>
                <a:gd name="connsiteX41" fmla="*/ 98695 w 354159"/>
                <a:gd name="connsiteY41" fmla="*/ 178543 h 310877"/>
                <a:gd name="connsiteX42" fmla="*/ 72409 w 354159"/>
                <a:gd name="connsiteY42" fmla="*/ 106537 h 310877"/>
                <a:gd name="connsiteX43" fmla="*/ 120114 w 354159"/>
                <a:gd name="connsiteY43" fmla="*/ 178543 h 310877"/>
                <a:gd name="connsiteX44" fmla="*/ 141532 w 354159"/>
                <a:gd name="connsiteY44" fmla="*/ 178543 h 310877"/>
                <a:gd name="connsiteX45" fmla="*/ 133743 w 354159"/>
                <a:gd name="connsiteY45" fmla="*/ 178543 h 310877"/>
                <a:gd name="connsiteX46" fmla="*/ 91880 w 354159"/>
                <a:gd name="connsiteY46" fmla="*/ 108484 h 310877"/>
                <a:gd name="connsiteX47" fmla="*/ 141532 w 354159"/>
                <a:gd name="connsiteY47" fmla="*/ 178543 h 310877"/>
                <a:gd name="connsiteX48" fmla="*/ 197999 w 354159"/>
                <a:gd name="connsiteY48" fmla="*/ 56912 h 310877"/>
                <a:gd name="connsiteX49" fmla="*/ 203840 w 354159"/>
                <a:gd name="connsiteY49" fmla="*/ 39397 h 310877"/>
                <a:gd name="connsiteX50" fmla="*/ 204814 w 354159"/>
                <a:gd name="connsiteY50" fmla="*/ 39397 h 310877"/>
                <a:gd name="connsiteX51" fmla="*/ 234021 w 354159"/>
                <a:gd name="connsiteY51" fmla="*/ 73454 h 310877"/>
                <a:gd name="connsiteX52" fmla="*/ 207734 w 354159"/>
                <a:gd name="connsiteY52" fmla="*/ 98753 h 310877"/>
                <a:gd name="connsiteX53" fmla="*/ 206761 w 354159"/>
                <a:gd name="connsiteY53" fmla="*/ 96807 h 310877"/>
                <a:gd name="connsiteX54" fmla="*/ 197999 w 354159"/>
                <a:gd name="connsiteY54" fmla="*/ 56912 h 310877"/>
                <a:gd name="connsiteX55" fmla="*/ 197999 w 354159"/>
                <a:gd name="connsiteY55" fmla="*/ 56912 h 310877"/>
                <a:gd name="connsiteX56" fmla="*/ 346954 w 354159"/>
                <a:gd name="connsiteY56" fmla="*/ 30640 h 310877"/>
                <a:gd name="connsiteX57" fmla="*/ 294382 w 354159"/>
                <a:gd name="connsiteY57" fmla="*/ 3395 h 310877"/>
                <a:gd name="connsiteX58" fmla="*/ 200920 w 354159"/>
                <a:gd name="connsiteY58" fmla="*/ 26748 h 310877"/>
                <a:gd name="connsiteX59" fmla="*/ 185343 w 354159"/>
                <a:gd name="connsiteY59" fmla="*/ 56912 h 310877"/>
                <a:gd name="connsiteX60" fmla="*/ 196052 w 354159"/>
                <a:gd name="connsiteY60" fmla="*/ 101672 h 310877"/>
                <a:gd name="connsiteX61" fmla="*/ 200920 w 354159"/>
                <a:gd name="connsiteY61" fmla="*/ 109457 h 310877"/>
                <a:gd name="connsiteX62" fmla="*/ 176581 w 354159"/>
                <a:gd name="connsiteY62" fmla="*/ 178543 h 310877"/>
                <a:gd name="connsiteX63" fmla="*/ 156136 w 354159"/>
                <a:gd name="connsiteY63" fmla="*/ 178543 h 310877"/>
                <a:gd name="connsiteX64" fmla="*/ 85065 w 354159"/>
                <a:gd name="connsiteY64" fmla="*/ 90969 h 310877"/>
                <a:gd name="connsiteX65" fmla="*/ 35414 w 354159"/>
                <a:gd name="connsiteY65" fmla="*/ 7287 h 310877"/>
                <a:gd name="connsiteX66" fmla="*/ 10101 w 354159"/>
                <a:gd name="connsiteY66" fmla="*/ 3395 h 310877"/>
                <a:gd name="connsiteX67" fmla="*/ 2312 w 354159"/>
                <a:gd name="connsiteY67" fmla="*/ 27721 h 310877"/>
                <a:gd name="connsiteX68" fmla="*/ 51964 w 354159"/>
                <a:gd name="connsiteY68" fmla="*/ 110430 h 310877"/>
                <a:gd name="connsiteX69" fmla="*/ 56832 w 354159"/>
                <a:gd name="connsiteY69" fmla="*/ 179516 h 310877"/>
                <a:gd name="connsiteX70" fmla="*/ 18863 w 354159"/>
                <a:gd name="connsiteY70" fmla="*/ 179516 h 310877"/>
                <a:gd name="connsiteX71" fmla="*/ 12048 w 354159"/>
                <a:gd name="connsiteY71" fmla="*/ 188274 h 310877"/>
                <a:gd name="connsiteX72" fmla="*/ 76303 w 354159"/>
                <a:gd name="connsiteY72" fmla="*/ 310877 h 310877"/>
                <a:gd name="connsiteX73" fmla="*/ 251545 w 354159"/>
                <a:gd name="connsiteY73" fmla="*/ 310877 h 310877"/>
                <a:gd name="connsiteX74" fmla="*/ 315800 w 354159"/>
                <a:gd name="connsiteY74" fmla="*/ 188274 h 310877"/>
                <a:gd name="connsiteX75" fmla="*/ 308985 w 354159"/>
                <a:gd name="connsiteY75" fmla="*/ 179516 h 310877"/>
                <a:gd name="connsiteX76" fmla="*/ 238889 w 354159"/>
                <a:gd name="connsiteY76" fmla="*/ 179516 h 310877"/>
                <a:gd name="connsiteX77" fmla="*/ 239862 w 354159"/>
                <a:gd name="connsiteY77" fmla="*/ 147405 h 310877"/>
                <a:gd name="connsiteX78" fmla="*/ 246677 w 354159"/>
                <a:gd name="connsiteY78" fmla="*/ 148379 h 310877"/>
                <a:gd name="connsiteX79" fmla="*/ 256413 w 354159"/>
                <a:gd name="connsiteY79" fmla="*/ 146432 h 310877"/>
                <a:gd name="connsiteX80" fmla="*/ 257386 w 354159"/>
                <a:gd name="connsiteY80" fmla="*/ 145459 h 310877"/>
                <a:gd name="connsiteX81" fmla="*/ 334298 w 354159"/>
                <a:gd name="connsiteY81" fmla="*/ 90969 h 310877"/>
                <a:gd name="connsiteX82" fmla="*/ 346954 w 354159"/>
                <a:gd name="connsiteY82" fmla="*/ 30640 h 310877"/>
                <a:gd name="connsiteX83" fmla="*/ 346954 w 354159"/>
                <a:gd name="connsiteY83" fmla="*/ 30640 h 31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54159" h="310877">
                  <a:moveTo>
                    <a:pt x="327483" y="79292"/>
                  </a:moveTo>
                  <a:cubicBezTo>
                    <a:pt x="327483" y="79292"/>
                    <a:pt x="306064" y="94861"/>
                    <a:pt x="264201" y="124052"/>
                  </a:cubicBezTo>
                  <a:cubicBezTo>
                    <a:pt x="264201" y="110430"/>
                    <a:pt x="258360" y="92915"/>
                    <a:pt x="251545" y="77346"/>
                  </a:cubicBezTo>
                  <a:cubicBezTo>
                    <a:pt x="279778" y="59831"/>
                    <a:pt x="324562" y="49128"/>
                    <a:pt x="328456" y="48155"/>
                  </a:cubicBezTo>
                  <a:cubicBezTo>
                    <a:pt x="332351" y="48155"/>
                    <a:pt x="334298" y="44262"/>
                    <a:pt x="334298" y="41343"/>
                  </a:cubicBezTo>
                  <a:cubicBezTo>
                    <a:pt x="334298" y="37451"/>
                    <a:pt x="330403" y="35505"/>
                    <a:pt x="327483" y="35505"/>
                  </a:cubicBezTo>
                  <a:cubicBezTo>
                    <a:pt x="322615" y="35505"/>
                    <a:pt x="276857" y="47182"/>
                    <a:pt x="246677" y="65670"/>
                  </a:cubicBezTo>
                  <a:cubicBezTo>
                    <a:pt x="240836" y="54966"/>
                    <a:pt x="234021" y="45236"/>
                    <a:pt x="228179" y="38424"/>
                  </a:cubicBezTo>
                  <a:cubicBezTo>
                    <a:pt x="226232" y="36478"/>
                    <a:pt x="225259" y="35505"/>
                    <a:pt x="223311" y="34532"/>
                  </a:cubicBezTo>
                  <a:cubicBezTo>
                    <a:pt x="249598" y="27721"/>
                    <a:pt x="298276" y="16044"/>
                    <a:pt x="298276" y="16044"/>
                  </a:cubicBezTo>
                  <a:cubicBezTo>
                    <a:pt x="312879" y="12152"/>
                    <a:pt x="324562" y="11179"/>
                    <a:pt x="336245" y="36478"/>
                  </a:cubicBezTo>
                  <a:cubicBezTo>
                    <a:pt x="346954" y="60804"/>
                    <a:pt x="341113" y="70535"/>
                    <a:pt x="327483" y="79292"/>
                  </a:cubicBezTo>
                  <a:lnTo>
                    <a:pt x="327483" y="79292"/>
                  </a:lnTo>
                  <a:close/>
                  <a:moveTo>
                    <a:pt x="249598" y="132810"/>
                  </a:moveTo>
                  <a:cubicBezTo>
                    <a:pt x="248624" y="132810"/>
                    <a:pt x="248624" y="133783"/>
                    <a:pt x="247651" y="133783"/>
                  </a:cubicBezTo>
                  <a:cubicBezTo>
                    <a:pt x="245703" y="133783"/>
                    <a:pt x="243756" y="133783"/>
                    <a:pt x="241809" y="132810"/>
                  </a:cubicBezTo>
                  <a:cubicBezTo>
                    <a:pt x="242783" y="128918"/>
                    <a:pt x="244730" y="125998"/>
                    <a:pt x="245703" y="125026"/>
                  </a:cubicBezTo>
                  <a:cubicBezTo>
                    <a:pt x="248624" y="123079"/>
                    <a:pt x="249598" y="119187"/>
                    <a:pt x="247651" y="116268"/>
                  </a:cubicBezTo>
                  <a:cubicBezTo>
                    <a:pt x="245703" y="113349"/>
                    <a:pt x="241809" y="112376"/>
                    <a:pt x="238889" y="114322"/>
                  </a:cubicBezTo>
                  <a:cubicBezTo>
                    <a:pt x="232073" y="119187"/>
                    <a:pt x="229153" y="133783"/>
                    <a:pt x="228179" y="136702"/>
                  </a:cubicBezTo>
                  <a:cubicBezTo>
                    <a:pt x="226232" y="145459"/>
                    <a:pt x="226232" y="163947"/>
                    <a:pt x="225259" y="177570"/>
                  </a:cubicBezTo>
                  <a:lnTo>
                    <a:pt x="188263" y="177570"/>
                  </a:lnTo>
                  <a:cubicBezTo>
                    <a:pt x="191184" y="152271"/>
                    <a:pt x="202867" y="112376"/>
                    <a:pt x="239862" y="84157"/>
                  </a:cubicBezTo>
                  <a:cubicBezTo>
                    <a:pt x="253492" y="113349"/>
                    <a:pt x="252518" y="130864"/>
                    <a:pt x="249598" y="132810"/>
                  </a:cubicBezTo>
                  <a:lnTo>
                    <a:pt x="249598" y="132810"/>
                  </a:lnTo>
                  <a:close/>
                  <a:moveTo>
                    <a:pt x="303144" y="191193"/>
                  </a:moveTo>
                  <a:cubicBezTo>
                    <a:pt x="302170" y="234980"/>
                    <a:pt x="278805" y="273901"/>
                    <a:pt x="244730" y="298228"/>
                  </a:cubicBezTo>
                  <a:lnTo>
                    <a:pt x="84092" y="298228"/>
                  </a:lnTo>
                  <a:cubicBezTo>
                    <a:pt x="50017" y="274875"/>
                    <a:pt x="26651" y="235953"/>
                    <a:pt x="25678" y="191193"/>
                  </a:cubicBezTo>
                  <a:lnTo>
                    <a:pt x="303144" y="191193"/>
                  </a:lnTo>
                  <a:close/>
                  <a:moveTo>
                    <a:pt x="13022" y="19936"/>
                  </a:moveTo>
                  <a:cubicBezTo>
                    <a:pt x="13022" y="18963"/>
                    <a:pt x="12048" y="17017"/>
                    <a:pt x="16916" y="14098"/>
                  </a:cubicBezTo>
                  <a:cubicBezTo>
                    <a:pt x="19837" y="12152"/>
                    <a:pt x="23731" y="13125"/>
                    <a:pt x="23731" y="14098"/>
                  </a:cubicBezTo>
                  <a:lnTo>
                    <a:pt x="69489" y="89996"/>
                  </a:lnTo>
                  <a:lnTo>
                    <a:pt x="58779" y="96807"/>
                  </a:lnTo>
                  <a:lnTo>
                    <a:pt x="13022" y="19936"/>
                  </a:lnTo>
                  <a:close/>
                  <a:moveTo>
                    <a:pt x="84092" y="178543"/>
                  </a:moveTo>
                  <a:lnTo>
                    <a:pt x="69489" y="178543"/>
                  </a:lnTo>
                  <a:cubicBezTo>
                    <a:pt x="63647" y="161028"/>
                    <a:pt x="58779" y="135729"/>
                    <a:pt x="61700" y="119187"/>
                  </a:cubicBezTo>
                  <a:cubicBezTo>
                    <a:pt x="66568" y="135729"/>
                    <a:pt x="76303" y="162974"/>
                    <a:pt x="84092" y="178543"/>
                  </a:cubicBezTo>
                  <a:moveTo>
                    <a:pt x="120114" y="178543"/>
                  </a:moveTo>
                  <a:lnTo>
                    <a:pt x="98695" y="178543"/>
                  </a:lnTo>
                  <a:cubicBezTo>
                    <a:pt x="87986" y="158109"/>
                    <a:pt x="74356" y="121133"/>
                    <a:pt x="72409" y="106537"/>
                  </a:cubicBezTo>
                  <a:cubicBezTo>
                    <a:pt x="84092" y="116268"/>
                    <a:pt x="112325" y="154217"/>
                    <a:pt x="120114" y="178543"/>
                  </a:cubicBezTo>
                  <a:moveTo>
                    <a:pt x="141532" y="178543"/>
                  </a:moveTo>
                  <a:lnTo>
                    <a:pt x="133743" y="178543"/>
                  </a:lnTo>
                  <a:cubicBezTo>
                    <a:pt x="126929" y="154217"/>
                    <a:pt x="102590" y="121133"/>
                    <a:pt x="91880" y="108484"/>
                  </a:cubicBezTo>
                  <a:cubicBezTo>
                    <a:pt x="104537" y="115295"/>
                    <a:pt x="148347" y="146432"/>
                    <a:pt x="141532" y="178543"/>
                  </a:cubicBezTo>
                  <a:moveTo>
                    <a:pt x="197999" y="56912"/>
                  </a:moveTo>
                  <a:cubicBezTo>
                    <a:pt x="197999" y="49128"/>
                    <a:pt x="199946" y="42317"/>
                    <a:pt x="203840" y="39397"/>
                  </a:cubicBezTo>
                  <a:lnTo>
                    <a:pt x="204814" y="39397"/>
                  </a:lnTo>
                  <a:cubicBezTo>
                    <a:pt x="207734" y="38424"/>
                    <a:pt x="221364" y="48155"/>
                    <a:pt x="234021" y="73454"/>
                  </a:cubicBezTo>
                  <a:cubicBezTo>
                    <a:pt x="223311" y="81238"/>
                    <a:pt x="214549" y="89996"/>
                    <a:pt x="207734" y="98753"/>
                  </a:cubicBezTo>
                  <a:cubicBezTo>
                    <a:pt x="207734" y="97780"/>
                    <a:pt x="206761" y="97780"/>
                    <a:pt x="206761" y="96807"/>
                  </a:cubicBezTo>
                  <a:cubicBezTo>
                    <a:pt x="200920" y="82211"/>
                    <a:pt x="197025" y="68589"/>
                    <a:pt x="197999" y="56912"/>
                  </a:cubicBezTo>
                  <a:lnTo>
                    <a:pt x="197999" y="56912"/>
                  </a:lnTo>
                  <a:close/>
                  <a:moveTo>
                    <a:pt x="346954" y="30640"/>
                  </a:moveTo>
                  <a:cubicBezTo>
                    <a:pt x="331377" y="-3417"/>
                    <a:pt x="310932" y="-1471"/>
                    <a:pt x="294382" y="3395"/>
                  </a:cubicBezTo>
                  <a:cubicBezTo>
                    <a:pt x="293408" y="3395"/>
                    <a:pt x="200920" y="26748"/>
                    <a:pt x="200920" y="26748"/>
                  </a:cubicBezTo>
                  <a:cubicBezTo>
                    <a:pt x="191184" y="31613"/>
                    <a:pt x="186316" y="42317"/>
                    <a:pt x="185343" y="56912"/>
                  </a:cubicBezTo>
                  <a:cubicBezTo>
                    <a:pt x="185343" y="70535"/>
                    <a:pt x="189237" y="86104"/>
                    <a:pt x="196052" y="101672"/>
                  </a:cubicBezTo>
                  <a:cubicBezTo>
                    <a:pt x="197025" y="104591"/>
                    <a:pt x="199946" y="109457"/>
                    <a:pt x="200920" y="109457"/>
                  </a:cubicBezTo>
                  <a:cubicBezTo>
                    <a:pt x="185343" y="133783"/>
                    <a:pt x="178527" y="160055"/>
                    <a:pt x="176581" y="178543"/>
                  </a:cubicBezTo>
                  <a:lnTo>
                    <a:pt x="156136" y="178543"/>
                  </a:lnTo>
                  <a:cubicBezTo>
                    <a:pt x="161977" y="135729"/>
                    <a:pt x="106484" y="95834"/>
                    <a:pt x="85065" y="90969"/>
                  </a:cubicBezTo>
                  <a:cubicBezTo>
                    <a:pt x="85065" y="89996"/>
                    <a:pt x="35414" y="7287"/>
                    <a:pt x="35414" y="7287"/>
                  </a:cubicBezTo>
                  <a:cubicBezTo>
                    <a:pt x="30546" y="-498"/>
                    <a:pt x="19837" y="-2444"/>
                    <a:pt x="10101" y="3395"/>
                  </a:cubicBezTo>
                  <a:cubicBezTo>
                    <a:pt x="365" y="9233"/>
                    <a:pt x="-2555" y="19936"/>
                    <a:pt x="2312" y="27721"/>
                  </a:cubicBezTo>
                  <a:lnTo>
                    <a:pt x="51964" y="110430"/>
                  </a:lnTo>
                  <a:cubicBezTo>
                    <a:pt x="46123" y="129891"/>
                    <a:pt x="50991" y="160055"/>
                    <a:pt x="56832" y="179516"/>
                  </a:cubicBezTo>
                  <a:lnTo>
                    <a:pt x="18863" y="179516"/>
                  </a:lnTo>
                  <a:cubicBezTo>
                    <a:pt x="13022" y="179516"/>
                    <a:pt x="12048" y="188274"/>
                    <a:pt x="12048" y="188274"/>
                  </a:cubicBezTo>
                  <a:cubicBezTo>
                    <a:pt x="12048" y="237899"/>
                    <a:pt x="39308" y="284605"/>
                    <a:pt x="76303" y="310877"/>
                  </a:cubicBezTo>
                  <a:lnTo>
                    <a:pt x="251545" y="310877"/>
                  </a:lnTo>
                  <a:cubicBezTo>
                    <a:pt x="290487" y="287524"/>
                    <a:pt x="315800" y="236926"/>
                    <a:pt x="315800" y="188274"/>
                  </a:cubicBezTo>
                  <a:cubicBezTo>
                    <a:pt x="315800" y="188274"/>
                    <a:pt x="316774" y="179516"/>
                    <a:pt x="308985" y="179516"/>
                  </a:cubicBezTo>
                  <a:lnTo>
                    <a:pt x="238889" y="179516"/>
                  </a:lnTo>
                  <a:cubicBezTo>
                    <a:pt x="238889" y="168813"/>
                    <a:pt x="239862" y="156163"/>
                    <a:pt x="239862" y="147405"/>
                  </a:cubicBezTo>
                  <a:cubicBezTo>
                    <a:pt x="241809" y="148379"/>
                    <a:pt x="243756" y="148379"/>
                    <a:pt x="246677" y="148379"/>
                  </a:cubicBezTo>
                  <a:cubicBezTo>
                    <a:pt x="250571" y="148379"/>
                    <a:pt x="253492" y="147405"/>
                    <a:pt x="256413" y="146432"/>
                  </a:cubicBezTo>
                  <a:lnTo>
                    <a:pt x="257386" y="145459"/>
                  </a:lnTo>
                  <a:cubicBezTo>
                    <a:pt x="283673" y="126971"/>
                    <a:pt x="333324" y="91942"/>
                    <a:pt x="334298" y="90969"/>
                  </a:cubicBezTo>
                  <a:cubicBezTo>
                    <a:pt x="355716" y="76373"/>
                    <a:pt x="359610" y="57885"/>
                    <a:pt x="346954" y="30640"/>
                  </a:cubicBezTo>
                  <a:lnTo>
                    <a:pt x="346954" y="3064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706" name="Graphic 450">
            <a:extLst>
              <a:ext uri="{FF2B5EF4-FFF2-40B4-BE49-F238E27FC236}">
                <a16:creationId xmlns:a16="http://schemas.microsoft.com/office/drawing/2014/main" id="{6CB19C1E-F2F6-9099-97A4-DEF03C13779D}"/>
              </a:ext>
            </a:extLst>
          </p:cNvPr>
          <p:cNvGrpSpPr/>
          <p:nvPr/>
        </p:nvGrpSpPr>
        <p:grpSpPr>
          <a:xfrm>
            <a:off x="7278103" y="3636441"/>
            <a:ext cx="606040" cy="605718"/>
            <a:chOff x="8068994" y="2991296"/>
            <a:chExt cx="558825" cy="558528"/>
          </a:xfrm>
        </p:grpSpPr>
        <p:sp>
          <p:nvSpPr>
            <p:cNvPr id="707" name="Freeform 706">
              <a:extLst>
                <a:ext uri="{FF2B5EF4-FFF2-40B4-BE49-F238E27FC236}">
                  <a16:creationId xmlns:a16="http://schemas.microsoft.com/office/drawing/2014/main" id="{A6267981-0D53-AF42-E776-C30966ABD903}"/>
                </a:ext>
              </a:extLst>
            </p:cNvPr>
            <p:cNvSpPr/>
            <p:nvPr/>
          </p:nvSpPr>
          <p:spPr>
            <a:xfrm>
              <a:off x="8068994" y="2991296"/>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08" name="Graphic 450">
              <a:extLst>
                <a:ext uri="{FF2B5EF4-FFF2-40B4-BE49-F238E27FC236}">
                  <a16:creationId xmlns:a16="http://schemas.microsoft.com/office/drawing/2014/main" id="{D7616671-8E78-11A4-3392-8907BB42D09C}"/>
                </a:ext>
              </a:extLst>
            </p:cNvPr>
            <p:cNvGrpSpPr/>
            <p:nvPr/>
          </p:nvGrpSpPr>
          <p:grpSpPr>
            <a:xfrm>
              <a:off x="8133622" y="3104087"/>
              <a:ext cx="430666" cy="333837"/>
              <a:chOff x="8133622" y="3104087"/>
              <a:chExt cx="430666" cy="333837"/>
            </a:xfrm>
            <a:solidFill>
              <a:srgbClr val="FFFFFF"/>
            </a:solidFill>
          </p:grpSpPr>
          <p:sp>
            <p:nvSpPr>
              <p:cNvPr id="709" name="Freeform 708">
                <a:extLst>
                  <a:ext uri="{FF2B5EF4-FFF2-40B4-BE49-F238E27FC236}">
                    <a16:creationId xmlns:a16="http://schemas.microsoft.com/office/drawing/2014/main" id="{9B075D0B-E102-60D8-26CE-7ACB12F796D7}"/>
                  </a:ext>
                </a:extLst>
              </p:cNvPr>
              <p:cNvSpPr/>
              <p:nvPr/>
            </p:nvSpPr>
            <p:spPr>
              <a:xfrm>
                <a:off x="8233278" y="3104087"/>
                <a:ext cx="241443" cy="153823"/>
              </a:xfrm>
              <a:custGeom>
                <a:avLst/>
                <a:gdLst>
                  <a:gd name="connsiteX0" fmla="*/ 114155 w 241443"/>
                  <a:gd name="connsiteY0" fmla="*/ 153823 h 153823"/>
                  <a:gd name="connsiteX1" fmla="*/ 109287 w 241443"/>
                  <a:gd name="connsiteY1" fmla="*/ 151877 h 153823"/>
                  <a:gd name="connsiteX2" fmla="*/ 65477 w 241443"/>
                  <a:gd name="connsiteY2" fmla="*/ 119767 h 153823"/>
                  <a:gd name="connsiteX3" fmla="*/ 11931 w 241443"/>
                  <a:gd name="connsiteY3" fmla="*/ 110036 h 153823"/>
                  <a:gd name="connsiteX4" fmla="*/ 5116 w 241443"/>
                  <a:gd name="connsiteY4" fmla="*/ 107117 h 153823"/>
                  <a:gd name="connsiteX5" fmla="*/ 248 w 241443"/>
                  <a:gd name="connsiteY5" fmla="*/ 87656 h 153823"/>
                  <a:gd name="connsiteX6" fmla="*/ 248 w 241443"/>
                  <a:gd name="connsiteY6" fmla="*/ 84737 h 153823"/>
                  <a:gd name="connsiteX7" fmla="*/ 58662 w 241443"/>
                  <a:gd name="connsiteY7" fmla="*/ 16624 h 153823"/>
                  <a:gd name="connsiteX8" fmla="*/ 171595 w 241443"/>
                  <a:gd name="connsiteY8" fmla="*/ 12732 h 153823"/>
                  <a:gd name="connsiteX9" fmla="*/ 239745 w 241443"/>
                  <a:gd name="connsiteY9" fmla="*/ 78899 h 153823"/>
                  <a:gd name="connsiteX10" fmla="*/ 237798 w 241443"/>
                  <a:gd name="connsiteY10" fmla="*/ 105171 h 153823"/>
                  <a:gd name="connsiteX11" fmla="*/ 237798 w 241443"/>
                  <a:gd name="connsiteY11" fmla="*/ 105171 h 153823"/>
                  <a:gd name="connsiteX12" fmla="*/ 236824 w 241443"/>
                  <a:gd name="connsiteY12" fmla="*/ 107117 h 153823"/>
                  <a:gd name="connsiteX13" fmla="*/ 230009 w 241443"/>
                  <a:gd name="connsiteY13" fmla="*/ 110036 h 153823"/>
                  <a:gd name="connsiteX14" fmla="*/ 120970 w 241443"/>
                  <a:gd name="connsiteY14" fmla="*/ 150904 h 153823"/>
                  <a:gd name="connsiteX15" fmla="*/ 114155 w 241443"/>
                  <a:gd name="connsiteY15" fmla="*/ 153823 h 153823"/>
                  <a:gd name="connsiteX16" fmla="*/ 114155 w 241443"/>
                  <a:gd name="connsiteY16" fmla="*/ 153823 h 153823"/>
                  <a:gd name="connsiteX17" fmla="*/ 21667 w 241443"/>
                  <a:gd name="connsiteY17" fmla="*/ 94468 h 153823"/>
                  <a:gd name="connsiteX18" fmla="*/ 71318 w 241443"/>
                  <a:gd name="connsiteY18" fmla="*/ 107117 h 153823"/>
                  <a:gd name="connsiteX19" fmla="*/ 113182 w 241443"/>
                  <a:gd name="connsiteY19" fmla="*/ 136308 h 153823"/>
                  <a:gd name="connsiteX20" fmla="*/ 225141 w 241443"/>
                  <a:gd name="connsiteY20" fmla="*/ 95441 h 153823"/>
                  <a:gd name="connsiteX21" fmla="*/ 225141 w 241443"/>
                  <a:gd name="connsiteY21" fmla="*/ 83764 h 153823"/>
                  <a:gd name="connsiteX22" fmla="*/ 163807 w 241443"/>
                  <a:gd name="connsiteY22" fmla="*/ 25381 h 153823"/>
                  <a:gd name="connsiteX23" fmla="*/ 64503 w 241443"/>
                  <a:gd name="connsiteY23" fmla="*/ 29273 h 153823"/>
                  <a:gd name="connsiteX24" fmla="*/ 14852 w 241443"/>
                  <a:gd name="connsiteY24" fmla="*/ 85710 h 153823"/>
                  <a:gd name="connsiteX25" fmla="*/ 13878 w 241443"/>
                  <a:gd name="connsiteY25" fmla="*/ 89602 h 153823"/>
                  <a:gd name="connsiteX26" fmla="*/ 13878 w 241443"/>
                  <a:gd name="connsiteY26" fmla="*/ 94468 h 153823"/>
                  <a:gd name="connsiteX27" fmla="*/ 21667 w 241443"/>
                  <a:gd name="connsiteY27" fmla="*/ 94468 h 153823"/>
                  <a:gd name="connsiteX28" fmla="*/ 230009 w 241443"/>
                  <a:gd name="connsiteY28" fmla="*/ 101279 h 153823"/>
                  <a:gd name="connsiteX29" fmla="*/ 230009 w 241443"/>
                  <a:gd name="connsiteY29" fmla="*/ 101279 h 153823"/>
                  <a:gd name="connsiteX30" fmla="*/ 230009 w 241443"/>
                  <a:gd name="connsiteY30" fmla="*/ 101279 h 153823"/>
                  <a:gd name="connsiteX31" fmla="*/ 230009 w 241443"/>
                  <a:gd name="connsiteY31" fmla="*/ 101279 h 153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1443" h="153823">
                    <a:moveTo>
                      <a:pt x="114155" y="153823"/>
                    </a:moveTo>
                    <a:cubicBezTo>
                      <a:pt x="112208" y="153823"/>
                      <a:pt x="110261" y="152850"/>
                      <a:pt x="109287" y="151877"/>
                    </a:cubicBezTo>
                    <a:cubicBezTo>
                      <a:pt x="97604" y="140201"/>
                      <a:pt x="82027" y="128524"/>
                      <a:pt x="65477" y="119767"/>
                    </a:cubicBezTo>
                    <a:cubicBezTo>
                      <a:pt x="49900" y="111009"/>
                      <a:pt x="31402" y="108090"/>
                      <a:pt x="11931" y="110036"/>
                    </a:cubicBezTo>
                    <a:cubicBezTo>
                      <a:pt x="9010" y="110036"/>
                      <a:pt x="7063" y="109063"/>
                      <a:pt x="5116" y="107117"/>
                    </a:cubicBezTo>
                    <a:cubicBezTo>
                      <a:pt x="1222" y="101279"/>
                      <a:pt x="-726" y="94468"/>
                      <a:pt x="248" y="87656"/>
                    </a:cubicBezTo>
                    <a:cubicBezTo>
                      <a:pt x="248" y="86683"/>
                      <a:pt x="248" y="85710"/>
                      <a:pt x="248" y="84737"/>
                    </a:cubicBezTo>
                    <a:cubicBezTo>
                      <a:pt x="2195" y="60411"/>
                      <a:pt x="25561" y="34139"/>
                      <a:pt x="58662" y="16624"/>
                    </a:cubicBezTo>
                    <a:cubicBezTo>
                      <a:pt x="97604" y="-3810"/>
                      <a:pt x="140441" y="-5756"/>
                      <a:pt x="171595" y="12732"/>
                    </a:cubicBezTo>
                    <a:cubicBezTo>
                      <a:pt x="197882" y="26354"/>
                      <a:pt x="231956" y="52626"/>
                      <a:pt x="239745" y="78899"/>
                    </a:cubicBezTo>
                    <a:cubicBezTo>
                      <a:pt x="242665" y="88629"/>
                      <a:pt x="241692" y="97387"/>
                      <a:pt x="237798" y="105171"/>
                    </a:cubicBezTo>
                    <a:lnTo>
                      <a:pt x="237798" y="105171"/>
                    </a:lnTo>
                    <a:cubicBezTo>
                      <a:pt x="237798" y="106144"/>
                      <a:pt x="236824" y="107117"/>
                      <a:pt x="236824" y="107117"/>
                    </a:cubicBezTo>
                    <a:cubicBezTo>
                      <a:pt x="234877" y="109063"/>
                      <a:pt x="231956" y="110036"/>
                      <a:pt x="230009" y="110036"/>
                    </a:cubicBezTo>
                    <a:cubicBezTo>
                      <a:pt x="188146" y="103225"/>
                      <a:pt x="143362" y="125605"/>
                      <a:pt x="120970" y="150904"/>
                    </a:cubicBezTo>
                    <a:cubicBezTo>
                      <a:pt x="118049" y="152850"/>
                      <a:pt x="116102" y="153823"/>
                      <a:pt x="114155" y="153823"/>
                    </a:cubicBezTo>
                    <a:lnTo>
                      <a:pt x="114155" y="153823"/>
                    </a:lnTo>
                    <a:close/>
                    <a:moveTo>
                      <a:pt x="21667" y="94468"/>
                    </a:moveTo>
                    <a:cubicBezTo>
                      <a:pt x="39191" y="94468"/>
                      <a:pt x="56715" y="98360"/>
                      <a:pt x="71318" y="107117"/>
                    </a:cubicBezTo>
                    <a:cubicBezTo>
                      <a:pt x="86895" y="114902"/>
                      <a:pt x="101499" y="125605"/>
                      <a:pt x="113182" y="136308"/>
                    </a:cubicBezTo>
                    <a:cubicBezTo>
                      <a:pt x="138494" y="111009"/>
                      <a:pt x="182305" y="90575"/>
                      <a:pt x="225141" y="95441"/>
                    </a:cubicBezTo>
                    <a:cubicBezTo>
                      <a:pt x="226115" y="91548"/>
                      <a:pt x="226115" y="87656"/>
                      <a:pt x="225141" y="83764"/>
                    </a:cubicBezTo>
                    <a:cubicBezTo>
                      <a:pt x="219300" y="65276"/>
                      <a:pt x="194961" y="41923"/>
                      <a:pt x="163807" y="25381"/>
                    </a:cubicBezTo>
                    <a:cubicBezTo>
                      <a:pt x="136547" y="9812"/>
                      <a:pt x="99552" y="11759"/>
                      <a:pt x="64503" y="29273"/>
                    </a:cubicBezTo>
                    <a:cubicBezTo>
                      <a:pt x="36270" y="43869"/>
                      <a:pt x="15825" y="66249"/>
                      <a:pt x="14852" y="85710"/>
                    </a:cubicBezTo>
                    <a:cubicBezTo>
                      <a:pt x="14852" y="86683"/>
                      <a:pt x="14852" y="88629"/>
                      <a:pt x="13878" y="89602"/>
                    </a:cubicBezTo>
                    <a:cubicBezTo>
                      <a:pt x="13878" y="91548"/>
                      <a:pt x="13878" y="92521"/>
                      <a:pt x="13878" y="94468"/>
                    </a:cubicBezTo>
                    <a:cubicBezTo>
                      <a:pt x="16799" y="94468"/>
                      <a:pt x="19719" y="94468"/>
                      <a:pt x="21667" y="94468"/>
                    </a:cubicBezTo>
                    <a:close/>
                    <a:moveTo>
                      <a:pt x="230009" y="101279"/>
                    </a:moveTo>
                    <a:lnTo>
                      <a:pt x="230009" y="101279"/>
                    </a:lnTo>
                    <a:lnTo>
                      <a:pt x="230009" y="101279"/>
                    </a:lnTo>
                    <a:lnTo>
                      <a:pt x="230009" y="10127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0" name="Freeform 709">
                <a:extLst>
                  <a:ext uri="{FF2B5EF4-FFF2-40B4-BE49-F238E27FC236}">
                    <a16:creationId xmlns:a16="http://schemas.microsoft.com/office/drawing/2014/main" id="{7044CCFC-8D17-8F02-D37D-5F33364C3A53}"/>
                  </a:ext>
                </a:extLst>
              </p:cNvPr>
              <p:cNvSpPr/>
              <p:nvPr/>
            </p:nvSpPr>
            <p:spPr>
              <a:xfrm>
                <a:off x="8362757" y="3130188"/>
                <a:ext cx="78226" cy="58635"/>
              </a:xfrm>
              <a:custGeom>
                <a:avLst/>
                <a:gdLst>
                  <a:gd name="connsiteX0" fmla="*/ 72297 w 78226"/>
                  <a:gd name="connsiteY0" fmla="*/ 58636 h 58635"/>
                  <a:gd name="connsiteX1" fmla="*/ 68403 w 78226"/>
                  <a:gd name="connsiteY1" fmla="*/ 56690 h 58635"/>
                  <a:gd name="connsiteX2" fmla="*/ 4147 w 78226"/>
                  <a:gd name="connsiteY2" fmla="*/ 9984 h 58635"/>
                  <a:gd name="connsiteX3" fmla="*/ 253 w 78226"/>
                  <a:gd name="connsiteY3" fmla="*/ 4145 h 58635"/>
                  <a:gd name="connsiteX4" fmla="*/ 6094 w 78226"/>
                  <a:gd name="connsiteY4" fmla="*/ 253 h 58635"/>
                  <a:gd name="connsiteX5" fmla="*/ 77165 w 78226"/>
                  <a:gd name="connsiteY5" fmla="*/ 50851 h 58635"/>
                  <a:gd name="connsiteX6" fmla="*/ 76191 w 78226"/>
                  <a:gd name="connsiteY6" fmla="*/ 57663 h 58635"/>
                  <a:gd name="connsiteX7" fmla="*/ 72297 w 78226"/>
                  <a:gd name="connsiteY7" fmla="*/ 58636 h 5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26" h="58635">
                    <a:moveTo>
                      <a:pt x="72297" y="58636"/>
                    </a:moveTo>
                    <a:cubicBezTo>
                      <a:pt x="70350" y="58636"/>
                      <a:pt x="69376" y="57663"/>
                      <a:pt x="68403" y="56690"/>
                    </a:cubicBezTo>
                    <a:cubicBezTo>
                      <a:pt x="52826" y="35283"/>
                      <a:pt x="21672" y="12903"/>
                      <a:pt x="4147" y="9984"/>
                    </a:cubicBezTo>
                    <a:cubicBezTo>
                      <a:pt x="1227" y="9984"/>
                      <a:pt x="-720" y="7064"/>
                      <a:pt x="253" y="4145"/>
                    </a:cubicBezTo>
                    <a:cubicBezTo>
                      <a:pt x="253" y="1226"/>
                      <a:pt x="3174" y="-720"/>
                      <a:pt x="6094" y="253"/>
                    </a:cubicBezTo>
                    <a:cubicBezTo>
                      <a:pt x="26539" y="3172"/>
                      <a:pt x="60614" y="27498"/>
                      <a:pt x="77165" y="50851"/>
                    </a:cubicBezTo>
                    <a:cubicBezTo>
                      <a:pt x="79112" y="52798"/>
                      <a:pt x="78138" y="56690"/>
                      <a:pt x="76191" y="57663"/>
                    </a:cubicBezTo>
                    <a:cubicBezTo>
                      <a:pt x="74244" y="58636"/>
                      <a:pt x="73271" y="58636"/>
                      <a:pt x="72297" y="5863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1" name="Freeform 710">
                <a:extLst>
                  <a:ext uri="{FF2B5EF4-FFF2-40B4-BE49-F238E27FC236}">
                    <a16:creationId xmlns:a16="http://schemas.microsoft.com/office/drawing/2014/main" id="{84CCCD23-B899-430A-EBAE-32B71E857CE7}"/>
                  </a:ext>
                </a:extLst>
              </p:cNvPr>
              <p:cNvSpPr/>
              <p:nvPr/>
            </p:nvSpPr>
            <p:spPr>
              <a:xfrm>
                <a:off x="8338427" y="3199715"/>
                <a:ext cx="225861" cy="156473"/>
              </a:xfrm>
              <a:custGeom>
                <a:avLst/>
                <a:gdLst>
                  <a:gd name="connsiteX0" fmla="*/ 121939 w 225861"/>
                  <a:gd name="connsiteY0" fmla="*/ 156474 h 156473"/>
                  <a:gd name="connsiteX1" fmla="*/ 115124 w 225861"/>
                  <a:gd name="connsiteY1" fmla="*/ 152581 h 156473"/>
                  <a:gd name="connsiteX2" fmla="*/ 57684 w 225861"/>
                  <a:gd name="connsiteY2" fmla="*/ 103929 h 156473"/>
                  <a:gd name="connsiteX3" fmla="*/ 27503 w 225861"/>
                  <a:gd name="connsiteY3" fmla="*/ 94199 h 156473"/>
                  <a:gd name="connsiteX4" fmla="*/ 20688 w 225861"/>
                  <a:gd name="connsiteY4" fmla="*/ 87387 h 156473"/>
                  <a:gd name="connsiteX5" fmla="*/ 7058 w 225861"/>
                  <a:gd name="connsiteY5" fmla="*/ 62088 h 156473"/>
                  <a:gd name="connsiteX6" fmla="*/ 2190 w 225861"/>
                  <a:gd name="connsiteY6" fmla="*/ 57223 h 156473"/>
                  <a:gd name="connsiteX7" fmla="*/ 2190 w 225861"/>
                  <a:gd name="connsiteY7" fmla="*/ 47493 h 156473"/>
                  <a:gd name="connsiteX8" fmla="*/ 124860 w 225861"/>
                  <a:gd name="connsiteY8" fmla="*/ 1759 h 156473"/>
                  <a:gd name="connsiteX9" fmla="*/ 156014 w 225861"/>
                  <a:gd name="connsiteY9" fmla="*/ 12463 h 156473"/>
                  <a:gd name="connsiteX10" fmla="*/ 224163 w 225861"/>
                  <a:gd name="connsiteY10" fmla="*/ 78630 h 156473"/>
                  <a:gd name="connsiteX11" fmla="*/ 222216 w 225861"/>
                  <a:gd name="connsiteY11" fmla="*/ 104902 h 156473"/>
                  <a:gd name="connsiteX12" fmla="*/ 222216 w 225861"/>
                  <a:gd name="connsiteY12" fmla="*/ 104902 h 156473"/>
                  <a:gd name="connsiteX13" fmla="*/ 217348 w 225861"/>
                  <a:gd name="connsiteY13" fmla="*/ 110741 h 156473"/>
                  <a:gd name="connsiteX14" fmla="*/ 121939 w 225861"/>
                  <a:gd name="connsiteY14" fmla="*/ 156474 h 156473"/>
                  <a:gd name="connsiteX15" fmla="*/ 121939 w 225861"/>
                  <a:gd name="connsiteY15" fmla="*/ 156474 h 156473"/>
                  <a:gd name="connsiteX16" fmla="*/ 35292 w 225861"/>
                  <a:gd name="connsiteY16" fmla="*/ 79603 h 156473"/>
                  <a:gd name="connsiteX17" fmla="*/ 65472 w 225861"/>
                  <a:gd name="connsiteY17" fmla="*/ 90306 h 156473"/>
                  <a:gd name="connsiteX18" fmla="*/ 124860 w 225861"/>
                  <a:gd name="connsiteY18" fmla="*/ 139932 h 156473"/>
                  <a:gd name="connsiteX19" fmla="*/ 207612 w 225861"/>
                  <a:gd name="connsiteY19" fmla="*/ 98091 h 156473"/>
                  <a:gd name="connsiteX20" fmla="*/ 209560 w 225861"/>
                  <a:gd name="connsiteY20" fmla="*/ 96145 h 156473"/>
                  <a:gd name="connsiteX21" fmla="*/ 209560 w 225861"/>
                  <a:gd name="connsiteY21" fmla="*/ 96145 h 156473"/>
                  <a:gd name="connsiteX22" fmla="*/ 210533 w 225861"/>
                  <a:gd name="connsiteY22" fmla="*/ 81549 h 156473"/>
                  <a:gd name="connsiteX23" fmla="*/ 149199 w 225861"/>
                  <a:gd name="connsiteY23" fmla="*/ 23166 h 156473"/>
                  <a:gd name="connsiteX24" fmla="*/ 122912 w 225861"/>
                  <a:gd name="connsiteY24" fmla="*/ 14409 h 156473"/>
                  <a:gd name="connsiteX25" fmla="*/ 18741 w 225861"/>
                  <a:gd name="connsiteY25" fmla="*/ 50412 h 156473"/>
                  <a:gd name="connsiteX26" fmla="*/ 19715 w 225861"/>
                  <a:gd name="connsiteY26" fmla="*/ 51385 h 156473"/>
                  <a:gd name="connsiteX27" fmla="*/ 35292 w 225861"/>
                  <a:gd name="connsiteY27" fmla="*/ 79603 h 1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5861" h="156473">
                    <a:moveTo>
                      <a:pt x="121939" y="156474"/>
                    </a:moveTo>
                    <a:cubicBezTo>
                      <a:pt x="119018" y="156474"/>
                      <a:pt x="117071" y="155501"/>
                      <a:pt x="115124" y="152581"/>
                    </a:cubicBezTo>
                    <a:cubicBezTo>
                      <a:pt x="105388" y="136040"/>
                      <a:pt x="82996" y="116579"/>
                      <a:pt x="57684" y="103929"/>
                    </a:cubicBezTo>
                    <a:cubicBezTo>
                      <a:pt x="47948" y="99064"/>
                      <a:pt x="38212" y="95172"/>
                      <a:pt x="27503" y="94199"/>
                    </a:cubicBezTo>
                    <a:cubicBezTo>
                      <a:pt x="23609" y="94199"/>
                      <a:pt x="21662" y="91280"/>
                      <a:pt x="20688" y="87387"/>
                    </a:cubicBezTo>
                    <a:cubicBezTo>
                      <a:pt x="19715" y="79603"/>
                      <a:pt x="15820" y="70846"/>
                      <a:pt x="7058" y="62088"/>
                    </a:cubicBezTo>
                    <a:cubicBezTo>
                      <a:pt x="5111" y="60142"/>
                      <a:pt x="4138" y="58196"/>
                      <a:pt x="2190" y="57223"/>
                    </a:cubicBezTo>
                    <a:cubicBezTo>
                      <a:pt x="-730" y="54304"/>
                      <a:pt x="-730" y="50412"/>
                      <a:pt x="2190" y="47493"/>
                    </a:cubicBezTo>
                    <a:cubicBezTo>
                      <a:pt x="27503" y="18301"/>
                      <a:pt x="77155" y="-6998"/>
                      <a:pt x="124860" y="1759"/>
                    </a:cubicBezTo>
                    <a:cubicBezTo>
                      <a:pt x="135569" y="3705"/>
                      <a:pt x="146278" y="7598"/>
                      <a:pt x="156014" y="12463"/>
                    </a:cubicBezTo>
                    <a:cubicBezTo>
                      <a:pt x="182300" y="26085"/>
                      <a:pt x="216374" y="52358"/>
                      <a:pt x="224163" y="78630"/>
                    </a:cubicBezTo>
                    <a:cubicBezTo>
                      <a:pt x="227084" y="88360"/>
                      <a:pt x="226110" y="97118"/>
                      <a:pt x="222216" y="104902"/>
                    </a:cubicBezTo>
                    <a:lnTo>
                      <a:pt x="222216" y="104902"/>
                    </a:lnTo>
                    <a:cubicBezTo>
                      <a:pt x="221242" y="106848"/>
                      <a:pt x="219295" y="108794"/>
                      <a:pt x="217348" y="110741"/>
                    </a:cubicBezTo>
                    <a:cubicBezTo>
                      <a:pt x="192035" y="133120"/>
                      <a:pt x="159908" y="148689"/>
                      <a:pt x="121939" y="156474"/>
                    </a:cubicBezTo>
                    <a:cubicBezTo>
                      <a:pt x="122912" y="156474"/>
                      <a:pt x="121939" y="156474"/>
                      <a:pt x="121939" y="156474"/>
                    </a:cubicBezTo>
                    <a:close/>
                    <a:moveTo>
                      <a:pt x="35292" y="79603"/>
                    </a:moveTo>
                    <a:cubicBezTo>
                      <a:pt x="46001" y="81549"/>
                      <a:pt x="56710" y="85441"/>
                      <a:pt x="65472" y="90306"/>
                    </a:cubicBezTo>
                    <a:cubicBezTo>
                      <a:pt x="90785" y="103929"/>
                      <a:pt x="113177" y="122417"/>
                      <a:pt x="124860" y="139932"/>
                    </a:cubicBezTo>
                    <a:cubicBezTo>
                      <a:pt x="157961" y="132147"/>
                      <a:pt x="185221" y="118525"/>
                      <a:pt x="207612" y="98091"/>
                    </a:cubicBezTo>
                    <a:cubicBezTo>
                      <a:pt x="208586" y="97118"/>
                      <a:pt x="208586" y="97118"/>
                      <a:pt x="209560" y="96145"/>
                    </a:cubicBezTo>
                    <a:lnTo>
                      <a:pt x="209560" y="96145"/>
                    </a:lnTo>
                    <a:cubicBezTo>
                      <a:pt x="211507" y="92253"/>
                      <a:pt x="212480" y="87387"/>
                      <a:pt x="210533" y="81549"/>
                    </a:cubicBezTo>
                    <a:cubicBezTo>
                      <a:pt x="204692" y="63061"/>
                      <a:pt x="180353" y="39708"/>
                      <a:pt x="149199" y="23166"/>
                    </a:cubicBezTo>
                    <a:cubicBezTo>
                      <a:pt x="141410" y="18301"/>
                      <a:pt x="132648" y="15382"/>
                      <a:pt x="122912" y="14409"/>
                    </a:cubicBezTo>
                    <a:cubicBezTo>
                      <a:pt x="83970" y="7598"/>
                      <a:pt x="41133" y="27058"/>
                      <a:pt x="18741" y="50412"/>
                    </a:cubicBezTo>
                    <a:lnTo>
                      <a:pt x="19715" y="51385"/>
                    </a:lnTo>
                    <a:cubicBezTo>
                      <a:pt x="27503" y="62088"/>
                      <a:pt x="33345" y="70846"/>
                      <a:pt x="35292" y="7960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2" name="Freeform 711">
                <a:extLst>
                  <a:ext uri="{FF2B5EF4-FFF2-40B4-BE49-F238E27FC236}">
                    <a16:creationId xmlns:a16="http://schemas.microsoft.com/office/drawing/2014/main" id="{6A8C48DF-B633-EA15-315A-EBE9CF2E213A}"/>
                  </a:ext>
                </a:extLst>
              </p:cNvPr>
              <p:cNvSpPr/>
              <p:nvPr/>
            </p:nvSpPr>
            <p:spPr>
              <a:xfrm>
                <a:off x="8453298" y="3224574"/>
                <a:ext cx="78226" cy="58635"/>
              </a:xfrm>
              <a:custGeom>
                <a:avLst/>
                <a:gdLst>
                  <a:gd name="connsiteX0" fmla="*/ 72297 w 78226"/>
                  <a:gd name="connsiteY0" fmla="*/ 58636 h 58635"/>
                  <a:gd name="connsiteX1" fmla="*/ 68403 w 78226"/>
                  <a:gd name="connsiteY1" fmla="*/ 56690 h 58635"/>
                  <a:gd name="connsiteX2" fmla="*/ 4147 w 78226"/>
                  <a:gd name="connsiteY2" fmla="*/ 9983 h 58635"/>
                  <a:gd name="connsiteX3" fmla="*/ 253 w 78226"/>
                  <a:gd name="connsiteY3" fmla="*/ 4145 h 58635"/>
                  <a:gd name="connsiteX4" fmla="*/ 6095 w 78226"/>
                  <a:gd name="connsiteY4" fmla="*/ 253 h 58635"/>
                  <a:gd name="connsiteX5" fmla="*/ 77165 w 78226"/>
                  <a:gd name="connsiteY5" fmla="*/ 50852 h 58635"/>
                  <a:gd name="connsiteX6" fmla="*/ 76191 w 78226"/>
                  <a:gd name="connsiteY6" fmla="*/ 57663 h 58635"/>
                  <a:gd name="connsiteX7" fmla="*/ 72297 w 78226"/>
                  <a:gd name="connsiteY7" fmla="*/ 58636 h 5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26" h="58635">
                    <a:moveTo>
                      <a:pt x="72297" y="58636"/>
                    </a:moveTo>
                    <a:cubicBezTo>
                      <a:pt x="70350" y="58636"/>
                      <a:pt x="69376" y="57663"/>
                      <a:pt x="68403" y="56690"/>
                    </a:cubicBezTo>
                    <a:cubicBezTo>
                      <a:pt x="52826" y="35283"/>
                      <a:pt x="21672" y="12903"/>
                      <a:pt x="4147" y="9983"/>
                    </a:cubicBezTo>
                    <a:cubicBezTo>
                      <a:pt x="1227" y="9983"/>
                      <a:pt x="-720" y="7064"/>
                      <a:pt x="253" y="4145"/>
                    </a:cubicBezTo>
                    <a:cubicBezTo>
                      <a:pt x="253" y="1226"/>
                      <a:pt x="3174" y="-720"/>
                      <a:pt x="6095" y="253"/>
                    </a:cubicBezTo>
                    <a:cubicBezTo>
                      <a:pt x="26540" y="3172"/>
                      <a:pt x="60614" y="27499"/>
                      <a:pt x="77165" y="50852"/>
                    </a:cubicBezTo>
                    <a:cubicBezTo>
                      <a:pt x="79112" y="52798"/>
                      <a:pt x="78138" y="56690"/>
                      <a:pt x="76191" y="57663"/>
                    </a:cubicBezTo>
                    <a:cubicBezTo>
                      <a:pt x="74244" y="58636"/>
                      <a:pt x="73271" y="58636"/>
                      <a:pt x="72297" y="5863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3" name="Freeform 712">
                <a:extLst>
                  <a:ext uri="{FF2B5EF4-FFF2-40B4-BE49-F238E27FC236}">
                    <a16:creationId xmlns:a16="http://schemas.microsoft.com/office/drawing/2014/main" id="{9ADBDA4E-6E8D-7F24-5975-11DF848C3105}"/>
                  </a:ext>
                </a:extLst>
              </p:cNvPr>
              <p:cNvSpPr/>
              <p:nvPr/>
            </p:nvSpPr>
            <p:spPr>
              <a:xfrm>
                <a:off x="8133622" y="3198686"/>
                <a:ext cx="242044" cy="158474"/>
              </a:xfrm>
              <a:custGeom>
                <a:avLst/>
                <a:gdLst>
                  <a:gd name="connsiteX0" fmla="*/ 110613 w 242044"/>
                  <a:gd name="connsiteY0" fmla="*/ 158475 h 158474"/>
                  <a:gd name="connsiteX1" fmla="*/ 109640 w 242044"/>
                  <a:gd name="connsiteY1" fmla="*/ 158475 h 158474"/>
                  <a:gd name="connsiteX2" fmla="*/ 7416 w 242044"/>
                  <a:gd name="connsiteY2" fmla="*/ 109822 h 158474"/>
                  <a:gd name="connsiteX3" fmla="*/ 601 w 242044"/>
                  <a:gd name="connsiteY3" fmla="*/ 87442 h 158474"/>
                  <a:gd name="connsiteX4" fmla="*/ 601 w 242044"/>
                  <a:gd name="connsiteY4" fmla="*/ 84523 h 158474"/>
                  <a:gd name="connsiteX5" fmla="*/ 109640 w 242044"/>
                  <a:gd name="connsiteY5" fmla="*/ 841 h 158474"/>
                  <a:gd name="connsiteX6" fmla="*/ 171948 w 242044"/>
                  <a:gd name="connsiteY6" fmla="*/ 12518 h 158474"/>
                  <a:gd name="connsiteX7" fmla="*/ 219653 w 242044"/>
                  <a:gd name="connsiteY7" fmla="*/ 47548 h 158474"/>
                  <a:gd name="connsiteX8" fmla="*/ 225494 w 242044"/>
                  <a:gd name="connsiteY8" fmla="*/ 53386 h 158474"/>
                  <a:gd name="connsiteX9" fmla="*/ 242045 w 242044"/>
                  <a:gd name="connsiteY9" fmla="*/ 87442 h 158474"/>
                  <a:gd name="connsiteX10" fmla="*/ 240097 w 242044"/>
                  <a:gd name="connsiteY10" fmla="*/ 93281 h 158474"/>
                  <a:gd name="connsiteX11" fmla="*/ 234256 w 242044"/>
                  <a:gd name="connsiteY11" fmla="*/ 95227 h 158474"/>
                  <a:gd name="connsiteX12" fmla="*/ 200181 w 242044"/>
                  <a:gd name="connsiteY12" fmla="*/ 97173 h 158474"/>
                  <a:gd name="connsiteX13" fmla="*/ 118402 w 242044"/>
                  <a:gd name="connsiteY13" fmla="*/ 154583 h 158474"/>
                  <a:gd name="connsiteX14" fmla="*/ 110613 w 242044"/>
                  <a:gd name="connsiteY14" fmla="*/ 158475 h 158474"/>
                  <a:gd name="connsiteX15" fmla="*/ 122296 w 242044"/>
                  <a:gd name="connsiteY15" fmla="*/ 14464 h 158474"/>
                  <a:gd name="connsiteX16" fmla="*/ 110613 w 242044"/>
                  <a:gd name="connsiteY16" fmla="*/ 15437 h 158474"/>
                  <a:gd name="connsiteX17" fmla="*/ 15204 w 242044"/>
                  <a:gd name="connsiteY17" fmla="*/ 86469 h 158474"/>
                  <a:gd name="connsiteX18" fmla="*/ 14231 w 242044"/>
                  <a:gd name="connsiteY18" fmla="*/ 90362 h 158474"/>
                  <a:gd name="connsiteX19" fmla="*/ 17151 w 242044"/>
                  <a:gd name="connsiteY19" fmla="*/ 99119 h 158474"/>
                  <a:gd name="connsiteX20" fmla="*/ 106719 w 242044"/>
                  <a:gd name="connsiteY20" fmla="*/ 142906 h 158474"/>
                  <a:gd name="connsiteX21" fmla="*/ 196287 w 242044"/>
                  <a:gd name="connsiteY21" fmla="*/ 82577 h 158474"/>
                  <a:gd name="connsiteX22" fmla="*/ 224520 w 242044"/>
                  <a:gd name="connsiteY22" fmla="*/ 79658 h 158474"/>
                  <a:gd name="connsiteX23" fmla="*/ 213811 w 242044"/>
                  <a:gd name="connsiteY23" fmla="*/ 63116 h 158474"/>
                  <a:gd name="connsiteX24" fmla="*/ 208943 w 242044"/>
                  <a:gd name="connsiteY24" fmla="*/ 58251 h 158474"/>
                  <a:gd name="connsiteX25" fmla="*/ 165133 w 242044"/>
                  <a:gd name="connsiteY25" fmla="*/ 26140 h 158474"/>
                  <a:gd name="connsiteX26" fmla="*/ 122296 w 242044"/>
                  <a:gd name="connsiteY26" fmla="*/ 14464 h 158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42044" h="158474">
                    <a:moveTo>
                      <a:pt x="110613" y="158475"/>
                    </a:moveTo>
                    <a:lnTo>
                      <a:pt x="109640" y="158475"/>
                    </a:lnTo>
                    <a:cubicBezTo>
                      <a:pt x="69724" y="150690"/>
                      <a:pt x="33702" y="134149"/>
                      <a:pt x="7416" y="109822"/>
                    </a:cubicBezTo>
                    <a:cubicBezTo>
                      <a:pt x="1574" y="103984"/>
                      <a:pt x="-1346" y="95227"/>
                      <a:pt x="601" y="87442"/>
                    </a:cubicBezTo>
                    <a:cubicBezTo>
                      <a:pt x="601" y="86469"/>
                      <a:pt x="601" y="85496"/>
                      <a:pt x="601" y="84523"/>
                    </a:cubicBezTo>
                    <a:cubicBezTo>
                      <a:pt x="4495" y="46574"/>
                      <a:pt x="56094" y="6679"/>
                      <a:pt x="109640" y="841"/>
                    </a:cubicBezTo>
                    <a:cubicBezTo>
                      <a:pt x="132032" y="-2078"/>
                      <a:pt x="154424" y="2787"/>
                      <a:pt x="171948" y="12518"/>
                    </a:cubicBezTo>
                    <a:cubicBezTo>
                      <a:pt x="190446" y="22248"/>
                      <a:pt x="206996" y="34898"/>
                      <a:pt x="219653" y="47548"/>
                    </a:cubicBezTo>
                    <a:cubicBezTo>
                      <a:pt x="221600" y="49494"/>
                      <a:pt x="223547" y="51440"/>
                      <a:pt x="225494" y="53386"/>
                    </a:cubicBezTo>
                    <a:cubicBezTo>
                      <a:pt x="235229" y="65062"/>
                      <a:pt x="241071" y="76739"/>
                      <a:pt x="242045" y="87442"/>
                    </a:cubicBezTo>
                    <a:cubicBezTo>
                      <a:pt x="242045" y="89388"/>
                      <a:pt x="241071" y="92308"/>
                      <a:pt x="240097" y="93281"/>
                    </a:cubicBezTo>
                    <a:cubicBezTo>
                      <a:pt x="238150" y="95227"/>
                      <a:pt x="236203" y="95227"/>
                      <a:pt x="234256" y="95227"/>
                    </a:cubicBezTo>
                    <a:cubicBezTo>
                      <a:pt x="223547" y="94254"/>
                      <a:pt x="211864" y="94254"/>
                      <a:pt x="200181" y="97173"/>
                    </a:cubicBezTo>
                    <a:cubicBezTo>
                      <a:pt x="165133" y="104957"/>
                      <a:pt x="130085" y="129283"/>
                      <a:pt x="118402" y="154583"/>
                    </a:cubicBezTo>
                    <a:cubicBezTo>
                      <a:pt x="115481" y="156529"/>
                      <a:pt x="113534" y="158475"/>
                      <a:pt x="110613" y="158475"/>
                    </a:cubicBezTo>
                    <a:close/>
                    <a:moveTo>
                      <a:pt x="122296" y="14464"/>
                    </a:moveTo>
                    <a:cubicBezTo>
                      <a:pt x="118402" y="14464"/>
                      <a:pt x="114508" y="14464"/>
                      <a:pt x="110613" y="15437"/>
                    </a:cubicBezTo>
                    <a:cubicBezTo>
                      <a:pt x="60962" y="21275"/>
                      <a:pt x="18125" y="58251"/>
                      <a:pt x="15204" y="86469"/>
                    </a:cubicBezTo>
                    <a:cubicBezTo>
                      <a:pt x="15204" y="87442"/>
                      <a:pt x="15204" y="89388"/>
                      <a:pt x="14231" y="90362"/>
                    </a:cubicBezTo>
                    <a:cubicBezTo>
                      <a:pt x="13257" y="93281"/>
                      <a:pt x="15204" y="97173"/>
                      <a:pt x="17151" y="99119"/>
                    </a:cubicBezTo>
                    <a:cubicBezTo>
                      <a:pt x="46358" y="125391"/>
                      <a:pt x="80433" y="138041"/>
                      <a:pt x="106719" y="142906"/>
                    </a:cubicBezTo>
                    <a:cubicBezTo>
                      <a:pt x="121323" y="115661"/>
                      <a:pt x="158318" y="90362"/>
                      <a:pt x="196287" y="82577"/>
                    </a:cubicBezTo>
                    <a:cubicBezTo>
                      <a:pt x="206023" y="80631"/>
                      <a:pt x="215758" y="79658"/>
                      <a:pt x="224520" y="79658"/>
                    </a:cubicBezTo>
                    <a:cubicBezTo>
                      <a:pt x="222573" y="74793"/>
                      <a:pt x="218679" y="68955"/>
                      <a:pt x="213811" y="63116"/>
                    </a:cubicBezTo>
                    <a:cubicBezTo>
                      <a:pt x="211864" y="61170"/>
                      <a:pt x="210890" y="59224"/>
                      <a:pt x="208943" y="58251"/>
                    </a:cubicBezTo>
                    <a:cubicBezTo>
                      <a:pt x="197261" y="46574"/>
                      <a:pt x="181683" y="34898"/>
                      <a:pt x="165133" y="26140"/>
                    </a:cubicBezTo>
                    <a:cubicBezTo>
                      <a:pt x="151503" y="18356"/>
                      <a:pt x="136900" y="14464"/>
                      <a:pt x="122296" y="1446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4" name="Freeform 713">
                <a:extLst>
                  <a:ext uri="{FF2B5EF4-FFF2-40B4-BE49-F238E27FC236}">
                    <a16:creationId xmlns:a16="http://schemas.microsoft.com/office/drawing/2014/main" id="{6D08ADFF-547D-DE7B-80CD-0DD68FFDF57C}"/>
                  </a:ext>
                </a:extLst>
              </p:cNvPr>
              <p:cNvSpPr/>
              <p:nvPr/>
            </p:nvSpPr>
            <p:spPr>
              <a:xfrm>
                <a:off x="8263453" y="3224574"/>
                <a:ext cx="78226" cy="58635"/>
              </a:xfrm>
              <a:custGeom>
                <a:avLst/>
                <a:gdLst>
                  <a:gd name="connsiteX0" fmla="*/ 72297 w 78226"/>
                  <a:gd name="connsiteY0" fmla="*/ 58636 h 58635"/>
                  <a:gd name="connsiteX1" fmla="*/ 68403 w 78226"/>
                  <a:gd name="connsiteY1" fmla="*/ 56690 h 58635"/>
                  <a:gd name="connsiteX2" fmla="*/ 4147 w 78226"/>
                  <a:gd name="connsiteY2" fmla="*/ 9983 h 58635"/>
                  <a:gd name="connsiteX3" fmla="*/ 253 w 78226"/>
                  <a:gd name="connsiteY3" fmla="*/ 4145 h 58635"/>
                  <a:gd name="connsiteX4" fmla="*/ 6095 w 78226"/>
                  <a:gd name="connsiteY4" fmla="*/ 253 h 58635"/>
                  <a:gd name="connsiteX5" fmla="*/ 77165 w 78226"/>
                  <a:gd name="connsiteY5" fmla="*/ 50852 h 58635"/>
                  <a:gd name="connsiteX6" fmla="*/ 76191 w 78226"/>
                  <a:gd name="connsiteY6" fmla="*/ 57663 h 58635"/>
                  <a:gd name="connsiteX7" fmla="*/ 72297 w 78226"/>
                  <a:gd name="connsiteY7" fmla="*/ 58636 h 5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26" h="58635">
                    <a:moveTo>
                      <a:pt x="72297" y="58636"/>
                    </a:moveTo>
                    <a:cubicBezTo>
                      <a:pt x="70350" y="58636"/>
                      <a:pt x="69376" y="57663"/>
                      <a:pt x="68403" y="56690"/>
                    </a:cubicBezTo>
                    <a:cubicBezTo>
                      <a:pt x="52826" y="35283"/>
                      <a:pt x="21672" y="12903"/>
                      <a:pt x="4147" y="9983"/>
                    </a:cubicBezTo>
                    <a:cubicBezTo>
                      <a:pt x="1227" y="9983"/>
                      <a:pt x="-720" y="7064"/>
                      <a:pt x="253" y="4145"/>
                    </a:cubicBezTo>
                    <a:cubicBezTo>
                      <a:pt x="253" y="1226"/>
                      <a:pt x="3174" y="-720"/>
                      <a:pt x="6095" y="253"/>
                    </a:cubicBezTo>
                    <a:cubicBezTo>
                      <a:pt x="26540" y="3172"/>
                      <a:pt x="60614" y="27499"/>
                      <a:pt x="77165" y="50852"/>
                    </a:cubicBezTo>
                    <a:cubicBezTo>
                      <a:pt x="79112" y="52798"/>
                      <a:pt x="78138" y="56690"/>
                      <a:pt x="76191" y="57663"/>
                    </a:cubicBezTo>
                    <a:cubicBezTo>
                      <a:pt x="74244" y="58636"/>
                      <a:pt x="73271" y="58636"/>
                      <a:pt x="72297" y="5863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5" name="Freeform 714">
                <a:extLst>
                  <a:ext uri="{FF2B5EF4-FFF2-40B4-BE49-F238E27FC236}">
                    <a16:creationId xmlns:a16="http://schemas.microsoft.com/office/drawing/2014/main" id="{40293BD1-DF07-CC8D-261D-F49F187EB77A}"/>
                  </a:ext>
                </a:extLst>
              </p:cNvPr>
              <p:cNvSpPr/>
              <p:nvPr/>
            </p:nvSpPr>
            <p:spPr>
              <a:xfrm>
                <a:off x="8231952" y="3277332"/>
                <a:ext cx="240712" cy="160592"/>
              </a:xfrm>
              <a:custGeom>
                <a:avLst/>
                <a:gdLst>
                  <a:gd name="connsiteX0" fmla="*/ 121323 w 240712"/>
                  <a:gd name="connsiteY0" fmla="*/ 160592 h 160592"/>
                  <a:gd name="connsiteX1" fmla="*/ 112560 w 240712"/>
                  <a:gd name="connsiteY1" fmla="*/ 159619 h 160592"/>
                  <a:gd name="connsiteX2" fmla="*/ 7416 w 240712"/>
                  <a:gd name="connsiteY2" fmla="*/ 109994 h 160592"/>
                  <a:gd name="connsiteX3" fmla="*/ 601 w 240712"/>
                  <a:gd name="connsiteY3" fmla="*/ 87614 h 160592"/>
                  <a:gd name="connsiteX4" fmla="*/ 601 w 240712"/>
                  <a:gd name="connsiteY4" fmla="*/ 84694 h 160592"/>
                  <a:gd name="connsiteX5" fmla="*/ 4495 w 240712"/>
                  <a:gd name="connsiteY5" fmla="*/ 69126 h 160592"/>
                  <a:gd name="connsiteX6" fmla="*/ 96010 w 240712"/>
                  <a:gd name="connsiteY6" fmla="*/ 2959 h 160592"/>
                  <a:gd name="connsiteX7" fmla="*/ 134953 w 240712"/>
                  <a:gd name="connsiteY7" fmla="*/ 1012 h 160592"/>
                  <a:gd name="connsiteX8" fmla="*/ 170974 w 240712"/>
                  <a:gd name="connsiteY8" fmla="*/ 12689 h 160592"/>
                  <a:gd name="connsiteX9" fmla="*/ 233283 w 240712"/>
                  <a:gd name="connsiteY9" fmla="*/ 67180 h 160592"/>
                  <a:gd name="connsiteX10" fmla="*/ 237177 w 240712"/>
                  <a:gd name="connsiteY10" fmla="*/ 106102 h 160592"/>
                  <a:gd name="connsiteX11" fmla="*/ 237177 w 240712"/>
                  <a:gd name="connsiteY11" fmla="*/ 106102 h 160592"/>
                  <a:gd name="connsiteX12" fmla="*/ 232309 w 240712"/>
                  <a:gd name="connsiteY12" fmla="*/ 111940 h 160592"/>
                  <a:gd name="connsiteX13" fmla="*/ 129111 w 240712"/>
                  <a:gd name="connsiteY13" fmla="*/ 159619 h 160592"/>
                  <a:gd name="connsiteX14" fmla="*/ 121323 w 240712"/>
                  <a:gd name="connsiteY14" fmla="*/ 160592 h 160592"/>
                  <a:gd name="connsiteX15" fmla="*/ 122296 w 240712"/>
                  <a:gd name="connsiteY15" fmla="*/ 15608 h 160592"/>
                  <a:gd name="connsiteX16" fmla="*/ 99904 w 240712"/>
                  <a:gd name="connsiteY16" fmla="*/ 18527 h 160592"/>
                  <a:gd name="connsiteX17" fmla="*/ 18125 w 240712"/>
                  <a:gd name="connsiteY17" fmla="*/ 75937 h 160592"/>
                  <a:gd name="connsiteX18" fmla="*/ 15204 w 240712"/>
                  <a:gd name="connsiteY18" fmla="*/ 87614 h 160592"/>
                  <a:gd name="connsiteX19" fmla="*/ 14231 w 240712"/>
                  <a:gd name="connsiteY19" fmla="*/ 91506 h 160592"/>
                  <a:gd name="connsiteX20" fmla="*/ 17151 w 240712"/>
                  <a:gd name="connsiteY20" fmla="*/ 100263 h 160592"/>
                  <a:gd name="connsiteX21" fmla="*/ 114508 w 240712"/>
                  <a:gd name="connsiteY21" fmla="*/ 145996 h 160592"/>
                  <a:gd name="connsiteX22" fmla="*/ 126191 w 240712"/>
                  <a:gd name="connsiteY22" fmla="*/ 145996 h 160592"/>
                  <a:gd name="connsiteX23" fmla="*/ 222573 w 240712"/>
                  <a:gd name="connsiteY23" fmla="*/ 101236 h 160592"/>
                  <a:gd name="connsiteX24" fmla="*/ 224520 w 240712"/>
                  <a:gd name="connsiteY24" fmla="*/ 99290 h 160592"/>
                  <a:gd name="connsiteX25" fmla="*/ 221600 w 240712"/>
                  <a:gd name="connsiteY25" fmla="*/ 74964 h 160592"/>
                  <a:gd name="connsiteX26" fmla="*/ 164160 w 240712"/>
                  <a:gd name="connsiteY26" fmla="*/ 26312 h 160592"/>
                  <a:gd name="connsiteX27" fmla="*/ 133979 w 240712"/>
                  <a:gd name="connsiteY27" fmla="*/ 16581 h 160592"/>
                  <a:gd name="connsiteX28" fmla="*/ 122296 w 240712"/>
                  <a:gd name="connsiteY28" fmla="*/ 15608 h 160592"/>
                  <a:gd name="connsiteX29" fmla="*/ 231335 w 240712"/>
                  <a:gd name="connsiteY29" fmla="*/ 102209 h 160592"/>
                  <a:gd name="connsiteX30" fmla="*/ 231335 w 240712"/>
                  <a:gd name="connsiteY30" fmla="*/ 102209 h 160592"/>
                  <a:gd name="connsiteX31" fmla="*/ 231335 w 240712"/>
                  <a:gd name="connsiteY31" fmla="*/ 102209 h 16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0712" h="160592">
                    <a:moveTo>
                      <a:pt x="121323" y="160592"/>
                    </a:moveTo>
                    <a:cubicBezTo>
                      <a:pt x="118402" y="160592"/>
                      <a:pt x="115481" y="160592"/>
                      <a:pt x="112560" y="159619"/>
                    </a:cubicBezTo>
                    <a:cubicBezTo>
                      <a:pt x="83354" y="154754"/>
                      <a:pt x="41490" y="142104"/>
                      <a:pt x="7416" y="109994"/>
                    </a:cubicBezTo>
                    <a:cubicBezTo>
                      <a:pt x="1574" y="104155"/>
                      <a:pt x="-1346" y="95398"/>
                      <a:pt x="601" y="87614"/>
                    </a:cubicBezTo>
                    <a:cubicBezTo>
                      <a:pt x="601" y="86641"/>
                      <a:pt x="601" y="85667"/>
                      <a:pt x="601" y="84694"/>
                    </a:cubicBezTo>
                    <a:cubicBezTo>
                      <a:pt x="1574" y="79829"/>
                      <a:pt x="2548" y="73991"/>
                      <a:pt x="4495" y="69126"/>
                    </a:cubicBezTo>
                    <a:cubicBezTo>
                      <a:pt x="17151" y="38961"/>
                      <a:pt x="56094" y="11716"/>
                      <a:pt x="96010" y="2959"/>
                    </a:cubicBezTo>
                    <a:cubicBezTo>
                      <a:pt x="109640" y="40"/>
                      <a:pt x="122296" y="-934"/>
                      <a:pt x="134953" y="1012"/>
                    </a:cubicBezTo>
                    <a:cubicBezTo>
                      <a:pt x="147609" y="2959"/>
                      <a:pt x="160265" y="6851"/>
                      <a:pt x="170974" y="12689"/>
                    </a:cubicBezTo>
                    <a:cubicBezTo>
                      <a:pt x="198234" y="27285"/>
                      <a:pt x="222573" y="47719"/>
                      <a:pt x="233283" y="67180"/>
                    </a:cubicBezTo>
                    <a:cubicBezTo>
                      <a:pt x="243992" y="84694"/>
                      <a:pt x="241071" y="98317"/>
                      <a:pt x="237177" y="106102"/>
                    </a:cubicBezTo>
                    <a:lnTo>
                      <a:pt x="237177" y="106102"/>
                    </a:lnTo>
                    <a:cubicBezTo>
                      <a:pt x="236203" y="108047"/>
                      <a:pt x="234256" y="109994"/>
                      <a:pt x="232309" y="111940"/>
                    </a:cubicBezTo>
                    <a:cubicBezTo>
                      <a:pt x="205049" y="136266"/>
                      <a:pt x="170001" y="152808"/>
                      <a:pt x="129111" y="159619"/>
                    </a:cubicBezTo>
                    <a:cubicBezTo>
                      <a:pt x="127164" y="160592"/>
                      <a:pt x="124243" y="160592"/>
                      <a:pt x="121323" y="160592"/>
                    </a:cubicBezTo>
                    <a:close/>
                    <a:moveTo>
                      <a:pt x="122296" y="15608"/>
                    </a:moveTo>
                    <a:cubicBezTo>
                      <a:pt x="114508" y="15608"/>
                      <a:pt x="107693" y="16581"/>
                      <a:pt x="99904" y="18527"/>
                    </a:cubicBezTo>
                    <a:cubicBezTo>
                      <a:pt x="64856" y="26312"/>
                      <a:pt x="29808" y="50638"/>
                      <a:pt x="18125" y="75937"/>
                    </a:cubicBezTo>
                    <a:cubicBezTo>
                      <a:pt x="16178" y="79829"/>
                      <a:pt x="15204" y="83721"/>
                      <a:pt x="15204" y="87614"/>
                    </a:cubicBezTo>
                    <a:cubicBezTo>
                      <a:pt x="15204" y="88586"/>
                      <a:pt x="15204" y="90533"/>
                      <a:pt x="14231" y="91506"/>
                    </a:cubicBezTo>
                    <a:cubicBezTo>
                      <a:pt x="13257" y="94425"/>
                      <a:pt x="14231" y="98317"/>
                      <a:pt x="17151" y="100263"/>
                    </a:cubicBezTo>
                    <a:cubicBezTo>
                      <a:pt x="49279" y="129455"/>
                      <a:pt x="88221" y="141131"/>
                      <a:pt x="114508" y="145996"/>
                    </a:cubicBezTo>
                    <a:cubicBezTo>
                      <a:pt x="118402" y="146969"/>
                      <a:pt x="122296" y="146969"/>
                      <a:pt x="126191" y="145996"/>
                    </a:cubicBezTo>
                    <a:cubicBezTo>
                      <a:pt x="165133" y="139185"/>
                      <a:pt x="197261" y="124589"/>
                      <a:pt x="222573" y="101236"/>
                    </a:cubicBezTo>
                    <a:cubicBezTo>
                      <a:pt x="223547" y="100263"/>
                      <a:pt x="223547" y="100263"/>
                      <a:pt x="224520" y="99290"/>
                    </a:cubicBezTo>
                    <a:cubicBezTo>
                      <a:pt x="228415" y="92479"/>
                      <a:pt x="226468" y="84694"/>
                      <a:pt x="221600" y="74964"/>
                    </a:cubicBezTo>
                    <a:cubicBezTo>
                      <a:pt x="211864" y="58422"/>
                      <a:pt x="190446" y="39934"/>
                      <a:pt x="164160" y="26312"/>
                    </a:cubicBezTo>
                    <a:cubicBezTo>
                      <a:pt x="154424" y="21446"/>
                      <a:pt x="144688" y="17554"/>
                      <a:pt x="133979" y="16581"/>
                    </a:cubicBezTo>
                    <a:cubicBezTo>
                      <a:pt x="130085" y="15608"/>
                      <a:pt x="126191" y="15608"/>
                      <a:pt x="122296" y="15608"/>
                    </a:cubicBezTo>
                    <a:close/>
                    <a:moveTo>
                      <a:pt x="231335" y="102209"/>
                    </a:moveTo>
                    <a:lnTo>
                      <a:pt x="231335" y="102209"/>
                    </a:lnTo>
                    <a:lnTo>
                      <a:pt x="231335" y="10220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6" name="Freeform 715">
                <a:extLst>
                  <a:ext uri="{FF2B5EF4-FFF2-40B4-BE49-F238E27FC236}">
                    <a16:creationId xmlns:a16="http://schemas.microsoft.com/office/drawing/2014/main" id="{5EB786B3-4F8A-F45C-6651-2EDCA3C1BFBC}"/>
                  </a:ext>
                </a:extLst>
              </p:cNvPr>
              <p:cNvSpPr/>
              <p:nvPr/>
            </p:nvSpPr>
            <p:spPr>
              <a:xfrm>
                <a:off x="8362757" y="3304364"/>
                <a:ext cx="78226" cy="58635"/>
              </a:xfrm>
              <a:custGeom>
                <a:avLst/>
                <a:gdLst>
                  <a:gd name="connsiteX0" fmla="*/ 72297 w 78226"/>
                  <a:gd name="connsiteY0" fmla="*/ 58636 h 58635"/>
                  <a:gd name="connsiteX1" fmla="*/ 68403 w 78226"/>
                  <a:gd name="connsiteY1" fmla="*/ 56690 h 58635"/>
                  <a:gd name="connsiteX2" fmla="*/ 4147 w 78226"/>
                  <a:gd name="connsiteY2" fmla="*/ 9984 h 58635"/>
                  <a:gd name="connsiteX3" fmla="*/ 253 w 78226"/>
                  <a:gd name="connsiteY3" fmla="*/ 4145 h 58635"/>
                  <a:gd name="connsiteX4" fmla="*/ 6094 w 78226"/>
                  <a:gd name="connsiteY4" fmla="*/ 253 h 58635"/>
                  <a:gd name="connsiteX5" fmla="*/ 77165 w 78226"/>
                  <a:gd name="connsiteY5" fmla="*/ 50852 h 58635"/>
                  <a:gd name="connsiteX6" fmla="*/ 76191 w 78226"/>
                  <a:gd name="connsiteY6" fmla="*/ 57663 h 58635"/>
                  <a:gd name="connsiteX7" fmla="*/ 72297 w 78226"/>
                  <a:gd name="connsiteY7" fmla="*/ 58636 h 5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26" h="58635">
                    <a:moveTo>
                      <a:pt x="72297" y="58636"/>
                    </a:moveTo>
                    <a:cubicBezTo>
                      <a:pt x="70350" y="58636"/>
                      <a:pt x="69376" y="57663"/>
                      <a:pt x="68403" y="56690"/>
                    </a:cubicBezTo>
                    <a:cubicBezTo>
                      <a:pt x="52826" y="35283"/>
                      <a:pt x="21672" y="12903"/>
                      <a:pt x="4147" y="9984"/>
                    </a:cubicBezTo>
                    <a:cubicBezTo>
                      <a:pt x="1227" y="9984"/>
                      <a:pt x="-720" y="7065"/>
                      <a:pt x="253" y="4145"/>
                    </a:cubicBezTo>
                    <a:cubicBezTo>
                      <a:pt x="253" y="1226"/>
                      <a:pt x="3174" y="-720"/>
                      <a:pt x="6094" y="253"/>
                    </a:cubicBezTo>
                    <a:cubicBezTo>
                      <a:pt x="26539" y="3172"/>
                      <a:pt x="60614" y="27498"/>
                      <a:pt x="77165" y="50852"/>
                    </a:cubicBezTo>
                    <a:cubicBezTo>
                      <a:pt x="79112" y="52798"/>
                      <a:pt x="78138" y="56690"/>
                      <a:pt x="76191" y="57663"/>
                    </a:cubicBezTo>
                    <a:cubicBezTo>
                      <a:pt x="74244" y="58636"/>
                      <a:pt x="73271" y="58636"/>
                      <a:pt x="72297" y="5863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720" name="Graphic 450">
            <a:extLst>
              <a:ext uri="{FF2B5EF4-FFF2-40B4-BE49-F238E27FC236}">
                <a16:creationId xmlns:a16="http://schemas.microsoft.com/office/drawing/2014/main" id="{D2B71B7B-F335-E7E7-7FF5-E0A591E1BCCD}"/>
              </a:ext>
            </a:extLst>
          </p:cNvPr>
          <p:cNvGrpSpPr/>
          <p:nvPr/>
        </p:nvGrpSpPr>
        <p:grpSpPr>
          <a:xfrm>
            <a:off x="6145415" y="3636441"/>
            <a:ext cx="606040" cy="605718"/>
            <a:chOff x="8068994" y="3857307"/>
            <a:chExt cx="558825" cy="558528"/>
          </a:xfrm>
        </p:grpSpPr>
        <p:sp>
          <p:nvSpPr>
            <p:cNvPr id="721" name="Freeform 720">
              <a:extLst>
                <a:ext uri="{FF2B5EF4-FFF2-40B4-BE49-F238E27FC236}">
                  <a16:creationId xmlns:a16="http://schemas.microsoft.com/office/drawing/2014/main" id="{58BB3114-F2F0-001A-65ED-729A5F882EFB}"/>
                </a:ext>
              </a:extLst>
            </p:cNvPr>
            <p:cNvSpPr/>
            <p:nvPr/>
          </p:nvSpPr>
          <p:spPr>
            <a:xfrm>
              <a:off x="8068994" y="3857307"/>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D7832A"/>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22" name="Graphic 450">
              <a:extLst>
                <a:ext uri="{FF2B5EF4-FFF2-40B4-BE49-F238E27FC236}">
                  <a16:creationId xmlns:a16="http://schemas.microsoft.com/office/drawing/2014/main" id="{DCA0E1C8-1C2F-C801-95FD-340E6F5FA428}"/>
                </a:ext>
              </a:extLst>
            </p:cNvPr>
            <p:cNvGrpSpPr/>
            <p:nvPr/>
          </p:nvGrpSpPr>
          <p:grpSpPr>
            <a:xfrm>
              <a:off x="8174138" y="3940989"/>
              <a:ext cx="318355" cy="367811"/>
              <a:chOff x="8174138" y="3940989"/>
              <a:chExt cx="318355" cy="367811"/>
            </a:xfrm>
            <a:solidFill>
              <a:srgbClr val="FFFFFF"/>
            </a:solidFill>
          </p:grpSpPr>
          <p:grpSp>
            <p:nvGrpSpPr>
              <p:cNvPr id="723" name="Graphic 450">
                <a:extLst>
                  <a:ext uri="{FF2B5EF4-FFF2-40B4-BE49-F238E27FC236}">
                    <a16:creationId xmlns:a16="http://schemas.microsoft.com/office/drawing/2014/main" id="{A143B614-5C92-7894-AE03-7CB15361F40D}"/>
                  </a:ext>
                </a:extLst>
              </p:cNvPr>
              <p:cNvGrpSpPr/>
              <p:nvPr/>
            </p:nvGrpSpPr>
            <p:grpSpPr>
              <a:xfrm>
                <a:off x="8174138" y="4080135"/>
                <a:ext cx="172408" cy="228665"/>
                <a:chOff x="8174138" y="4080135"/>
                <a:chExt cx="172408" cy="228665"/>
              </a:xfrm>
              <a:solidFill>
                <a:srgbClr val="FFFFFF"/>
              </a:solidFill>
            </p:grpSpPr>
            <p:sp>
              <p:nvSpPr>
                <p:cNvPr id="724" name="Freeform 723">
                  <a:extLst>
                    <a:ext uri="{FF2B5EF4-FFF2-40B4-BE49-F238E27FC236}">
                      <a16:creationId xmlns:a16="http://schemas.microsoft.com/office/drawing/2014/main" id="{6754BA53-2253-8D46-3FF8-28B9DF327B38}"/>
                    </a:ext>
                  </a:extLst>
                </p:cNvPr>
                <p:cNvSpPr/>
                <p:nvPr/>
              </p:nvSpPr>
              <p:spPr>
                <a:xfrm>
                  <a:off x="8203345" y="4080135"/>
                  <a:ext cx="73990" cy="88546"/>
                </a:xfrm>
                <a:custGeom>
                  <a:avLst/>
                  <a:gdLst>
                    <a:gd name="connsiteX0" fmla="*/ 36996 w 73990"/>
                    <a:gd name="connsiteY0" fmla="*/ 88547 h 88546"/>
                    <a:gd name="connsiteX1" fmla="*/ 0 w 73990"/>
                    <a:gd name="connsiteY1" fmla="*/ 49625 h 88546"/>
                    <a:gd name="connsiteX2" fmla="*/ 0 w 73990"/>
                    <a:gd name="connsiteY2" fmla="*/ 38922 h 88546"/>
                    <a:gd name="connsiteX3" fmla="*/ 36996 w 73990"/>
                    <a:gd name="connsiteY3" fmla="*/ 0 h 88546"/>
                    <a:gd name="connsiteX4" fmla="*/ 73991 w 73990"/>
                    <a:gd name="connsiteY4" fmla="*/ 38922 h 88546"/>
                    <a:gd name="connsiteX5" fmla="*/ 73991 w 73990"/>
                    <a:gd name="connsiteY5" fmla="*/ 49625 h 88546"/>
                    <a:gd name="connsiteX6" fmla="*/ 36996 w 73990"/>
                    <a:gd name="connsiteY6" fmla="*/ 88547 h 88546"/>
                    <a:gd name="connsiteX7" fmla="*/ 36996 w 73990"/>
                    <a:gd name="connsiteY7" fmla="*/ 11676 h 88546"/>
                    <a:gd name="connsiteX8" fmla="*/ 11683 w 73990"/>
                    <a:gd name="connsiteY8" fmla="*/ 38922 h 88546"/>
                    <a:gd name="connsiteX9" fmla="*/ 11683 w 73990"/>
                    <a:gd name="connsiteY9" fmla="*/ 49625 h 88546"/>
                    <a:gd name="connsiteX10" fmla="*/ 36996 w 73990"/>
                    <a:gd name="connsiteY10" fmla="*/ 76871 h 88546"/>
                    <a:gd name="connsiteX11" fmla="*/ 62308 w 73990"/>
                    <a:gd name="connsiteY11" fmla="*/ 49625 h 88546"/>
                    <a:gd name="connsiteX12" fmla="*/ 62308 w 73990"/>
                    <a:gd name="connsiteY12" fmla="*/ 38922 h 88546"/>
                    <a:gd name="connsiteX13" fmla="*/ 36996 w 73990"/>
                    <a:gd name="connsiteY13" fmla="*/ 11676 h 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990" h="88546">
                      <a:moveTo>
                        <a:pt x="36996" y="88547"/>
                      </a:moveTo>
                      <a:cubicBezTo>
                        <a:pt x="16551" y="88547"/>
                        <a:pt x="0" y="71032"/>
                        <a:pt x="0" y="49625"/>
                      </a:cubicBezTo>
                      <a:lnTo>
                        <a:pt x="0" y="38922"/>
                      </a:lnTo>
                      <a:cubicBezTo>
                        <a:pt x="0" y="17515"/>
                        <a:pt x="16551" y="0"/>
                        <a:pt x="36996" y="0"/>
                      </a:cubicBezTo>
                      <a:cubicBezTo>
                        <a:pt x="57441" y="0"/>
                        <a:pt x="73991" y="17515"/>
                        <a:pt x="73991" y="38922"/>
                      </a:cubicBezTo>
                      <a:lnTo>
                        <a:pt x="73991" y="49625"/>
                      </a:lnTo>
                      <a:cubicBezTo>
                        <a:pt x="73017" y="71032"/>
                        <a:pt x="57441" y="88547"/>
                        <a:pt x="36996" y="88547"/>
                      </a:cubicBezTo>
                      <a:close/>
                      <a:moveTo>
                        <a:pt x="36996" y="11676"/>
                      </a:moveTo>
                      <a:cubicBezTo>
                        <a:pt x="23366" y="11676"/>
                        <a:pt x="11683" y="23353"/>
                        <a:pt x="11683" y="38922"/>
                      </a:cubicBezTo>
                      <a:lnTo>
                        <a:pt x="11683" y="49625"/>
                      </a:lnTo>
                      <a:cubicBezTo>
                        <a:pt x="11683" y="65194"/>
                        <a:pt x="22392" y="76871"/>
                        <a:pt x="36996" y="76871"/>
                      </a:cubicBezTo>
                      <a:cubicBezTo>
                        <a:pt x="51599" y="76871"/>
                        <a:pt x="62308" y="65194"/>
                        <a:pt x="62308" y="49625"/>
                      </a:cubicBezTo>
                      <a:lnTo>
                        <a:pt x="62308" y="38922"/>
                      </a:lnTo>
                      <a:cubicBezTo>
                        <a:pt x="61335" y="23353"/>
                        <a:pt x="50625" y="11676"/>
                        <a:pt x="36996" y="1167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25" name="Freeform 724">
                  <a:extLst>
                    <a:ext uri="{FF2B5EF4-FFF2-40B4-BE49-F238E27FC236}">
                      <a16:creationId xmlns:a16="http://schemas.microsoft.com/office/drawing/2014/main" id="{CDE2FEB8-B928-8492-835C-B4A880E22005}"/>
                    </a:ext>
                  </a:extLst>
                </p:cNvPr>
                <p:cNvSpPr/>
                <p:nvPr/>
              </p:nvSpPr>
              <p:spPr>
                <a:xfrm>
                  <a:off x="8174138" y="4180358"/>
                  <a:ext cx="136682" cy="115792"/>
                </a:xfrm>
                <a:custGeom>
                  <a:avLst/>
                  <a:gdLst>
                    <a:gd name="connsiteX0" fmla="*/ 65229 w 136682"/>
                    <a:gd name="connsiteY0" fmla="*/ 115792 h 115792"/>
                    <a:gd name="connsiteX1" fmla="*/ 64255 w 136682"/>
                    <a:gd name="connsiteY1" fmla="*/ 115792 h 115792"/>
                    <a:gd name="connsiteX2" fmla="*/ 39916 w 136682"/>
                    <a:gd name="connsiteY2" fmla="*/ 110927 h 115792"/>
                    <a:gd name="connsiteX3" fmla="*/ 17524 w 136682"/>
                    <a:gd name="connsiteY3" fmla="*/ 95358 h 115792"/>
                    <a:gd name="connsiteX4" fmla="*/ 10709 w 136682"/>
                    <a:gd name="connsiteY4" fmla="*/ 79790 h 115792"/>
                    <a:gd name="connsiteX5" fmla="*/ 6815 w 136682"/>
                    <a:gd name="connsiteY5" fmla="*/ 72005 h 115792"/>
                    <a:gd name="connsiteX6" fmla="*/ 0 w 136682"/>
                    <a:gd name="connsiteY6" fmla="*/ 48652 h 115792"/>
                    <a:gd name="connsiteX7" fmla="*/ 40890 w 136682"/>
                    <a:gd name="connsiteY7" fmla="*/ 0 h 115792"/>
                    <a:gd name="connsiteX8" fmla="*/ 85674 w 136682"/>
                    <a:gd name="connsiteY8" fmla="*/ 0 h 115792"/>
                    <a:gd name="connsiteX9" fmla="*/ 120722 w 136682"/>
                    <a:gd name="connsiteY9" fmla="*/ 14596 h 115792"/>
                    <a:gd name="connsiteX10" fmla="*/ 135326 w 136682"/>
                    <a:gd name="connsiteY10" fmla="*/ 33084 h 115792"/>
                    <a:gd name="connsiteX11" fmla="*/ 134352 w 136682"/>
                    <a:gd name="connsiteY11" fmla="*/ 40868 h 115792"/>
                    <a:gd name="connsiteX12" fmla="*/ 126563 w 136682"/>
                    <a:gd name="connsiteY12" fmla="*/ 39895 h 115792"/>
                    <a:gd name="connsiteX13" fmla="*/ 111960 w 136682"/>
                    <a:gd name="connsiteY13" fmla="*/ 21407 h 115792"/>
                    <a:gd name="connsiteX14" fmla="*/ 85674 w 136682"/>
                    <a:gd name="connsiteY14" fmla="*/ 10704 h 115792"/>
                    <a:gd name="connsiteX15" fmla="*/ 41863 w 136682"/>
                    <a:gd name="connsiteY15" fmla="*/ 10704 h 115792"/>
                    <a:gd name="connsiteX16" fmla="*/ 11683 w 136682"/>
                    <a:gd name="connsiteY16" fmla="*/ 47679 h 115792"/>
                    <a:gd name="connsiteX17" fmla="*/ 17524 w 136682"/>
                    <a:gd name="connsiteY17" fmla="*/ 66167 h 115792"/>
                    <a:gd name="connsiteX18" fmla="*/ 21419 w 136682"/>
                    <a:gd name="connsiteY18" fmla="*/ 73952 h 115792"/>
                    <a:gd name="connsiteX19" fmla="*/ 28234 w 136682"/>
                    <a:gd name="connsiteY19" fmla="*/ 88547 h 115792"/>
                    <a:gd name="connsiteX20" fmla="*/ 42837 w 136682"/>
                    <a:gd name="connsiteY20" fmla="*/ 98278 h 115792"/>
                    <a:gd name="connsiteX21" fmla="*/ 68149 w 136682"/>
                    <a:gd name="connsiteY21" fmla="*/ 103143 h 115792"/>
                    <a:gd name="connsiteX22" fmla="*/ 73017 w 136682"/>
                    <a:gd name="connsiteY22" fmla="*/ 109954 h 115792"/>
                    <a:gd name="connsiteX23" fmla="*/ 65229 w 136682"/>
                    <a:gd name="connsiteY23" fmla="*/ 115792 h 11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682" h="115792">
                      <a:moveTo>
                        <a:pt x="65229" y="115792"/>
                      </a:moveTo>
                      <a:lnTo>
                        <a:pt x="64255" y="115792"/>
                      </a:lnTo>
                      <a:lnTo>
                        <a:pt x="39916" y="110927"/>
                      </a:lnTo>
                      <a:cubicBezTo>
                        <a:pt x="31154" y="109954"/>
                        <a:pt x="24339" y="107035"/>
                        <a:pt x="17524" y="95358"/>
                      </a:cubicBezTo>
                      <a:lnTo>
                        <a:pt x="10709" y="79790"/>
                      </a:lnTo>
                      <a:cubicBezTo>
                        <a:pt x="9736" y="76871"/>
                        <a:pt x="7789" y="74925"/>
                        <a:pt x="6815" y="72005"/>
                      </a:cubicBezTo>
                      <a:cubicBezTo>
                        <a:pt x="2921" y="64221"/>
                        <a:pt x="0" y="57410"/>
                        <a:pt x="0" y="48652"/>
                      </a:cubicBezTo>
                      <a:cubicBezTo>
                        <a:pt x="0" y="24326"/>
                        <a:pt x="12657" y="0"/>
                        <a:pt x="40890" y="0"/>
                      </a:cubicBezTo>
                      <a:lnTo>
                        <a:pt x="85674" y="0"/>
                      </a:lnTo>
                      <a:cubicBezTo>
                        <a:pt x="100277" y="973"/>
                        <a:pt x="111960" y="2919"/>
                        <a:pt x="120722" y="14596"/>
                      </a:cubicBezTo>
                      <a:lnTo>
                        <a:pt x="135326" y="33084"/>
                      </a:lnTo>
                      <a:cubicBezTo>
                        <a:pt x="137273" y="36003"/>
                        <a:pt x="137273" y="38922"/>
                        <a:pt x="134352" y="40868"/>
                      </a:cubicBezTo>
                      <a:cubicBezTo>
                        <a:pt x="131431" y="42814"/>
                        <a:pt x="128511" y="42814"/>
                        <a:pt x="126563" y="39895"/>
                      </a:cubicBezTo>
                      <a:lnTo>
                        <a:pt x="111960" y="21407"/>
                      </a:lnTo>
                      <a:cubicBezTo>
                        <a:pt x="106119" y="14596"/>
                        <a:pt x="99304" y="11677"/>
                        <a:pt x="85674" y="10704"/>
                      </a:cubicBezTo>
                      <a:lnTo>
                        <a:pt x="41863" y="10704"/>
                      </a:lnTo>
                      <a:cubicBezTo>
                        <a:pt x="19471" y="10704"/>
                        <a:pt x="11683" y="30164"/>
                        <a:pt x="11683" y="47679"/>
                      </a:cubicBezTo>
                      <a:cubicBezTo>
                        <a:pt x="11683" y="54491"/>
                        <a:pt x="13630" y="58383"/>
                        <a:pt x="17524" y="66167"/>
                      </a:cubicBezTo>
                      <a:cubicBezTo>
                        <a:pt x="18498" y="68113"/>
                        <a:pt x="19471" y="71032"/>
                        <a:pt x="21419" y="73952"/>
                      </a:cubicBezTo>
                      <a:lnTo>
                        <a:pt x="28234" y="88547"/>
                      </a:lnTo>
                      <a:cubicBezTo>
                        <a:pt x="33101" y="96332"/>
                        <a:pt x="36996" y="97305"/>
                        <a:pt x="42837" y="98278"/>
                      </a:cubicBezTo>
                      <a:lnTo>
                        <a:pt x="68149" y="103143"/>
                      </a:lnTo>
                      <a:cubicBezTo>
                        <a:pt x="71070" y="104116"/>
                        <a:pt x="73017" y="107035"/>
                        <a:pt x="73017" y="109954"/>
                      </a:cubicBezTo>
                      <a:cubicBezTo>
                        <a:pt x="70097" y="113847"/>
                        <a:pt x="67176" y="115792"/>
                        <a:pt x="65229" y="11579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26" name="Freeform 725">
                  <a:extLst>
                    <a:ext uri="{FF2B5EF4-FFF2-40B4-BE49-F238E27FC236}">
                      <a16:creationId xmlns:a16="http://schemas.microsoft.com/office/drawing/2014/main" id="{BA87CAC6-55DF-2700-7A45-4E5066CD389B}"/>
                    </a:ext>
                  </a:extLst>
                </p:cNvPr>
                <p:cNvSpPr/>
                <p:nvPr/>
              </p:nvSpPr>
              <p:spPr>
                <a:xfrm>
                  <a:off x="8209795" y="4219888"/>
                  <a:ext cx="49296" cy="48044"/>
                </a:xfrm>
                <a:custGeom>
                  <a:avLst/>
                  <a:gdLst>
                    <a:gd name="connsiteX0" fmla="*/ 43202 w 49296"/>
                    <a:gd name="connsiteY0" fmla="*/ 48044 h 48044"/>
                    <a:gd name="connsiteX1" fmla="*/ 41255 w 49296"/>
                    <a:gd name="connsiteY1" fmla="*/ 48044 h 48044"/>
                    <a:gd name="connsiteX2" fmla="*/ 23731 w 49296"/>
                    <a:gd name="connsiteY2" fmla="*/ 41233 h 48044"/>
                    <a:gd name="connsiteX3" fmla="*/ 7180 w 49296"/>
                    <a:gd name="connsiteY3" fmla="*/ 25664 h 48044"/>
                    <a:gd name="connsiteX4" fmla="*/ 365 w 49296"/>
                    <a:gd name="connsiteY4" fmla="*/ 8149 h 48044"/>
                    <a:gd name="connsiteX5" fmla="*/ 3286 w 49296"/>
                    <a:gd name="connsiteY5" fmla="*/ 365 h 48044"/>
                    <a:gd name="connsiteX6" fmla="*/ 11074 w 49296"/>
                    <a:gd name="connsiteY6" fmla="*/ 3284 h 48044"/>
                    <a:gd name="connsiteX7" fmla="*/ 17889 w 49296"/>
                    <a:gd name="connsiteY7" fmla="*/ 20799 h 48044"/>
                    <a:gd name="connsiteX8" fmla="*/ 27625 w 49296"/>
                    <a:gd name="connsiteY8" fmla="*/ 29556 h 48044"/>
                    <a:gd name="connsiteX9" fmla="*/ 45149 w 49296"/>
                    <a:gd name="connsiteY9" fmla="*/ 36367 h 48044"/>
                    <a:gd name="connsiteX10" fmla="*/ 49043 w 49296"/>
                    <a:gd name="connsiteY10" fmla="*/ 44152 h 48044"/>
                    <a:gd name="connsiteX11" fmla="*/ 43202 w 49296"/>
                    <a:gd name="connsiteY11" fmla="*/ 48044 h 4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6" h="48044">
                      <a:moveTo>
                        <a:pt x="43202" y="48044"/>
                      </a:moveTo>
                      <a:cubicBezTo>
                        <a:pt x="42228" y="48044"/>
                        <a:pt x="42228" y="48044"/>
                        <a:pt x="41255" y="48044"/>
                      </a:cubicBezTo>
                      <a:lnTo>
                        <a:pt x="23731" y="41233"/>
                      </a:lnTo>
                      <a:cubicBezTo>
                        <a:pt x="16916" y="38314"/>
                        <a:pt x="11074" y="35395"/>
                        <a:pt x="7180" y="25664"/>
                      </a:cubicBezTo>
                      <a:lnTo>
                        <a:pt x="365" y="8149"/>
                      </a:lnTo>
                      <a:cubicBezTo>
                        <a:pt x="-609" y="5230"/>
                        <a:pt x="365" y="1338"/>
                        <a:pt x="3286" y="365"/>
                      </a:cubicBezTo>
                      <a:cubicBezTo>
                        <a:pt x="6207" y="-608"/>
                        <a:pt x="10101" y="365"/>
                        <a:pt x="11074" y="3284"/>
                      </a:cubicBezTo>
                      <a:lnTo>
                        <a:pt x="17889" y="20799"/>
                      </a:lnTo>
                      <a:cubicBezTo>
                        <a:pt x="19836" y="26637"/>
                        <a:pt x="21784" y="27610"/>
                        <a:pt x="27625" y="29556"/>
                      </a:cubicBezTo>
                      <a:lnTo>
                        <a:pt x="45149" y="36367"/>
                      </a:lnTo>
                      <a:cubicBezTo>
                        <a:pt x="48070" y="37341"/>
                        <a:pt x="50017" y="41233"/>
                        <a:pt x="49043" y="44152"/>
                      </a:cubicBezTo>
                      <a:cubicBezTo>
                        <a:pt x="47096" y="47071"/>
                        <a:pt x="45149" y="48044"/>
                        <a:pt x="43202" y="4804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27" name="Freeform 726">
                  <a:extLst>
                    <a:ext uri="{FF2B5EF4-FFF2-40B4-BE49-F238E27FC236}">
                      <a16:creationId xmlns:a16="http://schemas.microsoft.com/office/drawing/2014/main" id="{6D681983-CEC7-5106-5FC7-AFA6FC743E9B}"/>
                    </a:ext>
                  </a:extLst>
                </p:cNvPr>
                <p:cNvSpPr/>
                <p:nvPr/>
              </p:nvSpPr>
              <p:spPr>
                <a:xfrm>
                  <a:off x="8287895" y="4241660"/>
                  <a:ext cx="57974" cy="41841"/>
                </a:xfrm>
                <a:custGeom>
                  <a:avLst/>
                  <a:gdLst>
                    <a:gd name="connsiteX0" fmla="*/ 33252 w 57974"/>
                    <a:gd name="connsiteY0" fmla="*/ 41841 h 41841"/>
                    <a:gd name="connsiteX1" fmla="*/ 5992 w 57974"/>
                    <a:gd name="connsiteY1" fmla="*/ 41841 h 41841"/>
                    <a:gd name="connsiteX2" fmla="*/ 151 w 57974"/>
                    <a:gd name="connsiteY2" fmla="*/ 36976 h 41841"/>
                    <a:gd name="connsiteX3" fmla="*/ 16702 w 57974"/>
                    <a:gd name="connsiteY3" fmla="*/ 973 h 41841"/>
                    <a:gd name="connsiteX4" fmla="*/ 20596 w 57974"/>
                    <a:gd name="connsiteY4" fmla="*/ 0 h 41841"/>
                    <a:gd name="connsiteX5" fmla="*/ 44935 w 57974"/>
                    <a:gd name="connsiteY5" fmla="*/ 0 h 41841"/>
                    <a:gd name="connsiteX6" fmla="*/ 55644 w 57974"/>
                    <a:gd name="connsiteY6" fmla="*/ 5838 h 41841"/>
                    <a:gd name="connsiteX7" fmla="*/ 56617 w 57974"/>
                    <a:gd name="connsiteY7" fmla="*/ 19461 h 41841"/>
                    <a:gd name="connsiteX8" fmla="*/ 51750 w 57974"/>
                    <a:gd name="connsiteY8" fmla="*/ 30164 h 41841"/>
                    <a:gd name="connsiteX9" fmla="*/ 33252 w 57974"/>
                    <a:gd name="connsiteY9" fmla="*/ 41841 h 41841"/>
                    <a:gd name="connsiteX10" fmla="*/ 11834 w 57974"/>
                    <a:gd name="connsiteY10" fmla="*/ 30164 h 41841"/>
                    <a:gd name="connsiteX11" fmla="*/ 33252 w 57974"/>
                    <a:gd name="connsiteY11" fmla="*/ 30164 h 41841"/>
                    <a:gd name="connsiteX12" fmla="*/ 41041 w 57974"/>
                    <a:gd name="connsiteY12" fmla="*/ 25299 h 41841"/>
                    <a:gd name="connsiteX13" fmla="*/ 45909 w 57974"/>
                    <a:gd name="connsiteY13" fmla="*/ 14596 h 41841"/>
                    <a:gd name="connsiteX14" fmla="*/ 45909 w 57974"/>
                    <a:gd name="connsiteY14" fmla="*/ 12650 h 41841"/>
                    <a:gd name="connsiteX15" fmla="*/ 22543 w 57974"/>
                    <a:gd name="connsiteY15" fmla="*/ 11677 h 41841"/>
                    <a:gd name="connsiteX16" fmla="*/ 11834 w 57974"/>
                    <a:gd name="connsiteY16" fmla="*/ 30164 h 4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974" h="41841">
                      <a:moveTo>
                        <a:pt x="33252" y="41841"/>
                      </a:moveTo>
                      <a:lnTo>
                        <a:pt x="5992" y="41841"/>
                      </a:lnTo>
                      <a:cubicBezTo>
                        <a:pt x="3071" y="41841"/>
                        <a:pt x="151" y="39895"/>
                        <a:pt x="151" y="36976"/>
                      </a:cubicBezTo>
                      <a:cubicBezTo>
                        <a:pt x="-1796" y="15569"/>
                        <a:pt x="15728" y="1946"/>
                        <a:pt x="16702" y="973"/>
                      </a:cubicBezTo>
                      <a:cubicBezTo>
                        <a:pt x="17675" y="0"/>
                        <a:pt x="18649" y="0"/>
                        <a:pt x="20596" y="0"/>
                      </a:cubicBezTo>
                      <a:lnTo>
                        <a:pt x="44935" y="0"/>
                      </a:lnTo>
                      <a:cubicBezTo>
                        <a:pt x="49803" y="0"/>
                        <a:pt x="53697" y="1946"/>
                        <a:pt x="55644" y="5838"/>
                      </a:cubicBezTo>
                      <a:cubicBezTo>
                        <a:pt x="58565" y="9730"/>
                        <a:pt x="58565" y="14596"/>
                        <a:pt x="56617" y="19461"/>
                      </a:cubicBezTo>
                      <a:lnTo>
                        <a:pt x="51750" y="30164"/>
                      </a:lnTo>
                      <a:cubicBezTo>
                        <a:pt x="47855" y="37949"/>
                        <a:pt x="41041" y="41841"/>
                        <a:pt x="33252" y="41841"/>
                      </a:cubicBezTo>
                      <a:close/>
                      <a:moveTo>
                        <a:pt x="11834" y="30164"/>
                      </a:moveTo>
                      <a:lnTo>
                        <a:pt x="33252" y="30164"/>
                      </a:lnTo>
                      <a:cubicBezTo>
                        <a:pt x="36173" y="30164"/>
                        <a:pt x="39093" y="28219"/>
                        <a:pt x="41041" y="25299"/>
                      </a:cubicBezTo>
                      <a:lnTo>
                        <a:pt x="45909" y="14596"/>
                      </a:lnTo>
                      <a:cubicBezTo>
                        <a:pt x="46882" y="13623"/>
                        <a:pt x="45909" y="12650"/>
                        <a:pt x="45909" y="12650"/>
                      </a:cubicBezTo>
                      <a:lnTo>
                        <a:pt x="22543" y="11677"/>
                      </a:lnTo>
                      <a:cubicBezTo>
                        <a:pt x="19622" y="14596"/>
                        <a:pt x="13781" y="21407"/>
                        <a:pt x="11834" y="3016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28" name="Freeform 727">
                  <a:extLst>
                    <a:ext uri="{FF2B5EF4-FFF2-40B4-BE49-F238E27FC236}">
                      <a16:creationId xmlns:a16="http://schemas.microsoft.com/office/drawing/2014/main" id="{6260272C-0EB1-1B6F-4AEC-AC232F11CAE0}"/>
                    </a:ext>
                  </a:extLst>
                </p:cNvPr>
                <p:cNvSpPr/>
                <p:nvPr/>
              </p:nvSpPr>
              <p:spPr>
                <a:xfrm>
                  <a:off x="8232465" y="4210523"/>
                  <a:ext cx="114082" cy="96331"/>
                </a:xfrm>
                <a:custGeom>
                  <a:avLst/>
                  <a:gdLst>
                    <a:gd name="connsiteX0" fmla="*/ 66290 w 114082"/>
                    <a:gd name="connsiteY0" fmla="*/ 96332 h 96331"/>
                    <a:gd name="connsiteX1" fmla="*/ 12744 w 114082"/>
                    <a:gd name="connsiteY1" fmla="*/ 96332 h 96331"/>
                    <a:gd name="connsiteX2" fmla="*/ 2035 w 114082"/>
                    <a:gd name="connsiteY2" fmla="*/ 90493 h 96331"/>
                    <a:gd name="connsiteX3" fmla="*/ 1061 w 114082"/>
                    <a:gd name="connsiteY3" fmla="*/ 77844 h 96331"/>
                    <a:gd name="connsiteX4" fmla="*/ 36110 w 114082"/>
                    <a:gd name="connsiteY4" fmla="*/ 6811 h 96331"/>
                    <a:gd name="connsiteX5" fmla="*/ 47793 w 114082"/>
                    <a:gd name="connsiteY5" fmla="*/ 0 h 96331"/>
                    <a:gd name="connsiteX6" fmla="*/ 101339 w 114082"/>
                    <a:gd name="connsiteY6" fmla="*/ 0 h 96331"/>
                    <a:gd name="connsiteX7" fmla="*/ 112048 w 114082"/>
                    <a:gd name="connsiteY7" fmla="*/ 5838 h 96331"/>
                    <a:gd name="connsiteX8" fmla="*/ 113021 w 114082"/>
                    <a:gd name="connsiteY8" fmla="*/ 18488 h 96331"/>
                    <a:gd name="connsiteX9" fmla="*/ 103285 w 114082"/>
                    <a:gd name="connsiteY9" fmla="*/ 38922 h 96331"/>
                    <a:gd name="connsiteX10" fmla="*/ 95497 w 114082"/>
                    <a:gd name="connsiteY10" fmla="*/ 41841 h 96331"/>
                    <a:gd name="connsiteX11" fmla="*/ 92576 w 114082"/>
                    <a:gd name="connsiteY11" fmla="*/ 34057 h 96331"/>
                    <a:gd name="connsiteX12" fmla="*/ 102312 w 114082"/>
                    <a:gd name="connsiteY12" fmla="*/ 13623 h 96331"/>
                    <a:gd name="connsiteX13" fmla="*/ 101339 w 114082"/>
                    <a:gd name="connsiteY13" fmla="*/ 11676 h 96331"/>
                    <a:gd name="connsiteX14" fmla="*/ 47793 w 114082"/>
                    <a:gd name="connsiteY14" fmla="*/ 11676 h 96331"/>
                    <a:gd name="connsiteX15" fmla="*/ 11771 w 114082"/>
                    <a:gd name="connsiteY15" fmla="*/ 82709 h 96331"/>
                    <a:gd name="connsiteX16" fmla="*/ 12744 w 114082"/>
                    <a:gd name="connsiteY16" fmla="*/ 84655 h 96331"/>
                    <a:gd name="connsiteX17" fmla="*/ 66290 w 114082"/>
                    <a:gd name="connsiteY17" fmla="*/ 84655 h 96331"/>
                    <a:gd name="connsiteX18" fmla="*/ 76999 w 114082"/>
                    <a:gd name="connsiteY18" fmla="*/ 65194 h 96331"/>
                    <a:gd name="connsiteX19" fmla="*/ 84788 w 114082"/>
                    <a:gd name="connsiteY19" fmla="*/ 62275 h 96331"/>
                    <a:gd name="connsiteX20" fmla="*/ 87708 w 114082"/>
                    <a:gd name="connsiteY20" fmla="*/ 70059 h 96331"/>
                    <a:gd name="connsiteX21" fmla="*/ 77973 w 114082"/>
                    <a:gd name="connsiteY21" fmla="*/ 89520 h 96331"/>
                    <a:gd name="connsiteX22" fmla="*/ 66290 w 114082"/>
                    <a:gd name="connsiteY22" fmla="*/ 96332 h 9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4082" h="96331">
                      <a:moveTo>
                        <a:pt x="66290" y="96332"/>
                      </a:moveTo>
                      <a:lnTo>
                        <a:pt x="12744" y="96332"/>
                      </a:lnTo>
                      <a:cubicBezTo>
                        <a:pt x="7876" y="96332"/>
                        <a:pt x="3982" y="94385"/>
                        <a:pt x="2035" y="90493"/>
                      </a:cubicBezTo>
                      <a:cubicBezTo>
                        <a:pt x="88" y="86601"/>
                        <a:pt x="-886" y="81736"/>
                        <a:pt x="1061" y="77844"/>
                      </a:cubicBezTo>
                      <a:lnTo>
                        <a:pt x="36110" y="6811"/>
                      </a:lnTo>
                      <a:cubicBezTo>
                        <a:pt x="38057" y="2919"/>
                        <a:pt x="42925" y="0"/>
                        <a:pt x="47793" y="0"/>
                      </a:cubicBezTo>
                      <a:lnTo>
                        <a:pt x="101339" y="0"/>
                      </a:lnTo>
                      <a:cubicBezTo>
                        <a:pt x="106206" y="0"/>
                        <a:pt x="110101" y="1946"/>
                        <a:pt x="112048" y="5838"/>
                      </a:cubicBezTo>
                      <a:cubicBezTo>
                        <a:pt x="113995" y="9730"/>
                        <a:pt x="114968" y="14596"/>
                        <a:pt x="113021" y="18488"/>
                      </a:cubicBezTo>
                      <a:lnTo>
                        <a:pt x="103285" y="38922"/>
                      </a:lnTo>
                      <a:cubicBezTo>
                        <a:pt x="102312" y="41841"/>
                        <a:pt x="98418" y="42814"/>
                        <a:pt x="95497" y="41841"/>
                      </a:cubicBezTo>
                      <a:cubicBezTo>
                        <a:pt x="92576" y="40868"/>
                        <a:pt x="91603" y="36976"/>
                        <a:pt x="92576" y="34057"/>
                      </a:cubicBezTo>
                      <a:lnTo>
                        <a:pt x="102312" y="13623"/>
                      </a:lnTo>
                      <a:lnTo>
                        <a:pt x="101339" y="11676"/>
                      </a:lnTo>
                      <a:lnTo>
                        <a:pt x="47793" y="11676"/>
                      </a:lnTo>
                      <a:lnTo>
                        <a:pt x="11771" y="82709"/>
                      </a:lnTo>
                      <a:lnTo>
                        <a:pt x="12744" y="84655"/>
                      </a:lnTo>
                      <a:lnTo>
                        <a:pt x="66290" y="84655"/>
                      </a:lnTo>
                      <a:lnTo>
                        <a:pt x="76999" y="65194"/>
                      </a:lnTo>
                      <a:cubicBezTo>
                        <a:pt x="77973" y="62275"/>
                        <a:pt x="81867" y="61302"/>
                        <a:pt x="84788" y="62275"/>
                      </a:cubicBezTo>
                      <a:cubicBezTo>
                        <a:pt x="87708" y="63248"/>
                        <a:pt x="88682" y="67140"/>
                        <a:pt x="87708" y="70059"/>
                      </a:cubicBezTo>
                      <a:lnTo>
                        <a:pt x="77973" y="89520"/>
                      </a:lnTo>
                      <a:cubicBezTo>
                        <a:pt x="75052" y="93413"/>
                        <a:pt x="71158" y="96332"/>
                        <a:pt x="66290" y="96332"/>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29" name="Freeform 728">
                  <a:extLst>
                    <a:ext uri="{FF2B5EF4-FFF2-40B4-BE49-F238E27FC236}">
                      <a16:creationId xmlns:a16="http://schemas.microsoft.com/office/drawing/2014/main" id="{85474F8D-FE1C-B936-DFED-543DA33223E0}"/>
                    </a:ext>
                  </a:extLst>
                </p:cNvPr>
                <p:cNvSpPr/>
                <p:nvPr/>
              </p:nvSpPr>
              <p:spPr>
                <a:xfrm>
                  <a:off x="8203345" y="4283501"/>
                  <a:ext cx="11682" cy="25299"/>
                </a:xfrm>
                <a:custGeom>
                  <a:avLst/>
                  <a:gdLst>
                    <a:gd name="connsiteX0" fmla="*/ 0 w 11682"/>
                    <a:gd name="connsiteY0" fmla="*/ 0 h 25299"/>
                    <a:gd name="connsiteX1" fmla="*/ 11683 w 11682"/>
                    <a:gd name="connsiteY1" fmla="*/ 0 h 25299"/>
                    <a:gd name="connsiteX2" fmla="*/ 11683 w 11682"/>
                    <a:gd name="connsiteY2" fmla="*/ 25299 h 25299"/>
                    <a:gd name="connsiteX3" fmla="*/ 0 w 11682"/>
                    <a:gd name="connsiteY3" fmla="*/ 25299 h 25299"/>
                  </a:gdLst>
                  <a:ahLst/>
                  <a:cxnLst>
                    <a:cxn ang="0">
                      <a:pos x="connsiteX0" y="connsiteY0"/>
                    </a:cxn>
                    <a:cxn ang="0">
                      <a:pos x="connsiteX1" y="connsiteY1"/>
                    </a:cxn>
                    <a:cxn ang="0">
                      <a:pos x="connsiteX2" y="connsiteY2"/>
                    </a:cxn>
                    <a:cxn ang="0">
                      <a:pos x="connsiteX3" y="connsiteY3"/>
                    </a:cxn>
                  </a:cxnLst>
                  <a:rect l="l" t="t" r="r" b="b"/>
                  <a:pathLst>
                    <a:path w="11682" h="25299">
                      <a:moveTo>
                        <a:pt x="0" y="0"/>
                      </a:moveTo>
                      <a:lnTo>
                        <a:pt x="11683" y="0"/>
                      </a:lnTo>
                      <a:lnTo>
                        <a:pt x="11683" y="25299"/>
                      </a:lnTo>
                      <a:lnTo>
                        <a:pt x="0" y="2529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sp>
            <p:nvSpPr>
              <p:cNvPr id="730" name="Freeform 729">
                <a:extLst>
                  <a:ext uri="{FF2B5EF4-FFF2-40B4-BE49-F238E27FC236}">
                    <a16:creationId xmlns:a16="http://schemas.microsoft.com/office/drawing/2014/main" id="{7A449C71-DA57-BDAC-6726-C076735C8604}"/>
                  </a:ext>
                </a:extLst>
              </p:cNvPr>
              <p:cNvSpPr/>
              <p:nvPr/>
            </p:nvSpPr>
            <p:spPr>
              <a:xfrm>
                <a:off x="8380534" y="4048997"/>
                <a:ext cx="65228" cy="11676"/>
              </a:xfrm>
              <a:custGeom>
                <a:avLst/>
                <a:gdLst>
                  <a:gd name="connsiteX0" fmla="*/ 59387 w 65228"/>
                  <a:gd name="connsiteY0" fmla="*/ 11677 h 11676"/>
                  <a:gd name="connsiteX1" fmla="*/ 5841 w 65228"/>
                  <a:gd name="connsiteY1" fmla="*/ 11677 h 11676"/>
                  <a:gd name="connsiteX2" fmla="*/ 0 w 65228"/>
                  <a:gd name="connsiteY2" fmla="*/ 5838 h 11676"/>
                  <a:gd name="connsiteX3" fmla="*/ 5841 w 65228"/>
                  <a:gd name="connsiteY3" fmla="*/ 0 h 11676"/>
                  <a:gd name="connsiteX4" fmla="*/ 59387 w 65228"/>
                  <a:gd name="connsiteY4" fmla="*/ 0 h 11676"/>
                  <a:gd name="connsiteX5" fmla="*/ 65229 w 65228"/>
                  <a:gd name="connsiteY5" fmla="*/ 5838 h 11676"/>
                  <a:gd name="connsiteX6" fmla="*/ 59387 w 65228"/>
                  <a:gd name="connsiteY6" fmla="*/ 11677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28" h="11676">
                    <a:moveTo>
                      <a:pt x="59387" y="11677"/>
                    </a:moveTo>
                    <a:lnTo>
                      <a:pt x="5841" y="11677"/>
                    </a:lnTo>
                    <a:cubicBezTo>
                      <a:pt x="2921" y="11677"/>
                      <a:pt x="0" y="8757"/>
                      <a:pt x="0" y="5838"/>
                    </a:cubicBezTo>
                    <a:cubicBezTo>
                      <a:pt x="0" y="2919"/>
                      <a:pt x="2921" y="0"/>
                      <a:pt x="5841" y="0"/>
                    </a:cubicBezTo>
                    <a:lnTo>
                      <a:pt x="59387" y="0"/>
                    </a:lnTo>
                    <a:cubicBezTo>
                      <a:pt x="62308" y="0"/>
                      <a:pt x="65229" y="2919"/>
                      <a:pt x="65229" y="5838"/>
                    </a:cubicBezTo>
                    <a:cubicBezTo>
                      <a:pt x="65229" y="8757"/>
                      <a:pt x="63282" y="11677"/>
                      <a:pt x="59387" y="1167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1" name="Freeform 730">
                <a:extLst>
                  <a:ext uri="{FF2B5EF4-FFF2-40B4-BE49-F238E27FC236}">
                    <a16:creationId xmlns:a16="http://schemas.microsoft.com/office/drawing/2014/main" id="{99C53B0C-6F0D-1CF2-6B26-D3A158936FC0}"/>
                  </a:ext>
                </a:extLst>
              </p:cNvPr>
              <p:cNvSpPr/>
              <p:nvPr/>
            </p:nvSpPr>
            <p:spPr>
              <a:xfrm>
                <a:off x="8380534" y="4080135"/>
                <a:ext cx="42836" cy="11676"/>
              </a:xfrm>
              <a:custGeom>
                <a:avLst/>
                <a:gdLst>
                  <a:gd name="connsiteX0" fmla="*/ 36995 w 42836"/>
                  <a:gd name="connsiteY0" fmla="*/ 11676 h 11676"/>
                  <a:gd name="connsiteX1" fmla="*/ 5841 w 42836"/>
                  <a:gd name="connsiteY1" fmla="*/ 11676 h 11676"/>
                  <a:gd name="connsiteX2" fmla="*/ 0 w 42836"/>
                  <a:gd name="connsiteY2" fmla="*/ 5838 h 11676"/>
                  <a:gd name="connsiteX3" fmla="*/ 5841 w 42836"/>
                  <a:gd name="connsiteY3" fmla="*/ 0 h 11676"/>
                  <a:gd name="connsiteX4" fmla="*/ 36995 w 42836"/>
                  <a:gd name="connsiteY4" fmla="*/ 0 h 11676"/>
                  <a:gd name="connsiteX5" fmla="*/ 42837 w 42836"/>
                  <a:gd name="connsiteY5" fmla="*/ 5838 h 11676"/>
                  <a:gd name="connsiteX6" fmla="*/ 36995 w 42836"/>
                  <a:gd name="connsiteY6" fmla="*/ 11676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36" h="11676">
                    <a:moveTo>
                      <a:pt x="36995" y="11676"/>
                    </a:moveTo>
                    <a:lnTo>
                      <a:pt x="5841" y="11676"/>
                    </a:lnTo>
                    <a:cubicBezTo>
                      <a:pt x="2921" y="11676"/>
                      <a:pt x="0" y="8757"/>
                      <a:pt x="0" y="5838"/>
                    </a:cubicBezTo>
                    <a:cubicBezTo>
                      <a:pt x="0" y="2919"/>
                      <a:pt x="2921" y="0"/>
                      <a:pt x="5841" y="0"/>
                    </a:cubicBezTo>
                    <a:lnTo>
                      <a:pt x="36995" y="0"/>
                    </a:lnTo>
                    <a:cubicBezTo>
                      <a:pt x="39916" y="0"/>
                      <a:pt x="42837" y="2919"/>
                      <a:pt x="42837" y="5838"/>
                    </a:cubicBezTo>
                    <a:cubicBezTo>
                      <a:pt x="42837" y="8757"/>
                      <a:pt x="39916" y="11676"/>
                      <a:pt x="36995" y="1167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2" name="Freeform 731">
                <a:extLst>
                  <a:ext uri="{FF2B5EF4-FFF2-40B4-BE49-F238E27FC236}">
                    <a16:creationId xmlns:a16="http://schemas.microsoft.com/office/drawing/2014/main" id="{B5443586-19B8-9EFB-E2CE-6EF88DD8590E}"/>
                  </a:ext>
                </a:extLst>
              </p:cNvPr>
              <p:cNvSpPr/>
              <p:nvPr/>
            </p:nvSpPr>
            <p:spPr>
              <a:xfrm>
                <a:off x="8311898" y="4049587"/>
                <a:ext cx="49548" cy="42224"/>
              </a:xfrm>
              <a:custGeom>
                <a:avLst/>
                <a:gdLst>
                  <a:gd name="connsiteX0" fmla="*/ 20932 w 49548"/>
                  <a:gd name="connsiteY0" fmla="*/ 42224 h 42224"/>
                  <a:gd name="connsiteX1" fmla="*/ 17038 w 49548"/>
                  <a:gd name="connsiteY1" fmla="*/ 40278 h 42224"/>
                  <a:gd name="connsiteX2" fmla="*/ 1460 w 49548"/>
                  <a:gd name="connsiteY2" fmla="*/ 24709 h 42224"/>
                  <a:gd name="connsiteX3" fmla="*/ 1460 w 49548"/>
                  <a:gd name="connsiteY3" fmla="*/ 16925 h 42224"/>
                  <a:gd name="connsiteX4" fmla="*/ 9249 w 49548"/>
                  <a:gd name="connsiteY4" fmla="*/ 16925 h 42224"/>
                  <a:gd name="connsiteX5" fmla="*/ 19958 w 49548"/>
                  <a:gd name="connsiteY5" fmla="*/ 27628 h 42224"/>
                  <a:gd name="connsiteX6" fmla="*/ 39429 w 49548"/>
                  <a:gd name="connsiteY6" fmla="*/ 2329 h 42224"/>
                  <a:gd name="connsiteX7" fmla="*/ 47218 w 49548"/>
                  <a:gd name="connsiteY7" fmla="*/ 1356 h 42224"/>
                  <a:gd name="connsiteX8" fmla="*/ 48191 w 49548"/>
                  <a:gd name="connsiteY8" fmla="*/ 9141 h 42224"/>
                  <a:gd name="connsiteX9" fmla="*/ 24826 w 49548"/>
                  <a:gd name="connsiteY9" fmla="*/ 40278 h 42224"/>
                  <a:gd name="connsiteX10" fmla="*/ 20932 w 49548"/>
                  <a:gd name="connsiteY10" fmla="*/ 42224 h 42224"/>
                  <a:gd name="connsiteX11" fmla="*/ 20932 w 49548"/>
                  <a:gd name="connsiteY11" fmla="*/ 42224 h 4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48" h="42224">
                    <a:moveTo>
                      <a:pt x="20932" y="42224"/>
                    </a:moveTo>
                    <a:cubicBezTo>
                      <a:pt x="18984" y="42224"/>
                      <a:pt x="18011" y="41251"/>
                      <a:pt x="17038" y="40278"/>
                    </a:cubicBezTo>
                    <a:lnTo>
                      <a:pt x="1460" y="24709"/>
                    </a:lnTo>
                    <a:cubicBezTo>
                      <a:pt x="-487" y="22763"/>
                      <a:pt x="-487" y="18871"/>
                      <a:pt x="1460" y="16925"/>
                    </a:cubicBezTo>
                    <a:cubicBezTo>
                      <a:pt x="3407" y="14979"/>
                      <a:pt x="7302" y="14979"/>
                      <a:pt x="9249" y="16925"/>
                    </a:cubicBezTo>
                    <a:lnTo>
                      <a:pt x="19958" y="27628"/>
                    </a:lnTo>
                    <a:lnTo>
                      <a:pt x="39429" y="2329"/>
                    </a:lnTo>
                    <a:cubicBezTo>
                      <a:pt x="41377" y="-590"/>
                      <a:pt x="45271" y="-590"/>
                      <a:pt x="47218" y="1356"/>
                    </a:cubicBezTo>
                    <a:cubicBezTo>
                      <a:pt x="50139" y="3302"/>
                      <a:pt x="50139" y="7194"/>
                      <a:pt x="48191" y="9141"/>
                    </a:cubicBezTo>
                    <a:lnTo>
                      <a:pt x="24826" y="40278"/>
                    </a:lnTo>
                    <a:cubicBezTo>
                      <a:pt x="23852" y="41251"/>
                      <a:pt x="22879" y="42224"/>
                      <a:pt x="20932" y="42224"/>
                    </a:cubicBezTo>
                    <a:lnTo>
                      <a:pt x="20932" y="42224"/>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3" name="Freeform 732">
                <a:extLst>
                  <a:ext uri="{FF2B5EF4-FFF2-40B4-BE49-F238E27FC236}">
                    <a16:creationId xmlns:a16="http://schemas.microsoft.com/office/drawing/2014/main" id="{37CD33D5-3B8A-61EA-A159-E9CB57640FD4}"/>
                  </a:ext>
                </a:extLst>
              </p:cNvPr>
              <p:cNvSpPr/>
              <p:nvPr/>
            </p:nvSpPr>
            <p:spPr>
              <a:xfrm>
                <a:off x="8380534" y="4133652"/>
                <a:ext cx="65228" cy="11676"/>
              </a:xfrm>
              <a:custGeom>
                <a:avLst/>
                <a:gdLst>
                  <a:gd name="connsiteX0" fmla="*/ 59387 w 65228"/>
                  <a:gd name="connsiteY0" fmla="*/ 11676 h 11676"/>
                  <a:gd name="connsiteX1" fmla="*/ 5841 w 65228"/>
                  <a:gd name="connsiteY1" fmla="*/ 11676 h 11676"/>
                  <a:gd name="connsiteX2" fmla="*/ 0 w 65228"/>
                  <a:gd name="connsiteY2" fmla="*/ 5838 h 11676"/>
                  <a:gd name="connsiteX3" fmla="*/ 5841 w 65228"/>
                  <a:gd name="connsiteY3" fmla="*/ 0 h 11676"/>
                  <a:gd name="connsiteX4" fmla="*/ 59387 w 65228"/>
                  <a:gd name="connsiteY4" fmla="*/ 0 h 11676"/>
                  <a:gd name="connsiteX5" fmla="*/ 65229 w 65228"/>
                  <a:gd name="connsiteY5" fmla="*/ 5838 h 11676"/>
                  <a:gd name="connsiteX6" fmla="*/ 59387 w 65228"/>
                  <a:gd name="connsiteY6" fmla="*/ 11676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28" h="11676">
                    <a:moveTo>
                      <a:pt x="59387" y="11676"/>
                    </a:moveTo>
                    <a:lnTo>
                      <a:pt x="5841" y="11676"/>
                    </a:lnTo>
                    <a:cubicBezTo>
                      <a:pt x="2921" y="11676"/>
                      <a:pt x="0" y="8757"/>
                      <a:pt x="0" y="5838"/>
                    </a:cubicBezTo>
                    <a:cubicBezTo>
                      <a:pt x="0" y="2919"/>
                      <a:pt x="2921" y="0"/>
                      <a:pt x="5841" y="0"/>
                    </a:cubicBezTo>
                    <a:lnTo>
                      <a:pt x="59387" y="0"/>
                    </a:lnTo>
                    <a:cubicBezTo>
                      <a:pt x="62308" y="0"/>
                      <a:pt x="65229" y="2919"/>
                      <a:pt x="65229" y="5838"/>
                    </a:cubicBezTo>
                    <a:cubicBezTo>
                      <a:pt x="65229" y="8757"/>
                      <a:pt x="63282" y="11676"/>
                      <a:pt x="59387" y="11676"/>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4" name="Freeform 733">
                <a:extLst>
                  <a:ext uri="{FF2B5EF4-FFF2-40B4-BE49-F238E27FC236}">
                    <a16:creationId xmlns:a16="http://schemas.microsoft.com/office/drawing/2014/main" id="{F496C516-8F39-BB2E-F8EC-02133489B53C}"/>
                  </a:ext>
                </a:extLst>
              </p:cNvPr>
              <p:cNvSpPr/>
              <p:nvPr/>
            </p:nvSpPr>
            <p:spPr>
              <a:xfrm>
                <a:off x="8380534" y="4164790"/>
                <a:ext cx="42836" cy="11676"/>
              </a:xfrm>
              <a:custGeom>
                <a:avLst/>
                <a:gdLst>
                  <a:gd name="connsiteX0" fmla="*/ 36995 w 42836"/>
                  <a:gd name="connsiteY0" fmla="*/ 11677 h 11676"/>
                  <a:gd name="connsiteX1" fmla="*/ 5841 w 42836"/>
                  <a:gd name="connsiteY1" fmla="*/ 11677 h 11676"/>
                  <a:gd name="connsiteX2" fmla="*/ 0 w 42836"/>
                  <a:gd name="connsiteY2" fmla="*/ 5838 h 11676"/>
                  <a:gd name="connsiteX3" fmla="*/ 5841 w 42836"/>
                  <a:gd name="connsiteY3" fmla="*/ 0 h 11676"/>
                  <a:gd name="connsiteX4" fmla="*/ 36995 w 42836"/>
                  <a:gd name="connsiteY4" fmla="*/ 0 h 11676"/>
                  <a:gd name="connsiteX5" fmla="*/ 42837 w 42836"/>
                  <a:gd name="connsiteY5" fmla="*/ 5838 h 11676"/>
                  <a:gd name="connsiteX6" fmla="*/ 36995 w 42836"/>
                  <a:gd name="connsiteY6" fmla="*/ 11677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36" h="11676">
                    <a:moveTo>
                      <a:pt x="36995" y="11677"/>
                    </a:moveTo>
                    <a:lnTo>
                      <a:pt x="5841" y="11677"/>
                    </a:lnTo>
                    <a:cubicBezTo>
                      <a:pt x="2921" y="11677"/>
                      <a:pt x="0" y="8757"/>
                      <a:pt x="0" y="5838"/>
                    </a:cubicBezTo>
                    <a:cubicBezTo>
                      <a:pt x="0" y="2919"/>
                      <a:pt x="2921" y="0"/>
                      <a:pt x="5841" y="0"/>
                    </a:cubicBezTo>
                    <a:lnTo>
                      <a:pt x="36995" y="0"/>
                    </a:lnTo>
                    <a:cubicBezTo>
                      <a:pt x="39916" y="0"/>
                      <a:pt x="42837" y="2919"/>
                      <a:pt x="42837" y="5838"/>
                    </a:cubicBezTo>
                    <a:cubicBezTo>
                      <a:pt x="42837" y="8757"/>
                      <a:pt x="39916" y="11677"/>
                      <a:pt x="36995" y="1167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5" name="Freeform 734">
                <a:extLst>
                  <a:ext uri="{FF2B5EF4-FFF2-40B4-BE49-F238E27FC236}">
                    <a16:creationId xmlns:a16="http://schemas.microsoft.com/office/drawing/2014/main" id="{CFE86401-35F8-74D0-B77E-300B6697B94D}"/>
                  </a:ext>
                </a:extLst>
              </p:cNvPr>
              <p:cNvSpPr/>
              <p:nvPr/>
            </p:nvSpPr>
            <p:spPr>
              <a:xfrm>
                <a:off x="8311898" y="4134242"/>
                <a:ext cx="49548" cy="42224"/>
              </a:xfrm>
              <a:custGeom>
                <a:avLst/>
                <a:gdLst>
                  <a:gd name="connsiteX0" fmla="*/ 20932 w 49548"/>
                  <a:gd name="connsiteY0" fmla="*/ 42224 h 42224"/>
                  <a:gd name="connsiteX1" fmla="*/ 17038 w 49548"/>
                  <a:gd name="connsiteY1" fmla="*/ 40278 h 42224"/>
                  <a:gd name="connsiteX2" fmla="*/ 1460 w 49548"/>
                  <a:gd name="connsiteY2" fmla="*/ 24709 h 42224"/>
                  <a:gd name="connsiteX3" fmla="*/ 1460 w 49548"/>
                  <a:gd name="connsiteY3" fmla="*/ 16925 h 42224"/>
                  <a:gd name="connsiteX4" fmla="*/ 9249 w 49548"/>
                  <a:gd name="connsiteY4" fmla="*/ 16925 h 42224"/>
                  <a:gd name="connsiteX5" fmla="*/ 19958 w 49548"/>
                  <a:gd name="connsiteY5" fmla="*/ 27629 h 42224"/>
                  <a:gd name="connsiteX6" fmla="*/ 39429 w 49548"/>
                  <a:gd name="connsiteY6" fmla="*/ 2329 h 42224"/>
                  <a:gd name="connsiteX7" fmla="*/ 47218 w 49548"/>
                  <a:gd name="connsiteY7" fmla="*/ 1356 h 42224"/>
                  <a:gd name="connsiteX8" fmla="*/ 48191 w 49548"/>
                  <a:gd name="connsiteY8" fmla="*/ 9141 h 42224"/>
                  <a:gd name="connsiteX9" fmla="*/ 24826 w 49548"/>
                  <a:gd name="connsiteY9" fmla="*/ 40278 h 42224"/>
                  <a:gd name="connsiteX10" fmla="*/ 20932 w 49548"/>
                  <a:gd name="connsiteY10" fmla="*/ 42224 h 42224"/>
                  <a:gd name="connsiteX11" fmla="*/ 20932 w 49548"/>
                  <a:gd name="connsiteY11" fmla="*/ 42224 h 4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48" h="42224">
                    <a:moveTo>
                      <a:pt x="20932" y="42224"/>
                    </a:moveTo>
                    <a:cubicBezTo>
                      <a:pt x="18984" y="42224"/>
                      <a:pt x="18011" y="41251"/>
                      <a:pt x="17038" y="40278"/>
                    </a:cubicBezTo>
                    <a:lnTo>
                      <a:pt x="1460" y="24709"/>
                    </a:lnTo>
                    <a:cubicBezTo>
                      <a:pt x="-487" y="22763"/>
                      <a:pt x="-487" y="18871"/>
                      <a:pt x="1460" y="16925"/>
                    </a:cubicBezTo>
                    <a:cubicBezTo>
                      <a:pt x="3407" y="14979"/>
                      <a:pt x="7302" y="14979"/>
                      <a:pt x="9249" y="16925"/>
                    </a:cubicBezTo>
                    <a:lnTo>
                      <a:pt x="19958" y="27629"/>
                    </a:lnTo>
                    <a:lnTo>
                      <a:pt x="39429" y="2329"/>
                    </a:lnTo>
                    <a:cubicBezTo>
                      <a:pt x="41377" y="-590"/>
                      <a:pt x="45271" y="-590"/>
                      <a:pt x="47218" y="1356"/>
                    </a:cubicBezTo>
                    <a:cubicBezTo>
                      <a:pt x="50139" y="3302"/>
                      <a:pt x="50139" y="7195"/>
                      <a:pt x="48191" y="9141"/>
                    </a:cubicBezTo>
                    <a:lnTo>
                      <a:pt x="24826" y="40278"/>
                    </a:lnTo>
                    <a:cubicBezTo>
                      <a:pt x="23852" y="41251"/>
                      <a:pt x="22879" y="42224"/>
                      <a:pt x="20932" y="42224"/>
                    </a:cubicBezTo>
                    <a:lnTo>
                      <a:pt x="20932" y="42224"/>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6" name="Freeform 735">
                <a:extLst>
                  <a:ext uri="{FF2B5EF4-FFF2-40B4-BE49-F238E27FC236}">
                    <a16:creationId xmlns:a16="http://schemas.microsoft.com/office/drawing/2014/main" id="{D9852EC0-88EE-E835-79C5-426DEEBF0D10}"/>
                  </a:ext>
                </a:extLst>
              </p:cNvPr>
              <p:cNvSpPr/>
              <p:nvPr/>
            </p:nvSpPr>
            <p:spPr>
              <a:xfrm>
                <a:off x="8264680" y="3972127"/>
                <a:ext cx="44783" cy="99250"/>
              </a:xfrm>
              <a:custGeom>
                <a:avLst/>
                <a:gdLst>
                  <a:gd name="connsiteX0" fmla="*/ 5841 w 44783"/>
                  <a:gd name="connsiteY0" fmla="*/ 99251 h 99250"/>
                  <a:gd name="connsiteX1" fmla="*/ 0 w 44783"/>
                  <a:gd name="connsiteY1" fmla="*/ 93413 h 99250"/>
                  <a:gd name="connsiteX2" fmla="*/ 0 w 44783"/>
                  <a:gd name="connsiteY2" fmla="*/ 5838 h 99250"/>
                  <a:gd name="connsiteX3" fmla="*/ 5841 w 44783"/>
                  <a:gd name="connsiteY3" fmla="*/ 0 h 99250"/>
                  <a:gd name="connsiteX4" fmla="*/ 38943 w 44783"/>
                  <a:gd name="connsiteY4" fmla="*/ 0 h 99250"/>
                  <a:gd name="connsiteX5" fmla="*/ 44784 w 44783"/>
                  <a:gd name="connsiteY5" fmla="*/ 5838 h 99250"/>
                  <a:gd name="connsiteX6" fmla="*/ 38943 w 44783"/>
                  <a:gd name="connsiteY6" fmla="*/ 11676 h 99250"/>
                  <a:gd name="connsiteX7" fmla="*/ 11683 w 44783"/>
                  <a:gd name="connsiteY7" fmla="*/ 11676 h 99250"/>
                  <a:gd name="connsiteX8" fmla="*/ 11683 w 44783"/>
                  <a:gd name="connsiteY8" fmla="*/ 93413 h 99250"/>
                  <a:gd name="connsiteX9" fmla="*/ 5841 w 44783"/>
                  <a:gd name="connsiteY9" fmla="*/ 99251 h 9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83" h="99250">
                    <a:moveTo>
                      <a:pt x="5841" y="99251"/>
                    </a:moveTo>
                    <a:cubicBezTo>
                      <a:pt x="2921" y="99251"/>
                      <a:pt x="0" y="96332"/>
                      <a:pt x="0" y="93413"/>
                    </a:cubicBezTo>
                    <a:lnTo>
                      <a:pt x="0" y="5838"/>
                    </a:lnTo>
                    <a:cubicBezTo>
                      <a:pt x="0" y="2919"/>
                      <a:pt x="2921" y="0"/>
                      <a:pt x="5841" y="0"/>
                    </a:cubicBezTo>
                    <a:lnTo>
                      <a:pt x="38943" y="0"/>
                    </a:lnTo>
                    <a:cubicBezTo>
                      <a:pt x="41863" y="0"/>
                      <a:pt x="44784" y="2919"/>
                      <a:pt x="44784" y="5838"/>
                    </a:cubicBezTo>
                    <a:cubicBezTo>
                      <a:pt x="44784" y="8757"/>
                      <a:pt x="41863" y="11676"/>
                      <a:pt x="38943" y="11676"/>
                    </a:cubicBezTo>
                    <a:lnTo>
                      <a:pt x="11683" y="11676"/>
                    </a:lnTo>
                    <a:lnTo>
                      <a:pt x="11683" y="93413"/>
                    </a:lnTo>
                    <a:cubicBezTo>
                      <a:pt x="11683" y="97305"/>
                      <a:pt x="9736" y="99251"/>
                      <a:pt x="5841" y="9925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7" name="Freeform 736">
                <a:extLst>
                  <a:ext uri="{FF2B5EF4-FFF2-40B4-BE49-F238E27FC236}">
                    <a16:creationId xmlns:a16="http://schemas.microsoft.com/office/drawing/2014/main" id="{7391BB23-7FD9-F968-AFB8-E399F5750260}"/>
                  </a:ext>
                </a:extLst>
              </p:cNvPr>
              <p:cNvSpPr/>
              <p:nvPr/>
            </p:nvSpPr>
            <p:spPr>
              <a:xfrm>
                <a:off x="8362036" y="3972127"/>
                <a:ext cx="130457" cy="288994"/>
              </a:xfrm>
              <a:custGeom>
                <a:avLst/>
                <a:gdLst>
                  <a:gd name="connsiteX0" fmla="*/ 124616 w 130457"/>
                  <a:gd name="connsiteY0" fmla="*/ 288995 h 288994"/>
                  <a:gd name="connsiteX1" fmla="*/ 5841 w 130457"/>
                  <a:gd name="connsiteY1" fmla="*/ 288995 h 288994"/>
                  <a:gd name="connsiteX2" fmla="*/ 0 w 130457"/>
                  <a:gd name="connsiteY2" fmla="*/ 283157 h 288994"/>
                  <a:gd name="connsiteX3" fmla="*/ 5841 w 130457"/>
                  <a:gd name="connsiteY3" fmla="*/ 277318 h 288994"/>
                  <a:gd name="connsiteX4" fmla="*/ 118775 w 130457"/>
                  <a:gd name="connsiteY4" fmla="*/ 277318 h 288994"/>
                  <a:gd name="connsiteX5" fmla="*/ 118775 w 130457"/>
                  <a:gd name="connsiteY5" fmla="*/ 11676 h 288994"/>
                  <a:gd name="connsiteX6" fmla="*/ 91515 w 130457"/>
                  <a:gd name="connsiteY6" fmla="*/ 11676 h 288994"/>
                  <a:gd name="connsiteX7" fmla="*/ 85673 w 130457"/>
                  <a:gd name="connsiteY7" fmla="*/ 5838 h 288994"/>
                  <a:gd name="connsiteX8" fmla="*/ 91515 w 130457"/>
                  <a:gd name="connsiteY8" fmla="*/ 0 h 288994"/>
                  <a:gd name="connsiteX9" fmla="*/ 124616 w 130457"/>
                  <a:gd name="connsiteY9" fmla="*/ 0 h 288994"/>
                  <a:gd name="connsiteX10" fmla="*/ 130457 w 130457"/>
                  <a:gd name="connsiteY10" fmla="*/ 5838 h 288994"/>
                  <a:gd name="connsiteX11" fmla="*/ 130457 w 130457"/>
                  <a:gd name="connsiteY11" fmla="*/ 283157 h 288994"/>
                  <a:gd name="connsiteX12" fmla="*/ 124616 w 130457"/>
                  <a:gd name="connsiteY12" fmla="*/ 288995 h 28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457" h="288994">
                    <a:moveTo>
                      <a:pt x="124616" y="288995"/>
                    </a:moveTo>
                    <a:lnTo>
                      <a:pt x="5841" y="288995"/>
                    </a:lnTo>
                    <a:cubicBezTo>
                      <a:pt x="2921" y="288995"/>
                      <a:pt x="0" y="286076"/>
                      <a:pt x="0" y="283157"/>
                    </a:cubicBezTo>
                    <a:cubicBezTo>
                      <a:pt x="0" y="280237"/>
                      <a:pt x="2921" y="277318"/>
                      <a:pt x="5841" y="277318"/>
                    </a:cubicBezTo>
                    <a:lnTo>
                      <a:pt x="118775" y="277318"/>
                    </a:lnTo>
                    <a:lnTo>
                      <a:pt x="118775" y="11676"/>
                    </a:lnTo>
                    <a:lnTo>
                      <a:pt x="91515" y="11676"/>
                    </a:lnTo>
                    <a:cubicBezTo>
                      <a:pt x="88594" y="11676"/>
                      <a:pt x="85673" y="8757"/>
                      <a:pt x="85673" y="5838"/>
                    </a:cubicBezTo>
                    <a:cubicBezTo>
                      <a:pt x="85673" y="2919"/>
                      <a:pt x="88594" y="0"/>
                      <a:pt x="91515" y="0"/>
                    </a:cubicBezTo>
                    <a:lnTo>
                      <a:pt x="124616" y="0"/>
                    </a:lnTo>
                    <a:cubicBezTo>
                      <a:pt x="127537" y="0"/>
                      <a:pt x="130457" y="2919"/>
                      <a:pt x="130457" y="5838"/>
                    </a:cubicBezTo>
                    <a:lnTo>
                      <a:pt x="130457" y="283157"/>
                    </a:lnTo>
                    <a:cubicBezTo>
                      <a:pt x="130457" y="286076"/>
                      <a:pt x="127537" y="288995"/>
                      <a:pt x="124616" y="28899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38" name="Freeform 737">
                <a:extLst>
                  <a:ext uri="{FF2B5EF4-FFF2-40B4-BE49-F238E27FC236}">
                    <a16:creationId xmlns:a16="http://schemas.microsoft.com/office/drawing/2014/main" id="{6984F04D-B145-0A72-33AB-54D13B699132}"/>
                  </a:ext>
                </a:extLst>
              </p:cNvPr>
              <p:cNvSpPr/>
              <p:nvPr/>
            </p:nvSpPr>
            <p:spPr>
              <a:xfrm>
                <a:off x="8319200" y="3940989"/>
                <a:ext cx="118774" cy="66167"/>
              </a:xfrm>
              <a:custGeom>
                <a:avLst/>
                <a:gdLst>
                  <a:gd name="connsiteX0" fmla="*/ 113907 w 118774"/>
                  <a:gd name="connsiteY0" fmla="*/ 66167 h 66167"/>
                  <a:gd name="connsiteX1" fmla="*/ 5841 w 118774"/>
                  <a:gd name="connsiteY1" fmla="*/ 66167 h 66167"/>
                  <a:gd name="connsiteX2" fmla="*/ 0 w 118774"/>
                  <a:gd name="connsiteY2" fmla="*/ 60329 h 66167"/>
                  <a:gd name="connsiteX3" fmla="*/ 0 w 118774"/>
                  <a:gd name="connsiteY3" fmla="*/ 44760 h 66167"/>
                  <a:gd name="connsiteX4" fmla="*/ 21418 w 118774"/>
                  <a:gd name="connsiteY4" fmla="*/ 23353 h 66167"/>
                  <a:gd name="connsiteX5" fmla="*/ 31154 w 118774"/>
                  <a:gd name="connsiteY5" fmla="*/ 23353 h 66167"/>
                  <a:gd name="connsiteX6" fmla="*/ 59387 w 118774"/>
                  <a:gd name="connsiteY6" fmla="*/ 0 h 66167"/>
                  <a:gd name="connsiteX7" fmla="*/ 87621 w 118774"/>
                  <a:gd name="connsiteY7" fmla="*/ 23353 h 66167"/>
                  <a:gd name="connsiteX8" fmla="*/ 97356 w 118774"/>
                  <a:gd name="connsiteY8" fmla="*/ 23353 h 66167"/>
                  <a:gd name="connsiteX9" fmla="*/ 118775 w 118774"/>
                  <a:gd name="connsiteY9" fmla="*/ 44760 h 66167"/>
                  <a:gd name="connsiteX10" fmla="*/ 118775 w 118774"/>
                  <a:gd name="connsiteY10" fmla="*/ 60329 h 66167"/>
                  <a:gd name="connsiteX11" fmla="*/ 113907 w 118774"/>
                  <a:gd name="connsiteY11" fmla="*/ 66167 h 66167"/>
                  <a:gd name="connsiteX12" fmla="*/ 11683 w 118774"/>
                  <a:gd name="connsiteY12" fmla="*/ 54491 h 66167"/>
                  <a:gd name="connsiteX13" fmla="*/ 108065 w 118774"/>
                  <a:gd name="connsiteY13" fmla="*/ 54491 h 66167"/>
                  <a:gd name="connsiteX14" fmla="*/ 108065 w 118774"/>
                  <a:gd name="connsiteY14" fmla="*/ 44760 h 66167"/>
                  <a:gd name="connsiteX15" fmla="*/ 98330 w 118774"/>
                  <a:gd name="connsiteY15" fmla="*/ 35030 h 66167"/>
                  <a:gd name="connsiteX16" fmla="*/ 82753 w 118774"/>
                  <a:gd name="connsiteY16" fmla="*/ 35030 h 66167"/>
                  <a:gd name="connsiteX17" fmla="*/ 76911 w 118774"/>
                  <a:gd name="connsiteY17" fmla="*/ 29191 h 66167"/>
                  <a:gd name="connsiteX18" fmla="*/ 59387 w 118774"/>
                  <a:gd name="connsiteY18" fmla="*/ 11677 h 66167"/>
                  <a:gd name="connsiteX19" fmla="*/ 41863 w 118774"/>
                  <a:gd name="connsiteY19" fmla="*/ 29191 h 66167"/>
                  <a:gd name="connsiteX20" fmla="*/ 36022 w 118774"/>
                  <a:gd name="connsiteY20" fmla="*/ 35030 h 66167"/>
                  <a:gd name="connsiteX21" fmla="*/ 20445 w 118774"/>
                  <a:gd name="connsiteY21" fmla="*/ 35030 h 66167"/>
                  <a:gd name="connsiteX22" fmla="*/ 10709 w 118774"/>
                  <a:gd name="connsiteY22" fmla="*/ 44760 h 66167"/>
                  <a:gd name="connsiteX23" fmla="*/ 10709 w 118774"/>
                  <a:gd name="connsiteY23" fmla="*/ 54491 h 66167"/>
                  <a:gd name="connsiteX24" fmla="*/ 11683 w 118774"/>
                  <a:gd name="connsiteY24" fmla="*/ 54491 h 66167"/>
                  <a:gd name="connsiteX25" fmla="*/ 88594 w 118774"/>
                  <a:gd name="connsiteY25" fmla="*/ 29191 h 66167"/>
                  <a:gd name="connsiteX26" fmla="*/ 88594 w 118774"/>
                  <a:gd name="connsiteY26" fmla="*/ 29191 h 66167"/>
                  <a:gd name="connsiteX27" fmla="*/ 88594 w 118774"/>
                  <a:gd name="connsiteY27" fmla="*/ 29191 h 6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8774" h="66167">
                    <a:moveTo>
                      <a:pt x="113907" y="66167"/>
                    </a:moveTo>
                    <a:lnTo>
                      <a:pt x="5841" y="66167"/>
                    </a:lnTo>
                    <a:cubicBezTo>
                      <a:pt x="2921" y="66167"/>
                      <a:pt x="0" y="63248"/>
                      <a:pt x="0" y="60329"/>
                    </a:cubicBezTo>
                    <a:lnTo>
                      <a:pt x="0" y="44760"/>
                    </a:lnTo>
                    <a:cubicBezTo>
                      <a:pt x="0" y="33084"/>
                      <a:pt x="9736" y="23353"/>
                      <a:pt x="21418" y="23353"/>
                    </a:cubicBezTo>
                    <a:lnTo>
                      <a:pt x="31154" y="23353"/>
                    </a:lnTo>
                    <a:cubicBezTo>
                      <a:pt x="34075" y="9730"/>
                      <a:pt x="45757" y="0"/>
                      <a:pt x="59387" y="0"/>
                    </a:cubicBezTo>
                    <a:cubicBezTo>
                      <a:pt x="73017" y="0"/>
                      <a:pt x="84700" y="9730"/>
                      <a:pt x="87621" y="23353"/>
                    </a:cubicBezTo>
                    <a:lnTo>
                      <a:pt x="97356" y="23353"/>
                    </a:lnTo>
                    <a:cubicBezTo>
                      <a:pt x="109039" y="23353"/>
                      <a:pt x="118775" y="33084"/>
                      <a:pt x="118775" y="44760"/>
                    </a:cubicBezTo>
                    <a:lnTo>
                      <a:pt x="118775" y="60329"/>
                    </a:lnTo>
                    <a:cubicBezTo>
                      <a:pt x="118775" y="63248"/>
                      <a:pt x="116828" y="66167"/>
                      <a:pt x="113907" y="66167"/>
                    </a:cubicBezTo>
                    <a:close/>
                    <a:moveTo>
                      <a:pt x="11683" y="54491"/>
                    </a:moveTo>
                    <a:lnTo>
                      <a:pt x="108065" y="54491"/>
                    </a:lnTo>
                    <a:lnTo>
                      <a:pt x="108065" y="44760"/>
                    </a:lnTo>
                    <a:cubicBezTo>
                      <a:pt x="108065" y="39895"/>
                      <a:pt x="104171" y="35030"/>
                      <a:pt x="98330" y="35030"/>
                    </a:cubicBezTo>
                    <a:lnTo>
                      <a:pt x="82753" y="35030"/>
                    </a:lnTo>
                    <a:cubicBezTo>
                      <a:pt x="79832" y="35030"/>
                      <a:pt x="76911" y="32111"/>
                      <a:pt x="76911" y="29191"/>
                    </a:cubicBezTo>
                    <a:cubicBezTo>
                      <a:pt x="76911" y="19461"/>
                      <a:pt x="69123" y="11677"/>
                      <a:pt x="59387" y="11677"/>
                    </a:cubicBezTo>
                    <a:cubicBezTo>
                      <a:pt x="49652" y="11677"/>
                      <a:pt x="41863" y="19461"/>
                      <a:pt x="41863" y="29191"/>
                    </a:cubicBezTo>
                    <a:cubicBezTo>
                      <a:pt x="41863" y="32111"/>
                      <a:pt x="38943" y="35030"/>
                      <a:pt x="36022" y="35030"/>
                    </a:cubicBezTo>
                    <a:lnTo>
                      <a:pt x="20445" y="35030"/>
                    </a:lnTo>
                    <a:cubicBezTo>
                      <a:pt x="15577" y="35030"/>
                      <a:pt x="10709" y="38922"/>
                      <a:pt x="10709" y="44760"/>
                    </a:cubicBezTo>
                    <a:lnTo>
                      <a:pt x="10709" y="54491"/>
                    </a:lnTo>
                    <a:lnTo>
                      <a:pt x="11683" y="54491"/>
                    </a:lnTo>
                    <a:close/>
                    <a:moveTo>
                      <a:pt x="88594" y="29191"/>
                    </a:moveTo>
                    <a:lnTo>
                      <a:pt x="88594" y="29191"/>
                    </a:lnTo>
                    <a:lnTo>
                      <a:pt x="88594" y="29191"/>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475" name="Graphic 450">
            <a:extLst>
              <a:ext uri="{FF2B5EF4-FFF2-40B4-BE49-F238E27FC236}">
                <a16:creationId xmlns:a16="http://schemas.microsoft.com/office/drawing/2014/main" id="{17A4915F-ADCF-A775-1401-089E80F45D3B}"/>
              </a:ext>
            </a:extLst>
          </p:cNvPr>
          <p:cNvGrpSpPr/>
          <p:nvPr/>
        </p:nvGrpSpPr>
        <p:grpSpPr>
          <a:xfrm>
            <a:off x="10532951" y="2760834"/>
            <a:ext cx="558825" cy="558528"/>
            <a:chOff x="8943254" y="1455829"/>
            <a:chExt cx="558825" cy="558528"/>
          </a:xfrm>
        </p:grpSpPr>
        <p:sp>
          <p:nvSpPr>
            <p:cNvPr id="476" name="Freeform 475">
              <a:extLst>
                <a:ext uri="{FF2B5EF4-FFF2-40B4-BE49-F238E27FC236}">
                  <a16:creationId xmlns:a16="http://schemas.microsoft.com/office/drawing/2014/main" id="{D7AEA40F-FAEB-53FE-07FD-B34896B2F527}"/>
                </a:ext>
              </a:extLst>
            </p:cNvPr>
            <p:cNvSpPr/>
            <p:nvPr/>
          </p:nvSpPr>
          <p:spPr>
            <a:xfrm>
              <a:off x="8943254" y="1455829"/>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477" name="Graphic 450">
              <a:extLst>
                <a:ext uri="{FF2B5EF4-FFF2-40B4-BE49-F238E27FC236}">
                  <a16:creationId xmlns:a16="http://schemas.microsoft.com/office/drawing/2014/main" id="{6E4E40AD-EBE0-E409-6852-BAC02EE3E331}"/>
                </a:ext>
              </a:extLst>
            </p:cNvPr>
            <p:cNvGrpSpPr/>
            <p:nvPr/>
          </p:nvGrpSpPr>
          <p:grpSpPr>
            <a:xfrm>
              <a:off x="9097077" y="1536592"/>
              <a:ext cx="257020" cy="395056"/>
              <a:chOff x="9097077" y="1536592"/>
              <a:chExt cx="257020" cy="395056"/>
            </a:xfrm>
            <a:solidFill>
              <a:srgbClr val="FFFFFF"/>
            </a:solidFill>
          </p:grpSpPr>
          <p:sp>
            <p:nvSpPr>
              <p:cNvPr id="478" name="Freeform 477">
                <a:extLst>
                  <a:ext uri="{FF2B5EF4-FFF2-40B4-BE49-F238E27FC236}">
                    <a16:creationId xmlns:a16="http://schemas.microsoft.com/office/drawing/2014/main" id="{8E701E59-9E03-FAC2-5572-3A3C6415C9C2}"/>
                  </a:ext>
                </a:extLst>
              </p:cNvPr>
              <p:cNvSpPr/>
              <p:nvPr/>
            </p:nvSpPr>
            <p:spPr>
              <a:xfrm>
                <a:off x="9097077" y="1536592"/>
                <a:ext cx="257020" cy="395056"/>
              </a:xfrm>
              <a:custGeom>
                <a:avLst/>
                <a:gdLst>
                  <a:gd name="connsiteX0" fmla="*/ 237550 w 257020"/>
                  <a:gd name="connsiteY0" fmla="*/ 111900 h 395056"/>
                  <a:gd name="connsiteX1" fmla="*/ 257021 w 257020"/>
                  <a:gd name="connsiteY1" fmla="*/ 92439 h 395056"/>
                  <a:gd name="connsiteX2" fmla="*/ 257021 w 257020"/>
                  <a:gd name="connsiteY2" fmla="*/ 19461 h 395056"/>
                  <a:gd name="connsiteX3" fmla="*/ 237550 w 257020"/>
                  <a:gd name="connsiteY3" fmla="*/ 0 h 395056"/>
                  <a:gd name="connsiteX4" fmla="*/ 19471 w 257020"/>
                  <a:gd name="connsiteY4" fmla="*/ 0 h 395056"/>
                  <a:gd name="connsiteX5" fmla="*/ 0 w 257020"/>
                  <a:gd name="connsiteY5" fmla="*/ 19461 h 395056"/>
                  <a:gd name="connsiteX6" fmla="*/ 0 w 257020"/>
                  <a:gd name="connsiteY6" fmla="*/ 92439 h 395056"/>
                  <a:gd name="connsiteX7" fmla="*/ 19471 w 257020"/>
                  <a:gd name="connsiteY7" fmla="*/ 111900 h 395056"/>
                  <a:gd name="connsiteX8" fmla="*/ 26286 w 257020"/>
                  <a:gd name="connsiteY8" fmla="*/ 111900 h 395056"/>
                  <a:gd name="connsiteX9" fmla="*/ 26286 w 257020"/>
                  <a:gd name="connsiteY9" fmla="*/ 217962 h 395056"/>
                  <a:gd name="connsiteX10" fmla="*/ 19471 w 257020"/>
                  <a:gd name="connsiteY10" fmla="*/ 217962 h 395056"/>
                  <a:gd name="connsiteX11" fmla="*/ 0 w 257020"/>
                  <a:gd name="connsiteY11" fmla="*/ 237423 h 395056"/>
                  <a:gd name="connsiteX12" fmla="*/ 0 w 257020"/>
                  <a:gd name="connsiteY12" fmla="*/ 375596 h 395056"/>
                  <a:gd name="connsiteX13" fmla="*/ 19471 w 257020"/>
                  <a:gd name="connsiteY13" fmla="*/ 395057 h 395056"/>
                  <a:gd name="connsiteX14" fmla="*/ 237550 w 257020"/>
                  <a:gd name="connsiteY14" fmla="*/ 395057 h 395056"/>
                  <a:gd name="connsiteX15" fmla="*/ 257021 w 257020"/>
                  <a:gd name="connsiteY15" fmla="*/ 375596 h 395056"/>
                  <a:gd name="connsiteX16" fmla="*/ 257021 w 257020"/>
                  <a:gd name="connsiteY16" fmla="*/ 237423 h 395056"/>
                  <a:gd name="connsiteX17" fmla="*/ 237550 w 257020"/>
                  <a:gd name="connsiteY17" fmla="*/ 217962 h 395056"/>
                  <a:gd name="connsiteX18" fmla="*/ 230734 w 257020"/>
                  <a:gd name="connsiteY18" fmla="*/ 217962 h 395056"/>
                  <a:gd name="connsiteX19" fmla="*/ 230734 w 257020"/>
                  <a:gd name="connsiteY19" fmla="*/ 111900 h 395056"/>
                  <a:gd name="connsiteX20" fmla="*/ 237550 w 257020"/>
                  <a:gd name="connsiteY20" fmla="*/ 111900 h 395056"/>
                  <a:gd name="connsiteX21" fmla="*/ 237550 w 257020"/>
                  <a:gd name="connsiteY21" fmla="*/ 234504 h 395056"/>
                  <a:gd name="connsiteX22" fmla="*/ 239497 w 257020"/>
                  <a:gd name="connsiteY22" fmla="*/ 236450 h 395056"/>
                  <a:gd name="connsiteX23" fmla="*/ 239497 w 257020"/>
                  <a:gd name="connsiteY23" fmla="*/ 374623 h 395056"/>
                  <a:gd name="connsiteX24" fmla="*/ 237550 w 257020"/>
                  <a:gd name="connsiteY24" fmla="*/ 376569 h 395056"/>
                  <a:gd name="connsiteX25" fmla="*/ 19471 w 257020"/>
                  <a:gd name="connsiteY25" fmla="*/ 376569 h 395056"/>
                  <a:gd name="connsiteX26" fmla="*/ 17524 w 257020"/>
                  <a:gd name="connsiteY26" fmla="*/ 374623 h 395056"/>
                  <a:gd name="connsiteX27" fmla="*/ 17524 w 257020"/>
                  <a:gd name="connsiteY27" fmla="*/ 236450 h 395056"/>
                  <a:gd name="connsiteX28" fmla="*/ 19471 w 257020"/>
                  <a:gd name="connsiteY28" fmla="*/ 234504 h 395056"/>
                  <a:gd name="connsiteX29" fmla="*/ 88594 w 257020"/>
                  <a:gd name="connsiteY29" fmla="*/ 234504 h 395056"/>
                  <a:gd name="connsiteX30" fmla="*/ 169400 w 257020"/>
                  <a:gd name="connsiteY30" fmla="*/ 234504 h 395056"/>
                  <a:gd name="connsiteX31" fmla="*/ 237550 w 257020"/>
                  <a:gd name="connsiteY31" fmla="*/ 234504 h 395056"/>
                  <a:gd name="connsiteX32" fmla="*/ 153823 w 257020"/>
                  <a:gd name="connsiteY32" fmla="*/ 181960 h 395056"/>
                  <a:gd name="connsiteX33" fmla="*/ 162585 w 257020"/>
                  <a:gd name="connsiteY33" fmla="*/ 159580 h 395056"/>
                  <a:gd name="connsiteX34" fmla="*/ 128510 w 257020"/>
                  <a:gd name="connsiteY34" fmla="*/ 126496 h 395056"/>
                  <a:gd name="connsiteX35" fmla="*/ 94436 w 257020"/>
                  <a:gd name="connsiteY35" fmla="*/ 159580 h 395056"/>
                  <a:gd name="connsiteX36" fmla="*/ 103198 w 257020"/>
                  <a:gd name="connsiteY36" fmla="*/ 181960 h 395056"/>
                  <a:gd name="connsiteX37" fmla="*/ 79832 w 257020"/>
                  <a:gd name="connsiteY37" fmla="*/ 215043 h 395056"/>
                  <a:gd name="connsiteX38" fmla="*/ 79832 w 257020"/>
                  <a:gd name="connsiteY38" fmla="*/ 217962 h 395056"/>
                  <a:gd name="connsiteX39" fmla="*/ 42837 w 257020"/>
                  <a:gd name="connsiteY39" fmla="*/ 217962 h 395056"/>
                  <a:gd name="connsiteX40" fmla="*/ 42837 w 257020"/>
                  <a:gd name="connsiteY40" fmla="*/ 111900 h 395056"/>
                  <a:gd name="connsiteX41" fmla="*/ 214184 w 257020"/>
                  <a:gd name="connsiteY41" fmla="*/ 111900 h 395056"/>
                  <a:gd name="connsiteX42" fmla="*/ 214184 w 257020"/>
                  <a:gd name="connsiteY42" fmla="*/ 217962 h 395056"/>
                  <a:gd name="connsiteX43" fmla="*/ 177188 w 257020"/>
                  <a:gd name="connsiteY43" fmla="*/ 217962 h 395056"/>
                  <a:gd name="connsiteX44" fmla="*/ 177188 w 257020"/>
                  <a:gd name="connsiteY44" fmla="*/ 215043 h 395056"/>
                  <a:gd name="connsiteX45" fmla="*/ 153823 w 257020"/>
                  <a:gd name="connsiteY45" fmla="*/ 181960 h 395056"/>
                  <a:gd name="connsiteX46" fmla="*/ 116828 w 257020"/>
                  <a:gd name="connsiteY46" fmla="*/ 196555 h 395056"/>
                  <a:gd name="connsiteX47" fmla="*/ 141167 w 257020"/>
                  <a:gd name="connsiteY47" fmla="*/ 196555 h 395056"/>
                  <a:gd name="connsiteX48" fmla="*/ 160638 w 257020"/>
                  <a:gd name="connsiteY48" fmla="*/ 215043 h 395056"/>
                  <a:gd name="connsiteX49" fmla="*/ 160638 w 257020"/>
                  <a:gd name="connsiteY49" fmla="*/ 217962 h 395056"/>
                  <a:gd name="connsiteX50" fmla="*/ 96383 w 257020"/>
                  <a:gd name="connsiteY50" fmla="*/ 217962 h 395056"/>
                  <a:gd name="connsiteX51" fmla="*/ 96383 w 257020"/>
                  <a:gd name="connsiteY51" fmla="*/ 215043 h 395056"/>
                  <a:gd name="connsiteX52" fmla="*/ 116828 w 257020"/>
                  <a:gd name="connsiteY52" fmla="*/ 196555 h 395056"/>
                  <a:gd name="connsiteX53" fmla="*/ 110986 w 257020"/>
                  <a:gd name="connsiteY53" fmla="*/ 159580 h 395056"/>
                  <a:gd name="connsiteX54" fmla="*/ 128510 w 257020"/>
                  <a:gd name="connsiteY54" fmla="*/ 143038 h 395056"/>
                  <a:gd name="connsiteX55" fmla="*/ 146035 w 257020"/>
                  <a:gd name="connsiteY55" fmla="*/ 159580 h 395056"/>
                  <a:gd name="connsiteX56" fmla="*/ 128510 w 257020"/>
                  <a:gd name="connsiteY56" fmla="*/ 176121 h 395056"/>
                  <a:gd name="connsiteX57" fmla="*/ 110986 w 257020"/>
                  <a:gd name="connsiteY57" fmla="*/ 159580 h 395056"/>
                  <a:gd name="connsiteX58" fmla="*/ 19471 w 257020"/>
                  <a:gd name="connsiteY58" fmla="*/ 94385 h 395056"/>
                  <a:gd name="connsiteX59" fmla="*/ 17524 w 257020"/>
                  <a:gd name="connsiteY59" fmla="*/ 92439 h 395056"/>
                  <a:gd name="connsiteX60" fmla="*/ 17524 w 257020"/>
                  <a:gd name="connsiteY60" fmla="*/ 19461 h 395056"/>
                  <a:gd name="connsiteX61" fmla="*/ 19471 w 257020"/>
                  <a:gd name="connsiteY61" fmla="*/ 17515 h 395056"/>
                  <a:gd name="connsiteX62" fmla="*/ 237550 w 257020"/>
                  <a:gd name="connsiteY62" fmla="*/ 17515 h 395056"/>
                  <a:gd name="connsiteX63" fmla="*/ 239497 w 257020"/>
                  <a:gd name="connsiteY63" fmla="*/ 19461 h 395056"/>
                  <a:gd name="connsiteX64" fmla="*/ 239497 w 257020"/>
                  <a:gd name="connsiteY64" fmla="*/ 92439 h 395056"/>
                  <a:gd name="connsiteX65" fmla="*/ 237550 w 257020"/>
                  <a:gd name="connsiteY65" fmla="*/ 94385 h 395056"/>
                  <a:gd name="connsiteX66" fmla="*/ 19471 w 257020"/>
                  <a:gd name="connsiteY66" fmla="*/ 94385 h 395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7020" h="395056">
                    <a:moveTo>
                      <a:pt x="237550" y="111900"/>
                    </a:moveTo>
                    <a:cubicBezTo>
                      <a:pt x="248259" y="111900"/>
                      <a:pt x="257021" y="103143"/>
                      <a:pt x="257021" y="92439"/>
                    </a:cubicBezTo>
                    <a:lnTo>
                      <a:pt x="257021" y="19461"/>
                    </a:lnTo>
                    <a:cubicBezTo>
                      <a:pt x="257021" y="8757"/>
                      <a:pt x="248259" y="0"/>
                      <a:pt x="237550" y="0"/>
                    </a:cubicBezTo>
                    <a:lnTo>
                      <a:pt x="19471" y="0"/>
                    </a:lnTo>
                    <a:cubicBezTo>
                      <a:pt x="8762" y="0"/>
                      <a:pt x="0" y="8757"/>
                      <a:pt x="0" y="19461"/>
                    </a:cubicBezTo>
                    <a:lnTo>
                      <a:pt x="0" y="92439"/>
                    </a:lnTo>
                    <a:cubicBezTo>
                      <a:pt x="0" y="103143"/>
                      <a:pt x="8762" y="111900"/>
                      <a:pt x="19471" y="111900"/>
                    </a:cubicBezTo>
                    <a:lnTo>
                      <a:pt x="26286" y="111900"/>
                    </a:lnTo>
                    <a:lnTo>
                      <a:pt x="26286" y="217962"/>
                    </a:lnTo>
                    <a:lnTo>
                      <a:pt x="19471" y="217962"/>
                    </a:lnTo>
                    <a:cubicBezTo>
                      <a:pt x="8762" y="217962"/>
                      <a:pt x="0" y="226720"/>
                      <a:pt x="0" y="237423"/>
                    </a:cubicBezTo>
                    <a:lnTo>
                      <a:pt x="0" y="375596"/>
                    </a:lnTo>
                    <a:cubicBezTo>
                      <a:pt x="0" y="386299"/>
                      <a:pt x="8762" y="395057"/>
                      <a:pt x="19471" y="395057"/>
                    </a:cubicBezTo>
                    <a:lnTo>
                      <a:pt x="237550" y="395057"/>
                    </a:lnTo>
                    <a:cubicBezTo>
                      <a:pt x="248259" y="395057"/>
                      <a:pt x="257021" y="386299"/>
                      <a:pt x="257021" y="375596"/>
                    </a:cubicBezTo>
                    <a:lnTo>
                      <a:pt x="257021" y="237423"/>
                    </a:lnTo>
                    <a:cubicBezTo>
                      <a:pt x="257021" y="226720"/>
                      <a:pt x="248259" y="217962"/>
                      <a:pt x="237550" y="217962"/>
                    </a:cubicBezTo>
                    <a:lnTo>
                      <a:pt x="230734" y="217962"/>
                    </a:lnTo>
                    <a:lnTo>
                      <a:pt x="230734" y="111900"/>
                    </a:lnTo>
                    <a:lnTo>
                      <a:pt x="237550" y="111900"/>
                    </a:lnTo>
                    <a:close/>
                    <a:moveTo>
                      <a:pt x="237550" y="234504"/>
                    </a:moveTo>
                    <a:cubicBezTo>
                      <a:pt x="238523" y="234504"/>
                      <a:pt x="239497" y="235477"/>
                      <a:pt x="239497" y="236450"/>
                    </a:cubicBezTo>
                    <a:lnTo>
                      <a:pt x="239497" y="374623"/>
                    </a:lnTo>
                    <a:cubicBezTo>
                      <a:pt x="239497" y="375596"/>
                      <a:pt x="238523" y="376569"/>
                      <a:pt x="237550" y="376569"/>
                    </a:cubicBezTo>
                    <a:lnTo>
                      <a:pt x="19471" y="376569"/>
                    </a:lnTo>
                    <a:cubicBezTo>
                      <a:pt x="18498" y="376569"/>
                      <a:pt x="17524" y="375596"/>
                      <a:pt x="17524" y="374623"/>
                    </a:cubicBezTo>
                    <a:lnTo>
                      <a:pt x="17524" y="236450"/>
                    </a:lnTo>
                    <a:cubicBezTo>
                      <a:pt x="17524" y="235477"/>
                      <a:pt x="18498" y="234504"/>
                      <a:pt x="19471" y="234504"/>
                    </a:cubicBezTo>
                    <a:lnTo>
                      <a:pt x="88594" y="234504"/>
                    </a:lnTo>
                    <a:lnTo>
                      <a:pt x="169400" y="234504"/>
                    </a:lnTo>
                    <a:lnTo>
                      <a:pt x="237550" y="234504"/>
                    </a:lnTo>
                    <a:close/>
                    <a:moveTo>
                      <a:pt x="153823" y="181960"/>
                    </a:moveTo>
                    <a:cubicBezTo>
                      <a:pt x="159664" y="176121"/>
                      <a:pt x="162585" y="168337"/>
                      <a:pt x="162585" y="159580"/>
                    </a:cubicBezTo>
                    <a:cubicBezTo>
                      <a:pt x="162585" y="141092"/>
                      <a:pt x="147008" y="126496"/>
                      <a:pt x="128510" y="126496"/>
                    </a:cubicBezTo>
                    <a:cubicBezTo>
                      <a:pt x="110013" y="126496"/>
                      <a:pt x="94436" y="141092"/>
                      <a:pt x="94436" y="159580"/>
                    </a:cubicBezTo>
                    <a:cubicBezTo>
                      <a:pt x="94436" y="168337"/>
                      <a:pt x="97356" y="176121"/>
                      <a:pt x="103198" y="181960"/>
                    </a:cubicBezTo>
                    <a:cubicBezTo>
                      <a:pt x="89568" y="186825"/>
                      <a:pt x="79832" y="200447"/>
                      <a:pt x="79832" y="215043"/>
                    </a:cubicBezTo>
                    <a:lnTo>
                      <a:pt x="79832" y="217962"/>
                    </a:lnTo>
                    <a:lnTo>
                      <a:pt x="42837" y="217962"/>
                    </a:lnTo>
                    <a:lnTo>
                      <a:pt x="42837" y="111900"/>
                    </a:lnTo>
                    <a:lnTo>
                      <a:pt x="214184" y="111900"/>
                    </a:lnTo>
                    <a:lnTo>
                      <a:pt x="214184" y="217962"/>
                    </a:lnTo>
                    <a:lnTo>
                      <a:pt x="177188" y="217962"/>
                    </a:lnTo>
                    <a:lnTo>
                      <a:pt x="177188" y="215043"/>
                    </a:lnTo>
                    <a:cubicBezTo>
                      <a:pt x="177188" y="199474"/>
                      <a:pt x="167453" y="186825"/>
                      <a:pt x="153823" y="181960"/>
                    </a:cubicBezTo>
                    <a:close/>
                    <a:moveTo>
                      <a:pt x="116828" y="196555"/>
                    </a:moveTo>
                    <a:lnTo>
                      <a:pt x="141167" y="196555"/>
                    </a:lnTo>
                    <a:cubicBezTo>
                      <a:pt x="151876" y="196555"/>
                      <a:pt x="160638" y="205313"/>
                      <a:pt x="160638" y="215043"/>
                    </a:cubicBezTo>
                    <a:lnTo>
                      <a:pt x="160638" y="217962"/>
                    </a:lnTo>
                    <a:lnTo>
                      <a:pt x="96383" y="217962"/>
                    </a:lnTo>
                    <a:lnTo>
                      <a:pt x="96383" y="215043"/>
                    </a:lnTo>
                    <a:cubicBezTo>
                      <a:pt x="96383" y="204340"/>
                      <a:pt x="105145" y="196555"/>
                      <a:pt x="116828" y="196555"/>
                    </a:cubicBezTo>
                    <a:close/>
                    <a:moveTo>
                      <a:pt x="110986" y="159580"/>
                    </a:moveTo>
                    <a:cubicBezTo>
                      <a:pt x="110986" y="150822"/>
                      <a:pt x="118775" y="143038"/>
                      <a:pt x="128510" y="143038"/>
                    </a:cubicBezTo>
                    <a:cubicBezTo>
                      <a:pt x="138246" y="143038"/>
                      <a:pt x="146035" y="149849"/>
                      <a:pt x="146035" y="159580"/>
                    </a:cubicBezTo>
                    <a:cubicBezTo>
                      <a:pt x="146035" y="168337"/>
                      <a:pt x="138246" y="176121"/>
                      <a:pt x="128510" y="176121"/>
                    </a:cubicBezTo>
                    <a:cubicBezTo>
                      <a:pt x="118775" y="176121"/>
                      <a:pt x="110986" y="168337"/>
                      <a:pt x="110986" y="159580"/>
                    </a:cubicBezTo>
                    <a:close/>
                    <a:moveTo>
                      <a:pt x="19471" y="94385"/>
                    </a:moveTo>
                    <a:cubicBezTo>
                      <a:pt x="18498" y="94385"/>
                      <a:pt x="17524" y="93412"/>
                      <a:pt x="17524" y="92439"/>
                    </a:cubicBezTo>
                    <a:lnTo>
                      <a:pt x="17524" y="19461"/>
                    </a:lnTo>
                    <a:cubicBezTo>
                      <a:pt x="17524" y="18488"/>
                      <a:pt x="18498" y="17515"/>
                      <a:pt x="19471" y="17515"/>
                    </a:cubicBezTo>
                    <a:lnTo>
                      <a:pt x="237550" y="17515"/>
                    </a:lnTo>
                    <a:cubicBezTo>
                      <a:pt x="238523" y="17515"/>
                      <a:pt x="239497" y="18488"/>
                      <a:pt x="239497" y="19461"/>
                    </a:cubicBezTo>
                    <a:lnTo>
                      <a:pt x="239497" y="92439"/>
                    </a:lnTo>
                    <a:cubicBezTo>
                      <a:pt x="239497" y="93412"/>
                      <a:pt x="238523" y="94385"/>
                      <a:pt x="237550" y="94385"/>
                    </a:cubicBezTo>
                    <a:lnTo>
                      <a:pt x="19471" y="943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79" name="Freeform 478">
                <a:extLst>
                  <a:ext uri="{FF2B5EF4-FFF2-40B4-BE49-F238E27FC236}">
                    <a16:creationId xmlns:a16="http://schemas.microsoft.com/office/drawing/2014/main" id="{CEF0A084-8A12-0975-4445-E110969DD977}"/>
                  </a:ext>
                </a:extLst>
              </p:cNvPr>
              <p:cNvSpPr/>
              <p:nvPr/>
            </p:nvSpPr>
            <p:spPr>
              <a:xfrm>
                <a:off x="9144782" y="1565783"/>
                <a:ext cx="161762" cy="52544"/>
              </a:xfrm>
              <a:custGeom>
                <a:avLst/>
                <a:gdLst>
                  <a:gd name="connsiteX0" fmla="*/ 154797 w 161762"/>
                  <a:gd name="connsiteY0" fmla="*/ 0 h 52544"/>
                  <a:gd name="connsiteX1" fmla="*/ 6815 w 161762"/>
                  <a:gd name="connsiteY1" fmla="*/ 0 h 52544"/>
                  <a:gd name="connsiteX2" fmla="*/ 0 w 161762"/>
                  <a:gd name="connsiteY2" fmla="*/ 6811 h 52544"/>
                  <a:gd name="connsiteX3" fmla="*/ 0 w 161762"/>
                  <a:gd name="connsiteY3" fmla="*/ 45733 h 52544"/>
                  <a:gd name="connsiteX4" fmla="*/ 6815 w 161762"/>
                  <a:gd name="connsiteY4" fmla="*/ 52544 h 52544"/>
                  <a:gd name="connsiteX5" fmla="*/ 154797 w 161762"/>
                  <a:gd name="connsiteY5" fmla="*/ 52544 h 52544"/>
                  <a:gd name="connsiteX6" fmla="*/ 161612 w 161762"/>
                  <a:gd name="connsiteY6" fmla="*/ 45733 h 52544"/>
                  <a:gd name="connsiteX7" fmla="*/ 161612 w 161762"/>
                  <a:gd name="connsiteY7" fmla="*/ 6811 h 52544"/>
                  <a:gd name="connsiteX8" fmla="*/ 154797 w 161762"/>
                  <a:gd name="connsiteY8" fmla="*/ 0 h 52544"/>
                  <a:gd name="connsiteX9" fmla="*/ 147982 w 161762"/>
                  <a:gd name="connsiteY9" fmla="*/ 38922 h 52544"/>
                  <a:gd name="connsiteX10" fmla="*/ 13630 w 161762"/>
                  <a:gd name="connsiteY10" fmla="*/ 38922 h 52544"/>
                  <a:gd name="connsiteX11" fmla="*/ 13630 w 161762"/>
                  <a:gd name="connsiteY11" fmla="*/ 14596 h 52544"/>
                  <a:gd name="connsiteX12" fmla="*/ 147982 w 161762"/>
                  <a:gd name="connsiteY12" fmla="*/ 14596 h 52544"/>
                  <a:gd name="connsiteX13" fmla="*/ 147982 w 161762"/>
                  <a:gd name="connsiteY13" fmla="*/ 38922 h 5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762" h="52544">
                    <a:moveTo>
                      <a:pt x="154797" y="0"/>
                    </a:moveTo>
                    <a:lnTo>
                      <a:pt x="6815" y="0"/>
                    </a:lnTo>
                    <a:cubicBezTo>
                      <a:pt x="2921" y="0"/>
                      <a:pt x="0" y="2919"/>
                      <a:pt x="0" y="6811"/>
                    </a:cubicBezTo>
                    <a:lnTo>
                      <a:pt x="0" y="45733"/>
                    </a:lnTo>
                    <a:cubicBezTo>
                      <a:pt x="0" y="49625"/>
                      <a:pt x="2921" y="52544"/>
                      <a:pt x="6815" y="52544"/>
                    </a:cubicBezTo>
                    <a:lnTo>
                      <a:pt x="154797" y="52544"/>
                    </a:lnTo>
                    <a:cubicBezTo>
                      <a:pt x="158691" y="52544"/>
                      <a:pt x="161612" y="49625"/>
                      <a:pt x="161612" y="45733"/>
                    </a:cubicBezTo>
                    <a:lnTo>
                      <a:pt x="161612" y="6811"/>
                    </a:lnTo>
                    <a:cubicBezTo>
                      <a:pt x="162585" y="2919"/>
                      <a:pt x="158691" y="0"/>
                      <a:pt x="154797" y="0"/>
                    </a:cubicBezTo>
                    <a:close/>
                    <a:moveTo>
                      <a:pt x="147982" y="38922"/>
                    </a:moveTo>
                    <a:lnTo>
                      <a:pt x="13630" y="38922"/>
                    </a:lnTo>
                    <a:lnTo>
                      <a:pt x="13630" y="14596"/>
                    </a:lnTo>
                    <a:lnTo>
                      <a:pt x="147982" y="14596"/>
                    </a:lnTo>
                    <a:lnTo>
                      <a:pt x="147982" y="3892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578" name="Graphic 450">
            <a:extLst>
              <a:ext uri="{FF2B5EF4-FFF2-40B4-BE49-F238E27FC236}">
                <a16:creationId xmlns:a16="http://schemas.microsoft.com/office/drawing/2014/main" id="{5338314A-A710-2A68-D5FF-AA3E6E5AD72F}"/>
              </a:ext>
            </a:extLst>
          </p:cNvPr>
          <p:cNvGrpSpPr/>
          <p:nvPr/>
        </p:nvGrpSpPr>
        <p:grpSpPr>
          <a:xfrm>
            <a:off x="9439714" y="2760834"/>
            <a:ext cx="558825" cy="558528"/>
            <a:chOff x="8943254" y="2219670"/>
            <a:chExt cx="558825" cy="558528"/>
          </a:xfrm>
        </p:grpSpPr>
        <p:sp>
          <p:nvSpPr>
            <p:cNvPr id="579" name="Freeform 578">
              <a:extLst>
                <a:ext uri="{FF2B5EF4-FFF2-40B4-BE49-F238E27FC236}">
                  <a16:creationId xmlns:a16="http://schemas.microsoft.com/office/drawing/2014/main" id="{D9FF91AB-F5A7-AED4-D077-2D797D452837}"/>
                </a:ext>
              </a:extLst>
            </p:cNvPr>
            <p:cNvSpPr/>
            <p:nvPr/>
          </p:nvSpPr>
          <p:spPr>
            <a:xfrm>
              <a:off x="8943254" y="2219670"/>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580" name="Graphic 450">
              <a:extLst>
                <a:ext uri="{FF2B5EF4-FFF2-40B4-BE49-F238E27FC236}">
                  <a16:creationId xmlns:a16="http://schemas.microsoft.com/office/drawing/2014/main" id="{667FCCE4-F11C-0366-AC93-FB67FD189A7F}"/>
                </a:ext>
              </a:extLst>
            </p:cNvPr>
            <p:cNvGrpSpPr/>
            <p:nvPr/>
          </p:nvGrpSpPr>
          <p:grpSpPr>
            <a:xfrm>
              <a:off x="9014324" y="2358816"/>
              <a:ext cx="410843" cy="284129"/>
              <a:chOff x="9014324" y="2358816"/>
              <a:chExt cx="410843" cy="284129"/>
            </a:xfrm>
            <a:solidFill>
              <a:srgbClr val="FFFFFF"/>
            </a:solidFill>
          </p:grpSpPr>
          <p:sp>
            <p:nvSpPr>
              <p:cNvPr id="581" name="Freeform 580">
                <a:extLst>
                  <a:ext uri="{FF2B5EF4-FFF2-40B4-BE49-F238E27FC236}">
                    <a16:creationId xmlns:a16="http://schemas.microsoft.com/office/drawing/2014/main" id="{727DBC29-4F9F-DD83-4E07-64137A1FAE6C}"/>
                  </a:ext>
                </a:extLst>
              </p:cNvPr>
              <p:cNvSpPr/>
              <p:nvPr/>
            </p:nvSpPr>
            <p:spPr>
              <a:xfrm>
                <a:off x="9014324" y="2414279"/>
                <a:ext cx="157841" cy="216016"/>
              </a:xfrm>
              <a:custGeom>
                <a:avLst/>
                <a:gdLst>
                  <a:gd name="connsiteX0" fmla="*/ 152849 w 157841"/>
                  <a:gd name="connsiteY0" fmla="*/ 198501 h 216016"/>
                  <a:gd name="connsiteX1" fmla="*/ 47705 w 157841"/>
                  <a:gd name="connsiteY1" fmla="*/ 177094 h 216016"/>
                  <a:gd name="connsiteX2" fmla="*/ 19471 w 157841"/>
                  <a:gd name="connsiteY2" fmla="*/ 177094 h 216016"/>
                  <a:gd name="connsiteX3" fmla="*/ 19471 w 157841"/>
                  <a:gd name="connsiteY3" fmla="*/ 9730 h 216016"/>
                  <a:gd name="connsiteX4" fmla="*/ 9736 w 157841"/>
                  <a:gd name="connsiteY4" fmla="*/ 0 h 216016"/>
                  <a:gd name="connsiteX5" fmla="*/ 0 w 157841"/>
                  <a:gd name="connsiteY5" fmla="*/ 9730 h 216016"/>
                  <a:gd name="connsiteX6" fmla="*/ 0 w 157841"/>
                  <a:gd name="connsiteY6" fmla="*/ 186825 h 216016"/>
                  <a:gd name="connsiteX7" fmla="*/ 9736 w 157841"/>
                  <a:gd name="connsiteY7" fmla="*/ 196555 h 216016"/>
                  <a:gd name="connsiteX8" fmla="*/ 47705 w 157841"/>
                  <a:gd name="connsiteY8" fmla="*/ 196555 h 216016"/>
                  <a:gd name="connsiteX9" fmla="*/ 143114 w 157841"/>
                  <a:gd name="connsiteY9" fmla="*/ 215043 h 216016"/>
                  <a:gd name="connsiteX10" fmla="*/ 147982 w 157841"/>
                  <a:gd name="connsiteY10" fmla="*/ 216016 h 216016"/>
                  <a:gd name="connsiteX11" fmla="*/ 155770 w 157841"/>
                  <a:gd name="connsiteY11" fmla="*/ 211151 h 216016"/>
                  <a:gd name="connsiteX12" fmla="*/ 152849 w 157841"/>
                  <a:gd name="connsiteY12" fmla="*/ 198501 h 216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841" h="216016">
                    <a:moveTo>
                      <a:pt x="152849" y="198501"/>
                    </a:moveTo>
                    <a:cubicBezTo>
                      <a:pt x="129484" y="184879"/>
                      <a:pt x="93462" y="177094"/>
                      <a:pt x="47705" y="177094"/>
                    </a:cubicBezTo>
                    <a:lnTo>
                      <a:pt x="19471" y="177094"/>
                    </a:lnTo>
                    <a:lnTo>
                      <a:pt x="19471" y="9730"/>
                    </a:lnTo>
                    <a:cubicBezTo>
                      <a:pt x="19471" y="4865"/>
                      <a:pt x="15577" y="0"/>
                      <a:pt x="9736" y="0"/>
                    </a:cubicBezTo>
                    <a:cubicBezTo>
                      <a:pt x="4868" y="0"/>
                      <a:pt x="0" y="3892"/>
                      <a:pt x="0" y="9730"/>
                    </a:cubicBezTo>
                    <a:lnTo>
                      <a:pt x="0" y="186825"/>
                    </a:lnTo>
                    <a:cubicBezTo>
                      <a:pt x="0" y="191690"/>
                      <a:pt x="3894" y="196555"/>
                      <a:pt x="9736" y="196555"/>
                    </a:cubicBezTo>
                    <a:lnTo>
                      <a:pt x="47705" y="196555"/>
                    </a:lnTo>
                    <a:cubicBezTo>
                      <a:pt x="100277" y="196555"/>
                      <a:pt x="128510" y="206286"/>
                      <a:pt x="143114" y="215043"/>
                    </a:cubicBezTo>
                    <a:cubicBezTo>
                      <a:pt x="145061" y="216016"/>
                      <a:pt x="146035" y="216016"/>
                      <a:pt x="147982" y="216016"/>
                    </a:cubicBezTo>
                    <a:cubicBezTo>
                      <a:pt x="150902" y="216016"/>
                      <a:pt x="154797" y="214070"/>
                      <a:pt x="155770" y="211151"/>
                    </a:cubicBezTo>
                    <a:cubicBezTo>
                      <a:pt x="159664" y="207259"/>
                      <a:pt x="157717" y="201421"/>
                      <a:pt x="152849" y="19850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82" name="Freeform 581">
                <a:extLst>
                  <a:ext uri="{FF2B5EF4-FFF2-40B4-BE49-F238E27FC236}">
                    <a16:creationId xmlns:a16="http://schemas.microsoft.com/office/drawing/2014/main" id="{D89B5F0D-5AF2-7E57-12E6-01BAAEA73333}"/>
                  </a:ext>
                </a:extLst>
              </p:cNvPr>
              <p:cNvSpPr/>
              <p:nvPr/>
            </p:nvSpPr>
            <p:spPr>
              <a:xfrm>
                <a:off x="9267755" y="2414279"/>
                <a:ext cx="157412" cy="216016"/>
              </a:xfrm>
              <a:custGeom>
                <a:avLst/>
                <a:gdLst>
                  <a:gd name="connsiteX0" fmla="*/ 147677 w 157412"/>
                  <a:gd name="connsiteY0" fmla="*/ 0 h 216016"/>
                  <a:gd name="connsiteX1" fmla="*/ 137942 w 157412"/>
                  <a:gd name="connsiteY1" fmla="*/ 9730 h 216016"/>
                  <a:gd name="connsiteX2" fmla="*/ 137942 w 157412"/>
                  <a:gd name="connsiteY2" fmla="*/ 177094 h 216016"/>
                  <a:gd name="connsiteX3" fmla="*/ 109708 w 157412"/>
                  <a:gd name="connsiteY3" fmla="*/ 177094 h 216016"/>
                  <a:gd name="connsiteX4" fmla="*/ 4564 w 157412"/>
                  <a:gd name="connsiteY4" fmla="*/ 198501 h 216016"/>
                  <a:gd name="connsiteX5" fmla="*/ 1643 w 157412"/>
                  <a:gd name="connsiteY5" fmla="*/ 211151 h 216016"/>
                  <a:gd name="connsiteX6" fmla="*/ 9431 w 157412"/>
                  <a:gd name="connsiteY6" fmla="*/ 216016 h 216016"/>
                  <a:gd name="connsiteX7" fmla="*/ 14299 w 157412"/>
                  <a:gd name="connsiteY7" fmla="*/ 215043 h 216016"/>
                  <a:gd name="connsiteX8" fmla="*/ 109708 w 157412"/>
                  <a:gd name="connsiteY8" fmla="*/ 196555 h 216016"/>
                  <a:gd name="connsiteX9" fmla="*/ 147677 w 157412"/>
                  <a:gd name="connsiteY9" fmla="*/ 196555 h 216016"/>
                  <a:gd name="connsiteX10" fmla="*/ 157413 w 157412"/>
                  <a:gd name="connsiteY10" fmla="*/ 186825 h 216016"/>
                  <a:gd name="connsiteX11" fmla="*/ 157413 w 157412"/>
                  <a:gd name="connsiteY11" fmla="*/ 9730 h 216016"/>
                  <a:gd name="connsiteX12" fmla="*/ 147677 w 157412"/>
                  <a:gd name="connsiteY12" fmla="*/ 0 h 216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412" h="216016">
                    <a:moveTo>
                      <a:pt x="147677" y="0"/>
                    </a:moveTo>
                    <a:cubicBezTo>
                      <a:pt x="142810" y="0"/>
                      <a:pt x="137942" y="3892"/>
                      <a:pt x="137942" y="9730"/>
                    </a:cubicBezTo>
                    <a:lnTo>
                      <a:pt x="137942" y="177094"/>
                    </a:lnTo>
                    <a:lnTo>
                      <a:pt x="109708" y="177094"/>
                    </a:lnTo>
                    <a:cubicBezTo>
                      <a:pt x="63951" y="177094"/>
                      <a:pt x="27929" y="183906"/>
                      <a:pt x="4564" y="198501"/>
                    </a:cubicBezTo>
                    <a:cubicBezTo>
                      <a:pt x="-304" y="201421"/>
                      <a:pt x="-1278" y="207259"/>
                      <a:pt x="1643" y="211151"/>
                    </a:cubicBezTo>
                    <a:cubicBezTo>
                      <a:pt x="3590" y="214070"/>
                      <a:pt x="6511" y="216016"/>
                      <a:pt x="9431" y="216016"/>
                    </a:cubicBezTo>
                    <a:cubicBezTo>
                      <a:pt x="11378" y="216016"/>
                      <a:pt x="12352" y="216016"/>
                      <a:pt x="14299" y="215043"/>
                    </a:cubicBezTo>
                    <a:cubicBezTo>
                      <a:pt x="28903" y="206286"/>
                      <a:pt x="57136" y="196555"/>
                      <a:pt x="109708" y="196555"/>
                    </a:cubicBezTo>
                    <a:lnTo>
                      <a:pt x="147677" y="196555"/>
                    </a:lnTo>
                    <a:cubicBezTo>
                      <a:pt x="152545" y="196555"/>
                      <a:pt x="157413" y="192663"/>
                      <a:pt x="157413" y="186825"/>
                    </a:cubicBezTo>
                    <a:lnTo>
                      <a:pt x="157413" y="9730"/>
                    </a:lnTo>
                    <a:cubicBezTo>
                      <a:pt x="157413" y="3892"/>
                      <a:pt x="152545" y="0"/>
                      <a:pt x="147677"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83" name="Freeform 582">
                <a:extLst>
                  <a:ext uri="{FF2B5EF4-FFF2-40B4-BE49-F238E27FC236}">
                    <a16:creationId xmlns:a16="http://schemas.microsoft.com/office/drawing/2014/main" id="{A723554A-E307-D50B-E6AE-C86CC4D7501D}"/>
                  </a:ext>
                </a:extLst>
              </p:cNvPr>
              <p:cNvSpPr/>
              <p:nvPr/>
            </p:nvSpPr>
            <p:spPr>
              <a:xfrm>
                <a:off x="9052293" y="2358816"/>
                <a:ext cx="334905" cy="284129"/>
              </a:xfrm>
              <a:custGeom>
                <a:avLst/>
                <a:gdLst>
                  <a:gd name="connsiteX0" fmla="*/ 334906 w 334905"/>
                  <a:gd name="connsiteY0" fmla="*/ 204340 h 284129"/>
                  <a:gd name="connsiteX1" fmla="*/ 334906 w 334905"/>
                  <a:gd name="connsiteY1" fmla="*/ 9730 h 284129"/>
                  <a:gd name="connsiteX2" fmla="*/ 325170 w 334905"/>
                  <a:gd name="connsiteY2" fmla="*/ 0 h 284129"/>
                  <a:gd name="connsiteX3" fmla="*/ 167453 w 334905"/>
                  <a:gd name="connsiteY3" fmla="*/ 56437 h 284129"/>
                  <a:gd name="connsiteX4" fmla="*/ 9736 w 334905"/>
                  <a:gd name="connsiteY4" fmla="*/ 0 h 284129"/>
                  <a:gd name="connsiteX5" fmla="*/ 0 w 334905"/>
                  <a:gd name="connsiteY5" fmla="*/ 9730 h 284129"/>
                  <a:gd name="connsiteX6" fmla="*/ 0 w 334905"/>
                  <a:gd name="connsiteY6" fmla="*/ 204340 h 284129"/>
                  <a:gd name="connsiteX7" fmla="*/ 9736 w 334905"/>
                  <a:gd name="connsiteY7" fmla="*/ 214070 h 284129"/>
                  <a:gd name="connsiteX8" fmla="*/ 157717 w 334905"/>
                  <a:gd name="connsiteY8" fmla="*/ 275372 h 284129"/>
                  <a:gd name="connsiteX9" fmla="*/ 157717 w 334905"/>
                  <a:gd name="connsiteY9" fmla="*/ 276345 h 284129"/>
                  <a:gd name="connsiteX10" fmla="*/ 158691 w 334905"/>
                  <a:gd name="connsiteY10" fmla="*/ 278291 h 284129"/>
                  <a:gd name="connsiteX11" fmla="*/ 159664 w 334905"/>
                  <a:gd name="connsiteY11" fmla="*/ 280237 h 284129"/>
                  <a:gd name="connsiteX12" fmla="*/ 160638 w 334905"/>
                  <a:gd name="connsiteY12" fmla="*/ 281210 h 284129"/>
                  <a:gd name="connsiteX13" fmla="*/ 162585 w 334905"/>
                  <a:gd name="connsiteY13" fmla="*/ 282183 h 284129"/>
                  <a:gd name="connsiteX14" fmla="*/ 163559 w 334905"/>
                  <a:gd name="connsiteY14" fmla="*/ 283156 h 284129"/>
                  <a:gd name="connsiteX15" fmla="*/ 166479 w 334905"/>
                  <a:gd name="connsiteY15" fmla="*/ 284129 h 284129"/>
                  <a:gd name="connsiteX16" fmla="*/ 167453 w 334905"/>
                  <a:gd name="connsiteY16" fmla="*/ 284129 h 284129"/>
                  <a:gd name="connsiteX17" fmla="*/ 167453 w 334905"/>
                  <a:gd name="connsiteY17" fmla="*/ 284129 h 284129"/>
                  <a:gd name="connsiteX18" fmla="*/ 168426 w 334905"/>
                  <a:gd name="connsiteY18" fmla="*/ 284129 h 284129"/>
                  <a:gd name="connsiteX19" fmla="*/ 169400 w 334905"/>
                  <a:gd name="connsiteY19" fmla="*/ 284129 h 284129"/>
                  <a:gd name="connsiteX20" fmla="*/ 171347 w 334905"/>
                  <a:gd name="connsiteY20" fmla="*/ 284129 h 284129"/>
                  <a:gd name="connsiteX21" fmla="*/ 172321 w 334905"/>
                  <a:gd name="connsiteY21" fmla="*/ 284129 h 284129"/>
                  <a:gd name="connsiteX22" fmla="*/ 174268 w 334905"/>
                  <a:gd name="connsiteY22" fmla="*/ 283156 h 284129"/>
                  <a:gd name="connsiteX23" fmla="*/ 175241 w 334905"/>
                  <a:gd name="connsiteY23" fmla="*/ 282183 h 284129"/>
                  <a:gd name="connsiteX24" fmla="*/ 176215 w 334905"/>
                  <a:gd name="connsiteY24" fmla="*/ 280237 h 284129"/>
                  <a:gd name="connsiteX25" fmla="*/ 177189 w 334905"/>
                  <a:gd name="connsiteY25" fmla="*/ 279264 h 284129"/>
                  <a:gd name="connsiteX26" fmla="*/ 178162 w 334905"/>
                  <a:gd name="connsiteY26" fmla="*/ 277318 h 284129"/>
                  <a:gd name="connsiteX27" fmla="*/ 178162 w 334905"/>
                  <a:gd name="connsiteY27" fmla="*/ 276345 h 284129"/>
                  <a:gd name="connsiteX28" fmla="*/ 326144 w 334905"/>
                  <a:gd name="connsiteY28" fmla="*/ 215043 h 284129"/>
                  <a:gd name="connsiteX29" fmla="*/ 334906 w 334905"/>
                  <a:gd name="connsiteY29" fmla="*/ 204340 h 284129"/>
                  <a:gd name="connsiteX30" fmla="*/ 19471 w 334905"/>
                  <a:gd name="connsiteY30" fmla="*/ 194609 h 284129"/>
                  <a:gd name="connsiteX31" fmla="*/ 19471 w 334905"/>
                  <a:gd name="connsiteY31" fmla="*/ 19461 h 284129"/>
                  <a:gd name="connsiteX32" fmla="*/ 158691 w 334905"/>
                  <a:gd name="connsiteY32" fmla="*/ 78817 h 284129"/>
                  <a:gd name="connsiteX33" fmla="*/ 158691 w 334905"/>
                  <a:gd name="connsiteY33" fmla="*/ 78817 h 284129"/>
                  <a:gd name="connsiteX34" fmla="*/ 158691 w 334905"/>
                  <a:gd name="connsiteY34" fmla="*/ 239369 h 284129"/>
                  <a:gd name="connsiteX35" fmla="*/ 19471 w 334905"/>
                  <a:gd name="connsiteY35" fmla="*/ 194609 h 284129"/>
                  <a:gd name="connsiteX36" fmla="*/ 316408 w 334905"/>
                  <a:gd name="connsiteY36" fmla="*/ 194609 h 284129"/>
                  <a:gd name="connsiteX37" fmla="*/ 177189 w 334905"/>
                  <a:gd name="connsiteY37" fmla="*/ 239369 h 284129"/>
                  <a:gd name="connsiteX38" fmla="*/ 177189 w 334905"/>
                  <a:gd name="connsiteY38" fmla="*/ 79790 h 284129"/>
                  <a:gd name="connsiteX39" fmla="*/ 316408 w 334905"/>
                  <a:gd name="connsiteY39" fmla="*/ 18488 h 284129"/>
                  <a:gd name="connsiteX40" fmla="*/ 316408 w 334905"/>
                  <a:gd name="connsiteY40" fmla="*/ 194609 h 284129"/>
                  <a:gd name="connsiteX41" fmla="*/ 316408 w 334905"/>
                  <a:gd name="connsiteY41" fmla="*/ 194609 h 28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34905" h="284129">
                    <a:moveTo>
                      <a:pt x="334906" y="204340"/>
                    </a:moveTo>
                    <a:lnTo>
                      <a:pt x="334906" y="9730"/>
                    </a:lnTo>
                    <a:cubicBezTo>
                      <a:pt x="334906" y="4865"/>
                      <a:pt x="331012" y="0"/>
                      <a:pt x="325170" y="0"/>
                    </a:cubicBezTo>
                    <a:cubicBezTo>
                      <a:pt x="222946" y="0"/>
                      <a:pt x="183030" y="33084"/>
                      <a:pt x="167453" y="56437"/>
                    </a:cubicBezTo>
                    <a:cubicBezTo>
                      <a:pt x="151876" y="34057"/>
                      <a:pt x="111960" y="0"/>
                      <a:pt x="9736" y="0"/>
                    </a:cubicBezTo>
                    <a:cubicBezTo>
                      <a:pt x="4868" y="0"/>
                      <a:pt x="0" y="3892"/>
                      <a:pt x="0" y="9730"/>
                    </a:cubicBezTo>
                    <a:lnTo>
                      <a:pt x="0" y="204340"/>
                    </a:lnTo>
                    <a:cubicBezTo>
                      <a:pt x="0" y="209205"/>
                      <a:pt x="3894" y="214070"/>
                      <a:pt x="9736" y="214070"/>
                    </a:cubicBezTo>
                    <a:cubicBezTo>
                      <a:pt x="143114" y="214070"/>
                      <a:pt x="157717" y="274399"/>
                      <a:pt x="157717" y="275372"/>
                    </a:cubicBezTo>
                    <a:lnTo>
                      <a:pt x="157717" y="276345"/>
                    </a:lnTo>
                    <a:cubicBezTo>
                      <a:pt x="157717" y="277318"/>
                      <a:pt x="157717" y="277318"/>
                      <a:pt x="158691" y="278291"/>
                    </a:cubicBezTo>
                    <a:cubicBezTo>
                      <a:pt x="158691" y="279264"/>
                      <a:pt x="159664" y="279264"/>
                      <a:pt x="159664" y="280237"/>
                    </a:cubicBezTo>
                    <a:lnTo>
                      <a:pt x="160638" y="281210"/>
                    </a:lnTo>
                    <a:cubicBezTo>
                      <a:pt x="161612" y="281210"/>
                      <a:pt x="161612" y="282183"/>
                      <a:pt x="162585" y="282183"/>
                    </a:cubicBezTo>
                    <a:cubicBezTo>
                      <a:pt x="162585" y="282183"/>
                      <a:pt x="163559" y="282183"/>
                      <a:pt x="163559" y="283156"/>
                    </a:cubicBezTo>
                    <a:cubicBezTo>
                      <a:pt x="164532" y="283156"/>
                      <a:pt x="165506" y="284129"/>
                      <a:pt x="166479" y="284129"/>
                    </a:cubicBezTo>
                    <a:cubicBezTo>
                      <a:pt x="166479" y="284129"/>
                      <a:pt x="166479" y="284129"/>
                      <a:pt x="167453" y="284129"/>
                    </a:cubicBezTo>
                    <a:lnTo>
                      <a:pt x="167453" y="284129"/>
                    </a:lnTo>
                    <a:cubicBezTo>
                      <a:pt x="167453" y="284129"/>
                      <a:pt x="167453" y="284129"/>
                      <a:pt x="168426" y="284129"/>
                    </a:cubicBezTo>
                    <a:lnTo>
                      <a:pt x="169400" y="284129"/>
                    </a:lnTo>
                    <a:cubicBezTo>
                      <a:pt x="170374" y="284129"/>
                      <a:pt x="170374" y="284129"/>
                      <a:pt x="171347" y="284129"/>
                    </a:cubicBezTo>
                    <a:lnTo>
                      <a:pt x="172321" y="284129"/>
                    </a:lnTo>
                    <a:cubicBezTo>
                      <a:pt x="173294" y="284129"/>
                      <a:pt x="173294" y="283156"/>
                      <a:pt x="174268" y="283156"/>
                    </a:cubicBezTo>
                    <a:cubicBezTo>
                      <a:pt x="174268" y="283156"/>
                      <a:pt x="175241" y="283156"/>
                      <a:pt x="175241" y="282183"/>
                    </a:cubicBezTo>
                    <a:cubicBezTo>
                      <a:pt x="176215" y="281210"/>
                      <a:pt x="176215" y="281210"/>
                      <a:pt x="176215" y="280237"/>
                    </a:cubicBezTo>
                    <a:cubicBezTo>
                      <a:pt x="176215" y="280237"/>
                      <a:pt x="176215" y="279264"/>
                      <a:pt x="177189" y="279264"/>
                    </a:cubicBezTo>
                    <a:cubicBezTo>
                      <a:pt x="177189" y="278291"/>
                      <a:pt x="178162" y="278291"/>
                      <a:pt x="178162" y="277318"/>
                    </a:cubicBezTo>
                    <a:cubicBezTo>
                      <a:pt x="178162" y="277318"/>
                      <a:pt x="178162" y="277318"/>
                      <a:pt x="178162" y="276345"/>
                    </a:cubicBezTo>
                    <a:cubicBezTo>
                      <a:pt x="178162" y="275372"/>
                      <a:pt x="192766" y="215043"/>
                      <a:pt x="326144" y="215043"/>
                    </a:cubicBezTo>
                    <a:cubicBezTo>
                      <a:pt x="331012" y="214070"/>
                      <a:pt x="334906" y="209205"/>
                      <a:pt x="334906" y="204340"/>
                    </a:cubicBezTo>
                    <a:close/>
                    <a:moveTo>
                      <a:pt x="19471" y="194609"/>
                    </a:moveTo>
                    <a:lnTo>
                      <a:pt x="19471" y="19461"/>
                    </a:lnTo>
                    <a:cubicBezTo>
                      <a:pt x="143114" y="22380"/>
                      <a:pt x="157717" y="78817"/>
                      <a:pt x="158691" y="78817"/>
                    </a:cubicBezTo>
                    <a:lnTo>
                      <a:pt x="158691" y="78817"/>
                    </a:lnTo>
                    <a:lnTo>
                      <a:pt x="158691" y="239369"/>
                    </a:lnTo>
                    <a:cubicBezTo>
                      <a:pt x="138246" y="218935"/>
                      <a:pt x="99304" y="196555"/>
                      <a:pt x="19471" y="194609"/>
                    </a:cubicBezTo>
                    <a:close/>
                    <a:moveTo>
                      <a:pt x="316408" y="194609"/>
                    </a:moveTo>
                    <a:cubicBezTo>
                      <a:pt x="236576" y="196555"/>
                      <a:pt x="197633" y="218935"/>
                      <a:pt x="177189" y="239369"/>
                    </a:cubicBezTo>
                    <a:lnTo>
                      <a:pt x="177189" y="79790"/>
                    </a:lnTo>
                    <a:cubicBezTo>
                      <a:pt x="178162" y="76871"/>
                      <a:pt x="192766" y="21407"/>
                      <a:pt x="316408" y="18488"/>
                    </a:cubicBezTo>
                    <a:lnTo>
                      <a:pt x="316408" y="194609"/>
                    </a:lnTo>
                    <a:lnTo>
                      <a:pt x="316408" y="19460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628" name="Graphic 450">
            <a:extLst>
              <a:ext uri="{FF2B5EF4-FFF2-40B4-BE49-F238E27FC236}">
                <a16:creationId xmlns:a16="http://schemas.microsoft.com/office/drawing/2014/main" id="{3DCCF349-60AF-9641-1164-2473A02DA57D}"/>
              </a:ext>
            </a:extLst>
          </p:cNvPr>
          <p:cNvGrpSpPr/>
          <p:nvPr/>
        </p:nvGrpSpPr>
        <p:grpSpPr>
          <a:xfrm>
            <a:off x="8381987" y="2760834"/>
            <a:ext cx="558825" cy="558528"/>
            <a:chOff x="8943254" y="2991296"/>
            <a:chExt cx="558825" cy="558528"/>
          </a:xfrm>
        </p:grpSpPr>
        <p:sp>
          <p:nvSpPr>
            <p:cNvPr id="629" name="Freeform 628">
              <a:extLst>
                <a:ext uri="{FF2B5EF4-FFF2-40B4-BE49-F238E27FC236}">
                  <a16:creationId xmlns:a16="http://schemas.microsoft.com/office/drawing/2014/main" id="{76AFCC95-FC1D-A2AC-D257-F0749D1B2E53}"/>
                </a:ext>
              </a:extLst>
            </p:cNvPr>
            <p:cNvSpPr/>
            <p:nvPr/>
          </p:nvSpPr>
          <p:spPr>
            <a:xfrm>
              <a:off x="8943254" y="2991296"/>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30" name="Graphic 450">
              <a:extLst>
                <a:ext uri="{FF2B5EF4-FFF2-40B4-BE49-F238E27FC236}">
                  <a16:creationId xmlns:a16="http://schemas.microsoft.com/office/drawing/2014/main" id="{17E5DA2F-882D-883C-B9E8-92E175939CF0}"/>
                </a:ext>
              </a:extLst>
            </p:cNvPr>
            <p:cNvGrpSpPr/>
            <p:nvPr/>
          </p:nvGrpSpPr>
          <p:grpSpPr>
            <a:xfrm>
              <a:off x="9013350" y="3083735"/>
              <a:ext cx="422526" cy="368784"/>
              <a:chOff x="9013350" y="3083735"/>
              <a:chExt cx="422526" cy="368784"/>
            </a:xfrm>
            <a:solidFill>
              <a:srgbClr val="FFFFFF"/>
            </a:solidFill>
          </p:grpSpPr>
          <p:grpSp>
            <p:nvGrpSpPr>
              <p:cNvPr id="631" name="Graphic 450">
                <a:extLst>
                  <a:ext uri="{FF2B5EF4-FFF2-40B4-BE49-F238E27FC236}">
                    <a16:creationId xmlns:a16="http://schemas.microsoft.com/office/drawing/2014/main" id="{734C5DF3-91FA-0BDA-07E6-78F59281658C}"/>
                  </a:ext>
                </a:extLst>
              </p:cNvPr>
              <p:cNvGrpSpPr/>
              <p:nvPr/>
            </p:nvGrpSpPr>
            <p:grpSpPr>
              <a:xfrm>
                <a:off x="9110707" y="3083735"/>
                <a:ext cx="215826" cy="368784"/>
                <a:chOff x="9110707" y="3083735"/>
                <a:chExt cx="215826" cy="368784"/>
              </a:xfrm>
              <a:solidFill>
                <a:srgbClr val="FFFFFF"/>
              </a:solidFill>
            </p:grpSpPr>
            <p:sp>
              <p:nvSpPr>
                <p:cNvPr id="632" name="Freeform 631">
                  <a:extLst>
                    <a:ext uri="{FF2B5EF4-FFF2-40B4-BE49-F238E27FC236}">
                      <a16:creationId xmlns:a16="http://schemas.microsoft.com/office/drawing/2014/main" id="{A9388F8D-2D96-36F4-82AF-2325CD586156}"/>
                    </a:ext>
                  </a:extLst>
                </p:cNvPr>
                <p:cNvSpPr/>
                <p:nvPr/>
              </p:nvSpPr>
              <p:spPr>
                <a:xfrm>
                  <a:off x="9110707" y="3083735"/>
                  <a:ext cx="215826" cy="368784"/>
                </a:xfrm>
                <a:custGeom>
                  <a:avLst/>
                  <a:gdLst>
                    <a:gd name="connsiteX0" fmla="*/ 214184 w 215826"/>
                    <a:gd name="connsiteY0" fmla="*/ 94386 h 368784"/>
                    <a:gd name="connsiteX1" fmla="*/ 214184 w 215826"/>
                    <a:gd name="connsiteY1" fmla="*/ 94386 h 368784"/>
                    <a:gd name="connsiteX2" fmla="*/ 184004 w 215826"/>
                    <a:gd name="connsiteY2" fmla="*/ 57410 h 368784"/>
                    <a:gd name="connsiteX3" fmla="*/ 185951 w 215826"/>
                    <a:gd name="connsiteY3" fmla="*/ 55464 h 368784"/>
                    <a:gd name="connsiteX4" fmla="*/ 189845 w 215826"/>
                    <a:gd name="connsiteY4" fmla="*/ 48652 h 368784"/>
                    <a:gd name="connsiteX5" fmla="*/ 188871 w 215826"/>
                    <a:gd name="connsiteY5" fmla="*/ 44760 h 368784"/>
                    <a:gd name="connsiteX6" fmla="*/ 189845 w 215826"/>
                    <a:gd name="connsiteY6" fmla="*/ 40868 h 368784"/>
                    <a:gd name="connsiteX7" fmla="*/ 189845 w 215826"/>
                    <a:gd name="connsiteY7" fmla="*/ 20434 h 368784"/>
                    <a:gd name="connsiteX8" fmla="*/ 183030 w 215826"/>
                    <a:gd name="connsiteY8" fmla="*/ 9730 h 368784"/>
                    <a:gd name="connsiteX9" fmla="*/ 107092 w 215826"/>
                    <a:gd name="connsiteY9" fmla="*/ 0 h 368784"/>
                    <a:gd name="connsiteX10" fmla="*/ 32127 w 215826"/>
                    <a:gd name="connsiteY10" fmla="*/ 9730 h 368784"/>
                    <a:gd name="connsiteX11" fmla="*/ 26286 w 215826"/>
                    <a:gd name="connsiteY11" fmla="*/ 18488 h 368784"/>
                    <a:gd name="connsiteX12" fmla="*/ 24339 w 215826"/>
                    <a:gd name="connsiteY12" fmla="*/ 22380 h 368784"/>
                    <a:gd name="connsiteX13" fmla="*/ 26286 w 215826"/>
                    <a:gd name="connsiteY13" fmla="*/ 27245 h 368784"/>
                    <a:gd name="connsiteX14" fmla="*/ 26286 w 215826"/>
                    <a:gd name="connsiteY14" fmla="*/ 40868 h 368784"/>
                    <a:gd name="connsiteX15" fmla="*/ 27260 w 215826"/>
                    <a:gd name="connsiteY15" fmla="*/ 44760 h 368784"/>
                    <a:gd name="connsiteX16" fmla="*/ 26286 w 215826"/>
                    <a:gd name="connsiteY16" fmla="*/ 48652 h 368784"/>
                    <a:gd name="connsiteX17" fmla="*/ 30181 w 215826"/>
                    <a:gd name="connsiteY17" fmla="*/ 55464 h 368784"/>
                    <a:gd name="connsiteX18" fmla="*/ 31154 w 215826"/>
                    <a:gd name="connsiteY18" fmla="*/ 55464 h 368784"/>
                    <a:gd name="connsiteX19" fmla="*/ 33101 w 215826"/>
                    <a:gd name="connsiteY19" fmla="*/ 57410 h 368784"/>
                    <a:gd name="connsiteX20" fmla="*/ 2921 w 215826"/>
                    <a:gd name="connsiteY20" fmla="*/ 93413 h 368784"/>
                    <a:gd name="connsiteX21" fmla="*/ 0 w 215826"/>
                    <a:gd name="connsiteY21" fmla="*/ 103143 h 368784"/>
                    <a:gd name="connsiteX22" fmla="*/ 2921 w 215826"/>
                    <a:gd name="connsiteY22" fmla="*/ 312348 h 368784"/>
                    <a:gd name="connsiteX23" fmla="*/ 2921 w 215826"/>
                    <a:gd name="connsiteY23" fmla="*/ 313321 h 368784"/>
                    <a:gd name="connsiteX24" fmla="*/ 38943 w 215826"/>
                    <a:gd name="connsiteY24" fmla="*/ 359054 h 368784"/>
                    <a:gd name="connsiteX25" fmla="*/ 107092 w 215826"/>
                    <a:gd name="connsiteY25" fmla="*/ 368785 h 368784"/>
                    <a:gd name="connsiteX26" fmla="*/ 108066 w 215826"/>
                    <a:gd name="connsiteY26" fmla="*/ 368785 h 368784"/>
                    <a:gd name="connsiteX27" fmla="*/ 176215 w 215826"/>
                    <a:gd name="connsiteY27" fmla="*/ 359054 h 368784"/>
                    <a:gd name="connsiteX28" fmla="*/ 212237 w 215826"/>
                    <a:gd name="connsiteY28" fmla="*/ 312348 h 368784"/>
                    <a:gd name="connsiteX29" fmla="*/ 212237 w 215826"/>
                    <a:gd name="connsiteY29" fmla="*/ 311375 h 368784"/>
                    <a:gd name="connsiteX30" fmla="*/ 215158 w 215826"/>
                    <a:gd name="connsiteY30" fmla="*/ 102170 h 368784"/>
                    <a:gd name="connsiteX31" fmla="*/ 214184 w 215826"/>
                    <a:gd name="connsiteY31" fmla="*/ 94386 h 368784"/>
                    <a:gd name="connsiteX32" fmla="*/ 183030 w 215826"/>
                    <a:gd name="connsiteY32" fmla="*/ 37949 h 368784"/>
                    <a:gd name="connsiteX33" fmla="*/ 182057 w 215826"/>
                    <a:gd name="connsiteY33" fmla="*/ 38922 h 368784"/>
                    <a:gd name="connsiteX34" fmla="*/ 180109 w 215826"/>
                    <a:gd name="connsiteY34" fmla="*/ 44760 h 368784"/>
                    <a:gd name="connsiteX35" fmla="*/ 181083 w 215826"/>
                    <a:gd name="connsiteY35" fmla="*/ 47680 h 368784"/>
                    <a:gd name="connsiteX36" fmla="*/ 181083 w 215826"/>
                    <a:gd name="connsiteY36" fmla="*/ 47680 h 368784"/>
                    <a:gd name="connsiteX37" fmla="*/ 180109 w 215826"/>
                    <a:gd name="connsiteY37" fmla="*/ 47680 h 368784"/>
                    <a:gd name="connsiteX38" fmla="*/ 39916 w 215826"/>
                    <a:gd name="connsiteY38" fmla="*/ 48652 h 368784"/>
                    <a:gd name="connsiteX39" fmla="*/ 38943 w 215826"/>
                    <a:gd name="connsiteY39" fmla="*/ 47680 h 368784"/>
                    <a:gd name="connsiteX40" fmla="*/ 39916 w 215826"/>
                    <a:gd name="connsiteY40" fmla="*/ 43787 h 368784"/>
                    <a:gd name="connsiteX41" fmla="*/ 36995 w 215826"/>
                    <a:gd name="connsiteY41" fmla="*/ 38922 h 368784"/>
                    <a:gd name="connsiteX42" fmla="*/ 36022 w 215826"/>
                    <a:gd name="connsiteY42" fmla="*/ 37949 h 368784"/>
                    <a:gd name="connsiteX43" fmla="*/ 36022 w 215826"/>
                    <a:gd name="connsiteY43" fmla="*/ 30164 h 368784"/>
                    <a:gd name="connsiteX44" fmla="*/ 107092 w 215826"/>
                    <a:gd name="connsiteY44" fmla="*/ 33084 h 368784"/>
                    <a:gd name="connsiteX45" fmla="*/ 183030 w 215826"/>
                    <a:gd name="connsiteY45" fmla="*/ 30164 h 368784"/>
                    <a:gd name="connsiteX46" fmla="*/ 183030 w 215826"/>
                    <a:gd name="connsiteY46" fmla="*/ 37949 h 368784"/>
                    <a:gd name="connsiteX47" fmla="*/ 183030 w 215826"/>
                    <a:gd name="connsiteY47" fmla="*/ 37949 h 368784"/>
                    <a:gd name="connsiteX48" fmla="*/ 109039 w 215826"/>
                    <a:gd name="connsiteY48" fmla="*/ 8758 h 368784"/>
                    <a:gd name="connsiteX49" fmla="*/ 183030 w 215826"/>
                    <a:gd name="connsiteY49" fmla="*/ 17515 h 368784"/>
                    <a:gd name="connsiteX50" fmla="*/ 35048 w 215826"/>
                    <a:gd name="connsiteY50" fmla="*/ 18488 h 368784"/>
                    <a:gd name="connsiteX51" fmla="*/ 109039 w 215826"/>
                    <a:gd name="connsiteY51" fmla="*/ 8758 h 368784"/>
                    <a:gd name="connsiteX52" fmla="*/ 201528 w 215826"/>
                    <a:gd name="connsiteY52" fmla="*/ 312348 h 368784"/>
                    <a:gd name="connsiteX53" fmla="*/ 173294 w 215826"/>
                    <a:gd name="connsiteY53" fmla="*/ 348351 h 368784"/>
                    <a:gd name="connsiteX54" fmla="*/ 109039 w 215826"/>
                    <a:gd name="connsiteY54" fmla="*/ 357108 h 368784"/>
                    <a:gd name="connsiteX55" fmla="*/ 108066 w 215826"/>
                    <a:gd name="connsiteY55" fmla="*/ 357108 h 368784"/>
                    <a:gd name="connsiteX56" fmla="*/ 42837 w 215826"/>
                    <a:gd name="connsiteY56" fmla="*/ 347378 h 368784"/>
                    <a:gd name="connsiteX57" fmla="*/ 15577 w 215826"/>
                    <a:gd name="connsiteY57" fmla="*/ 311375 h 368784"/>
                    <a:gd name="connsiteX58" fmla="*/ 12656 w 215826"/>
                    <a:gd name="connsiteY58" fmla="*/ 103143 h 368784"/>
                    <a:gd name="connsiteX59" fmla="*/ 12656 w 215826"/>
                    <a:gd name="connsiteY59" fmla="*/ 100224 h 368784"/>
                    <a:gd name="connsiteX60" fmla="*/ 46731 w 215826"/>
                    <a:gd name="connsiteY60" fmla="*/ 59356 h 368784"/>
                    <a:gd name="connsiteX61" fmla="*/ 105145 w 215826"/>
                    <a:gd name="connsiteY61" fmla="*/ 62275 h 368784"/>
                    <a:gd name="connsiteX62" fmla="*/ 168426 w 215826"/>
                    <a:gd name="connsiteY62" fmla="*/ 58383 h 368784"/>
                    <a:gd name="connsiteX63" fmla="*/ 202501 w 215826"/>
                    <a:gd name="connsiteY63" fmla="*/ 99251 h 368784"/>
                    <a:gd name="connsiteX64" fmla="*/ 202501 w 215826"/>
                    <a:gd name="connsiteY64" fmla="*/ 102170 h 368784"/>
                    <a:gd name="connsiteX65" fmla="*/ 201528 w 215826"/>
                    <a:gd name="connsiteY65" fmla="*/ 312348 h 36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5826" h="368784">
                      <a:moveTo>
                        <a:pt x="214184" y="94386"/>
                      </a:moveTo>
                      <a:lnTo>
                        <a:pt x="214184" y="94386"/>
                      </a:lnTo>
                      <a:lnTo>
                        <a:pt x="184004" y="57410"/>
                      </a:lnTo>
                      <a:cubicBezTo>
                        <a:pt x="184977" y="56437"/>
                        <a:pt x="185951" y="56437"/>
                        <a:pt x="185951" y="55464"/>
                      </a:cubicBezTo>
                      <a:cubicBezTo>
                        <a:pt x="188871" y="53518"/>
                        <a:pt x="189845" y="50599"/>
                        <a:pt x="189845" y="48652"/>
                      </a:cubicBezTo>
                      <a:cubicBezTo>
                        <a:pt x="189845" y="47680"/>
                        <a:pt x="189845" y="45733"/>
                        <a:pt x="188871" y="44760"/>
                      </a:cubicBezTo>
                      <a:cubicBezTo>
                        <a:pt x="189845" y="43787"/>
                        <a:pt x="189845" y="42814"/>
                        <a:pt x="189845" y="40868"/>
                      </a:cubicBezTo>
                      <a:lnTo>
                        <a:pt x="189845" y="20434"/>
                      </a:lnTo>
                      <a:cubicBezTo>
                        <a:pt x="190819" y="15569"/>
                        <a:pt x="186924" y="11677"/>
                        <a:pt x="183030" y="9730"/>
                      </a:cubicBezTo>
                      <a:cubicBezTo>
                        <a:pt x="162585" y="973"/>
                        <a:pt x="110986" y="0"/>
                        <a:pt x="107092" y="0"/>
                      </a:cubicBezTo>
                      <a:cubicBezTo>
                        <a:pt x="102224" y="0"/>
                        <a:pt x="53546" y="973"/>
                        <a:pt x="32127" y="9730"/>
                      </a:cubicBezTo>
                      <a:cubicBezTo>
                        <a:pt x="29207" y="11677"/>
                        <a:pt x="26286" y="14596"/>
                        <a:pt x="26286" y="18488"/>
                      </a:cubicBezTo>
                      <a:cubicBezTo>
                        <a:pt x="25313" y="19461"/>
                        <a:pt x="24339" y="20434"/>
                        <a:pt x="24339" y="22380"/>
                      </a:cubicBezTo>
                      <a:cubicBezTo>
                        <a:pt x="24339" y="24326"/>
                        <a:pt x="24339" y="26272"/>
                        <a:pt x="26286" y="27245"/>
                      </a:cubicBezTo>
                      <a:lnTo>
                        <a:pt x="26286" y="40868"/>
                      </a:lnTo>
                      <a:cubicBezTo>
                        <a:pt x="26286" y="41841"/>
                        <a:pt x="26286" y="43787"/>
                        <a:pt x="27260" y="44760"/>
                      </a:cubicBezTo>
                      <a:cubicBezTo>
                        <a:pt x="27260" y="45733"/>
                        <a:pt x="26286" y="46706"/>
                        <a:pt x="26286" y="48652"/>
                      </a:cubicBezTo>
                      <a:cubicBezTo>
                        <a:pt x="26286" y="50599"/>
                        <a:pt x="27260" y="53518"/>
                        <a:pt x="30181" y="55464"/>
                      </a:cubicBezTo>
                      <a:cubicBezTo>
                        <a:pt x="30181" y="55464"/>
                        <a:pt x="30181" y="55464"/>
                        <a:pt x="31154" y="55464"/>
                      </a:cubicBezTo>
                      <a:cubicBezTo>
                        <a:pt x="31154" y="56437"/>
                        <a:pt x="32127" y="57410"/>
                        <a:pt x="33101" y="57410"/>
                      </a:cubicBezTo>
                      <a:lnTo>
                        <a:pt x="2921" y="93413"/>
                      </a:lnTo>
                      <a:cubicBezTo>
                        <a:pt x="2921" y="94386"/>
                        <a:pt x="0" y="97305"/>
                        <a:pt x="0" y="103143"/>
                      </a:cubicBezTo>
                      <a:lnTo>
                        <a:pt x="2921" y="312348"/>
                      </a:lnTo>
                      <a:lnTo>
                        <a:pt x="2921" y="313321"/>
                      </a:lnTo>
                      <a:cubicBezTo>
                        <a:pt x="2921" y="315267"/>
                        <a:pt x="10709" y="352243"/>
                        <a:pt x="38943" y="359054"/>
                      </a:cubicBezTo>
                      <a:cubicBezTo>
                        <a:pt x="39916" y="359054"/>
                        <a:pt x="65229" y="368785"/>
                        <a:pt x="107092" y="368785"/>
                      </a:cubicBezTo>
                      <a:lnTo>
                        <a:pt x="108066" y="368785"/>
                      </a:lnTo>
                      <a:cubicBezTo>
                        <a:pt x="149929" y="368785"/>
                        <a:pt x="175241" y="359054"/>
                        <a:pt x="176215" y="359054"/>
                      </a:cubicBezTo>
                      <a:cubicBezTo>
                        <a:pt x="204448" y="352243"/>
                        <a:pt x="212237" y="314294"/>
                        <a:pt x="212237" y="312348"/>
                      </a:cubicBezTo>
                      <a:lnTo>
                        <a:pt x="212237" y="311375"/>
                      </a:lnTo>
                      <a:lnTo>
                        <a:pt x="215158" y="102170"/>
                      </a:lnTo>
                      <a:cubicBezTo>
                        <a:pt x="217105" y="98278"/>
                        <a:pt x="214184" y="95359"/>
                        <a:pt x="214184" y="94386"/>
                      </a:cubicBezTo>
                      <a:close/>
                      <a:moveTo>
                        <a:pt x="183030" y="37949"/>
                      </a:moveTo>
                      <a:lnTo>
                        <a:pt x="182057" y="38922"/>
                      </a:lnTo>
                      <a:cubicBezTo>
                        <a:pt x="180109" y="39895"/>
                        <a:pt x="180109" y="42814"/>
                        <a:pt x="180109" y="44760"/>
                      </a:cubicBezTo>
                      <a:cubicBezTo>
                        <a:pt x="180109" y="45733"/>
                        <a:pt x="180109" y="46706"/>
                        <a:pt x="181083" y="47680"/>
                      </a:cubicBezTo>
                      <a:lnTo>
                        <a:pt x="181083" y="47680"/>
                      </a:lnTo>
                      <a:lnTo>
                        <a:pt x="180109" y="47680"/>
                      </a:lnTo>
                      <a:cubicBezTo>
                        <a:pt x="113907" y="56437"/>
                        <a:pt x="55493" y="50599"/>
                        <a:pt x="39916" y="48652"/>
                      </a:cubicBezTo>
                      <a:cubicBezTo>
                        <a:pt x="39916" y="48652"/>
                        <a:pt x="38943" y="48652"/>
                        <a:pt x="38943" y="47680"/>
                      </a:cubicBezTo>
                      <a:cubicBezTo>
                        <a:pt x="39916" y="46706"/>
                        <a:pt x="39916" y="45733"/>
                        <a:pt x="39916" y="43787"/>
                      </a:cubicBezTo>
                      <a:cubicBezTo>
                        <a:pt x="39916" y="41841"/>
                        <a:pt x="38943" y="39895"/>
                        <a:pt x="36995" y="38922"/>
                      </a:cubicBezTo>
                      <a:lnTo>
                        <a:pt x="36022" y="37949"/>
                      </a:lnTo>
                      <a:lnTo>
                        <a:pt x="36022" y="30164"/>
                      </a:lnTo>
                      <a:cubicBezTo>
                        <a:pt x="48678" y="31138"/>
                        <a:pt x="74965" y="33084"/>
                        <a:pt x="107092" y="33084"/>
                      </a:cubicBezTo>
                      <a:cubicBezTo>
                        <a:pt x="129484" y="33084"/>
                        <a:pt x="155770" y="32111"/>
                        <a:pt x="183030" y="30164"/>
                      </a:cubicBezTo>
                      <a:lnTo>
                        <a:pt x="183030" y="37949"/>
                      </a:lnTo>
                      <a:lnTo>
                        <a:pt x="183030" y="37949"/>
                      </a:lnTo>
                      <a:close/>
                      <a:moveTo>
                        <a:pt x="109039" y="8758"/>
                      </a:moveTo>
                      <a:cubicBezTo>
                        <a:pt x="115854" y="8758"/>
                        <a:pt x="156744" y="10704"/>
                        <a:pt x="183030" y="17515"/>
                      </a:cubicBezTo>
                      <a:cubicBezTo>
                        <a:pt x="119748" y="23353"/>
                        <a:pt x="64255" y="20434"/>
                        <a:pt x="35048" y="18488"/>
                      </a:cubicBezTo>
                      <a:cubicBezTo>
                        <a:pt x="61334" y="10704"/>
                        <a:pt x="101251" y="8758"/>
                        <a:pt x="109039" y="8758"/>
                      </a:cubicBezTo>
                      <a:close/>
                      <a:moveTo>
                        <a:pt x="201528" y="312348"/>
                      </a:moveTo>
                      <a:cubicBezTo>
                        <a:pt x="200554" y="316240"/>
                        <a:pt x="193739" y="343486"/>
                        <a:pt x="173294" y="348351"/>
                      </a:cubicBezTo>
                      <a:cubicBezTo>
                        <a:pt x="173294" y="348351"/>
                        <a:pt x="148955" y="357108"/>
                        <a:pt x="109039" y="357108"/>
                      </a:cubicBezTo>
                      <a:lnTo>
                        <a:pt x="108066" y="357108"/>
                      </a:lnTo>
                      <a:cubicBezTo>
                        <a:pt x="68149" y="357108"/>
                        <a:pt x="43810" y="348351"/>
                        <a:pt x="42837" y="347378"/>
                      </a:cubicBezTo>
                      <a:cubicBezTo>
                        <a:pt x="23365" y="342512"/>
                        <a:pt x="16551" y="315267"/>
                        <a:pt x="15577" y="311375"/>
                      </a:cubicBezTo>
                      <a:lnTo>
                        <a:pt x="12656" y="103143"/>
                      </a:lnTo>
                      <a:cubicBezTo>
                        <a:pt x="12656" y="101197"/>
                        <a:pt x="12656" y="100224"/>
                        <a:pt x="12656" y="100224"/>
                      </a:cubicBezTo>
                      <a:lnTo>
                        <a:pt x="46731" y="59356"/>
                      </a:lnTo>
                      <a:cubicBezTo>
                        <a:pt x="58414" y="60329"/>
                        <a:pt x="78859" y="62275"/>
                        <a:pt x="105145" y="62275"/>
                      </a:cubicBezTo>
                      <a:cubicBezTo>
                        <a:pt x="123643" y="62275"/>
                        <a:pt x="145061" y="61302"/>
                        <a:pt x="168426" y="58383"/>
                      </a:cubicBezTo>
                      <a:lnTo>
                        <a:pt x="202501" y="99251"/>
                      </a:lnTo>
                      <a:cubicBezTo>
                        <a:pt x="202501" y="99251"/>
                        <a:pt x="202501" y="100224"/>
                        <a:pt x="202501" y="102170"/>
                      </a:cubicBezTo>
                      <a:lnTo>
                        <a:pt x="201528" y="312348"/>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33" name="Freeform 632">
                  <a:extLst>
                    <a:ext uri="{FF2B5EF4-FFF2-40B4-BE49-F238E27FC236}">
                      <a16:creationId xmlns:a16="http://schemas.microsoft.com/office/drawing/2014/main" id="{FF907119-5BA6-E0A1-78A3-AAF07E86B279}"/>
                    </a:ext>
                  </a:extLst>
                </p:cNvPr>
                <p:cNvSpPr/>
                <p:nvPr/>
              </p:nvSpPr>
              <p:spPr>
                <a:xfrm>
                  <a:off x="9134855" y="3196418"/>
                  <a:ext cx="166861" cy="16732"/>
                </a:xfrm>
                <a:custGeom>
                  <a:avLst/>
                  <a:gdLst>
                    <a:gd name="connsiteX0" fmla="*/ 159855 w 166861"/>
                    <a:gd name="connsiteY0" fmla="*/ 191 h 16732"/>
                    <a:gd name="connsiteX1" fmla="*/ 7006 w 166861"/>
                    <a:gd name="connsiteY1" fmla="*/ 191 h 16732"/>
                    <a:gd name="connsiteX2" fmla="*/ 191 w 166861"/>
                    <a:gd name="connsiteY2" fmla="*/ 5056 h 16732"/>
                    <a:gd name="connsiteX3" fmla="*/ 5059 w 166861"/>
                    <a:gd name="connsiteY3" fmla="*/ 11868 h 16732"/>
                    <a:gd name="connsiteX4" fmla="*/ 83918 w 166861"/>
                    <a:gd name="connsiteY4" fmla="*/ 16733 h 16732"/>
                    <a:gd name="connsiteX5" fmla="*/ 161803 w 166861"/>
                    <a:gd name="connsiteY5" fmla="*/ 11868 h 16732"/>
                    <a:gd name="connsiteX6" fmla="*/ 166670 w 166861"/>
                    <a:gd name="connsiteY6" fmla="*/ 5056 h 16732"/>
                    <a:gd name="connsiteX7" fmla="*/ 159855 w 166861"/>
                    <a:gd name="connsiteY7" fmla="*/ 191 h 1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861" h="16732">
                      <a:moveTo>
                        <a:pt x="159855" y="191"/>
                      </a:moveTo>
                      <a:cubicBezTo>
                        <a:pt x="78076" y="10894"/>
                        <a:pt x="7006" y="191"/>
                        <a:pt x="7006" y="191"/>
                      </a:cubicBezTo>
                      <a:cubicBezTo>
                        <a:pt x="4085" y="-782"/>
                        <a:pt x="1165" y="2137"/>
                        <a:pt x="191" y="5056"/>
                      </a:cubicBezTo>
                      <a:cubicBezTo>
                        <a:pt x="-783" y="7975"/>
                        <a:pt x="2138" y="10894"/>
                        <a:pt x="5059" y="11868"/>
                      </a:cubicBezTo>
                      <a:cubicBezTo>
                        <a:pt x="5059" y="11868"/>
                        <a:pt x="37186" y="16733"/>
                        <a:pt x="83918" y="16733"/>
                      </a:cubicBezTo>
                      <a:cubicBezTo>
                        <a:pt x="107283" y="16733"/>
                        <a:pt x="133569" y="15760"/>
                        <a:pt x="161803" y="11868"/>
                      </a:cubicBezTo>
                      <a:cubicBezTo>
                        <a:pt x="164723" y="11868"/>
                        <a:pt x="167644" y="8948"/>
                        <a:pt x="166670" y="5056"/>
                      </a:cubicBezTo>
                      <a:cubicBezTo>
                        <a:pt x="165697" y="2137"/>
                        <a:pt x="162776" y="191"/>
                        <a:pt x="159855" y="19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34" name="Freeform 633">
                  <a:extLst>
                    <a:ext uri="{FF2B5EF4-FFF2-40B4-BE49-F238E27FC236}">
                      <a16:creationId xmlns:a16="http://schemas.microsoft.com/office/drawing/2014/main" id="{A2C6673A-5485-88E1-2C5D-A44C38203B93}"/>
                    </a:ext>
                  </a:extLst>
                </p:cNvPr>
                <p:cNvSpPr/>
                <p:nvPr/>
              </p:nvSpPr>
              <p:spPr>
                <a:xfrm>
                  <a:off x="9134855" y="3365728"/>
                  <a:ext cx="166861" cy="16732"/>
                </a:xfrm>
                <a:custGeom>
                  <a:avLst/>
                  <a:gdLst>
                    <a:gd name="connsiteX0" fmla="*/ 159855 w 166861"/>
                    <a:gd name="connsiteY0" fmla="*/ 191 h 16732"/>
                    <a:gd name="connsiteX1" fmla="*/ 7006 w 166861"/>
                    <a:gd name="connsiteY1" fmla="*/ 191 h 16732"/>
                    <a:gd name="connsiteX2" fmla="*/ 191 w 166861"/>
                    <a:gd name="connsiteY2" fmla="*/ 5056 h 16732"/>
                    <a:gd name="connsiteX3" fmla="*/ 5059 w 166861"/>
                    <a:gd name="connsiteY3" fmla="*/ 11867 h 16732"/>
                    <a:gd name="connsiteX4" fmla="*/ 83918 w 166861"/>
                    <a:gd name="connsiteY4" fmla="*/ 16733 h 16732"/>
                    <a:gd name="connsiteX5" fmla="*/ 161803 w 166861"/>
                    <a:gd name="connsiteY5" fmla="*/ 11867 h 16732"/>
                    <a:gd name="connsiteX6" fmla="*/ 166670 w 166861"/>
                    <a:gd name="connsiteY6" fmla="*/ 5056 h 16732"/>
                    <a:gd name="connsiteX7" fmla="*/ 159855 w 166861"/>
                    <a:gd name="connsiteY7" fmla="*/ 191 h 1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861" h="16732">
                      <a:moveTo>
                        <a:pt x="159855" y="191"/>
                      </a:moveTo>
                      <a:cubicBezTo>
                        <a:pt x="78076" y="10894"/>
                        <a:pt x="7006" y="191"/>
                        <a:pt x="7006" y="191"/>
                      </a:cubicBezTo>
                      <a:cubicBezTo>
                        <a:pt x="4085" y="-782"/>
                        <a:pt x="1165" y="2137"/>
                        <a:pt x="191" y="5056"/>
                      </a:cubicBezTo>
                      <a:cubicBezTo>
                        <a:pt x="-783" y="7975"/>
                        <a:pt x="2138" y="10894"/>
                        <a:pt x="5059" y="11867"/>
                      </a:cubicBezTo>
                      <a:cubicBezTo>
                        <a:pt x="5059" y="11867"/>
                        <a:pt x="37186" y="16733"/>
                        <a:pt x="83918" y="16733"/>
                      </a:cubicBezTo>
                      <a:cubicBezTo>
                        <a:pt x="107283" y="16733"/>
                        <a:pt x="133569" y="15760"/>
                        <a:pt x="161803" y="11867"/>
                      </a:cubicBezTo>
                      <a:cubicBezTo>
                        <a:pt x="164723" y="11867"/>
                        <a:pt x="167644" y="8948"/>
                        <a:pt x="166670" y="5056"/>
                      </a:cubicBezTo>
                      <a:cubicBezTo>
                        <a:pt x="165697" y="2137"/>
                        <a:pt x="162776" y="-782"/>
                        <a:pt x="159855" y="19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635" name="Graphic 450">
                <a:extLst>
                  <a:ext uri="{FF2B5EF4-FFF2-40B4-BE49-F238E27FC236}">
                    <a16:creationId xmlns:a16="http://schemas.microsoft.com/office/drawing/2014/main" id="{5E833A82-0E21-82DE-DF86-ADE0023551CA}"/>
                  </a:ext>
                </a:extLst>
              </p:cNvPr>
              <p:cNvGrpSpPr/>
              <p:nvPr/>
            </p:nvGrpSpPr>
            <p:grpSpPr>
              <a:xfrm>
                <a:off x="9013350" y="3130442"/>
                <a:ext cx="122669" cy="266614"/>
                <a:chOff x="9013350" y="3130442"/>
                <a:chExt cx="122669" cy="266614"/>
              </a:xfrm>
              <a:solidFill>
                <a:srgbClr val="FFFFFF"/>
              </a:solidFill>
            </p:grpSpPr>
            <p:sp>
              <p:nvSpPr>
                <p:cNvPr id="636" name="Freeform 635">
                  <a:extLst>
                    <a:ext uri="{FF2B5EF4-FFF2-40B4-BE49-F238E27FC236}">
                      <a16:creationId xmlns:a16="http://schemas.microsoft.com/office/drawing/2014/main" id="{2E0D9886-1803-4200-A612-CEFE827890C8}"/>
                    </a:ext>
                  </a:extLst>
                </p:cNvPr>
                <p:cNvSpPr/>
                <p:nvPr/>
              </p:nvSpPr>
              <p:spPr>
                <a:xfrm>
                  <a:off x="9029901" y="3210231"/>
                  <a:ext cx="75937" cy="12649"/>
                </a:xfrm>
                <a:custGeom>
                  <a:avLst/>
                  <a:gdLst>
                    <a:gd name="connsiteX0" fmla="*/ 4868 w 75937"/>
                    <a:gd name="connsiteY0" fmla="*/ 0 h 12649"/>
                    <a:gd name="connsiteX1" fmla="*/ 0 w 75937"/>
                    <a:gd name="connsiteY1" fmla="*/ 3892 h 12649"/>
                    <a:gd name="connsiteX2" fmla="*/ 3894 w 75937"/>
                    <a:gd name="connsiteY2" fmla="*/ 8758 h 12649"/>
                    <a:gd name="connsiteX3" fmla="*/ 60361 w 75937"/>
                    <a:gd name="connsiteY3" fmla="*/ 12650 h 12649"/>
                    <a:gd name="connsiteX4" fmla="*/ 75938 w 75937"/>
                    <a:gd name="connsiteY4" fmla="*/ 12650 h 12649"/>
                    <a:gd name="connsiteX5" fmla="*/ 75938 w 75937"/>
                    <a:gd name="connsiteY5" fmla="*/ 4865 h 12649"/>
                    <a:gd name="connsiteX6" fmla="*/ 4868 w 75937"/>
                    <a:gd name="connsiteY6" fmla="*/ 0 h 1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37" h="12649">
                      <a:moveTo>
                        <a:pt x="4868" y="0"/>
                      </a:moveTo>
                      <a:cubicBezTo>
                        <a:pt x="2921" y="0"/>
                        <a:pt x="973" y="973"/>
                        <a:pt x="0" y="3892"/>
                      </a:cubicBezTo>
                      <a:cubicBezTo>
                        <a:pt x="0" y="5838"/>
                        <a:pt x="973" y="7785"/>
                        <a:pt x="3894" y="8758"/>
                      </a:cubicBezTo>
                      <a:cubicBezTo>
                        <a:pt x="3894" y="8758"/>
                        <a:pt x="27260" y="12650"/>
                        <a:pt x="60361" y="12650"/>
                      </a:cubicBezTo>
                      <a:cubicBezTo>
                        <a:pt x="65229" y="12650"/>
                        <a:pt x="71070" y="12650"/>
                        <a:pt x="75938" y="12650"/>
                      </a:cubicBezTo>
                      <a:lnTo>
                        <a:pt x="75938" y="4865"/>
                      </a:lnTo>
                      <a:cubicBezTo>
                        <a:pt x="35048" y="4865"/>
                        <a:pt x="5841" y="0"/>
                        <a:pt x="4868" y="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37" name="Freeform 636">
                  <a:extLst>
                    <a:ext uri="{FF2B5EF4-FFF2-40B4-BE49-F238E27FC236}">
                      <a16:creationId xmlns:a16="http://schemas.microsoft.com/office/drawing/2014/main" id="{00574768-A61B-3588-D68A-1EEB4CD4691D}"/>
                    </a:ext>
                  </a:extLst>
                </p:cNvPr>
                <p:cNvSpPr/>
                <p:nvPr/>
              </p:nvSpPr>
              <p:spPr>
                <a:xfrm>
                  <a:off x="9030509" y="3332835"/>
                  <a:ext cx="77276" cy="10703"/>
                </a:xfrm>
                <a:custGeom>
                  <a:avLst/>
                  <a:gdLst>
                    <a:gd name="connsiteX0" fmla="*/ 3286 w 77276"/>
                    <a:gd name="connsiteY0" fmla="*/ 6811 h 10703"/>
                    <a:gd name="connsiteX1" fmla="*/ 59752 w 77276"/>
                    <a:gd name="connsiteY1" fmla="*/ 10704 h 10703"/>
                    <a:gd name="connsiteX2" fmla="*/ 77277 w 77276"/>
                    <a:gd name="connsiteY2" fmla="*/ 10704 h 10703"/>
                    <a:gd name="connsiteX3" fmla="*/ 77277 w 77276"/>
                    <a:gd name="connsiteY3" fmla="*/ 2919 h 10703"/>
                    <a:gd name="connsiteX4" fmla="*/ 5233 w 77276"/>
                    <a:gd name="connsiteY4" fmla="*/ 0 h 10703"/>
                    <a:gd name="connsiteX5" fmla="*/ 365 w 77276"/>
                    <a:gd name="connsiteY5" fmla="*/ 3892 h 10703"/>
                    <a:gd name="connsiteX6" fmla="*/ 3286 w 77276"/>
                    <a:gd name="connsiteY6" fmla="*/ 6811 h 10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76" h="10703">
                      <a:moveTo>
                        <a:pt x="3286" y="6811"/>
                      </a:moveTo>
                      <a:cubicBezTo>
                        <a:pt x="3286" y="6811"/>
                        <a:pt x="26651" y="10704"/>
                        <a:pt x="59752" y="10704"/>
                      </a:cubicBezTo>
                      <a:cubicBezTo>
                        <a:pt x="65594" y="10704"/>
                        <a:pt x="71435" y="10704"/>
                        <a:pt x="77277" y="10704"/>
                      </a:cubicBezTo>
                      <a:lnTo>
                        <a:pt x="77277" y="2919"/>
                      </a:lnTo>
                      <a:cubicBezTo>
                        <a:pt x="36387" y="4865"/>
                        <a:pt x="5233" y="0"/>
                        <a:pt x="5233" y="0"/>
                      </a:cubicBezTo>
                      <a:cubicBezTo>
                        <a:pt x="3286" y="0"/>
                        <a:pt x="1339" y="973"/>
                        <a:pt x="365" y="3892"/>
                      </a:cubicBezTo>
                      <a:cubicBezTo>
                        <a:pt x="-608" y="4865"/>
                        <a:pt x="365" y="6811"/>
                        <a:pt x="3286" y="6811"/>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38" name="Freeform 637">
                  <a:extLst>
                    <a:ext uri="{FF2B5EF4-FFF2-40B4-BE49-F238E27FC236}">
                      <a16:creationId xmlns:a16="http://schemas.microsoft.com/office/drawing/2014/main" id="{9B54DB71-A73E-C81C-D82B-6D8D21153C4A}"/>
                    </a:ext>
                  </a:extLst>
                </p:cNvPr>
                <p:cNvSpPr/>
                <p:nvPr/>
              </p:nvSpPr>
              <p:spPr>
                <a:xfrm>
                  <a:off x="9013350" y="3130442"/>
                  <a:ext cx="122669" cy="266614"/>
                </a:xfrm>
                <a:custGeom>
                  <a:avLst/>
                  <a:gdLst>
                    <a:gd name="connsiteX0" fmla="*/ 94436 w 122669"/>
                    <a:gd name="connsiteY0" fmla="*/ 255911 h 266614"/>
                    <a:gd name="connsiteX1" fmla="*/ 77885 w 122669"/>
                    <a:gd name="connsiteY1" fmla="*/ 256884 h 266614"/>
                    <a:gd name="connsiteX2" fmla="*/ 76911 w 122669"/>
                    <a:gd name="connsiteY2" fmla="*/ 256884 h 266614"/>
                    <a:gd name="connsiteX3" fmla="*/ 30181 w 122669"/>
                    <a:gd name="connsiteY3" fmla="*/ 250073 h 266614"/>
                    <a:gd name="connsiteX4" fmla="*/ 10709 w 122669"/>
                    <a:gd name="connsiteY4" fmla="*/ 223801 h 266614"/>
                    <a:gd name="connsiteX5" fmla="*/ 8762 w 122669"/>
                    <a:gd name="connsiteY5" fmla="*/ 73952 h 266614"/>
                    <a:gd name="connsiteX6" fmla="*/ 8762 w 122669"/>
                    <a:gd name="connsiteY6" fmla="*/ 72005 h 266614"/>
                    <a:gd name="connsiteX7" fmla="*/ 33101 w 122669"/>
                    <a:gd name="connsiteY7" fmla="*/ 42814 h 266614"/>
                    <a:gd name="connsiteX8" fmla="*/ 74965 w 122669"/>
                    <a:gd name="connsiteY8" fmla="*/ 44760 h 266614"/>
                    <a:gd name="connsiteX9" fmla="*/ 96383 w 122669"/>
                    <a:gd name="connsiteY9" fmla="*/ 43787 h 266614"/>
                    <a:gd name="connsiteX10" fmla="*/ 104171 w 122669"/>
                    <a:gd name="connsiteY10" fmla="*/ 35030 h 266614"/>
                    <a:gd name="connsiteX11" fmla="*/ 26286 w 122669"/>
                    <a:gd name="connsiteY11" fmla="*/ 33084 h 266614"/>
                    <a:gd name="connsiteX12" fmla="*/ 25313 w 122669"/>
                    <a:gd name="connsiteY12" fmla="*/ 33084 h 266614"/>
                    <a:gd name="connsiteX13" fmla="*/ 26286 w 122669"/>
                    <a:gd name="connsiteY13" fmla="*/ 30164 h 266614"/>
                    <a:gd name="connsiteX14" fmla="*/ 24339 w 122669"/>
                    <a:gd name="connsiteY14" fmla="*/ 26272 h 266614"/>
                    <a:gd name="connsiteX15" fmla="*/ 23365 w 122669"/>
                    <a:gd name="connsiteY15" fmla="*/ 25299 h 266614"/>
                    <a:gd name="connsiteX16" fmla="*/ 23365 w 122669"/>
                    <a:gd name="connsiteY16" fmla="*/ 19461 h 266614"/>
                    <a:gd name="connsiteX17" fmla="*/ 74965 w 122669"/>
                    <a:gd name="connsiteY17" fmla="*/ 21407 h 266614"/>
                    <a:gd name="connsiteX18" fmla="*/ 115854 w 122669"/>
                    <a:gd name="connsiteY18" fmla="*/ 20434 h 266614"/>
                    <a:gd name="connsiteX19" fmla="*/ 122669 w 122669"/>
                    <a:gd name="connsiteY19" fmla="*/ 11676 h 266614"/>
                    <a:gd name="connsiteX20" fmla="*/ 22392 w 122669"/>
                    <a:gd name="connsiteY20" fmla="*/ 11676 h 266614"/>
                    <a:gd name="connsiteX21" fmla="*/ 75938 w 122669"/>
                    <a:gd name="connsiteY21" fmla="*/ 4865 h 266614"/>
                    <a:gd name="connsiteX22" fmla="*/ 121695 w 122669"/>
                    <a:gd name="connsiteY22" fmla="*/ 9730 h 266614"/>
                    <a:gd name="connsiteX23" fmla="*/ 121695 w 122669"/>
                    <a:gd name="connsiteY23" fmla="*/ 9730 h 266614"/>
                    <a:gd name="connsiteX24" fmla="*/ 120722 w 122669"/>
                    <a:gd name="connsiteY24" fmla="*/ 9730 h 266614"/>
                    <a:gd name="connsiteX25" fmla="*/ 116828 w 122669"/>
                    <a:gd name="connsiteY25" fmla="*/ 3892 h 266614"/>
                    <a:gd name="connsiteX26" fmla="*/ 75938 w 122669"/>
                    <a:gd name="connsiteY26" fmla="*/ 0 h 266614"/>
                    <a:gd name="connsiteX27" fmla="*/ 22392 w 122669"/>
                    <a:gd name="connsiteY27" fmla="*/ 6811 h 266614"/>
                    <a:gd name="connsiteX28" fmla="*/ 18498 w 122669"/>
                    <a:gd name="connsiteY28" fmla="*/ 12649 h 266614"/>
                    <a:gd name="connsiteX29" fmla="*/ 17524 w 122669"/>
                    <a:gd name="connsiteY29" fmla="*/ 15569 h 266614"/>
                    <a:gd name="connsiteX30" fmla="*/ 18498 w 122669"/>
                    <a:gd name="connsiteY30" fmla="*/ 19461 h 266614"/>
                    <a:gd name="connsiteX31" fmla="*/ 18498 w 122669"/>
                    <a:gd name="connsiteY31" fmla="*/ 29191 h 266614"/>
                    <a:gd name="connsiteX32" fmla="*/ 19471 w 122669"/>
                    <a:gd name="connsiteY32" fmla="*/ 32110 h 266614"/>
                    <a:gd name="connsiteX33" fmla="*/ 19471 w 122669"/>
                    <a:gd name="connsiteY33" fmla="*/ 35030 h 266614"/>
                    <a:gd name="connsiteX34" fmla="*/ 22392 w 122669"/>
                    <a:gd name="connsiteY34" fmla="*/ 39895 h 266614"/>
                    <a:gd name="connsiteX35" fmla="*/ 22392 w 122669"/>
                    <a:gd name="connsiteY35" fmla="*/ 39895 h 266614"/>
                    <a:gd name="connsiteX36" fmla="*/ 23365 w 122669"/>
                    <a:gd name="connsiteY36" fmla="*/ 41841 h 266614"/>
                    <a:gd name="connsiteX37" fmla="*/ 1947 w 122669"/>
                    <a:gd name="connsiteY37" fmla="*/ 68113 h 266614"/>
                    <a:gd name="connsiteX38" fmla="*/ 0 w 122669"/>
                    <a:gd name="connsiteY38" fmla="*/ 75897 h 266614"/>
                    <a:gd name="connsiteX39" fmla="*/ 1947 w 122669"/>
                    <a:gd name="connsiteY39" fmla="*/ 225747 h 266614"/>
                    <a:gd name="connsiteX40" fmla="*/ 1947 w 122669"/>
                    <a:gd name="connsiteY40" fmla="*/ 226720 h 266614"/>
                    <a:gd name="connsiteX41" fmla="*/ 27260 w 122669"/>
                    <a:gd name="connsiteY41" fmla="*/ 259803 h 266614"/>
                    <a:gd name="connsiteX42" fmla="*/ 76911 w 122669"/>
                    <a:gd name="connsiteY42" fmla="*/ 266615 h 266614"/>
                    <a:gd name="connsiteX43" fmla="*/ 77885 w 122669"/>
                    <a:gd name="connsiteY43" fmla="*/ 266615 h 266614"/>
                    <a:gd name="connsiteX44" fmla="*/ 94436 w 122669"/>
                    <a:gd name="connsiteY44" fmla="*/ 265642 h 266614"/>
                    <a:gd name="connsiteX45" fmla="*/ 94436 w 122669"/>
                    <a:gd name="connsiteY45" fmla="*/ 255911 h 266614"/>
                    <a:gd name="connsiteX46" fmla="*/ 94436 w 122669"/>
                    <a:gd name="connsiteY46" fmla="*/ 255911 h 26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2669" h="266614">
                      <a:moveTo>
                        <a:pt x="94436" y="255911"/>
                      </a:moveTo>
                      <a:cubicBezTo>
                        <a:pt x="89568" y="255911"/>
                        <a:pt x="83727" y="256884"/>
                        <a:pt x="77885" y="256884"/>
                      </a:cubicBezTo>
                      <a:lnTo>
                        <a:pt x="76911" y="256884"/>
                      </a:lnTo>
                      <a:cubicBezTo>
                        <a:pt x="48678" y="256884"/>
                        <a:pt x="31154" y="250073"/>
                        <a:pt x="30181" y="250073"/>
                      </a:cubicBezTo>
                      <a:cubicBezTo>
                        <a:pt x="16551" y="246181"/>
                        <a:pt x="11683" y="226720"/>
                        <a:pt x="10709" y="223801"/>
                      </a:cubicBezTo>
                      <a:lnTo>
                        <a:pt x="8762" y="73952"/>
                      </a:lnTo>
                      <a:cubicBezTo>
                        <a:pt x="8762" y="72978"/>
                        <a:pt x="8762" y="72005"/>
                        <a:pt x="8762" y="72005"/>
                      </a:cubicBezTo>
                      <a:lnTo>
                        <a:pt x="33101" y="42814"/>
                      </a:lnTo>
                      <a:cubicBezTo>
                        <a:pt x="41863" y="43787"/>
                        <a:pt x="56467" y="44760"/>
                        <a:pt x="74965" y="44760"/>
                      </a:cubicBezTo>
                      <a:cubicBezTo>
                        <a:pt x="81779" y="44760"/>
                        <a:pt x="88594" y="44760"/>
                        <a:pt x="96383" y="43787"/>
                      </a:cubicBezTo>
                      <a:lnTo>
                        <a:pt x="104171" y="35030"/>
                      </a:lnTo>
                      <a:cubicBezTo>
                        <a:pt x="66202" y="37949"/>
                        <a:pt x="36022" y="34057"/>
                        <a:pt x="26286" y="33084"/>
                      </a:cubicBezTo>
                      <a:lnTo>
                        <a:pt x="25313" y="33084"/>
                      </a:lnTo>
                      <a:cubicBezTo>
                        <a:pt x="26286" y="32110"/>
                        <a:pt x="26286" y="31137"/>
                        <a:pt x="26286" y="30164"/>
                      </a:cubicBezTo>
                      <a:cubicBezTo>
                        <a:pt x="26286" y="29191"/>
                        <a:pt x="25313" y="27245"/>
                        <a:pt x="24339" y="26272"/>
                      </a:cubicBezTo>
                      <a:lnTo>
                        <a:pt x="23365" y="25299"/>
                      </a:lnTo>
                      <a:lnTo>
                        <a:pt x="23365" y="19461"/>
                      </a:lnTo>
                      <a:cubicBezTo>
                        <a:pt x="33101" y="20434"/>
                        <a:pt x="51599" y="21407"/>
                        <a:pt x="74965" y="21407"/>
                      </a:cubicBezTo>
                      <a:cubicBezTo>
                        <a:pt x="87621" y="21407"/>
                        <a:pt x="101251" y="21407"/>
                        <a:pt x="115854" y="20434"/>
                      </a:cubicBezTo>
                      <a:lnTo>
                        <a:pt x="122669" y="11676"/>
                      </a:lnTo>
                      <a:cubicBezTo>
                        <a:pt x="79832" y="15569"/>
                        <a:pt x="42837" y="13623"/>
                        <a:pt x="22392" y="11676"/>
                      </a:cubicBezTo>
                      <a:cubicBezTo>
                        <a:pt x="40890" y="5838"/>
                        <a:pt x="70097" y="4865"/>
                        <a:pt x="75938" y="4865"/>
                      </a:cubicBezTo>
                      <a:cubicBezTo>
                        <a:pt x="79832" y="4865"/>
                        <a:pt x="103198" y="5838"/>
                        <a:pt x="121695" y="9730"/>
                      </a:cubicBezTo>
                      <a:lnTo>
                        <a:pt x="121695" y="9730"/>
                      </a:lnTo>
                      <a:cubicBezTo>
                        <a:pt x="121695" y="9730"/>
                        <a:pt x="121695" y="9730"/>
                        <a:pt x="120722" y="9730"/>
                      </a:cubicBezTo>
                      <a:cubicBezTo>
                        <a:pt x="117801" y="7784"/>
                        <a:pt x="116828" y="4865"/>
                        <a:pt x="116828" y="3892"/>
                      </a:cubicBezTo>
                      <a:cubicBezTo>
                        <a:pt x="100277" y="973"/>
                        <a:pt x="77885" y="0"/>
                        <a:pt x="75938" y="0"/>
                      </a:cubicBezTo>
                      <a:cubicBezTo>
                        <a:pt x="73017" y="0"/>
                        <a:pt x="36995" y="973"/>
                        <a:pt x="22392" y="6811"/>
                      </a:cubicBezTo>
                      <a:cubicBezTo>
                        <a:pt x="20445" y="7784"/>
                        <a:pt x="18498" y="9730"/>
                        <a:pt x="18498" y="12649"/>
                      </a:cubicBezTo>
                      <a:cubicBezTo>
                        <a:pt x="17524" y="13623"/>
                        <a:pt x="17524" y="14596"/>
                        <a:pt x="17524" y="15569"/>
                      </a:cubicBezTo>
                      <a:cubicBezTo>
                        <a:pt x="17524" y="16542"/>
                        <a:pt x="17524" y="18488"/>
                        <a:pt x="18498" y="19461"/>
                      </a:cubicBezTo>
                      <a:lnTo>
                        <a:pt x="18498" y="29191"/>
                      </a:lnTo>
                      <a:cubicBezTo>
                        <a:pt x="18498" y="30164"/>
                        <a:pt x="18498" y="31137"/>
                        <a:pt x="19471" y="32110"/>
                      </a:cubicBezTo>
                      <a:cubicBezTo>
                        <a:pt x="19471" y="33084"/>
                        <a:pt x="19471" y="34057"/>
                        <a:pt x="19471" y="35030"/>
                      </a:cubicBezTo>
                      <a:cubicBezTo>
                        <a:pt x="19471" y="36003"/>
                        <a:pt x="20445" y="37949"/>
                        <a:pt x="22392" y="39895"/>
                      </a:cubicBezTo>
                      <a:lnTo>
                        <a:pt x="22392" y="39895"/>
                      </a:lnTo>
                      <a:cubicBezTo>
                        <a:pt x="22392" y="40868"/>
                        <a:pt x="23365" y="40868"/>
                        <a:pt x="23365" y="41841"/>
                      </a:cubicBezTo>
                      <a:lnTo>
                        <a:pt x="1947" y="68113"/>
                      </a:lnTo>
                      <a:cubicBezTo>
                        <a:pt x="1947" y="68113"/>
                        <a:pt x="0" y="71032"/>
                        <a:pt x="0" y="75897"/>
                      </a:cubicBezTo>
                      <a:lnTo>
                        <a:pt x="1947" y="225747"/>
                      </a:lnTo>
                      <a:lnTo>
                        <a:pt x="1947" y="226720"/>
                      </a:lnTo>
                      <a:cubicBezTo>
                        <a:pt x="1947" y="227693"/>
                        <a:pt x="7788" y="254938"/>
                        <a:pt x="27260" y="259803"/>
                      </a:cubicBezTo>
                      <a:cubicBezTo>
                        <a:pt x="28233" y="259803"/>
                        <a:pt x="46731" y="266615"/>
                        <a:pt x="76911" y="266615"/>
                      </a:cubicBezTo>
                      <a:lnTo>
                        <a:pt x="77885" y="266615"/>
                      </a:lnTo>
                      <a:cubicBezTo>
                        <a:pt x="83727" y="266615"/>
                        <a:pt x="89568" y="266615"/>
                        <a:pt x="94436" y="265642"/>
                      </a:cubicBezTo>
                      <a:lnTo>
                        <a:pt x="94436" y="255911"/>
                      </a:lnTo>
                      <a:lnTo>
                        <a:pt x="94436" y="255911"/>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639" name="Graphic 450">
                <a:extLst>
                  <a:ext uri="{FF2B5EF4-FFF2-40B4-BE49-F238E27FC236}">
                    <a16:creationId xmlns:a16="http://schemas.microsoft.com/office/drawing/2014/main" id="{D041E49F-00D4-6212-E641-4931FC4457C6}"/>
                  </a:ext>
                </a:extLst>
              </p:cNvPr>
              <p:cNvGrpSpPr/>
              <p:nvPr/>
            </p:nvGrpSpPr>
            <p:grpSpPr>
              <a:xfrm>
                <a:off x="9302499" y="3129468"/>
                <a:ext cx="133378" cy="266614"/>
                <a:chOff x="9302499" y="3129468"/>
                <a:chExt cx="133378" cy="266614"/>
              </a:xfrm>
              <a:solidFill>
                <a:srgbClr val="FFFFFF"/>
              </a:solidFill>
            </p:grpSpPr>
            <p:sp>
              <p:nvSpPr>
                <p:cNvPr id="640" name="Freeform 639">
                  <a:extLst>
                    <a:ext uri="{FF2B5EF4-FFF2-40B4-BE49-F238E27FC236}">
                      <a16:creationId xmlns:a16="http://schemas.microsoft.com/office/drawing/2014/main" id="{04A65F91-2351-462E-3FEF-5573E6748053}"/>
                    </a:ext>
                  </a:extLst>
                </p:cNvPr>
                <p:cNvSpPr/>
                <p:nvPr/>
              </p:nvSpPr>
              <p:spPr>
                <a:xfrm>
                  <a:off x="9334627" y="3209258"/>
                  <a:ext cx="82752" cy="12649"/>
                </a:xfrm>
                <a:custGeom>
                  <a:avLst/>
                  <a:gdLst>
                    <a:gd name="connsiteX0" fmla="*/ 22392 w 82752"/>
                    <a:gd name="connsiteY0" fmla="*/ 12649 h 12649"/>
                    <a:gd name="connsiteX1" fmla="*/ 78859 w 82752"/>
                    <a:gd name="connsiteY1" fmla="*/ 8757 h 12649"/>
                    <a:gd name="connsiteX2" fmla="*/ 82753 w 82752"/>
                    <a:gd name="connsiteY2" fmla="*/ 3892 h 12649"/>
                    <a:gd name="connsiteX3" fmla="*/ 77885 w 82752"/>
                    <a:gd name="connsiteY3" fmla="*/ 0 h 12649"/>
                    <a:gd name="connsiteX4" fmla="*/ 0 w 82752"/>
                    <a:gd name="connsiteY4" fmla="*/ 2919 h 12649"/>
                    <a:gd name="connsiteX5" fmla="*/ 0 w 82752"/>
                    <a:gd name="connsiteY5" fmla="*/ 11676 h 12649"/>
                    <a:gd name="connsiteX6" fmla="*/ 22392 w 82752"/>
                    <a:gd name="connsiteY6" fmla="*/ 12649 h 1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752" h="12649">
                      <a:moveTo>
                        <a:pt x="22392" y="12649"/>
                      </a:moveTo>
                      <a:cubicBezTo>
                        <a:pt x="38943" y="12649"/>
                        <a:pt x="58414" y="11676"/>
                        <a:pt x="78859" y="8757"/>
                      </a:cubicBezTo>
                      <a:cubicBezTo>
                        <a:pt x="80806" y="8757"/>
                        <a:pt x="82753" y="6811"/>
                        <a:pt x="82753" y="3892"/>
                      </a:cubicBezTo>
                      <a:cubicBezTo>
                        <a:pt x="82753" y="1946"/>
                        <a:pt x="80806" y="0"/>
                        <a:pt x="77885" y="0"/>
                      </a:cubicBezTo>
                      <a:cubicBezTo>
                        <a:pt x="47705" y="3892"/>
                        <a:pt x="20445" y="3892"/>
                        <a:pt x="0" y="2919"/>
                      </a:cubicBezTo>
                      <a:lnTo>
                        <a:pt x="0" y="11676"/>
                      </a:lnTo>
                      <a:cubicBezTo>
                        <a:pt x="5841" y="12649"/>
                        <a:pt x="13630" y="12649"/>
                        <a:pt x="22392" y="1264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41" name="Freeform 640">
                  <a:extLst>
                    <a:ext uri="{FF2B5EF4-FFF2-40B4-BE49-F238E27FC236}">
                      <a16:creationId xmlns:a16="http://schemas.microsoft.com/office/drawing/2014/main" id="{95286E92-2D40-5FEB-9B99-F5B243A320BE}"/>
                    </a:ext>
                  </a:extLst>
                </p:cNvPr>
                <p:cNvSpPr/>
                <p:nvPr/>
              </p:nvSpPr>
              <p:spPr>
                <a:xfrm>
                  <a:off x="9302499" y="3129468"/>
                  <a:ext cx="133378" cy="266614"/>
                </a:xfrm>
                <a:custGeom>
                  <a:avLst/>
                  <a:gdLst>
                    <a:gd name="connsiteX0" fmla="*/ 130457 w 133378"/>
                    <a:gd name="connsiteY0" fmla="*/ 67140 h 266614"/>
                    <a:gd name="connsiteX1" fmla="*/ 130457 w 133378"/>
                    <a:gd name="connsiteY1" fmla="*/ 67140 h 266614"/>
                    <a:gd name="connsiteX2" fmla="*/ 109039 w 133378"/>
                    <a:gd name="connsiteY2" fmla="*/ 40868 h 266614"/>
                    <a:gd name="connsiteX3" fmla="*/ 110986 w 133378"/>
                    <a:gd name="connsiteY3" fmla="*/ 39895 h 266614"/>
                    <a:gd name="connsiteX4" fmla="*/ 113907 w 133378"/>
                    <a:gd name="connsiteY4" fmla="*/ 35030 h 266614"/>
                    <a:gd name="connsiteX5" fmla="*/ 113907 w 133378"/>
                    <a:gd name="connsiteY5" fmla="*/ 32110 h 266614"/>
                    <a:gd name="connsiteX6" fmla="*/ 114880 w 133378"/>
                    <a:gd name="connsiteY6" fmla="*/ 29191 h 266614"/>
                    <a:gd name="connsiteX7" fmla="*/ 114880 w 133378"/>
                    <a:gd name="connsiteY7" fmla="*/ 14596 h 266614"/>
                    <a:gd name="connsiteX8" fmla="*/ 110013 w 133378"/>
                    <a:gd name="connsiteY8" fmla="*/ 6811 h 266614"/>
                    <a:gd name="connsiteX9" fmla="*/ 55493 w 133378"/>
                    <a:gd name="connsiteY9" fmla="*/ 0 h 266614"/>
                    <a:gd name="connsiteX10" fmla="*/ 4868 w 133378"/>
                    <a:gd name="connsiteY10" fmla="*/ 5838 h 266614"/>
                    <a:gd name="connsiteX11" fmla="*/ 1947 w 133378"/>
                    <a:gd name="connsiteY11" fmla="*/ 9730 h 266614"/>
                    <a:gd name="connsiteX12" fmla="*/ 0 w 133378"/>
                    <a:gd name="connsiteY12" fmla="*/ 11677 h 266614"/>
                    <a:gd name="connsiteX13" fmla="*/ 7788 w 133378"/>
                    <a:gd name="connsiteY13" fmla="*/ 21407 h 266614"/>
                    <a:gd name="connsiteX14" fmla="*/ 55493 w 133378"/>
                    <a:gd name="connsiteY14" fmla="*/ 23353 h 266614"/>
                    <a:gd name="connsiteX15" fmla="*/ 110013 w 133378"/>
                    <a:gd name="connsiteY15" fmla="*/ 21407 h 266614"/>
                    <a:gd name="connsiteX16" fmla="*/ 110013 w 133378"/>
                    <a:gd name="connsiteY16" fmla="*/ 27245 h 266614"/>
                    <a:gd name="connsiteX17" fmla="*/ 109039 w 133378"/>
                    <a:gd name="connsiteY17" fmla="*/ 28218 h 266614"/>
                    <a:gd name="connsiteX18" fmla="*/ 107092 w 133378"/>
                    <a:gd name="connsiteY18" fmla="*/ 32110 h 266614"/>
                    <a:gd name="connsiteX19" fmla="*/ 108065 w 133378"/>
                    <a:gd name="connsiteY19" fmla="*/ 35030 h 266614"/>
                    <a:gd name="connsiteX20" fmla="*/ 108065 w 133378"/>
                    <a:gd name="connsiteY20" fmla="*/ 35030 h 266614"/>
                    <a:gd name="connsiteX21" fmla="*/ 107092 w 133378"/>
                    <a:gd name="connsiteY21" fmla="*/ 35030 h 266614"/>
                    <a:gd name="connsiteX22" fmla="*/ 19471 w 133378"/>
                    <a:gd name="connsiteY22" fmla="*/ 36976 h 266614"/>
                    <a:gd name="connsiteX23" fmla="*/ 27260 w 133378"/>
                    <a:gd name="connsiteY23" fmla="*/ 45733 h 266614"/>
                    <a:gd name="connsiteX24" fmla="*/ 55493 w 133378"/>
                    <a:gd name="connsiteY24" fmla="*/ 46706 h 266614"/>
                    <a:gd name="connsiteX25" fmla="*/ 101251 w 133378"/>
                    <a:gd name="connsiteY25" fmla="*/ 43787 h 266614"/>
                    <a:gd name="connsiteX26" fmla="*/ 125590 w 133378"/>
                    <a:gd name="connsiteY26" fmla="*/ 72978 h 266614"/>
                    <a:gd name="connsiteX27" fmla="*/ 125590 w 133378"/>
                    <a:gd name="connsiteY27" fmla="*/ 74925 h 266614"/>
                    <a:gd name="connsiteX28" fmla="*/ 123642 w 133378"/>
                    <a:gd name="connsiteY28" fmla="*/ 224774 h 266614"/>
                    <a:gd name="connsiteX29" fmla="*/ 103198 w 133378"/>
                    <a:gd name="connsiteY29" fmla="*/ 251046 h 266614"/>
                    <a:gd name="connsiteX30" fmla="*/ 56467 w 133378"/>
                    <a:gd name="connsiteY30" fmla="*/ 257857 h 266614"/>
                    <a:gd name="connsiteX31" fmla="*/ 55493 w 133378"/>
                    <a:gd name="connsiteY31" fmla="*/ 257857 h 266614"/>
                    <a:gd name="connsiteX32" fmla="*/ 29207 w 133378"/>
                    <a:gd name="connsiteY32" fmla="*/ 255911 h 266614"/>
                    <a:gd name="connsiteX33" fmla="*/ 29207 w 133378"/>
                    <a:gd name="connsiteY33" fmla="*/ 264669 h 266614"/>
                    <a:gd name="connsiteX34" fmla="*/ 55493 w 133378"/>
                    <a:gd name="connsiteY34" fmla="*/ 266615 h 266614"/>
                    <a:gd name="connsiteX35" fmla="*/ 56467 w 133378"/>
                    <a:gd name="connsiteY35" fmla="*/ 266615 h 266614"/>
                    <a:gd name="connsiteX36" fmla="*/ 105145 w 133378"/>
                    <a:gd name="connsiteY36" fmla="*/ 259803 h 266614"/>
                    <a:gd name="connsiteX37" fmla="*/ 131431 w 133378"/>
                    <a:gd name="connsiteY37" fmla="*/ 226720 h 266614"/>
                    <a:gd name="connsiteX38" fmla="*/ 131431 w 133378"/>
                    <a:gd name="connsiteY38" fmla="*/ 225747 h 266614"/>
                    <a:gd name="connsiteX39" fmla="*/ 133378 w 133378"/>
                    <a:gd name="connsiteY39" fmla="*/ 74925 h 266614"/>
                    <a:gd name="connsiteX40" fmla="*/ 130457 w 133378"/>
                    <a:gd name="connsiteY40" fmla="*/ 67140 h 266614"/>
                    <a:gd name="connsiteX41" fmla="*/ 1947 w 133378"/>
                    <a:gd name="connsiteY41" fmla="*/ 12649 h 266614"/>
                    <a:gd name="connsiteX42" fmla="*/ 55493 w 133378"/>
                    <a:gd name="connsiteY42" fmla="*/ 5838 h 266614"/>
                    <a:gd name="connsiteX43" fmla="*/ 109039 w 133378"/>
                    <a:gd name="connsiteY43" fmla="*/ 12649 h 266614"/>
                    <a:gd name="connsiteX44" fmla="*/ 1947 w 133378"/>
                    <a:gd name="connsiteY44" fmla="*/ 12649 h 26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3378" h="266614">
                      <a:moveTo>
                        <a:pt x="130457" y="67140"/>
                      </a:moveTo>
                      <a:lnTo>
                        <a:pt x="130457" y="67140"/>
                      </a:lnTo>
                      <a:lnTo>
                        <a:pt x="109039" y="40868"/>
                      </a:lnTo>
                      <a:cubicBezTo>
                        <a:pt x="110013" y="39895"/>
                        <a:pt x="110013" y="39895"/>
                        <a:pt x="110986" y="39895"/>
                      </a:cubicBezTo>
                      <a:cubicBezTo>
                        <a:pt x="112933" y="37949"/>
                        <a:pt x="113907" y="36003"/>
                        <a:pt x="113907" y="35030"/>
                      </a:cubicBezTo>
                      <a:cubicBezTo>
                        <a:pt x="113907" y="34057"/>
                        <a:pt x="113907" y="33084"/>
                        <a:pt x="113907" y="32110"/>
                      </a:cubicBezTo>
                      <a:cubicBezTo>
                        <a:pt x="114880" y="31138"/>
                        <a:pt x="114880" y="30164"/>
                        <a:pt x="114880" y="29191"/>
                      </a:cubicBezTo>
                      <a:lnTo>
                        <a:pt x="114880" y="14596"/>
                      </a:lnTo>
                      <a:cubicBezTo>
                        <a:pt x="114880" y="11677"/>
                        <a:pt x="112933" y="8757"/>
                        <a:pt x="110013" y="6811"/>
                      </a:cubicBezTo>
                      <a:cubicBezTo>
                        <a:pt x="95409" y="973"/>
                        <a:pt x="58414" y="0"/>
                        <a:pt x="55493" y="0"/>
                      </a:cubicBezTo>
                      <a:cubicBezTo>
                        <a:pt x="52572" y="0"/>
                        <a:pt x="21418" y="973"/>
                        <a:pt x="4868" y="5838"/>
                      </a:cubicBezTo>
                      <a:cubicBezTo>
                        <a:pt x="3894" y="6811"/>
                        <a:pt x="2921" y="8757"/>
                        <a:pt x="1947" y="9730"/>
                      </a:cubicBezTo>
                      <a:cubicBezTo>
                        <a:pt x="973" y="10704"/>
                        <a:pt x="973" y="10704"/>
                        <a:pt x="0" y="11677"/>
                      </a:cubicBezTo>
                      <a:lnTo>
                        <a:pt x="7788" y="21407"/>
                      </a:lnTo>
                      <a:cubicBezTo>
                        <a:pt x="17524" y="22380"/>
                        <a:pt x="35048" y="23353"/>
                        <a:pt x="55493" y="23353"/>
                      </a:cubicBezTo>
                      <a:cubicBezTo>
                        <a:pt x="72044" y="23353"/>
                        <a:pt x="90541" y="22380"/>
                        <a:pt x="110013" y="21407"/>
                      </a:cubicBezTo>
                      <a:lnTo>
                        <a:pt x="110013" y="27245"/>
                      </a:lnTo>
                      <a:lnTo>
                        <a:pt x="109039" y="28218"/>
                      </a:lnTo>
                      <a:cubicBezTo>
                        <a:pt x="108065" y="29191"/>
                        <a:pt x="107092" y="31138"/>
                        <a:pt x="107092" y="32110"/>
                      </a:cubicBezTo>
                      <a:cubicBezTo>
                        <a:pt x="107092" y="33084"/>
                        <a:pt x="107092" y="34057"/>
                        <a:pt x="108065" y="35030"/>
                      </a:cubicBezTo>
                      <a:lnTo>
                        <a:pt x="108065" y="35030"/>
                      </a:lnTo>
                      <a:lnTo>
                        <a:pt x="107092" y="35030"/>
                      </a:lnTo>
                      <a:cubicBezTo>
                        <a:pt x="71070" y="39895"/>
                        <a:pt x="37969" y="38922"/>
                        <a:pt x="19471" y="36976"/>
                      </a:cubicBezTo>
                      <a:lnTo>
                        <a:pt x="27260" y="45733"/>
                      </a:lnTo>
                      <a:cubicBezTo>
                        <a:pt x="35048" y="46706"/>
                        <a:pt x="44784" y="46706"/>
                        <a:pt x="55493" y="46706"/>
                      </a:cubicBezTo>
                      <a:cubicBezTo>
                        <a:pt x="69123" y="46706"/>
                        <a:pt x="84700" y="45733"/>
                        <a:pt x="101251" y="43787"/>
                      </a:cubicBezTo>
                      <a:lnTo>
                        <a:pt x="125590" y="72978"/>
                      </a:lnTo>
                      <a:cubicBezTo>
                        <a:pt x="125590" y="72978"/>
                        <a:pt x="125590" y="73952"/>
                        <a:pt x="125590" y="74925"/>
                      </a:cubicBezTo>
                      <a:lnTo>
                        <a:pt x="123642" y="224774"/>
                      </a:lnTo>
                      <a:cubicBezTo>
                        <a:pt x="122669" y="227693"/>
                        <a:pt x="117801" y="247154"/>
                        <a:pt x="103198" y="251046"/>
                      </a:cubicBezTo>
                      <a:cubicBezTo>
                        <a:pt x="103198" y="251046"/>
                        <a:pt x="85673" y="257857"/>
                        <a:pt x="56467" y="257857"/>
                      </a:cubicBezTo>
                      <a:lnTo>
                        <a:pt x="55493" y="257857"/>
                      </a:lnTo>
                      <a:cubicBezTo>
                        <a:pt x="45757" y="257857"/>
                        <a:pt x="36995" y="256884"/>
                        <a:pt x="29207" y="255911"/>
                      </a:cubicBezTo>
                      <a:lnTo>
                        <a:pt x="29207" y="264669"/>
                      </a:lnTo>
                      <a:cubicBezTo>
                        <a:pt x="36022" y="265642"/>
                        <a:pt x="44784" y="266615"/>
                        <a:pt x="55493" y="266615"/>
                      </a:cubicBezTo>
                      <a:lnTo>
                        <a:pt x="56467" y="266615"/>
                      </a:lnTo>
                      <a:cubicBezTo>
                        <a:pt x="86647" y="266615"/>
                        <a:pt x="105145" y="259803"/>
                        <a:pt x="105145" y="259803"/>
                      </a:cubicBezTo>
                      <a:cubicBezTo>
                        <a:pt x="125590" y="254938"/>
                        <a:pt x="131431" y="227693"/>
                        <a:pt x="131431" y="226720"/>
                      </a:cubicBezTo>
                      <a:lnTo>
                        <a:pt x="131431" y="225747"/>
                      </a:lnTo>
                      <a:lnTo>
                        <a:pt x="133378" y="74925"/>
                      </a:lnTo>
                      <a:cubicBezTo>
                        <a:pt x="133378" y="70059"/>
                        <a:pt x="131431" y="68113"/>
                        <a:pt x="130457" y="67140"/>
                      </a:cubicBezTo>
                      <a:close/>
                      <a:moveTo>
                        <a:pt x="1947" y="12649"/>
                      </a:moveTo>
                      <a:cubicBezTo>
                        <a:pt x="20445" y="6811"/>
                        <a:pt x="49652" y="5838"/>
                        <a:pt x="55493" y="5838"/>
                      </a:cubicBezTo>
                      <a:cubicBezTo>
                        <a:pt x="60361" y="5838"/>
                        <a:pt x="89568" y="6811"/>
                        <a:pt x="109039" y="12649"/>
                      </a:cubicBezTo>
                      <a:cubicBezTo>
                        <a:pt x="63282" y="17515"/>
                        <a:pt x="23365" y="14596"/>
                        <a:pt x="1947" y="12649"/>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42" name="Freeform 641">
                  <a:extLst>
                    <a:ext uri="{FF2B5EF4-FFF2-40B4-BE49-F238E27FC236}">
                      <a16:creationId xmlns:a16="http://schemas.microsoft.com/office/drawing/2014/main" id="{7737ADB2-809B-B28A-7090-90E0E4D73BD2}"/>
                    </a:ext>
                  </a:extLst>
                </p:cNvPr>
                <p:cNvSpPr/>
                <p:nvPr/>
              </p:nvSpPr>
              <p:spPr>
                <a:xfrm>
                  <a:off x="9332679" y="3330889"/>
                  <a:ext cx="83726" cy="12649"/>
                </a:xfrm>
                <a:custGeom>
                  <a:avLst/>
                  <a:gdLst>
                    <a:gd name="connsiteX0" fmla="*/ 79832 w 83726"/>
                    <a:gd name="connsiteY0" fmla="*/ 8757 h 12649"/>
                    <a:gd name="connsiteX1" fmla="*/ 83727 w 83726"/>
                    <a:gd name="connsiteY1" fmla="*/ 3892 h 12649"/>
                    <a:gd name="connsiteX2" fmla="*/ 78859 w 83726"/>
                    <a:gd name="connsiteY2" fmla="*/ 0 h 12649"/>
                    <a:gd name="connsiteX3" fmla="*/ 0 w 83726"/>
                    <a:gd name="connsiteY3" fmla="*/ 2919 h 12649"/>
                    <a:gd name="connsiteX4" fmla="*/ 0 w 83726"/>
                    <a:gd name="connsiteY4" fmla="*/ 11676 h 12649"/>
                    <a:gd name="connsiteX5" fmla="*/ 24339 w 83726"/>
                    <a:gd name="connsiteY5" fmla="*/ 12649 h 12649"/>
                    <a:gd name="connsiteX6" fmla="*/ 79832 w 83726"/>
                    <a:gd name="connsiteY6" fmla="*/ 8757 h 1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26" h="12649">
                      <a:moveTo>
                        <a:pt x="79832" y="8757"/>
                      </a:moveTo>
                      <a:cubicBezTo>
                        <a:pt x="81780" y="8757"/>
                        <a:pt x="83727" y="6811"/>
                        <a:pt x="83727" y="3892"/>
                      </a:cubicBezTo>
                      <a:cubicBezTo>
                        <a:pt x="83727" y="1946"/>
                        <a:pt x="81780" y="0"/>
                        <a:pt x="78859" y="0"/>
                      </a:cubicBezTo>
                      <a:cubicBezTo>
                        <a:pt x="47705" y="3892"/>
                        <a:pt x="19471" y="3892"/>
                        <a:pt x="0" y="2919"/>
                      </a:cubicBezTo>
                      <a:lnTo>
                        <a:pt x="0" y="11676"/>
                      </a:lnTo>
                      <a:cubicBezTo>
                        <a:pt x="6815" y="11676"/>
                        <a:pt x="15577" y="12649"/>
                        <a:pt x="24339" y="12649"/>
                      </a:cubicBezTo>
                      <a:cubicBezTo>
                        <a:pt x="40890" y="12649"/>
                        <a:pt x="59387" y="11676"/>
                        <a:pt x="79832" y="875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grpSp>
        <p:nvGrpSpPr>
          <p:cNvPr id="656" name="Graphic 450">
            <a:extLst>
              <a:ext uri="{FF2B5EF4-FFF2-40B4-BE49-F238E27FC236}">
                <a16:creationId xmlns:a16="http://schemas.microsoft.com/office/drawing/2014/main" id="{C2D0E53A-B211-9DA7-E9D9-31D4B7913669}"/>
              </a:ext>
            </a:extLst>
          </p:cNvPr>
          <p:cNvGrpSpPr/>
          <p:nvPr/>
        </p:nvGrpSpPr>
        <p:grpSpPr>
          <a:xfrm>
            <a:off x="6144683" y="2736508"/>
            <a:ext cx="607504" cy="607180"/>
            <a:chOff x="8918915" y="4671747"/>
            <a:chExt cx="607504" cy="607180"/>
          </a:xfrm>
        </p:grpSpPr>
        <p:sp>
          <p:nvSpPr>
            <p:cNvPr id="657" name="Freeform 656">
              <a:extLst>
                <a:ext uri="{FF2B5EF4-FFF2-40B4-BE49-F238E27FC236}">
                  <a16:creationId xmlns:a16="http://schemas.microsoft.com/office/drawing/2014/main" id="{DF25FF84-5E98-F34F-D4BC-EB954E22557F}"/>
                </a:ext>
              </a:extLst>
            </p:cNvPr>
            <p:cNvSpPr/>
            <p:nvPr/>
          </p:nvSpPr>
          <p:spPr>
            <a:xfrm>
              <a:off x="8918915" y="4671747"/>
              <a:ext cx="607504" cy="607180"/>
            </a:xfrm>
            <a:custGeom>
              <a:avLst/>
              <a:gdLst>
                <a:gd name="connsiteX0" fmla="*/ 303752 w 607504"/>
                <a:gd name="connsiteY0" fmla="*/ 607181 h 607180"/>
                <a:gd name="connsiteX1" fmla="*/ 607504 w 607504"/>
                <a:gd name="connsiteY1" fmla="*/ 303591 h 607180"/>
                <a:gd name="connsiteX2" fmla="*/ 303752 w 607504"/>
                <a:gd name="connsiteY2" fmla="*/ 0 h 607180"/>
                <a:gd name="connsiteX3" fmla="*/ 0 w 607504"/>
                <a:gd name="connsiteY3" fmla="*/ 303591 h 607180"/>
                <a:gd name="connsiteX4" fmla="*/ 303752 w 607504"/>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4" h="607180">
                  <a:moveTo>
                    <a:pt x="303752" y="607181"/>
                  </a:moveTo>
                  <a:cubicBezTo>
                    <a:pt x="471205" y="607181"/>
                    <a:pt x="607504" y="470954"/>
                    <a:pt x="607504" y="303591"/>
                  </a:cubicBezTo>
                  <a:cubicBezTo>
                    <a:pt x="607504" y="136226"/>
                    <a:pt x="471205" y="0"/>
                    <a:pt x="303752" y="0"/>
                  </a:cubicBezTo>
                  <a:cubicBezTo>
                    <a:pt x="136299" y="0"/>
                    <a:pt x="0" y="136226"/>
                    <a:pt x="0" y="303591"/>
                  </a:cubicBezTo>
                  <a:cubicBezTo>
                    <a:pt x="0" y="470954"/>
                    <a:pt x="136299" y="607181"/>
                    <a:pt x="303752" y="607181"/>
                  </a:cubicBezTo>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658" name="Graphic 450">
              <a:extLst>
                <a:ext uri="{FF2B5EF4-FFF2-40B4-BE49-F238E27FC236}">
                  <a16:creationId xmlns:a16="http://schemas.microsoft.com/office/drawing/2014/main" id="{DA61CAE4-B4E3-1349-0894-0BACA7750903}"/>
                </a:ext>
              </a:extLst>
            </p:cNvPr>
            <p:cNvGrpSpPr/>
            <p:nvPr/>
          </p:nvGrpSpPr>
          <p:grpSpPr>
            <a:xfrm>
              <a:off x="9059595" y="4805645"/>
              <a:ext cx="325805" cy="340947"/>
              <a:chOff x="9059595" y="4805645"/>
              <a:chExt cx="325805" cy="340947"/>
            </a:xfrm>
            <a:solidFill>
              <a:srgbClr val="FFFFFF"/>
            </a:solidFill>
          </p:grpSpPr>
          <p:sp>
            <p:nvSpPr>
              <p:cNvPr id="659" name="Freeform 658">
                <a:extLst>
                  <a:ext uri="{FF2B5EF4-FFF2-40B4-BE49-F238E27FC236}">
                    <a16:creationId xmlns:a16="http://schemas.microsoft.com/office/drawing/2014/main" id="{DD6D9CB4-753E-B96E-E43B-77FD4DD92DDB}"/>
                  </a:ext>
                </a:extLst>
              </p:cNvPr>
              <p:cNvSpPr/>
              <p:nvPr/>
            </p:nvSpPr>
            <p:spPr>
              <a:xfrm>
                <a:off x="9237022" y="5000271"/>
                <a:ext cx="55132" cy="36367"/>
              </a:xfrm>
              <a:custGeom>
                <a:avLst/>
                <a:gdLst>
                  <a:gd name="connsiteX0" fmla="*/ 5116 w 55132"/>
                  <a:gd name="connsiteY0" fmla="*/ 36368 h 36367"/>
                  <a:gd name="connsiteX1" fmla="*/ 5116 w 55132"/>
                  <a:gd name="connsiteY1" fmla="*/ 36368 h 36367"/>
                  <a:gd name="connsiteX2" fmla="*/ 248 w 55132"/>
                  <a:gd name="connsiteY2" fmla="*/ 30529 h 36367"/>
                  <a:gd name="connsiteX3" fmla="*/ 15825 w 55132"/>
                  <a:gd name="connsiteY3" fmla="*/ 11068 h 36367"/>
                  <a:gd name="connsiteX4" fmla="*/ 16799 w 55132"/>
                  <a:gd name="connsiteY4" fmla="*/ 11068 h 36367"/>
                  <a:gd name="connsiteX5" fmla="*/ 47953 w 55132"/>
                  <a:gd name="connsiteY5" fmla="*/ 365 h 36367"/>
                  <a:gd name="connsiteX6" fmla="*/ 54768 w 55132"/>
                  <a:gd name="connsiteY6" fmla="*/ 3284 h 36367"/>
                  <a:gd name="connsiteX7" fmla="*/ 51847 w 55132"/>
                  <a:gd name="connsiteY7" fmla="*/ 10095 h 36367"/>
                  <a:gd name="connsiteX8" fmla="*/ 20693 w 55132"/>
                  <a:gd name="connsiteY8" fmla="*/ 20799 h 36367"/>
                  <a:gd name="connsiteX9" fmla="*/ 10957 w 55132"/>
                  <a:gd name="connsiteY9" fmla="*/ 33449 h 36367"/>
                  <a:gd name="connsiteX10" fmla="*/ 5116 w 55132"/>
                  <a:gd name="connsiteY10" fmla="*/ 36368 h 3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132" h="36367">
                    <a:moveTo>
                      <a:pt x="5116" y="36368"/>
                    </a:moveTo>
                    <a:lnTo>
                      <a:pt x="5116" y="36368"/>
                    </a:lnTo>
                    <a:cubicBezTo>
                      <a:pt x="1222" y="35395"/>
                      <a:pt x="-726" y="33449"/>
                      <a:pt x="248" y="30529"/>
                    </a:cubicBezTo>
                    <a:cubicBezTo>
                      <a:pt x="1222" y="22745"/>
                      <a:pt x="8037" y="14960"/>
                      <a:pt x="15825" y="11068"/>
                    </a:cubicBezTo>
                    <a:cubicBezTo>
                      <a:pt x="15825" y="11068"/>
                      <a:pt x="15825" y="11068"/>
                      <a:pt x="16799" y="11068"/>
                    </a:cubicBezTo>
                    <a:lnTo>
                      <a:pt x="47953" y="365"/>
                    </a:lnTo>
                    <a:cubicBezTo>
                      <a:pt x="50874" y="-608"/>
                      <a:pt x="53794" y="365"/>
                      <a:pt x="54768" y="3284"/>
                    </a:cubicBezTo>
                    <a:cubicBezTo>
                      <a:pt x="55741" y="6203"/>
                      <a:pt x="54768" y="9122"/>
                      <a:pt x="51847" y="10095"/>
                    </a:cubicBezTo>
                    <a:lnTo>
                      <a:pt x="20693" y="20799"/>
                    </a:lnTo>
                    <a:cubicBezTo>
                      <a:pt x="15825" y="23718"/>
                      <a:pt x="10957" y="29556"/>
                      <a:pt x="10957" y="33449"/>
                    </a:cubicBezTo>
                    <a:cubicBezTo>
                      <a:pt x="9984" y="34421"/>
                      <a:pt x="8037" y="36368"/>
                      <a:pt x="5116" y="36368"/>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0" name="Freeform 659">
                <a:extLst>
                  <a:ext uri="{FF2B5EF4-FFF2-40B4-BE49-F238E27FC236}">
                    <a16:creationId xmlns:a16="http://schemas.microsoft.com/office/drawing/2014/main" id="{F86FE5BC-2350-7093-1771-D80A0E04728A}"/>
                  </a:ext>
                </a:extLst>
              </p:cNvPr>
              <p:cNvSpPr/>
              <p:nvPr/>
            </p:nvSpPr>
            <p:spPr>
              <a:xfrm>
                <a:off x="9294710" y="4998325"/>
                <a:ext cx="90689" cy="128806"/>
              </a:xfrm>
              <a:custGeom>
                <a:avLst/>
                <a:gdLst>
                  <a:gd name="connsiteX0" fmla="*/ 60361 w 90689"/>
                  <a:gd name="connsiteY0" fmla="*/ 128807 h 128806"/>
                  <a:gd name="connsiteX1" fmla="*/ 55493 w 90689"/>
                  <a:gd name="connsiteY1" fmla="*/ 128807 h 128806"/>
                  <a:gd name="connsiteX2" fmla="*/ 4868 w 90689"/>
                  <a:gd name="connsiteY2" fmla="*/ 121996 h 128806"/>
                  <a:gd name="connsiteX3" fmla="*/ 0 w 90689"/>
                  <a:gd name="connsiteY3" fmla="*/ 116157 h 128806"/>
                  <a:gd name="connsiteX4" fmla="*/ 5841 w 90689"/>
                  <a:gd name="connsiteY4" fmla="*/ 111292 h 128806"/>
                  <a:gd name="connsiteX5" fmla="*/ 56467 w 90689"/>
                  <a:gd name="connsiteY5" fmla="*/ 118104 h 128806"/>
                  <a:gd name="connsiteX6" fmla="*/ 56467 w 90689"/>
                  <a:gd name="connsiteY6" fmla="*/ 118104 h 128806"/>
                  <a:gd name="connsiteX7" fmla="*/ 73017 w 90689"/>
                  <a:gd name="connsiteY7" fmla="*/ 113238 h 128806"/>
                  <a:gd name="connsiteX8" fmla="*/ 79832 w 90689"/>
                  <a:gd name="connsiteY8" fmla="*/ 96696 h 128806"/>
                  <a:gd name="connsiteX9" fmla="*/ 73017 w 90689"/>
                  <a:gd name="connsiteY9" fmla="*/ 35395 h 128806"/>
                  <a:gd name="connsiteX10" fmla="*/ 62308 w 90689"/>
                  <a:gd name="connsiteY10" fmla="*/ 22745 h 128806"/>
                  <a:gd name="connsiteX11" fmla="*/ 62308 w 90689"/>
                  <a:gd name="connsiteY11" fmla="*/ 22745 h 128806"/>
                  <a:gd name="connsiteX12" fmla="*/ 28233 w 90689"/>
                  <a:gd name="connsiteY12" fmla="*/ 10095 h 128806"/>
                  <a:gd name="connsiteX13" fmla="*/ 25313 w 90689"/>
                  <a:gd name="connsiteY13" fmla="*/ 3284 h 128806"/>
                  <a:gd name="connsiteX14" fmla="*/ 32128 w 90689"/>
                  <a:gd name="connsiteY14" fmla="*/ 365 h 128806"/>
                  <a:gd name="connsiteX15" fmla="*/ 66203 w 90689"/>
                  <a:gd name="connsiteY15" fmla="*/ 13014 h 128806"/>
                  <a:gd name="connsiteX16" fmla="*/ 83727 w 90689"/>
                  <a:gd name="connsiteY16" fmla="*/ 34422 h 128806"/>
                  <a:gd name="connsiteX17" fmla="*/ 90542 w 90689"/>
                  <a:gd name="connsiteY17" fmla="*/ 95723 h 128806"/>
                  <a:gd name="connsiteX18" fmla="*/ 90542 w 90689"/>
                  <a:gd name="connsiteY18" fmla="*/ 95723 h 128806"/>
                  <a:gd name="connsiteX19" fmla="*/ 80806 w 90689"/>
                  <a:gd name="connsiteY19" fmla="*/ 120049 h 128806"/>
                  <a:gd name="connsiteX20" fmla="*/ 60361 w 90689"/>
                  <a:gd name="connsiteY20" fmla="*/ 128807 h 128806"/>
                  <a:gd name="connsiteX21" fmla="*/ 60361 w 90689"/>
                  <a:gd name="connsiteY21" fmla="*/ 128807 h 128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89" h="128806">
                    <a:moveTo>
                      <a:pt x="60361" y="128807"/>
                    </a:moveTo>
                    <a:cubicBezTo>
                      <a:pt x="58414" y="128807"/>
                      <a:pt x="57440" y="128807"/>
                      <a:pt x="55493" y="128807"/>
                    </a:cubicBezTo>
                    <a:lnTo>
                      <a:pt x="4868" y="121996"/>
                    </a:lnTo>
                    <a:cubicBezTo>
                      <a:pt x="1947" y="121996"/>
                      <a:pt x="0" y="119076"/>
                      <a:pt x="0" y="116157"/>
                    </a:cubicBezTo>
                    <a:cubicBezTo>
                      <a:pt x="0" y="113238"/>
                      <a:pt x="2921" y="111292"/>
                      <a:pt x="5841" y="111292"/>
                    </a:cubicBezTo>
                    <a:lnTo>
                      <a:pt x="56467" y="118104"/>
                    </a:lnTo>
                    <a:lnTo>
                      <a:pt x="56467" y="118104"/>
                    </a:lnTo>
                    <a:cubicBezTo>
                      <a:pt x="62308" y="119076"/>
                      <a:pt x="69123" y="117130"/>
                      <a:pt x="73017" y="113238"/>
                    </a:cubicBezTo>
                    <a:cubicBezTo>
                      <a:pt x="77885" y="109346"/>
                      <a:pt x="79832" y="103508"/>
                      <a:pt x="79832" y="96696"/>
                    </a:cubicBezTo>
                    <a:lnTo>
                      <a:pt x="73017" y="35395"/>
                    </a:lnTo>
                    <a:cubicBezTo>
                      <a:pt x="72044" y="29556"/>
                      <a:pt x="68149" y="24691"/>
                      <a:pt x="62308" y="22745"/>
                    </a:cubicBezTo>
                    <a:lnTo>
                      <a:pt x="62308" y="22745"/>
                    </a:lnTo>
                    <a:lnTo>
                      <a:pt x="28233" y="10095"/>
                    </a:lnTo>
                    <a:cubicBezTo>
                      <a:pt x="25313" y="9122"/>
                      <a:pt x="24339" y="6203"/>
                      <a:pt x="25313" y="3284"/>
                    </a:cubicBezTo>
                    <a:cubicBezTo>
                      <a:pt x="26286" y="365"/>
                      <a:pt x="29207" y="-608"/>
                      <a:pt x="32128" y="365"/>
                    </a:cubicBezTo>
                    <a:lnTo>
                      <a:pt x="66203" y="13014"/>
                    </a:lnTo>
                    <a:cubicBezTo>
                      <a:pt x="75938" y="15934"/>
                      <a:pt x="82753" y="24691"/>
                      <a:pt x="83727" y="34422"/>
                    </a:cubicBezTo>
                    <a:lnTo>
                      <a:pt x="90542" y="95723"/>
                    </a:lnTo>
                    <a:lnTo>
                      <a:pt x="90542" y="95723"/>
                    </a:lnTo>
                    <a:cubicBezTo>
                      <a:pt x="91515" y="105454"/>
                      <a:pt x="87621" y="114211"/>
                      <a:pt x="80806" y="120049"/>
                    </a:cubicBezTo>
                    <a:cubicBezTo>
                      <a:pt x="75938" y="125888"/>
                      <a:pt x="68149" y="128807"/>
                      <a:pt x="60361" y="128807"/>
                    </a:cubicBezTo>
                    <a:lnTo>
                      <a:pt x="60361" y="128807"/>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1" name="Freeform 660">
                <a:extLst>
                  <a:ext uri="{FF2B5EF4-FFF2-40B4-BE49-F238E27FC236}">
                    <a16:creationId xmlns:a16="http://schemas.microsoft.com/office/drawing/2014/main" id="{6118C1D0-56C9-7677-A580-EB1377E9A03E}"/>
                  </a:ext>
                </a:extLst>
              </p:cNvPr>
              <p:cNvSpPr/>
              <p:nvPr/>
            </p:nvSpPr>
            <p:spPr>
              <a:xfrm>
                <a:off x="9213905" y="5042477"/>
                <a:ext cx="93462" cy="91466"/>
              </a:xfrm>
              <a:custGeom>
                <a:avLst/>
                <a:gdLst>
                  <a:gd name="connsiteX0" fmla="*/ 88594 w 93462"/>
                  <a:gd name="connsiteY0" fmla="*/ 91466 h 91466"/>
                  <a:gd name="connsiteX1" fmla="*/ 35048 w 93462"/>
                  <a:gd name="connsiteY1" fmla="*/ 91466 h 91466"/>
                  <a:gd name="connsiteX2" fmla="*/ 30181 w 93462"/>
                  <a:gd name="connsiteY2" fmla="*/ 86601 h 91466"/>
                  <a:gd name="connsiteX3" fmla="*/ 35048 w 93462"/>
                  <a:gd name="connsiteY3" fmla="*/ 81736 h 91466"/>
                  <a:gd name="connsiteX4" fmla="*/ 81779 w 93462"/>
                  <a:gd name="connsiteY4" fmla="*/ 81736 h 91466"/>
                  <a:gd name="connsiteX5" fmla="*/ 62308 w 93462"/>
                  <a:gd name="connsiteY5" fmla="*/ 10704 h 91466"/>
                  <a:gd name="connsiteX6" fmla="*/ 11683 w 93462"/>
                  <a:gd name="connsiteY6" fmla="*/ 10704 h 91466"/>
                  <a:gd name="connsiteX7" fmla="*/ 24339 w 93462"/>
                  <a:gd name="connsiteY7" fmla="*/ 58383 h 91466"/>
                  <a:gd name="connsiteX8" fmla="*/ 20445 w 93462"/>
                  <a:gd name="connsiteY8" fmla="*/ 64221 h 91466"/>
                  <a:gd name="connsiteX9" fmla="*/ 14603 w 93462"/>
                  <a:gd name="connsiteY9" fmla="*/ 60329 h 91466"/>
                  <a:gd name="connsiteX10" fmla="*/ 0 w 93462"/>
                  <a:gd name="connsiteY10" fmla="*/ 6811 h 91466"/>
                  <a:gd name="connsiteX11" fmla="*/ 974 w 93462"/>
                  <a:gd name="connsiteY11" fmla="*/ 1946 h 91466"/>
                  <a:gd name="connsiteX12" fmla="*/ 4868 w 93462"/>
                  <a:gd name="connsiteY12" fmla="*/ 0 h 91466"/>
                  <a:gd name="connsiteX13" fmla="*/ 67176 w 93462"/>
                  <a:gd name="connsiteY13" fmla="*/ 0 h 91466"/>
                  <a:gd name="connsiteX14" fmla="*/ 72044 w 93462"/>
                  <a:gd name="connsiteY14" fmla="*/ 3892 h 91466"/>
                  <a:gd name="connsiteX15" fmla="*/ 93462 w 93462"/>
                  <a:gd name="connsiteY15" fmla="*/ 84655 h 91466"/>
                  <a:gd name="connsiteX16" fmla="*/ 92489 w 93462"/>
                  <a:gd name="connsiteY16" fmla="*/ 89520 h 91466"/>
                  <a:gd name="connsiteX17" fmla="*/ 88594 w 93462"/>
                  <a:gd name="connsiteY17" fmla="*/ 91466 h 91466"/>
                  <a:gd name="connsiteX18" fmla="*/ 88594 w 93462"/>
                  <a:gd name="connsiteY18" fmla="*/ 91466 h 9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462" h="91466">
                    <a:moveTo>
                      <a:pt x="88594" y="91466"/>
                    </a:moveTo>
                    <a:lnTo>
                      <a:pt x="35048" y="91466"/>
                    </a:lnTo>
                    <a:cubicBezTo>
                      <a:pt x="32127" y="91466"/>
                      <a:pt x="30181" y="89520"/>
                      <a:pt x="30181" y="86601"/>
                    </a:cubicBezTo>
                    <a:cubicBezTo>
                      <a:pt x="30181" y="83682"/>
                      <a:pt x="32127" y="81736"/>
                      <a:pt x="35048" y="81736"/>
                    </a:cubicBezTo>
                    <a:lnTo>
                      <a:pt x="81779" y="81736"/>
                    </a:lnTo>
                    <a:lnTo>
                      <a:pt x="62308" y="10704"/>
                    </a:lnTo>
                    <a:lnTo>
                      <a:pt x="11683" y="10704"/>
                    </a:lnTo>
                    <a:lnTo>
                      <a:pt x="24339" y="58383"/>
                    </a:lnTo>
                    <a:cubicBezTo>
                      <a:pt x="25313" y="61302"/>
                      <a:pt x="23365" y="64221"/>
                      <a:pt x="20445" y="64221"/>
                    </a:cubicBezTo>
                    <a:cubicBezTo>
                      <a:pt x="17524" y="65194"/>
                      <a:pt x="14603" y="63248"/>
                      <a:pt x="14603" y="60329"/>
                    </a:cubicBezTo>
                    <a:lnTo>
                      <a:pt x="0" y="6811"/>
                    </a:lnTo>
                    <a:cubicBezTo>
                      <a:pt x="0" y="4865"/>
                      <a:pt x="0" y="3892"/>
                      <a:pt x="974" y="1946"/>
                    </a:cubicBezTo>
                    <a:cubicBezTo>
                      <a:pt x="1947" y="973"/>
                      <a:pt x="3894" y="0"/>
                      <a:pt x="4868" y="0"/>
                    </a:cubicBezTo>
                    <a:lnTo>
                      <a:pt x="67176" y="0"/>
                    </a:lnTo>
                    <a:cubicBezTo>
                      <a:pt x="69123" y="0"/>
                      <a:pt x="71070" y="1946"/>
                      <a:pt x="72044" y="3892"/>
                    </a:cubicBezTo>
                    <a:lnTo>
                      <a:pt x="93462" y="84655"/>
                    </a:lnTo>
                    <a:cubicBezTo>
                      <a:pt x="93462" y="86601"/>
                      <a:pt x="93462" y="87574"/>
                      <a:pt x="92489" y="89520"/>
                    </a:cubicBezTo>
                    <a:cubicBezTo>
                      <a:pt x="91515" y="91466"/>
                      <a:pt x="90541" y="91466"/>
                      <a:pt x="88594" y="91466"/>
                    </a:cubicBezTo>
                    <a:lnTo>
                      <a:pt x="88594" y="91466"/>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2" name="Freeform 661">
                <a:extLst>
                  <a:ext uri="{FF2B5EF4-FFF2-40B4-BE49-F238E27FC236}">
                    <a16:creationId xmlns:a16="http://schemas.microsoft.com/office/drawing/2014/main" id="{D1FA11A0-C9A8-73B9-D91C-91BD378C77B1}"/>
                  </a:ext>
                </a:extLst>
              </p:cNvPr>
              <p:cNvSpPr/>
              <p:nvPr/>
            </p:nvSpPr>
            <p:spPr>
              <a:xfrm>
                <a:off x="9210988" y="5098184"/>
                <a:ext cx="41616" cy="48409"/>
              </a:xfrm>
              <a:custGeom>
                <a:avLst/>
                <a:gdLst>
                  <a:gd name="connsiteX0" fmla="*/ 21415 w 41616"/>
                  <a:gd name="connsiteY0" fmla="*/ 9487 h 48409"/>
                  <a:gd name="connsiteX1" fmla="*/ 19467 w 41616"/>
                  <a:gd name="connsiteY1" fmla="*/ 9487 h 48409"/>
                  <a:gd name="connsiteX2" fmla="*/ 13626 w 41616"/>
                  <a:gd name="connsiteY2" fmla="*/ 11433 h 48409"/>
                  <a:gd name="connsiteX3" fmla="*/ 10705 w 41616"/>
                  <a:gd name="connsiteY3" fmla="*/ 14352 h 48409"/>
                  <a:gd name="connsiteX4" fmla="*/ 10705 w 41616"/>
                  <a:gd name="connsiteY4" fmla="*/ 18245 h 48409"/>
                  <a:gd name="connsiteX5" fmla="*/ 16547 w 41616"/>
                  <a:gd name="connsiteY5" fmla="*/ 34786 h 48409"/>
                  <a:gd name="connsiteX6" fmla="*/ 19467 w 41616"/>
                  <a:gd name="connsiteY6" fmla="*/ 37706 h 48409"/>
                  <a:gd name="connsiteX7" fmla="*/ 23362 w 41616"/>
                  <a:gd name="connsiteY7" fmla="*/ 37706 h 48409"/>
                  <a:gd name="connsiteX8" fmla="*/ 29203 w 41616"/>
                  <a:gd name="connsiteY8" fmla="*/ 35760 h 48409"/>
                  <a:gd name="connsiteX9" fmla="*/ 32124 w 41616"/>
                  <a:gd name="connsiteY9" fmla="*/ 32841 h 48409"/>
                  <a:gd name="connsiteX10" fmla="*/ 32124 w 41616"/>
                  <a:gd name="connsiteY10" fmla="*/ 28948 h 48409"/>
                  <a:gd name="connsiteX11" fmla="*/ 26282 w 41616"/>
                  <a:gd name="connsiteY11" fmla="*/ 12407 h 48409"/>
                  <a:gd name="connsiteX12" fmla="*/ 23362 w 41616"/>
                  <a:gd name="connsiteY12" fmla="*/ 9487 h 48409"/>
                  <a:gd name="connsiteX13" fmla="*/ 21415 w 41616"/>
                  <a:gd name="connsiteY13" fmla="*/ 9487 h 48409"/>
                  <a:gd name="connsiteX14" fmla="*/ 21415 w 41616"/>
                  <a:gd name="connsiteY14" fmla="*/ 9487 h 48409"/>
                  <a:gd name="connsiteX15" fmla="*/ 21415 w 41616"/>
                  <a:gd name="connsiteY15" fmla="*/ 48409 h 48409"/>
                  <a:gd name="connsiteX16" fmla="*/ 14599 w 41616"/>
                  <a:gd name="connsiteY16" fmla="*/ 47436 h 48409"/>
                  <a:gd name="connsiteX17" fmla="*/ 6811 w 41616"/>
                  <a:gd name="connsiteY17" fmla="*/ 38679 h 48409"/>
                  <a:gd name="connsiteX18" fmla="*/ 970 w 41616"/>
                  <a:gd name="connsiteY18" fmla="*/ 22137 h 48409"/>
                  <a:gd name="connsiteX19" fmla="*/ 9732 w 41616"/>
                  <a:gd name="connsiteY19" fmla="*/ 2676 h 48409"/>
                  <a:gd name="connsiteX20" fmla="*/ 15573 w 41616"/>
                  <a:gd name="connsiteY20" fmla="*/ 730 h 48409"/>
                  <a:gd name="connsiteX21" fmla="*/ 27256 w 41616"/>
                  <a:gd name="connsiteY21" fmla="*/ 730 h 48409"/>
                  <a:gd name="connsiteX22" fmla="*/ 35044 w 41616"/>
                  <a:gd name="connsiteY22" fmla="*/ 9487 h 48409"/>
                  <a:gd name="connsiteX23" fmla="*/ 40886 w 41616"/>
                  <a:gd name="connsiteY23" fmla="*/ 26029 h 48409"/>
                  <a:gd name="connsiteX24" fmla="*/ 40886 w 41616"/>
                  <a:gd name="connsiteY24" fmla="*/ 37706 h 48409"/>
                  <a:gd name="connsiteX25" fmla="*/ 32124 w 41616"/>
                  <a:gd name="connsiteY25" fmla="*/ 45490 h 48409"/>
                  <a:gd name="connsiteX26" fmla="*/ 26282 w 41616"/>
                  <a:gd name="connsiteY26" fmla="*/ 47436 h 48409"/>
                  <a:gd name="connsiteX27" fmla="*/ 21415 w 41616"/>
                  <a:gd name="connsiteY27" fmla="*/ 48409 h 48409"/>
                  <a:gd name="connsiteX28" fmla="*/ 21415 w 41616"/>
                  <a:gd name="connsiteY28" fmla="*/ 48409 h 48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616" h="48409">
                    <a:moveTo>
                      <a:pt x="21415" y="9487"/>
                    </a:moveTo>
                    <a:cubicBezTo>
                      <a:pt x="20441" y="9487"/>
                      <a:pt x="20441" y="9487"/>
                      <a:pt x="19467" y="9487"/>
                    </a:cubicBezTo>
                    <a:lnTo>
                      <a:pt x="13626" y="11433"/>
                    </a:lnTo>
                    <a:cubicBezTo>
                      <a:pt x="12653" y="11433"/>
                      <a:pt x="11679" y="12407"/>
                      <a:pt x="10705" y="14352"/>
                    </a:cubicBezTo>
                    <a:cubicBezTo>
                      <a:pt x="9732" y="15326"/>
                      <a:pt x="9732" y="17272"/>
                      <a:pt x="10705" y="18245"/>
                    </a:cubicBezTo>
                    <a:lnTo>
                      <a:pt x="16547" y="34786"/>
                    </a:lnTo>
                    <a:cubicBezTo>
                      <a:pt x="16547" y="35760"/>
                      <a:pt x="17520" y="36733"/>
                      <a:pt x="19467" y="37706"/>
                    </a:cubicBezTo>
                    <a:cubicBezTo>
                      <a:pt x="20441" y="38679"/>
                      <a:pt x="22388" y="38679"/>
                      <a:pt x="23362" y="37706"/>
                    </a:cubicBezTo>
                    <a:lnTo>
                      <a:pt x="29203" y="35760"/>
                    </a:lnTo>
                    <a:cubicBezTo>
                      <a:pt x="30177" y="34786"/>
                      <a:pt x="31150" y="34786"/>
                      <a:pt x="32124" y="32841"/>
                    </a:cubicBezTo>
                    <a:cubicBezTo>
                      <a:pt x="33097" y="31867"/>
                      <a:pt x="33097" y="29921"/>
                      <a:pt x="32124" y="28948"/>
                    </a:cubicBezTo>
                    <a:lnTo>
                      <a:pt x="26282" y="12407"/>
                    </a:lnTo>
                    <a:cubicBezTo>
                      <a:pt x="26282" y="11433"/>
                      <a:pt x="25309" y="10460"/>
                      <a:pt x="23362" y="9487"/>
                    </a:cubicBezTo>
                    <a:cubicBezTo>
                      <a:pt x="22388" y="9487"/>
                      <a:pt x="22388" y="9487"/>
                      <a:pt x="21415" y="9487"/>
                    </a:cubicBezTo>
                    <a:lnTo>
                      <a:pt x="21415" y="9487"/>
                    </a:lnTo>
                    <a:close/>
                    <a:moveTo>
                      <a:pt x="21415" y="48409"/>
                    </a:moveTo>
                    <a:cubicBezTo>
                      <a:pt x="19467" y="48409"/>
                      <a:pt x="17520" y="48409"/>
                      <a:pt x="14599" y="47436"/>
                    </a:cubicBezTo>
                    <a:cubicBezTo>
                      <a:pt x="10705" y="45490"/>
                      <a:pt x="7785" y="42571"/>
                      <a:pt x="6811" y="38679"/>
                    </a:cubicBezTo>
                    <a:lnTo>
                      <a:pt x="970" y="22137"/>
                    </a:lnTo>
                    <a:cubicBezTo>
                      <a:pt x="-1951" y="14352"/>
                      <a:pt x="1943" y="5595"/>
                      <a:pt x="9732" y="2676"/>
                    </a:cubicBezTo>
                    <a:lnTo>
                      <a:pt x="15573" y="730"/>
                    </a:lnTo>
                    <a:cubicBezTo>
                      <a:pt x="19467" y="-243"/>
                      <a:pt x="23362" y="-243"/>
                      <a:pt x="27256" y="730"/>
                    </a:cubicBezTo>
                    <a:cubicBezTo>
                      <a:pt x="31150" y="2676"/>
                      <a:pt x="34071" y="5595"/>
                      <a:pt x="35044" y="9487"/>
                    </a:cubicBezTo>
                    <a:lnTo>
                      <a:pt x="40886" y="26029"/>
                    </a:lnTo>
                    <a:cubicBezTo>
                      <a:pt x="41859" y="29921"/>
                      <a:pt x="41859" y="33813"/>
                      <a:pt x="40886" y="37706"/>
                    </a:cubicBezTo>
                    <a:cubicBezTo>
                      <a:pt x="38939" y="41598"/>
                      <a:pt x="36018" y="44517"/>
                      <a:pt x="32124" y="45490"/>
                    </a:cubicBezTo>
                    <a:lnTo>
                      <a:pt x="26282" y="47436"/>
                    </a:lnTo>
                    <a:cubicBezTo>
                      <a:pt x="25309" y="47436"/>
                      <a:pt x="23362" y="48409"/>
                      <a:pt x="21415" y="48409"/>
                    </a:cubicBezTo>
                    <a:lnTo>
                      <a:pt x="21415" y="4840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3" name="Freeform 662">
                <a:extLst>
                  <a:ext uri="{FF2B5EF4-FFF2-40B4-BE49-F238E27FC236}">
                    <a16:creationId xmlns:a16="http://schemas.microsoft.com/office/drawing/2014/main" id="{0DE1FAB3-4C53-69F6-10C5-50AF8ECC59CB}"/>
                  </a:ext>
                </a:extLst>
              </p:cNvPr>
              <p:cNvSpPr/>
              <p:nvPr/>
            </p:nvSpPr>
            <p:spPr>
              <a:xfrm>
                <a:off x="9286669" y="5048316"/>
                <a:ext cx="66455" cy="44759"/>
              </a:xfrm>
              <a:custGeom>
                <a:avLst/>
                <a:gdLst>
                  <a:gd name="connsiteX0" fmla="*/ 59641 w 66455"/>
                  <a:gd name="connsiteY0" fmla="*/ 44760 h 44759"/>
                  <a:gd name="connsiteX1" fmla="*/ 59641 w 66455"/>
                  <a:gd name="connsiteY1" fmla="*/ 44760 h 44759"/>
                  <a:gd name="connsiteX2" fmla="*/ 4147 w 66455"/>
                  <a:gd name="connsiteY2" fmla="*/ 36976 h 44759"/>
                  <a:gd name="connsiteX3" fmla="*/ 253 w 66455"/>
                  <a:gd name="connsiteY3" fmla="*/ 31137 h 44759"/>
                  <a:gd name="connsiteX4" fmla="*/ 6095 w 66455"/>
                  <a:gd name="connsiteY4" fmla="*/ 27245 h 44759"/>
                  <a:gd name="connsiteX5" fmla="*/ 54773 w 66455"/>
                  <a:gd name="connsiteY5" fmla="*/ 34057 h 44759"/>
                  <a:gd name="connsiteX6" fmla="*/ 51852 w 66455"/>
                  <a:gd name="connsiteY6" fmla="*/ 5838 h 44759"/>
                  <a:gd name="connsiteX7" fmla="*/ 56720 w 66455"/>
                  <a:gd name="connsiteY7" fmla="*/ 0 h 44759"/>
                  <a:gd name="connsiteX8" fmla="*/ 62561 w 66455"/>
                  <a:gd name="connsiteY8" fmla="*/ 4865 h 44759"/>
                  <a:gd name="connsiteX9" fmla="*/ 66455 w 66455"/>
                  <a:gd name="connsiteY9" fmla="*/ 39895 h 44759"/>
                  <a:gd name="connsiteX10" fmla="*/ 64509 w 66455"/>
                  <a:gd name="connsiteY10" fmla="*/ 43787 h 44759"/>
                  <a:gd name="connsiteX11" fmla="*/ 59641 w 66455"/>
                  <a:gd name="connsiteY11" fmla="*/ 44760 h 44759"/>
                  <a:gd name="connsiteX12" fmla="*/ 59641 w 66455"/>
                  <a:gd name="connsiteY12" fmla="*/ 44760 h 4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55" h="44759">
                    <a:moveTo>
                      <a:pt x="59641" y="44760"/>
                    </a:moveTo>
                    <a:cubicBezTo>
                      <a:pt x="59641" y="44760"/>
                      <a:pt x="58667" y="44760"/>
                      <a:pt x="59641" y="44760"/>
                    </a:cubicBezTo>
                    <a:lnTo>
                      <a:pt x="4147" y="36976"/>
                    </a:lnTo>
                    <a:cubicBezTo>
                      <a:pt x="1227" y="36976"/>
                      <a:pt x="-720" y="34057"/>
                      <a:pt x="253" y="31137"/>
                    </a:cubicBezTo>
                    <a:cubicBezTo>
                      <a:pt x="253" y="28218"/>
                      <a:pt x="3174" y="26272"/>
                      <a:pt x="6095" y="27245"/>
                    </a:cubicBezTo>
                    <a:lnTo>
                      <a:pt x="54773" y="34057"/>
                    </a:lnTo>
                    <a:lnTo>
                      <a:pt x="51852" y="5838"/>
                    </a:lnTo>
                    <a:cubicBezTo>
                      <a:pt x="51852" y="2919"/>
                      <a:pt x="53799" y="973"/>
                      <a:pt x="56720" y="0"/>
                    </a:cubicBezTo>
                    <a:cubicBezTo>
                      <a:pt x="59641" y="0"/>
                      <a:pt x="61588" y="1946"/>
                      <a:pt x="62561" y="4865"/>
                    </a:cubicBezTo>
                    <a:lnTo>
                      <a:pt x="66455" y="39895"/>
                    </a:lnTo>
                    <a:cubicBezTo>
                      <a:pt x="66455" y="41841"/>
                      <a:pt x="66455" y="42814"/>
                      <a:pt x="64509" y="43787"/>
                    </a:cubicBezTo>
                    <a:cubicBezTo>
                      <a:pt x="61588" y="44760"/>
                      <a:pt x="60614" y="44760"/>
                      <a:pt x="59641" y="44760"/>
                    </a:cubicBezTo>
                    <a:lnTo>
                      <a:pt x="59641" y="44760"/>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4" name="Freeform 663">
                <a:extLst>
                  <a:ext uri="{FF2B5EF4-FFF2-40B4-BE49-F238E27FC236}">
                    <a16:creationId xmlns:a16="http://schemas.microsoft.com/office/drawing/2014/main" id="{8BE55263-B0D5-40BD-E2B9-2E5538D83490}"/>
                  </a:ext>
                </a:extLst>
              </p:cNvPr>
              <p:cNvSpPr/>
              <p:nvPr/>
            </p:nvSpPr>
            <p:spPr>
              <a:xfrm>
                <a:off x="9287313" y="5047734"/>
                <a:ext cx="24530" cy="37557"/>
              </a:xfrm>
              <a:custGeom>
                <a:avLst/>
                <a:gdLst>
                  <a:gd name="connsiteX0" fmla="*/ 5450 w 24530"/>
                  <a:gd name="connsiteY0" fmla="*/ 37558 h 37557"/>
                  <a:gd name="connsiteX1" fmla="*/ 2529 w 24530"/>
                  <a:gd name="connsiteY1" fmla="*/ 36585 h 37557"/>
                  <a:gd name="connsiteX2" fmla="*/ 582 w 24530"/>
                  <a:gd name="connsiteY2" fmla="*/ 29773 h 37557"/>
                  <a:gd name="connsiteX3" fmla="*/ 15186 w 24530"/>
                  <a:gd name="connsiteY3" fmla="*/ 2528 h 37557"/>
                  <a:gd name="connsiteX4" fmla="*/ 22001 w 24530"/>
                  <a:gd name="connsiteY4" fmla="*/ 582 h 37557"/>
                  <a:gd name="connsiteX5" fmla="*/ 23948 w 24530"/>
                  <a:gd name="connsiteY5" fmla="*/ 7393 h 37557"/>
                  <a:gd name="connsiteX6" fmla="*/ 9344 w 24530"/>
                  <a:gd name="connsiteY6" fmla="*/ 34639 h 37557"/>
                  <a:gd name="connsiteX7" fmla="*/ 5450 w 24530"/>
                  <a:gd name="connsiteY7" fmla="*/ 37558 h 3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30" h="37557">
                    <a:moveTo>
                      <a:pt x="5450" y="37558"/>
                    </a:moveTo>
                    <a:cubicBezTo>
                      <a:pt x="4477" y="37558"/>
                      <a:pt x="3503" y="37558"/>
                      <a:pt x="2529" y="36585"/>
                    </a:cubicBezTo>
                    <a:cubicBezTo>
                      <a:pt x="-391" y="35611"/>
                      <a:pt x="-391" y="31719"/>
                      <a:pt x="582" y="29773"/>
                    </a:cubicBezTo>
                    <a:lnTo>
                      <a:pt x="15186" y="2528"/>
                    </a:lnTo>
                    <a:cubicBezTo>
                      <a:pt x="16159" y="-391"/>
                      <a:pt x="20054" y="-391"/>
                      <a:pt x="22001" y="582"/>
                    </a:cubicBezTo>
                    <a:cubicBezTo>
                      <a:pt x="24921" y="1555"/>
                      <a:pt x="24921" y="5447"/>
                      <a:pt x="23948" y="7393"/>
                    </a:cubicBezTo>
                    <a:lnTo>
                      <a:pt x="9344" y="34639"/>
                    </a:lnTo>
                    <a:cubicBezTo>
                      <a:pt x="9344" y="36585"/>
                      <a:pt x="7397" y="37558"/>
                      <a:pt x="5450" y="37558"/>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5" name="Freeform 664">
                <a:extLst>
                  <a:ext uri="{FF2B5EF4-FFF2-40B4-BE49-F238E27FC236}">
                    <a16:creationId xmlns:a16="http://schemas.microsoft.com/office/drawing/2014/main" id="{A02FF086-EB50-D382-FCF1-D88A7ABBA144}"/>
                  </a:ext>
                </a:extLst>
              </p:cNvPr>
              <p:cNvSpPr/>
              <p:nvPr/>
            </p:nvSpPr>
            <p:spPr>
              <a:xfrm>
                <a:off x="9258324" y="4912050"/>
                <a:ext cx="89040" cy="47718"/>
              </a:xfrm>
              <a:custGeom>
                <a:avLst/>
                <a:gdLst>
                  <a:gd name="connsiteX0" fmla="*/ 45149 w 89040"/>
                  <a:gd name="connsiteY0" fmla="*/ 47719 h 47718"/>
                  <a:gd name="connsiteX1" fmla="*/ 3286 w 89040"/>
                  <a:gd name="connsiteY1" fmla="*/ 41880 h 47718"/>
                  <a:gd name="connsiteX2" fmla="*/ 365 w 89040"/>
                  <a:gd name="connsiteY2" fmla="*/ 35069 h 47718"/>
                  <a:gd name="connsiteX3" fmla="*/ 7180 w 89040"/>
                  <a:gd name="connsiteY3" fmla="*/ 32150 h 47718"/>
                  <a:gd name="connsiteX4" fmla="*/ 78250 w 89040"/>
                  <a:gd name="connsiteY4" fmla="*/ 34096 h 47718"/>
                  <a:gd name="connsiteX5" fmla="*/ 61700 w 89040"/>
                  <a:gd name="connsiteY5" fmla="*/ 9770 h 47718"/>
                  <a:gd name="connsiteX6" fmla="*/ 59752 w 89040"/>
                  <a:gd name="connsiteY6" fmla="*/ 2959 h 47718"/>
                  <a:gd name="connsiteX7" fmla="*/ 66567 w 89040"/>
                  <a:gd name="connsiteY7" fmla="*/ 1012 h 47718"/>
                  <a:gd name="connsiteX8" fmla="*/ 88959 w 89040"/>
                  <a:gd name="connsiteY8" fmla="*/ 38961 h 47718"/>
                  <a:gd name="connsiteX9" fmla="*/ 85065 w 89040"/>
                  <a:gd name="connsiteY9" fmla="*/ 43827 h 47718"/>
                  <a:gd name="connsiteX10" fmla="*/ 45149 w 89040"/>
                  <a:gd name="connsiteY10" fmla="*/ 47719 h 47718"/>
                  <a:gd name="connsiteX11" fmla="*/ 45149 w 89040"/>
                  <a:gd name="connsiteY11" fmla="*/ 47719 h 4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040" h="47718">
                    <a:moveTo>
                      <a:pt x="45149" y="47719"/>
                    </a:moveTo>
                    <a:cubicBezTo>
                      <a:pt x="20810" y="47719"/>
                      <a:pt x="4259" y="41880"/>
                      <a:pt x="3286" y="41880"/>
                    </a:cubicBezTo>
                    <a:cubicBezTo>
                      <a:pt x="365" y="40907"/>
                      <a:pt x="-609" y="37988"/>
                      <a:pt x="365" y="35069"/>
                    </a:cubicBezTo>
                    <a:cubicBezTo>
                      <a:pt x="1338" y="32150"/>
                      <a:pt x="4259" y="31177"/>
                      <a:pt x="7180" y="32150"/>
                    </a:cubicBezTo>
                    <a:cubicBezTo>
                      <a:pt x="7180" y="32150"/>
                      <a:pt x="38334" y="42853"/>
                      <a:pt x="78250" y="34096"/>
                    </a:cubicBezTo>
                    <a:cubicBezTo>
                      <a:pt x="77277" y="22419"/>
                      <a:pt x="69488" y="13662"/>
                      <a:pt x="61700" y="9770"/>
                    </a:cubicBezTo>
                    <a:cubicBezTo>
                      <a:pt x="58779" y="8797"/>
                      <a:pt x="57805" y="5878"/>
                      <a:pt x="59752" y="2959"/>
                    </a:cubicBezTo>
                    <a:cubicBezTo>
                      <a:pt x="60726" y="40"/>
                      <a:pt x="63647" y="-934"/>
                      <a:pt x="66567" y="1012"/>
                    </a:cubicBezTo>
                    <a:cubicBezTo>
                      <a:pt x="82144" y="8797"/>
                      <a:pt x="89933" y="23393"/>
                      <a:pt x="88959" y="38961"/>
                    </a:cubicBezTo>
                    <a:cubicBezTo>
                      <a:pt x="88959" y="40907"/>
                      <a:pt x="87012" y="42853"/>
                      <a:pt x="85065" y="43827"/>
                    </a:cubicBezTo>
                    <a:cubicBezTo>
                      <a:pt x="70462" y="46746"/>
                      <a:pt x="56832" y="47719"/>
                      <a:pt x="45149" y="47719"/>
                    </a:cubicBezTo>
                    <a:lnTo>
                      <a:pt x="45149" y="47719"/>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6" name="Freeform 665">
                <a:extLst>
                  <a:ext uri="{FF2B5EF4-FFF2-40B4-BE49-F238E27FC236}">
                    <a16:creationId xmlns:a16="http://schemas.microsoft.com/office/drawing/2014/main" id="{43900A63-3C27-D0EE-54EE-980B2E9B6308}"/>
                  </a:ext>
                </a:extLst>
              </p:cNvPr>
              <p:cNvSpPr/>
              <p:nvPr/>
            </p:nvSpPr>
            <p:spPr>
              <a:xfrm>
                <a:off x="9269398" y="4908917"/>
                <a:ext cx="37248" cy="43067"/>
              </a:xfrm>
              <a:custGeom>
                <a:avLst/>
                <a:gdLst>
                  <a:gd name="connsiteX0" fmla="*/ 4868 w 37248"/>
                  <a:gd name="connsiteY0" fmla="*/ 43067 h 43067"/>
                  <a:gd name="connsiteX1" fmla="*/ 0 w 37248"/>
                  <a:gd name="connsiteY1" fmla="*/ 38202 h 43067"/>
                  <a:gd name="connsiteX2" fmla="*/ 31154 w 37248"/>
                  <a:gd name="connsiteY2" fmla="*/ 253 h 43067"/>
                  <a:gd name="connsiteX3" fmla="*/ 36996 w 37248"/>
                  <a:gd name="connsiteY3" fmla="*/ 4145 h 43067"/>
                  <a:gd name="connsiteX4" fmla="*/ 33101 w 37248"/>
                  <a:gd name="connsiteY4" fmla="*/ 9984 h 43067"/>
                  <a:gd name="connsiteX5" fmla="*/ 9736 w 37248"/>
                  <a:gd name="connsiteY5" fmla="*/ 38202 h 43067"/>
                  <a:gd name="connsiteX6" fmla="*/ 4868 w 37248"/>
                  <a:gd name="connsiteY6" fmla="*/ 43067 h 43067"/>
                  <a:gd name="connsiteX7" fmla="*/ 4868 w 37248"/>
                  <a:gd name="connsiteY7" fmla="*/ 43067 h 4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48" h="43067">
                    <a:moveTo>
                      <a:pt x="4868" y="43067"/>
                    </a:moveTo>
                    <a:cubicBezTo>
                      <a:pt x="1947" y="43067"/>
                      <a:pt x="0" y="41121"/>
                      <a:pt x="0" y="38202"/>
                    </a:cubicBezTo>
                    <a:cubicBezTo>
                      <a:pt x="0" y="19714"/>
                      <a:pt x="12657" y="4145"/>
                      <a:pt x="31154" y="253"/>
                    </a:cubicBezTo>
                    <a:cubicBezTo>
                      <a:pt x="34075" y="-720"/>
                      <a:pt x="36996" y="1226"/>
                      <a:pt x="36996" y="4145"/>
                    </a:cubicBezTo>
                    <a:cubicBezTo>
                      <a:pt x="37969" y="7065"/>
                      <a:pt x="36022" y="9984"/>
                      <a:pt x="33101" y="9984"/>
                    </a:cubicBezTo>
                    <a:cubicBezTo>
                      <a:pt x="19471" y="12903"/>
                      <a:pt x="9736" y="24579"/>
                      <a:pt x="9736" y="38202"/>
                    </a:cubicBezTo>
                    <a:cubicBezTo>
                      <a:pt x="9736" y="41121"/>
                      <a:pt x="7789" y="43067"/>
                      <a:pt x="4868" y="43067"/>
                    </a:cubicBezTo>
                    <a:lnTo>
                      <a:pt x="4868" y="43067"/>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7" name="Freeform 666">
                <a:extLst>
                  <a:ext uri="{FF2B5EF4-FFF2-40B4-BE49-F238E27FC236}">
                    <a16:creationId xmlns:a16="http://schemas.microsoft.com/office/drawing/2014/main" id="{14D8B5C9-8D03-A069-645A-463AA965718B}"/>
                  </a:ext>
                </a:extLst>
              </p:cNvPr>
              <p:cNvSpPr/>
              <p:nvPr/>
            </p:nvSpPr>
            <p:spPr>
              <a:xfrm>
                <a:off x="9292520" y="4899075"/>
                <a:ext cx="25920" cy="42206"/>
              </a:xfrm>
              <a:custGeom>
                <a:avLst/>
                <a:gdLst>
                  <a:gd name="connsiteX0" fmla="*/ 5111 w 25920"/>
                  <a:gd name="connsiteY0" fmla="*/ 42206 h 42206"/>
                  <a:gd name="connsiteX1" fmla="*/ 243 w 25920"/>
                  <a:gd name="connsiteY1" fmla="*/ 37341 h 42206"/>
                  <a:gd name="connsiteX2" fmla="*/ 1217 w 25920"/>
                  <a:gd name="connsiteY2" fmla="*/ 22745 h 42206"/>
                  <a:gd name="connsiteX3" fmla="*/ 18741 w 25920"/>
                  <a:gd name="connsiteY3" fmla="*/ 365 h 42206"/>
                  <a:gd name="connsiteX4" fmla="*/ 25556 w 25920"/>
                  <a:gd name="connsiteY4" fmla="*/ 3284 h 42206"/>
                  <a:gd name="connsiteX5" fmla="*/ 22635 w 25920"/>
                  <a:gd name="connsiteY5" fmla="*/ 10095 h 42206"/>
                  <a:gd name="connsiteX6" fmla="*/ 10952 w 25920"/>
                  <a:gd name="connsiteY6" fmla="*/ 25664 h 42206"/>
                  <a:gd name="connsiteX7" fmla="*/ 9979 w 25920"/>
                  <a:gd name="connsiteY7" fmla="*/ 36368 h 42206"/>
                  <a:gd name="connsiteX8" fmla="*/ 5111 w 25920"/>
                  <a:gd name="connsiteY8" fmla="*/ 42206 h 42206"/>
                  <a:gd name="connsiteX9" fmla="*/ 5111 w 25920"/>
                  <a:gd name="connsiteY9" fmla="*/ 42206 h 42206"/>
                  <a:gd name="connsiteX10" fmla="*/ 5111 w 25920"/>
                  <a:gd name="connsiteY10" fmla="*/ 42206 h 4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20" h="42206">
                    <a:moveTo>
                      <a:pt x="5111" y="42206"/>
                    </a:moveTo>
                    <a:cubicBezTo>
                      <a:pt x="2190" y="42206"/>
                      <a:pt x="243" y="40260"/>
                      <a:pt x="243" y="37341"/>
                    </a:cubicBezTo>
                    <a:cubicBezTo>
                      <a:pt x="243" y="37341"/>
                      <a:pt x="-730" y="30529"/>
                      <a:pt x="1217" y="22745"/>
                    </a:cubicBezTo>
                    <a:cubicBezTo>
                      <a:pt x="4138" y="12042"/>
                      <a:pt x="9979" y="4257"/>
                      <a:pt x="18741" y="365"/>
                    </a:cubicBezTo>
                    <a:cubicBezTo>
                      <a:pt x="21662" y="-608"/>
                      <a:pt x="24583" y="365"/>
                      <a:pt x="25556" y="3284"/>
                    </a:cubicBezTo>
                    <a:cubicBezTo>
                      <a:pt x="26529" y="6203"/>
                      <a:pt x="25556" y="9122"/>
                      <a:pt x="22635" y="10095"/>
                    </a:cubicBezTo>
                    <a:cubicBezTo>
                      <a:pt x="16794" y="13015"/>
                      <a:pt x="12900" y="17880"/>
                      <a:pt x="10952" y="25664"/>
                    </a:cubicBezTo>
                    <a:cubicBezTo>
                      <a:pt x="9979" y="31503"/>
                      <a:pt x="9979" y="36368"/>
                      <a:pt x="9979" y="36368"/>
                    </a:cubicBezTo>
                    <a:cubicBezTo>
                      <a:pt x="10952" y="39287"/>
                      <a:pt x="9005" y="42206"/>
                      <a:pt x="5111" y="42206"/>
                    </a:cubicBezTo>
                    <a:cubicBezTo>
                      <a:pt x="6085" y="42206"/>
                      <a:pt x="5111" y="42206"/>
                      <a:pt x="5111" y="42206"/>
                    </a:cubicBezTo>
                    <a:lnTo>
                      <a:pt x="5111" y="42206"/>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8" name="Freeform 667">
                <a:extLst>
                  <a:ext uri="{FF2B5EF4-FFF2-40B4-BE49-F238E27FC236}">
                    <a16:creationId xmlns:a16="http://schemas.microsoft.com/office/drawing/2014/main" id="{A78BB0C8-EDEF-C96A-11DD-001890EE5451}"/>
                  </a:ext>
                </a:extLst>
              </p:cNvPr>
              <p:cNvSpPr/>
              <p:nvPr/>
            </p:nvSpPr>
            <p:spPr>
              <a:xfrm>
                <a:off x="9278160" y="4950038"/>
                <a:ext cx="56519" cy="48652"/>
              </a:xfrm>
              <a:custGeom>
                <a:avLst/>
                <a:gdLst>
                  <a:gd name="connsiteX0" fmla="*/ 28233 w 56519"/>
                  <a:gd name="connsiteY0" fmla="*/ 48652 h 48652"/>
                  <a:gd name="connsiteX1" fmla="*/ 0 w 56519"/>
                  <a:gd name="connsiteY1" fmla="*/ 20434 h 48652"/>
                  <a:gd name="connsiteX2" fmla="*/ 0 w 56519"/>
                  <a:gd name="connsiteY2" fmla="*/ 4865 h 48652"/>
                  <a:gd name="connsiteX3" fmla="*/ 4868 w 56519"/>
                  <a:gd name="connsiteY3" fmla="*/ 0 h 48652"/>
                  <a:gd name="connsiteX4" fmla="*/ 9736 w 56519"/>
                  <a:gd name="connsiteY4" fmla="*/ 4865 h 48652"/>
                  <a:gd name="connsiteX5" fmla="*/ 9736 w 56519"/>
                  <a:gd name="connsiteY5" fmla="*/ 20434 h 48652"/>
                  <a:gd name="connsiteX6" fmla="*/ 28233 w 56519"/>
                  <a:gd name="connsiteY6" fmla="*/ 38922 h 48652"/>
                  <a:gd name="connsiteX7" fmla="*/ 46731 w 56519"/>
                  <a:gd name="connsiteY7" fmla="*/ 20434 h 48652"/>
                  <a:gd name="connsiteX8" fmla="*/ 46731 w 56519"/>
                  <a:gd name="connsiteY8" fmla="*/ 4865 h 48652"/>
                  <a:gd name="connsiteX9" fmla="*/ 51599 w 56519"/>
                  <a:gd name="connsiteY9" fmla="*/ 0 h 48652"/>
                  <a:gd name="connsiteX10" fmla="*/ 56467 w 56519"/>
                  <a:gd name="connsiteY10" fmla="*/ 4865 h 48652"/>
                  <a:gd name="connsiteX11" fmla="*/ 56467 w 56519"/>
                  <a:gd name="connsiteY11" fmla="*/ 20434 h 48652"/>
                  <a:gd name="connsiteX12" fmla="*/ 28233 w 56519"/>
                  <a:gd name="connsiteY12" fmla="*/ 48652 h 48652"/>
                  <a:gd name="connsiteX13" fmla="*/ 28233 w 56519"/>
                  <a:gd name="connsiteY13" fmla="*/ 48652 h 4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519" h="48652">
                    <a:moveTo>
                      <a:pt x="28233" y="48652"/>
                    </a:moveTo>
                    <a:cubicBezTo>
                      <a:pt x="12656" y="48652"/>
                      <a:pt x="0" y="36003"/>
                      <a:pt x="0" y="20434"/>
                    </a:cubicBezTo>
                    <a:lnTo>
                      <a:pt x="0" y="4865"/>
                    </a:lnTo>
                    <a:cubicBezTo>
                      <a:pt x="0" y="1946"/>
                      <a:pt x="1947" y="0"/>
                      <a:pt x="4868" y="0"/>
                    </a:cubicBezTo>
                    <a:cubicBezTo>
                      <a:pt x="7788" y="0"/>
                      <a:pt x="9736" y="1946"/>
                      <a:pt x="9736" y="4865"/>
                    </a:cubicBezTo>
                    <a:lnTo>
                      <a:pt x="9736" y="20434"/>
                    </a:lnTo>
                    <a:cubicBezTo>
                      <a:pt x="9736" y="30164"/>
                      <a:pt x="17524" y="38922"/>
                      <a:pt x="28233" y="38922"/>
                    </a:cubicBezTo>
                    <a:cubicBezTo>
                      <a:pt x="37969" y="38922"/>
                      <a:pt x="46731" y="31137"/>
                      <a:pt x="46731" y="20434"/>
                    </a:cubicBezTo>
                    <a:lnTo>
                      <a:pt x="46731" y="4865"/>
                    </a:lnTo>
                    <a:cubicBezTo>
                      <a:pt x="46731" y="1946"/>
                      <a:pt x="48678" y="0"/>
                      <a:pt x="51599" y="0"/>
                    </a:cubicBezTo>
                    <a:cubicBezTo>
                      <a:pt x="54519" y="0"/>
                      <a:pt x="56467" y="1946"/>
                      <a:pt x="56467" y="4865"/>
                    </a:cubicBezTo>
                    <a:lnTo>
                      <a:pt x="56467" y="20434"/>
                    </a:lnTo>
                    <a:cubicBezTo>
                      <a:pt x="57440" y="36003"/>
                      <a:pt x="44784" y="48652"/>
                      <a:pt x="28233" y="48652"/>
                    </a:cubicBezTo>
                    <a:lnTo>
                      <a:pt x="28233" y="48652"/>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69" name="Freeform 668">
                <a:extLst>
                  <a:ext uri="{FF2B5EF4-FFF2-40B4-BE49-F238E27FC236}">
                    <a16:creationId xmlns:a16="http://schemas.microsoft.com/office/drawing/2014/main" id="{8D828996-DB72-B7DB-CC08-A4F308D81DE5}"/>
                  </a:ext>
                </a:extLst>
              </p:cNvPr>
              <p:cNvSpPr/>
              <p:nvPr/>
            </p:nvSpPr>
            <p:spPr>
              <a:xfrm>
                <a:off x="9059595" y="4805645"/>
                <a:ext cx="323118" cy="131742"/>
              </a:xfrm>
              <a:custGeom>
                <a:avLst/>
                <a:gdLst>
                  <a:gd name="connsiteX0" fmla="*/ 5354 w 323118"/>
                  <a:gd name="connsiteY0" fmla="*/ 131743 h 131742"/>
                  <a:gd name="connsiteX1" fmla="*/ 1460 w 323118"/>
                  <a:gd name="connsiteY1" fmla="*/ 129797 h 131742"/>
                  <a:gd name="connsiteX2" fmla="*/ 1460 w 323118"/>
                  <a:gd name="connsiteY2" fmla="*/ 122986 h 131742"/>
                  <a:gd name="connsiteX3" fmla="*/ 57927 w 323118"/>
                  <a:gd name="connsiteY3" fmla="*/ 72387 h 131742"/>
                  <a:gd name="connsiteX4" fmla="*/ 63768 w 323118"/>
                  <a:gd name="connsiteY4" fmla="*/ 71414 h 131742"/>
                  <a:gd name="connsiteX5" fmla="*/ 99790 w 323118"/>
                  <a:gd name="connsiteY5" fmla="*/ 86983 h 131742"/>
                  <a:gd name="connsiteX6" fmla="*/ 159178 w 323118"/>
                  <a:gd name="connsiteY6" fmla="*/ 38331 h 131742"/>
                  <a:gd name="connsiteX7" fmla="*/ 164045 w 323118"/>
                  <a:gd name="connsiteY7" fmla="*/ 37358 h 131742"/>
                  <a:gd name="connsiteX8" fmla="*/ 209803 w 323118"/>
                  <a:gd name="connsiteY8" fmla="*/ 56818 h 131742"/>
                  <a:gd name="connsiteX9" fmla="*/ 315922 w 323118"/>
                  <a:gd name="connsiteY9" fmla="*/ 382 h 131742"/>
                  <a:gd name="connsiteX10" fmla="*/ 322736 w 323118"/>
                  <a:gd name="connsiteY10" fmla="*/ 2328 h 131742"/>
                  <a:gd name="connsiteX11" fmla="*/ 320789 w 323118"/>
                  <a:gd name="connsiteY11" fmla="*/ 9139 h 131742"/>
                  <a:gd name="connsiteX12" fmla="*/ 212724 w 323118"/>
                  <a:gd name="connsiteY12" fmla="*/ 66549 h 131742"/>
                  <a:gd name="connsiteX13" fmla="*/ 207856 w 323118"/>
                  <a:gd name="connsiteY13" fmla="*/ 66549 h 131742"/>
                  <a:gd name="connsiteX14" fmla="*/ 163072 w 323118"/>
                  <a:gd name="connsiteY14" fmla="*/ 48061 h 131742"/>
                  <a:gd name="connsiteX15" fmla="*/ 103684 w 323118"/>
                  <a:gd name="connsiteY15" fmla="*/ 96713 h 131742"/>
                  <a:gd name="connsiteX16" fmla="*/ 98817 w 323118"/>
                  <a:gd name="connsiteY16" fmla="*/ 97686 h 131742"/>
                  <a:gd name="connsiteX17" fmla="*/ 63768 w 323118"/>
                  <a:gd name="connsiteY17" fmla="*/ 82118 h 131742"/>
                  <a:gd name="connsiteX18" fmla="*/ 9249 w 323118"/>
                  <a:gd name="connsiteY18" fmla="*/ 130770 h 131742"/>
                  <a:gd name="connsiteX19" fmla="*/ 5354 w 323118"/>
                  <a:gd name="connsiteY19" fmla="*/ 131743 h 13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118" h="131742">
                    <a:moveTo>
                      <a:pt x="5354" y="131743"/>
                    </a:moveTo>
                    <a:cubicBezTo>
                      <a:pt x="4381" y="131743"/>
                      <a:pt x="2434" y="130770"/>
                      <a:pt x="1460" y="129797"/>
                    </a:cubicBezTo>
                    <a:cubicBezTo>
                      <a:pt x="-487" y="127851"/>
                      <a:pt x="-487" y="124932"/>
                      <a:pt x="1460" y="122986"/>
                    </a:cubicBezTo>
                    <a:lnTo>
                      <a:pt x="57927" y="72387"/>
                    </a:lnTo>
                    <a:cubicBezTo>
                      <a:pt x="59874" y="71414"/>
                      <a:pt x="61821" y="70441"/>
                      <a:pt x="63768" y="71414"/>
                    </a:cubicBezTo>
                    <a:lnTo>
                      <a:pt x="99790" y="86983"/>
                    </a:lnTo>
                    <a:lnTo>
                      <a:pt x="159178" y="38331"/>
                    </a:lnTo>
                    <a:cubicBezTo>
                      <a:pt x="161125" y="37358"/>
                      <a:pt x="163072" y="36384"/>
                      <a:pt x="164045" y="37358"/>
                    </a:cubicBezTo>
                    <a:lnTo>
                      <a:pt x="209803" y="56818"/>
                    </a:lnTo>
                    <a:lnTo>
                      <a:pt x="315922" y="382"/>
                    </a:lnTo>
                    <a:cubicBezTo>
                      <a:pt x="318842" y="-591"/>
                      <a:pt x="321763" y="382"/>
                      <a:pt x="322736" y="2328"/>
                    </a:cubicBezTo>
                    <a:cubicBezTo>
                      <a:pt x="323710" y="5247"/>
                      <a:pt x="322736" y="8166"/>
                      <a:pt x="320789" y="9139"/>
                    </a:cubicBezTo>
                    <a:lnTo>
                      <a:pt x="212724" y="66549"/>
                    </a:lnTo>
                    <a:cubicBezTo>
                      <a:pt x="211750" y="67522"/>
                      <a:pt x="209803" y="67522"/>
                      <a:pt x="207856" y="66549"/>
                    </a:cubicBezTo>
                    <a:lnTo>
                      <a:pt x="163072" y="48061"/>
                    </a:lnTo>
                    <a:lnTo>
                      <a:pt x="103684" y="96713"/>
                    </a:lnTo>
                    <a:cubicBezTo>
                      <a:pt x="101737" y="97686"/>
                      <a:pt x="99790" y="98659"/>
                      <a:pt x="98817" y="97686"/>
                    </a:cubicBezTo>
                    <a:lnTo>
                      <a:pt x="63768" y="82118"/>
                    </a:lnTo>
                    <a:lnTo>
                      <a:pt x="9249" y="130770"/>
                    </a:lnTo>
                    <a:cubicBezTo>
                      <a:pt x="7302" y="131743"/>
                      <a:pt x="6328" y="131743"/>
                      <a:pt x="5354" y="131743"/>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0" name="Freeform 669">
                <a:extLst>
                  <a:ext uri="{FF2B5EF4-FFF2-40B4-BE49-F238E27FC236}">
                    <a16:creationId xmlns:a16="http://schemas.microsoft.com/office/drawing/2014/main" id="{5DD570C1-97DA-F421-11A0-7C6E46595C37}"/>
                  </a:ext>
                </a:extLst>
              </p:cNvPr>
              <p:cNvSpPr/>
              <p:nvPr/>
            </p:nvSpPr>
            <p:spPr>
              <a:xfrm>
                <a:off x="9060081" y="4950038"/>
                <a:ext cx="9735" cy="80762"/>
              </a:xfrm>
              <a:custGeom>
                <a:avLst/>
                <a:gdLst>
                  <a:gd name="connsiteX0" fmla="*/ 4868 w 9735"/>
                  <a:gd name="connsiteY0" fmla="*/ 80763 h 80762"/>
                  <a:gd name="connsiteX1" fmla="*/ 0 w 9735"/>
                  <a:gd name="connsiteY1" fmla="*/ 75897 h 80762"/>
                  <a:gd name="connsiteX2" fmla="*/ 0 w 9735"/>
                  <a:gd name="connsiteY2" fmla="*/ 4865 h 80762"/>
                  <a:gd name="connsiteX3" fmla="*/ 4868 w 9735"/>
                  <a:gd name="connsiteY3" fmla="*/ 0 h 80762"/>
                  <a:gd name="connsiteX4" fmla="*/ 9736 w 9735"/>
                  <a:gd name="connsiteY4" fmla="*/ 4865 h 80762"/>
                  <a:gd name="connsiteX5" fmla="*/ 9736 w 9735"/>
                  <a:gd name="connsiteY5" fmla="*/ 75897 h 80762"/>
                  <a:gd name="connsiteX6" fmla="*/ 4868 w 9735"/>
                  <a:gd name="connsiteY6" fmla="*/ 80763 h 8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80762">
                    <a:moveTo>
                      <a:pt x="4868" y="80763"/>
                    </a:moveTo>
                    <a:cubicBezTo>
                      <a:pt x="1947" y="80763"/>
                      <a:pt x="0" y="78817"/>
                      <a:pt x="0" y="75897"/>
                    </a:cubicBezTo>
                    <a:lnTo>
                      <a:pt x="0" y="4865"/>
                    </a:lnTo>
                    <a:cubicBezTo>
                      <a:pt x="0" y="1946"/>
                      <a:pt x="1947" y="0"/>
                      <a:pt x="4868" y="0"/>
                    </a:cubicBezTo>
                    <a:cubicBezTo>
                      <a:pt x="7789" y="0"/>
                      <a:pt x="9736" y="1946"/>
                      <a:pt x="9736" y="4865"/>
                    </a:cubicBezTo>
                    <a:lnTo>
                      <a:pt x="9736" y="75897"/>
                    </a:lnTo>
                    <a:cubicBezTo>
                      <a:pt x="9736" y="77844"/>
                      <a:pt x="7789" y="80763"/>
                      <a:pt x="4868" y="80763"/>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1" name="Freeform 670">
                <a:extLst>
                  <a:ext uri="{FF2B5EF4-FFF2-40B4-BE49-F238E27FC236}">
                    <a16:creationId xmlns:a16="http://schemas.microsoft.com/office/drawing/2014/main" id="{8A171B6C-ED51-1097-4C18-507BB90DB0F5}"/>
                  </a:ext>
                </a:extLst>
              </p:cNvPr>
              <p:cNvSpPr/>
              <p:nvPr/>
            </p:nvSpPr>
            <p:spPr>
              <a:xfrm>
                <a:off x="9088315" y="4929604"/>
                <a:ext cx="9735" cy="101196"/>
              </a:xfrm>
              <a:custGeom>
                <a:avLst/>
                <a:gdLst>
                  <a:gd name="connsiteX0" fmla="*/ 4868 w 9735"/>
                  <a:gd name="connsiteY0" fmla="*/ 101197 h 101196"/>
                  <a:gd name="connsiteX1" fmla="*/ 0 w 9735"/>
                  <a:gd name="connsiteY1" fmla="*/ 96332 h 101196"/>
                  <a:gd name="connsiteX2" fmla="*/ 0 w 9735"/>
                  <a:gd name="connsiteY2" fmla="*/ 4865 h 101196"/>
                  <a:gd name="connsiteX3" fmla="*/ 4868 w 9735"/>
                  <a:gd name="connsiteY3" fmla="*/ 0 h 101196"/>
                  <a:gd name="connsiteX4" fmla="*/ 9736 w 9735"/>
                  <a:gd name="connsiteY4" fmla="*/ 4865 h 101196"/>
                  <a:gd name="connsiteX5" fmla="*/ 9736 w 9735"/>
                  <a:gd name="connsiteY5" fmla="*/ 96332 h 101196"/>
                  <a:gd name="connsiteX6" fmla="*/ 4868 w 9735"/>
                  <a:gd name="connsiteY6" fmla="*/ 101197 h 1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01196">
                    <a:moveTo>
                      <a:pt x="4868" y="101197"/>
                    </a:moveTo>
                    <a:cubicBezTo>
                      <a:pt x="1947" y="101197"/>
                      <a:pt x="0" y="99251"/>
                      <a:pt x="0" y="96332"/>
                    </a:cubicBezTo>
                    <a:lnTo>
                      <a:pt x="0" y="4865"/>
                    </a:lnTo>
                    <a:cubicBezTo>
                      <a:pt x="0" y="1946"/>
                      <a:pt x="1947" y="0"/>
                      <a:pt x="4868" y="0"/>
                    </a:cubicBezTo>
                    <a:cubicBezTo>
                      <a:pt x="7788" y="0"/>
                      <a:pt x="9736" y="1946"/>
                      <a:pt x="9736" y="4865"/>
                    </a:cubicBezTo>
                    <a:lnTo>
                      <a:pt x="9736" y="96332"/>
                    </a:lnTo>
                    <a:cubicBezTo>
                      <a:pt x="9736" y="98278"/>
                      <a:pt x="7788" y="101197"/>
                      <a:pt x="4868" y="101197"/>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2" name="Freeform 671">
                <a:extLst>
                  <a:ext uri="{FF2B5EF4-FFF2-40B4-BE49-F238E27FC236}">
                    <a16:creationId xmlns:a16="http://schemas.microsoft.com/office/drawing/2014/main" id="{38423E75-2B13-FFBA-B10B-3B5E0D50A3A6}"/>
                  </a:ext>
                </a:extLst>
              </p:cNvPr>
              <p:cNvSpPr/>
              <p:nvPr/>
            </p:nvSpPr>
            <p:spPr>
              <a:xfrm>
                <a:off x="9116548" y="4904305"/>
                <a:ext cx="9735" cy="126496"/>
              </a:xfrm>
              <a:custGeom>
                <a:avLst/>
                <a:gdLst>
                  <a:gd name="connsiteX0" fmla="*/ 4868 w 9735"/>
                  <a:gd name="connsiteY0" fmla="*/ 126496 h 126496"/>
                  <a:gd name="connsiteX1" fmla="*/ 0 w 9735"/>
                  <a:gd name="connsiteY1" fmla="*/ 121631 h 126496"/>
                  <a:gd name="connsiteX2" fmla="*/ 0 w 9735"/>
                  <a:gd name="connsiteY2" fmla="*/ 4865 h 126496"/>
                  <a:gd name="connsiteX3" fmla="*/ 4868 w 9735"/>
                  <a:gd name="connsiteY3" fmla="*/ 0 h 126496"/>
                  <a:gd name="connsiteX4" fmla="*/ 9736 w 9735"/>
                  <a:gd name="connsiteY4" fmla="*/ 4865 h 126496"/>
                  <a:gd name="connsiteX5" fmla="*/ 9736 w 9735"/>
                  <a:gd name="connsiteY5" fmla="*/ 121631 h 126496"/>
                  <a:gd name="connsiteX6" fmla="*/ 4868 w 9735"/>
                  <a:gd name="connsiteY6" fmla="*/ 126496 h 126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26496">
                    <a:moveTo>
                      <a:pt x="4868" y="126496"/>
                    </a:moveTo>
                    <a:cubicBezTo>
                      <a:pt x="1947" y="126496"/>
                      <a:pt x="0" y="124550"/>
                      <a:pt x="0" y="121631"/>
                    </a:cubicBezTo>
                    <a:lnTo>
                      <a:pt x="0" y="4865"/>
                    </a:lnTo>
                    <a:cubicBezTo>
                      <a:pt x="0" y="1946"/>
                      <a:pt x="1947" y="0"/>
                      <a:pt x="4868" y="0"/>
                    </a:cubicBezTo>
                    <a:cubicBezTo>
                      <a:pt x="7788" y="0"/>
                      <a:pt x="9736" y="1946"/>
                      <a:pt x="9736" y="4865"/>
                    </a:cubicBezTo>
                    <a:lnTo>
                      <a:pt x="9736" y="121631"/>
                    </a:lnTo>
                    <a:cubicBezTo>
                      <a:pt x="9736" y="123577"/>
                      <a:pt x="7788" y="126496"/>
                      <a:pt x="4868" y="126496"/>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3" name="Freeform 672">
                <a:extLst>
                  <a:ext uri="{FF2B5EF4-FFF2-40B4-BE49-F238E27FC236}">
                    <a16:creationId xmlns:a16="http://schemas.microsoft.com/office/drawing/2014/main" id="{7E414670-5869-3B3E-C31C-218719D99186}"/>
                  </a:ext>
                </a:extLst>
              </p:cNvPr>
              <p:cNvSpPr/>
              <p:nvPr/>
            </p:nvSpPr>
            <p:spPr>
              <a:xfrm>
                <a:off x="9144782" y="4915008"/>
                <a:ext cx="9926" cy="115792"/>
              </a:xfrm>
              <a:custGeom>
                <a:avLst/>
                <a:gdLst>
                  <a:gd name="connsiteX0" fmla="*/ 4868 w 9926"/>
                  <a:gd name="connsiteY0" fmla="*/ 115792 h 115792"/>
                  <a:gd name="connsiteX1" fmla="*/ 0 w 9926"/>
                  <a:gd name="connsiteY1" fmla="*/ 110927 h 115792"/>
                  <a:gd name="connsiteX2" fmla="*/ 0 w 9926"/>
                  <a:gd name="connsiteY2" fmla="*/ 4865 h 115792"/>
                  <a:gd name="connsiteX3" fmla="*/ 4868 w 9926"/>
                  <a:gd name="connsiteY3" fmla="*/ 0 h 115792"/>
                  <a:gd name="connsiteX4" fmla="*/ 9736 w 9926"/>
                  <a:gd name="connsiteY4" fmla="*/ 4865 h 115792"/>
                  <a:gd name="connsiteX5" fmla="*/ 9736 w 9926"/>
                  <a:gd name="connsiteY5" fmla="*/ 110927 h 115792"/>
                  <a:gd name="connsiteX6" fmla="*/ 4868 w 9926"/>
                  <a:gd name="connsiteY6" fmla="*/ 115792 h 11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6" h="115792">
                    <a:moveTo>
                      <a:pt x="4868" y="115792"/>
                    </a:moveTo>
                    <a:cubicBezTo>
                      <a:pt x="1947" y="115792"/>
                      <a:pt x="0" y="113847"/>
                      <a:pt x="0" y="110927"/>
                    </a:cubicBezTo>
                    <a:lnTo>
                      <a:pt x="0" y="4865"/>
                    </a:lnTo>
                    <a:cubicBezTo>
                      <a:pt x="0" y="1946"/>
                      <a:pt x="1947" y="0"/>
                      <a:pt x="4868" y="0"/>
                    </a:cubicBezTo>
                    <a:cubicBezTo>
                      <a:pt x="7788" y="0"/>
                      <a:pt x="9736" y="1946"/>
                      <a:pt x="9736" y="4865"/>
                    </a:cubicBezTo>
                    <a:lnTo>
                      <a:pt x="9736" y="110927"/>
                    </a:lnTo>
                    <a:cubicBezTo>
                      <a:pt x="10709" y="112873"/>
                      <a:pt x="7788" y="115792"/>
                      <a:pt x="4868" y="115792"/>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4" name="Freeform 673">
                <a:extLst>
                  <a:ext uri="{FF2B5EF4-FFF2-40B4-BE49-F238E27FC236}">
                    <a16:creationId xmlns:a16="http://schemas.microsoft.com/office/drawing/2014/main" id="{230DD8C7-B6A1-5E1A-C483-8965CB75A428}"/>
                  </a:ext>
                </a:extLst>
              </p:cNvPr>
              <p:cNvSpPr/>
              <p:nvPr/>
            </p:nvSpPr>
            <p:spPr>
              <a:xfrm>
                <a:off x="9173988" y="4907224"/>
                <a:ext cx="9735" cy="123576"/>
              </a:xfrm>
              <a:custGeom>
                <a:avLst/>
                <a:gdLst>
                  <a:gd name="connsiteX0" fmla="*/ 4868 w 9735"/>
                  <a:gd name="connsiteY0" fmla="*/ 123577 h 123576"/>
                  <a:gd name="connsiteX1" fmla="*/ 0 w 9735"/>
                  <a:gd name="connsiteY1" fmla="*/ 118711 h 123576"/>
                  <a:gd name="connsiteX2" fmla="*/ 0 w 9735"/>
                  <a:gd name="connsiteY2" fmla="*/ 4865 h 123576"/>
                  <a:gd name="connsiteX3" fmla="*/ 4868 w 9735"/>
                  <a:gd name="connsiteY3" fmla="*/ 0 h 123576"/>
                  <a:gd name="connsiteX4" fmla="*/ 9736 w 9735"/>
                  <a:gd name="connsiteY4" fmla="*/ 4865 h 123576"/>
                  <a:gd name="connsiteX5" fmla="*/ 9736 w 9735"/>
                  <a:gd name="connsiteY5" fmla="*/ 118711 h 123576"/>
                  <a:gd name="connsiteX6" fmla="*/ 4868 w 9735"/>
                  <a:gd name="connsiteY6" fmla="*/ 123577 h 123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23576">
                    <a:moveTo>
                      <a:pt x="4868" y="123577"/>
                    </a:moveTo>
                    <a:cubicBezTo>
                      <a:pt x="1947" y="123577"/>
                      <a:pt x="0" y="121631"/>
                      <a:pt x="0" y="118711"/>
                    </a:cubicBezTo>
                    <a:lnTo>
                      <a:pt x="0" y="4865"/>
                    </a:lnTo>
                    <a:cubicBezTo>
                      <a:pt x="0" y="1946"/>
                      <a:pt x="1947" y="0"/>
                      <a:pt x="4868" y="0"/>
                    </a:cubicBezTo>
                    <a:cubicBezTo>
                      <a:pt x="7788" y="0"/>
                      <a:pt x="9736" y="1946"/>
                      <a:pt x="9736" y="4865"/>
                    </a:cubicBezTo>
                    <a:lnTo>
                      <a:pt x="9736" y="118711"/>
                    </a:lnTo>
                    <a:cubicBezTo>
                      <a:pt x="9736" y="120658"/>
                      <a:pt x="6815" y="123577"/>
                      <a:pt x="4868" y="123577"/>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5" name="Freeform 674">
                <a:extLst>
                  <a:ext uri="{FF2B5EF4-FFF2-40B4-BE49-F238E27FC236}">
                    <a16:creationId xmlns:a16="http://schemas.microsoft.com/office/drawing/2014/main" id="{31DF6E88-84AD-2C8B-9F50-BBC9F9D7C554}"/>
                  </a:ext>
                </a:extLst>
              </p:cNvPr>
              <p:cNvSpPr/>
              <p:nvPr/>
            </p:nvSpPr>
            <p:spPr>
              <a:xfrm>
                <a:off x="9202222" y="4880952"/>
                <a:ext cx="9735" cy="149849"/>
              </a:xfrm>
              <a:custGeom>
                <a:avLst/>
                <a:gdLst>
                  <a:gd name="connsiteX0" fmla="*/ 4868 w 9735"/>
                  <a:gd name="connsiteY0" fmla="*/ 149849 h 149849"/>
                  <a:gd name="connsiteX1" fmla="*/ 0 w 9735"/>
                  <a:gd name="connsiteY1" fmla="*/ 144984 h 149849"/>
                  <a:gd name="connsiteX2" fmla="*/ 0 w 9735"/>
                  <a:gd name="connsiteY2" fmla="*/ 4865 h 149849"/>
                  <a:gd name="connsiteX3" fmla="*/ 4868 w 9735"/>
                  <a:gd name="connsiteY3" fmla="*/ 0 h 149849"/>
                  <a:gd name="connsiteX4" fmla="*/ 9736 w 9735"/>
                  <a:gd name="connsiteY4" fmla="*/ 4865 h 149849"/>
                  <a:gd name="connsiteX5" fmla="*/ 9736 w 9735"/>
                  <a:gd name="connsiteY5" fmla="*/ 144984 h 149849"/>
                  <a:gd name="connsiteX6" fmla="*/ 4868 w 9735"/>
                  <a:gd name="connsiteY6" fmla="*/ 149849 h 14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49849">
                    <a:moveTo>
                      <a:pt x="4868" y="149849"/>
                    </a:moveTo>
                    <a:cubicBezTo>
                      <a:pt x="1947" y="149849"/>
                      <a:pt x="0" y="147903"/>
                      <a:pt x="0" y="144984"/>
                    </a:cubicBezTo>
                    <a:lnTo>
                      <a:pt x="0" y="4865"/>
                    </a:lnTo>
                    <a:cubicBezTo>
                      <a:pt x="0" y="1946"/>
                      <a:pt x="1947" y="0"/>
                      <a:pt x="4868" y="0"/>
                    </a:cubicBezTo>
                    <a:cubicBezTo>
                      <a:pt x="7789" y="0"/>
                      <a:pt x="9736" y="1946"/>
                      <a:pt x="9736" y="4865"/>
                    </a:cubicBezTo>
                    <a:lnTo>
                      <a:pt x="9736" y="144984"/>
                    </a:lnTo>
                    <a:cubicBezTo>
                      <a:pt x="9736" y="146930"/>
                      <a:pt x="7789" y="149849"/>
                      <a:pt x="4868" y="149849"/>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6" name="Freeform 675">
                <a:extLst>
                  <a:ext uri="{FF2B5EF4-FFF2-40B4-BE49-F238E27FC236}">
                    <a16:creationId xmlns:a16="http://schemas.microsoft.com/office/drawing/2014/main" id="{8D96A602-1D93-0041-6A9D-563D97022F73}"/>
                  </a:ext>
                </a:extLst>
              </p:cNvPr>
              <p:cNvSpPr/>
              <p:nvPr/>
            </p:nvSpPr>
            <p:spPr>
              <a:xfrm>
                <a:off x="9230455" y="4870248"/>
                <a:ext cx="9735" cy="134280"/>
              </a:xfrm>
              <a:custGeom>
                <a:avLst/>
                <a:gdLst>
                  <a:gd name="connsiteX0" fmla="*/ 4868 w 9735"/>
                  <a:gd name="connsiteY0" fmla="*/ 134281 h 134280"/>
                  <a:gd name="connsiteX1" fmla="*/ 0 w 9735"/>
                  <a:gd name="connsiteY1" fmla="*/ 129415 h 134280"/>
                  <a:gd name="connsiteX2" fmla="*/ 0 w 9735"/>
                  <a:gd name="connsiteY2" fmla="*/ 4865 h 134280"/>
                  <a:gd name="connsiteX3" fmla="*/ 4868 w 9735"/>
                  <a:gd name="connsiteY3" fmla="*/ 0 h 134280"/>
                  <a:gd name="connsiteX4" fmla="*/ 9736 w 9735"/>
                  <a:gd name="connsiteY4" fmla="*/ 4865 h 134280"/>
                  <a:gd name="connsiteX5" fmla="*/ 9736 w 9735"/>
                  <a:gd name="connsiteY5" fmla="*/ 129415 h 134280"/>
                  <a:gd name="connsiteX6" fmla="*/ 4868 w 9735"/>
                  <a:gd name="connsiteY6" fmla="*/ 134281 h 1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34280">
                    <a:moveTo>
                      <a:pt x="4868" y="134281"/>
                    </a:moveTo>
                    <a:cubicBezTo>
                      <a:pt x="1947" y="134281"/>
                      <a:pt x="0" y="132334"/>
                      <a:pt x="0" y="129415"/>
                    </a:cubicBezTo>
                    <a:lnTo>
                      <a:pt x="0" y="4865"/>
                    </a:lnTo>
                    <a:cubicBezTo>
                      <a:pt x="0" y="1946"/>
                      <a:pt x="1947" y="0"/>
                      <a:pt x="4868" y="0"/>
                    </a:cubicBezTo>
                    <a:cubicBezTo>
                      <a:pt x="7789" y="0"/>
                      <a:pt x="9736" y="1946"/>
                      <a:pt x="9736" y="4865"/>
                    </a:cubicBezTo>
                    <a:lnTo>
                      <a:pt x="9736" y="129415"/>
                    </a:lnTo>
                    <a:cubicBezTo>
                      <a:pt x="9736" y="132334"/>
                      <a:pt x="7789" y="134281"/>
                      <a:pt x="4868" y="134281"/>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7" name="Freeform 676">
                <a:extLst>
                  <a:ext uri="{FF2B5EF4-FFF2-40B4-BE49-F238E27FC236}">
                    <a16:creationId xmlns:a16="http://schemas.microsoft.com/office/drawing/2014/main" id="{DAB9D5A8-0FBB-4261-C94D-E52AF23B0020}"/>
                  </a:ext>
                </a:extLst>
              </p:cNvPr>
              <p:cNvSpPr/>
              <p:nvPr/>
            </p:nvSpPr>
            <p:spPr>
              <a:xfrm>
                <a:off x="9258689" y="4882898"/>
                <a:ext cx="9735" cy="36975"/>
              </a:xfrm>
              <a:custGeom>
                <a:avLst/>
                <a:gdLst>
                  <a:gd name="connsiteX0" fmla="*/ 4868 w 9735"/>
                  <a:gd name="connsiteY0" fmla="*/ 36976 h 36975"/>
                  <a:gd name="connsiteX1" fmla="*/ 0 w 9735"/>
                  <a:gd name="connsiteY1" fmla="*/ 32110 h 36975"/>
                  <a:gd name="connsiteX2" fmla="*/ 0 w 9735"/>
                  <a:gd name="connsiteY2" fmla="*/ 4865 h 36975"/>
                  <a:gd name="connsiteX3" fmla="*/ 4868 w 9735"/>
                  <a:gd name="connsiteY3" fmla="*/ 0 h 36975"/>
                  <a:gd name="connsiteX4" fmla="*/ 9736 w 9735"/>
                  <a:gd name="connsiteY4" fmla="*/ 4865 h 36975"/>
                  <a:gd name="connsiteX5" fmla="*/ 9736 w 9735"/>
                  <a:gd name="connsiteY5" fmla="*/ 32110 h 36975"/>
                  <a:gd name="connsiteX6" fmla="*/ 4868 w 9735"/>
                  <a:gd name="connsiteY6" fmla="*/ 36976 h 3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36975">
                    <a:moveTo>
                      <a:pt x="4868" y="36976"/>
                    </a:moveTo>
                    <a:cubicBezTo>
                      <a:pt x="1947" y="36976"/>
                      <a:pt x="0" y="35029"/>
                      <a:pt x="0" y="32110"/>
                    </a:cubicBezTo>
                    <a:lnTo>
                      <a:pt x="0" y="4865"/>
                    </a:lnTo>
                    <a:cubicBezTo>
                      <a:pt x="0" y="1946"/>
                      <a:pt x="1947" y="0"/>
                      <a:pt x="4868" y="0"/>
                    </a:cubicBezTo>
                    <a:cubicBezTo>
                      <a:pt x="7788" y="0"/>
                      <a:pt x="9736" y="1946"/>
                      <a:pt x="9736" y="4865"/>
                    </a:cubicBezTo>
                    <a:lnTo>
                      <a:pt x="9736" y="32110"/>
                    </a:lnTo>
                    <a:cubicBezTo>
                      <a:pt x="9736" y="35029"/>
                      <a:pt x="7788" y="36976"/>
                      <a:pt x="4868" y="36976"/>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8" name="Freeform 677">
                <a:extLst>
                  <a:ext uri="{FF2B5EF4-FFF2-40B4-BE49-F238E27FC236}">
                    <a16:creationId xmlns:a16="http://schemas.microsoft.com/office/drawing/2014/main" id="{C1F03680-6860-F9BA-F4B1-54ECCAB58CD1}"/>
                  </a:ext>
                </a:extLst>
              </p:cNvPr>
              <p:cNvSpPr/>
              <p:nvPr/>
            </p:nvSpPr>
            <p:spPr>
              <a:xfrm>
                <a:off x="9286922" y="4873167"/>
                <a:ext cx="9926" cy="24326"/>
              </a:xfrm>
              <a:custGeom>
                <a:avLst/>
                <a:gdLst>
                  <a:gd name="connsiteX0" fmla="*/ 4868 w 9926"/>
                  <a:gd name="connsiteY0" fmla="*/ 24326 h 24326"/>
                  <a:gd name="connsiteX1" fmla="*/ 0 w 9926"/>
                  <a:gd name="connsiteY1" fmla="*/ 19461 h 24326"/>
                  <a:gd name="connsiteX2" fmla="*/ 0 w 9926"/>
                  <a:gd name="connsiteY2" fmla="*/ 4865 h 24326"/>
                  <a:gd name="connsiteX3" fmla="*/ 4868 w 9926"/>
                  <a:gd name="connsiteY3" fmla="*/ 0 h 24326"/>
                  <a:gd name="connsiteX4" fmla="*/ 9736 w 9926"/>
                  <a:gd name="connsiteY4" fmla="*/ 4865 h 24326"/>
                  <a:gd name="connsiteX5" fmla="*/ 9736 w 9926"/>
                  <a:gd name="connsiteY5" fmla="*/ 19461 h 24326"/>
                  <a:gd name="connsiteX6" fmla="*/ 4868 w 9926"/>
                  <a:gd name="connsiteY6" fmla="*/ 24326 h 24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6" h="24326">
                    <a:moveTo>
                      <a:pt x="4868" y="24326"/>
                    </a:moveTo>
                    <a:cubicBezTo>
                      <a:pt x="1947" y="24326"/>
                      <a:pt x="0" y="22380"/>
                      <a:pt x="0" y="19461"/>
                    </a:cubicBezTo>
                    <a:lnTo>
                      <a:pt x="0" y="4865"/>
                    </a:lnTo>
                    <a:cubicBezTo>
                      <a:pt x="0" y="1946"/>
                      <a:pt x="1947" y="0"/>
                      <a:pt x="4868" y="0"/>
                    </a:cubicBezTo>
                    <a:cubicBezTo>
                      <a:pt x="7788" y="0"/>
                      <a:pt x="9736" y="1946"/>
                      <a:pt x="9736" y="4865"/>
                    </a:cubicBezTo>
                    <a:lnTo>
                      <a:pt x="9736" y="19461"/>
                    </a:lnTo>
                    <a:cubicBezTo>
                      <a:pt x="10709" y="21407"/>
                      <a:pt x="7788" y="24326"/>
                      <a:pt x="4868" y="24326"/>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79" name="Freeform 678">
                <a:extLst>
                  <a:ext uri="{FF2B5EF4-FFF2-40B4-BE49-F238E27FC236}">
                    <a16:creationId xmlns:a16="http://schemas.microsoft.com/office/drawing/2014/main" id="{35BEF3F9-075C-915C-20F2-8E77C236AB20}"/>
                  </a:ext>
                </a:extLst>
              </p:cNvPr>
              <p:cNvSpPr/>
              <p:nvPr/>
            </p:nvSpPr>
            <p:spPr>
              <a:xfrm>
                <a:off x="9316129" y="4858572"/>
                <a:ext cx="9735" cy="30164"/>
              </a:xfrm>
              <a:custGeom>
                <a:avLst/>
                <a:gdLst>
                  <a:gd name="connsiteX0" fmla="*/ 4868 w 9735"/>
                  <a:gd name="connsiteY0" fmla="*/ 30164 h 30164"/>
                  <a:gd name="connsiteX1" fmla="*/ 0 w 9735"/>
                  <a:gd name="connsiteY1" fmla="*/ 25299 h 30164"/>
                  <a:gd name="connsiteX2" fmla="*/ 0 w 9735"/>
                  <a:gd name="connsiteY2" fmla="*/ 4865 h 30164"/>
                  <a:gd name="connsiteX3" fmla="*/ 4868 w 9735"/>
                  <a:gd name="connsiteY3" fmla="*/ 0 h 30164"/>
                  <a:gd name="connsiteX4" fmla="*/ 9736 w 9735"/>
                  <a:gd name="connsiteY4" fmla="*/ 4865 h 30164"/>
                  <a:gd name="connsiteX5" fmla="*/ 9736 w 9735"/>
                  <a:gd name="connsiteY5" fmla="*/ 25299 h 30164"/>
                  <a:gd name="connsiteX6" fmla="*/ 4868 w 9735"/>
                  <a:gd name="connsiteY6" fmla="*/ 30164 h 3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30164">
                    <a:moveTo>
                      <a:pt x="4868" y="30164"/>
                    </a:moveTo>
                    <a:cubicBezTo>
                      <a:pt x="1947" y="30164"/>
                      <a:pt x="0" y="28218"/>
                      <a:pt x="0" y="25299"/>
                    </a:cubicBezTo>
                    <a:lnTo>
                      <a:pt x="0" y="4865"/>
                    </a:lnTo>
                    <a:cubicBezTo>
                      <a:pt x="0" y="1946"/>
                      <a:pt x="1947" y="0"/>
                      <a:pt x="4868" y="0"/>
                    </a:cubicBezTo>
                    <a:cubicBezTo>
                      <a:pt x="7788" y="0"/>
                      <a:pt x="9736" y="1946"/>
                      <a:pt x="9736" y="4865"/>
                    </a:cubicBezTo>
                    <a:lnTo>
                      <a:pt x="9736" y="25299"/>
                    </a:lnTo>
                    <a:cubicBezTo>
                      <a:pt x="9736" y="27245"/>
                      <a:pt x="6815" y="30164"/>
                      <a:pt x="4868" y="30164"/>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0" name="Freeform 679">
                <a:extLst>
                  <a:ext uri="{FF2B5EF4-FFF2-40B4-BE49-F238E27FC236}">
                    <a16:creationId xmlns:a16="http://schemas.microsoft.com/office/drawing/2014/main" id="{5E1E4E1C-1CB3-F247-7396-3C374AF84FAF}"/>
                  </a:ext>
                </a:extLst>
              </p:cNvPr>
              <p:cNvSpPr/>
              <p:nvPr/>
            </p:nvSpPr>
            <p:spPr>
              <a:xfrm>
                <a:off x="9344362" y="4843003"/>
                <a:ext cx="9735" cy="70059"/>
              </a:xfrm>
              <a:custGeom>
                <a:avLst/>
                <a:gdLst>
                  <a:gd name="connsiteX0" fmla="*/ 4868 w 9735"/>
                  <a:gd name="connsiteY0" fmla="*/ 70059 h 70059"/>
                  <a:gd name="connsiteX1" fmla="*/ 0 w 9735"/>
                  <a:gd name="connsiteY1" fmla="*/ 65194 h 70059"/>
                  <a:gd name="connsiteX2" fmla="*/ 0 w 9735"/>
                  <a:gd name="connsiteY2" fmla="*/ 4865 h 70059"/>
                  <a:gd name="connsiteX3" fmla="*/ 4868 w 9735"/>
                  <a:gd name="connsiteY3" fmla="*/ 0 h 70059"/>
                  <a:gd name="connsiteX4" fmla="*/ 9736 w 9735"/>
                  <a:gd name="connsiteY4" fmla="*/ 4865 h 70059"/>
                  <a:gd name="connsiteX5" fmla="*/ 9736 w 9735"/>
                  <a:gd name="connsiteY5" fmla="*/ 65194 h 70059"/>
                  <a:gd name="connsiteX6" fmla="*/ 4868 w 9735"/>
                  <a:gd name="connsiteY6" fmla="*/ 70059 h 7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70059">
                    <a:moveTo>
                      <a:pt x="4868" y="70059"/>
                    </a:moveTo>
                    <a:cubicBezTo>
                      <a:pt x="1947" y="70059"/>
                      <a:pt x="0" y="68113"/>
                      <a:pt x="0" y="65194"/>
                    </a:cubicBezTo>
                    <a:lnTo>
                      <a:pt x="0" y="4865"/>
                    </a:lnTo>
                    <a:cubicBezTo>
                      <a:pt x="0" y="1946"/>
                      <a:pt x="1947" y="0"/>
                      <a:pt x="4868" y="0"/>
                    </a:cubicBezTo>
                    <a:cubicBezTo>
                      <a:pt x="7788" y="0"/>
                      <a:pt x="9736" y="1946"/>
                      <a:pt x="9736" y="4865"/>
                    </a:cubicBezTo>
                    <a:lnTo>
                      <a:pt x="9736" y="65194"/>
                    </a:lnTo>
                    <a:cubicBezTo>
                      <a:pt x="9736" y="68113"/>
                      <a:pt x="7788" y="70059"/>
                      <a:pt x="4868" y="70059"/>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681" name="Freeform 680">
                <a:extLst>
                  <a:ext uri="{FF2B5EF4-FFF2-40B4-BE49-F238E27FC236}">
                    <a16:creationId xmlns:a16="http://schemas.microsoft.com/office/drawing/2014/main" id="{3935B081-5C9D-EA30-7AFE-D2FF85DD2F11}"/>
                  </a:ext>
                </a:extLst>
              </p:cNvPr>
              <p:cNvSpPr/>
              <p:nvPr/>
            </p:nvSpPr>
            <p:spPr>
              <a:xfrm>
                <a:off x="9372595" y="4828407"/>
                <a:ext cx="9735" cy="173202"/>
              </a:xfrm>
              <a:custGeom>
                <a:avLst/>
                <a:gdLst>
                  <a:gd name="connsiteX0" fmla="*/ 4868 w 9735"/>
                  <a:gd name="connsiteY0" fmla="*/ 173202 h 173202"/>
                  <a:gd name="connsiteX1" fmla="*/ 0 w 9735"/>
                  <a:gd name="connsiteY1" fmla="*/ 168337 h 173202"/>
                  <a:gd name="connsiteX2" fmla="*/ 0 w 9735"/>
                  <a:gd name="connsiteY2" fmla="*/ 4865 h 173202"/>
                  <a:gd name="connsiteX3" fmla="*/ 4868 w 9735"/>
                  <a:gd name="connsiteY3" fmla="*/ 0 h 173202"/>
                  <a:gd name="connsiteX4" fmla="*/ 9736 w 9735"/>
                  <a:gd name="connsiteY4" fmla="*/ 4865 h 173202"/>
                  <a:gd name="connsiteX5" fmla="*/ 9736 w 9735"/>
                  <a:gd name="connsiteY5" fmla="*/ 168337 h 173202"/>
                  <a:gd name="connsiteX6" fmla="*/ 4868 w 9735"/>
                  <a:gd name="connsiteY6" fmla="*/ 173202 h 17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5" h="173202">
                    <a:moveTo>
                      <a:pt x="4868" y="173202"/>
                    </a:moveTo>
                    <a:cubicBezTo>
                      <a:pt x="1947" y="173202"/>
                      <a:pt x="0" y="171256"/>
                      <a:pt x="0" y="168337"/>
                    </a:cubicBezTo>
                    <a:lnTo>
                      <a:pt x="0" y="4865"/>
                    </a:lnTo>
                    <a:cubicBezTo>
                      <a:pt x="0" y="1946"/>
                      <a:pt x="1947" y="0"/>
                      <a:pt x="4868" y="0"/>
                    </a:cubicBezTo>
                    <a:cubicBezTo>
                      <a:pt x="7789" y="0"/>
                      <a:pt x="9736" y="1946"/>
                      <a:pt x="9736" y="4865"/>
                    </a:cubicBezTo>
                    <a:lnTo>
                      <a:pt x="9736" y="168337"/>
                    </a:lnTo>
                    <a:cubicBezTo>
                      <a:pt x="9736" y="171256"/>
                      <a:pt x="7789" y="173202"/>
                      <a:pt x="4868" y="173202"/>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nvGrpSpPr>
          <p:cNvPr id="717" name="Graphic 450">
            <a:extLst>
              <a:ext uri="{FF2B5EF4-FFF2-40B4-BE49-F238E27FC236}">
                <a16:creationId xmlns:a16="http://schemas.microsoft.com/office/drawing/2014/main" id="{D226C244-233D-6A83-1844-B59904FCA513}"/>
              </a:ext>
            </a:extLst>
          </p:cNvPr>
          <p:cNvGrpSpPr/>
          <p:nvPr/>
        </p:nvGrpSpPr>
        <p:grpSpPr>
          <a:xfrm>
            <a:off x="7301711" y="2760834"/>
            <a:ext cx="558825" cy="558528"/>
            <a:chOff x="8943254" y="3857307"/>
            <a:chExt cx="558825" cy="558528"/>
          </a:xfrm>
        </p:grpSpPr>
        <p:sp>
          <p:nvSpPr>
            <p:cNvPr id="718" name="Freeform 717">
              <a:extLst>
                <a:ext uri="{FF2B5EF4-FFF2-40B4-BE49-F238E27FC236}">
                  <a16:creationId xmlns:a16="http://schemas.microsoft.com/office/drawing/2014/main" id="{B2E4D121-2B06-DD90-40DF-4DC5B55C3A72}"/>
                </a:ext>
              </a:extLst>
            </p:cNvPr>
            <p:cNvSpPr/>
            <p:nvPr/>
          </p:nvSpPr>
          <p:spPr>
            <a:xfrm>
              <a:off x="8943254" y="3857307"/>
              <a:ext cx="558825" cy="558528"/>
            </a:xfrm>
            <a:custGeom>
              <a:avLst/>
              <a:gdLst>
                <a:gd name="connsiteX0" fmla="*/ 558826 w 558825"/>
                <a:gd name="connsiteY0" fmla="*/ 279264 h 558528"/>
                <a:gd name="connsiteX1" fmla="*/ 279413 w 558825"/>
                <a:gd name="connsiteY1" fmla="*/ 558529 h 558528"/>
                <a:gd name="connsiteX2" fmla="*/ 0 w 558825"/>
                <a:gd name="connsiteY2" fmla="*/ 279264 h 558528"/>
                <a:gd name="connsiteX3" fmla="*/ 279413 w 558825"/>
                <a:gd name="connsiteY3" fmla="*/ 0 h 558528"/>
                <a:gd name="connsiteX4" fmla="*/ 558826 w 558825"/>
                <a:gd name="connsiteY4" fmla="*/ 279264 h 558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825" h="558528">
                  <a:moveTo>
                    <a:pt x="558826" y="279264"/>
                  </a:moveTo>
                  <a:cubicBezTo>
                    <a:pt x="558826" y="433498"/>
                    <a:pt x="433728" y="558529"/>
                    <a:pt x="279413" y="558529"/>
                  </a:cubicBezTo>
                  <a:cubicBezTo>
                    <a:pt x="125097" y="558529"/>
                    <a:pt x="0" y="433498"/>
                    <a:pt x="0" y="279264"/>
                  </a:cubicBezTo>
                  <a:cubicBezTo>
                    <a:pt x="0" y="125031"/>
                    <a:pt x="125097" y="0"/>
                    <a:pt x="279413" y="0"/>
                  </a:cubicBezTo>
                  <a:cubicBezTo>
                    <a:pt x="433728" y="0"/>
                    <a:pt x="558826" y="125031"/>
                    <a:pt x="558826" y="279264"/>
                  </a:cubicBezTo>
                  <a:close/>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sp>
          <p:nvSpPr>
            <p:cNvPr id="719" name="Freeform 718">
              <a:extLst>
                <a:ext uri="{FF2B5EF4-FFF2-40B4-BE49-F238E27FC236}">
                  <a16:creationId xmlns:a16="http://schemas.microsoft.com/office/drawing/2014/main" id="{4F0C2572-1D00-16CF-08A0-F2B945C763AD}"/>
                </a:ext>
              </a:extLst>
            </p:cNvPr>
            <p:cNvSpPr/>
            <p:nvPr/>
          </p:nvSpPr>
          <p:spPr>
            <a:xfrm>
              <a:off x="9031118" y="3938070"/>
              <a:ext cx="395997" cy="382407"/>
            </a:xfrm>
            <a:custGeom>
              <a:avLst/>
              <a:gdLst>
                <a:gd name="connsiteX0" fmla="*/ 271381 w 395997"/>
                <a:gd name="connsiteY0" fmla="*/ 351270 h 382407"/>
                <a:gd name="connsiteX1" fmla="*/ 120479 w 395997"/>
                <a:gd name="connsiteY1" fmla="*/ 351270 h 382407"/>
                <a:gd name="connsiteX2" fmla="*/ 14360 w 395997"/>
                <a:gd name="connsiteY2" fmla="*/ 269534 h 382407"/>
                <a:gd name="connsiteX3" fmla="*/ 378473 w 395997"/>
                <a:gd name="connsiteY3" fmla="*/ 269534 h 382407"/>
                <a:gd name="connsiteX4" fmla="*/ 271381 w 395997"/>
                <a:gd name="connsiteY4" fmla="*/ 351270 h 382407"/>
                <a:gd name="connsiteX5" fmla="*/ 266513 w 395997"/>
                <a:gd name="connsiteY5" fmla="*/ 369758 h 382407"/>
                <a:gd name="connsiteX6" fmla="*/ 124373 w 395997"/>
                <a:gd name="connsiteY6" fmla="*/ 369758 h 382407"/>
                <a:gd name="connsiteX7" fmla="*/ 124373 w 395997"/>
                <a:gd name="connsiteY7" fmla="*/ 362946 h 382407"/>
                <a:gd name="connsiteX8" fmla="*/ 266513 w 395997"/>
                <a:gd name="connsiteY8" fmla="*/ 362946 h 382407"/>
                <a:gd name="connsiteX9" fmla="*/ 266513 w 395997"/>
                <a:gd name="connsiteY9" fmla="*/ 369758 h 382407"/>
                <a:gd name="connsiteX10" fmla="*/ 80563 w 395997"/>
                <a:gd name="connsiteY10" fmla="*/ 215043 h 382407"/>
                <a:gd name="connsiteX11" fmla="*/ 91272 w 395997"/>
                <a:gd name="connsiteY11" fmla="*/ 216989 h 382407"/>
                <a:gd name="connsiteX12" fmla="*/ 57197 w 395997"/>
                <a:gd name="connsiteY12" fmla="*/ 259803 h 382407"/>
                <a:gd name="connsiteX13" fmla="*/ 49408 w 395997"/>
                <a:gd name="connsiteY13" fmla="*/ 259803 h 382407"/>
                <a:gd name="connsiteX14" fmla="*/ 80563 w 395997"/>
                <a:gd name="connsiteY14" fmla="*/ 215043 h 382407"/>
                <a:gd name="connsiteX15" fmla="*/ 86404 w 395997"/>
                <a:gd name="connsiteY15" fmla="*/ 194609 h 382407"/>
                <a:gd name="connsiteX16" fmla="*/ 110743 w 395997"/>
                <a:gd name="connsiteY16" fmla="*/ 196555 h 382407"/>
                <a:gd name="connsiteX17" fmla="*/ 194469 w 395997"/>
                <a:gd name="connsiteY17" fmla="*/ 180014 h 382407"/>
                <a:gd name="connsiteX18" fmla="*/ 265540 w 395997"/>
                <a:gd name="connsiteY18" fmla="*/ 167364 h 382407"/>
                <a:gd name="connsiteX19" fmla="*/ 266513 w 395997"/>
                <a:gd name="connsiteY19" fmla="*/ 173202 h 382407"/>
                <a:gd name="connsiteX20" fmla="*/ 193496 w 395997"/>
                <a:gd name="connsiteY20" fmla="*/ 188771 h 382407"/>
                <a:gd name="connsiteX21" fmla="*/ 85430 w 395997"/>
                <a:gd name="connsiteY21" fmla="*/ 204340 h 382407"/>
                <a:gd name="connsiteX22" fmla="*/ 86404 w 395997"/>
                <a:gd name="connsiteY22" fmla="*/ 194609 h 382407"/>
                <a:gd name="connsiteX23" fmla="*/ 92245 w 395997"/>
                <a:gd name="connsiteY23" fmla="*/ 176121 h 382407"/>
                <a:gd name="connsiteX24" fmla="*/ 114637 w 395997"/>
                <a:gd name="connsiteY24" fmla="*/ 178067 h 382407"/>
                <a:gd name="connsiteX25" fmla="*/ 194469 w 395997"/>
                <a:gd name="connsiteY25" fmla="*/ 162499 h 382407"/>
                <a:gd name="connsiteX26" fmla="*/ 258725 w 395997"/>
                <a:gd name="connsiteY26" fmla="*/ 148876 h 382407"/>
                <a:gd name="connsiteX27" fmla="*/ 262619 w 395997"/>
                <a:gd name="connsiteY27" fmla="*/ 155687 h 382407"/>
                <a:gd name="connsiteX28" fmla="*/ 191549 w 395997"/>
                <a:gd name="connsiteY28" fmla="*/ 169310 h 382407"/>
                <a:gd name="connsiteX29" fmla="*/ 89325 w 395997"/>
                <a:gd name="connsiteY29" fmla="*/ 183906 h 382407"/>
                <a:gd name="connsiteX30" fmla="*/ 92245 w 395997"/>
                <a:gd name="connsiteY30" fmla="*/ 176121 h 382407"/>
                <a:gd name="connsiteX31" fmla="*/ 103928 w 395997"/>
                <a:gd name="connsiteY31" fmla="*/ 155687 h 382407"/>
                <a:gd name="connsiteX32" fmla="*/ 119505 w 395997"/>
                <a:gd name="connsiteY32" fmla="*/ 156661 h 382407"/>
                <a:gd name="connsiteX33" fmla="*/ 185707 w 395997"/>
                <a:gd name="connsiteY33" fmla="*/ 141092 h 382407"/>
                <a:gd name="connsiteX34" fmla="*/ 189602 w 395997"/>
                <a:gd name="connsiteY34" fmla="*/ 141092 h 382407"/>
                <a:gd name="connsiteX35" fmla="*/ 240227 w 395997"/>
                <a:gd name="connsiteY35" fmla="*/ 130388 h 382407"/>
                <a:gd name="connsiteX36" fmla="*/ 248989 w 395997"/>
                <a:gd name="connsiteY36" fmla="*/ 137200 h 382407"/>
                <a:gd name="connsiteX37" fmla="*/ 190575 w 395997"/>
                <a:gd name="connsiteY37" fmla="*/ 150822 h 382407"/>
                <a:gd name="connsiteX38" fmla="*/ 97113 w 395997"/>
                <a:gd name="connsiteY38" fmla="*/ 165418 h 382407"/>
                <a:gd name="connsiteX39" fmla="*/ 103928 w 395997"/>
                <a:gd name="connsiteY39" fmla="*/ 155687 h 382407"/>
                <a:gd name="connsiteX40" fmla="*/ 152606 w 395997"/>
                <a:gd name="connsiteY40" fmla="*/ 129415 h 382407"/>
                <a:gd name="connsiteX41" fmla="*/ 163315 w 395997"/>
                <a:gd name="connsiteY41" fmla="*/ 138172 h 382407"/>
                <a:gd name="connsiteX42" fmla="*/ 113664 w 395997"/>
                <a:gd name="connsiteY42" fmla="*/ 145957 h 382407"/>
                <a:gd name="connsiteX43" fmla="*/ 152606 w 395997"/>
                <a:gd name="connsiteY43" fmla="*/ 129415 h 382407"/>
                <a:gd name="connsiteX44" fmla="*/ 162342 w 395997"/>
                <a:gd name="connsiteY44" fmla="*/ 101197 h 382407"/>
                <a:gd name="connsiteX45" fmla="*/ 162342 w 395997"/>
                <a:gd name="connsiteY45" fmla="*/ 122604 h 382407"/>
                <a:gd name="connsiteX46" fmla="*/ 130214 w 395997"/>
                <a:gd name="connsiteY46" fmla="*/ 70059 h 382407"/>
                <a:gd name="connsiteX47" fmla="*/ 162342 w 395997"/>
                <a:gd name="connsiteY47" fmla="*/ 101197 h 382407"/>
                <a:gd name="connsiteX48" fmla="*/ 138976 w 395997"/>
                <a:gd name="connsiteY48" fmla="*/ 41841 h 382407"/>
                <a:gd name="connsiteX49" fmla="*/ 163315 w 395997"/>
                <a:gd name="connsiteY49" fmla="*/ 65194 h 382407"/>
                <a:gd name="connsiteX50" fmla="*/ 163315 w 395997"/>
                <a:gd name="connsiteY50" fmla="*/ 86601 h 382407"/>
                <a:gd name="connsiteX51" fmla="*/ 132161 w 395997"/>
                <a:gd name="connsiteY51" fmla="*/ 56437 h 382407"/>
                <a:gd name="connsiteX52" fmla="*/ 138976 w 395997"/>
                <a:gd name="connsiteY52" fmla="*/ 41841 h 382407"/>
                <a:gd name="connsiteX53" fmla="*/ 163315 w 395997"/>
                <a:gd name="connsiteY53" fmla="*/ 15569 h 382407"/>
                <a:gd name="connsiteX54" fmla="*/ 163315 w 395997"/>
                <a:gd name="connsiteY54" fmla="*/ 49625 h 382407"/>
                <a:gd name="connsiteX55" fmla="*/ 145791 w 395997"/>
                <a:gd name="connsiteY55" fmla="*/ 33084 h 382407"/>
                <a:gd name="connsiteX56" fmla="*/ 163315 w 395997"/>
                <a:gd name="connsiteY56" fmla="*/ 15569 h 382407"/>
                <a:gd name="connsiteX57" fmla="*/ 190575 w 395997"/>
                <a:gd name="connsiteY57" fmla="*/ 60329 h 382407"/>
                <a:gd name="connsiteX58" fmla="*/ 211994 w 395997"/>
                <a:gd name="connsiteY58" fmla="*/ 48652 h 382407"/>
                <a:gd name="connsiteX59" fmla="*/ 211994 w 395997"/>
                <a:gd name="connsiteY59" fmla="*/ 84655 h 382407"/>
                <a:gd name="connsiteX60" fmla="*/ 173051 w 395997"/>
                <a:gd name="connsiteY60" fmla="*/ 121631 h 382407"/>
                <a:gd name="connsiteX61" fmla="*/ 190575 w 395997"/>
                <a:gd name="connsiteY61" fmla="*/ 60329 h 382407"/>
                <a:gd name="connsiteX62" fmla="*/ 174998 w 395997"/>
                <a:gd name="connsiteY62" fmla="*/ 15569 h 382407"/>
                <a:gd name="connsiteX63" fmla="*/ 199337 w 395997"/>
                <a:gd name="connsiteY63" fmla="*/ 41841 h 382407"/>
                <a:gd name="connsiteX64" fmla="*/ 182787 w 395997"/>
                <a:gd name="connsiteY64" fmla="*/ 52544 h 382407"/>
                <a:gd name="connsiteX65" fmla="*/ 174998 w 395997"/>
                <a:gd name="connsiteY65" fmla="*/ 62275 h 382407"/>
                <a:gd name="connsiteX66" fmla="*/ 174998 w 395997"/>
                <a:gd name="connsiteY66" fmla="*/ 15569 h 382407"/>
                <a:gd name="connsiteX67" fmla="*/ 260672 w 395997"/>
                <a:gd name="connsiteY67" fmla="*/ 53518 h 382407"/>
                <a:gd name="connsiteX68" fmla="*/ 255804 w 395997"/>
                <a:gd name="connsiteY68" fmla="*/ 97305 h 382407"/>
                <a:gd name="connsiteX69" fmla="*/ 215888 w 395997"/>
                <a:gd name="connsiteY69" fmla="*/ 97305 h 382407"/>
                <a:gd name="connsiteX70" fmla="*/ 260672 w 395997"/>
                <a:gd name="connsiteY70" fmla="*/ 53518 h 382407"/>
                <a:gd name="connsiteX71" fmla="*/ 223676 w 395997"/>
                <a:gd name="connsiteY71" fmla="*/ 46706 h 382407"/>
                <a:gd name="connsiteX72" fmla="*/ 252883 w 395997"/>
                <a:gd name="connsiteY72" fmla="*/ 45733 h 382407"/>
                <a:gd name="connsiteX73" fmla="*/ 223676 w 395997"/>
                <a:gd name="connsiteY73" fmla="*/ 73952 h 382407"/>
                <a:gd name="connsiteX74" fmla="*/ 223676 w 395997"/>
                <a:gd name="connsiteY74" fmla="*/ 46706 h 382407"/>
                <a:gd name="connsiteX75" fmla="*/ 181813 w 395997"/>
                <a:gd name="connsiteY75" fmla="*/ 130388 h 382407"/>
                <a:gd name="connsiteX76" fmla="*/ 204205 w 395997"/>
                <a:gd name="connsiteY76" fmla="*/ 108008 h 382407"/>
                <a:gd name="connsiteX77" fmla="*/ 249963 w 395997"/>
                <a:gd name="connsiteY77" fmla="*/ 108008 h 382407"/>
                <a:gd name="connsiteX78" fmla="*/ 245095 w 395997"/>
                <a:gd name="connsiteY78" fmla="*/ 113846 h 382407"/>
                <a:gd name="connsiteX79" fmla="*/ 245095 w 395997"/>
                <a:gd name="connsiteY79" fmla="*/ 113846 h 382407"/>
                <a:gd name="connsiteX80" fmla="*/ 181813 w 395997"/>
                <a:gd name="connsiteY80" fmla="*/ 130388 h 382407"/>
                <a:gd name="connsiteX81" fmla="*/ 225624 w 395997"/>
                <a:gd name="connsiteY81" fmla="*/ 252019 h 382407"/>
                <a:gd name="connsiteX82" fmla="*/ 294747 w 395997"/>
                <a:gd name="connsiteY82" fmla="*/ 254938 h 382407"/>
                <a:gd name="connsiteX83" fmla="*/ 298641 w 395997"/>
                <a:gd name="connsiteY83" fmla="*/ 258830 h 382407"/>
                <a:gd name="connsiteX84" fmla="*/ 138003 w 395997"/>
                <a:gd name="connsiteY84" fmla="*/ 258830 h 382407"/>
                <a:gd name="connsiteX85" fmla="*/ 225624 w 395997"/>
                <a:gd name="connsiteY85" fmla="*/ 252019 h 382407"/>
                <a:gd name="connsiteX86" fmla="*/ 70827 w 395997"/>
                <a:gd name="connsiteY86" fmla="*/ 258830 h 382407"/>
                <a:gd name="connsiteX87" fmla="*/ 107822 w 395997"/>
                <a:gd name="connsiteY87" fmla="*/ 217962 h 382407"/>
                <a:gd name="connsiteX88" fmla="*/ 110743 w 395997"/>
                <a:gd name="connsiteY88" fmla="*/ 217962 h 382407"/>
                <a:gd name="connsiteX89" fmla="*/ 115611 w 395997"/>
                <a:gd name="connsiteY89" fmla="*/ 217962 h 382407"/>
                <a:gd name="connsiteX90" fmla="*/ 77642 w 395997"/>
                <a:gd name="connsiteY90" fmla="*/ 259803 h 382407"/>
                <a:gd name="connsiteX91" fmla="*/ 70827 w 395997"/>
                <a:gd name="connsiteY91" fmla="*/ 258830 h 382407"/>
                <a:gd name="connsiteX92" fmla="*/ 70827 w 395997"/>
                <a:gd name="connsiteY92" fmla="*/ 258830 h 382407"/>
                <a:gd name="connsiteX93" fmla="*/ 91272 w 395997"/>
                <a:gd name="connsiteY93" fmla="*/ 258830 h 382407"/>
                <a:gd name="connsiteX94" fmla="*/ 156500 w 395997"/>
                <a:gd name="connsiteY94" fmla="*/ 211151 h 382407"/>
                <a:gd name="connsiteX95" fmla="*/ 156500 w 395997"/>
                <a:gd name="connsiteY95" fmla="*/ 211151 h 382407"/>
                <a:gd name="connsiteX96" fmla="*/ 166236 w 395997"/>
                <a:gd name="connsiteY96" fmla="*/ 208232 h 382407"/>
                <a:gd name="connsiteX97" fmla="*/ 181813 w 395997"/>
                <a:gd name="connsiteY97" fmla="*/ 209205 h 382407"/>
                <a:gd name="connsiteX98" fmla="*/ 253857 w 395997"/>
                <a:gd name="connsiteY98" fmla="*/ 223801 h 382407"/>
                <a:gd name="connsiteX99" fmla="*/ 213941 w 395997"/>
                <a:gd name="connsiteY99" fmla="*/ 219909 h 382407"/>
                <a:gd name="connsiteX100" fmla="*/ 97113 w 395997"/>
                <a:gd name="connsiteY100" fmla="*/ 258830 h 382407"/>
                <a:gd name="connsiteX101" fmla="*/ 91272 w 395997"/>
                <a:gd name="connsiteY101" fmla="*/ 258830 h 382407"/>
                <a:gd name="connsiteX102" fmla="*/ 91272 w 395997"/>
                <a:gd name="connsiteY102" fmla="*/ 258830 h 382407"/>
                <a:gd name="connsiteX103" fmla="*/ 111716 w 395997"/>
                <a:gd name="connsiteY103" fmla="*/ 258830 h 382407"/>
                <a:gd name="connsiteX104" fmla="*/ 211994 w 395997"/>
                <a:gd name="connsiteY104" fmla="*/ 231585 h 382407"/>
                <a:gd name="connsiteX105" fmla="*/ 272354 w 395997"/>
                <a:gd name="connsiteY105" fmla="*/ 235477 h 382407"/>
                <a:gd name="connsiteX106" fmla="*/ 284037 w 395997"/>
                <a:gd name="connsiteY106" fmla="*/ 244235 h 382407"/>
                <a:gd name="connsiteX107" fmla="*/ 226597 w 395997"/>
                <a:gd name="connsiteY107" fmla="*/ 241315 h 382407"/>
                <a:gd name="connsiteX108" fmla="*/ 116584 w 395997"/>
                <a:gd name="connsiteY108" fmla="*/ 258830 h 382407"/>
                <a:gd name="connsiteX109" fmla="*/ 111716 w 395997"/>
                <a:gd name="connsiteY109" fmla="*/ 258830 h 382407"/>
                <a:gd name="connsiteX110" fmla="*/ 313244 w 395997"/>
                <a:gd name="connsiteY110" fmla="*/ 258830 h 382407"/>
                <a:gd name="connsiteX111" fmla="*/ 301561 w 395997"/>
                <a:gd name="connsiteY111" fmla="*/ 246181 h 382407"/>
                <a:gd name="connsiteX112" fmla="*/ 300588 w 395997"/>
                <a:gd name="connsiteY112" fmla="*/ 245207 h 382407"/>
                <a:gd name="connsiteX113" fmla="*/ 279170 w 395997"/>
                <a:gd name="connsiteY113" fmla="*/ 226720 h 382407"/>
                <a:gd name="connsiteX114" fmla="*/ 279170 w 395997"/>
                <a:gd name="connsiteY114" fmla="*/ 226720 h 382407"/>
                <a:gd name="connsiteX115" fmla="*/ 196417 w 395997"/>
                <a:gd name="connsiteY115" fmla="*/ 200448 h 382407"/>
                <a:gd name="connsiteX116" fmla="*/ 198364 w 395997"/>
                <a:gd name="connsiteY116" fmla="*/ 199474 h 382407"/>
                <a:gd name="connsiteX117" fmla="*/ 231465 w 395997"/>
                <a:gd name="connsiteY117" fmla="*/ 188771 h 382407"/>
                <a:gd name="connsiteX118" fmla="*/ 321033 w 395997"/>
                <a:gd name="connsiteY118" fmla="*/ 259803 h 382407"/>
                <a:gd name="connsiteX119" fmla="*/ 313244 w 395997"/>
                <a:gd name="connsiteY119" fmla="*/ 258830 h 382407"/>
                <a:gd name="connsiteX120" fmla="*/ 313244 w 395997"/>
                <a:gd name="connsiteY120" fmla="*/ 258830 h 382407"/>
                <a:gd name="connsiteX121" fmla="*/ 270408 w 395997"/>
                <a:gd name="connsiteY121" fmla="*/ 183906 h 382407"/>
                <a:gd name="connsiteX122" fmla="*/ 340504 w 395997"/>
                <a:gd name="connsiteY122" fmla="*/ 258830 h 382407"/>
                <a:gd name="connsiteX123" fmla="*/ 332716 w 395997"/>
                <a:gd name="connsiteY123" fmla="*/ 258830 h 382407"/>
                <a:gd name="connsiteX124" fmla="*/ 249963 w 395997"/>
                <a:gd name="connsiteY124" fmla="*/ 183906 h 382407"/>
                <a:gd name="connsiteX125" fmla="*/ 270408 w 395997"/>
                <a:gd name="connsiteY125" fmla="*/ 183906 h 382407"/>
                <a:gd name="connsiteX126" fmla="*/ 392103 w 395997"/>
                <a:gd name="connsiteY126" fmla="*/ 261749 h 382407"/>
                <a:gd name="connsiteX127" fmla="*/ 387235 w 395997"/>
                <a:gd name="connsiteY127" fmla="*/ 258830 h 382407"/>
                <a:gd name="connsiteX128" fmla="*/ 353160 w 395997"/>
                <a:gd name="connsiteY128" fmla="*/ 258830 h 382407"/>
                <a:gd name="connsiteX129" fmla="*/ 278196 w 395997"/>
                <a:gd name="connsiteY129" fmla="*/ 175148 h 382407"/>
                <a:gd name="connsiteX130" fmla="*/ 276249 w 395997"/>
                <a:gd name="connsiteY130" fmla="*/ 160553 h 382407"/>
                <a:gd name="connsiteX131" fmla="*/ 276249 w 395997"/>
                <a:gd name="connsiteY131" fmla="*/ 159580 h 382407"/>
                <a:gd name="connsiteX132" fmla="*/ 267487 w 395997"/>
                <a:gd name="connsiteY132" fmla="*/ 140119 h 382407"/>
                <a:gd name="connsiteX133" fmla="*/ 266513 w 395997"/>
                <a:gd name="connsiteY133" fmla="*/ 138172 h 382407"/>
                <a:gd name="connsiteX134" fmla="*/ 251910 w 395997"/>
                <a:gd name="connsiteY134" fmla="*/ 123577 h 382407"/>
                <a:gd name="connsiteX135" fmla="*/ 254830 w 395997"/>
                <a:gd name="connsiteY135" fmla="*/ 121631 h 382407"/>
                <a:gd name="connsiteX136" fmla="*/ 254830 w 395997"/>
                <a:gd name="connsiteY136" fmla="*/ 121631 h 382407"/>
                <a:gd name="connsiteX137" fmla="*/ 266513 w 395997"/>
                <a:gd name="connsiteY137" fmla="*/ 105089 h 382407"/>
                <a:gd name="connsiteX138" fmla="*/ 266513 w 395997"/>
                <a:gd name="connsiteY138" fmla="*/ 105089 h 382407"/>
                <a:gd name="connsiteX139" fmla="*/ 272354 w 395997"/>
                <a:gd name="connsiteY139" fmla="*/ 40868 h 382407"/>
                <a:gd name="connsiteX140" fmla="*/ 272354 w 395997"/>
                <a:gd name="connsiteY140" fmla="*/ 40868 h 382407"/>
                <a:gd name="connsiteX141" fmla="*/ 271381 w 395997"/>
                <a:gd name="connsiteY141" fmla="*/ 37949 h 382407"/>
                <a:gd name="connsiteX142" fmla="*/ 268460 w 395997"/>
                <a:gd name="connsiteY142" fmla="*/ 36976 h 382407"/>
                <a:gd name="connsiteX143" fmla="*/ 268460 w 395997"/>
                <a:gd name="connsiteY143" fmla="*/ 36976 h 382407"/>
                <a:gd name="connsiteX144" fmla="*/ 211994 w 395997"/>
                <a:gd name="connsiteY144" fmla="*/ 38922 h 382407"/>
                <a:gd name="connsiteX145" fmla="*/ 174025 w 395997"/>
                <a:gd name="connsiteY145" fmla="*/ 973 h 382407"/>
                <a:gd name="connsiteX146" fmla="*/ 174025 w 395997"/>
                <a:gd name="connsiteY146" fmla="*/ 973 h 382407"/>
                <a:gd name="connsiteX147" fmla="*/ 171104 w 395997"/>
                <a:gd name="connsiteY147" fmla="*/ 0 h 382407"/>
                <a:gd name="connsiteX148" fmla="*/ 171104 w 395997"/>
                <a:gd name="connsiteY148" fmla="*/ 0 h 382407"/>
                <a:gd name="connsiteX149" fmla="*/ 168183 w 395997"/>
                <a:gd name="connsiteY149" fmla="*/ 973 h 382407"/>
                <a:gd name="connsiteX150" fmla="*/ 168183 w 395997"/>
                <a:gd name="connsiteY150" fmla="*/ 973 h 382407"/>
                <a:gd name="connsiteX151" fmla="*/ 120479 w 395997"/>
                <a:gd name="connsiteY151" fmla="*/ 70059 h 382407"/>
                <a:gd name="connsiteX152" fmla="*/ 144818 w 395997"/>
                <a:gd name="connsiteY152" fmla="*/ 120658 h 382407"/>
                <a:gd name="connsiteX153" fmla="*/ 77642 w 395997"/>
                <a:gd name="connsiteY153" fmla="*/ 187798 h 382407"/>
                <a:gd name="connsiteX154" fmla="*/ 77642 w 395997"/>
                <a:gd name="connsiteY154" fmla="*/ 187798 h 382407"/>
                <a:gd name="connsiteX155" fmla="*/ 77642 w 395997"/>
                <a:gd name="connsiteY155" fmla="*/ 187798 h 382407"/>
                <a:gd name="connsiteX156" fmla="*/ 74721 w 395997"/>
                <a:gd name="connsiteY156" fmla="*/ 206286 h 382407"/>
                <a:gd name="connsiteX157" fmla="*/ 39673 w 395997"/>
                <a:gd name="connsiteY157" fmla="*/ 258830 h 382407"/>
                <a:gd name="connsiteX158" fmla="*/ 5598 w 395997"/>
                <a:gd name="connsiteY158" fmla="*/ 258830 h 382407"/>
                <a:gd name="connsiteX159" fmla="*/ 730 w 395997"/>
                <a:gd name="connsiteY159" fmla="*/ 261749 h 382407"/>
                <a:gd name="connsiteX160" fmla="*/ 730 w 395997"/>
                <a:gd name="connsiteY160" fmla="*/ 267588 h 382407"/>
                <a:gd name="connsiteX161" fmla="*/ 115611 w 395997"/>
                <a:gd name="connsiteY161" fmla="*/ 361000 h 382407"/>
                <a:gd name="connsiteX162" fmla="*/ 115611 w 395997"/>
                <a:gd name="connsiteY162" fmla="*/ 376569 h 382407"/>
                <a:gd name="connsiteX163" fmla="*/ 121452 w 395997"/>
                <a:gd name="connsiteY163" fmla="*/ 382407 h 382407"/>
                <a:gd name="connsiteX164" fmla="*/ 275275 w 395997"/>
                <a:gd name="connsiteY164" fmla="*/ 382407 h 382407"/>
                <a:gd name="connsiteX165" fmla="*/ 281117 w 395997"/>
                <a:gd name="connsiteY165" fmla="*/ 376569 h 382407"/>
                <a:gd name="connsiteX166" fmla="*/ 281117 w 395997"/>
                <a:gd name="connsiteY166" fmla="*/ 361000 h 382407"/>
                <a:gd name="connsiteX167" fmla="*/ 395997 w 395997"/>
                <a:gd name="connsiteY167" fmla="*/ 267588 h 382407"/>
                <a:gd name="connsiteX168" fmla="*/ 392103 w 395997"/>
                <a:gd name="connsiteY168" fmla="*/ 261749 h 38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95997" h="382407">
                  <a:moveTo>
                    <a:pt x="271381" y="351270"/>
                  </a:moveTo>
                  <a:lnTo>
                    <a:pt x="120479" y="351270"/>
                  </a:lnTo>
                  <a:cubicBezTo>
                    <a:pt x="80563" y="331809"/>
                    <a:pt x="33831" y="299698"/>
                    <a:pt x="14360" y="269534"/>
                  </a:cubicBezTo>
                  <a:lnTo>
                    <a:pt x="378473" y="269534"/>
                  </a:lnTo>
                  <a:cubicBezTo>
                    <a:pt x="357055" y="300671"/>
                    <a:pt x="311297" y="331809"/>
                    <a:pt x="271381" y="351270"/>
                  </a:cubicBezTo>
                  <a:moveTo>
                    <a:pt x="266513" y="369758"/>
                  </a:moveTo>
                  <a:lnTo>
                    <a:pt x="124373" y="369758"/>
                  </a:lnTo>
                  <a:lnTo>
                    <a:pt x="124373" y="362946"/>
                  </a:lnTo>
                  <a:lnTo>
                    <a:pt x="266513" y="362946"/>
                  </a:lnTo>
                  <a:lnTo>
                    <a:pt x="266513" y="369758"/>
                  </a:lnTo>
                  <a:close/>
                  <a:moveTo>
                    <a:pt x="80563" y="215043"/>
                  </a:moveTo>
                  <a:cubicBezTo>
                    <a:pt x="84457" y="216016"/>
                    <a:pt x="87377" y="216016"/>
                    <a:pt x="91272" y="216989"/>
                  </a:cubicBezTo>
                  <a:cubicBezTo>
                    <a:pt x="77642" y="229639"/>
                    <a:pt x="65959" y="243262"/>
                    <a:pt x="57197" y="259803"/>
                  </a:cubicBezTo>
                  <a:lnTo>
                    <a:pt x="49408" y="259803"/>
                  </a:lnTo>
                  <a:cubicBezTo>
                    <a:pt x="57197" y="243262"/>
                    <a:pt x="66933" y="228666"/>
                    <a:pt x="80563" y="215043"/>
                  </a:cubicBezTo>
                  <a:moveTo>
                    <a:pt x="86404" y="194609"/>
                  </a:moveTo>
                  <a:cubicBezTo>
                    <a:pt x="94192" y="195582"/>
                    <a:pt x="102954" y="196555"/>
                    <a:pt x="110743" y="196555"/>
                  </a:cubicBezTo>
                  <a:cubicBezTo>
                    <a:pt x="141897" y="196555"/>
                    <a:pt x="169157" y="187798"/>
                    <a:pt x="194469" y="180014"/>
                  </a:cubicBezTo>
                  <a:cubicBezTo>
                    <a:pt x="219782" y="172229"/>
                    <a:pt x="243148" y="164445"/>
                    <a:pt x="265540" y="167364"/>
                  </a:cubicBezTo>
                  <a:cubicBezTo>
                    <a:pt x="265540" y="169310"/>
                    <a:pt x="266513" y="171256"/>
                    <a:pt x="266513" y="173202"/>
                  </a:cubicBezTo>
                  <a:cubicBezTo>
                    <a:pt x="242174" y="172229"/>
                    <a:pt x="218808" y="180014"/>
                    <a:pt x="193496" y="188771"/>
                  </a:cubicBezTo>
                  <a:cubicBezTo>
                    <a:pt x="160395" y="200448"/>
                    <a:pt x="125347" y="212124"/>
                    <a:pt x="85430" y="204340"/>
                  </a:cubicBezTo>
                  <a:cubicBezTo>
                    <a:pt x="85430" y="201420"/>
                    <a:pt x="85430" y="197528"/>
                    <a:pt x="86404" y="194609"/>
                  </a:cubicBezTo>
                  <a:moveTo>
                    <a:pt x="92245" y="176121"/>
                  </a:moveTo>
                  <a:cubicBezTo>
                    <a:pt x="100034" y="177094"/>
                    <a:pt x="107822" y="178067"/>
                    <a:pt x="114637" y="178067"/>
                  </a:cubicBezTo>
                  <a:cubicBezTo>
                    <a:pt x="143844" y="178067"/>
                    <a:pt x="171104" y="169310"/>
                    <a:pt x="194469" y="162499"/>
                  </a:cubicBezTo>
                  <a:cubicBezTo>
                    <a:pt x="216862" y="155687"/>
                    <a:pt x="237306" y="148876"/>
                    <a:pt x="258725" y="148876"/>
                  </a:cubicBezTo>
                  <a:cubicBezTo>
                    <a:pt x="259698" y="150822"/>
                    <a:pt x="261646" y="153741"/>
                    <a:pt x="262619" y="155687"/>
                  </a:cubicBezTo>
                  <a:cubicBezTo>
                    <a:pt x="239253" y="154714"/>
                    <a:pt x="215888" y="161526"/>
                    <a:pt x="191549" y="169310"/>
                  </a:cubicBezTo>
                  <a:cubicBezTo>
                    <a:pt x="159421" y="179040"/>
                    <a:pt x="127294" y="189744"/>
                    <a:pt x="89325" y="183906"/>
                  </a:cubicBezTo>
                  <a:cubicBezTo>
                    <a:pt x="89325" y="180987"/>
                    <a:pt x="90298" y="178067"/>
                    <a:pt x="92245" y="176121"/>
                  </a:cubicBezTo>
                  <a:moveTo>
                    <a:pt x="103928" y="155687"/>
                  </a:moveTo>
                  <a:cubicBezTo>
                    <a:pt x="108796" y="156661"/>
                    <a:pt x="113664" y="156661"/>
                    <a:pt x="119505" y="156661"/>
                  </a:cubicBezTo>
                  <a:cubicBezTo>
                    <a:pt x="138976" y="156661"/>
                    <a:pt x="161368" y="150822"/>
                    <a:pt x="185707" y="141092"/>
                  </a:cubicBezTo>
                  <a:cubicBezTo>
                    <a:pt x="186681" y="141092"/>
                    <a:pt x="188628" y="141092"/>
                    <a:pt x="189602" y="141092"/>
                  </a:cubicBezTo>
                  <a:cubicBezTo>
                    <a:pt x="204205" y="141092"/>
                    <a:pt x="224650" y="139146"/>
                    <a:pt x="240227" y="130388"/>
                  </a:cubicBezTo>
                  <a:cubicBezTo>
                    <a:pt x="243148" y="132334"/>
                    <a:pt x="246068" y="134280"/>
                    <a:pt x="248989" y="137200"/>
                  </a:cubicBezTo>
                  <a:cubicBezTo>
                    <a:pt x="229518" y="138172"/>
                    <a:pt x="210046" y="144984"/>
                    <a:pt x="190575" y="150822"/>
                  </a:cubicBezTo>
                  <a:cubicBezTo>
                    <a:pt x="161368" y="159580"/>
                    <a:pt x="131188" y="169310"/>
                    <a:pt x="97113" y="165418"/>
                  </a:cubicBezTo>
                  <a:cubicBezTo>
                    <a:pt x="99060" y="162499"/>
                    <a:pt x="101007" y="158606"/>
                    <a:pt x="103928" y="155687"/>
                  </a:cubicBezTo>
                  <a:moveTo>
                    <a:pt x="152606" y="129415"/>
                  </a:moveTo>
                  <a:cubicBezTo>
                    <a:pt x="157474" y="133307"/>
                    <a:pt x="161368" y="136226"/>
                    <a:pt x="163315" y="138172"/>
                  </a:cubicBezTo>
                  <a:cubicBezTo>
                    <a:pt x="144818" y="144011"/>
                    <a:pt x="128267" y="146930"/>
                    <a:pt x="113664" y="145957"/>
                  </a:cubicBezTo>
                  <a:cubicBezTo>
                    <a:pt x="124373" y="138172"/>
                    <a:pt x="137029" y="132334"/>
                    <a:pt x="152606" y="129415"/>
                  </a:cubicBezTo>
                  <a:moveTo>
                    <a:pt x="162342" y="101197"/>
                  </a:moveTo>
                  <a:cubicBezTo>
                    <a:pt x="161368" y="108981"/>
                    <a:pt x="161368" y="116766"/>
                    <a:pt x="162342" y="122604"/>
                  </a:cubicBezTo>
                  <a:cubicBezTo>
                    <a:pt x="149686" y="111900"/>
                    <a:pt x="130214" y="92439"/>
                    <a:pt x="130214" y="70059"/>
                  </a:cubicBezTo>
                  <a:lnTo>
                    <a:pt x="162342" y="101197"/>
                  </a:lnTo>
                  <a:close/>
                  <a:moveTo>
                    <a:pt x="138976" y="41841"/>
                  </a:moveTo>
                  <a:lnTo>
                    <a:pt x="163315" y="65194"/>
                  </a:lnTo>
                  <a:lnTo>
                    <a:pt x="163315" y="86601"/>
                  </a:lnTo>
                  <a:lnTo>
                    <a:pt x="132161" y="56437"/>
                  </a:lnTo>
                  <a:cubicBezTo>
                    <a:pt x="134109" y="51571"/>
                    <a:pt x="136056" y="46706"/>
                    <a:pt x="138976" y="41841"/>
                  </a:cubicBezTo>
                  <a:moveTo>
                    <a:pt x="163315" y="15569"/>
                  </a:moveTo>
                  <a:lnTo>
                    <a:pt x="163315" y="49625"/>
                  </a:lnTo>
                  <a:lnTo>
                    <a:pt x="145791" y="33084"/>
                  </a:lnTo>
                  <a:cubicBezTo>
                    <a:pt x="151633" y="26272"/>
                    <a:pt x="158448" y="20434"/>
                    <a:pt x="163315" y="15569"/>
                  </a:cubicBezTo>
                  <a:moveTo>
                    <a:pt x="190575" y="60329"/>
                  </a:moveTo>
                  <a:cubicBezTo>
                    <a:pt x="196417" y="54491"/>
                    <a:pt x="204205" y="50598"/>
                    <a:pt x="211994" y="48652"/>
                  </a:cubicBezTo>
                  <a:lnTo>
                    <a:pt x="211994" y="84655"/>
                  </a:lnTo>
                  <a:lnTo>
                    <a:pt x="173051" y="121631"/>
                  </a:lnTo>
                  <a:cubicBezTo>
                    <a:pt x="173051" y="106062"/>
                    <a:pt x="174025" y="76871"/>
                    <a:pt x="190575" y="60329"/>
                  </a:cubicBezTo>
                  <a:moveTo>
                    <a:pt x="174998" y="15569"/>
                  </a:moveTo>
                  <a:cubicBezTo>
                    <a:pt x="181813" y="21407"/>
                    <a:pt x="191549" y="30164"/>
                    <a:pt x="199337" y="41841"/>
                  </a:cubicBezTo>
                  <a:cubicBezTo>
                    <a:pt x="193496" y="44760"/>
                    <a:pt x="187655" y="47679"/>
                    <a:pt x="182787" y="52544"/>
                  </a:cubicBezTo>
                  <a:cubicBezTo>
                    <a:pt x="179866" y="55463"/>
                    <a:pt x="176945" y="58383"/>
                    <a:pt x="174998" y="62275"/>
                  </a:cubicBezTo>
                  <a:lnTo>
                    <a:pt x="174998" y="15569"/>
                  </a:lnTo>
                  <a:close/>
                  <a:moveTo>
                    <a:pt x="260672" y="53518"/>
                  </a:moveTo>
                  <a:cubicBezTo>
                    <a:pt x="261646" y="64221"/>
                    <a:pt x="261646" y="81736"/>
                    <a:pt x="255804" y="97305"/>
                  </a:cubicBezTo>
                  <a:lnTo>
                    <a:pt x="215888" y="97305"/>
                  </a:lnTo>
                  <a:lnTo>
                    <a:pt x="260672" y="53518"/>
                  </a:lnTo>
                  <a:close/>
                  <a:moveTo>
                    <a:pt x="223676" y="46706"/>
                  </a:moveTo>
                  <a:cubicBezTo>
                    <a:pt x="234386" y="44760"/>
                    <a:pt x="245095" y="45733"/>
                    <a:pt x="252883" y="45733"/>
                  </a:cubicBezTo>
                  <a:lnTo>
                    <a:pt x="223676" y="73952"/>
                  </a:lnTo>
                  <a:lnTo>
                    <a:pt x="223676" y="46706"/>
                  </a:lnTo>
                  <a:close/>
                  <a:moveTo>
                    <a:pt x="181813" y="130388"/>
                  </a:moveTo>
                  <a:lnTo>
                    <a:pt x="204205" y="108008"/>
                  </a:lnTo>
                  <a:lnTo>
                    <a:pt x="249963" y="108008"/>
                  </a:lnTo>
                  <a:cubicBezTo>
                    <a:pt x="248989" y="109954"/>
                    <a:pt x="247042" y="111900"/>
                    <a:pt x="245095" y="113846"/>
                  </a:cubicBezTo>
                  <a:lnTo>
                    <a:pt x="245095" y="113846"/>
                  </a:lnTo>
                  <a:cubicBezTo>
                    <a:pt x="228544" y="129415"/>
                    <a:pt x="198364" y="130388"/>
                    <a:pt x="181813" y="130388"/>
                  </a:cubicBezTo>
                  <a:moveTo>
                    <a:pt x="225624" y="252019"/>
                  </a:moveTo>
                  <a:cubicBezTo>
                    <a:pt x="248015" y="254938"/>
                    <a:pt x="271381" y="257857"/>
                    <a:pt x="294747" y="254938"/>
                  </a:cubicBezTo>
                  <a:cubicBezTo>
                    <a:pt x="295720" y="255911"/>
                    <a:pt x="297667" y="257857"/>
                    <a:pt x="298641" y="258830"/>
                  </a:cubicBezTo>
                  <a:lnTo>
                    <a:pt x="138003" y="258830"/>
                  </a:lnTo>
                  <a:cubicBezTo>
                    <a:pt x="165262" y="245207"/>
                    <a:pt x="194469" y="248127"/>
                    <a:pt x="225624" y="252019"/>
                  </a:cubicBezTo>
                  <a:moveTo>
                    <a:pt x="70827" y="258830"/>
                  </a:moveTo>
                  <a:cubicBezTo>
                    <a:pt x="80563" y="243262"/>
                    <a:pt x="92245" y="229639"/>
                    <a:pt x="107822" y="217962"/>
                  </a:cubicBezTo>
                  <a:cubicBezTo>
                    <a:pt x="108796" y="217962"/>
                    <a:pt x="109769" y="217962"/>
                    <a:pt x="110743" y="217962"/>
                  </a:cubicBezTo>
                  <a:cubicBezTo>
                    <a:pt x="112690" y="217962"/>
                    <a:pt x="114637" y="217962"/>
                    <a:pt x="115611" y="217962"/>
                  </a:cubicBezTo>
                  <a:cubicBezTo>
                    <a:pt x="101007" y="227693"/>
                    <a:pt x="88351" y="241315"/>
                    <a:pt x="77642" y="259803"/>
                  </a:cubicBezTo>
                  <a:lnTo>
                    <a:pt x="70827" y="258830"/>
                  </a:lnTo>
                  <a:lnTo>
                    <a:pt x="70827" y="258830"/>
                  </a:lnTo>
                  <a:close/>
                  <a:moveTo>
                    <a:pt x="91272" y="258830"/>
                  </a:moveTo>
                  <a:cubicBezTo>
                    <a:pt x="108796" y="232558"/>
                    <a:pt x="131188" y="216989"/>
                    <a:pt x="156500" y="211151"/>
                  </a:cubicBezTo>
                  <a:lnTo>
                    <a:pt x="156500" y="211151"/>
                  </a:lnTo>
                  <a:cubicBezTo>
                    <a:pt x="159421" y="210178"/>
                    <a:pt x="163315" y="209205"/>
                    <a:pt x="166236" y="208232"/>
                  </a:cubicBezTo>
                  <a:cubicBezTo>
                    <a:pt x="171104" y="208232"/>
                    <a:pt x="176945" y="209205"/>
                    <a:pt x="181813" y="209205"/>
                  </a:cubicBezTo>
                  <a:cubicBezTo>
                    <a:pt x="202258" y="210178"/>
                    <a:pt x="226597" y="211151"/>
                    <a:pt x="253857" y="223801"/>
                  </a:cubicBezTo>
                  <a:cubicBezTo>
                    <a:pt x="239253" y="222828"/>
                    <a:pt x="226597" y="221854"/>
                    <a:pt x="213941" y="219909"/>
                  </a:cubicBezTo>
                  <a:cubicBezTo>
                    <a:pt x="170130" y="214070"/>
                    <a:pt x="136056" y="209205"/>
                    <a:pt x="97113" y="258830"/>
                  </a:cubicBezTo>
                  <a:lnTo>
                    <a:pt x="91272" y="258830"/>
                  </a:lnTo>
                  <a:lnTo>
                    <a:pt x="91272" y="258830"/>
                  </a:lnTo>
                  <a:close/>
                  <a:moveTo>
                    <a:pt x="111716" y="258830"/>
                  </a:moveTo>
                  <a:cubicBezTo>
                    <a:pt x="143844" y="221854"/>
                    <a:pt x="172078" y="225747"/>
                    <a:pt x="211994" y="231585"/>
                  </a:cubicBezTo>
                  <a:cubicBezTo>
                    <a:pt x="229518" y="233531"/>
                    <a:pt x="248989" y="236450"/>
                    <a:pt x="272354" y="235477"/>
                  </a:cubicBezTo>
                  <a:cubicBezTo>
                    <a:pt x="276249" y="238396"/>
                    <a:pt x="280143" y="241315"/>
                    <a:pt x="284037" y="244235"/>
                  </a:cubicBezTo>
                  <a:cubicBezTo>
                    <a:pt x="264566" y="245207"/>
                    <a:pt x="246068" y="243262"/>
                    <a:pt x="226597" y="241315"/>
                  </a:cubicBezTo>
                  <a:cubicBezTo>
                    <a:pt x="189602" y="236450"/>
                    <a:pt x="151633" y="231585"/>
                    <a:pt x="116584" y="258830"/>
                  </a:cubicBezTo>
                  <a:lnTo>
                    <a:pt x="111716" y="258830"/>
                  </a:lnTo>
                  <a:close/>
                  <a:moveTo>
                    <a:pt x="313244" y="258830"/>
                  </a:moveTo>
                  <a:cubicBezTo>
                    <a:pt x="309350" y="253965"/>
                    <a:pt x="305456" y="250073"/>
                    <a:pt x="301561" y="246181"/>
                  </a:cubicBezTo>
                  <a:cubicBezTo>
                    <a:pt x="301561" y="245207"/>
                    <a:pt x="300588" y="245207"/>
                    <a:pt x="300588" y="245207"/>
                  </a:cubicBezTo>
                  <a:cubicBezTo>
                    <a:pt x="292799" y="238396"/>
                    <a:pt x="285985" y="231585"/>
                    <a:pt x="279170" y="226720"/>
                  </a:cubicBezTo>
                  <a:lnTo>
                    <a:pt x="279170" y="226720"/>
                  </a:lnTo>
                  <a:cubicBezTo>
                    <a:pt x="248989" y="205313"/>
                    <a:pt x="219782" y="201420"/>
                    <a:pt x="196417" y="200448"/>
                  </a:cubicBezTo>
                  <a:cubicBezTo>
                    <a:pt x="197390" y="200448"/>
                    <a:pt x="197390" y="200448"/>
                    <a:pt x="198364" y="199474"/>
                  </a:cubicBezTo>
                  <a:cubicBezTo>
                    <a:pt x="210046" y="195582"/>
                    <a:pt x="220756" y="191690"/>
                    <a:pt x="231465" y="188771"/>
                  </a:cubicBezTo>
                  <a:cubicBezTo>
                    <a:pt x="272354" y="204340"/>
                    <a:pt x="302535" y="228666"/>
                    <a:pt x="321033" y="259803"/>
                  </a:cubicBezTo>
                  <a:lnTo>
                    <a:pt x="313244" y="258830"/>
                  </a:lnTo>
                  <a:lnTo>
                    <a:pt x="313244" y="258830"/>
                  </a:lnTo>
                  <a:close/>
                  <a:moveTo>
                    <a:pt x="270408" y="183906"/>
                  </a:moveTo>
                  <a:cubicBezTo>
                    <a:pt x="304482" y="204340"/>
                    <a:pt x="328821" y="229639"/>
                    <a:pt x="340504" y="258830"/>
                  </a:cubicBezTo>
                  <a:lnTo>
                    <a:pt x="332716" y="258830"/>
                  </a:lnTo>
                  <a:cubicBezTo>
                    <a:pt x="315192" y="226720"/>
                    <a:pt x="286958" y="201420"/>
                    <a:pt x="249963" y="183906"/>
                  </a:cubicBezTo>
                  <a:cubicBezTo>
                    <a:pt x="256778" y="183906"/>
                    <a:pt x="263592" y="182933"/>
                    <a:pt x="270408" y="183906"/>
                  </a:cubicBezTo>
                  <a:moveTo>
                    <a:pt x="392103" y="261749"/>
                  </a:moveTo>
                  <a:cubicBezTo>
                    <a:pt x="391129" y="259803"/>
                    <a:pt x="389182" y="258830"/>
                    <a:pt x="387235" y="258830"/>
                  </a:cubicBezTo>
                  <a:lnTo>
                    <a:pt x="353160" y="258830"/>
                  </a:lnTo>
                  <a:cubicBezTo>
                    <a:pt x="340504" y="226720"/>
                    <a:pt x="315192" y="197528"/>
                    <a:pt x="278196" y="175148"/>
                  </a:cubicBezTo>
                  <a:cubicBezTo>
                    <a:pt x="278196" y="170283"/>
                    <a:pt x="277222" y="165418"/>
                    <a:pt x="276249" y="160553"/>
                  </a:cubicBezTo>
                  <a:lnTo>
                    <a:pt x="276249" y="159580"/>
                  </a:lnTo>
                  <a:cubicBezTo>
                    <a:pt x="274302" y="152768"/>
                    <a:pt x="271381" y="145957"/>
                    <a:pt x="267487" y="140119"/>
                  </a:cubicBezTo>
                  <a:cubicBezTo>
                    <a:pt x="267487" y="139146"/>
                    <a:pt x="266513" y="138172"/>
                    <a:pt x="266513" y="138172"/>
                  </a:cubicBezTo>
                  <a:cubicBezTo>
                    <a:pt x="262619" y="132334"/>
                    <a:pt x="257751" y="127469"/>
                    <a:pt x="251910" y="123577"/>
                  </a:cubicBezTo>
                  <a:cubicBezTo>
                    <a:pt x="252883" y="122604"/>
                    <a:pt x="253857" y="122604"/>
                    <a:pt x="254830" y="121631"/>
                  </a:cubicBezTo>
                  <a:lnTo>
                    <a:pt x="254830" y="121631"/>
                  </a:lnTo>
                  <a:cubicBezTo>
                    <a:pt x="259698" y="116766"/>
                    <a:pt x="263592" y="110927"/>
                    <a:pt x="266513" y="105089"/>
                  </a:cubicBezTo>
                  <a:lnTo>
                    <a:pt x="266513" y="105089"/>
                  </a:lnTo>
                  <a:cubicBezTo>
                    <a:pt x="279170" y="77844"/>
                    <a:pt x="272354" y="42814"/>
                    <a:pt x="272354" y="40868"/>
                  </a:cubicBezTo>
                  <a:lnTo>
                    <a:pt x="272354" y="40868"/>
                  </a:lnTo>
                  <a:cubicBezTo>
                    <a:pt x="272354" y="39895"/>
                    <a:pt x="271381" y="38922"/>
                    <a:pt x="271381" y="37949"/>
                  </a:cubicBezTo>
                  <a:cubicBezTo>
                    <a:pt x="270408" y="36976"/>
                    <a:pt x="269434" y="36976"/>
                    <a:pt x="268460" y="36976"/>
                  </a:cubicBezTo>
                  <a:lnTo>
                    <a:pt x="268460" y="36976"/>
                  </a:lnTo>
                  <a:cubicBezTo>
                    <a:pt x="266513" y="36976"/>
                    <a:pt x="238280" y="31137"/>
                    <a:pt x="211994" y="38922"/>
                  </a:cubicBezTo>
                  <a:cubicBezTo>
                    <a:pt x="198364" y="16542"/>
                    <a:pt x="174998" y="1946"/>
                    <a:pt x="174025" y="973"/>
                  </a:cubicBezTo>
                  <a:lnTo>
                    <a:pt x="174025" y="973"/>
                  </a:lnTo>
                  <a:cubicBezTo>
                    <a:pt x="173051" y="973"/>
                    <a:pt x="172078" y="0"/>
                    <a:pt x="171104" y="0"/>
                  </a:cubicBezTo>
                  <a:lnTo>
                    <a:pt x="171104" y="0"/>
                  </a:lnTo>
                  <a:cubicBezTo>
                    <a:pt x="170130" y="0"/>
                    <a:pt x="169157" y="0"/>
                    <a:pt x="168183" y="973"/>
                  </a:cubicBezTo>
                  <a:lnTo>
                    <a:pt x="168183" y="973"/>
                  </a:lnTo>
                  <a:cubicBezTo>
                    <a:pt x="166236" y="1946"/>
                    <a:pt x="120479" y="32110"/>
                    <a:pt x="120479" y="70059"/>
                  </a:cubicBezTo>
                  <a:cubicBezTo>
                    <a:pt x="120479" y="90493"/>
                    <a:pt x="133135" y="108008"/>
                    <a:pt x="144818" y="120658"/>
                  </a:cubicBezTo>
                  <a:cubicBezTo>
                    <a:pt x="101007" y="132334"/>
                    <a:pt x="83483" y="162499"/>
                    <a:pt x="77642" y="187798"/>
                  </a:cubicBezTo>
                  <a:lnTo>
                    <a:pt x="77642" y="187798"/>
                  </a:lnTo>
                  <a:lnTo>
                    <a:pt x="77642" y="187798"/>
                  </a:lnTo>
                  <a:cubicBezTo>
                    <a:pt x="75695" y="194609"/>
                    <a:pt x="74721" y="201420"/>
                    <a:pt x="74721" y="206286"/>
                  </a:cubicBezTo>
                  <a:cubicBezTo>
                    <a:pt x="58170" y="221854"/>
                    <a:pt x="46488" y="240342"/>
                    <a:pt x="39673" y="258830"/>
                  </a:cubicBezTo>
                  <a:lnTo>
                    <a:pt x="5598" y="258830"/>
                  </a:lnTo>
                  <a:cubicBezTo>
                    <a:pt x="3651" y="258830"/>
                    <a:pt x="1704" y="259803"/>
                    <a:pt x="730" y="261749"/>
                  </a:cubicBezTo>
                  <a:cubicBezTo>
                    <a:pt x="-243" y="263696"/>
                    <a:pt x="-243" y="265642"/>
                    <a:pt x="730" y="267588"/>
                  </a:cubicBezTo>
                  <a:cubicBezTo>
                    <a:pt x="21175" y="306510"/>
                    <a:pt x="80563" y="344458"/>
                    <a:pt x="115611" y="361000"/>
                  </a:cubicBezTo>
                  <a:lnTo>
                    <a:pt x="115611" y="376569"/>
                  </a:lnTo>
                  <a:cubicBezTo>
                    <a:pt x="115611" y="379488"/>
                    <a:pt x="118532" y="382407"/>
                    <a:pt x="121452" y="382407"/>
                  </a:cubicBezTo>
                  <a:lnTo>
                    <a:pt x="275275" y="382407"/>
                  </a:lnTo>
                  <a:cubicBezTo>
                    <a:pt x="278196" y="382407"/>
                    <a:pt x="281117" y="379488"/>
                    <a:pt x="281117" y="376569"/>
                  </a:cubicBezTo>
                  <a:lnTo>
                    <a:pt x="281117" y="361000"/>
                  </a:lnTo>
                  <a:cubicBezTo>
                    <a:pt x="315192" y="343485"/>
                    <a:pt x="375552" y="306510"/>
                    <a:pt x="395997" y="267588"/>
                  </a:cubicBezTo>
                  <a:cubicBezTo>
                    <a:pt x="393077" y="264668"/>
                    <a:pt x="393077" y="262723"/>
                    <a:pt x="392103" y="261749"/>
                  </a:cubicBezTo>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10" name="Group 9">
            <a:extLst>
              <a:ext uri="{FF2B5EF4-FFF2-40B4-BE49-F238E27FC236}">
                <a16:creationId xmlns:a16="http://schemas.microsoft.com/office/drawing/2014/main" id="{294DF1C3-CBB0-C03A-0C52-484CE1D88305}"/>
              </a:ext>
            </a:extLst>
          </p:cNvPr>
          <p:cNvGrpSpPr/>
          <p:nvPr/>
        </p:nvGrpSpPr>
        <p:grpSpPr>
          <a:xfrm>
            <a:off x="4998696" y="2736508"/>
            <a:ext cx="607504" cy="607180"/>
            <a:chOff x="4758049" y="1030989"/>
            <a:chExt cx="607504" cy="607180"/>
          </a:xfrm>
        </p:grpSpPr>
        <p:sp>
          <p:nvSpPr>
            <p:cNvPr id="773" name="Freeform 772">
              <a:extLst>
                <a:ext uri="{FF2B5EF4-FFF2-40B4-BE49-F238E27FC236}">
                  <a16:creationId xmlns:a16="http://schemas.microsoft.com/office/drawing/2014/main" id="{9B5E1445-3B83-F79D-5EE9-B98303C74AAB}"/>
                </a:ext>
              </a:extLst>
            </p:cNvPr>
            <p:cNvSpPr/>
            <p:nvPr/>
          </p:nvSpPr>
          <p:spPr>
            <a:xfrm>
              <a:off x="4758049" y="1030989"/>
              <a:ext cx="607504" cy="607180"/>
            </a:xfrm>
            <a:custGeom>
              <a:avLst/>
              <a:gdLst>
                <a:gd name="connsiteX0" fmla="*/ 303752 w 607504"/>
                <a:gd name="connsiteY0" fmla="*/ 607181 h 607180"/>
                <a:gd name="connsiteX1" fmla="*/ 607504 w 607504"/>
                <a:gd name="connsiteY1" fmla="*/ 303590 h 607180"/>
                <a:gd name="connsiteX2" fmla="*/ 303752 w 607504"/>
                <a:gd name="connsiteY2" fmla="*/ 0 h 607180"/>
                <a:gd name="connsiteX3" fmla="*/ 0 w 607504"/>
                <a:gd name="connsiteY3" fmla="*/ 303590 h 607180"/>
                <a:gd name="connsiteX4" fmla="*/ 303752 w 607504"/>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4" h="607180">
                  <a:moveTo>
                    <a:pt x="303752" y="607181"/>
                  </a:moveTo>
                  <a:cubicBezTo>
                    <a:pt x="471205" y="607181"/>
                    <a:pt x="607504" y="470954"/>
                    <a:pt x="607504" y="303590"/>
                  </a:cubicBezTo>
                  <a:cubicBezTo>
                    <a:pt x="607504" y="136226"/>
                    <a:pt x="471205" y="0"/>
                    <a:pt x="303752" y="0"/>
                  </a:cubicBezTo>
                  <a:cubicBezTo>
                    <a:pt x="136299" y="0"/>
                    <a:pt x="0" y="136226"/>
                    <a:pt x="0" y="303590"/>
                  </a:cubicBezTo>
                  <a:cubicBezTo>
                    <a:pt x="0" y="470954"/>
                    <a:pt x="136299" y="607181"/>
                    <a:pt x="303752" y="607181"/>
                  </a:cubicBezTo>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774" name="Graphic 450">
              <a:extLst>
                <a:ext uri="{FF2B5EF4-FFF2-40B4-BE49-F238E27FC236}">
                  <a16:creationId xmlns:a16="http://schemas.microsoft.com/office/drawing/2014/main" id="{977DB1A0-7DA8-DB77-E375-39767CD9ADE8}"/>
                </a:ext>
              </a:extLst>
            </p:cNvPr>
            <p:cNvGrpSpPr/>
            <p:nvPr/>
          </p:nvGrpSpPr>
          <p:grpSpPr>
            <a:xfrm>
              <a:off x="4873903" y="1132186"/>
              <a:ext cx="376769" cy="404787"/>
              <a:chOff x="9034769" y="5575707"/>
              <a:chExt cx="376769" cy="404787"/>
            </a:xfrm>
            <a:solidFill>
              <a:srgbClr val="FFFFFF"/>
            </a:solidFill>
          </p:grpSpPr>
          <p:grpSp>
            <p:nvGrpSpPr>
              <p:cNvPr id="775" name="Graphic 450">
                <a:extLst>
                  <a:ext uri="{FF2B5EF4-FFF2-40B4-BE49-F238E27FC236}">
                    <a16:creationId xmlns:a16="http://schemas.microsoft.com/office/drawing/2014/main" id="{E00AA100-4556-FE7E-F1CD-9FA05A4FA4C2}"/>
                  </a:ext>
                </a:extLst>
              </p:cNvPr>
              <p:cNvGrpSpPr/>
              <p:nvPr/>
            </p:nvGrpSpPr>
            <p:grpSpPr>
              <a:xfrm>
                <a:off x="9099998" y="5575707"/>
                <a:ext cx="250206" cy="404787"/>
                <a:chOff x="9099998" y="5575707"/>
                <a:chExt cx="250206" cy="404787"/>
              </a:xfrm>
              <a:solidFill>
                <a:srgbClr val="FFFFFF"/>
              </a:solidFill>
            </p:grpSpPr>
            <p:sp>
              <p:nvSpPr>
                <p:cNvPr id="776" name="Freeform 775">
                  <a:extLst>
                    <a:ext uri="{FF2B5EF4-FFF2-40B4-BE49-F238E27FC236}">
                      <a16:creationId xmlns:a16="http://schemas.microsoft.com/office/drawing/2014/main" id="{C8C73BF7-36C3-E3F6-5E57-17E91D19C8E0}"/>
                    </a:ext>
                  </a:extLst>
                </p:cNvPr>
                <p:cNvSpPr/>
                <p:nvPr/>
              </p:nvSpPr>
              <p:spPr>
                <a:xfrm>
                  <a:off x="9132125" y="5854971"/>
                  <a:ext cx="182056" cy="42814"/>
                </a:xfrm>
                <a:custGeom>
                  <a:avLst/>
                  <a:gdLst>
                    <a:gd name="connsiteX0" fmla="*/ 160638 w 182056"/>
                    <a:gd name="connsiteY0" fmla="*/ 42814 h 42814"/>
                    <a:gd name="connsiteX1" fmla="*/ 21418 w 182056"/>
                    <a:gd name="connsiteY1" fmla="*/ 42814 h 42814"/>
                    <a:gd name="connsiteX2" fmla="*/ 0 w 182056"/>
                    <a:gd name="connsiteY2" fmla="*/ 21407 h 42814"/>
                    <a:gd name="connsiteX3" fmla="*/ 21418 w 182056"/>
                    <a:gd name="connsiteY3" fmla="*/ 0 h 42814"/>
                    <a:gd name="connsiteX4" fmla="*/ 160638 w 182056"/>
                    <a:gd name="connsiteY4" fmla="*/ 0 h 42814"/>
                    <a:gd name="connsiteX5" fmla="*/ 182056 w 182056"/>
                    <a:gd name="connsiteY5" fmla="*/ 21407 h 42814"/>
                    <a:gd name="connsiteX6" fmla="*/ 160638 w 182056"/>
                    <a:gd name="connsiteY6" fmla="*/ 42814 h 42814"/>
                    <a:gd name="connsiteX7" fmla="*/ 21418 w 182056"/>
                    <a:gd name="connsiteY7" fmla="*/ 8758 h 42814"/>
                    <a:gd name="connsiteX8" fmla="*/ 8762 w 182056"/>
                    <a:gd name="connsiteY8" fmla="*/ 21407 h 42814"/>
                    <a:gd name="connsiteX9" fmla="*/ 21418 w 182056"/>
                    <a:gd name="connsiteY9" fmla="*/ 34057 h 42814"/>
                    <a:gd name="connsiteX10" fmla="*/ 160638 w 182056"/>
                    <a:gd name="connsiteY10" fmla="*/ 34057 h 42814"/>
                    <a:gd name="connsiteX11" fmla="*/ 173294 w 182056"/>
                    <a:gd name="connsiteY11" fmla="*/ 21407 h 42814"/>
                    <a:gd name="connsiteX12" fmla="*/ 160638 w 182056"/>
                    <a:gd name="connsiteY12" fmla="*/ 8758 h 42814"/>
                    <a:gd name="connsiteX13" fmla="*/ 21418 w 182056"/>
                    <a:gd name="connsiteY13" fmla="*/ 8758 h 4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2056" h="42814">
                      <a:moveTo>
                        <a:pt x="160638" y="42814"/>
                      </a:moveTo>
                      <a:lnTo>
                        <a:pt x="21418" y="42814"/>
                      </a:lnTo>
                      <a:cubicBezTo>
                        <a:pt x="9736" y="42814"/>
                        <a:pt x="0" y="33084"/>
                        <a:pt x="0" y="21407"/>
                      </a:cubicBezTo>
                      <a:cubicBezTo>
                        <a:pt x="0" y="9730"/>
                        <a:pt x="9736" y="0"/>
                        <a:pt x="21418" y="0"/>
                      </a:cubicBezTo>
                      <a:lnTo>
                        <a:pt x="160638" y="0"/>
                      </a:lnTo>
                      <a:cubicBezTo>
                        <a:pt x="172321" y="0"/>
                        <a:pt x="182056" y="9730"/>
                        <a:pt x="182056" y="21407"/>
                      </a:cubicBezTo>
                      <a:cubicBezTo>
                        <a:pt x="181083" y="33084"/>
                        <a:pt x="172321" y="42814"/>
                        <a:pt x="160638" y="42814"/>
                      </a:cubicBezTo>
                      <a:close/>
                      <a:moveTo>
                        <a:pt x="21418" y="8758"/>
                      </a:moveTo>
                      <a:cubicBezTo>
                        <a:pt x="14603" y="8758"/>
                        <a:pt x="8762" y="14596"/>
                        <a:pt x="8762" y="21407"/>
                      </a:cubicBezTo>
                      <a:cubicBezTo>
                        <a:pt x="8762" y="28219"/>
                        <a:pt x="14603" y="34057"/>
                        <a:pt x="21418" y="34057"/>
                      </a:cubicBezTo>
                      <a:lnTo>
                        <a:pt x="160638" y="34057"/>
                      </a:lnTo>
                      <a:cubicBezTo>
                        <a:pt x="167453" y="34057"/>
                        <a:pt x="173294" y="28219"/>
                        <a:pt x="173294" y="21407"/>
                      </a:cubicBezTo>
                      <a:cubicBezTo>
                        <a:pt x="173294" y="14596"/>
                        <a:pt x="167453" y="8758"/>
                        <a:pt x="160638" y="8758"/>
                      </a:cubicBezTo>
                      <a:lnTo>
                        <a:pt x="21418" y="8758"/>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77" name="Freeform 776">
                  <a:extLst>
                    <a:ext uri="{FF2B5EF4-FFF2-40B4-BE49-F238E27FC236}">
                      <a16:creationId xmlns:a16="http://schemas.microsoft.com/office/drawing/2014/main" id="{AA3C965B-C44D-4821-D84A-47D517A59EA8}"/>
                    </a:ext>
                  </a:extLst>
                </p:cNvPr>
                <p:cNvSpPr/>
                <p:nvPr/>
              </p:nvSpPr>
              <p:spPr>
                <a:xfrm>
                  <a:off x="9133099" y="5889027"/>
                  <a:ext cx="180109" cy="41841"/>
                </a:xfrm>
                <a:custGeom>
                  <a:avLst/>
                  <a:gdLst>
                    <a:gd name="connsiteX0" fmla="*/ 161612 w 180109"/>
                    <a:gd name="connsiteY0" fmla="*/ 41841 h 41841"/>
                    <a:gd name="connsiteX1" fmla="*/ 18498 w 180109"/>
                    <a:gd name="connsiteY1" fmla="*/ 41841 h 41841"/>
                    <a:gd name="connsiteX2" fmla="*/ 0 w 180109"/>
                    <a:gd name="connsiteY2" fmla="*/ 23353 h 41841"/>
                    <a:gd name="connsiteX3" fmla="*/ 0 w 180109"/>
                    <a:gd name="connsiteY3" fmla="*/ 18488 h 41841"/>
                    <a:gd name="connsiteX4" fmla="*/ 18498 w 180109"/>
                    <a:gd name="connsiteY4" fmla="*/ 0 h 41841"/>
                    <a:gd name="connsiteX5" fmla="*/ 161612 w 180109"/>
                    <a:gd name="connsiteY5" fmla="*/ 0 h 41841"/>
                    <a:gd name="connsiteX6" fmla="*/ 180109 w 180109"/>
                    <a:gd name="connsiteY6" fmla="*/ 18488 h 41841"/>
                    <a:gd name="connsiteX7" fmla="*/ 180109 w 180109"/>
                    <a:gd name="connsiteY7" fmla="*/ 23353 h 41841"/>
                    <a:gd name="connsiteX8" fmla="*/ 161612 w 180109"/>
                    <a:gd name="connsiteY8" fmla="*/ 41841 h 41841"/>
                    <a:gd name="connsiteX9" fmla="*/ 18498 w 180109"/>
                    <a:gd name="connsiteY9" fmla="*/ 8758 h 41841"/>
                    <a:gd name="connsiteX10" fmla="*/ 7789 w 180109"/>
                    <a:gd name="connsiteY10" fmla="*/ 19461 h 41841"/>
                    <a:gd name="connsiteX11" fmla="*/ 7789 w 180109"/>
                    <a:gd name="connsiteY11" fmla="*/ 24326 h 41841"/>
                    <a:gd name="connsiteX12" fmla="*/ 18498 w 180109"/>
                    <a:gd name="connsiteY12" fmla="*/ 35030 h 41841"/>
                    <a:gd name="connsiteX13" fmla="*/ 161612 w 180109"/>
                    <a:gd name="connsiteY13" fmla="*/ 35030 h 41841"/>
                    <a:gd name="connsiteX14" fmla="*/ 172321 w 180109"/>
                    <a:gd name="connsiteY14" fmla="*/ 24326 h 41841"/>
                    <a:gd name="connsiteX15" fmla="*/ 172321 w 180109"/>
                    <a:gd name="connsiteY15" fmla="*/ 18488 h 41841"/>
                    <a:gd name="connsiteX16" fmla="*/ 161612 w 180109"/>
                    <a:gd name="connsiteY16" fmla="*/ 7785 h 41841"/>
                    <a:gd name="connsiteX17" fmla="*/ 18498 w 180109"/>
                    <a:gd name="connsiteY17" fmla="*/ 7785 h 4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0109" h="41841">
                      <a:moveTo>
                        <a:pt x="161612" y="41841"/>
                      </a:moveTo>
                      <a:lnTo>
                        <a:pt x="18498" y="41841"/>
                      </a:lnTo>
                      <a:cubicBezTo>
                        <a:pt x="7789" y="41841"/>
                        <a:pt x="0" y="33084"/>
                        <a:pt x="0" y="23353"/>
                      </a:cubicBezTo>
                      <a:lnTo>
                        <a:pt x="0" y="18488"/>
                      </a:lnTo>
                      <a:cubicBezTo>
                        <a:pt x="0" y="7785"/>
                        <a:pt x="8762" y="0"/>
                        <a:pt x="18498" y="0"/>
                      </a:cubicBezTo>
                      <a:lnTo>
                        <a:pt x="161612" y="0"/>
                      </a:lnTo>
                      <a:cubicBezTo>
                        <a:pt x="172321" y="0"/>
                        <a:pt x="180109" y="8758"/>
                        <a:pt x="180109" y="18488"/>
                      </a:cubicBezTo>
                      <a:lnTo>
                        <a:pt x="180109" y="23353"/>
                      </a:lnTo>
                      <a:cubicBezTo>
                        <a:pt x="180109" y="34057"/>
                        <a:pt x="172321" y="41841"/>
                        <a:pt x="161612" y="41841"/>
                      </a:cubicBezTo>
                      <a:close/>
                      <a:moveTo>
                        <a:pt x="18498" y="8758"/>
                      </a:moveTo>
                      <a:cubicBezTo>
                        <a:pt x="12657" y="8758"/>
                        <a:pt x="7789" y="13623"/>
                        <a:pt x="7789" y="19461"/>
                      </a:cubicBezTo>
                      <a:lnTo>
                        <a:pt x="7789" y="24326"/>
                      </a:lnTo>
                      <a:cubicBezTo>
                        <a:pt x="7789" y="30165"/>
                        <a:pt x="12657" y="35030"/>
                        <a:pt x="18498" y="35030"/>
                      </a:cubicBezTo>
                      <a:lnTo>
                        <a:pt x="161612" y="35030"/>
                      </a:lnTo>
                      <a:cubicBezTo>
                        <a:pt x="167453" y="35030"/>
                        <a:pt x="172321" y="30165"/>
                        <a:pt x="172321" y="24326"/>
                      </a:cubicBezTo>
                      <a:lnTo>
                        <a:pt x="172321" y="18488"/>
                      </a:lnTo>
                      <a:cubicBezTo>
                        <a:pt x="172321" y="12650"/>
                        <a:pt x="167453" y="7785"/>
                        <a:pt x="161612" y="7785"/>
                      </a:cubicBezTo>
                      <a:lnTo>
                        <a:pt x="18498"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78" name="Freeform 777">
                  <a:extLst>
                    <a:ext uri="{FF2B5EF4-FFF2-40B4-BE49-F238E27FC236}">
                      <a16:creationId xmlns:a16="http://schemas.microsoft.com/office/drawing/2014/main" id="{15997605-1135-2348-2B23-877817A90E28}"/>
                    </a:ext>
                  </a:extLst>
                </p:cNvPr>
                <p:cNvSpPr/>
                <p:nvPr/>
              </p:nvSpPr>
              <p:spPr>
                <a:xfrm>
                  <a:off x="9164253" y="5923084"/>
                  <a:ext cx="115887" cy="57409"/>
                </a:xfrm>
                <a:custGeom>
                  <a:avLst/>
                  <a:gdLst>
                    <a:gd name="connsiteX0" fmla="*/ 70097 w 115887"/>
                    <a:gd name="connsiteY0" fmla="*/ 57410 h 57409"/>
                    <a:gd name="connsiteX1" fmla="*/ 46731 w 115887"/>
                    <a:gd name="connsiteY1" fmla="*/ 57410 h 57409"/>
                    <a:gd name="connsiteX2" fmla="*/ 0 w 115887"/>
                    <a:gd name="connsiteY2" fmla="*/ 10704 h 57409"/>
                    <a:gd name="connsiteX3" fmla="*/ 0 w 115887"/>
                    <a:gd name="connsiteY3" fmla="*/ 3892 h 57409"/>
                    <a:gd name="connsiteX4" fmla="*/ 3894 w 115887"/>
                    <a:gd name="connsiteY4" fmla="*/ 0 h 57409"/>
                    <a:gd name="connsiteX5" fmla="*/ 111960 w 115887"/>
                    <a:gd name="connsiteY5" fmla="*/ 0 h 57409"/>
                    <a:gd name="connsiteX6" fmla="*/ 115854 w 115887"/>
                    <a:gd name="connsiteY6" fmla="*/ 3892 h 57409"/>
                    <a:gd name="connsiteX7" fmla="*/ 115854 w 115887"/>
                    <a:gd name="connsiteY7" fmla="*/ 10704 h 57409"/>
                    <a:gd name="connsiteX8" fmla="*/ 70097 w 115887"/>
                    <a:gd name="connsiteY8" fmla="*/ 57410 h 57409"/>
                    <a:gd name="connsiteX9" fmla="*/ 8762 w 115887"/>
                    <a:gd name="connsiteY9" fmla="*/ 7785 h 57409"/>
                    <a:gd name="connsiteX10" fmla="*/ 8762 w 115887"/>
                    <a:gd name="connsiteY10" fmla="*/ 9730 h 57409"/>
                    <a:gd name="connsiteX11" fmla="*/ 46731 w 115887"/>
                    <a:gd name="connsiteY11" fmla="*/ 47680 h 57409"/>
                    <a:gd name="connsiteX12" fmla="*/ 70097 w 115887"/>
                    <a:gd name="connsiteY12" fmla="*/ 47680 h 57409"/>
                    <a:gd name="connsiteX13" fmla="*/ 108066 w 115887"/>
                    <a:gd name="connsiteY13" fmla="*/ 9730 h 57409"/>
                    <a:gd name="connsiteX14" fmla="*/ 108066 w 115887"/>
                    <a:gd name="connsiteY14" fmla="*/ 7785 h 57409"/>
                    <a:gd name="connsiteX15" fmla="*/ 8762 w 115887"/>
                    <a:gd name="connsiteY15" fmla="*/ 7785 h 5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5887" h="57409">
                      <a:moveTo>
                        <a:pt x="70097" y="57410"/>
                      </a:moveTo>
                      <a:lnTo>
                        <a:pt x="46731" y="57410"/>
                      </a:lnTo>
                      <a:cubicBezTo>
                        <a:pt x="20445" y="57410"/>
                        <a:pt x="0" y="36003"/>
                        <a:pt x="0" y="10704"/>
                      </a:cubicBezTo>
                      <a:lnTo>
                        <a:pt x="0" y="3892"/>
                      </a:lnTo>
                      <a:cubicBezTo>
                        <a:pt x="0" y="1946"/>
                        <a:pt x="1947" y="0"/>
                        <a:pt x="3894" y="0"/>
                      </a:cubicBezTo>
                      <a:lnTo>
                        <a:pt x="111960" y="0"/>
                      </a:lnTo>
                      <a:cubicBezTo>
                        <a:pt x="113907" y="0"/>
                        <a:pt x="115854" y="1946"/>
                        <a:pt x="115854" y="3892"/>
                      </a:cubicBezTo>
                      <a:lnTo>
                        <a:pt x="115854" y="10704"/>
                      </a:lnTo>
                      <a:cubicBezTo>
                        <a:pt x="116828" y="36003"/>
                        <a:pt x="96383" y="57410"/>
                        <a:pt x="70097" y="57410"/>
                      </a:cubicBezTo>
                      <a:close/>
                      <a:moveTo>
                        <a:pt x="8762" y="7785"/>
                      </a:moveTo>
                      <a:lnTo>
                        <a:pt x="8762" y="9730"/>
                      </a:lnTo>
                      <a:cubicBezTo>
                        <a:pt x="8762" y="31138"/>
                        <a:pt x="26286" y="47680"/>
                        <a:pt x="46731" y="47680"/>
                      </a:cubicBezTo>
                      <a:lnTo>
                        <a:pt x="70097" y="47680"/>
                      </a:lnTo>
                      <a:cubicBezTo>
                        <a:pt x="91515" y="47680"/>
                        <a:pt x="108066" y="30165"/>
                        <a:pt x="108066" y="9730"/>
                      </a:cubicBezTo>
                      <a:lnTo>
                        <a:pt x="108066" y="7785"/>
                      </a:lnTo>
                      <a:lnTo>
                        <a:pt x="8762"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79" name="Freeform 778">
                  <a:extLst>
                    <a:ext uri="{FF2B5EF4-FFF2-40B4-BE49-F238E27FC236}">
                      <a16:creationId xmlns:a16="http://schemas.microsoft.com/office/drawing/2014/main" id="{9F84F0DF-441B-24D1-9E32-4C57094C32E8}"/>
                    </a:ext>
                  </a:extLst>
                </p:cNvPr>
                <p:cNvSpPr/>
                <p:nvPr/>
              </p:nvSpPr>
              <p:spPr>
                <a:xfrm>
                  <a:off x="9099998" y="5637982"/>
                  <a:ext cx="250206" cy="209292"/>
                </a:xfrm>
                <a:custGeom>
                  <a:avLst/>
                  <a:gdLst>
                    <a:gd name="connsiteX0" fmla="*/ 59387 w 250206"/>
                    <a:gd name="connsiteY0" fmla="*/ 209205 h 209292"/>
                    <a:gd name="connsiteX1" fmla="*/ 56467 w 250206"/>
                    <a:gd name="connsiteY1" fmla="*/ 208232 h 209292"/>
                    <a:gd name="connsiteX2" fmla="*/ 42837 w 250206"/>
                    <a:gd name="connsiteY2" fmla="*/ 194609 h 209292"/>
                    <a:gd name="connsiteX3" fmla="*/ 29207 w 250206"/>
                    <a:gd name="connsiteY3" fmla="*/ 201421 h 209292"/>
                    <a:gd name="connsiteX4" fmla="*/ 23365 w 250206"/>
                    <a:gd name="connsiteY4" fmla="*/ 199474 h 209292"/>
                    <a:gd name="connsiteX5" fmla="*/ 9736 w 250206"/>
                    <a:gd name="connsiteY5" fmla="*/ 175148 h 209292"/>
                    <a:gd name="connsiteX6" fmla="*/ 10709 w 250206"/>
                    <a:gd name="connsiteY6" fmla="*/ 169310 h 209292"/>
                    <a:gd name="connsiteX7" fmla="*/ 23365 w 250206"/>
                    <a:gd name="connsiteY7" fmla="*/ 160553 h 209292"/>
                    <a:gd name="connsiteX8" fmla="*/ 19471 w 250206"/>
                    <a:gd name="connsiteY8" fmla="*/ 144984 h 209292"/>
                    <a:gd name="connsiteX9" fmla="*/ 3894 w 250206"/>
                    <a:gd name="connsiteY9" fmla="*/ 143038 h 209292"/>
                    <a:gd name="connsiteX10" fmla="*/ 0 w 250206"/>
                    <a:gd name="connsiteY10" fmla="*/ 139146 h 209292"/>
                    <a:gd name="connsiteX11" fmla="*/ 0 w 250206"/>
                    <a:gd name="connsiteY11" fmla="*/ 110928 h 209292"/>
                    <a:gd name="connsiteX12" fmla="*/ 3894 w 250206"/>
                    <a:gd name="connsiteY12" fmla="*/ 107035 h 209292"/>
                    <a:gd name="connsiteX13" fmla="*/ 19471 w 250206"/>
                    <a:gd name="connsiteY13" fmla="*/ 105089 h 209292"/>
                    <a:gd name="connsiteX14" fmla="*/ 23365 w 250206"/>
                    <a:gd name="connsiteY14" fmla="*/ 89520 h 209292"/>
                    <a:gd name="connsiteX15" fmla="*/ 10709 w 250206"/>
                    <a:gd name="connsiteY15" fmla="*/ 80763 h 209292"/>
                    <a:gd name="connsiteX16" fmla="*/ 9736 w 250206"/>
                    <a:gd name="connsiteY16" fmla="*/ 74925 h 209292"/>
                    <a:gd name="connsiteX17" fmla="*/ 23365 w 250206"/>
                    <a:gd name="connsiteY17" fmla="*/ 50599 h 209292"/>
                    <a:gd name="connsiteX18" fmla="*/ 29207 w 250206"/>
                    <a:gd name="connsiteY18" fmla="*/ 48652 h 209292"/>
                    <a:gd name="connsiteX19" fmla="*/ 43810 w 250206"/>
                    <a:gd name="connsiteY19" fmla="*/ 55464 h 209292"/>
                    <a:gd name="connsiteX20" fmla="*/ 55493 w 250206"/>
                    <a:gd name="connsiteY20" fmla="*/ 43787 h 209292"/>
                    <a:gd name="connsiteX21" fmla="*/ 48678 w 250206"/>
                    <a:gd name="connsiteY21" fmla="*/ 29191 h 209292"/>
                    <a:gd name="connsiteX22" fmla="*/ 50625 w 250206"/>
                    <a:gd name="connsiteY22" fmla="*/ 23353 h 209292"/>
                    <a:gd name="connsiteX23" fmla="*/ 74965 w 250206"/>
                    <a:gd name="connsiteY23" fmla="*/ 9730 h 209292"/>
                    <a:gd name="connsiteX24" fmla="*/ 80806 w 250206"/>
                    <a:gd name="connsiteY24" fmla="*/ 10704 h 209292"/>
                    <a:gd name="connsiteX25" fmla="*/ 89568 w 250206"/>
                    <a:gd name="connsiteY25" fmla="*/ 23353 h 209292"/>
                    <a:gd name="connsiteX26" fmla="*/ 105145 w 250206"/>
                    <a:gd name="connsiteY26" fmla="*/ 19461 h 209292"/>
                    <a:gd name="connsiteX27" fmla="*/ 107092 w 250206"/>
                    <a:gd name="connsiteY27" fmla="*/ 3892 h 209292"/>
                    <a:gd name="connsiteX28" fmla="*/ 110986 w 250206"/>
                    <a:gd name="connsiteY28" fmla="*/ 0 h 209292"/>
                    <a:gd name="connsiteX29" fmla="*/ 139220 w 250206"/>
                    <a:gd name="connsiteY29" fmla="*/ 0 h 209292"/>
                    <a:gd name="connsiteX30" fmla="*/ 143114 w 250206"/>
                    <a:gd name="connsiteY30" fmla="*/ 3892 h 209292"/>
                    <a:gd name="connsiteX31" fmla="*/ 145061 w 250206"/>
                    <a:gd name="connsiteY31" fmla="*/ 19461 h 209292"/>
                    <a:gd name="connsiteX32" fmla="*/ 160638 w 250206"/>
                    <a:gd name="connsiteY32" fmla="*/ 23353 h 209292"/>
                    <a:gd name="connsiteX33" fmla="*/ 169400 w 250206"/>
                    <a:gd name="connsiteY33" fmla="*/ 10704 h 209292"/>
                    <a:gd name="connsiteX34" fmla="*/ 175241 w 250206"/>
                    <a:gd name="connsiteY34" fmla="*/ 9730 h 209292"/>
                    <a:gd name="connsiteX35" fmla="*/ 199581 w 250206"/>
                    <a:gd name="connsiteY35" fmla="*/ 23353 h 209292"/>
                    <a:gd name="connsiteX36" fmla="*/ 201528 w 250206"/>
                    <a:gd name="connsiteY36" fmla="*/ 29191 h 209292"/>
                    <a:gd name="connsiteX37" fmla="*/ 194713 w 250206"/>
                    <a:gd name="connsiteY37" fmla="*/ 43787 h 209292"/>
                    <a:gd name="connsiteX38" fmla="*/ 206396 w 250206"/>
                    <a:gd name="connsiteY38" fmla="*/ 55464 h 209292"/>
                    <a:gd name="connsiteX39" fmla="*/ 220999 w 250206"/>
                    <a:gd name="connsiteY39" fmla="*/ 48652 h 209292"/>
                    <a:gd name="connsiteX40" fmla="*/ 226841 w 250206"/>
                    <a:gd name="connsiteY40" fmla="*/ 50599 h 209292"/>
                    <a:gd name="connsiteX41" fmla="*/ 240470 w 250206"/>
                    <a:gd name="connsiteY41" fmla="*/ 74925 h 209292"/>
                    <a:gd name="connsiteX42" fmla="*/ 239497 w 250206"/>
                    <a:gd name="connsiteY42" fmla="*/ 80763 h 209292"/>
                    <a:gd name="connsiteX43" fmla="*/ 226841 w 250206"/>
                    <a:gd name="connsiteY43" fmla="*/ 89520 h 209292"/>
                    <a:gd name="connsiteX44" fmla="*/ 230735 w 250206"/>
                    <a:gd name="connsiteY44" fmla="*/ 105089 h 209292"/>
                    <a:gd name="connsiteX45" fmla="*/ 246312 w 250206"/>
                    <a:gd name="connsiteY45" fmla="*/ 107035 h 209292"/>
                    <a:gd name="connsiteX46" fmla="*/ 250206 w 250206"/>
                    <a:gd name="connsiteY46" fmla="*/ 110928 h 209292"/>
                    <a:gd name="connsiteX47" fmla="*/ 250206 w 250206"/>
                    <a:gd name="connsiteY47" fmla="*/ 139146 h 209292"/>
                    <a:gd name="connsiteX48" fmla="*/ 246312 w 250206"/>
                    <a:gd name="connsiteY48" fmla="*/ 143038 h 209292"/>
                    <a:gd name="connsiteX49" fmla="*/ 230735 w 250206"/>
                    <a:gd name="connsiteY49" fmla="*/ 144984 h 209292"/>
                    <a:gd name="connsiteX50" fmla="*/ 226841 w 250206"/>
                    <a:gd name="connsiteY50" fmla="*/ 160553 h 209292"/>
                    <a:gd name="connsiteX51" fmla="*/ 239497 w 250206"/>
                    <a:gd name="connsiteY51" fmla="*/ 169310 h 209292"/>
                    <a:gd name="connsiteX52" fmla="*/ 240470 w 250206"/>
                    <a:gd name="connsiteY52" fmla="*/ 175148 h 209292"/>
                    <a:gd name="connsiteX53" fmla="*/ 226841 w 250206"/>
                    <a:gd name="connsiteY53" fmla="*/ 199474 h 209292"/>
                    <a:gd name="connsiteX54" fmla="*/ 220999 w 250206"/>
                    <a:gd name="connsiteY54" fmla="*/ 201421 h 209292"/>
                    <a:gd name="connsiteX55" fmla="*/ 206396 w 250206"/>
                    <a:gd name="connsiteY55" fmla="*/ 194609 h 209292"/>
                    <a:gd name="connsiteX56" fmla="*/ 192766 w 250206"/>
                    <a:gd name="connsiteY56" fmla="*/ 208232 h 209292"/>
                    <a:gd name="connsiteX57" fmla="*/ 186924 w 250206"/>
                    <a:gd name="connsiteY57" fmla="*/ 207259 h 209292"/>
                    <a:gd name="connsiteX58" fmla="*/ 187898 w 250206"/>
                    <a:gd name="connsiteY58" fmla="*/ 201421 h 209292"/>
                    <a:gd name="connsiteX59" fmla="*/ 202501 w 250206"/>
                    <a:gd name="connsiteY59" fmla="*/ 186825 h 209292"/>
                    <a:gd name="connsiteX60" fmla="*/ 207369 w 250206"/>
                    <a:gd name="connsiteY60" fmla="*/ 185852 h 209292"/>
                    <a:gd name="connsiteX61" fmla="*/ 220999 w 250206"/>
                    <a:gd name="connsiteY61" fmla="*/ 191690 h 209292"/>
                    <a:gd name="connsiteX62" fmla="*/ 230735 w 250206"/>
                    <a:gd name="connsiteY62" fmla="*/ 174176 h 209292"/>
                    <a:gd name="connsiteX63" fmla="*/ 218078 w 250206"/>
                    <a:gd name="connsiteY63" fmla="*/ 165418 h 209292"/>
                    <a:gd name="connsiteX64" fmla="*/ 216131 w 250206"/>
                    <a:gd name="connsiteY64" fmla="*/ 160553 h 209292"/>
                    <a:gd name="connsiteX65" fmla="*/ 220999 w 250206"/>
                    <a:gd name="connsiteY65" fmla="*/ 140119 h 209292"/>
                    <a:gd name="connsiteX66" fmla="*/ 224893 w 250206"/>
                    <a:gd name="connsiteY66" fmla="*/ 136226 h 209292"/>
                    <a:gd name="connsiteX67" fmla="*/ 239497 w 250206"/>
                    <a:gd name="connsiteY67" fmla="*/ 134280 h 209292"/>
                    <a:gd name="connsiteX68" fmla="*/ 239497 w 250206"/>
                    <a:gd name="connsiteY68" fmla="*/ 113847 h 209292"/>
                    <a:gd name="connsiteX69" fmla="*/ 224893 w 250206"/>
                    <a:gd name="connsiteY69" fmla="*/ 111900 h 209292"/>
                    <a:gd name="connsiteX70" fmla="*/ 220999 w 250206"/>
                    <a:gd name="connsiteY70" fmla="*/ 108008 h 209292"/>
                    <a:gd name="connsiteX71" fmla="*/ 216131 w 250206"/>
                    <a:gd name="connsiteY71" fmla="*/ 87574 h 209292"/>
                    <a:gd name="connsiteX72" fmla="*/ 218078 w 250206"/>
                    <a:gd name="connsiteY72" fmla="*/ 82709 h 209292"/>
                    <a:gd name="connsiteX73" fmla="*/ 230735 w 250206"/>
                    <a:gd name="connsiteY73" fmla="*/ 73952 h 209292"/>
                    <a:gd name="connsiteX74" fmla="*/ 220999 w 250206"/>
                    <a:gd name="connsiteY74" fmla="*/ 56437 h 209292"/>
                    <a:gd name="connsiteX75" fmla="*/ 207369 w 250206"/>
                    <a:gd name="connsiteY75" fmla="*/ 62275 h 209292"/>
                    <a:gd name="connsiteX76" fmla="*/ 202501 w 250206"/>
                    <a:gd name="connsiteY76" fmla="*/ 61302 h 209292"/>
                    <a:gd name="connsiteX77" fmla="*/ 187898 w 250206"/>
                    <a:gd name="connsiteY77" fmla="*/ 46706 h 209292"/>
                    <a:gd name="connsiteX78" fmla="*/ 186924 w 250206"/>
                    <a:gd name="connsiteY78" fmla="*/ 41841 h 209292"/>
                    <a:gd name="connsiteX79" fmla="*/ 192766 w 250206"/>
                    <a:gd name="connsiteY79" fmla="*/ 28219 h 209292"/>
                    <a:gd name="connsiteX80" fmla="*/ 175241 w 250206"/>
                    <a:gd name="connsiteY80" fmla="*/ 18488 h 209292"/>
                    <a:gd name="connsiteX81" fmla="*/ 166479 w 250206"/>
                    <a:gd name="connsiteY81" fmla="*/ 31138 h 209292"/>
                    <a:gd name="connsiteX82" fmla="*/ 161612 w 250206"/>
                    <a:gd name="connsiteY82" fmla="*/ 33084 h 209292"/>
                    <a:gd name="connsiteX83" fmla="*/ 141167 w 250206"/>
                    <a:gd name="connsiteY83" fmla="*/ 28219 h 209292"/>
                    <a:gd name="connsiteX84" fmla="*/ 137273 w 250206"/>
                    <a:gd name="connsiteY84" fmla="*/ 24326 h 209292"/>
                    <a:gd name="connsiteX85" fmla="*/ 135325 w 250206"/>
                    <a:gd name="connsiteY85" fmla="*/ 9730 h 209292"/>
                    <a:gd name="connsiteX86" fmla="*/ 112933 w 250206"/>
                    <a:gd name="connsiteY86" fmla="*/ 9730 h 209292"/>
                    <a:gd name="connsiteX87" fmla="*/ 110986 w 250206"/>
                    <a:gd name="connsiteY87" fmla="*/ 24326 h 209292"/>
                    <a:gd name="connsiteX88" fmla="*/ 107092 w 250206"/>
                    <a:gd name="connsiteY88" fmla="*/ 28219 h 209292"/>
                    <a:gd name="connsiteX89" fmla="*/ 86647 w 250206"/>
                    <a:gd name="connsiteY89" fmla="*/ 34057 h 209292"/>
                    <a:gd name="connsiteX90" fmla="*/ 81779 w 250206"/>
                    <a:gd name="connsiteY90" fmla="*/ 32110 h 209292"/>
                    <a:gd name="connsiteX91" fmla="*/ 73017 w 250206"/>
                    <a:gd name="connsiteY91" fmla="*/ 19461 h 209292"/>
                    <a:gd name="connsiteX92" fmla="*/ 55493 w 250206"/>
                    <a:gd name="connsiteY92" fmla="*/ 29191 h 209292"/>
                    <a:gd name="connsiteX93" fmla="*/ 61335 w 250206"/>
                    <a:gd name="connsiteY93" fmla="*/ 42814 h 209292"/>
                    <a:gd name="connsiteX94" fmla="*/ 60361 w 250206"/>
                    <a:gd name="connsiteY94" fmla="*/ 47680 h 209292"/>
                    <a:gd name="connsiteX95" fmla="*/ 45758 w 250206"/>
                    <a:gd name="connsiteY95" fmla="*/ 62275 h 209292"/>
                    <a:gd name="connsiteX96" fmla="*/ 40890 w 250206"/>
                    <a:gd name="connsiteY96" fmla="*/ 63248 h 209292"/>
                    <a:gd name="connsiteX97" fmla="*/ 27260 w 250206"/>
                    <a:gd name="connsiteY97" fmla="*/ 57410 h 209292"/>
                    <a:gd name="connsiteX98" fmla="*/ 17524 w 250206"/>
                    <a:gd name="connsiteY98" fmla="*/ 74925 h 209292"/>
                    <a:gd name="connsiteX99" fmla="*/ 30181 w 250206"/>
                    <a:gd name="connsiteY99" fmla="*/ 83682 h 209292"/>
                    <a:gd name="connsiteX100" fmla="*/ 32128 w 250206"/>
                    <a:gd name="connsiteY100" fmla="*/ 88548 h 209292"/>
                    <a:gd name="connsiteX101" fmla="*/ 27260 w 250206"/>
                    <a:gd name="connsiteY101" fmla="*/ 108981 h 209292"/>
                    <a:gd name="connsiteX102" fmla="*/ 23365 w 250206"/>
                    <a:gd name="connsiteY102" fmla="*/ 112874 h 209292"/>
                    <a:gd name="connsiteX103" fmla="*/ 8762 w 250206"/>
                    <a:gd name="connsiteY103" fmla="*/ 114819 h 209292"/>
                    <a:gd name="connsiteX104" fmla="*/ 8762 w 250206"/>
                    <a:gd name="connsiteY104" fmla="*/ 135254 h 209292"/>
                    <a:gd name="connsiteX105" fmla="*/ 23365 w 250206"/>
                    <a:gd name="connsiteY105" fmla="*/ 137200 h 209292"/>
                    <a:gd name="connsiteX106" fmla="*/ 27260 w 250206"/>
                    <a:gd name="connsiteY106" fmla="*/ 141092 h 209292"/>
                    <a:gd name="connsiteX107" fmla="*/ 32128 w 250206"/>
                    <a:gd name="connsiteY107" fmla="*/ 161526 h 209292"/>
                    <a:gd name="connsiteX108" fmla="*/ 30181 w 250206"/>
                    <a:gd name="connsiteY108" fmla="*/ 166391 h 209292"/>
                    <a:gd name="connsiteX109" fmla="*/ 17524 w 250206"/>
                    <a:gd name="connsiteY109" fmla="*/ 175148 h 209292"/>
                    <a:gd name="connsiteX110" fmla="*/ 27260 w 250206"/>
                    <a:gd name="connsiteY110" fmla="*/ 192663 h 209292"/>
                    <a:gd name="connsiteX111" fmla="*/ 40890 w 250206"/>
                    <a:gd name="connsiteY111" fmla="*/ 186825 h 209292"/>
                    <a:gd name="connsiteX112" fmla="*/ 45758 w 250206"/>
                    <a:gd name="connsiteY112" fmla="*/ 187798 h 209292"/>
                    <a:gd name="connsiteX113" fmla="*/ 60361 w 250206"/>
                    <a:gd name="connsiteY113" fmla="*/ 202394 h 209292"/>
                    <a:gd name="connsiteX114" fmla="*/ 61335 w 250206"/>
                    <a:gd name="connsiteY114" fmla="*/ 208232 h 209292"/>
                    <a:gd name="connsiteX115" fmla="*/ 59387 w 250206"/>
                    <a:gd name="connsiteY115" fmla="*/ 209205 h 20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0206" h="209292">
                      <a:moveTo>
                        <a:pt x="59387" y="209205"/>
                      </a:moveTo>
                      <a:cubicBezTo>
                        <a:pt x="58414" y="209205"/>
                        <a:pt x="57440" y="209205"/>
                        <a:pt x="56467" y="208232"/>
                      </a:cubicBezTo>
                      <a:cubicBezTo>
                        <a:pt x="51599" y="204340"/>
                        <a:pt x="46731" y="200448"/>
                        <a:pt x="42837" y="194609"/>
                      </a:cubicBezTo>
                      <a:lnTo>
                        <a:pt x="29207" y="201421"/>
                      </a:lnTo>
                      <a:cubicBezTo>
                        <a:pt x="27260" y="202394"/>
                        <a:pt x="24339" y="201421"/>
                        <a:pt x="23365" y="199474"/>
                      </a:cubicBezTo>
                      <a:lnTo>
                        <a:pt x="9736" y="175148"/>
                      </a:lnTo>
                      <a:cubicBezTo>
                        <a:pt x="8762" y="173202"/>
                        <a:pt x="8762" y="171257"/>
                        <a:pt x="10709" y="169310"/>
                      </a:cubicBezTo>
                      <a:lnTo>
                        <a:pt x="23365" y="160553"/>
                      </a:lnTo>
                      <a:cubicBezTo>
                        <a:pt x="21419" y="155687"/>
                        <a:pt x="20445" y="150822"/>
                        <a:pt x="19471" y="144984"/>
                      </a:cubicBezTo>
                      <a:lnTo>
                        <a:pt x="3894" y="143038"/>
                      </a:lnTo>
                      <a:cubicBezTo>
                        <a:pt x="1947" y="143038"/>
                        <a:pt x="0" y="141092"/>
                        <a:pt x="0" y="139146"/>
                      </a:cubicBezTo>
                      <a:lnTo>
                        <a:pt x="0" y="110928"/>
                      </a:lnTo>
                      <a:cubicBezTo>
                        <a:pt x="0" y="108981"/>
                        <a:pt x="1947" y="107035"/>
                        <a:pt x="3894" y="107035"/>
                      </a:cubicBezTo>
                      <a:lnTo>
                        <a:pt x="19471" y="105089"/>
                      </a:lnTo>
                      <a:cubicBezTo>
                        <a:pt x="20445" y="100224"/>
                        <a:pt x="21419" y="94386"/>
                        <a:pt x="23365" y="89520"/>
                      </a:cubicBezTo>
                      <a:lnTo>
                        <a:pt x="10709" y="80763"/>
                      </a:lnTo>
                      <a:cubicBezTo>
                        <a:pt x="8762" y="79790"/>
                        <a:pt x="8762" y="76871"/>
                        <a:pt x="9736" y="74925"/>
                      </a:cubicBezTo>
                      <a:lnTo>
                        <a:pt x="23365" y="50599"/>
                      </a:lnTo>
                      <a:cubicBezTo>
                        <a:pt x="24339" y="48652"/>
                        <a:pt x="27260" y="47680"/>
                        <a:pt x="29207" y="48652"/>
                      </a:cubicBezTo>
                      <a:lnTo>
                        <a:pt x="43810" y="55464"/>
                      </a:lnTo>
                      <a:cubicBezTo>
                        <a:pt x="47705" y="51571"/>
                        <a:pt x="51599" y="46706"/>
                        <a:pt x="55493" y="43787"/>
                      </a:cubicBezTo>
                      <a:lnTo>
                        <a:pt x="48678" y="29191"/>
                      </a:lnTo>
                      <a:cubicBezTo>
                        <a:pt x="47705" y="27245"/>
                        <a:pt x="48678" y="24326"/>
                        <a:pt x="50625" y="23353"/>
                      </a:cubicBezTo>
                      <a:lnTo>
                        <a:pt x="74965" y="9730"/>
                      </a:lnTo>
                      <a:cubicBezTo>
                        <a:pt x="76911" y="8758"/>
                        <a:pt x="79832" y="8758"/>
                        <a:pt x="80806" y="10704"/>
                      </a:cubicBezTo>
                      <a:lnTo>
                        <a:pt x="89568" y="23353"/>
                      </a:lnTo>
                      <a:cubicBezTo>
                        <a:pt x="94436" y="21407"/>
                        <a:pt x="100277" y="20434"/>
                        <a:pt x="105145" y="19461"/>
                      </a:cubicBezTo>
                      <a:lnTo>
                        <a:pt x="107092" y="3892"/>
                      </a:lnTo>
                      <a:cubicBezTo>
                        <a:pt x="107092" y="1946"/>
                        <a:pt x="109039" y="0"/>
                        <a:pt x="110986" y="0"/>
                      </a:cubicBezTo>
                      <a:lnTo>
                        <a:pt x="139220" y="0"/>
                      </a:lnTo>
                      <a:cubicBezTo>
                        <a:pt x="141167" y="0"/>
                        <a:pt x="143114" y="1946"/>
                        <a:pt x="143114" y="3892"/>
                      </a:cubicBezTo>
                      <a:lnTo>
                        <a:pt x="145061" y="19461"/>
                      </a:lnTo>
                      <a:cubicBezTo>
                        <a:pt x="149929" y="20434"/>
                        <a:pt x="155770" y="21407"/>
                        <a:pt x="160638" y="23353"/>
                      </a:cubicBezTo>
                      <a:lnTo>
                        <a:pt x="169400" y="10704"/>
                      </a:lnTo>
                      <a:cubicBezTo>
                        <a:pt x="170374" y="8758"/>
                        <a:pt x="173295" y="8758"/>
                        <a:pt x="175241" y="9730"/>
                      </a:cubicBezTo>
                      <a:lnTo>
                        <a:pt x="199581" y="23353"/>
                      </a:lnTo>
                      <a:cubicBezTo>
                        <a:pt x="201528" y="24326"/>
                        <a:pt x="202501" y="27245"/>
                        <a:pt x="201528" y="29191"/>
                      </a:cubicBezTo>
                      <a:lnTo>
                        <a:pt x="194713" y="43787"/>
                      </a:lnTo>
                      <a:cubicBezTo>
                        <a:pt x="198607" y="47680"/>
                        <a:pt x="202501" y="51571"/>
                        <a:pt x="206396" y="55464"/>
                      </a:cubicBezTo>
                      <a:lnTo>
                        <a:pt x="220999" y="48652"/>
                      </a:lnTo>
                      <a:cubicBezTo>
                        <a:pt x="222946" y="47680"/>
                        <a:pt x="225867" y="48652"/>
                        <a:pt x="226841" y="50599"/>
                      </a:cubicBezTo>
                      <a:lnTo>
                        <a:pt x="240470" y="74925"/>
                      </a:lnTo>
                      <a:cubicBezTo>
                        <a:pt x="241444" y="76871"/>
                        <a:pt x="241444" y="78817"/>
                        <a:pt x="239497" y="80763"/>
                      </a:cubicBezTo>
                      <a:lnTo>
                        <a:pt x="226841" y="89520"/>
                      </a:lnTo>
                      <a:cubicBezTo>
                        <a:pt x="228788" y="94386"/>
                        <a:pt x="229761" y="99251"/>
                        <a:pt x="230735" y="105089"/>
                      </a:cubicBezTo>
                      <a:lnTo>
                        <a:pt x="246312" y="107035"/>
                      </a:lnTo>
                      <a:cubicBezTo>
                        <a:pt x="248259" y="107035"/>
                        <a:pt x="250206" y="108981"/>
                        <a:pt x="250206" y="110928"/>
                      </a:cubicBezTo>
                      <a:lnTo>
                        <a:pt x="250206" y="139146"/>
                      </a:lnTo>
                      <a:cubicBezTo>
                        <a:pt x="250206" y="141092"/>
                        <a:pt x="248259" y="143038"/>
                        <a:pt x="246312" y="143038"/>
                      </a:cubicBezTo>
                      <a:lnTo>
                        <a:pt x="230735" y="144984"/>
                      </a:lnTo>
                      <a:cubicBezTo>
                        <a:pt x="229761" y="149849"/>
                        <a:pt x="228788" y="155687"/>
                        <a:pt x="226841" y="160553"/>
                      </a:cubicBezTo>
                      <a:lnTo>
                        <a:pt x="239497" y="169310"/>
                      </a:lnTo>
                      <a:cubicBezTo>
                        <a:pt x="241444" y="170283"/>
                        <a:pt x="241444" y="173202"/>
                        <a:pt x="240470" y="175148"/>
                      </a:cubicBezTo>
                      <a:lnTo>
                        <a:pt x="226841" y="199474"/>
                      </a:lnTo>
                      <a:cubicBezTo>
                        <a:pt x="225867" y="201421"/>
                        <a:pt x="222946" y="202394"/>
                        <a:pt x="220999" y="201421"/>
                      </a:cubicBezTo>
                      <a:lnTo>
                        <a:pt x="206396" y="194609"/>
                      </a:lnTo>
                      <a:cubicBezTo>
                        <a:pt x="202501" y="199474"/>
                        <a:pt x="197634" y="204340"/>
                        <a:pt x="192766" y="208232"/>
                      </a:cubicBezTo>
                      <a:cubicBezTo>
                        <a:pt x="190819" y="210178"/>
                        <a:pt x="187898" y="209205"/>
                        <a:pt x="186924" y="207259"/>
                      </a:cubicBezTo>
                      <a:cubicBezTo>
                        <a:pt x="184977" y="205313"/>
                        <a:pt x="185951" y="202394"/>
                        <a:pt x="187898" y="201421"/>
                      </a:cubicBezTo>
                      <a:cubicBezTo>
                        <a:pt x="193739" y="197528"/>
                        <a:pt x="198607" y="191690"/>
                        <a:pt x="202501" y="186825"/>
                      </a:cubicBezTo>
                      <a:cubicBezTo>
                        <a:pt x="203475" y="184879"/>
                        <a:pt x="205422" y="184879"/>
                        <a:pt x="207369" y="185852"/>
                      </a:cubicBezTo>
                      <a:lnTo>
                        <a:pt x="220999" y="191690"/>
                      </a:lnTo>
                      <a:lnTo>
                        <a:pt x="230735" y="174176"/>
                      </a:lnTo>
                      <a:lnTo>
                        <a:pt x="218078" y="165418"/>
                      </a:lnTo>
                      <a:cubicBezTo>
                        <a:pt x="216131" y="164445"/>
                        <a:pt x="216131" y="162499"/>
                        <a:pt x="216131" y="160553"/>
                      </a:cubicBezTo>
                      <a:cubicBezTo>
                        <a:pt x="219052" y="153741"/>
                        <a:pt x="220025" y="147903"/>
                        <a:pt x="220999" y="140119"/>
                      </a:cubicBezTo>
                      <a:cubicBezTo>
                        <a:pt x="220999" y="138173"/>
                        <a:pt x="222946" y="136226"/>
                        <a:pt x="224893" y="136226"/>
                      </a:cubicBezTo>
                      <a:lnTo>
                        <a:pt x="239497" y="134280"/>
                      </a:lnTo>
                      <a:lnTo>
                        <a:pt x="239497" y="113847"/>
                      </a:lnTo>
                      <a:lnTo>
                        <a:pt x="224893" y="111900"/>
                      </a:lnTo>
                      <a:cubicBezTo>
                        <a:pt x="222946" y="111900"/>
                        <a:pt x="220999" y="109954"/>
                        <a:pt x="220999" y="108008"/>
                      </a:cubicBezTo>
                      <a:cubicBezTo>
                        <a:pt x="220025" y="101197"/>
                        <a:pt x="218078" y="94386"/>
                        <a:pt x="216131" y="87574"/>
                      </a:cubicBezTo>
                      <a:cubicBezTo>
                        <a:pt x="215158" y="85628"/>
                        <a:pt x="216131" y="83682"/>
                        <a:pt x="218078" y="82709"/>
                      </a:cubicBezTo>
                      <a:lnTo>
                        <a:pt x="230735" y="73952"/>
                      </a:lnTo>
                      <a:lnTo>
                        <a:pt x="220999" y="56437"/>
                      </a:lnTo>
                      <a:lnTo>
                        <a:pt x="207369" y="62275"/>
                      </a:lnTo>
                      <a:cubicBezTo>
                        <a:pt x="205422" y="63248"/>
                        <a:pt x="203475" y="62275"/>
                        <a:pt x="202501" y="61302"/>
                      </a:cubicBezTo>
                      <a:cubicBezTo>
                        <a:pt x="198607" y="55464"/>
                        <a:pt x="192766" y="50599"/>
                        <a:pt x="187898" y="46706"/>
                      </a:cubicBezTo>
                      <a:cubicBezTo>
                        <a:pt x="185951" y="45733"/>
                        <a:pt x="185951" y="43787"/>
                        <a:pt x="186924" y="41841"/>
                      </a:cubicBezTo>
                      <a:lnTo>
                        <a:pt x="192766" y="28219"/>
                      </a:lnTo>
                      <a:lnTo>
                        <a:pt x="175241" y="18488"/>
                      </a:lnTo>
                      <a:lnTo>
                        <a:pt x="166479" y="31138"/>
                      </a:lnTo>
                      <a:cubicBezTo>
                        <a:pt x="165506" y="33084"/>
                        <a:pt x="163559" y="33084"/>
                        <a:pt x="161612" y="33084"/>
                      </a:cubicBezTo>
                      <a:cubicBezTo>
                        <a:pt x="154797" y="30165"/>
                        <a:pt x="148955" y="29191"/>
                        <a:pt x="141167" y="28219"/>
                      </a:cubicBezTo>
                      <a:cubicBezTo>
                        <a:pt x="139220" y="28219"/>
                        <a:pt x="137273" y="26272"/>
                        <a:pt x="137273" y="24326"/>
                      </a:cubicBezTo>
                      <a:lnTo>
                        <a:pt x="135325" y="9730"/>
                      </a:lnTo>
                      <a:lnTo>
                        <a:pt x="112933" y="9730"/>
                      </a:lnTo>
                      <a:lnTo>
                        <a:pt x="110986" y="24326"/>
                      </a:lnTo>
                      <a:cubicBezTo>
                        <a:pt x="110986" y="26272"/>
                        <a:pt x="109039" y="28219"/>
                        <a:pt x="107092" y="28219"/>
                      </a:cubicBezTo>
                      <a:cubicBezTo>
                        <a:pt x="103198" y="29191"/>
                        <a:pt x="93462" y="31138"/>
                        <a:pt x="86647" y="34057"/>
                      </a:cubicBezTo>
                      <a:cubicBezTo>
                        <a:pt x="84700" y="35030"/>
                        <a:pt x="82753" y="34057"/>
                        <a:pt x="81779" y="32110"/>
                      </a:cubicBezTo>
                      <a:lnTo>
                        <a:pt x="73017" y="19461"/>
                      </a:lnTo>
                      <a:lnTo>
                        <a:pt x="55493" y="29191"/>
                      </a:lnTo>
                      <a:lnTo>
                        <a:pt x="61335" y="42814"/>
                      </a:lnTo>
                      <a:cubicBezTo>
                        <a:pt x="62308" y="44760"/>
                        <a:pt x="61335" y="46706"/>
                        <a:pt x="60361" y="47680"/>
                      </a:cubicBezTo>
                      <a:cubicBezTo>
                        <a:pt x="56467" y="50599"/>
                        <a:pt x="50625" y="56437"/>
                        <a:pt x="45758" y="62275"/>
                      </a:cubicBezTo>
                      <a:cubicBezTo>
                        <a:pt x="44784" y="64221"/>
                        <a:pt x="42837" y="64221"/>
                        <a:pt x="40890" y="63248"/>
                      </a:cubicBezTo>
                      <a:lnTo>
                        <a:pt x="27260" y="57410"/>
                      </a:lnTo>
                      <a:lnTo>
                        <a:pt x="17524" y="74925"/>
                      </a:lnTo>
                      <a:lnTo>
                        <a:pt x="30181" y="83682"/>
                      </a:lnTo>
                      <a:cubicBezTo>
                        <a:pt x="32128" y="84655"/>
                        <a:pt x="32128" y="86601"/>
                        <a:pt x="32128" y="88548"/>
                      </a:cubicBezTo>
                      <a:cubicBezTo>
                        <a:pt x="29207" y="95358"/>
                        <a:pt x="28233" y="102170"/>
                        <a:pt x="27260" y="108981"/>
                      </a:cubicBezTo>
                      <a:cubicBezTo>
                        <a:pt x="27260" y="110928"/>
                        <a:pt x="25313" y="112874"/>
                        <a:pt x="23365" y="112874"/>
                      </a:cubicBezTo>
                      <a:lnTo>
                        <a:pt x="8762" y="114819"/>
                      </a:lnTo>
                      <a:lnTo>
                        <a:pt x="8762" y="135254"/>
                      </a:lnTo>
                      <a:lnTo>
                        <a:pt x="23365" y="137200"/>
                      </a:lnTo>
                      <a:cubicBezTo>
                        <a:pt x="25313" y="137200"/>
                        <a:pt x="27260" y="139146"/>
                        <a:pt x="27260" y="141092"/>
                      </a:cubicBezTo>
                      <a:cubicBezTo>
                        <a:pt x="28233" y="147903"/>
                        <a:pt x="30181" y="154715"/>
                        <a:pt x="32128" y="161526"/>
                      </a:cubicBezTo>
                      <a:cubicBezTo>
                        <a:pt x="33101" y="163472"/>
                        <a:pt x="32128" y="165418"/>
                        <a:pt x="30181" y="166391"/>
                      </a:cubicBezTo>
                      <a:lnTo>
                        <a:pt x="17524" y="175148"/>
                      </a:lnTo>
                      <a:lnTo>
                        <a:pt x="27260" y="192663"/>
                      </a:lnTo>
                      <a:lnTo>
                        <a:pt x="40890" y="186825"/>
                      </a:lnTo>
                      <a:cubicBezTo>
                        <a:pt x="42837" y="185852"/>
                        <a:pt x="44784" y="186825"/>
                        <a:pt x="45758" y="187798"/>
                      </a:cubicBezTo>
                      <a:cubicBezTo>
                        <a:pt x="49652" y="193636"/>
                        <a:pt x="55493" y="198502"/>
                        <a:pt x="60361" y="202394"/>
                      </a:cubicBezTo>
                      <a:cubicBezTo>
                        <a:pt x="62308" y="204340"/>
                        <a:pt x="62308" y="206286"/>
                        <a:pt x="61335" y="208232"/>
                      </a:cubicBezTo>
                      <a:cubicBezTo>
                        <a:pt x="61335" y="208232"/>
                        <a:pt x="60361" y="209205"/>
                        <a:pt x="59387" y="20920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0" name="Freeform 779">
                  <a:extLst>
                    <a:ext uri="{FF2B5EF4-FFF2-40B4-BE49-F238E27FC236}">
                      <a16:creationId xmlns:a16="http://schemas.microsoft.com/office/drawing/2014/main" id="{2AE193FB-9BAD-C721-8D26-8CEC8FF5BD59}"/>
                    </a:ext>
                  </a:extLst>
                </p:cNvPr>
                <p:cNvSpPr/>
                <p:nvPr/>
              </p:nvSpPr>
              <p:spPr>
                <a:xfrm>
                  <a:off x="9160359" y="5701230"/>
                  <a:ext cx="124616" cy="124549"/>
                </a:xfrm>
                <a:custGeom>
                  <a:avLst/>
                  <a:gdLst>
                    <a:gd name="connsiteX0" fmla="*/ 62308 w 124616"/>
                    <a:gd name="connsiteY0" fmla="*/ 124550 h 124549"/>
                    <a:gd name="connsiteX1" fmla="*/ 0 w 124616"/>
                    <a:gd name="connsiteY1" fmla="*/ 62275 h 124549"/>
                    <a:gd name="connsiteX2" fmla="*/ 62308 w 124616"/>
                    <a:gd name="connsiteY2" fmla="*/ 0 h 124549"/>
                    <a:gd name="connsiteX3" fmla="*/ 124616 w 124616"/>
                    <a:gd name="connsiteY3" fmla="*/ 62275 h 124549"/>
                    <a:gd name="connsiteX4" fmla="*/ 62308 w 124616"/>
                    <a:gd name="connsiteY4" fmla="*/ 124550 h 124549"/>
                    <a:gd name="connsiteX5" fmla="*/ 62308 w 124616"/>
                    <a:gd name="connsiteY5" fmla="*/ 8758 h 124549"/>
                    <a:gd name="connsiteX6" fmla="*/ 8762 w 124616"/>
                    <a:gd name="connsiteY6" fmla="*/ 62275 h 124549"/>
                    <a:gd name="connsiteX7" fmla="*/ 62308 w 124616"/>
                    <a:gd name="connsiteY7" fmla="*/ 115793 h 124549"/>
                    <a:gd name="connsiteX8" fmla="*/ 115854 w 124616"/>
                    <a:gd name="connsiteY8" fmla="*/ 62275 h 124549"/>
                    <a:gd name="connsiteX9" fmla="*/ 62308 w 124616"/>
                    <a:gd name="connsiteY9" fmla="*/ 8758 h 12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616" h="124549">
                      <a:moveTo>
                        <a:pt x="62308" y="124550"/>
                      </a:moveTo>
                      <a:cubicBezTo>
                        <a:pt x="28233" y="124550"/>
                        <a:pt x="0" y="96332"/>
                        <a:pt x="0" y="62275"/>
                      </a:cubicBezTo>
                      <a:cubicBezTo>
                        <a:pt x="0" y="28219"/>
                        <a:pt x="28233" y="0"/>
                        <a:pt x="62308" y="0"/>
                      </a:cubicBezTo>
                      <a:cubicBezTo>
                        <a:pt x="96383" y="0"/>
                        <a:pt x="124616" y="28219"/>
                        <a:pt x="124616" y="62275"/>
                      </a:cubicBezTo>
                      <a:cubicBezTo>
                        <a:pt x="124616" y="96332"/>
                        <a:pt x="97356" y="124550"/>
                        <a:pt x="62308" y="124550"/>
                      </a:cubicBezTo>
                      <a:close/>
                      <a:moveTo>
                        <a:pt x="62308" y="8758"/>
                      </a:moveTo>
                      <a:cubicBezTo>
                        <a:pt x="33101" y="8758"/>
                        <a:pt x="8762" y="33084"/>
                        <a:pt x="8762" y="62275"/>
                      </a:cubicBezTo>
                      <a:cubicBezTo>
                        <a:pt x="8762" y="91467"/>
                        <a:pt x="33101" y="115793"/>
                        <a:pt x="62308" y="115793"/>
                      </a:cubicBezTo>
                      <a:cubicBezTo>
                        <a:pt x="91515" y="115793"/>
                        <a:pt x="115854" y="91467"/>
                        <a:pt x="115854" y="62275"/>
                      </a:cubicBezTo>
                      <a:cubicBezTo>
                        <a:pt x="115854" y="32110"/>
                        <a:pt x="92489" y="8758"/>
                        <a:pt x="62308" y="875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1" name="Freeform 780">
                  <a:extLst>
                    <a:ext uri="{FF2B5EF4-FFF2-40B4-BE49-F238E27FC236}">
                      <a16:creationId xmlns:a16="http://schemas.microsoft.com/office/drawing/2014/main" id="{2A1181EA-41C0-F7A4-AF6A-107BA996497E}"/>
                    </a:ext>
                  </a:extLst>
                </p:cNvPr>
                <p:cNvSpPr/>
                <p:nvPr/>
              </p:nvSpPr>
              <p:spPr>
                <a:xfrm>
                  <a:off x="9218772" y="5575707"/>
                  <a:ext cx="8041" cy="44759"/>
                </a:xfrm>
                <a:custGeom>
                  <a:avLst/>
                  <a:gdLst>
                    <a:gd name="connsiteX0" fmla="*/ 3894 w 8041"/>
                    <a:gd name="connsiteY0" fmla="*/ 44760 h 44759"/>
                    <a:gd name="connsiteX1" fmla="*/ 0 w 8041"/>
                    <a:gd name="connsiteY1" fmla="*/ 40867 h 44759"/>
                    <a:gd name="connsiteX2" fmla="*/ 0 w 8041"/>
                    <a:gd name="connsiteY2" fmla="*/ 3892 h 44759"/>
                    <a:gd name="connsiteX3" fmla="*/ 3894 w 8041"/>
                    <a:gd name="connsiteY3" fmla="*/ 0 h 44759"/>
                    <a:gd name="connsiteX4" fmla="*/ 7788 w 8041"/>
                    <a:gd name="connsiteY4" fmla="*/ 3892 h 44759"/>
                    <a:gd name="connsiteX5" fmla="*/ 7788 w 8041"/>
                    <a:gd name="connsiteY5" fmla="*/ 40867 h 44759"/>
                    <a:gd name="connsiteX6" fmla="*/ 3894 w 8041"/>
                    <a:gd name="connsiteY6" fmla="*/ 44760 h 4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1" h="44759">
                      <a:moveTo>
                        <a:pt x="3894" y="44760"/>
                      </a:moveTo>
                      <a:cubicBezTo>
                        <a:pt x="1947" y="44760"/>
                        <a:pt x="0" y="42814"/>
                        <a:pt x="0" y="40867"/>
                      </a:cubicBezTo>
                      <a:lnTo>
                        <a:pt x="0" y="3892"/>
                      </a:lnTo>
                      <a:cubicBezTo>
                        <a:pt x="0" y="1946"/>
                        <a:pt x="1947" y="0"/>
                        <a:pt x="3894" y="0"/>
                      </a:cubicBezTo>
                      <a:cubicBezTo>
                        <a:pt x="5841" y="0"/>
                        <a:pt x="7788" y="1946"/>
                        <a:pt x="7788" y="3892"/>
                      </a:cubicBezTo>
                      <a:lnTo>
                        <a:pt x="7788" y="40867"/>
                      </a:lnTo>
                      <a:cubicBezTo>
                        <a:pt x="8762" y="42814"/>
                        <a:pt x="6815" y="44760"/>
                        <a:pt x="3894" y="4476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782" name="Graphic 450">
                <a:extLst>
                  <a:ext uri="{FF2B5EF4-FFF2-40B4-BE49-F238E27FC236}">
                    <a16:creationId xmlns:a16="http://schemas.microsoft.com/office/drawing/2014/main" id="{36238070-2E7E-CEE5-259B-78A9B9A2F2C8}"/>
                  </a:ext>
                </a:extLst>
              </p:cNvPr>
              <p:cNvGrpSpPr/>
              <p:nvPr/>
            </p:nvGrpSpPr>
            <p:grpSpPr>
              <a:xfrm>
                <a:off x="9034769" y="5598678"/>
                <a:ext cx="376769" cy="261157"/>
                <a:chOff x="9034769" y="5598678"/>
                <a:chExt cx="376769" cy="261157"/>
              </a:xfrm>
              <a:solidFill>
                <a:srgbClr val="FFFFFF"/>
              </a:solidFill>
            </p:grpSpPr>
            <p:sp>
              <p:nvSpPr>
                <p:cNvPr id="783" name="Freeform 782">
                  <a:extLst>
                    <a:ext uri="{FF2B5EF4-FFF2-40B4-BE49-F238E27FC236}">
                      <a16:creationId xmlns:a16="http://schemas.microsoft.com/office/drawing/2014/main" id="{108285E4-F0B6-C5D4-DDA6-C190630E52DE}"/>
                    </a:ext>
                  </a:extLst>
                </p:cNvPr>
                <p:cNvSpPr/>
                <p:nvPr/>
              </p:nvSpPr>
              <p:spPr>
                <a:xfrm>
                  <a:off x="9126876" y="5599651"/>
                  <a:ext cx="27049" cy="40276"/>
                </a:xfrm>
                <a:custGeom>
                  <a:avLst/>
                  <a:gdLst>
                    <a:gd name="connsiteX0" fmla="*/ 22774 w 27049"/>
                    <a:gd name="connsiteY0" fmla="*/ 40277 h 40276"/>
                    <a:gd name="connsiteX1" fmla="*/ 18880 w 27049"/>
                    <a:gd name="connsiteY1" fmla="*/ 38330 h 40276"/>
                    <a:gd name="connsiteX2" fmla="*/ 382 w 27049"/>
                    <a:gd name="connsiteY2" fmla="*/ 6220 h 40276"/>
                    <a:gd name="connsiteX3" fmla="*/ 2329 w 27049"/>
                    <a:gd name="connsiteY3" fmla="*/ 382 h 40276"/>
                    <a:gd name="connsiteX4" fmla="*/ 8170 w 27049"/>
                    <a:gd name="connsiteY4" fmla="*/ 2328 h 40276"/>
                    <a:gd name="connsiteX5" fmla="*/ 26668 w 27049"/>
                    <a:gd name="connsiteY5" fmla="*/ 34439 h 40276"/>
                    <a:gd name="connsiteX6" fmla="*/ 24721 w 27049"/>
                    <a:gd name="connsiteY6" fmla="*/ 40277 h 40276"/>
                    <a:gd name="connsiteX7" fmla="*/ 22774 w 27049"/>
                    <a:gd name="connsiteY7" fmla="*/ 40277 h 4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0276">
                      <a:moveTo>
                        <a:pt x="22774" y="40277"/>
                      </a:moveTo>
                      <a:cubicBezTo>
                        <a:pt x="20827" y="40277"/>
                        <a:pt x="19853" y="39304"/>
                        <a:pt x="18880" y="38330"/>
                      </a:cubicBezTo>
                      <a:lnTo>
                        <a:pt x="382" y="6220"/>
                      </a:lnTo>
                      <a:cubicBezTo>
                        <a:pt x="-592" y="4274"/>
                        <a:pt x="382" y="1355"/>
                        <a:pt x="2329" y="382"/>
                      </a:cubicBezTo>
                      <a:cubicBezTo>
                        <a:pt x="4276" y="-592"/>
                        <a:pt x="7197" y="382"/>
                        <a:pt x="8170" y="2328"/>
                      </a:cubicBezTo>
                      <a:lnTo>
                        <a:pt x="26668" y="34439"/>
                      </a:lnTo>
                      <a:cubicBezTo>
                        <a:pt x="27642" y="36384"/>
                        <a:pt x="26668" y="39304"/>
                        <a:pt x="24721" y="40277"/>
                      </a:cubicBezTo>
                      <a:cubicBezTo>
                        <a:pt x="23747" y="40277"/>
                        <a:pt x="22774" y="40277"/>
                        <a:pt x="22774" y="4027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4" name="Freeform 783">
                  <a:extLst>
                    <a:ext uri="{FF2B5EF4-FFF2-40B4-BE49-F238E27FC236}">
                      <a16:creationId xmlns:a16="http://schemas.microsoft.com/office/drawing/2014/main" id="{47F37DFD-4B17-CD5E-258B-B3A72B4D4CE1}"/>
                    </a:ext>
                  </a:extLst>
                </p:cNvPr>
                <p:cNvSpPr/>
                <p:nvPr/>
              </p:nvSpPr>
              <p:spPr>
                <a:xfrm>
                  <a:off x="9058726" y="5665818"/>
                  <a:ext cx="40679" cy="27627"/>
                </a:xfrm>
                <a:custGeom>
                  <a:avLst/>
                  <a:gdLst>
                    <a:gd name="connsiteX0" fmla="*/ 36404 w 40679"/>
                    <a:gd name="connsiteY0" fmla="*/ 27627 h 27627"/>
                    <a:gd name="connsiteX1" fmla="*/ 34457 w 40679"/>
                    <a:gd name="connsiteY1" fmla="*/ 26654 h 27627"/>
                    <a:gd name="connsiteX2" fmla="*/ 2329 w 40679"/>
                    <a:gd name="connsiteY2" fmla="*/ 8166 h 27627"/>
                    <a:gd name="connsiteX3" fmla="*/ 382 w 40679"/>
                    <a:gd name="connsiteY3" fmla="*/ 2328 h 27627"/>
                    <a:gd name="connsiteX4" fmla="*/ 6223 w 40679"/>
                    <a:gd name="connsiteY4" fmla="*/ 382 h 27627"/>
                    <a:gd name="connsiteX5" fmla="*/ 38351 w 40679"/>
                    <a:gd name="connsiteY5" fmla="*/ 18869 h 27627"/>
                    <a:gd name="connsiteX6" fmla="*/ 40298 w 40679"/>
                    <a:gd name="connsiteY6" fmla="*/ 24708 h 27627"/>
                    <a:gd name="connsiteX7" fmla="*/ 36404 w 40679"/>
                    <a:gd name="connsiteY7" fmla="*/ 27627 h 2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7">
                      <a:moveTo>
                        <a:pt x="36404" y="27627"/>
                      </a:moveTo>
                      <a:cubicBezTo>
                        <a:pt x="35430" y="27627"/>
                        <a:pt x="34457" y="27627"/>
                        <a:pt x="34457" y="26654"/>
                      </a:cubicBezTo>
                      <a:lnTo>
                        <a:pt x="2329" y="8166"/>
                      </a:lnTo>
                      <a:cubicBezTo>
                        <a:pt x="382" y="7193"/>
                        <a:pt x="-592" y="4274"/>
                        <a:pt x="382" y="2328"/>
                      </a:cubicBezTo>
                      <a:cubicBezTo>
                        <a:pt x="1355" y="382"/>
                        <a:pt x="4276" y="-592"/>
                        <a:pt x="6223" y="382"/>
                      </a:cubicBezTo>
                      <a:lnTo>
                        <a:pt x="38351" y="18869"/>
                      </a:lnTo>
                      <a:cubicBezTo>
                        <a:pt x="40298" y="19843"/>
                        <a:pt x="41271" y="22762"/>
                        <a:pt x="40298" y="24708"/>
                      </a:cubicBezTo>
                      <a:cubicBezTo>
                        <a:pt x="39325" y="27627"/>
                        <a:pt x="38351"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5" name="Freeform 784">
                  <a:extLst>
                    <a:ext uri="{FF2B5EF4-FFF2-40B4-BE49-F238E27FC236}">
                      <a16:creationId xmlns:a16="http://schemas.microsoft.com/office/drawing/2014/main" id="{5A69F9BC-E1DB-F6CE-D589-A11ECF912354}"/>
                    </a:ext>
                  </a:extLst>
                </p:cNvPr>
                <p:cNvSpPr/>
                <p:nvPr/>
              </p:nvSpPr>
              <p:spPr>
                <a:xfrm>
                  <a:off x="9034769"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6" name="Freeform 785">
                  <a:extLst>
                    <a:ext uri="{FF2B5EF4-FFF2-40B4-BE49-F238E27FC236}">
                      <a16:creationId xmlns:a16="http://schemas.microsoft.com/office/drawing/2014/main" id="{4F5F8141-611B-4228-9A41-84187A884A45}"/>
                    </a:ext>
                  </a:extLst>
                </p:cNvPr>
                <p:cNvSpPr/>
                <p:nvPr/>
              </p:nvSpPr>
              <p:spPr>
                <a:xfrm>
                  <a:off x="9058726" y="5833182"/>
                  <a:ext cx="40679" cy="26653"/>
                </a:xfrm>
                <a:custGeom>
                  <a:avLst/>
                  <a:gdLst>
                    <a:gd name="connsiteX0" fmla="*/ 4276 w 40679"/>
                    <a:gd name="connsiteY0" fmla="*/ 26654 h 26653"/>
                    <a:gd name="connsiteX1" fmla="*/ 382 w 40679"/>
                    <a:gd name="connsiteY1" fmla="*/ 24708 h 26653"/>
                    <a:gd name="connsiteX2" fmla="*/ 2329 w 40679"/>
                    <a:gd name="connsiteY2" fmla="*/ 18869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2" y="22762"/>
                        <a:pt x="382" y="19843"/>
                        <a:pt x="2329" y="18869"/>
                      </a:cubicBezTo>
                      <a:lnTo>
                        <a:pt x="34457" y="382"/>
                      </a:lnTo>
                      <a:cubicBezTo>
                        <a:pt x="36404" y="-592"/>
                        <a:pt x="39325" y="382"/>
                        <a:pt x="40298" y="2328"/>
                      </a:cubicBezTo>
                      <a:cubicBezTo>
                        <a:pt x="41271" y="4274"/>
                        <a:pt x="40298" y="7193"/>
                        <a:pt x="38351" y="8166"/>
                      </a:cubicBezTo>
                      <a:lnTo>
                        <a:pt x="6223" y="26654"/>
                      </a:lnTo>
                      <a:cubicBezTo>
                        <a:pt x="6223" y="26654"/>
                        <a:pt x="5250"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7" name="Freeform 786">
                  <a:extLst>
                    <a:ext uri="{FF2B5EF4-FFF2-40B4-BE49-F238E27FC236}">
                      <a16:creationId xmlns:a16="http://schemas.microsoft.com/office/drawing/2014/main" id="{0D8D7A19-BAEA-A5EE-4FD9-D6B290FAB7A8}"/>
                    </a:ext>
                  </a:extLst>
                </p:cNvPr>
                <p:cNvSpPr/>
                <p:nvPr/>
              </p:nvSpPr>
              <p:spPr>
                <a:xfrm>
                  <a:off x="9346901" y="5832209"/>
                  <a:ext cx="40679" cy="27626"/>
                </a:xfrm>
                <a:custGeom>
                  <a:avLst/>
                  <a:gdLst>
                    <a:gd name="connsiteX0" fmla="*/ 36404 w 40679"/>
                    <a:gd name="connsiteY0" fmla="*/ 27627 h 27626"/>
                    <a:gd name="connsiteX1" fmla="*/ 34457 w 40679"/>
                    <a:gd name="connsiteY1" fmla="*/ 26654 h 27626"/>
                    <a:gd name="connsiteX2" fmla="*/ 2329 w 40679"/>
                    <a:gd name="connsiteY2" fmla="*/ 8166 h 27626"/>
                    <a:gd name="connsiteX3" fmla="*/ 382 w 40679"/>
                    <a:gd name="connsiteY3" fmla="*/ 2328 h 27626"/>
                    <a:gd name="connsiteX4" fmla="*/ 6223 w 40679"/>
                    <a:gd name="connsiteY4" fmla="*/ 382 h 27626"/>
                    <a:gd name="connsiteX5" fmla="*/ 38351 w 40679"/>
                    <a:gd name="connsiteY5" fmla="*/ 18870 h 27626"/>
                    <a:gd name="connsiteX6" fmla="*/ 40298 w 40679"/>
                    <a:gd name="connsiteY6" fmla="*/ 24708 h 27626"/>
                    <a:gd name="connsiteX7" fmla="*/ 36404 w 40679"/>
                    <a:gd name="connsiteY7" fmla="*/ 27627 h 2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6">
                      <a:moveTo>
                        <a:pt x="36404" y="27627"/>
                      </a:moveTo>
                      <a:cubicBezTo>
                        <a:pt x="35430" y="27627"/>
                        <a:pt x="34457" y="27627"/>
                        <a:pt x="34457" y="26654"/>
                      </a:cubicBezTo>
                      <a:lnTo>
                        <a:pt x="2329" y="8166"/>
                      </a:lnTo>
                      <a:cubicBezTo>
                        <a:pt x="382" y="7193"/>
                        <a:pt x="-591" y="4274"/>
                        <a:pt x="382" y="2328"/>
                      </a:cubicBezTo>
                      <a:cubicBezTo>
                        <a:pt x="1355" y="382"/>
                        <a:pt x="4276" y="-591"/>
                        <a:pt x="6223" y="382"/>
                      </a:cubicBezTo>
                      <a:lnTo>
                        <a:pt x="38351" y="18870"/>
                      </a:lnTo>
                      <a:cubicBezTo>
                        <a:pt x="40298" y="19843"/>
                        <a:pt x="41272" y="22762"/>
                        <a:pt x="40298" y="24708"/>
                      </a:cubicBezTo>
                      <a:cubicBezTo>
                        <a:pt x="39324" y="26654"/>
                        <a:pt x="37377"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8" name="Freeform 787">
                  <a:extLst>
                    <a:ext uri="{FF2B5EF4-FFF2-40B4-BE49-F238E27FC236}">
                      <a16:creationId xmlns:a16="http://schemas.microsoft.com/office/drawing/2014/main" id="{332F5144-4798-F657-FCB5-85FA38690BAB}"/>
                    </a:ext>
                  </a:extLst>
                </p:cNvPr>
                <p:cNvSpPr/>
                <p:nvPr/>
              </p:nvSpPr>
              <p:spPr>
                <a:xfrm>
                  <a:off x="9366754"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89" name="Freeform 788">
                  <a:extLst>
                    <a:ext uri="{FF2B5EF4-FFF2-40B4-BE49-F238E27FC236}">
                      <a16:creationId xmlns:a16="http://schemas.microsoft.com/office/drawing/2014/main" id="{B0720952-D634-B51B-AE81-09817D1D348D}"/>
                    </a:ext>
                  </a:extLst>
                </p:cNvPr>
                <p:cNvSpPr/>
                <p:nvPr/>
              </p:nvSpPr>
              <p:spPr>
                <a:xfrm>
                  <a:off x="9346901" y="5666791"/>
                  <a:ext cx="40679" cy="26653"/>
                </a:xfrm>
                <a:custGeom>
                  <a:avLst/>
                  <a:gdLst>
                    <a:gd name="connsiteX0" fmla="*/ 4276 w 40679"/>
                    <a:gd name="connsiteY0" fmla="*/ 26654 h 26653"/>
                    <a:gd name="connsiteX1" fmla="*/ 382 w 40679"/>
                    <a:gd name="connsiteY1" fmla="*/ 24708 h 26653"/>
                    <a:gd name="connsiteX2" fmla="*/ 2329 w 40679"/>
                    <a:gd name="connsiteY2" fmla="*/ 18870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1" y="22762"/>
                        <a:pt x="382" y="19843"/>
                        <a:pt x="2329" y="18870"/>
                      </a:cubicBezTo>
                      <a:lnTo>
                        <a:pt x="34457" y="382"/>
                      </a:lnTo>
                      <a:cubicBezTo>
                        <a:pt x="36404" y="-591"/>
                        <a:pt x="39324" y="382"/>
                        <a:pt x="40298" y="2328"/>
                      </a:cubicBezTo>
                      <a:cubicBezTo>
                        <a:pt x="41272" y="4274"/>
                        <a:pt x="40298" y="7193"/>
                        <a:pt x="38351" y="8166"/>
                      </a:cubicBezTo>
                      <a:lnTo>
                        <a:pt x="6223" y="26654"/>
                      </a:lnTo>
                      <a:cubicBezTo>
                        <a:pt x="5250" y="26654"/>
                        <a:pt x="4276"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790" name="Freeform 789">
                  <a:extLst>
                    <a:ext uri="{FF2B5EF4-FFF2-40B4-BE49-F238E27FC236}">
                      <a16:creationId xmlns:a16="http://schemas.microsoft.com/office/drawing/2014/main" id="{478E706D-504B-84FD-98F9-F3336516032A}"/>
                    </a:ext>
                  </a:extLst>
                </p:cNvPr>
                <p:cNvSpPr/>
                <p:nvPr/>
              </p:nvSpPr>
              <p:spPr>
                <a:xfrm>
                  <a:off x="9292381" y="5598678"/>
                  <a:ext cx="27049" cy="41249"/>
                </a:xfrm>
                <a:custGeom>
                  <a:avLst/>
                  <a:gdLst>
                    <a:gd name="connsiteX0" fmla="*/ 4276 w 27049"/>
                    <a:gd name="connsiteY0" fmla="*/ 41250 h 41249"/>
                    <a:gd name="connsiteX1" fmla="*/ 2329 w 27049"/>
                    <a:gd name="connsiteY1" fmla="*/ 40277 h 41249"/>
                    <a:gd name="connsiteX2" fmla="*/ 382 w 27049"/>
                    <a:gd name="connsiteY2" fmla="*/ 34438 h 41249"/>
                    <a:gd name="connsiteX3" fmla="*/ 18880 w 27049"/>
                    <a:gd name="connsiteY3" fmla="*/ 2328 h 41249"/>
                    <a:gd name="connsiteX4" fmla="*/ 24721 w 27049"/>
                    <a:gd name="connsiteY4" fmla="*/ 382 h 41249"/>
                    <a:gd name="connsiteX5" fmla="*/ 26668 w 27049"/>
                    <a:gd name="connsiteY5" fmla="*/ 6220 h 41249"/>
                    <a:gd name="connsiteX6" fmla="*/ 8170 w 27049"/>
                    <a:gd name="connsiteY6" fmla="*/ 38331 h 41249"/>
                    <a:gd name="connsiteX7" fmla="*/ 4276 w 27049"/>
                    <a:gd name="connsiteY7" fmla="*/ 41250 h 4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1249">
                      <a:moveTo>
                        <a:pt x="4276" y="41250"/>
                      </a:moveTo>
                      <a:cubicBezTo>
                        <a:pt x="3303" y="41250"/>
                        <a:pt x="2329" y="41250"/>
                        <a:pt x="2329" y="40277"/>
                      </a:cubicBezTo>
                      <a:cubicBezTo>
                        <a:pt x="382" y="39303"/>
                        <a:pt x="-592" y="36384"/>
                        <a:pt x="382" y="34438"/>
                      </a:cubicBezTo>
                      <a:lnTo>
                        <a:pt x="18880" y="2328"/>
                      </a:lnTo>
                      <a:cubicBezTo>
                        <a:pt x="19853" y="382"/>
                        <a:pt x="22774" y="-591"/>
                        <a:pt x="24721" y="382"/>
                      </a:cubicBezTo>
                      <a:cubicBezTo>
                        <a:pt x="26668" y="1355"/>
                        <a:pt x="27642" y="4274"/>
                        <a:pt x="26668" y="6220"/>
                      </a:cubicBezTo>
                      <a:lnTo>
                        <a:pt x="8170" y="38331"/>
                      </a:lnTo>
                      <a:cubicBezTo>
                        <a:pt x="7197" y="40277"/>
                        <a:pt x="6223" y="41250"/>
                        <a:pt x="4276" y="4125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spTree>
    <p:extLst>
      <p:ext uri="{BB962C8B-B14F-4D97-AF65-F5344CB8AC3E}">
        <p14:creationId xmlns:p14="http://schemas.microsoft.com/office/powerpoint/2010/main" val="30224725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 name="Text Placeholder 10">
            <a:extLst>
              <a:ext uri="{FF2B5EF4-FFF2-40B4-BE49-F238E27FC236}">
                <a16:creationId xmlns:a16="http://schemas.microsoft.com/office/drawing/2014/main" id="{0773EEA1-5786-F45D-0F19-0D8E44DF4010}"/>
              </a:ext>
            </a:extLst>
          </p:cNvPr>
          <p:cNvSpPr txBox="1">
            <a:spLocks/>
          </p:cNvSpPr>
          <p:nvPr/>
        </p:nvSpPr>
        <p:spPr>
          <a:xfrm>
            <a:off x="815328" y="966371"/>
            <a:ext cx="5745603" cy="509336"/>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Type Treatments</a:t>
            </a:r>
          </a:p>
        </p:txBody>
      </p:sp>
      <p:sp>
        <p:nvSpPr>
          <p:cNvPr id="3" name="Text Placeholder 8">
            <a:extLst>
              <a:ext uri="{FF2B5EF4-FFF2-40B4-BE49-F238E27FC236}">
                <a16:creationId xmlns:a16="http://schemas.microsoft.com/office/drawing/2014/main" id="{69B429DD-4967-5B45-05E0-7123E55CA47D}"/>
              </a:ext>
            </a:extLst>
          </p:cNvPr>
          <p:cNvSpPr txBox="1">
            <a:spLocks/>
          </p:cNvSpPr>
          <p:nvPr/>
        </p:nvSpPr>
        <p:spPr>
          <a:xfrm>
            <a:off x="835615" y="1502168"/>
            <a:ext cx="3965702" cy="1008443"/>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80"/>
              </a:lnSpc>
            </a:pPr>
            <a:r>
              <a:rPr lang="en-US" sz="1200" b="0" dirty="0">
                <a:solidFill>
                  <a:schemeClr val="accent6"/>
                </a:solidFill>
                <a:latin typeface="Montserrat" pitchFamily="2" charset="77"/>
                <a:cs typeface="Gotham Book" pitchFamily="2" charset="0"/>
              </a:rPr>
              <a:t>This slide contains various type treatments that you can simply, </a:t>
            </a:r>
            <a:r>
              <a:rPr lang="en-US" sz="1200" dirty="0">
                <a:latin typeface="Montserrat" pitchFamily="2" charset="77"/>
                <a:cs typeface="Gotham Bold" pitchFamily="2" charset="0"/>
              </a:rPr>
              <a:t>“copy” </a:t>
            </a:r>
            <a:r>
              <a:rPr lang="en-US" sz="1200" b="0" dirty="0">
                <a:solidFill>
                  <a:schemeClr val="accent6"/>
                </a:solidFill>
                <a:latin typeface="Montserrat" pitchFamily="2" charset="77"/>
                <a:cs typeface="Gotham Book" pitchFamily="2" charset="0"/>
              </a:rPr>
              <a:t>from here and </a:t>
            </a:r>
            <a:r>
              <a:rPr lang="en-US" sz="1200" dirty="0">
                <a:latin typeface="Montserrat" pitchFamily="2" charset="77"/>
                <a:cs typeface="Gotham Bold" pitchFamily="2" charset="0"/>
              </a:rPr>
              <a:t>“paste” </a:t>
            </a:r>
            <a:br>
              <a:rPr lang="en-US" sz="1200" dirty="0">
                <a:latin typeface="Montserrat" pitchFamily="2" charset="77"/>
                <a:cs typeface="Gotham Bold" pitchFamily="2" charset="0"/>
              </a:rPr>
            </a:br>
            <a:r>
              <a:rPr lang="en-US" sz="1200" b="0" dirty="0">
                <a:solidFill>
                  <a:schemeClr val="accent6"/>
                </a:solidFill>
                <a:latin typeface="Montserrat" pitchFamily="2" charset="77"/>
                <a:cs typeface="Gotham Book" pitchFamily="2" charset="0"/>
              </a:rPr>
              <a:t>to</a:t>
            </a:r>
            <a:r>
              <a:rPr lang="en-US" sz="1200" b="0" dirty="0">
                <a:solidFill>
                  <a:schemeClr val="accent5">
                    <a:lumMod val="50000"/>
                    <a:lumOff val="50000"/>
                  </a:schemeClr>
                </a:solidFill>
                <a:latin typeface="Montserrat" pitchFamily="2" charset="77"/>
                <a:cs typeface="Gotham Book" pitchFamily="2" charset="0"/>
              </a:rPr>
              <a:t> </a:t>
            </a:r>
            <a:r>
              <a:rPr lang="en-US" sz="1200" b="0" dirty="0">
                <a:solidFill>
                  <a:schemeClr val="accent6"/>
                </a:solidFill>
                <a:latin typeface="Montserrat" pitchFamily="2" charset="77"/>
                <a:cs typeface="Gotham Book" pitchFamily="2" charset="0"/>
              </a:rPr>
              <a:t>the slide you want it to appear on.</a:t>
            </a:r>
          </a:p>
        </p:txBody>
      </p:sp>
      <p:sp>
        <p:nvSpPr>
          <p:cNvPr id="6" name="Slide Number Placeholder 4">
            <a:extLst>
              <a:ext uri="{FF2B5EF4-FFF2-40B4-BE49-F238E27FC236}">
                <a16:creationId xmlns:a16="http://schemas.microsoft.com/office/drawing/2014/main" id="{57CB5ED8-87BC-0A8F-38AD-19CBC0ADC12B}"/>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8</a:t>
            </a:fld>
            <a:endParaRPr lang="en-US" dirty="0"/>
          </a:p>
        </p:txBody>
      </p:sp>
      <p:grpSp>
        <p:nvGrpSpPr>
          <p:cNvPr id="2" name="Graphic 4119">
            <a:extLst>
              <a:ext uri="{FF2B5EF4-FFF2-40B4-BE49-F238E27FC236}">
                <a16:creationId xmlns:a16="http://schemas.microsoft.com/office/drawing/2014/main" id="{AE86F335-7B82-B173-5904-5D8F8567DA6F}"/>
              </a:ext>
            </a:extLst>
          </p:cNvPr>
          <p:cNvGrpSpPr/>
          <p:nvPr/>
        </p:nvGrpSpPr>
        <p:grpSpPr>
          <a:xfrm>
            <a:off x="1190888" y="571095"/>
            <a:ext cx="1813299" cy="484838"/>
            <a:chOff x="2178742" y="-1107180"/>
            <a:chExt cx="2171851" cy="580707"/>
          </a:xfrm>
          <a:solidFill>
            <a:schemeClr val="tx1"/>
          </a:solidFill>
        </p:grpSpPr>
        <p:sp>
          <p:nvSpPr>
            <p:cNvPr id="4" name="Freeform 3">
              <a:extLst>
                <a:ext uri="{FF2B5EF4-FFF2-40B4-BE49-F238E27FC236}">
                  <a16:creationId xmlns:a16="http://schemas.microsoft.com/office/drawing/2014/main" id="{439357C1-6472-89DB-97C7-1D9DC2935ECE}"/>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0CF94E0B-E81D-D283-137B-EE4E27DCC6A1}"/>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1CD99F6E-C120-BE80-B7DC-442CB2EDD0CC}"/>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E9D4FC71-1352-894F-D2AE-0648691D0C7E}"/>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8EA06A42-E0B0-4F2D-A6DD-6A55EAA96284}"/>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F47E4F9E-43FB-7BFF-7597-7379E1D2D050}"/>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A0072899-B0D3-F6A7-09C2-51E2177F4A6C}"/>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ABED1539-D073-D0B9-1AB3-6BAA1760323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73944F79-55FC-C552-5CF1-D1FC29976D0F}"/>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F099D7F7-A6BB-BA40-1ABC-71AEBF8EA212}"/>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6B32A3D3-FCCC-75CF-0C38-9A3CD7953215}"/>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E33B5552-94E5-AA3F-13EA-D6533A0CBE0F}"/>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19949230-C3B3-4FD7-9619-545544838FE8}"/>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9AC95FB6-6851-011E-612E-498B3DB68A8C}"/>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523B9B59-E3D2-B600-127E-78D15BDBC4A7}"/>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FF52F22A-60F5-3DA0-D00E-408B7BD6C4FA}"/>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4A7C7755-3531-13D5-A344-F5B90165854D}"/>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1BBF5AB8-BBAF-9A46-0E17-0B29F950A9DF}"/>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606C167E-F085-512F-D68B-6C024D6671B6}"/>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6446D726-969D-BF3B-C6C5-369BA26F7BEE}"/>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grpSp>
        <p:nvGrpSpPr>
          <p:cNvPr id="34" name="Graphic 29">
            <a:extLst>
              <a:ext uri="{FF2B5EF4-FFF2-40B4-BE49-F238E27FC236}">
                <a16:creationId xmlns:a16="http://schemas.microsoft.com/office/drawing/2014/main" id="{D040A12E-33EC-8C0E-419A-268F1577DCA9}"/>
              </a:ext>
            </a:extLst>
          </p:cNvPr>
          <p:cNvGrpSpPr/>
          <p:nvPr/>
        </p:nvGrpSpPr>
        <p:grpSpPr>
          <a:xfrm>
            <a:off x="1827026" y="3249619"/>
            <a:ext cx="1775829" cy="432304"/>
            <a:chOff x="1438810" y="3323882"/>
            <a:chExt cx="1775829" cy="432304"/>
          </a:xfrm>
        </p:grpSpPr>
        <p:grpSp>
          <p:nvGrpSpPr>
            <p:cNvPr id="35" name="Graphic 29">
              <a:extLst>
                <a:ext uri="{FF2B5EF4-FFF2-40B4-BE49-F238E27FC236}">
                  <a16:creationId xmlns:a16="http://schemas.microsoft.com/office/drawing/2014/main" id="{C25E1EF3-4964-2969-C135-7A3A900D984C}"/>
                </a:ext>
              </a:extLst>
            </p:cNvPr>
            <p:cNvGrpSpPr/>
            <p:nvPr/>
          </p:nvGrpSpPr>
          <p:grpSpPr>
            <a:xfrm>
              <a:off x="2108839" y="3329259"/>
              <a:ext cx="1105800" cy="426927"/>
              <a:chOff x="2108839" y="3329259"/>
              <a:chExt cx="1105800" cy="426927"/>
            </a:xfrm>
          </p:grpSpPr>
          <p:sp>
            <p:nvSpPr>
              <p:cNvPr id="36" name="Freeform 35">
                <a:extLst>
                  <a:ext uri="{FF2B5EF4-FFF2-40B4-BE49-F238E27FC236}">
                    <a16:creationId xmlns:a16="http://schemas.microsoft.com/office/drawing/2014/main" id="{2731AC91-0598-74DD-B358-D93AA5540DEB}"/>
                  </a:ext>
                </a:extLst>
              </p:cNvPr>
              <p:cNvSpPr/>
              <p:nvPr/>
            </p:nvSpPr>
            <p:spPr>
              <a:xfrm>
                <a:off x="2108839" y="3612599"/>
                <a:ext cx="1105800" cy="143587"/>
              </a:xfrm>
              <a:custGeom>
                <a:avLst/>
                <a:gdLst>
                  <a:gd name="connsiteX0" fmla="*/ 1054218 w 1105800"/>
                  <a:gd name="connsiteY0" fmla="*/ 118854 h 143587"/>
                  <a:gd name="connsiteX1" fmla="*/ 1048845 w 1105800"/>
                  <a:gd name="connsiteY1" fmla="*/ 117778 h 143587"/>
                  <a:gd name="connsiteX2" fmla="*/ 1054218 w 1105800"/>
                  <a:gd name="connsiteY2" fmla="*/ 118854 h 143587"/>
                  <a:gd name="connsiteX3" fmla="*/ 706036 w 1105800"/>
                  <a:gd name="connsiteY3" fmla="*/ 561 h 143587"/>
                  <a:gd name="connsiteX4" fmla="*/ 801678 w 1105800"/>
                  <a:gd name="connsiteY4" fmla="*/ 7014 h 143587"/>
                  <a:gd name="connsiteX5" fmla="*/ 801678 w 1105800"/>
                  <a:gd name="connsiteY5" fmla="*/ 11315 h 143587"/>
                  <a:gd name="connsiteX6" fmla="*/ 807052 w 1105800"/>
                  <a:gd name="connsiteY6" fmla="*/ 7014 h 143587"/>
                  <a:gd name="connsiteX7" fmla="*/ 811350 w 1105800"/>
                  <a:gd name="connsiteY7" fmla="*/ 12391 h 143587"/>
                  <a:gd name="connsiteX8" fmla="*/ 810275 w 1105800"/>
                  <a:gd name="connsiteY8" fmla="*/ 9164 h 143587"/>
                  <a:gd name="connsiteX9" fmla="*/ 816723 w 1105800"/>
                  <a:gd name="connsiteY9" fmla="*/ 14541 h 143587"/>
                  <a:gd name="connsiteX10" fmla="*/ 817798 w 1105800"/>
                  <a:gd name="connsiteY10" fmla="*/ 10240 h 143587"/>
                  <a:gd name="connsiteX11" fmla="*/ 865082 w 1105800"/>
                  <a:gd name="connsiteY11" fmla="*/ 22069 h 143587"/>
                  <a:gd name="connsiteX12" fmla="*/ 954277 w 1105800"/>
                  <a:gd name="connsiteY12" fmla="*/ 37124 h 143587"/>
                  <a:gd name="connsiteX13" fmla="*/ 971471 w 1105800"/>
                  <a:gd name="connsiteY13" fmla="*/ 41426 h 143587"/>
                  <a:gd name="connsiteX14" fmla="*/ 990814 w 1105800"/>
                  <a:gd name="connsiteY14" fmla="*/ 45727 h 143587"/>
                  <a:gd name="connsiteX15" fmla="*/ 1006934 w 1105800"/>
                  <a:gd name="connsiteY15" fmla="*/ 52180 h 143587"/>
                  <a:gd name="connsiteX16" fmla="*/ 1017680 w 1105800"/>
                  <a:gd name="connsiteY16" fmla="*/ 55406 h 143587"/>
                  <a:gd name="connsiteX17" fmla="*/ 1055293 w 1105800"/>
                  <a:gd name="connsiteY17" fmla="*/ 61858 h 143587"/>
                  <a:gd name="connsiteX18" fmla="*/ 1056367 w 1105800"/>
                  <a:gd name="connsiteY18" fmla="*/ 67235 h 143587"/>
                  <a:gd name="connsiteX19" fmla="*/ 1066039 w 1105800"/>
                  <a:gd name="connsiteY19" fmla="*/ 64009 h 143587"/>
                  <a:gd name="connsiteX20" fmla="*/ 1074636 w 1105800"/>
                  <a:gd name="connsiteY20" fmla="*/ 70461 h 143587"/>
                  <a:gd name="connsiteX21" fmla="*/ 1091830 w 1105800"/>
                  <a:gd name="connsiteY21" fmla="*/ 75838 h 143587"/>
                  <a:gd name="connsiteX22" fmla="*/ 1105800 w 1105800"/>
                  <a:gd name="connsiteY22" fmla="*/ 84441 h 143587"/>
                  <a:gd name="connsiteX23" fmla="*/ 1080009 w 1105800"/>
                  <a:gd name="connsiteY23" fmla="*/ 81215 h 143587"/>
                  <a:gd name="connsiteX24" fmla="*/ 1071412 w 1105800"/>
                  <a:gd name="connsiteY24" fmla="*/ 77989 h 143587"/>
                  <a:gd name="connsiteX25" fmla="*/ 1052069 w 1105800"/>
                  <a:gd name="connsiteY25" fmla="*/ 84441 h 143587"/>
                  <a:gd name="connsiteX26" fmla="*/ 1050994 w 1105800"/>
                  <a:gd name="connsiteY26" fmla="*/ 79064 h 143587"/>
                  <a:gd name="connsiteX27" fmla="*/ 1020904 w 1105800"/>
                  <a:gd name="connsiteY27" fmla="*/ 73687 h 143587"/>
                  <a:gd name="connsiteX28" fmla="*/ 1045621 w 1105800"/>
                  <a:gd name="connsiteY28" fmla="*/ 85517 h 143587"/>
                  <a:gd name="connsiteX29" fmla="*/ 1048845 w 1105800"/>
                  <a:gd name="connsiteY29" fmla="*/ 91969 h 143587"/>
                  <a:gd name="connsiteX30" fmla="*/ 1052069 w 1105800"/>
                  <a:gd name="connsiteY30" fmla="*/ 86592 h 143587"/>
                  <a:gd name="connsiteX31" fmla="*/ 1100427 w 1105800"/>
                  <a:gd name="connsiteY31" fmla="*/ 105949 h 143587"/>
                  <a:gd name="connsiteX32" fmla="*/ 1064964 w 1105800"/>
                  <a:gd name="connsiteY32" fmla="*/ 97346 h 143587"/>
                  <a:gd name="connsiteX33" fmla="*/ 1006934 w 1105800"/>
                  <a:gd name="connsiteY33" fmla="*/ 87667 h 143587"/>
                  <a:gd name="connsiteX34" fmla="*/ 1005859 w 1105800"/>
                  <a:gd name="connsiteY34" fmla="*/ 84441 h 143587"/>
                  <a:gd name="connsiteX35" fmla="*/ 991889 w 1105800"/>
                  <a:gd name="connsiteY35" fmla="*/ 84441 h 143587"/>
                  <a:gd name="connsiteX36" fmla="*/ 724305 w 1105800"/>
                  <a:gd name="connsiteY36" fmla="*/ 54330 h 143587"/>
                  <a:gd name="connsiteX37" fmla="*/ 455646 w 1105800"/>
                  <a:gd name="connsiteY37" fmla="*/ 55406 h 143587"/>
                  <a:gd name="connsiteX38" fmla="*/ 53732 w 1105800"/>
                  <a:gd name="connsiteY38" fmla="*/ 134984 h 143587"/>
                  <a:gd name="connsiteX39" fmla="*/ 18269 w 1105800"/>
                  <a:gd name="connsiteY39" fmla="*/ 143587 h 143587"/>
                  <a:gd name="connsiteX40" fmla="*/ 15045 w 1105800"/>
                  <a:gd name="connsiteY40" fmla="*/ 129607 h 143587"/>
                  <a:gd name="connsiteX41" fmla="*/ 3224 w 1105800"/>
                  <a:gd name="connsiteY41" fmla="*/ 129607 h 143587"/>
                  <a:gd name="connsiteX42" fmla="*/ 0 w 1105800"/>
                  <a:gd name="connsiteY42" fmla="*/ 115627 h 143587"/>
                  <a:gd name="connsiteX43" fmla="*/ 15045 w 1105800"/>
                  <a:gd name="connsiteY43" fmla="*/ 101647 h 143587"/>
                  <a:gd name="connsiteX44" fmla="*/ 15045 w 1105800"/>
                  <a:gd name="connsiteY44" fmla="*/ 95195 h 143587"/>
                  <a:gd name="connsiteX45" fmla="*/ 118210 w 1105800"/>
                  <a:gd name="connsiteY45" fmla="*/ 52180 h 143587"/>
                  <a:gd name="connsiteX46" fmla="*/ 300898 w 1105800"/>
                  <a:gd name="connsiteY46" fmla="*/ 16692 h 143587"/>
                  <a:gd name="connsiteX47" fmla="*/ 343884 w 1105800"/>
                  <a:gd name="connsiteY47" fmla="*/ 15617 h 143587"/>
                  <a:gd name="connsiteX48" fmla="*/ 411586 w 1105800"/>
                  <a:gd name="connsiteY48" fmla="*/ 11315 h 143587"/>
                  <a:gd name="connsiteX49" fmla="*/ 459944 w 1105800"/>
                  <a:gd name="connsiteY49" fmla="*/ 5938 h 143587"/>
                  <a:gd name="connsiteX50" fmla="*/ 720006 w 1105800"/>
                  <a:gd name="connsiteY50" fmla="*/ 2712 h 143587"/>
                  <a:gd name="connsiteX51" fmla="*/ 706036 w 1105800"/>
                  <a:gd name="connsiteY51" fmla="*/ 561 h 14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05800" h="143587">
                    <a:moveTo>
                      <a:pt x="1054218" y="118854"/>
                    </a:moveTo>
                    <a:cubicBezTo>
                      <a:pt x="1053143" y="118854"/>
                      <a:pt x="1050994" y="117778"/>
                      <a:pt x="1048845" y="117778"/>
                    </a:cubicBezTo>
                    <a:cubicBezTo>
                      <a:pt x="1048845" y="126381"/>
                      <a:pt x="1056367" y="128532"/>
                      <a:pt x="1054218" y="118854"/>
                    </a:cubicBezTo>
                    <a:moveTo>
                      <a:pt x="706036" y="561"/>
                    </a:moveTo>
                    <a:cubicBezTo>
                      <a:pt x="736126" y="-2665"/>
                      <a:pt x="769439" y="9164"/>
                      <a:pt x="801678" y="7014"/>
                    </a:cubicBezTo>
                    <a:cubicBezTo>
                      <a:pt x="801678" y="8089"/>
                      <a:pt x="801678" y="10240"/>
                      <a:pt x="801678" y="11315"/>
                    </a:cubicBezTo>
                    <a:cubicBezTo>
                      <a:pt x="804902" y="12391"/>
                      <a:pt x="804902" y="7014"/>
                      <a:pt x="807052" y="7014"/>
                    </a:cubicBezTo>
                    <a:cubicBezTo>
                      <a:pt x="810275" y="5938"/>
                      <a:pt x="807052" y="13466"/>
                      <a:pt x="811350" y="12391"/>
                    </a:cubicBezTo>
                    <a:cubicBezTo>
                      <a:pt x="812425" y="12391"/>
                      <a:pt x="811350" y="9164"/>
                      <a:pt x="810275" y="9164"/>
                    </a:cubicBezTo>
                    <a:cubicBezTo>
                      <a:pt x="811350" y="9164"/>
                      <a:pt x="815649" y="10240"/>
                      <a:pt x="816723" y="14541"/>
                    </a:cubicBezTo>
                    <a:cubicBezTo>
                      <a:pt x="819947" y="14541"/>
                      <a:pt x="813499" y="9164"/>
                      <a:pt x="817798" y="10240"/>
                    </a:cubicBezTo>
                    <a:cubicBezTo>
                      <a:pt x="832843" y="16692"/>
                      <a:pt x="848962" y="9164"/>
                      <a:pt x="865082" y="22069"/>
                    </a:cubicBezTo>
                    <a:cubicBezTo>
                      <a:pt x="891948" y="23144"/>
                      <a:pt x="923112" y="30672"/>
                      <a:pt x="954277" y="37124"/>
                    </a:cubicBezTo>
                    <a:cubicBezTo>
                      <a:pt x="960724" y="38200"/>
                      <a:pt x="966098" y="41426"/>
                      <a:pt x="971471" y="41426"/>
                    </a:cubicBezTo>
                    <a:cubicBezTo>
                      <a:pt x="976844" y="40350"/>
                      <a:pt x="985441" y="44652"/>
                      <a:pt x="990814" y="45727"/>
                    </a:cubicBezTo>
                    <a:cubicBezTo>
                      <a:pt x="996187" y="46803"/>
                      <a:pt x="1002635" y="52180"/>
                      <a:pt x="1006934" y="52180"/>
                    </a:cubicBezTo>
                    <a:cubicBezTo>
                      <a:pt x="1003710" y="52180"/>
                      <a:pt x="1018755" y="47878"/>
                      <a:pt x="1017680" y="55406"/>
                    </a:cubicBezTo>
                    <a:cubicBezTo>
                      <a:pt x="1028427" y="51104"/>
                      <a:pt x="1043472" y="61858"/>
                      <a:pt x="1055293" y="61858"/>
                    </a:cubicBezTo>
                    <a:cubicBezTo>
                      <a:pt x="1056367" y="60783"/>
                      <a:pt x="1056367" y="65084"/>
                      <a:pt x="1056367" y="67235"/>
                    </a:cubicBezTo>
                    <a:cubicBezTo>
                      <a:pt x="1059591" y="61858"/>
                      <a:pt x="1064964" y="70461"/>
                      <a:pt x="1066039" y="64009"/>
                    </a:cubicBezTo>
                    <a:cubicBezTo>
                      <a:pt x="1067113" y="72612"/>
                      <a:pt x="1072487" y="60783"/>
                      <a:pt x="1074636" y="70461"/>
                    </a:cubicBezTo>
                    <a:cubicBezTo>
                      <a:pt x="1080009" y="64009"/>
                      <a:pt x="1085382" y="73687"/>
                      <a:pt x="1091830" y="75838"/>
                    </a:cubicBezTo>
                    <a:cubicBezTo>
                      <a:pt x="1097203" y="76914"/>
                      <a:pt x="1103651" y="74763"/>
                      <a:pt x="1105800" y="84441"/>
                    </a:cubicBezTo>
                    <a:cubicBezTo>
                      <a:pt x="1100427" y="84441"/>
                      <a:pt x="1093979" y="88743"/>
                      <a:pt x="1080009" y="81215"/>
                    </a:cubicBezTo>
                    <a:cubicBezTo>
                      <a:pt x="1083233" y="85517"/>
                      <a:pt x="1071412" y="85517"/>
                      <a:pt x="1071412" y="77989"/>
                    </a:cubicBezTo>
                    <a:cubicBezTo>
                      <a:pt x="1067113" y="86592"/>
                      <a:pt x="1056367" y="73687"/>
                      <a:pt x="1052069" y="84441"/>
                    </a:cubicBezTo>
                    <a:cubicBezTo>
                      <a:pt x="1048845" y="83366"/>
                      <a:pt x="1052069" y="81215"/>
                      <a:pt x="1050994" y="79064"/>
                    </a:cubicBezTo>
                    <a:cubicBezTo>
                      <a:pt x="1039173" y="82291"/>
                      <a:pt x="1031651" y="73687"/>
                      <a:pt x="1020904" y="73687"/>
                    </a:cubicBezTo>
                    <a:cubicBezTo>
                      <a:pt x="1027352" y="84441"/>
                      <a:pt x="1035949" y="87667"/>
                      <a:pt x="1045621" y="85517"/>
                    </a:cubicBezTo>
                    <a:cubicBezTo>
                      <a:pt x="1048845" y="86592"/>
                      <a:pt x="1045621" y="88743"/>
                      <a:pt x="1048845" y="91969"/>
                    </a:cubicBezTo>
                    <a:cubicBezTo>
                      <a:pt x="1052069" y="90894"/>
                      <a:pt x="1049919" y="88743"/>
                      <a:pt x="1052069" y="86592"/>
                    </a:cubicBezTo>
                    <a:cubicBezTo>
                      <a:pt x="1063890" y="96271"/>
                      <a:pt x="1087532" y="95195"/>
                      <a:pt x="1100427" y="105949"/>
                    </a:cubicBezTo>
                    <a:cubicBezTo>
                      <a:pt x="1089681" y="102723"/>
                      <a:pt x="1074636" y="107024"/>
                      <a:pt x="1064964" y="97346"/>
                    </a:cubicBezTo>
                    <a:cubicBezTo>
                      <a:pt x="1049919" y="98421"/>
                      <a:pt x="1026277" y="94120"/>
                      <a:pt x="1006934" y="87667"/>
                    </a:cubicBezTo>
                    <a:cubicBezTo>
                      <a:pt x="1005859" y="86592"/>
                      <a:pt x="1002635" y="88743"/>
                      <a:pt x="1005859" y="84441"/>
                    </a:cubicBezTo>
                    <a:cubicBezTo>
                      <a:pt x="1001561" y="87667"/>
                      <a:pt x="997262" y="85517"/>
                      <a:pt x="991889" y="84441"/>
                    </a:cubicBezTo>
                    <a:cubicBezTo>
                      <a:pt x="905918" y="65084"/>
                      <a:pt x="804902" y="58632"/>
                      <a:pt x="724305" y="54330"/>
                    </a:cubicBezTo>
                    <a:cubicBezTo>
                      <a:pt x="632961" y="48954"/>
                      <a:pt x="546990" y="48954"/>
                      <a:pt x="455646" y="55406"/>
                    </a:cubicBezTo>
                    <a:cubicBezTo>
                      <a:pt x="312719" y="66160"/>
                      <a:pt x="181613" y="102723"/>
                      <a:pt x="53732" y="134984"/>
                    </a:cubicBezTo>
                    <a:cubicBezTo>
                      <a:pt x="41911" y="138210"/>
                      <a:pt x="31164" y="143587"/>
                      <a:pt x="18269" y="143587"/>
                    </a:cubicBezTo>
                    <a:cubicBezTo>
                      <a:pt x="15045" y="142512"/>
                      <a:pt x="12896" y="134984"/>
                      <a:pt x="15045" y="129607"/>
                    </a:cubicBezTo>
                    <a:cubicBezTo>
                      <a:pt x="9672" y="128532"/>
                      <a:pt x="8597" y="130683"/>
                      <a:pt x="3224" y="129607"/>
                    </a:cubicBezTo>
                    <a:cubicBezTo>
                      <a:pt x="2149" y="125306"/>
                      <a:pt x="0" y="121004"/>
                      <a:pt x="0" y="115627"/>
                    </a:cubicBezTo>
                    <a:cubicBezTo>
                      <a:pt x="4298" y="109175"/>
                      <a:pt x="8597" y="104874"/>
                      <a:pt x="15045" y="101647"/>
                    </a:cubicBezTo>
                    <a:cubicBezTo>
                      <a:pt x="16120" y="98421"/>
                      <a:pt x="15045" y="98421"/>
                      <a:pt x="15045" y="95195"/>
                    </a:cubicBezTo>
                    <a:cubicBezTo>
                      <a:pt x="46209" y="74763"/>
                      <a:pt x="80598" y="57557"/>
                      <a:pt x="118210" y="52180"/>
                    </a:cubicBezTo>
                    <a:cubicBezTo>
                      <a:pt x="178390" y="43577"/>
                      <a:pt x="241793" y="25295"/>
                      <a:pt x="300898" y="16692"/>
                    </a:cubicBezTo>
                    <a:cubicBezTo>
                      <a:pt x="315943" y="13466"/>
                      <a:pt x="327764" y="15617"/>
                      <a:pt x="343884" y="15617"/>
                    </a:cubicBezTo>
                    <a:cubicBezTo>
                      <a:pt x="363227" y="14541"/>
                      <a:pt x="387944" y="9164"/>
                      <a:pt x="411586" y="11315"/>
                    </a:cubicBezTo>
                    <a:cubicBezTo>
                      <a:pt x="426630" y="12391"/>
                      <a:pt x="443825" y="7014"/>
                      <a:pt x="459944" y="5938"/>
                    </a:cubicBezTo>
                    <a:cubicBezTo>
                      <a:pt x="541616" y="1637"/>
                      <a:pt x="637259" y="-2665"/>
                      <a:pt x="720006" y="2712"/>
                    </a:cubicBezTo>
                    <a:cubicBezTo>
                      <a:pt x="712484" y="-3740"/>
                      <a:pt x="707110" y="4863"/>
                      <a:pt x="706036" y="561"/>
                    </a:cubicBezTo>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74AB2F6C-4C20-6813-94BD-D194677E3890}"/>
                  </a:ext>
                </a:extLst>
              </p:cNvPr>
              <p:cNvSpPr/>
              <p:nvPr/>
            </p:nvSpPr>
            <p:spPr>
              <a:xfrm>
                <a:off x="2166870" y="3329259"/>
                <a:ext cx="256838" cy="272072"/>
              </a:xfrm>
              <a:custGeom>
                <a:avLst/>
                <a:gdLst>
                  <a:gd name="connsiteX0" fmla="*/ 0 w 256838"/>
                  <a:gd name="connsiteY0" fmla="*/ 272072 h 272072"/>
                  <a:gd name="connsiteX1" fmla="*/ 75225 w 256838"/>
                  <a:gd name="connsiteY1" fmla="*/ 272072 h 272072"/>
                  <a:gd name="connsiteX2" fmla="*/ 75225 w 256838"/>
                  <a:gd name="connsiteY2" fmla="*/ 122594 h 272072"/>
                  <a:gd name="connsiteX3" fmla="*/ 191285 w 256838"/>
                  <a:gd name="connsiteY3" fmla="*/ 272072 h 272072"/>
                  <a:gd name="connsiteX4" fmla="*/ 256838 w 256838"/>
                  <a:gd name="connsiteY4" fmla="*/ 272072 h 272072"/>
                  <a:gd name="connsiteX5" fmla="*/ 256838 w 256838"/>
                  <a:gd name="connsiteY5" fmla="*/ 0 h 272072"/>
                  <a:gd name="connsiteX6" fmla="*/ 181614 w 256838"/>
                  <a:gd name="connsiteY6" fmla="*/ 0 h 272072"/>
                  <a:gd name="connsiteX7" fmla="*/ 181614 w 256838"/>
                  <a:gd name="connsiteY7" fmla="*/ 144101 h 272072"/>
                  <a:gd name="connsiteX8" fmla="*/ 69851 w 256838"/>
                  <a:gd name="connsiteY8" fmla="*/ 0 h 272072"/>
                  <a:gd name="connsiteX9" fmla="*/ 0 w 256838"/>
                  <a:gd name="connsiteY9" fmla="*/ 0 h 27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38" h="272072">
                    <a:moveTo>
                      <a:pt x="0" y="272072"/>
                    </a:moveTo>
                    <a:lnTo>
                      <a:pt x="75225" y="272072"/>
                    </a:lnTo>
                    <a:lnTo>
                      <a:pt x="75225" y="122594"/>
                    </a:lnTo>
                    <a:lnTo>
                      <a:pt x="191285" y="272072"/>
                    </a:lnTo>
                    <a:lnTo>
                      <a:pt x="256838" y="272072"/>
                    </a:lnTo>
                    <a:lnTo>
                      <a:pt x="256838" y="0"/>
                    </a:lnTo>
                    <a:lnTo>
                      <a:pt x="181614" y="0"/>
                    </a:lnTo>
                    <a:lnTo>
                      <a:pt x="181614" y="144101"/>
                    </a:lnTo>
                    <a:lnTo>
                      <a:pt x="6985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62A7A765-DBC0-04E9-EBCF-9E304E783FCB}"/>
                  </a:ext>
                </a:extLst>
              </p:cNvPr>
              <p:cNvSpPr/>
              <p:nvPr/>
            </p:nvSpPr>
            <p:spPr>
              <a:xfrm>
                <a:off x="2472066" y="3329259"/>
                <a:ext cx="219225" cy="272072"/>
              </a:xfrm>
              <a:custGeom>
                <a:avLst/>
                <a:gdLst>
                  <a:gd name="connsiteX0" fmla="*/ 0 w 219225"/>
                  <a:gd name="connsiteY0" fmla="*/ 272072 h 272072"/>
                  <a:gd name="connsiteX1" fmla="*/ 219226 w 219225"/>
                  <a:gd name="connsiteY1" fmla="*/ 272072 h 272072"/>
                  <a:gd name="connsiteX2" fmla="*/ 219226 w 219225"/>
                  <a:gd name="connsiteY2" fmla="*/ 208624 h 272072"/>
                  <a:gd name="connsiteX3" fmla="*/ 74150 w 219225"/>
                  <a:gd name="connsiteY3" fmla="*/ 208624 h 272072"/>
                  <a:gd name="connsiteX4" fmla="*/ 74150 w 219225"/>
                  <a:gd name="connsiteY4" fmla="*/ 163458 h 272072"/>
                  <a:gd name="connsiteX5" fmla="*/ 203106 w 219225"/>
                  <a:gd name="connsiteY5" fmla="*/ 163458 h 272072"/>
                  <a:gd name="connsiteX6" fmla="*/ 203106 w 219225"/>
                  <a:gd name="connsiteY6" fmla="*/ 104312 h 272072"/>
                  <a:gd name="connsiteX7" fmla="*/ 74150 w 219225"/>
                  <a:gd name="connsiteY7" fmla="*/ 104312 h 272072"/>
                  <a:gd name="connsiteX8" fmla="*/ 74150 w 219225"/>
                  <a:gd name="connsiteY8" fmla="*/ 64523 h 272072"/>
                  <a:gd name="connsiteX9" fmla="*/ 218151 w 219225"/>
                  <a:gd name="connsiteY9" fmla="*/ 64523 h 272072"/>
                  <a:gd name="connsiteX10" fmla="*/ 218151 w 219225"/>
                  <a:gd name="connsiteY10" fmla="*/ 0 h 272072"/>
                  <a:gd name="connsiteX11" fmla="*/ 0 w 219225"/>
                  <a:gd name="connsiteY11" fmla="*/ 0 h 27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225" h="272072">
                    <a:moveTo>
                      <a:pt x="0" y="272072"/>
                    </a:moveTo>
                    <a:lnTo>
                      <a:pt x="219226" y="272072"/>
                    </a:lnTo>
                    <a:lnTo>
                      <a:pt x="219226" y="208624"/>
                    </a:lnTo>
                    <a:lnTo>
                      <a:pt x="74150" y="208624"/>
                    </a:lnTo>
                    <a:lnTo>
                      <a:pt x="74150" y="163458"/>
                    </a:lnTo>
                    <a:lnTo>
                      <a:pt x="203106" y="163458"/>
                    </a:lnTo>
                    <a:lnTo>
                      <a:pt x="203106" y="104312"/>
                    </a:lnTo>
                    <a:lnTo>
                      <a:pt x="74150" y="104312"/>
                    </a:lnTo>
                    <a:lnTo>
                      <a:pt x="74150" y="64523"/>
                    </a:lnTo>
                    <a:lnTo>
                      <a:pt x="218151" y="64523"/>
                    </a:lnTo>
                    <a:lnTo>
                      <a:pt x="21815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23207D91-65D6-60AB-136C-179BA86DDE06}"/>
                  </a:ext>
                </a:extLst>
              </p:cNvPr>
              <p:cNvSpPr/>
              <p:nvPr/>
            </p:nvSpPr>
            <p:spPr>
              <a:xfrm>
                <a:off x="2711710" y="3329259"/>
                <a:ext cx="421257" cy="273147"/>
              </a:xfrm>
              <a:custGeom>
                <a:avLst/>
                <a:gdLst>
                  <a:gd name="connsiteX0" fmla="*/ 91344 w 421257"/>
                  <a:gd name="connsiteY0" fmla="*/ 273148 h 273147"/>
                  <a:gd name="connsiteX1" fmla="*/ 155822 w 421257"/>
                  <a:gd name="connsiteY1" fmla="*/ 273148 h 273147"/>
                  <a:gd name="connsiteX2" fmla="*/ 210629 w 421257"/>
                  <a:gd name="connsiteY2" fmla="*/ 117217 h 273147"/>
                  <a:gd name="connsiteX3" fmla="*/ 264360 w 421257"/>
                  <a:gd name="connsiteY3" fmla="*/ 273148 h 273147"/>
                  <a:gd name="connsiteX4" fmla="*/ 330988 w 421257"/>
                  <a:gd name="connsiteY4" fmla="*/ 273148 h 273147"/>
                  <a:gd name="connsiteX5" fmla="*/ 421257 w 421257"/>
                  <a:gd name="connsiteY5" fmla="*/ 0 h 273147"/>
                  <a:gd name="connsiteX6" fmla="*/ 343884 w 421257"/>
                  <a:gd name="connsiteY6" fmla="*/ 0 h 273147"/>
                  <a:gd name="connsiteX7" fmla="*/ 295525 w 421257"/>
                  <a:gd name="connsiteY7" fmla="*/ 157006 h 273147"/>
                  <a:gd name="connsiteX8" fmla="*/ 242868 w 421257"/>
                  <a:gd name="connsiteY8" fmla="*/ 0 h 273147"/>
                  <a:gd name="connsiteX9" fmla="*/ 178389 w 421257"/>
                  <a:gd name="connsiteY9" fmla="*/ 0 h 273147"/>
                  <a:gd name="connsiteX10" fmla="*/ 125732 w 421257"/>
                  <a:gd name="connsiteY10" fmla="*/ 157006 h 273147"/>
                  <a:gd name="connsiteX11" fmla="*/ 79523 w 421257"/>
                  <a:gd name="connsiteY11" fmla="*/ 0 h 273147"/>
                  <a:gd name="connsiteX12" fmla="*/ 0 w 421257"/>
                  <a:gd name="connsiteY12" fmla="*/ 0 h 27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257" h="273147">
                    <a:moveTo>
                      <a:pt x="91344" y="273148"/>
                    </a:moveTo>
                    <a:lnTo>
                      <a:pt x="155822" y="273148"/>
                    </a:lnTo>
                    <a:lnTo>
                      <a:pt x="210629" y="117217"/>
                    </a:lnTo>
                    <a:lnTo>
                      <a:pt x="264360" y="273148"/>
                    </a:lnTo>
                    <a:lnTo>
                      <a:pt x="330988" y="273148"/>
                    </a:lnTo>
                    <a:lnTo>
                      <a:pt x="421257" y="0"/>
                    </a:lnTo>
                    <a:lnTo>
                      <a:pt x="343884" y="0"/>
                    </a:lnTo>
                    <a:lnTo>
                      <a:pt x="295525" y="157006"/>
                    </a:lnTo>
                    <a:lnTo>
                      <a:pt x="242868" y="0"/>
                    </a:lnTo>
                    <a:lnTo>
                      <a:pt x="178389" y="0"/>
                    </a:lnTo>
                    <a:lnTo>
                      <a:pt x="125732" y="157006"/>
                    </a:lnTo>
                    <a:lnTo>
                      <a:pt x="79523"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40" name="Graphic 29">
              <a:extLst>
                <a:ext uri="{FF2B5EF4-FFF2-40B4-BE49-F238E27FC236}">
                  <a16:creationId xmlns:a16="http://schemas.microsoft.com/office/drawing/2014/main" id="{DB5B69F4-997A-5EDA-F4B7-0AE9DFDFEE77}"/>
                </a:ext>
              </a:extLst>
            </p:cNvPr>
            <p:cNvGrpSpPr/>
            <p:nvPr/>
          </p:nvGrpSpPr>
          <p:grpSpPr>
            <a:xfrm>
              <a:off x="1438810" y="3323882"/>
              <a:ext cx="705588" cy="263469"/>
              <a:chOff x="1438810" y="3323882"/>
              <a:chExt cx="705588" cy="263469"/>
            </a:xfrm>
            <a:solidFill>
              <a:srgbClr val="93C83D"/>
            </a:solidFill>
          </p:grpSpPr>
          <p:sp>
            <p:nvSpPr>
              <p:cNvPr id="41" name="Freeform 40">
                <a:extLst>
                  <a:ext uri="{FF2B5EF4-FFF2-40B4-BE49-F238E27FC236}">
                    <a16:creationId xmlns:a16="http://schemas.microsoft.com/office/drawing/2014/main" id="{E8F4FA6A-A6D9-7A6A-AE28-06B42D70D740}"/>
                  </a:ext>
                </a:extLst>
              </p:cNvPr>
              <p:cNvSpPr/>
              <p:nvPr/>
            </p:nvSpPr>
            <p:spPr>
              <a:xfrm>
                <a:off x="1438810" y="3418180"/>
                <a:ext cx="176770" cy="126155"/>
              </a:xfrm>
              <a:custGeom>
                <a:avLst/>
                <a:gdLst>
                  <a:gd name="connsiteX0" fmla="*/ 26322 w 176770"/>
                  <a:gd name="connsiteY0" fmla="*/ 54105 h 126155"/>
                  <a:gd name="connsiteX1" fmla="*/ 28471 w 176770"/>
                  <a:gd name="connsiteY1" fmla="*/ 50879 h 126155"/>
                  <a:gd name="connsiteX2" fmla="*/ 44591 w 176770"/>
                  <a:gd name="connsiteY2" fmla="*/ 33673 h 126155"/>
                  <a:gd name="connsiteX3" fmla="*/ 47815 w 176770"/>
                  <a:gd name="connsiteY3" fmla="*/ 32597 h 126155"/>
                  <a:gd name="connsiteX4" fmla="*/ 61785 w 176770"/>
                  <a:gd name="connsiteY4" fmla="*/ 36899 h 126155"/>
                  <a:gd name="connsiteX5" fmla="*/ 49964 w 176770"/>
                  <a:gd name="connsiteY5" fmla="*/ 63784 h 126155"/>
                  <a:gd name="connsiteX6" fmla="*/ 38143 w 176770"/>
                  <a:gd name="connsiteY6" fmla="*/ 76688 h 126155"/>
                  <a:gd name="connsiteX7" fmla="*/ 37068 w 176770"/>
                  <a:gd name="connsiteY7" fmla="*/ 78839 h 126155"/>
                  <a:gd name="connsiteX8" fmla="*/ 18800 w 176770"/>
                  <a:gd name="connsiteY8" fmla="*/ 111100 h 126155"/>
                  <a:gd name="connsiteX9" fmla="*/ 22023 w 176770"/>
                  <a:gd name="connsiteY9" fmla="*/ 111100 h 126155"/>
                  <a:gd name="connsiteX10" fmla="*/ 62860 w 176770"/>
                  <a:gd name="connsiteY10" fmla="*/ 71311 h 126155"/>
                  <a:gd name="connsiteX11" fmla="*/ 72531 w 176770"/>
                  <a:gd name="connsiteY11" fmla="*/ 59482 h 126155"/>
                  <a:gd name="connsiteX12" fmla="*/ 94024 w 176770"/>
                  <a:gd name="connsiteY12" fmla="*/ 35824 h 126155"/>
                  <a:gd name="connsiteX13" fmla="*/ 99397 w 176770"/>
                  <a:gd name="connsiteY13" fmla="*/ 34748 h 126155"/>
                  <a:gd name="connsiteX14" fmla="*/ 112293 w 176770"/>
                  <a:gd name="connsiteY14" fmla="*/ 46577 h 126155"/>
                  <a:gd name="connsiteX15" fmla="*/ 111218 w 176770"/>
                  <a:gd name="connsiteY15" fmla="*/ 54105 h 126155"/>
                  <a:gd name="connsiteX16" fmla="*/ 104770 w 176770"/>
                  <a:gd name="connsiteY16" fmla="*/ 62708 h 126155"/>
                  <a:gd name="connsiteX17" fmla="*/ 100472 w 176770"/>
                  <a:gd name="connsiteY17" fmla="*/ 68085 h 126155"/>
                  <a:gd name="connsiteX18" fmla="*/ 99397 w 176770"/>
                  <a:gd name="connsiteY18" fmla="*/ 69160 h 126155"/>
                  <a:gd name="connsiteX19" fmla="*/ 88651 w 176770"/>
                  <a:gd name="connsiteY19" fmla="*/ 84216 h 126155"/>
                  <a:gd name="connsiteX20" fmla="*/ 83278 w 176770"/>
                  <a:gd name="connsiteY20" fmla="*/ 99271 h 126155"/>
                  <a:gd name="connsiteX21" fmla="*/ 99397 w 176770"/>
                  <a:gd name="connsiteY21" fmla="*/ 89593 h 126155"/>
                  <a:gd name="connsiteX22" fmla="*/ 117666 w 176770"/>
                  <a:gd name="connsiteY22" fmla="*/ 71311 h 126155"/>
                  <a:gd name="connsiteX23" fmla="*/ 119815 w 176770"/>
                  <a:gd name="connsiteY23" fmla="*/ 69160 h 126155"/>
                  <a:gd name="connsiteX24" fmla="*/ 126263 w 176770"/>
                  <a:gd name="connsiteY24" fmla="*/ 64859 h 126155"/>
                  <a:gd name="connsiteX25" fmla="*/ 129487 w 176770"/>
                  <a:gd name="connsiteY25" fmla="*/ 60557 h 126155"/>
                  <a:gd name="connsiteX26" fmla="*/ 137009 w 176770"/>
                  <a:gd name="connsiteY26" fmla="*/ 50879 h 126155"/>
                  <a:gd name="connsiteX27" fmla="*/ 168174 w 176770"/>
                  <a:gd name="connsiteY27" fmla="*/ 10014 h 126155"/>
                  <a:gd name="connsiteX28" fmla="*/ 176771 w 176770"/>
                  <a:gd name="connsiteY28" fmla="*/ 336 h 126155"/>
                  <a:gd name="connsiteX29" fmla="*/ 175696 w 176770"/>
                  <a:gd name="connsiteY29" fmla="*/ 3562 h 126155"/>
                  <a:gd name="connsiteX30" fmla="*/ 174622 w 176770"/>
                  <a:gd name="connsiteY30" fmla="*/ 6788 h 126155"/>
                  <a:gd name="connsiteX31" fmla="*/ 173547 w 176770"/>
                  <a:gd name="connsiteY31" fmla="*/ 10014 h 126155"/>
                  <a:gd name="connsiteX32" fmla="*/ 172472 w 176770"/>
                  <a:gd name="connsiteY32" fmla="*/ 15391 h 126155"/>
                  <a:gd name="connsiteX33" fmla="*/ 169249 w 176770"/>
                  <a:gd name="connsiteY33" fmla="*/ 21844 h 126155"/>
                  <a:gd name="connsiteX34" fmla="*/ 166025 w 176770"/>
                  <a:gd name="connsiteY34" fmla="*/ 28296 h 126155"/>
                  <a:gd name="connsiteX35" fmla="*/ 144532 w 176770"/>
                  <a:gd name="connsiteY35" fmla="*/ 59482 h 126155"/>
                  <a:gd name="connsiteX36" fmla="*/ 143457 w 176770"/>
                  <a:gd name="connsiteY36" fmla="*/ 61633 h 126155"/>
                  <a:gd name="connsiteX37" fmla="*/ 143457 w 176770"/>
                  <a:gd name="connsiteY37" fmla="*/ 62708 h 126155"/>
                  <a:gd name="connsiteX38" fmla="*/ 143457 w 176770"/>
                  <a:gd name="connsiteY38" fmla="*/ 64859 h 126155"/>
                  <a:gd name="connsiteX39" fmla="*/ 142383 w 176770"/>
                  <a:gd name="connsiteY39" fmla="*/ 67010 h 126155"/>
                  <a:gd name="connsiteX40" fmla="*/ 141308 w 176770"/>
                  <a:gd name="connsiteY40" fmla="*/ 70236 h 126155"/>
                  <a:gd name="connsiteX41" fmla="*/ 140233 w 176770"/>
                  <a:gd name="connsiteY41" fmla="*/ 72387 h 126155"/>
                  <a:gd name="connsiteX42" fmla="*/ 139159 w 176770"/>
                  <a:gd name="connsiteY42" fmla="*/ 73462 h 126155"/>
                  <a:gd name="connsiteX43" fmla="*/ 134860 w 176770"/>
                  <a:gd name="connsiteY43" fmla="*/ 77764 h 126155"/>
                  <a:gd name="connsiteX44" fmla="*/ 130562 w 176770"/>
                  <a:gd name="connsiteY44" fmla="*/ 82065 h 126155"/>
                  <a:gd name="connsiteX45" fmla="*/ 114442 w 176770"/>
                  <a:gd name="connsiteY45" fmla="*/ 99271 h 126155"/>
                  <a:gd name="connsiteX46" fmla="*/ 106920 w 176770"/>
                  <a:gd name="connsiteY46" fmla="*/ 106799 h 126155"/>
                  <a:gd name="connsiteX47" fmla="*/ 99397 w 176770"/>
                  <a:gd name="connsiteY47" fmla="*/ 111100 h 126155"/>
                  <a:gd name="connsiteX48" fmla="*/ 86502 w 176770"/>
                  <a:gd name="connsiteY48" fmla="*/ 114327 h 126155"/>
                  <a:gd name="connsiteX49" fmla="*/ 74681 w 176770"/>
                  <a:gd name="connsiteY49" fmla="*/ 110025 h 126155"/>
                  <a:gd name="connsiteX50" fmla="*/ 71457 w 176770"/>
                  <a:gd name="connsiteY50" fmla="*/ 106799 h 126155"/>
                  <a:gd name="connsiteX51" fmla="*/ 62860 w 176770"/>
                  <a:gd name="connsiteY51" fmla="*/ 90668 h 126155"/>
                  <a:gd name="connsiteX52" fmla="*/ 62860 w 176770"/>
                  <a:gd name="connsiteY52" fmla="*/ 84216 h 126155"/>
                  <a:gd name="connsiteX53" fmla="*/ 46740 w 176770"/>
                  <a:gd name="connsiteY53" fmla="*/ 100347 h 126155"/>
                  <a:gd name="connsiteX54" fmla="*/ 30621 w 176770"/>
                  <a:gd name="connsiteY54" fmla="*/ 117553 h 126155"/>
                  <a:gd name="connsiteX55" fmla="*/ 26322 w 176770"/>
                  <a:gd name="connsiteY55" fmla="*/ 121854 h 126155"/>
                  <a:gd name="connsiteX56" fmla="*/ 17725 w 176770"/>
                  <a:gd name="connsiteY56" fmla="*/ 126156 h 126155"/>
                  <a:gd name="connsiteX57" fmla="*/ 531 w 176770"/>
                  <a:gd name="connsiteY57" fmla="*/ 108950 h 126155"/>
                  <a:gd name="connsiteX58" fmla="*/ 26322 w 176770"/>
                  <a:gd name="connsiteY58" fmla="*/ 54105 h 12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6770" h="126155">
                    <a:moveTo>
                      <a:pt x="26322" y="54105"/>
                    </a:moveTo>
                    <a:cubicBezTo>
                      <a:pt x="27397" y="53030"/>
                      <a:pt x="28471" y="51954"/>
                      <a:pt x="28471" y="50879"/>
                    </a:cubicBezTo>
                    <a:cubicBezTo>
                      <a:pt x="32770" y="45502"/>
                      <a:pt x="43516" y="34748"/>
                      <a:pt x="44591" y="33673"/>
                    </a:cubicBezTo>
                    <a:cubicBezTo>
                      <a:pt x="45665" y="33673"/>
                      <a:pt x="47815" y="32597"/>
                      <a:pt x="47815" y="32597"/>
                    </a:cubicBezTo>
                    <a:cubicBezTo>
                      <a:pt x="51039" y="30447"/>
                      <a:pt x="58561" y="33673"/>
                      <a:pt x="61785" y="36899"/>
                    </a:cubicBezTo>
                    <a:cubicBezTo>
                      <a:pt x="67158" y="43351"/>
                      <a:pt x="65009" y="48728"/>
                      <a:pt x="49964" y="63784"/>
                    </a:cubicBezTo>
                    <a:cubicBezTo>
                      <a:pt x="43516" y="70236"/>
                      <a:pt x="39218" y="75613"/>
                      <a:pt x="38143" y="76688"/>
                    </a:cubicBezTo>
                    <a:cubicBezTo>
                      <a:pt x="38143" y="77764"/>
                      <a:pt x="37068" y="78839"/>
                      <a:pt x="37068" y="78839"/>
                    </a:cubicBezTo>
                    <a:cubicBezTo>
                      <a:pt x="34919" y="78839"/>
                      <a:pt x="18800" y="106799"/>
                      <a:pt x="18800" y="111100"/>
                    </a:cubicBezTo>
                    <a:cubicBezTo>
                      <a:pt x="18800" y="113251"/>
                      <a:pt x="18800" y="113251"/>
                      <a:pt x="22023" y="111100"/>
                    </a:cubicBezTo>
                    <a:cubicBezTo>
                      <a:pt x="30621" y="103573"/>
                      <a:pt x="53188" y="80990"/>
                      <a:pt x="62860" y="71311"/>
                    </a:cubicBezTo>
                    <a:cubicBezTo>
                      <a:pt x="63934" y="70236"/>
                      <a:pt x="72531" y="60557"/>
                      <a:pt x="72531" y="59482"/>
                    </a:cubicBezTo>
                    <a:cubicBezTo>
                      <a:pt x="72531" y="58407"/>
                      <a:pt x="89725" y="40125"/>
                      <a:pt x="94024" y="35824"/>
                    </a:cubicBezTo>
                    <a:cubicBezTo>
                      <a:pt x="95099" y="34748"/>
                      <a:pt x="97248" y="34748"/>
                      <a:pt x="99397" y="34748"/>
                    </a:cubicBezTo>
                    <a:cubicBezTo>
                      <a:pt x="104770" y="35824"/>
                      <a:pt x="110144" y="41200"/>
                      <a:pt x="112293" y="46577"/>
                    </a:cubicBezTo>
                    <a:cubicBezTo>
                      <a:pt x="113367" y="48728"/>
                      <a:pt x="113367" y="50879"/>
                      <a:pt x="111218" y="54105"/>
                    </a:cubicBezTo>
                    <a:cubicBezTo>
                      <a:pt x="110144" y="56256"/>
                      <a:pt x="106920" y="60557"/>
                      <a:pt x="104770" y="62708"/>
                    </a:cubicBezTo>
                    <a:cubicBezTo>
                      <a:pt x="101546" y="64859"/>
                      <a:pt x="100472" y="68085"/>
                      <a:pt x="100472" y="68085"/>
                    </a:cubicBezTo>
                    <a:cubicBezTo>
                      <a:pt x="100472" y="68085"/>
                      <a:pt x="99397" y="69160"/>
                      <a:pt x="99397" y="69160"/>
                    </a:cubicBezTo>
                    <a:cubicBezTo>
                      <a:pt x="98323" y="70236"/>
                      <a:pt x="92949" y="76688"/>
                      <a:pt x="88651" y="84216"/>
                    </a:cubicBezTo>
                    <a:cubicBezTo>
                      <a:pt x="86502" y="88517"/>
                      <a:pt x="82203" y="98196"/>
                      <a:pt x="83278" y="99271"/>
                    </a:cubicBezTo>
                    <a:cubicBezTo>
                      <a:pt x="83278" y="100347"/>
                      <a:pt x="90800" y="96045"/>
                      <a:pt x="99397" y="89593"/>
                    </a:cubicBezTo>
                    <a:cubicBezTo>
                      <a:pt x="111218" y="79914"/>
                      <a:pt x="117666" y="73462"/>
                      <a:pt x="117666" y="71311"/>
                    </a:cubicBezTo>
                    <a:cubicBezTo>
                      <a:pt x="117666" y="70236"/>
                      <a:pt x="118741" y="69160"/>
                      <a:pt x="119815" y="69160"/>
                    </a:cubicBezTo>
                    <a:cubicBezTo>
                      <a:pt x="121965" y="68085"/>
                      <a:pt x="126263" y="64859"/>
                      <a:pt x="126263" y="64859"/>
                    </a:cubicBezTo>
                    <a:cubicBezTo>
                      <a:pt x="126263" y="64859"/>
                      <a:pt x="127338" y="62708"/>
                      <a:pt x="129487" y="60557"/>
                    </a:cubicBezTo>
                    <a:cubicBezTo>
                      <a:pt x="131636" y="58407"/>
                      <a:pt x="134860" y="54105"/>
                      <a:pt x="137009" y="50879"/>
                    </a:cubicBezTo>
                    <a:cubicBezTo>
                      <a:pt x="147756" y="37974"/>
                      <a:pt x="157428" y="23994"/>
                      <a:pt x="168174" y="10014"/>
                    </a:cubicBezTo>
                    <a:cubicBezTo>
                      <a:pt x="174622" y="336"/>
                      <a:pt x="175696" y="-739"/>
                      <a:pt x="176771" y="336"/>
                    </a:cubicBezTo>
                    <a:cubicBezTo>
                      <a:pt x="176771" y="336"/>
                      <a:pt x="176771" y="2487"/>
                      <a:pt x="175696" y="3562"/>
                    </a:cubicBezTo>
                    <a:cubicBezTo>
                      <a:pt x="174622" y="4637"/>
                      <a:pt x="174622" y="6788"/>
                      <a:pt x="174622" y="6788"/>
                    </a:cubicBezTo>
                    <a:cubicBezTo>
                      <a:pt x="174622" y="6788"/>
                      <a:pt x="174622" y="8939"/>
                      <a:pt x="173547" y="10014"/>
                    </a:cubicBezTo>
                    <a:cubicBezTo>
                      <a:pt x="172472" y="12165"/>
                      <a:pt x="172472" y="14316"/>
                      <a:pt x="172472" y="15391"/>
                    </a:cubicBezTo>
                    <a:cubicBezTo>
                      <a:pt x="172472" y="16467"/>
                      <a:pt x="171398" y="18617"/>
                      <a:pt x="169249" y="21844"/>
                    </a:cubicBezTo>
                    <a:cubicBezTo>
                      <a:pt x="167099" y="25070"/>
                      <a:pt x="166025" y="27221"/>
                      <a:pt x="166025" y="28296"/>
                    </a:cubicBezTo>
                    <a:cubicBezTo>
                      <a:pt x="166025" y="30447"/>
                      <a:pt x="149905" y="54105"/>
                      <a:pt x="144532" y="59482"/>
                    </a:cubicBezTo>
                    <a:cubicBezTo>
                      <a:pt x="142383" y="61633"/>
                      <a:pt x="142383" y="62708"/>
                      <a:pt x="143457" y="61633"/>
                    </a:cubicBezTo>
                    <a:cubicBezTo>
                      <a:pt x="144532" y="61633"/>
                      <a:pt x="143457" y="61633"/>
                      <a:pt x="143457" y="62708"/>
                    </a:cubicBezTo>
                    <a:cubicBezTo>
                      <a:pt x="143457" y="63784"/>
                      <a:pt x="142383" y="64859"/>
                      <a:pt x="143457" y="64859"/>
                    </a:cubicBezTo>
                    <a:cubicBezTo>
                      <a:pt x="143457" y="64859"/>
                      <a:pt x="143457" y="65934"/>
                      <a:pt x="142383" y="67010"/>
                    </a:cubicBezTo>
                    <a:cubicBezTo>
                      <a:pt x="141308" y="68085"/>
                      <a:pt x="141308" y="69160"/>
                      <a:pt x="141308" y="70236"/>
                    </a:cubicBezTo>
                    <a:cubicBezTo>
                      <a:pt x="141308" y="71311"/>
                      <a:pt x="140233" y="72387"/>
                      <a:pt x="140233" y="72387"/>
                    </a:cubicBezTo>
                    <a:cubicBezTo>
                      <a:pt x="140233" y="72387"/>
                      <a:pt x="139159" y="73462"/>
                      <a:pt x="139159" y="73462"/>
                    </a:cubicBezTo>
                    <a:cubicBezTo>
                      <a:pt x="139159" y="74537"/>
                      <a:pt x="137009" y="75613"/>
                      <a:pt x="134860" y="77764"/>
                    </a:cubicBezTo>
                    <a:cubicBezTo>
                      <a:pt x="132711" y="78839"/>
                      <a:pt x="130562" y="80990"/>
                      <a:pt x="130562" y="82065"/>
                    </a:cubicBezTo>
                    <a:cubicBezTo>
                      <a:pt x="130562" y="83141"/>
                      <a:pt x="124114" y="90668"/>
                      <a:pt x="114442" y="99271"/>
                    </a:cubicBezTo>
                    <a:cubicBezTo>
                      <a:pt x="110144" y="102497"/>
                      <a:pt x="106920" y="105723"/>
                      <a:pt x="106920" y="106799"/>
                    </a:cubicBezTo>
                    <a:cubicBezTo>
                      <a:pt x="106920" y="107874"/>
                      <a:pt x="103696" y="110025"/>
                      <a:pt x="99397" y="111100"/>
                    </a:cubicBezTo>
                    <a:cubicBezTo>
                      <a:pt x="94024" y="114327"/>
                      <a:pt x="91875" y="114327"/>
                      <a:pt x="86502" y="114327"/>
                    </a:cubicBezTo>
                    <a:cubicBezTo>
                      <a:pt x="80054" y="114327"/>
                      <a:pt x="76830" y="113251"/>
                      <a:pt x="74681" y="110025"/>
                    </a:cubicBezTo>
                    <a:cubicBezTo>
                      <a:pt x="73606" y="108950"/>
                      <a:pt x="72531" y="107874"/>
                      <a:pt x="71457" y="106799"/>
                    </a:cubicBezTo>
                    <a:cubicBezTo>
                      <a:pt x="66084" y="104648"/>
                      <a:pt x="63934" y="94970"/>
                      <a:pt x="62860" y="90668"/>
                    </a:cubicBezTo>
                    <a:lnTo>
                      <a:pt x="62860" y="84216"/>
                    </a:lnTo>
                    <a:lnTo>
                      <a:pt x="46740" y="100347"/>
                    </a:lnTo>
                    <a:cubicBezTo>
                      <a:pt x="38143" y="108950"/>
                      <a:pt x="30621" y="116477"/>
                      <a:pt x="30621" y="117553"/>
                    </a:cubicBezTo>
                    <a:cubicBezTo>
                      <a:pt x="30621" y="117553"/>
                      <a:pt x="28471" y="119704"/>
                      <a:pt x="26322" y="121854"/>
                    </a:cubicBezTo>
                    <a:cubicBezTo>
                      <a:pt x="23098" y="125080"/>
                      <a:pt x="19874" y="126156"/>
                      <a:pt x="17725" y="126156"/>
                    </a:cubicBezTo>
                    <a:cubicBezTo>
                      <a:pt x="12352" y="126156"/>
                      <a:pt x="531" y="113251"/>
                      <a:pt x="531" y="108950"/>
                    </a:cubicBezTo>
                    <a:cubicBezTo>
                      <a:pt x="-2693" y="99271"/>
                      <a:pt x="9128" y="71311"/>
                      <a:pt x="26322" y="5410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6D8253D1-25D6-BB5E-7101-DF413F28DEB9}"/>
                  </a:ext>
                </a:extLst>
              </p:cNvPr>
              <p:cNvSpPr/>
              <p:nvPr/>
            </p:nvSpPr>
            <p:spPr>
              <a:xfrm>
                <a:off x="1593014" y="3363672"/>
                <a:ext cx="171941" cy="172061"/>
              </a:xfrm>
              <a:custGeom>
                <a:avLst/>
                <a:gdLst>
                  <a:gd name="connsiteX0" fmla="*/ 0 w 171941"/>
                  <a:gd name="connsiteY0" fmla="*/ 150554 h 172061"/>
                  <a:gd name="connsiteX1" fmla="*/ 3224 w 171941"/>
                  <a:gd name="connsiteY1" fmla="*/ 138725 h 172061"/>
                  <a:gd name="connsiteX2" fmla="*/ 3224 w 171941"/>
                  <a:gd name="connsiteY2" fmla="*/ 137649 h 172061"/>
                  <a:gd name="connsiteX3" fmla="*/ 6448 w 171941"/>
                  <a:gd name="connsiteY3" fmla="*/ 130122 h 172061"/>
                  <a:gd name="connsiteX4" fmla="*/ 7522 w 171941"/>
                  <a:gd name="connsiteY4" fmla="*/ 127971 h 172061"/>
                  <a:gd name="connsiteX5" fmla="*/ 13970 w 171941"/>
                  <a:gd name="connsiteY5" fmla="*/ 118292 h 172061"/>
                  <a:gd name="connsiteX6" fmla="*/ 13970 w 171941"/>
                  <a:gd name="connsiteY6" fmla="*/ 117217 h 172061"/>
                  <a:gd name="connsiteX7" fmla="*/ 16120 w 171941"/>
                  <a:gd name="connsiteY7" fmla="*/ 113991 h 172061"/>
                  <a:gd name="connsiteX8" fmla="*/ 17194 w 171941"/>
                  <a:gd name="connsiteY8" fmla="*/ 110765 h 172061"/>
                  <a:gd name="connsiteX9" fmla="*/ 17194 w 171941"/>
                  <a:gd name="connsiteY9" fmla="*/ 109689 h 172061"/>
                  <a:gd name="connsiteX10" fmla="*/ 19343 w 171941"/>
                  <a:gd name="connsiteY10" fmla="*/ 109689 h 172061"/>
                  <a:gd name="connsiteX11" fmla="*/ 19343 w 171941"/>
                  <a:gd name="connsiteY11" fmla="*/ 109689 h 172061"/>
                  <a:gd name="connsiteX12" fmla="*/ 20418 w 171941"/>
                  <a:gd name="connsiteY12" fmla="*/ 107538 h 172061"/>
                  <a:gd name="connsiteX13" fmla="*/ 21493 w 171941"/>
                  <a:gd name="connsiteY13" fmla="*/ 105388 h 172061"/>
                  <a:gd name="connsiteX14" fmla="*/ 21493 w 171941"/>
                  <a:gd name="connsiteY14" fmla="*/ 105388 h 172061"/>
                  <a:gd name="connsiteX15" fmla="*/ 22567 w 171941"/>
                  <a:gd name="connsiteY15" fmla="*/ 104312 h 172061"/>
                  <a:gd name="connsiteX16" fmla="*/ 24717 w 171941"/>
                  <a:gd name="connsiteY16" fmla="*/ 101086 h 172061"/>
                  <a:gd name="connsiteX17" fmla="*/ 26866 w 171941"/>
                  <a:gd name="connsiteY17" fmla="*/ 97860 h 172061"/>
                  <a:gd name="connsiteX18" fmla="*/ 27941 w 171941"/>
                  <a:gd name="connsiteY18" fmla="*/ 96785 h 172061"/>
                  <a:gd name="connsiteX19" fmla="*/ 29015 w 171941"/>
                  <a:gd name="connsiteY19" fmla="*/ 95709 h 172061"/>
                  <a:gd name="connsiteX20" fmla="*/ 31164 w 171941"/>
                  <a:gd name="connsiteY20" fmla="*/ 93558 h 172061"/>
                  <a:gd name="connsiteX21" fmla="*/ 33314 w 171941"/>
                  <a:gd name="connsiteY21" fmla="*/ 91408 h 172061"/>
                  <a:gd name="connsiteX22" fmla="*/ 36538 w 171941"/>
                  <a:gd name="connsiteY22" fmla="*/ 86031 h 172061"/>
                  <a:gd name="connsiteX23" fmla="*/ 39761 w 171941"/>
                  <a:gd name="connsiteY23" fmla="*/ 79578 h 172061"/>
                  <a:gd name="connsiteX24" fmla="*/ 40836 w 171941"/>
                  <a:gd name="connsiteY24" fmla="*/ 78503 h 172061"/>
                  <a:gd name="connsiteX25" fmla="*/ 45135 w 171941"/>
                  <a:gd name="connsiteY25" fmla="*/ 70975 h 172061"/>
                  <a:gd name="connsiteX26" fmla="*/ 46209 w 171941"/>
                  <a:gd name="connsiteY26" fmla="*/ 69900 h 172061"/>
                  <a:gd name="connsiteX27" fmla="*/ 47284 w 171941"/>
                  <a:gd name="connsiteY27" fmla="*/ 68825 h 172061"/>
                  <a:gd name="connsiteX28" fmla="*/ 48359 w 171941"/>
                  <a:gd name="connsiteY28" fmla="*/ 66674 h 172061"/>
                  <a:gd name="connsiteX29" fmla="*/ 51583 w 171941"/>
                  <a:gd name="connsiteY29" fmla="*/ 62372 h 172061"/>
                  <a:gd name="connsiteX30" fmla="*/ 54806 w 171941"/>
                  <a:gd name="connsiteY30" fmla="*/ 58071 h 172061"/>
                  <a:gd name="connsiteX31" fmla="*/ 58030 w 171941"/>
                  <a:gd name="connsiteY31" fmla="*/ 53769 h 172061"/>
                  <a:gd name="connsiteX32" fmla="*/ 59105 w 171941"/>
                  <a:gd name="connsiteY32" fmla="*/ 51618 h 172061"/>
                  <a:gd name="connsiteX33" fmla="*/ 60180 w 171941"/>
                  <a:gd name="connsiteY33" fmla="*/ 49468 h 172061"/>
                  <a:gd name="connsiteX34" fmla="*/ 61254 w 171941"/>
                  <a:gd name="connsiteY34" fmla="*/ 47317 h 172061"/>
                  <a:gd name="connsiteX35" fmla="*/ 62329 w 171941"/>
                  <a:gd name="connsiteY35" fmla="*/ 46242 h 172061"/>
                  <a:gd name="connsiteX36" fmla="*/ 63404 w 171941"/>
                  <a:gd name="connsiteY36" fmla="*/ 45166 h 172061"/>
                  <a:gd name="connsiteX37" fmla="*/ 64478 w 171941"/>
                  <a:gd name="connsiteY37" fmla="*/ 43015 h 172061"/>
                  <a:gd name="connsiteX38" fmla="*/ 65553 w 171941"/>
                  <a:gd name="connsiteY38" fmla="*/ 41940 h 172061"/>
                  <a:gd name="connsiteX39" fmla="*/ 66627 w 171941"/>
                  <a:gd name="connsiteY39" fmla="*/ 40865 h 172061"/>
                  <a:gd name="connsiteX40" fmla="*/ 67702 w 171941"/>
                  <a:gd name="connsiteY40" fmla="*/ 38714 h 172061"/>
                  <a:gd name="connsiteX41" fmla="*/ 69851 w 171941"/>
                  <a:gd name="connsiteY41" fmla="*/ 32262 h 172061"/>
                  <a:gd name="connsiteX42" fmla="*/ 70926 w 171941"/>
                  <a:gd name="connsiteY42" fmla="*/ 32262 h 172061"/>
                  <a:gd name="connsiteX43" fmla="*/ 73075 w 171941"/>
                  <a:gd name="connsiteY43" fmla="*/ 29035 h 172061"/>
                  <a:gd name="connsiteX44" fmla="*/ 74150 w 171941"/>
                  <a:gd name="connsiteY44" fmla="*/ 27960 h 172061"/>
                  <a:gd name="connsiteX45" fmla="*/ 84896 w 171941"/>
                  <a:gd name="connsiteY45" fmla="*/ 13980 h 172061"/>
                  <a:gd name="connsiteX46" fmla="*/ 90269 w 171941"/>
                  <a:gd name="connsiteY46" fmla="*/ 7528 h 172061"/>
                  <a:gd name="connsiteX47" fmla="*/ 92419 w 171941"/>
                  <a:gd name="connsiteY47" fmla="*/ 4302 h 172061"/>
                  <a:gd name="connsiteX48" fmla="*/ 98866 w 171941"/>
                  <a:gd name="connsiteY48" fmla="*/ 0 h 172061"/>
                  <a:gd name="connsiteX49" fmla="*/ 114986 w 171941"/>
                  <a:gd name="connsiteY49" fmla="*/ 10754 h 172061"/>
                  <a:gd name="connsiteX50" fmla="*/ 111762 w 171941"/>
                  <a:gd name="connsiteY50" fmla="*/ 19357 h 172061"/>
                  <a:gd name="connsiteX51" fmla="*/ 108538 w 171941"/>
                  <a:gd name="connsiteY51" fmla="*/ 23658 h 172061"/>
                  <a:gd name="connsiteX52" fmla="*/ 104240 w 171941"/>
                  <a:gd name="connsiteY52" fmla="*/ 29035 h 172061"/>
                  <a:gd name="connsiteX53" fmla="*/ 99941 w 171941"/>
                  <a:gd name="connsiteY53" fmla="*/ 34412 h 172061"/>
                  <a:gd name="connsiteX54" fmla="*/ 96717 w 171941"/>
                  <a:gd name="connsiteY54" fmla="*/ 38714 h 172061"/>
                  <a:gd name="connsiteX55" fmla="*/ 79523 w 171941"/>
                  <a:gd name="connsiteY55" fmla="*/ 61297 h 172061"/>
                  <a:gd name="connsiteX56" fmla="*/ 75225 w 171941"/>
                  <a:gd name="connsiteY56" fmla="*/ 67749 h 172061"/>
                  <a:gd name="connsiteX57" fmla="*/ 73075 w 171941"/>
                  <a:gd name="connsiteY57" fmla="*/ 72051 h 172061"/>
                  <a:gd name="connsiteX58" fmla="*/ 72001 w 171941"/>
                  <a:gd name="connsiteY58" fmla="*/ 75277 h 172061"/>
                  <a:gd name="connsiteX59" fmla="*/ 68777 w 171941"/>
                  <a:gd name="connsiteY59" fmla="*/ 79578 h 172061"/>
                  <a:gd name="connsiteX60" fmla="*/ 66627 w 171941"/>
                  <a:gd name="connsiteY60" fmla="*/ 82805 h 172061"/>
                  <a:gd name="connsiteX61" fmla="*/ 65553 w 171941"/>
                  <a:gd name="connsiteY61" fmla="*/ 83880 h 172061"/>
                  <a:gd name="connsiteX62" fmla="*/ 62329 w 171941"/>
                  <a:gd name="connsiteY62" fmla="*/ 88181 h 172061"/>
                  <a:gd name="connsiteX63" fmla="*/ 59105 w 171941"/>
                  <a:gd name="connsiteY63" fmla="*/ 93558 h 172061"/>
                  <a:gd name="connsiteX64" fmla="*/ 55881 w 171941"/>
                  <a:gd name="connsiteY64" fmla="*/ 96785 h 172061"/>
                  <a:gd name="connsiteX65" fmla="*/ 53732 w 171941"/>
                  <a:gd name="connsiteY65" fmla="*/ 98935 h 172061"/>
                  <a:gd name="connsiteX66" fmla="*/ 49433 w 171941"/>
                  <a:gd name="connsiteY66" fmla="*/ 106463 h 172061"/>
                  <a:gd name="connsiteX67" fmla="*/ 47284 w 171941"/>
                  <a:gd name="connsiteY67" fmla="*/ 108614 h 172061"/>
                  <a:gd name="connsiteX68" fmla="*/ 38687 w 171941"/>
                  <a:gd name="connsiteY68" fmla="*/ 120443 h 172061"/>
                  <a:gd name="connsiteX69" fmla="*/ 37612 w 171941"/>
                  <a:gd name="connsiteY69" fmla="*/ 121518 h 172061"/>
                  <a:gd name="connsiteX70" fmla="*/ 34388 w 171941"/>
                  <a:gd name="connsiteY70" fmla="*/ 126895 h 172061"/>
                  <a:gd name="connsiteX71" fmla="*/ 31164 w 171941"/>
                  <a:gd name="connsiteY71" fmla="*/ 132272 h 172061"/>
                  <a:gd name="connsiteX72" fmla="*/ 38687 w 171941"/>
                  <a:gd name="connsiteY72" fmla="*/ 126895 h 172061"/>
                  <a:gd name="connsiteX73" fmla="*/ 69851 w 171941"/>
                  <a:gd name="connsiteY73" fmla="*/ 105388 h 172061"/>
                  <a:gd name="connsiteX74" fmla="*/ 80598 w 171941"/>
                  <a:gd name="connsiteY74" fmla="*/ 106463 h 172061"/>
                  <a:gd name="connsiteX75" fmla="*/ 82747 w 171941"/>
                  <a:gd name="connsiteY75" fmla="*/ 108614 h 172061"/>
                  <a:gd name="connsiteX76" fmla="*/ 85971 w 171941"/>
                  <a:gd name="connsiteY76" fmla="*/ 111840 h 172061"/>
                  <a:gd name="connsiteX77" fmla="*/ 87045 w 171941"/>
                  <a:gd name="connsiteY77" fmla="*/ 120443 h 172061"/>
                  <a:gd name="connsiteX78" fmla="*/ 84896 w 171941"/>
                  <a:gd name="connsiteY78" fmla="*/ 130122 h 172061"/>
                  <a:gd name="connsiteX79" fmla="*/ 82747 w 171941"/>
                  <a:gd name="connsiteY79" fmla="*/ 136574 h 172061"/>
                  <a:gd name="connsiteX80" fmla="*/ 81672 w 171941"/>
                  <a:gd name="connsiteY80" fmla="*/ 140875 h 172061"/>
                  <a:gd name="connsiteX81" fmla="*/ 80598 w 171941"/>
                  <a:gd name="connsiteY81" fmla="*/ 148403 h 172061"/>
                  <a:gd name="connsiteX82" fmla="*/ 81672 w 171941"/>
                  <a:gd name="connsiteY82" fmla="*/ 154855 h 172061"/>
                  <a:gd name="connsiteX83" fmla="*/ 87045 w 171941"/>
                  <a:gd name="connsiteY83" fmla="*/ 154855 h 172061"/>
                  <a:gd name="connsiteX84" fmla="*/ 101016 w 171941"/>
                  <a:gd name="connsiteY84" fmla="*/ 150554 h 172061"/>
                  <a:gd name="connsiteX85" fmla="*/ 102090 w 171941"/>
                  <a:gd name="connsiteY85" fmla="*/ 149478 h 172061"/>
                  <a:gd name="connsiteX86" fmla="*/ 116061 w 171941"/>
                  <a:gd name="connsiteY86" fmla="*/ 141951 h 172061"/>
                  <a:gd name="connsiteX87" fmla="*/ 132180 w 171941"/>
                  <a:gd name="connsiteY87" fmla="*/ 131197 h 172061"/>
                  <a:gd name="connsiteX88" fmla="*/ 149374 w 171941"/>
                  <a:gd name="connsiteY88" fmla="*/ 118292 h 172061"/>
                  <a:gd name="connsiteX89" fmla="*/ 171942 w 171941"/>
                  <a:gd name="connsiteY89" fmla="*/ 103237 h 172061"/>
                  <a:gd name="connsiteX90" fmla="*/ 164419 w 171941"/>
                  <a:gd name="connsiteY90" fmla="*/ 110765 h 172061"/>
                  <a:gd name="connsiteX91" fmla="*/ 155822 w 171941"/>
                  <a:gd name="connsiteY91" fmla="*/ 119368 h 172061"/>
                  <a:gd name="connsiteX92" fmla="*/ 148300 w 171941"/>
                  <a:gd name="connsiteY92" fmla="*/ 126895 h 172061"/>
                  <a:gd name="connsiteX93" fmla="*/ 147225 w 171941"/>
                  <a:gd name="connsiteY93" fmla="*/ 127971 h 172061"/>
                  <a:gd name="connsiteX94" fmla="*/ 141852 w 171941"/>
                  <a:gd name="connsiteY94" fmla="*/ 133348 h 172061"/>
                  <a:gd name="connsiteX95" fmla="*/ 133255 w 171941"/>
                  <a:gd name="connsiteY95" fmla="*/ 140875 h 172061"/>
                  <a:gd name="connsiteX96" fmla="*/ 128956 w 171941"/>
                  <a:gd name="connsiteY96" fmla="*/ 146252 h 172061"/>
                  <a:gd name="connsiteX97" fmla="*/ 127882 w 171941"/>
                  <a:gd name="connsiteY97" fmla="*/ 147328 h 172061"/>
                  <a:gd name="connsiteX98" fmla="*/ 117135 w 171941"/>
                  <a:gd name="connsiteY98" fmla="*/ 157006 h 172061"/>
                  <a:gd name="connsiteX99" fmla="*/ 110688 w 171941"/>
                  <a:gd name="connsiteY99" fmla="*/ 161308 h 172061"/>
                  <a:gd name="connsiteX100" fmla="*/ 105314 w 171941"/>
                  <a:gd name="connsiteY100" fmla="*/ 164534 h 172061"/>
                  <a:gd name="connsiteX101" fmla="*/ 102090 w 171941"/>
                  <a:gd name="connsiteY101" fmla="*/ 166685 h 172061"/>
                  <a:gd name="connsiteX102" fmla="*/ 99941 w 171941"/>
                  <a:gd name="connsiteY102" fmla="*/ 167760 h 172061"/>
                  <a:gd name="connsiteX103" fmla="*/ 93493 w 171941"/>
                  <a:gd name="connsiteY103" fmla="*/ 166685 h 172061"/>
                  <a:gd name="connsiteX104" fmla="*/ 85971 w 171941"/>
                  <a:gd name="connsiteY104" fmla="*/ 165609 h 172061"/>
                  <a:gd name="connsiteX105" fmla="*/ 67702 w 171941"/>
                  <a:gd name="connsiteY105" fmla="*/ 150554 h 172061"/>
                  <a:gd name="connsiteX106" fmla="*/ 66627 w 171941"/>
                  <a:gd name="connsiteY106" fmla="*/ 148403 h 172061"/>
                  <a:gd name="connsiteX107" fmla="*/ 65553 w 171941"/>
                  <a:gd name="connsiteY107" fmla="*/ 125820 h 172061"/>
                  <a:gd name="connsiteX108" fmla="*/ 66627 w 171941"/>
                  <a:gd name="connsiteY108" fmla="*/ 120443 h 172061"/>
                  <a:gd name="connsiteX109" fmla="*/ 66627 w 171941"/>
                  <a:gd name="connsiteY109" fmla="*/ 118292 h 172061"/>
                  <a:gd name="connsiteX110" fmla="*/ 65553 w 171941"/>
                  <a:gd name="connsiteY110" fmla="*/ 120443 h 172061"/>
                  <a:gd name="connsiteX111" fmla="*/ 64478 w 171941"/>
                  <a:gd name="connsiteY111" fmla="*/ 121518 h 172061"/>
                  <a:gd name="connsiteX112" fmla="*/ 60180 w 171941"/>
                  <a:gd name="connsiteY112" fmla="*/ 124745 h 172061"/>
                  <a:gd name="connsiteX113" fmla="*/ 59105 w 171941"/>
                  <a:gd name="connsiteY113" fmla="*/ 124745 h 172061"/>
                  <a:gd name="connsiteX114" fmla="*/ 58030 w 171941"/>
                  <a:gd name="connsiteY114" fmla="*/ 124745 h 172061"/>
                  <a:gd name="connsiteX115" fmla="*/ 55881 w 171941"/>
                  <a:gd name="connsiteY115" fmla="*/ 126895 h 172061"/>
                  <a:gd name="connsiteX116" fmla="*/ 52657 w 171941"/>
                  <a:gd name="connsiteY116" fmla="*/ 130122 h 172061"/>
                  <a:gd name="connsiteX117" fmla="*/ 50508 w 171941"/>
                  <a:gd name="connsiteY117" fmla="*/ 132272 h 172061"/>
                  <a:gd name="connsiteX118" fmla="*/ 48359 w 171941"/>
                  <a:gd name="connsiteY118" fmla="*/ 134423 h 172061"/>
                  <a:gd name="connsiteX119" fmla="*/ 47284 w 171941"/>
                  <a:gd name="connsiteY119" fmla="*/ 135498 h 172061"/>
                  <a:gd name="connsiteX120" fmla="*/ 44060 w 171941"/>
                  <a:gd name="connsiteY120" fmla="*/ 138725 h 172061"/>
                  <a:gd name="connsiteX121" fmla="*/ 44060 w 171941"/>
                  <a:gd name="connsiteY121" fmla="*/ 138725 h 172061"/>
                  <a:gd name="connsiteX122" fmla="*/ 42985 w 171941"/>
                  <a:gd name="connsiteY122" fmla="*/ 139800 h 172061"/>
                  <a:gd name="connsiteX123" fmla="*/ 41911 w 171941"/>
                  <a:gd name="connsiteY123" fmla="*/ 140875 h 172061"/>
                  <a:gd name="connsiteX124" fmla="*/ 40836 w 171941"/>
                  <a:gd name="connsiteY124" fmla="*/ 141951 h 172061"/>
                  <a:gd name="connsiteX125" fmla="*/ 39761 w 171941"/>
                  <a:gd name="connsiteY125" fmla="*/ 143026 h 172061"/>
                  <a:gd name="connsiteX126" fmla="*/ 38687 w 171941"/>
                  <a:gd name="connsiteY126" fmla="*/ 143026 h 172061"/>
                  <a:gd name="connsiteX127" fmla="*/ 38687 w 171941"/>
                  <a:gd name="connsiteY127" fmla="*/ 145177 h 172061"/>
                  <a:gd name="connsiteX128" fmla="*/ 34388 w 171941"/>
                  <a:gd name="connsiteY128" fmla="*/ 149478 h 172061"/>
                  <a:gd name="connsiteX129" fmla="*/ 25791 w 171941"/>
                  <a:gd name="connsiteY129" fmla="*/ 158081 h 172061"/>
                  <a:gd name="connsiteX130" fmla="*/ 13970 w 171941"/>
                  <a:gd name="connsiteY130" fmla="*/ 167760 h 172061"/>
                  <a:gd name="connsiteX131" fmla="*/ 12896 w 171941"/>
                  <a:gd name="connsiteY131" fmla="*/ 169911 h 172061"/>
                  <a:gd name="connsiteX132" fmla="*/ 11821 w 171941"/>
                  <a:gd name="connsiteY132" fmla="*/ 172061 h 172061"/>
                  <a:gd name="connsiteX133" fmla="*/ 8597 w 171941"/>
                  <a:gd name="connsiteY133" fmla="*/ 172061 h 172061"/>
                  <a:gd name="connsiteX134" fmla="*/ 3224 w 171941"/>
                  <a:gd name="connsiteY134" fmla="*/ 169911 h 172061"/>
                  <a:gd name="connsiteX135" fmla="*/ 0 w 171941"/>
                  <a:gd name="connsiteY135" fmla="*/ 150554 h 172061"/>
                  <a:gd name="connsiteX136" fmla="*/ 20418 w 171941"/>
                  <a:gd name="connsiteY136" fmla="*/ 122594 h 172061"/>
                  <a:gd name="connsiteX137" fmla="*/ 22567 w 171941"/>
                  <a:gd name="connsiteY137" fmla="*/ 118292 h 172061"/>
                  <a:gd name="connsiteX138" fmla="*/ 21493 w 171941"/>
                  <a:gd name="connsiteY138" fmla="*/ 118292 h 172061"/>
                  <a:gd name="connsiteX139" fmla="*/ 20418 w 171941"/>
                  <a:gd name="connsiteY139" fmla="*/ 122594 h 172061"/>
                  <a:gd name="connsiteX140" fmla="*/ 22567 w 171941"/>
                  <a:gd name="connsiteY140" fmla="*/ 116142 h 172061"/>
                  <a:gd name="connsiteX141" fmla="*/ 24717 w 171941"/>
                  <a:gd name="connsiteY141" fmla="*/ 115066 h 172061"/>
                  <a:gd name="connsiteX142" fmla="*/ 23642 w 171941"/>
                  <a:gd name="connsiteY142" fmla="*/ 113991 h 172061"/>
                  <a:gd name="connsiteX143" fmla="*/ 22567 w 171941"/>
                  <a:gd name="connsiteY143" fmla="*/ 116142 h 172061"/>
                  <a:gd name="connsiteX144" fmla="*/ 26866 w 171941"/>
                  <a:gd name="connsiteY144" fmla="*/ 111840 h 172061"/>
                  <a:gd name="connsiteX145" fmla="*/ 26866 w 171941"/>
                  <a:gd name="connsiteY145" fmla="*/ 111840 h 172061"/>
                  <a:gd name="connsiteX146" fmla="*/ 26866 w 171941"/>
                  <a:gd name="connsiteY146" fmla="*/ 110765 h 172061"/>
                  <a:gd name="connsiteX147" fmla="*/ 26866 w 171941"/>
                  <a:gd name="connsiteY147" fmla="*/ 111840 h 172061"/>
                  <a:gd name="connsiteX148" fmla="*/ 26866 w 171941"/>
                  <a:gd name="connsiteY148" fmla="*/ 111840 h 172061"/>
                  <a:gd name="connsiteX149" fmla="*/ 31164 w 171941"/>
                  <a:gd name="connsiteY149" fmla="*/ 104312 h 172061"/>
                  <a:gd name="connsiteX150" fmla="*/ 31164 w 171941"/>
                  <a:gd name="connsiteY150" fmla="*/ 104312 h 172061"/>
                  <a:gd name="connsiteX151" fmla="*/ 31164 w 171941"/>
                  <a:gd name="connsiteY151" fmla="*/ 103237 h 172061"/>
                  <a:gd name="connsiteX152" fmla="*/ 31164 w 171941"/>
                  <a:gd name="connsiteY152" fmla="*/ 104312 h 172061"/>
                  <a:gd name="connsiteX153" fmla="*/ 31164 w 171941"/>
                  <a:gd name="connsiteY153" fmla="*/ 104312 h 172061"/>
                  <a:gd name="connsiteX154" fmla="*/ 32239 w 171941"/>
                  <a:gd name="connsiteY154" fmla="*/ 102162 h 172061"/>
                  <a:gd name="connsiteX155" fmla="*/ 36538 w 171941"/>
                  <a:gd name="connsiteY155" fmla="*/ 98935 h 172061"/>
                  <a:gd name="connsiteX156" fmla="*/ 37612 w 171941"/>
                  <a:gd name="connsiteY156" fmla="*/ 96785 h 172061"/>
                  <a:gd name="connsiteX157" fmla="*/ 38687 w 171941"/>
                  <a:gd name="connsiteY157" fmla="*/ 95709 h 172061"/>
                  <a:gd name="connsiteX158" fmla="*/ 37612 w 171941"/>
                  <a:gd name="connsiteY158" fmla="*/ 95709 h 172061"/>
                  <a:gd name="connsiteX159" fmla="*/ 35463 w 171941"/>
                  <a:gd name="connsiteY159" fmla="*/ 100011 h 172061"/>
                  <a:gd name="connsiteX160" fmla="*/ 32239 w 171941"/>
                  <a:gd name="connsiteY160" fmla="*/ 102162 h 172061"/>
                  <a:gd name="connsiteX161" fmla="*/ 41911 w 171941"/>
                  <a:gd name="connsiteY161" fmla="*/ 87106 h 172061"/>
                  <a:gd name="connsiteX162" fmla="*/ 41911 w 171941"/>
                  <a:gd name="connsiteY162" fmla="*/ 87106 h 172061"/>
                  <a:gd name="connsiteX163" fmla="*/ 42985 w 171941"/>
                  <a:gd name="connsiteY163" fmla="*/ 87106 h 172061"/>
                  <a:gd name="connsiteX164" fmla="*/ 41911 w 171941"/>
                  <a:gd name="connsiteY164" fmla="*/ 87106 h 172061"/>
                  <a:gd name="connsiteX165" fmla="*/ 41911 w 171941"/>
                  <a:gd name="connsiteY165" fmla="*/ 87106 h 172061"/>
                  <a:gd name="connsiteX166" fmla="*/ 44060 w 171941"/>
                  <a:gd name="connsiteY166" fmla="*/ 84955 h 172061"/>
                  <a:gd name="connsiteX167" fmla="*/ 44060 w 171941"/>
                  <a:gd name="connsiteY167" fmla="*/ 84955 h 172061"/>
                  <a:gd name="connsiteX168" fmla="*/ 44060 w 171941"/>
                  <a:gd name="connsiteY168" fmla="*/ 83880 h 172061"/>
                  <a:gd name="connsiteX169" fmla="*/ 44060 w 171941"/>
                  <a:gd name="connsiteY169" fmla="*/ 84955 h 172061"/>
                  <a:gd name="connsiteX170" fmla="*/ 44060 w 171941"/>
                  <a:gd name="connsiteY170" fmla="*/ 84955 h 172061"/>
                  <a:gd name="connsiteX171" fmla="*/ 44060 w 171941"/>
                  <a:gd name="connsiteY171" fmla="*/ 93558 h 172061"/>
                  <a:gd name="connsiteX172" fmla="*/ 44060 w 171941"/>
                  <a:gd name="connsiteY172" fmla="*/ 93558 h 172061"/>
                  <a:gd name="connsiteX173" fmla="*/ 46209 w 171941"/>
                  <a:gd name="connsiteY173" fmla="*/ 92483 h 172061"/>
                  <a:gd name="connsiteX174" fmla="*/ 44060 w 171941"/>
                  <a:gd name="connsiteY174" fmla="*/ 93558 h 172061"/>
                  <a:gd name="connsiteX175" fmla="*/ 44060 w 171941"/>
                  <a:gd name="connsiteY175" fmla="*/ 93558 h 172061"/>
                  <a:gd name="connsiteX176" fmla="*/ 47284 w 171941"/>
                  <a:gd name="connsiteY176" fmla="*/ 79578 h 172061"/>
                  <a:gd name="connsiteX177" fmla="*/ 50508 w 171941"/>
                  <a:gd name="connsiteY177" fmla="*/ 74201 h 172061"/>
                  <a:gd name="connsiteX178" fmla="*/ 49433 w 171941"/>
                  <a:gd name="connsiteY178" fmla="*/ 74201 h 172061"/>
                  <a:gd name="connsiteX179" fmla="*/ 48359 w 171941"/>
                  <a:gd name="connsiteY179" fmla="*/ 75277 h 172061"/>
                  <a:gd name="connsiteX180" fmla="*/ 47284 w 171941"/>
                  <a:gd name="connsiteY180" fmla="*/ 76352 h 172061"/>
                  <a:gd name="connsiteX181" fmla="*/ 47284 w 171941"/>
                  <a:gd name="connsiteY181" fmla="*/ 79578 h 172061"/>
                  <a:gd name="connsiteX182" fmla="*/ 49433 w 171941"/>
                  <a:gd name="connsiteY182" fmla="*/ 86031 h 172061"/>
                  <a:gd name="connsiteX183" fmla="*/ 49433 w 171941"/>
                  <a:gd name="connsiteY183" fmla="*/ 86031 h 172061"/>
                  <a:gd name="connsiteX184" fmla="*/ 49433 w 171941"/>
                  <a:gd name="connsiteY184" fmla="*/ 84955 h 172061"/>
                  <a:gd name="connsiteX185" fmla="*/ 49433 w 171941"/>
                  <a:gd name="connsiteY185" fmla="*/ 86031 h 172061"/>
                  <a:gd name="connsiteX186" fmla="*/ 49433 w 171941"/>
                  <a:gd name="connsiteY186" fmla="*/ 86031 h 172061"/>
                  <a:gd name="connsiteX187" fmla="*/ 53732 w 171941"/>
                  <a:gd name="connsiteY187" fmla="*/ 72051 h 172061"/>
                  <a:gd name="connsiteX188" fmla="*/ 54806 w 171941"/>
                  <a:gd name="connsiteY188" fmla="*/ 69900 h 172061"/>
                  <a:gd name="connsiteX189" fmla="*/ 53732 w 171941"/>
                  <a:gd name="connsiteY189" fmla="*/ 72051 h 172061"/>
                  <a:gd name="connsiteX190" fmla="*/ 53732 w 171941"/>
                  <a:gd name="connsiteY190" fmla="*/ 72051 h 172061"/>
                  <a:gd name="connsiteX191" fmla="*/ 58030 w 171941"/>
                  <a:gd name="connsiteY191" fmla="*/ 65599 h 172061"/>
                  <a:gd name="connsiteX192" fmla="*/ 59105 w 171941"/>
                  <a:gd name="connsiteY192" fmla="*/ 63448 h 172061"/>
                  <a:gd name="connsiteX193" fmla="*/ 58030 w 171941"/>
                  <a:gd name="connsiteY193" fmla="*/ 63448 h 172061"/>
                  <a:gd name="connsiteX194" fmla="*/ 58030 w 171941"/>
                  <a:gd name="connsiteY194" fmla="*/ 65599 h 1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71941" h="172061">
                    <a:moveTo>
                      <a:pt x="0" y="150554"/>
                    </a:moveTo>
                    <a:cubicBezTo>
                      <a:pt x="0" y="145177"/>
                      <a:pt x="1075" y="138725"/>
                      <a:pt x="3224" y="138725"/>
                    </a:cubicBezTo>
                    <a:cubicBezTo>
                      <a:pt x="3224" y="138725"/>
                      <a:pt x="4299" y="137649"/>
                      <a:pt x="3224" y="137649"/>
                    </a:cubicBezTo>
                    <a:cubicBezTo>
                      <a:pt x="2149" y="136574"/>
                      <a:pt x="5373" y="132272"/>
                      <a:pt x="6448" y="130122"/>
                    </a:cubicBezTo>
                    <a:cubicBezTo>
                      <a:pt x="6448" y="129046"/>
                      <a:pt x="7522" y="129046"/>
                      <a:pt x="7522" y="127971"/>
                    </a:cubicBezTo>
                    <a:cubicBezTo>
                      <a:pt x="7522" y="125820"/>
                      <a:pt x="12896" y="117217"/>
                      <a:pt x="13970" y="118292"/>
                    </a:cubicBezTo>
                    <a:cubicBezTo>
                      <a:pt x="13970" y="118292"/>
                      <a:pt x="13970" y="118292"/>
                      <a:pt x="13970" y="117217"/>
                    </a:cubicBezTo>
                    <a:cubicBezTo>
                      <a:pt x="13970" y="116142"/>
                      <a:pt x="13970" y="115066"/>
                      <a:pt x="16120" y="113991"/>
                    </a:cubicBezTo>
                    <a:cubicBezTo>
                      <a:pt x="18269" y="111840"/>
                      <a:pt x="18269" y="111840"/>
                      <a:pt x="17194" y="110765"/>
                    </a:cubicBezTo>
                    <a:cubicBezTo>
                      <a:pt x="16120" y="110765"/>
                      <a:pt x="16120" y="109689"/>
                      <a:pt x="17194" y="109689"/>
                    </a:cubicBezTo>
                    <a:cubicBezTo>
                      <a:pt x="18269" y="109689"/>
                      <a:pt x="18269" y="109689"/>
                      <a:pt x="19343" y="109689"/>
                    </a:cubicBezTo>
                    <a:cubicBezTo>
                      <a:pt x="19343" y="109689"/>
                      <a:pt x="19343" y="109689"/>
                      <a:pt x="19343" y="109689"/>
                    </a:cubicBezTo>
                    <a:cubicBezTo>
                      <a:pt x="19343" y="109689"/>
                      <a:pt x="19343" y="108614"/>
                      <a:pt x="20418" y="107538"/>
                    </a:cubicBezTo>
                    <a:cubicBezTo>
                      <a:pt x="21493" y="106463"/>
                      <a:pt x="21493" y="105388"/>
                      <a:pt x="21493" y="105388"/>
                    </a:cubicBezTo>
                    <a:cubicBezTo>
                      <a:pt x="21493" y="105388"/>
                      <a:pt x="21493" y="105388"/>
                      <a:pt x="21493" y="105388"/>
                    </a:cubicBezTo>
                    <a:cubicBezTo>
                      <a:pt x="21493" y="105388"/>
                      <a:pt x="22567" y="104312"/>
                      <a:pt x="22567" y="104312"/>
                    </a:cubicBezTo>
                    <a:cubicBezTo>
                      <a:pt x="22567" y="103237"/>
                      <a:pt x="23642" y="102162"/>
                      <a:pt x="24717" y="101086"/>
                    </a:cubicBezTo>
                    <a:cubicBezTo>
                      <a:pt x="25791" y="100011"/>
                      <a:pt x="26866" y="98935"/>
                      <a:pt x="26866" y="97860"/>
                    </a:cubicBezTo>
                    <a:cubicBezTo>
                      <a:pt x="26866" y="97860"/>
                      <a:pt x="26866" y="96785"/>
                      <a:pt x="27941" y="96785"/>
                    </a:cubicBezTo>
                    <a:cubicBezTo>
                      <a:pt x="29015" y="96785"/>
                      <a:pt x="29015" y="95709"/>
                      <a:pt x="29015" y="95709"/>
                    </a:cubicBezTo>
                    <a:cubicBezTo>
                      <a:pt x="29015" y="95709"/>
                      <a:pt x="29015" y="94634"/>
                      <a:pt x="31164" y="93558"/>
                    </a:cubicBezTo>
                    <a:cubicBezTo>
                      <a:pt x="32239" y="92483"/>
                      <a:pt x="33314" y="91408"/>
                      <a:pt x="33314" y="91408"/>
                    </a:cubicBezTo>
                    <a:cubicBezTo>
                      <a:pt x="33314" y="91408"/>
                      <a:pt x="34388" y="88181"/>
                      <a:pt x="36538" y="86031"/>
                    </a:cubicBezTo>
                    <a:cubicBezTo>
                      <a:pt x="38687" y="82805"/>
                      <a:pt x="39761" y="80654"/>
                      <a:pt x="39761" y="79578"/>
                    </a:cubicBezTo>
                    <a:cubicBezTo>
                      <a:pt x="39761" y="78503"/>
                      <a:pt x="39761" y="78503"/>
                      <a:pt x="40836" y="78503"/>
                    </a:cubicBezTo>
                    <a:cubicBezTo>
                      <a:pt x="41911" y="78503"/>
                      <a:pt x="46209" y="72051"/>
                      <a:pt x="45135" y="70975"/>
                    </a:cubicBezTo>
                    <a:cubicBezTo>
                      <a:pt x="45135" y="69900"/>
                      <a:pt x="45135" y="69900"/>
                      <a:pt x="46209" y="69900"/>
                    </a:cubicBezTo>
                    <a:cubicBezTo>
                      <a:pt x="47284" y="69900"/>
                      <a:pt x="47284" y="69900"/>
                      <a:pt x="47284" y="68825"/>
                    </a:cubicBezTo>
                    <a:cubicBezTo>
                      <a:pt x="47284" y="67749"/>
                      <a:pt x="47284" y="67749"/>
                      <a:pt x="48359" y="66674"/>
                    </a:cubicBezTo>
                    <a:cubicBezTo>
                      <a:pt x="49433" y="66674"/>
                      <a:pt x="52657" y="63448"/>
                      <a:pt x="51583" y="62372"/>
                    </a:cubicBezTo>
                    <a:cubicBezTo>
                      <a:pt x="51583" y="62372"/>
                      <a:pt x="52657" y="60222"/>
                      <a:pt x="54806" y="58071"/>
                    </a:cubicBezTo>
                    <a:cubicBezTo>
                      <a:pt x="56956" y="55920"/>
                      <a:pt x="58030" y="53769"/>
                      <a:pt x="58030" y="53769"/>
                    </a:cubicBezTo>
                    <a:cubicBezTo>
                      <a:pt x="58030" y="53769"/>
                      <a:pt x="59105" y="52694"/>
                      <a:pt x="59105" y="51618"/>
                    </a:cubicBezTo>
                    <a:cubicBezTo>
                      <a:pt x="59105" y="51618"/>
                      <a:pt x="60180" y="50543"/>
                      <a:pt x="60180" y="49468"/>
                    </a:cubicBezTo>
                    <a:cubicBezTo>
                      <a:pt x="60180" y="48392"/>
                      <a:pt x="60180" y="48392"/>
                      <a:pt x="61254" y="47317"/>
                    </a:cubicBezTo>
                    <a:cubicBezTo>
                      <a:pt x="62329" y="46242"/>
                      <a:pt x="62329" y="46242"/>
                      <a:pt x="62329" y="46242"/>
                    </a:cubicBezTo>
                    <a:cubicBezTo>
                      <a:pt x="62329" y="46242"/>
                      <a:pt x="62329" y="45166"/>
                      <a:pt x="63404" y="45166"/>
                    </a:cubicBezTo>
                    <a:cubicBezTo>
                      <a:pt x="64478" y="44091"/>
                      <a:pt x="64478" y="44091"/>
                      <a:pt x="64478" y="43015"/>
                    </a:cubicBezTo>
                    <a:cubicBezTo>
                      <a:pt x="64478" y="41940"/>
                      <a:pt x="64478" y="41940"/>
                      <a:pt x="65553" y="41940"/>
                    </a:cubicBezTo>
                    <a:cubicBezTo>
                      <a:pt x="65553" y="41940"/>
                      <a:pt x="66627" y="41940"/>
                      <a:pt x="66627" y="40865"/>
                    </a:cubicBezTo>
                    <a:cubicBezTo>
                      <a:pt x="66627" y="39789"/>
                      <a:pt x="67702" y="39789"/>
                      <a:pt x="67702" y="38714"/>
                    </a:cubicBezTo>
                    <a:cubicBezTo>
                      <a:pt x="68777" y="37638"/>
                      <a:pt x="69851" y="34412"/>
                      <a:pt x="69851" y="32262"/>
                    </a:cubicBezTo>
                    <a:cubicBezTo>
                      <a:pt x="69851" y="32262"/>
                      <a:pt x="69851" y="32262"/>
                      <a:pt x="70926" y="32262"/>
                    </a:cubicBezTo>
                    <a:cubicBezTo>
                      <a:pt x="72001" y="32262"/>
                      <a:pt x="73075" y="31186"/>
                      <a:pt x="73075" y="29035"/>
                    </a:cubicBezTo>
                    <a:cubicBezTo>
                      <a:pt x="73075" y="29035"/>
                      <a:pt x="73075" y="27960"/>
                      <a:pt x="74150" y="27960"/>
                    </a:cubicBezTo>
                    <a:cubicBezTo>
                      <a:pt x="75225" y="27960"/>
                      <a:pt x="78448" y="22583"/>
                      <a:pt x="84896" y="13980"/>
                    </a:cubicBezTo>
                    <a:cubicBezTo>
                      <a:pt x="87045" y="10754"/>
                      <a:pt x="89195" y="7528"/>
                      <a:pt x="90269" y="7528"/>
                    </a:cubicBezTo>
                    <a:cubicBezTo>
                      <a:pt x="90269" y="7528"/>
                      <a:pt x="91344" y="6452"/>
                      <a:pt x="92419" y="4302"/>
                    </a:cubicBezTo>
                    <a:cubicBezTo>
                      <a:pt x="93493" y="1075"/>
                      <a:pt x="95643" y="0"/>
                      <a:pt x="98866" y="0"/>
                    </a:cubicBezTo>
                    <a:cubicBezTo>
                      <a:pt x="104240" y="0"/>
                      <a:pt x="114986" y="4302"/>
                      <a:pt x="114986" y="10754"/>
                    </a:cubicBezTo>
                    <a:cubicBezTo>
                      <a:pt x="114986" y="12905"/>
                      <a:pt x="112837" y="17206"/>
                      <a:pt x="111762" y="19357"/>
                    </a:cubicBezTo>
                    <a:cubicBezTo>
                      <a:pt x="110688" y="20432"/>
                      <a:pt x="109613" y="22583"/>
                      <a:pt x="108538" y="23658"/>
                    </a:cubicBezTo>
                    <a:cubicBezTo>
                      <a:pt x="107464" y="24734"/>
                      <a:pt x="105314" y="27960"/>
                      <a:pt x="104240" y="29035"/>
                    </a:cubicBezTo>
                    <a:cubicBezTo>
                      <a:pt x="103165" y="31186"/>
                      <a:pt x="101016" y="33337"/>
                      <a:pt x="99941" y="34412"/>
                    </a:cubicBezTo>
                    <a:cubicBezTo>
                      <a:pt x="98866" y="35488"/>
                      <a:pt x="97792" y="37638"/>
                      <a:pt x="96717" y="38714"/>
                    </a:cubicBezTo>
                    <a:cubicBezTo>
                      <a:pt x="92419" y="44091"/>
                      <a:pt x="82747" y="54845"/>
                      <a:pt x="79523" y="61297"/>
                    </a:cubicBezTo>
                    <a:cubicBezTo>
                      <a:pt x="78448" y="63448"/>
                      <a:pt x="76299" y="66674"/>
                      <a:pt x="75225" y="67749"/>
                    </a:cubicBezTo>
                    <a:cubicBezTo>
                      <a:pt x="74150" y="69900"/>
                      <a:pt x="72001" y="70975"/>
                      <a:pt x="73075" y="72051"/>
                    </a:cubicBezTo>
                    <a:cubicBezTo>
                      <a:pt x="73075" y="72051"/>
                      <a:pt x="73075" y="74201"/>
                      <a:pt x="72001" y="75277"/>
                    </a:cubicBezTo>
                    <a:cubicBezTo>
                      <a:pt x="70926" y="76352"/>
                      <a:pt x="69851" y="78503"/>
                      <a:pt x="68777" y="79578"/>
                    </a:cubicBezTo>
                    <a:cubicBezTo>
                      <a:pt x="67702" y="80654"/>
                      <a:pt x="66627" y="81729"/>
                      <a:pt x="66627" y="82805"/>
                    </a:cubicBezTo>
                    <a:cubicBezTo>
                      <a:pt x="66627" y="83880"/>
                      <a:pt x="65553" y="83880"/>
                      <a:pt x="65553" y="83880"/>
                    </a:cubicBezTo>
                    <a:cubicBezTo>
                      <a:pt x="65553" y="83880"/>
                      <a:pt x="64478" y="87106"/>
                      <a:pt x="62329" y="88181"/>
                    </a:cubicBezTo>
                    <a:cubicBezTo>
                      <a:pt x="60180" y="90332"/>
                      <a:pt x="59105" y="92483"/>
                      <a:pt x="59105" y="93558"/>
                    </a:cubicBezTo>
                    <a:cubicBezTo>
                      <a:pt x="59105" y="93558"/>
                      <a:pt x="58030" y="95709"/>
                      <a:pt x="55881" y="96785"/>
                    </a:cubicBezTo>
                    <a:cubicBezTo>
                      <a:pt x="54806" y="97860"/>
                      <a:pt x="53732" y="98935"/>
                      <a:pt x="53732" y="98935"/>
                    </a:cubicBezTo>
                    <a:cubicBezTo>
                      <a:pt x="54806" y="98935"/>
                      <a:pt x="50508" y="104312"/>
                      <a:pt x="49433" y="106463"/>
                    </a:cubicBezTo>
                    <a:cubicBezTo>
                      <a:pt x="48359" y="107538"/>
                      <a:pt x="47284" y="108614"/>
                      <a:pt x="47284" y="108614"/>
                    </a:cubicBezTo>
                    <a:cubicBezTo>
                      <a:pt x="47284" y="109689"/>
                      <a:pt x="39761" y="119368"/>
                      <a:pt x="38687" y="120443"/>
                    </a:cubicBezTo>
                    <a:cubicBezTo>
                      <a:pt x="38687" y="120443"/>
                      <a:pt x="37612" y="121518"/>
                      <a:pt x="37612" y="121518"/>
                    </a:cubicBezTo>
                    <a:cubicBezTo>
                      <a:pt x="37612" y="121518"/>
                      <a:pt x="36538" y="124745"/>
                      <a:pt x="34388" y="126895"/>
                    </a:cubicBezTo>
                    <a:cubicBezTo>
                      <a:pt x="32239" y="129046"/>
                      <a:pt x="31164" y="132272"/>
                      <a:pt x="31164" y="132272"/>
                    </a:cubicBezTo>
                    <a:cubicBezTo>
                      <a:pt x="31164" y="133348"/>
                      <a:pt x="31164" y="133348"/>
                      <a:pt x="38687" y="126895"/>
                    </a:cubicBezTo>
                    <a:cubicBezTo>
                      <a:pt x="49433" y="117217"/>
                      <a:pt x="62329" y="108614"/>
                      <a:pt x="69851" y="105388"/>
                    </a:cubicBezTo>
                    <a:cubicBezTo>
                      <a:pt x="74150" y="104312"/>
                      <a:pt x="78448" y="104312"/>
                      <a:pt x="80598" y="106463"/>
                    </a:cubicBezTo>
                    <a:cubicBezTo>
                      <a:pt x="81672" y="107538"/>
                      <a:pt x="82747" y="107538"/>
                      <a:pt x="82747" y="108614"/>
                    </a:cubicBezTo>
                    <a:cubicBezTo>
                      <a:pt x="82747" y="109689"/>
                      <a:pt x="84896" y="110765"/>
                      <a:pt x="85971" y="111840"/>
                    </a:cubicBezTo>
                    <a:cubicBezTo>
                      <a:pt x="88120" y="113991"/>
                      <a:pt x="88120" y="115066"/>
                      <a:pt x="87045" y="120443"/>
                    </a:cubicBezTo>
                    <a:cubicBezTo>
                      <a:pt x="87045" y="123669"/>
                      <a:pt x="85971" y="127971"/>
                      <a:pt x="84896" y="130122"/>
                    </a:cubicBezTo>
                    <a:cubicBezTo>
                      <a:pt x="83822" y="132272"/>
                      <a:pt x="82747" y="135498"/>
                      <a:pt x="82747" y="136574"/>
                    </a:cubicBezTo>
                    <a:cubicBezTo>
                      <a:pt x="82747" y="137649"/>
                      <a:pt x="81672" y="139800"/>
                      <a:pt x="81672" y="140875"/>
                    </a:cubicBezTo>
                    <a:cubicBezTo>
                      <a:pt x="80598" y="141951"/>
                      <a:pt x="80598" y="145177"/>
                      <a:pt x="80598" y="148403"/>
                    </a:cubicBezTo>
                    <a:cubicBezTo>
                      <a:pt x="80598" y="152705"/>
                      <a:pt x="80598" y="153780"/>
                      <a:pt x="81672" y="154855"/>
                    </a:cubicBezTo>
                    <a:cubicBezTo>
                      <a:pt x="82747" y="154855"/>
                      <a:pt x="84896" y="155931"/>
                      <a:pt x="87045" y="154855"/>
                    </a:cubicBezTo>
                    <a:cubicBezTo>
                      <a:pt x="91344" y="154855"/>
                      <a:pt x="101016" y="151629"/>
                      <a:pt x="101016" y="150554"/>
                    </a:cubicBezTo>
                    <a:cubicBezTo>
                      <a:pt x="101016" y="150554"/>
                      <a:pt x="101016" y="149478"/>
                      <a:pt x="102090" y="149478"/>
                    </a:cubicBezTo>
                    <a:cubicBezTo>
                      <a:pt x="103165" y="149478"/>
                      <a:pt x="113911" y="144101"/>
                      <a:pt x="116061" y="141951"/>
                    </a:cubicBezTo>
                    <a:cubicBezTo>
                      <a:pt x="119285" y="139800"/>
                      <a:pt x="125732" y="134423"/>
                      <a:pt x="132180" y="131197"/>
                    </a:cubicBezTo>
                    <a:cubicBezTo>
                      <a:pt x="135404" y="129046"/>
                      <a:pt x="142927" y="123669"/>
                      <a:pt x="149374" y="118292"/>
                    </a:cubicBezTo>
                    <a:cubicBezTo>
                      <a:pt x="162270" y="108614"/>
                      <a:pt x="171942" y="103237"/>
                      <a:pt x="171942" y="103237"/>
                    </a:cubicBezTo>
                    <a:cubicBezTo>
                      <a:pt x="171942" y="103237"/>
                      <a:pt x="168718" y="107538"/>
                      <a:pt x="164419" y="110765"/>
                    </a:cubicBezTo>
                    <a:cubicBezTo>
                      <a:pt x="160121" y="115066"/>
                      <a:pt x="155822" y="119368"/>
                      <a:pt x="155822" y="119368"/>
                    </a:cubicBezTo>
                    <a:cubicBezTo>
                      <a:pt x="155822" y="120443"/>
                      <a:pt x="149374" y="126895"/>
                      <a:pt x="148300" y="126895"/>
                    </a:cubicBezTo>
                    <a:cubicBezTo>
                      <a:pt x="148300" y="126895"/>
                      <a:pt x="147225" y="126895"/>
                      <a:pt x="147225" y="127971"/>
                    </a:cubicBezTo>
                    <a:cubicBezTo>
                      <a:pt x="147225" y="129046"/>
                      <a:pt x="144001" y="131197"/>
                      <a:pt x="141852" y="133348"/>
                    </a:cubicBezTo>
                    <a:cubicBezTo>
                      <a:pt x="138628" y="135498"/>
                      <a:pt x="135404" y="138725"/>
                      <a:pt x="133255" y="140875"/>
                    </a:cubicBezTo>
                    <a:cubicBezTo>
                      <a:pt x="131106" y="143026"/>
                      <a:pt x="130031" y="145177"/>
                      <a:pt x="128956" y="146252"/>
                    </a:cubicBezTo>
                    <a:cubicBezTo>
                      <a:pt x="127882" y="146252"/>
                      <a:pt x="127882" y="147328"/>
                      <a:pt x="127882" y="147328"/>
                    </a:cubicBezTo>
                    <a:cubicBezTo>
                      <a:pt x="127882" y="148403"/>
                      <a:pt x="122509" y="153780"/>
                      <a:pt x="117135" y="157006"/>
                    </a:cubicBezTo>
                    <a:cubicBezTo>
                      <a:pt x="114986" y="158081"/>
                      <a:pt x="111762" y="160232"/>
                      <a:pt x="110688" y="161308"/>
                    </a:cubicBezTo>
                    <a:cubicBezTo>
                      <a:pt x="109613" y="162383"/>
                      <a:pt x="107464" y="164534"/>
                      <a:pt x="105314" y="164534"/>
                    </a:cubicBezTo>
                    <a:cubicBezTo>
                      <a:pt x="104240" y="164534"/>
                      <a:pt x="102090" y="165609"/>
                      <a:pt x="102090" y="166685"/>
                    </a:cubicBezTo>
                    <a:cubicBezTo>
                      <a:pt x="102090" y="166685"/>
                      <a:pt x="101016" y="167760"/>
                      <a:pt x="99941" y="167760"/>
                    </a:cubicBezTo>
                    <a:cubicBezTo>
                      <a:pt x="98866" y="167760"/>
                      <a:pt x="96717" y="167760"/>
                      <a:pt x="93493" y="166685"/>
                    </a:cubicBezTo>
                    <a:cubicBezTo>
                      <a:pt x="90269" y="166685"/>
                      <a:pt x="88120" y="165609"/>
                      <a:pt x="85971" y="165609"/>
                    </a:cubicBezTo>
                    <a:cubicBezTo>
                      <a:pt x="81672" y="165609"/>
                      <a:pt x="67702" y="151629"/>
                      <a:pt x="67702" y="150554"/>
                    </a:cubicBezTo>
                    <a:cubicBezTo>
                      <a:pt x="67702" y="150554"/>
                      <a:pt x="67702" y="149478"/>
                      <a:pt x="66627" y="148403"/>
                    </a:cubicBezTo>
                    <a:cubicBezTo>
                      <a:pt x="63404" y="146252"/>
                      <a:pt x="63404" y="135498"/>
                      <a:pt x="65553" y="125820"/>
                    </a:cubicBezTo>
                    <a:cubicBezTo>
                      <a:pt x="65553" y="123669"/>
                      <a:pt x="66627" y="121518"/>
                      <a:pt x="66627" y="120443"/>
                    </a:cubicBezTo>
                    <a:lnTo>
                      <a:pt x="66627" y="118292"/>
                    </a:lnTo>
                    <a:lnTo>
                      <a:pt x="65553" y="120443"/>
                    </a:lnTo>
                    <a:cubicBezTo>
                      <a:pt x="65553" y="121518"/>
                      <a:pt x="64478" y="121518"/>
                      <a:pt x="64478" y="121518"/>
                    </a:cubicBezTo>
                    <a:cubicBezTo>
                      <a:pt x="64478" y="120443"/>
                      <a:pt x="60180" y="122594"/>
                      <a:pt x="60180" y="124745"/>
                    </a:cubicBezTo>
                    <a:cubicBezTo>
                      <a:pt x="60180" y="125820"/>
                      <a:pt x="60180" y="125820"/>
                      <a:pt x="59105" y="124745"/>
                    </a:cubicBezTo>
                    <a:cubicBezTo>
                      <a:pt x="59105" y="123669"/>
                      <a:pt x="58030" y="123669"/>
                      <a:pt x="58030" y="124745"/>
                    </a:cubicBezTo>
                    <a:cubicBezTo>
                      <a:pt x="58030" y="124745"/>
                      <a:pt x="56956" y="125820"/>
                      <a:pt x="55881" y="126895"/>
                    </a:cubicBezTo>
                    <a:cubicBezTo>
                      <a:pt x="54806" y="126895"/>
                      <a:pt x="53732" y="127971"/>
                      <a:pt x="52657" y="130122"/>
                    </a:cubicBezTo>
                    <a:cubicBezTo>
                      <a:pt x="52657" y="131197"/>
                      <a:pt x="51583" y="132272"/>
                      <a:pt x="50508" y="132272"/>
                    </a:cubicBezTo>
                    <a:cubicBezTo>
                      <a:pt x="49433" y="132272"/>
                      <a:pt x="48359" y="133348"/>
                      <a:pt x="48359" y="134423"/>
                    </a:cubicBezTo>
                    <a:cubicBezTo>
                      <a:pt x="48359" y="135498"/>
                      <a:pt x="47284" y="135498"/>
                      <a:pt x="47284" y="135498"/>
                    </a:cubicBezTo>
                    <a:cubicBezTo>
                      <a:pt x="46209" y="134423"/>
                      <a:pt x="42985" y="136574"/>
                      <a:pt x="44060" y="138725"/>
                    </a:cubicBezTo>
                    <a:cubicBezTo>
                      <a:pt x="44060" y="139800"/>
                      <a:pt x="44060" y="139800"/>
                      <a:pt x="44060" y="138725"/>
                    </a:cubicBezTo>
                    <a:cubicBezTo>
                      <a:pt x="44060" y="138725"/>
                      <a:pt x="42985" y="138725"/>
                      <a:pt x="42985" y="139800"/>
                    </a:cubicBezTo>
                    <a:cubicBezTo>
                      <a:pt x="42985" y="140875"/>
                      <a:pt x="42985" y="140875"/>
                      <a:pt x="41911" y="140875"/>
                    </a:cubicBezTo>
                    <a:cubicBezTo>
                      <a:pt x="41911" y="140875"/>
                      <a:pt x="40836" y="140875"/>
                      <a:pt x="40836" y="141951"/>
                    </a:cubicBezTo>
                    <a:cubicBezTo>
                      <a:pt x="40836" y="143026"/>
                      <a:pt x="39761" y="143026"/>
                      <a:pt x="39761" y="143026"/>
                    </a:cubicBezTo>
                    <a:cubicBezTo>
                      <a:pt x="39761" y="141951"/>
                      <a:pt x="38687" y="141951"/>
                      <a:pt x="38687" y="143026"/>
                    </a:cubicBezTo>
                    <a:cubicBezTo>
                      <a:pt x="38687" y="143026"/>
                      <a:pt x="38687" y="144101"/>
                      <a:pt x="38687" y="145177"/>
                    </a:cubicBezTo>
                    <a:cubicBezTo>
                      <a:pt x="38687" y="146252"/>
                      <a:pt x="35463" y="149478"/>
                      <a:pt x="34388" y="149478"/>
                    </a:cubicBezTo>
                    <a:cubicBezTo>
                      <a:pt x="33314" y="149478"/>
                      <a:pt x="30090" y="152705"/>
                      <a:pt x="25791" y="158081"/>
                    </a:cubicBezTo>
                    <a:cubicBezTo>
                      <a:pt x="21493" y="162383"/>
                      <a:pt x="15045" y="167760"/>
                      <a:pt x="13970" y="167760"/>
                    </a:cubicBezTo>
                    <a:cubicBezTo>
                      <a:pt x="12896" y="167760"/>
                      <a:pt x="12896" y="168835"/>
                      <a:pt x="12896" y="169911"/>
                    </a:cubicBezTo>
                    <a:cubicBezTo>
                      <a:pt x="12896" y="170986"/>
                      <a:pt x="11821" y="172061"/>
                      <a:pt x="11821" y="172061"/>
                    </a:cubicBezTo>
                    <a:cubicBezTo>
                      <a:pt x="11821" y="172061"/>
                      <a:pt x="9672" y="172061"/>
                      <a:pt x="8597" y="172061"/>
                    </a:cubicBezTo>
                    <a:cubicBezTo>
                      <a:pt x="6448" y="172061"/>
                      <a:pt x="6448" y="172061"/>
                      <a:pt x="3224" y="169911"/>
                    </a:cubicBezTo>
                    <a:cubicBezTo>
                      <a:pt x="0" y="162383"/>
                      <a:pt x="0" y="159157"/>
                      <a:pt x="0" y="150554"/>
                    </a:cubicBezTo>
                    <a:close/>
                    <a:moveTo>
                      <a:pt x="20418" y="122594"/>
                    </a:moveTo>
                    <a:cubicBezTo>
                      <a:pt x="20418" y="122594"/>
                      <a:pt x="22567" y="119368"/>
                      <a:pt x="22567" y="118292"/>
                    </a:cubicBezTo>
                    <a:cubicBezTo>
                      <a:pt x="22567" y="118292"/>
                      <a:pt x="22567" y="118292"/>
                      <a:pt x="21493" y="118292"/>
                    </a:cubicBezTo>
                    <a:cubicBezTo>
                      <a:pt x="20418" y="119368"/>
                      <a:pt x="19343" y="121518"/>
                      <a:pt x="20418" y="122594"/>
                    </a:cubicBezTo>
                    <a:close/>
                    <a:moveTo>
                      <a:pt x="22567" y="116142"/>
                    </a:moveTo>
                    <a:cubicBezTo>
                      <a:pt x="22567" y="117217"/>
                      <a:pt x="24717" y="116142"/>
                      <a:pt x="24717" y="115066"/>
                    </a:cubicBezTo>
                    <a:cubicBezTo>
                      <a:pt x="24717" y="115066"/>
                      <a:pt x="24717" y="113991"/>
                      <a:pt x="23642" y="113991"/>
                    </a:cubicBezTo>
                    <a:cubicBezTo>
                      <a:pt x="23642" y="113991"/>
                      <a:pt x="22567" y="116142"/>
                      <a:pt x="22567" y="116142"/>
                    </a:cubicBezTo>
                    <a:close/>
                    <a:moveTo>
                      <a:pt x="26866" y="111840"/>
                    </a:moveTo>
                    <a:cubicBezTo>
                      <a:pt x="26866" y="111840"/>
                      <a:pt x="26866" y="111840"/>
                      <a:pt x="26866" y="111840"/>
                    </a:cubicBezTo>
                    <a:cubicBezTo>
                      <a:pt x="27941" y="110765"/>
                      <a:pt x="27941" y="110765"/>
                      <a:pt x="26866" y="110765"/>
                    </a:cubicBezTo>
                    <a:cubicBezTo>
                      <a:pt x="25791" y="110765"/>
                      <a:pt x="26866" y="110765"/>
                      <a:pt x="26866" y="111840"/>
                    </a:cubicBezTo>
                    <a:cubicBezTo>
                      <a:pt x="25791" y="111840"/>
                      <a:pt x="25791" y="111840"/>
                      <a:pt x="26866" y="111840"/>
                    </a:cubicBezTo>
                    <a:close/>
                    <a:moveTo>
                      <a:pt x="31164" y="104312"/>
                    </a:moveTo>
                    <a:cubicBezTo>
                      <a:pt x="31164" y="104312"/>
                      <a:pt x="32239" y="104312"/>
                      <a:pt x="31164" y="104312"/>
                    </a:cubicBezTo>
                    <a:cubicBezTo>
                      <a:pt x="32239" y="103237"/>
                      <a:pt x="31164" y="103237"/>
                      <a:pt x="31164" y="103237"/>
                    </a:cubicBezTo>
                    <a:cubicBezTo>
                      <a:pt x="31164" y="103237"/>
                      <a:pt x="30090" y="104312"/>
                      <a:pt x="31164" y="104312"/>
                    </a:cubicBezTo>
                    <a:cubicBezTo>
                      <a:pt x="30090" y="104312"/>
                      <a:pt x="31164" y="104312"/>
                      <a:pt x="31164" y="104312"/>
                    </a:cubicBezTo>
                    <a:close/>
                    <a:moveTo>
                      <a:pt x="32239" y="102162"/>
                    </a:moveTo>
                    <a:cubicBezTo>
                      <a:pt x="32239" y="103237"/>
                      <a:pt x="36538" y="100011"/>
                      <a:pt x="36538" y="98935"/>
                    </a:cubicBezTo>
                    <a:cubicBezTo>
                      <a:pt x="36538" y="97860"/>
                      <a:pt x="37612" y="96785"/>
                      <a:pt x="37612" y="96785"/>
                    </a:cubicBezTo>
                    <a:cubicBezTo>
                      <a:pt x="38687" y="95709"/>
                      <a:pt x="38687" y="95709"/>
                      <a:pt x="38687" y="95709"/>
                    </a:cubicBezTo>
                    <a:cubicBezTo>
                      <a:pt x="38687" y="95709"/>
                      <a:pt x="37612" y="95709"/>
                      <a:pt x="37612" y="95709"/>
                    </a:cubicBezTo>
                    <a:cubicBezTo>
                      <a:pt x="36538" y="96785"/>
                      <a:pt x="36538" y="98935"/>
                      <a:pt x="35463" y="100011"/>
                    </a:cubicBezTo>
                    <a:cubicBezTo>
                      <a:pt x="32239" y="100011"/>
                      <a:pt x="32239" y="101086"/>
                      <a:pt x="32239" y="102162"/>
                    </a:cubicBezTo>
                    <a:close/>
                    <a:moveTo>
                      <a:pt x="41911" y="87106"/>
                    </a:moveTo>
                    <a:cubicBezTo>
                      <a:pt x="41911" y="87106"/>
                      <a:pt x="42985" y="88181"/>
                      <a:pt x="41911" y="87106"/>
                    </a:cubicBezTo>
                    <a:cubicBezTo>
                      <a:pt x="42985" y="87106"/>
                      <a:pt x="42985" y="87106"/>
                      <a:pt x="42985" y="87106"/>
                    </a:cubicBezTo>
                    <a:cubicBezTo>
                      <a:pt x="42985" y="87106"/>
                      <a:pt x="42985" y="86031"/>
                      <a:pt x="41911" y="87106"/>
                    </a:cubicBezTo>
                    <a:cubicBezTo>
                      <a:pt x="42985" y="86031"/>
                      <a:pt x="41911" y="87106"/>
                      <a:pt x="41911" y="87106"/>
                    </a:cubicBezTo>
                    <a:close/>
                    <a:moveTo>
                      <a:pt x="44060" y="84955"/>
                    </a:moveTo>
                    <a:cubicBezTo>
                      <a:pt x="45135" y="84955"/>
                      <a:pt x="45135" y="84955"/>
                      <a:pt x="44060" y="84955"/>
                    </a:cubicBezTo>
                    <a:cubicBezTo>
                      <a:pt x="45135" y="83880"/>
                      <a:pt x="44060" y="83880"/>
                      <a:pt x="44060" y="83880"/>
                    </a:cubicBezTo>
                    <a:cubicBezTo>
                      <a:pt x="44060" y="83880"/>
                      <a:pt x="44060" y="83880"/>
                      <a:pt x="44060" y="84955"/>
                    </a:cubicBezTo>
                    <a:cubicBezTo>
                      <a:pt x="44060" y="84955"/>
                      <a:pt x="44060" y="86031"/>
                      <a:pt x="44060" y="84955"/>
                    </a:cubicBezTo>
                    <a:close/>
                    <a:moveTo>
                      <a:pt x="44060" y="93558"/>
                    </a:moveTo>
                    <a:cubicBezTo>
                      <a:pt x="44060" y="94634"/>
                      <a:pt x="44060" y="94634"/>
                      <a:pt x="44060" y="93558"/>
                    </a:cubicBezTo>
                    <a:cubicBezTo>
                      <a:pt x="46209" y="93558"/>
                      <a:pt x="46209" y="92483"/>
                      <a:pt x="46209" y="92483"/>
                    </a:cubicBezTo>
                    <a:cubicBezTo>
                      <a:pt x="46209" y="92483"/>
                      <a:pt x="45135" y="92483"/>
                      <a:pt x="44060" y="93558"/>
                    </a:cubicBezTo>
                    <a:cubicBezTo>
                      <a:pt x="44060" y="92483"/>
                      <a:pt x="44060" y="92483"/>
                      <a:pt x="44060" y="93558"/>
                    </a:cubicBezTo>
                    <a:close/>
                    <a:moveTo>
                      <a:pt x="47284" y="79578"/>
                    </a:moveTo>
                    <a:cubicBezTo>
                      <a:pt x="47284" y="79578"/>
                      <a:pt x="50508" y="75277"/>
                      <a:pt x="50508" y="74201"/>
                    </a:cubicBezTo>
                    <a:cubicBezTo>
                      <a:pt x="50508" y="74201"/>
                      <a:pt x="50508" y="74201"/>
                      <a:pt x="49433" y="74201"/>
                    </a:cubicBezTo>
                    <a:cubicBezTo>
                      <a:pt x="49433" y="74201"/>
                      <a:pt x="48359" y="75277"/>
                      <a:pt x="48359" y="75277"/>
                    </a:cubicBezTo>
                    <a:cubicBezTo>
                      <a:pt x="48359" y="76352"/>
                      <a:pt x="48359" y="76352"/>
                      <a:pt x="47284" y="76352"/>
                    </a:cubicBezTo>
                    <a:cubicBezTo>
                      <a:pt x="48359" y="77428"/>
                      <a:pt x="47284" y="79578"/>
                      <a:pt x="47284" y="79578"/>
                    </a:cubicBezTo>
                    <a:close/>
                    <a:moveTo>
                      <a:pt x="49433" y="86031"/>
                    </a:moveTo>
                    <a:cubicBezTo>
                      <a:pt x="50508" y="86031"/>
                      <a:pt x="50508" y="84955"/>
                      <a:pt x="49433" y="86031"/>
                    </a:cubicBezTo>
                    <a:cubicBezTo>
                      <a:pt x="50508" y="84955"/>
                      <a:pt x="49433" y="84955"/>
                      <a:pt x="49433" y="84955"/>
                    </a:cubicBezTo>
                    <a:cubicBezTo>
                      <a:pt x="50508" y="83880"/>
                      <a:pt x="49433" y="83880"/>
                      <a:pt x="49433" y="86031"/>
                    </a:cubicBezTo>
                    <a:cubicBezTo>
                      <a:pt x="49433" y="84955"/>
                      <a:pt x="49433" y="86031"/>
                      <a:pt x="49433" y="86031"/>
                    </a:cubicBezTo>
                    <a:close/>
                    <a:moveTo>
                      <a:pt x="53732" y="72051"/>
                    </a:moveTo>
                    <a:cubicBezTo>
                      <a:pt x="53732" y="70975"/>
                      <a:pt x="54806" y="69900"/>
                      <a:pt x="54806" y="69900"/>
                    </a:cubicBezTo>
                    <a:cubicBezTo>
                      <a:pt x="52657" y="70975"/>
                      <a:pt x="52657" y="70975"/>
                      <a:pt x="53732" y="72051"/>
                    </a:cubicBezTo>
                    <a:cubicBezTo>
                      <a:pt x="52657" y="74201"/>
                      <a:pt x="52657" y="74201"/>
                      <a:pt x="53732" y="72051"/>
                    </a:cubicBezTo>
                    <a:close/>
                    <a:moveTo>
                      <a:pt x="58030" y="65599"/>
                    </a:moveTo>
                    <a:cubicBezTo>
                      <a:pt x="59105" y="65599"/>
                      <a:pt x="59105" y="64523"/>
                      <a:pt x="59105" y="63448"/>
                    </a:cubicBezTo>
                    <a:cubicBezTo>
                      <a:pt x="59105" y="63448"/>
                      <a:pt x="58030" y="63448"/>
                      <a:pt x="58030" y="63448"/>
                    </a:cubicBezTo>
                    <a:cubicBezTo>
                      <a:pt x="56956" y="65599"/>
                      <a:pt x="56956" y="66674"/>
                      <a:pt x="58030" y="65599"/>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B04517A1-00A5-B16F-D252-D2210D90ADFB}"/>
                  </a:ext>
                </a:extLst>
              </p:cNvPr>
              <p:cNvSpPr/>
              <p:nvPr/>
            </p:nvSpPr>
            <p:spPr>
              <a:xfrm>
                <a:off x="1720896" y="3446476"/>
                <a:ext cx="184754" cy="86030"/>
              </a:xfrm>
              <a:custGeom>
                <a:avLst/>
                <a:gdLst>
                  <a:gd name="connsiteX0" fmla="*/ 0 w 184754"/>
                  <a:gd name="connsiteY0" fmla="*/ 64523 h 86030"/>
                  <a:gd name="connsiteX1" fmla="*/ 1075 w 184754"/>
                  <a:gd name="connsiteY1" fmla="*/ 59146 h 86030"/>
                  <a:gd name="connsiteX2" fmla="*/ 4299 w 184754"/>
                  <a:gd name="connsiteY2" fmla="*/ 52694 h 86030"/>
                  <a:gd name="connsiteX3" fmla="*/ 23642 w 184754"/>
                  <a:gd name="connsiteY3" fmla="*/ 23658 h 86030"/>
                  <a:gd name="connsiteX4" fmla="*/ 29015 w 184754"/>
                  <a:gd name="connsiteY4" fmla="*/ 17206 h 86030"/>
                  <a:gd name="connsiteX5" fmla="*/ 46209 w 184754"/>
                  <a:gd name="connsiteY5" fmla="*/ 1075 h 86030"/>
                  <a:gd name="connsiteX6" fmla="*/ 54806 w 184754"/>
                  <a:gd name="connsiteY6" fmla="*/ 0 h 86030"/>
                  <a:gd name="connsiteX7" fmla="*/ 68777 w 184754"/>
                  <a:gd name="connsiteY7" fmla="*/ 2151 h 86030"/>
                  <a:gd name="connsiteX8" fmla="*/ 73075 w 184754"/>
                  <a:gd name="connsiteY8" fmla="*/ 4302 h 86030"/>
                  <a:gd name="connsiteX9" fmla="*/ 77374 w 184754"/>
                  <a:gd name="connsiteY9" fmla="*/ 7528 h 86030"/>
                  <a:gd name="connsiteX10" fmla="*/ 83822 w 184754"/>
                  <a:gd name="connsiteY10" fmla="*/ 9679 h 86030"/>
                  <a:gd name="connsiteX11" fmla="*/ 93493 w 184754"/>
                  <a:gd name="connsiteY11" fmla="*/ 12905 h 86030"/>
                  <a:gd name="connsiteX12" fmla="*/ 96717 w 184754"/>
                  <a:gd name="connsiteY12" fmla="*/ 18282 h 86030"/>
                  <a:gd name="connsiteX13" fmla="*/ 89195 w 184754"/>
                  <a:gd name="connsiteY13" fmla="*/ 34412 h 86030"/>
                  <a:gd name="connsiteX14" fmla="*/ 82747 w 184754"/>
                  <a:gd name="connsiteY14" fmla="*/ 46242 h 86030"/>
                  <a:gd name="connsiteX15" fmla="*/ 81672 w 184754"/>
                  <a:gd name="connsiteY15" fmla="*/ 67749 h 86030"/>
                  <a:gd name="connsiteX16" fmla="*/ 94568 w 184754"/>
                  <a:gd name="connsiteY16" fmla="*/ 70975 h 86030"/>
                  <a:gd name="connsiteX17" fmla="*/ 150449 w 184754"/>
                  <a:gd name="connsiteY17" fmla="*/ 47317 h 86030"/>
                  <a:gd name="connsiteX18" fmla="*/ 164419 w 184754"/>
                  <a:gd name="connsiteY18" fmla="*/ 38714 h 86030"/>
                  <a:gd name="connsiteX19" fmla="*/ 169792 w 184754"/>
                  <a:gd name="connsiteY19" fmla="*/ 34412 h 86030"/>
                  <a:gd name="connsiteX20" fmla="*/ 183763 w 184754"/>
                  <a:gd name="connsiteY20" fmla="*/ 25809 h 86030"/>
                  <a:gd name="connsiteX21" fmla="*/ 171942 w 184754"/>
                  <a:gd name="connsiteY21" fmla="*/ 43015 h 86030"/>
                  <a:gd name="connsiteX22" fmla="*/ 167643 w 184754"/>
                  <a:gd name="connsiteY22" fmla="*/ 47317 h 86030"/>
                  <a:gd name="connsiteX23" fmla="*/ 168718 w 184754"/>
                  <a:gd name="connsiteY23" fmla="*/ 47317 h 86030"/>
                  <a:gd name="connsiteX24" fmla="*/ 159046 w 184754"/>
                  <a:gd name="connsiteY24" fmla="*/ 54845 h 86030"/>
                  <a:gd name="connsiteX25" fmla="*/ 150449 w 184754"/>
                  <a:gd name="connsiteY25" fmla="*/ 61297 h 86030"/>
                  <a:gd name="connsiteX26" fmla="*/ 154748 w 184754"/>
                  <a:gd name="connsiteY26" fmla="*/ 59146 h 86030"/>
                  <a:gd name="connsiteX27" fmla="*/ 163345 w 184754"/>
                  <a:gd name="connsiteY27" fmla="*/ 54845 h 86030"/>
                  <a:gd name="connsiteX28" fmla="*/ 147225 w 184754"/>
                  <a:gd name="connsiteY28" fmla="*/ 68825 h 86030"/>
                  <a:gd name="connsiteX29" fmla="*/ 145076 w 184754"/>
                  <a:gd name="connsiteY29" fmla="*/ 69900 h 86030"/>
                  <a:gd name="connsiteX30" fmla="*/ 140777 w 184754"/>
                  <a:gd name="connsiteY30" fmla="*/ 73126 h 86030"/>
                  <a:gd name="connsiteX31" fmla="*/ 135404 w 184754"/>
                  <a:gd name="connsiteY31" fmla="*/ 76352 h 86030"/>
                  <a:gd name="connsiteX32" fmla="*/ 130031 w 184754"/>
                  <a:gd name="connsiteY32" fmla="*/ 78503 h 86030"/>
                  <a:gd name="connsiteX33" fmla="*/ 127882 w 184754"/>
                  <a:gd name="connsiteY33" fmla="*/ 79579 h 86030"/>
                  <a:gd name="connsiteX34" fmla="*/ 124658 w 184754"/>
                  <a:gd name="connsiteY34" fmla="*/ 81729 h 86030"/>
                  <a:gd name="connsiteX35" fmla="*/ 102090 w 184754"/>
                  <a:gd name="connsiteY35" fmla="*/ 86031 h 86030"/>
                  <a:gd name="connsiteX36" fmla="*/ 87045 w 184754"/>
                  <a:gd name="connsiteY36" fmla="*/ 83880 h 86030"/>
                  <a:gd name="connsiteX37" fmla="*/ 67702 w 184754"/>
                  <a:gd name="connsiteY37" fmla="*/ 64523 h 86030"/>
                  <a:gd name="connsiteX38" fmla="*/ 66627 w 184754"/>
                  <a:gd name="connsiteY38" fmla="*/ 64523 h 86030"/>
                  <a:gd name="connsiteX39" fmla="*/ 66627 w 184754"/>
                  <a:gd name="connsiteY39" fmla="*/ 64523 h 86030"/>
                  <a:gd name="connsiteX40" fmla="*/ 66627 w 184754"/>
                  <a:gd name="connsiteY40" fmla="*/ 62372 h 86030"/>
                  <a:gd name="connsiteX41" fmla="*/ 64478 w 184754"/>
                  <a:gd name="connsiteY41" fmla="*/ 50543 h 86030"/>
                  <a:gd name="connsiteX42" fmla="*/ 62329 w 184754"/>
                  <a:gd name="connsiteY42" fmla="*/ 44091 h 86030"/>
                  <a:gd name="connsiteX43" fmla="*/ 59105 w 184754"/>
                  <a:gd name="connsiteY43" fmla="*/ 50543 h 86030"/>
                  <a:gd name="connsiteX44" fmla="*/ 58030 w 184754"/>
                  <a:gd name="connsiteY44" fmla="*/ 51618 h 86030"/>
                  <a:gd name="connsiteX45" fmla="*/ 56956 w 184754"/>
                  <a:gd name="connsiteY45" fmla="*/ 52694 h 86030"/>
                  <a:gd name="connsiteX46" fmla="*/ 54806 w 184754"/>
                  <a:gd name="connsiteY46" fmla="*/ 55920 h 86030"/>
                  <a:gd name="connsiteX47" fmla="*/ 52657 w 184754"/>
                  <a:gd name="connsiteY47" fmla="*/ 58071 h 86030"/>
                  <a:gd name="connsiteX48" fmla="*/ 52657 w 184754"/>
                  <a:gd name="connsiteY48" fmla="*/ 58071 h 86030"/>
                  <a:gd name="connsiteX49" fmla="*/ 49433 w 184754"/>
                  <a:gd name="connsiteY49" fmla="*/ 61297 h 86030"/>
                  <a:gd name="connsiteX50" fmla="*/ 32239 w 184754"/>
                  <a:gd name="connsiteY50" fmla="*/ 78503 h 86030"/>
                  <a:gd name="connsiteX51" fmla="*/ 30090 w 184754"/>
                  <a:gd name="connsiteY51" fmla="*/ 79579 h 86030"/>
                  <a:gd name="connsiteX52" fmla="*/ 27941 w 184754"/>
                  <a:gd name="connsiteY52" fmla="*/ 80654 h 86030"/>
                  <a:gd name="connsiteX53" fmla="*/ 27941 w 184754"/>
                  <a:gd name="connsiteY53" fmla="*/ 80654 h 86030"/>
                  <a:gd name="connsiteX54" fmla="*/ 21493 w 184754"/>
                  <a:gd name="connsiteY54" fmla="*/ 84955 h 86030"/>
                  <a:gd name="connsiteX55" fmla="*/ 17194 w 184754"/>
                  <a:gd name="connsiteY55" fmla="*/ 86031 h 86030"/>
                  <a:gd name="connsiteX56" fmla="*/ 13970 w 184754"/>
                  <a:gd name="connsiteY56" fmla="*/ 86031 h 86030"/>
                  <a:gd name="connsiteX57" fmla="*/ 5373 w 184754"/>
                  <a:gd name="connsiteY57" fmla="*/ 78503 h 86030"/>
                  <a:gd name="connsiteX58" fmla="*/ 3224 w 184754"/>
                  <a:gd name="connsiteY58" fmla="*/ 76352 h 86030"/>
                  <a:gd name="connsiteX59" fmla="*/ 0 w 184754"/>
                  <a:gd name="connsiteY59" fmla="*/ 72051 h 86030"/>
                  <a:gd name="connsiteX60" fmla="*/ 0 w 184754"/>
                  <a:gd name="connsiteY60" fmla="*/ 64523 h 86030"/>
                  <a:gd name="connsiteX61" fmla="*/ 19343 w 184754"/>
                  <a:gd name="connsiteY61" fmla="*/ 68825 h 86030"/>
                  <a:gd name="connsiteX62" fmla="*/ 29015 w 184754"/>
                  <a:gd name="connsiteY62" fmla="*/ 62372 h 86030"/>
                  <a:gd name="connsiteX63" fmla="*/ 51582 w 184754"/>
                  <a:gd name="connsiteY63" fmla="*/ 40865 h 86030"/>
                  <a:gd name="connsiteX64" fmla="*/ 68777 w 184754"/>
                  <a:gd name="connsiteY64" fmla="*/ 18282 h 86030"/>
                  <a:gd name="connsiteX65" fmla="*/ 64478 w 184754"/>
                  <a:gd name="connsiteY65" fmla="*/ 18282 h 86030"/>
                  <a:gd name="connsiteX66" fmla="*/ 61254 w 184754"/>
                  <a:gd name="connsiteY66" fmla="*/ 20432 h 86030"/>
                  <a:gd name="connsiteX67" fmla="*/ 60180 w 184754"/>
                  <a:gd name="connsiteY67" fmla="*/ 20432 h 86030"/>
                  <a:gd name="connsiteX68" fmla="*/ 27941 w 184754"/>
                  <a:gd name="connsiteY68" fmla="*/ 52694 h 86030"/>
                  <a:gd name="connsiteX69" fmla="*/ 25791 w 184754"/>
                  <a:gd name="connsiteY69" fmla="*/ 55920 h 86030"/>
                  <a:gd name="connsiteX70" fmla="*/ 19343 w 184754"/>
                  <a:gd name="connsiteY70" fmla="*/ 68825 h 86030"/>
                  <a:gd name="connsiteX71" fmla="*/ 121434 w 184754"/>
                  <a:gd name="connsiteY71" fmla="*/ 80654 h 86030"/>
                  <a:gd name="connsiteX72" fmla="*/ 122509 w 184754"/>
                  <a:gd name="connsiteY72" fmla="*/ 80654 h 86030"/>
                  <a:gd name="connsiteX73" fmla="*/ 122509 w 184754"/>
                  <a:gd name="connsiteY73" fmla="*/ 79579 h 86030"/>
                  <a:gd name="connsiteX74" fmla="*/ 121434 w 184754"/>
                  <a:gd name="connsiteY74" fmla="*/ 80654 h 86030"/>
                  <a:gd name="connsiteX75" fmla="*/ 132180 w 184754"/>
                  <a:gd name="connsiteY75" fmla="*/ 73126 h 86030"/>
                  <a:gd name="connsiteX76" fmla="*/ 134329 w 184754"/>
                  <a:gd name="connsiteY76" fmla="*/ 72051 h 86030"/>
                  <a:gd name="connsiteX77" fmla="*/ 132180 w 184754"/>
                  <a:gd name="connsiteY77" fmla="*/ 73126 h 86030"/>
                  <a:gd name="connsiteX78" fmla="*/ 132180 w 184754"/>
                  <a:gd name="connsiteY78" fmla="*/ 73126 h 86030"/>
                  <a:gd name="connsiteX79" fmla="*/ 142927 w 184754"/>
                  <a:gd name="connsiteY79" fmla="*/ 66674 h 86030"/>
                  <a:gd name="connsiteX80" fmla="*/ 145076 w 184754"/>
                  <a:gd name="connsiteY80" fmla="*/ 65599 h 86030"/>
                  <a:gd name="connsiteX81" fmla="*/ 148300 w 184754"/>
                  <a:gd name="connsiteY81" fmla="*/ 63448 h 86030"/>
                  <a:gd name="connsiteX82" fmla="*/ 149374 w 184754"/>
                  <a:gd name="connsiteY82" fmla="*/ 62372 h 86030"/>
                  <a:gd name="connsiteX83" fmla="*/ 149374 w 184754"/>
                  <a:gd name="connsiteY83" fmla="*/ 62372 h 86030"/>
                  <a:gd name="connsiteX84" fmla="*/ 148300 w 184754"/>
                  <a:gd name="connsiteY84" fmla="*/ 63448 h 86030"/>
                  <a:gd name="connsiteX85" fmla="*/ 146150 w 184754"/>
                  <a:gd name="connsiteY85" fmla="*/ 65599 h 86030"/>
                  <a:gd name="connsiteX86" fmla="*/ 142927 w 184754"/>
                  <a:gd name="connsiteY86" fmla="*/ 66674 h 8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84754" h="86030">
                    <a:moveTo>
                      <a:pt x="0" y="64523"/>
                    </a:moveTo>
                    <a:cubicBezTo>
                      <a:pt x="0" y="62372"/>
                      <a:pt x="1075" y="60222"/>
                      <a:pt x="1075" y="59146"/>
                    </a:cubicBezTo>
                    <a:cubicBezTo>
                      <a:pt x="1075" y="58071"/>
                      <a:pt x="3224" y="55920"/>
                      <a:pt x="4299" y="52694"/>
                    </a:cubicBezTo>
                    <a:cubicBezTo>
                      <a:pt x="8597" y="44091"/>
                      <a:pt x="17194" y="31186"/>
                      <a:pt x="23642" y="23658"/>
                    </a:cubicBezTo>
                    <a:cubicBezTo>
                      <a:pt x="24717" y="22583"/>
                      <a:pt x="26866" y="19357"/>
                      <a:pt x="29015" y="17206"/>
                    </a:cubicBezTo>
                    <a:cubicBezTo>
                      <a:pt x="34388" y="10754"/>
                      <a:pt x="40836" y="4302"/>
                      <a:pt x="46209" y="1075"/>
                    </a:cubicBezTo>
                    <a:cubicBezTo>
                      <a:pt x="47284" y="0"/>
                      <a:pt x="50508" y="0"/>
                      <a:pt x="54806" y="0"/>
                    </a:cubicBezTo>
                    <a:cubicBezTo>
                      <a:pt x="60180" y="0"/>
                      <a:pt x="66627" y="1075"/>
                      <a:pt x="68777" y="2151"/>
                    </a:cubicBezTo>
                    <a:cubicBezTo>
                      <a:pt x="70926" y="3226"/>
                      <a:pt x="73075" y="4302"/>
                      <a:pt x="73075" y="4302"/>
                    </a:cubicBezTo>
                    <a:cubicBezTo>
                      <a:pt x="74150" y="4302"/>
                      <a:pt x="75224" y="5377"/>
                      <a:pt x="77374" y="7528"/>
                    </a:cubicBezTo>
                    <a:cubicBezTo>
                      <a:pt x="80598" y="10754"/>
                      <a:pt x="80598" y="10754"/>
                      <a:pt x="83822" y="9679"/>
                    </a:cubicBezTo>
                    <a:cubicBezTo>
                      <a:pt x="88120" y="9679"/>
                      <a:pt x="89195" y="9679"/>
                      <a:pt x="93493" y="12905"/>
                    </a:cubicBezTo>
                    <a:cubicBezTo>
                      <a:pt x="95643" y="13980"/>
                      <a:pt x="95643" y="16131"/>
                      <a:pt x="96717" y="18282"/>
                    </a:cubicBezTo>
                    <a:cubicBezTo>
                      <a:pt x="97792" y="23658"/>
                      <a:pt x="96717" y="26885"/>
                      <a:pt x="89195" y="34412"/>
                    </a:cubicBezTo>
                    <a:cubicBezTo>
                      <a:pt x="87045" y="36563"/>
                      <a:pt x="83822" y="43015"/>
                      <a:pt x="82747" y="46242"/>
                    </a:cubicBezTo>
                    <a:cubicBezTo>
                      <a:pt x="81672" y="49468"/>
                      <a:pt x="80598" y="65599"/>
                      <a:pt x="81672" y="67749"/>
                    </a:cubicBezTo>
                    <a:cubicBezTo>
                      <a:pt x="82747" y="69900"/>
                      <a:pt x="88120" y="70975"/>
                      <a:pt x="94568" y="70975"/>
                    </a:cubicBezTo>
                    <a:cubicBezTo>
                      <a:pt x="114986" y="70975"/>
                      <a:pt x="134329" y="58071"/>
                      <a:pt x="150449" y="47317"/>
                    </a:cubicBezTo>
                    <a:cubicBezTo>
                      <a:pt x="156897" y="43015"/>
                      <a:pt x="162270" y="38714"/>
                      <a:pt x="164419" y="38714"/>
                    </a:cubicBezTo>
                    <a:cubicBezTo>
                      <a:pt x="165494" y="37638"/>
                      <a:pt x="168718" y="36563"/>
                      <a:pt x="169792" y="34412"/>
                    </a:cubicBezTo>
                    <a:cubicBezTo>
                      <a:pt x="173016" y="32262"/>
                      <a:pt x="181613" y="25809"/>
                      <a:pt x="183763" y="25809"/>
                    </a:cubicBezTo>
                    <a:cubicBezTo>
                      <a:pt x="188061" y="25809"/>
                      <a:pt x="177315" y="38714"/>
                      <a:pt x="171942" y="43015"/>
                    </a:cubicBezTo>
                    <a:cubicBezTo>
                      <a:pt x="166568" y="47317"/>
                      <a:pt x="166568" y="47317"/>
                      <a:pt x="167643" y="47317"/>
                    </a:cubicBezTo>
                    <a:cubicBezTo>
                      <a:pt x="168718" y="47317"/>
                      <a:pt x="168718" y="47317"/>
                      <a:pt x="168718" y="47317"/>
                    </a:cubicBezTo>
                    <a:cubicBezTo>
                      <a:pt x="168718" y="48392"/>
                      <a:pt x="163345" y="51618"/>
                      <a:pt x="159046" y="54845"/>
                    </a:cubicBezTo>
                    <a:cubicBezTo>
                      <a:pt x="154748" y="56995"/>
                      <a:pt x="148300" y="61297"/>
                      <a:pt x="150449" y="61297"/>
                    </a:cubicBezTo>
                    <a:cubicBezTo>
                      <a:pt x="152598" y="61297"/>
                      <a:pt x="153673" y="60222"/>
                      <a:pt x="154748" y="59146"/>
                    </a:cubicBezTo>
                    <a:cubicBezTo>
                      <a:pt x="156897" y="56995"/>
                      <a:pt x="163345" y="53769"/>
                      <a:pt x="163345" y="54845"/>
                    </a:cubicBezTo>
                    <a:cubicBezTo>
                      <a:pt x="163345" y="55920"/>
                      <a:pt x="148300" y="68825"/>
                      <a:pt x="147225" y="68825"/>
                    </a:cubicBezTo>
                    <a:cubicBezTo>
                      <a:pt x="147225" y="68825"/>
                      <a:pt x="146150" y="68825"/>
                      <a:pt x="145076" y="69900"/>
                    </a:cubicBezTo>
                    <a:cubicBezTo>
                      <a:pt x="144001" y="69900"/>
                      <a:pt x="142927" y="72051"/>
                      <a:pt x="140777" y="73126"/>
                    </a:cubicBezTo>
                    <a:cubicBezTo>
                      <a:pt x="138628" y="74202"/>
                      <a:pt x="136479" y="75277"/>
                      <a:pt x="135404" y="76352"/>
                    </a:cubicBezTo>
                    <a:cubicBezTo>
                      <a:pt x="134329" y="77428"/>
                      <a:pt x="131106" y="77428"/>
                      <a:pt x="130031" y="78503"/>
                    </a:cubicBezTo>
                    <a:cubicBezTo>
                      <a:pt x="128956" y="78503"/>
                      <a:pt x="127882" y="79579"/>
                      <a:pt x="127882" y="79579"/>
                    </a:cubicBezTo>
                    <a:cubicBezTo>
                      <a:pt x="127882" y="79579"/>
                      <a:pt x="126807" y="80654"/>
                      <a:pt x="124658" y="81729"/>
                    </a:cubicBezTo>
                    <a:cubicBezTo>
                      <a:pt x="118210" y="84955"/>
                      <a:pt x="112837" y="86031"/>
                      <a:pt x="102090" y="86031"/>
                    </a:cubicBezTo>
                    <a:cubicBezTo>
                      <a:pt x="91344" y="86031"/>
                      <a:pt x="91344" y="86031"/>
                      <a:pt x="87045" y="83880"/>
                    </a:cubicBezTo>
                    <a:cubicBezTo>
                      <a:pt x="81672" y="80654"/>
                      <a:pt x="67702" y="68825"/>
                      <a:pt x="67702" y="64523"/>
                    </a:cubicBezTo>
                    <a:cubicBezTo>
                      <a:pt x="67702" y="64523"/>
                      <a:pt x="66627" y="64523"/>
                      <a:pt x="66627" y="64523"/>
                    </a:cubicBezTo>
                    <a:cubicBezTo>
                      <a:pt x="66627" y="64523"/>
                      <a:pt x="65553" y="64523"/>
                      <a:pt x="66627" y="64523"/>
                    </a:cubicBezTo>
                    <a:cubicBezTo>
                      <a:pt x="66627" y="64523"/>
                      <a:pt x="66627" y="63448"/>
                      <a:pt x="66627" y="62372"/>
                    </a:cubicBezTo>
                    <a:cubicBezTo>
                      <a:pt x="65553" y="60222"/>
                      <a:pt x="65553" y="56995"/>
                      <a:pt x="64478" y="50543"/>
                    </a:cubicBezTo>
                    <a:cubicBezTo>
                      <a:pt x="64478" y="44091"/>
                      <a:pt x="64478" y="44091"/>
                      <a:pt x="62329" y="44091"/>
                    </a:cubicBezTo>
                    <a:cubicBezTo>
                      <a:pt x="61254" y="44091"/>
                      <a:pt x="59105" y="48392"/>
                      <a:pt x="59105" y="50543"/>
                    </a:cubicBezTo>
                    <a:cubicBezTo>
                      <a:pt x="59105" y="50543"/>
                      <a:pt x="59105" y="51618"/>
                      <a:pt x="58030" y="51618"/>
                    </a:cubicBezTo>
                    <a:cubicBezTo>
                      <a:pt x="56956" y="51618"/>
                      <a:pt x="56956" y="52694"/>
                      <a:pt x="56956" y="52694"/>
                    </a:cubicBezTo>
                    <a:cubicBezTo>
                      <a:pt x="56956" y="53769"/>
                      <a:pt x="55881" y="54845"/>
                      <a:pt x="54806" y="55920"/>
                    </a:cubicBezTo>
                    <a:cubicBezTo>
                      <a:pt x="53732" y="56995"/>
                      <a:pt x="53732" y="58071"/>
                      <a:pt x="52657" y="58071"/>
                    </a:cubicBezTo>
                    <a:cubicBezTo>
                      <a:pt x="52657" y="58071"/>
                      <a:pt x="52657" y="58071"/>
                      <a:pt x="52657" y="58071"/>
                    </a:cubicBezTo>
                    <a:cubicBezTo>
                      <a:pt x="52657" y="58071"/>
                      <a:pt x="50508" y="59146"/>
                      <a:pt x="49433" y="61297"/>
                    </a:cubicBezTo>
                    <a:cubicBezTo>
                      <a:pt x="42985" y="69900"/>
                      <a:pt x="33314" y="78503"/>
                      <a:pt x="32239" y="78503"/>
                    </a:cubicBezTo>
                    <a:cubicBezTo>
                      <a:pt x="32239" y="78503"/>
                      <a:pt x="31164" y="79579"/>
                      <a:pt x="30090" y="79579"/>
                    </a:cubicBezTo>
                    <a:cubicBezTo>
                      <a:pt x="29015" y="80654"/>
                      <a:pt x="27941" y="80654"/>
                      <a:pt x="27941" y="80654"/>
                    </a:cubicBezTo>
                    <a:cubicBezTo>
                      <a:pt x="27941" y="80654"/>
                      <a:pt x="26866" y="80654"/>
                      <a:pt x="27941" y="80654"/>
                    </a:cubicBezTo>
                    <a:cubicBezTo>
                      <a:pt x="27941" y="81729"/>
                      <a:pt x="25791" y="83880"/>
                      <a:pt x="21493" y="84955"/>
                    </a:cubicBezTo>
                    <a:cubicBezTo>
                      <a:pt x="19343" y="84955"/>
                      <a:pt x="18269" y="86031"/>
                      <a:pt x="17194" y="86031"/>
                    </a:cubicBezTo>
                    <a:cubicBezTo>
                      <a:pt x="17194" y="86031"/>
                      <a:pt x="15045" y="86031"/>
                      <a:pt x="13970" y="86031"/>
                    </a:cubicBezTo>
                    <a:cubicBezTo>
                      <a:pt x="11821" y="86031"/>
                      <a:pt x="7522" y="82805"/>
                      <a:pt x="5373" y="78503"/>
                    </a:cubicBezTo>
                    <a:cubicBezTo>
                      <a:pt x="4299" y="77428"/>
                      <a:pt x="3224" y="76352"/>
                      <a:pt x="3224" y="76352"/>
                    </a:cubicBezTo>
                    <a:cubicBezTo>
                      <a:pt x="3224" y="76352"/>
                      <a:pt x="1075" y="75277"/>
                      <a:pt x="0" y="72051"/>
                    </a:cubicBezTo>
                    <a:cubicBezTo>
                      <a:pt x="0" y="68825"/>
                      <a:pt x="0" y="67749"/>
                      <a:pt x="0" y="64523"/>
                    </a:cubicBezTo>
                    <a:close/>
                    <a:moveTo>
                      <a:pt x="19343" y="68825"/>
                    </a:moveTo>
                    <a:cubicBezTo>
                      <a:pt x="19343" y="68825"/>
                      <a:pt x="24717" y="65599"/>
                      <a:pt x="29015" y="62372"/>
                    </a:cubicBezTo>
                    <a:cubicBezTo>
                      <a:pt x="31164" y="61297"/>
                      <a:pt x="40836" y="51618"/>
                      <a:pt x="51582" y="40865"/>
                    </a:cubicBezTo>
                    <a:cubicBezTo>
                      <a:pt x="70926" y="21508"/>
                      <a:pt x="72001" y="21508"/>
                      <a:pt x="68777" y="18282"/>
                    </a:cubicBezTo>
                    <a:cubicBezTo>
                      <a:pt x="67702" y="17206"/>
                      <a:pt x="66627" y="17206"/>
                      <a:pt x="64478" y="18282"/>
                    </a:cubicBezTo>
                    <a:cubicBezTo>
                      <a:pt x="62329" y="18282"/>
                      <a:pt x="61254" y="19357"/>
                      <a:pt x="61254" y="20432"/>
                    </a:cubicBezTo>
                    <a:cubicBezTo>
                      <a:pt x="61254" y="20432"/>
                      <a:pt x="61254" y="20432"/>
                      <a:pt x="60180" y="20432"/>
                    </a:cubicBezTo>
                    <a:cubicBezTo>
                      <a:pt x="54806" y="20432"/>
                      <a:pt x="27941" y="50543"/>
                      <a:pt x="27941" y="52694"/>
                    </a:cubicBezTo>
                    <a:cubicBezTo>
                      <a:pt x="27941" y="52694"/>
                      <a:pt x="26866" y="54845"/>
                      <a:pt x="25791" y="55920"/>
                    </a:cubicBezTo>
                    <a:cubicBezTo>
                      <a:pt x="23642" y="59146"/>
                      <a:pt x="19343" y="67749"/>
                      <a:pt x="19343" y="68825"/>
                    </a:cubicBezTo>
                    <a:close/>
                    <a:moveTo>
                      <a:pt x="121434" y="80654"/>
                    </a:moveTo>
                    <a:cubicBezTo>
                      <a:pt x="121434" y="80654"/>
                      <a:pt x="122509" y="80654"/>
                      <a:pt x="122509" y="80654"/>
                    </a:cubicBezTo>
                    <a:cubicBezTo>
                      <a:pt x="123583" y="79579"/>
                      <a:pt x="123583" y="79579"/>
                      <a:pt x="122509" y="79579"/>
                    </a:cubicBezTo>
                    <a:cubicBezTo>
                      <a:pt x="121434" y="79579"/>
                      <a:pt x="120359" y="80654"/>
                      <a:pt x="121434" y="80654"/>
                    </a:cubicBezTo>
                    <a:close/>
                    <a:moveTo>
                      <a:pt x="132180" y="73126"/>
                    </a:moveTo>
                    <a:cubicBezTo>
                      <a:pt x="133255" y="73126"/>
                      <a:pt x="134329" y="72051"/>
                      <a:pt x="134329" y="72051"/>
                    </a:cubicBezTo>
                    <a:cubicBezTo>
                      <a:pt x="134329" y="70975"/>
                      <a:pt x="133255" y="72051"/>
                      <a:pt x="132180" y="73126"/>
                    </a:cubicBezTo>
                    <a:cubicBezTo>
                      <a:pt x="131106" y="73126"/>
                      <a:pt x="131106" y="73126"/>
                      <a:pt x="132180" y="73126"/>
                    </a:cubicBezTo>
                    <a:close/>
                    <a:moveTo>
                      <a:pt x="142927" y="66674"/>
                    </a:moveTo>
                    <a:lnTo>
                      <a:pt x="145076" y="65599"/>
                    </a:lnTo>
                    <a:cubicBezTo>
                      <a:pt x="146150" y="64523"/>
                      <a:pt x="147225" y="64523"/>
                      <a:pt x="148300" y="63448"/>
                    </a:cubicBezTo>
                    <a:cubicBezTo>
                      <a:pt x="148300" y="63448"/>
                      <a:pt x="149374" y="62372"/>
                      <a:pt x="149374" y="62372"/>
                    </a:cubicBezTo>
                    <a:cubicBezTo>
                      <a:pt x="149374" y="61297"/>
                      <a:pt x="149374" y="61297"/>
                      <a:pt x="149374" y="62372"/>
                    </a:cubicBezTo>
                    <a:cubicBezTo>
                      <a:pt x="149374" y="63448"/>
                      <a:pt x="148300" y="63448"/>
                      <a:pt x="148300" y="63448"/>
                    </a:cubicBezTo>
                    <a:cubicBezTo>
                      <a:pt x="148300" y="63448"/>
                      <a:pt x="147225" y="64523"/>
                      <a:pt x="146150" y="65599"/>
                    </a:cubicBezTo>
                    <a:lnTo>
                      <a:pt x="142927" y="66674"/>
                    </a:ln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2EA91D77-1B62-D7EF-9609-49738CF883E3}"/>
                  </a:ext>
                </a:extLst>
              </p:cNvPr>
              <p:cNvSpPr/>
              <p:nvPr/>
            </p:nvSpPr>
            <p:spPr>
              <a:xfrm>
                <a:off x="1867445" y="3323882"/>
                <a:ext cx="175840" cy="263469"/>
              </a:xfrm>
              <a:custGeom>
                <a:avLst/>
                <a:gdLst>
                  <a:gd name="connsiteX0" fmla="*/ 10347 w 175840"/>
                  <a:gd name="connsiteY0" fmla="*/ 187117 h 263469"/>
                  <a:gd name="connsiteX1" fmla="*/ 27541 w 175840"/>
                  <a:gd name="connsiteY1" fmla="*/ 154855 h 263469"/>
                  <a:gd name="connsiteX2" fmla="*/ 33989 w 175840"/>
                  <a:gd name="connsiteY2" fmla="*/ 144101 h 263469"/>
                  <a:gd name="connsiteX3" fmla="*/ 41511 w 175840"/>
                  <a:gd name="connsiteY3" fmla="*/ 134423 h 263469"/>
                  <a:gd name="connsiteX4" fmla="*/ 42586 w 175840"/>
                  <a:gd name="connsiteY4" fmla="*/ 132272 h 263469"/>
                  <a:gd name="connsiteX5" fmla="*/ 44735 w 175840"/>
                  <a:gd name="connsiteY5" fmla="*/ 129046 h 263469"/>
                  <a:gd name="connsiteX6" fmla="*/ 46885 w 175840"/>
                  <a:gd name="connsiteY6" fmla="*/ 125820 h 263469"/>
                  <a:gd name="connsiteX7" fmla="*/ 50109 w 175840"/>
                  <a:gd name="connsiteY7" fmla="*/ 119368 h 263469"/>
                  <a:gd name="connsiteX8" fmla="*/ 57631 w 175840"/>
                  <a:gd name="connsiteY8" fmla="*/ 107538 h 263469"/>
                  <a:gd name="connsiteX9" fmla="*/ 65154 w 175840"/>
                  <a:gd name="connsiteY9" fmla="*/ 96785 h 263469"/>
                  <a:gd name="connsiteX10" fmla="*/ 69452 w 175840"/>
                  <a:gd name="connsiteY10" fmla="*/ 88181 h 263469"/>
                  <a:gd name="connsiteX11" fmla="*/ 68377 w 175840"/>
                  <a:gd name="connsiteY11" fmla="*/ 88181 h 263469"/>
                  <a:gd name="connsiteX12" fmla="*/ 65154 w 175840"/>
                  <a:gd name="connsiteY12" fmla="*/ 89257 h 263469"/>
                  <a:gd name="connsiteX13" fmla="*/ 58706 w 175840"/>
                  <a:gd name="connsiteY13" fmla="*/ 90332 h 263469"/>
                  <a:gd name="connsiteX14" fmla="*/ 46885 w 175840"/>
                  <a:gd name="connsiteY14" fmla="*/ 93558 h 263469"/>
                  <a:gd name="connsiteX15" fmla="*/ 33989 w 175840"/>
                  <a:gd name="connsiteY15" fmla="*/ 94634 h 263469"/>
                  <a:gd name="connsiteX16" fmla="*/ 21093 w 175840"/>
                  <a:gd name="connsiteY16" fmla="*/ 82805 h 263469"/>
                  <a:gd name="connsiteX17" fmla="*/ 23243 w 175840"/>
                  <a:gd name="connsiteY17" fmla="*/ 81729 h 263469"/>
                  <a:gd name="connsiteX18" fmla="*/ 36138 w 175840"/>
                  <a:gd name="connsiteY18" fmla="*/ 79578 h 263469"/>
                  <a:gd name="connsiteX19" fmla="*/ 81273 w 175840"/>
                  <a:gd name="connsiteY19" fmla="*/ 69900 h 263469"/>
                  <a:gd name="connsiteX20" fmla="*/ 85572 w 175840"/>
                  <a:gd name="connsiteY20" fmla="*/ 67749 h 263469"/>
                  <a:gd name="connsiteX21" fmla="*/ 88796 w 175840"/>
                  <a:gd name="connsiteY21" fmla="*/ 64523 h 263469"/>
                  <a:gd name="connsiteX22" fmla="*/ 90945 w 175840"/>
                  <a:gd name="connsiteY22" fmla="*/ 61297 h 263469"/>
                  <a:gd name="connsiteX23" fmla="*/ 90945 w 175840"/>
                  <a:gd name="connsiteY23" fmla="*/ 60221 h 263469"/>
                  <a:gd name="connsiteX24" fmla="*/ 95243 w 175840"/>
                  <a:gd name="connsiteY24" fmla="*/ 59146 h 263469"/>
                  <a:gd name="connsiteX25" fmla="*/ 94169 w 175840"/>
                  <a:gd name="connsiteY25" fmla="*/ 59146 h 263469"/>
                  <a:gd name="connsiteX26" fmla="*/ 93094 w 175840"/>
                  <a:gd name="connsiteY26" fmla="*/ 59146 h 263469"/>
                  <a:gd name="connsiteX27" fmla="*/ 108139 w 175840"/>
                  <a:gd name="connsiteY27" fmla="*/ 38714 h 263469"/>
                  <a:gd name="connsiteX28" fmla="*/ 111363 w 175840"/>
                  <a:gd name="connsiteY28" fmla="*/ 34412 h 263469"/>
                  <a:gd name="connsiteX29" fmla="*/ 113512 w 175840"/>
                  <a:gd name="connsiteY29" fmla="*/ 31186 h 263469"/>
                  <a:gd name="connsiteX30" fmla="*/ 126408 w 175840"/>
                  <a:gd name="connsiteY30" fmla="*/ 16131 h 263469"/>
                  <a:gd name="connsiteX31" fmla="*/ 145751 w 175840"/>
                  <a:gd name="connsiteY31" fmla="*/ 0 h 263469"/>
                  <a:gd name="connsiteX32" fmla="*/ 151124 w 175840"/>
                  <a:gd name="connsiteY32" fmla="*/ 1075 h 263469"/>
                  <a:gd name="connsiteX33" fmla="*/ 158647 w 175840"/>
                  <a:gd name="connsiteY33" fmla="*/ 9678 h 263469"/>
                  <a:gd name="connsiteX34" fmla="*/ 158647 w 175840"/>
                  <a:gd name="connsiteY34" fmla="*/ 13980 h 263469"/>
                  <a:gd name="connsiteX35" fmla="*/ 157572 w 175840"/>
                  <a:gd name="connsiteY35" fmla="*/ 17206 h 263469"/>
                  <a:gd name="connsiteX36" fmla="*/ 154348 w 175840"/>
                  <a:gd name="connsiteY36" fmla="*/ 21508 h 263469"/>
                  <a:gd name="connsiteX37" fmla="*/ 144677 w 175840"/>
                  <a:gd name="connsiteY37" fmla="*/ 32262 h 263469"/>
                  <a:gd name="connsiteX38" fmla="*/ 135005 w 175840"/>
                  <a:gd name="connsiteY38" fmla="*/ 43015 h 263469"/>
                  <a:gd name="connsiteX39" fmla="*/ 125333 w 175840"/>
                  <a:gd name="connsiteY39" fmla="*/ 54845 h 263469"/>
                  <a:gd name="connsiteX40" fmla="*/ 122109 w 175840"/>
                  <a:gd name="connsiteY40" fmla="*/ 58071 h 263469"/>
                  <a:gd name="connsiteX41" fmla="*/ 118885 w 175840"/>
                  <a:gd name="connsiteY41" fmla="*/ 61297 h 263469"/>
                  <a:gd name="connsiteX42" fmla="*/ 118885 w 175840"/>
                  <a:gd name="connsiteY42" fmla="*/ 62372 h 263469"/>
                  <a:gd name="connsiteX43" fmla="*/ 129632 w 175840"/>
                  <a:gd name="connsiteY43" fmla="*/ 62372 h 263469"/>
                  <a:gd name="connsiteX44" fmla="*/ 168319 w 175840"/>
                  <a:gd name="connsiteY44" fmla="*/ 62372 h 263469"/>
                  <a:gd name="connsiteX45" fmla="*/ 175841 w 175840"/>
                  <a:gd name="connsiteY45" fmla="*/ 66674 h 263469"/>
                  <a:gd name="connsiteX46" fmla="*/ 167244 w 175840"/>
                  <a:gd name="connsiteY46" fmla="*/ 66674 h 263469"/>
                  <a:gd name="connsiteX47" fmla="*/ 136079 w 175840"/>
                  <a:gd name="connsiteY47" fmla="*/ 68825 h 263469"/>
                  <a:gd name="connsiteX48" fmla="*/ 126408 w 175840"/>
                  <a:gd name="connsiteY48" fmla="*/ 72051 h 263469"/>
                  <a:gd name="connsiteX49" fmla="*/ 124259 w 175840"/>
                  <a:gd name="connsiteY49" fmla="*/ 72051 h 263469"/>
                  <a:gd name="connsiteX50" fmla="*/ 121035 w 175840"/>
                  <a:gd name="connsiteY50" fmla="*/ 72051 h 263469"/>
                  <a:gd name="connsiteX51" fmla="*/ 118885 w 175840"/>
                  <a:gd name="connsiteY51" fmla="*/ 73126 h 263469"/>
                  <a:gd name="connsiteX52" fmla="*/ 110288 w 175840"/>
                  <a:gd name="connsiteY52" fmla="*/ 75277 h 263469"/>
                  <a:gd name="connsiteX53" fmla="*/ 109214 w 175840"/>
                  <a:gd name="connsiteY53" fmla="*/ 76352 h 263469"/>
                  <a:gd name="connsiteX54" fmla="*/ 107064 w 175840"/>
                  <a:gd name="connsiteY54" fmla="*/ 78503 h 263469"/>
                  <a:gd name="connsiteX55" fmla="*/ 103840 w 175840"/>
                  <a:gd name="connsiteY55" fmla="*/ 82805 h 263469"/>
                  <a:gd name="connsiteX56" fmla="*/ 97393 w 175840"/>
                  <a:gd name="connsiteY56" fmla="*/ 91408 h 263469"/>
                  <a:gd name="connsiteX57" fmla="*/ 88796 w 175840"/>
                  <a:gd name="connsiteY57" fmla="*/ 103237 h 263469"/>
                  <a:gd name="connsiteX58" fmla="*/ 87721 w 175840"/>
                  <a:gd name="connsiteY58" fmla="*/ 104312 h 263469"/>
                  <a:gd name="connsiteX59" fmla="*/ 82348 w 175840"/>
                  <a:gd name="connsiteY59" fmla="*/ 110765 h 263469"/>
                  <a:gd name="connsiteX60" fmla="*/ 76975 w 175840"/>
                  <a:gd name="connsiteY60" fmla="*/ 117217 h 263469"/>
                  <a:gd name="connsiteX61" fmla="*/ 69452 w 175840"/>
                  <a:gd name="connsiteY61" fmla="*/ 127971 h 263469"/>
                  <a:gd name="connsiteX62" fmla="*/ 63004 w 175840"/>
                  <a:gd name="connsiteY62" fmla="*/ 138725 h 263469"/>
                  <a:gd name="connsiteX63" fmla="*/ 57631 w 175840"/>
                  <a:gd name="connsiteY63" fmla="*/ 147328 h 263469"/>
                  <a:gd name="connsiteX64" fmla="*/ 40437 w 175840"/>
                  <a:gd name="connsiteY64" fmla="*/ 172061 h 263469"/>
                  <a:gd name="connsiteX65" fmla="*/ 40437 w 175840"/>
                  <a:gd name="connsiteY65" fmla="*/ 172061 h 263469"/>
                  <a:gd name="connsiteX66" fmla="*/ 39362 w 175840"/>
                  <a:gd name="connsiteY66" fmla="*/ 177438 h 263469"/>
                  <a:gd name="connsiteX67" fmla="*/ 32915 w 175840"/>
                  <a:gd name="connsiteY67" fmla="*/ 186042 h 263469"/>
                  <a:gd name="connsiteX68" fmla="*/ 32915 w 175840"/>
                  <a:gd name="connsiteY68" fmla="*/ 187117 h 263469"/>
                  <a:gd name="connsiteX69" fmla="*/ 32915 w 175840"/>
                  <a:gd name="connsiteY69" fmla="*/ 190343 h 263469"/>
                  <a:gd name="connsiteX70" fmla="*/ 28616 w 175840"/>
                  <a:gd name="connsiteY70" fmla="*/ 195720 h 263469"/>
                  <a:gd name="connsiteX71" fmla="*/ 27541 w 175840"/>
                  <a:gd name="connsiteY71" fmla="*/ 195720 h 263469"/>
                  <a:gd name="connsiteX72" fmla="*/ 26467 w 175840"/>
                  <a:gd name="connsiteY72" fmla="*/ 196795 h 263469"/>
                  <a:gd name="connsiteX73" fmla="*/ 26467 w 175840"/>
                  <a:gd name="connsiteY73" fmla="*/ 196795 h 263469"/>
                  <a:gd name="connsiteX74" fmla="*/ 25392 w 175840"/>
                  <a:gd name="connsiteY74" fmla="*/ 195720 h 263469"/>
                  <a:gd name="connsiteX75" fmla="*/ 23243 w 175840"/>
                  <a:gd name="connsiteY75" fmla="*/ 198946 h 263469"/>
                  <a:gd name="connsiteX76" fmla="*/ 22168 w 175840"/>
                  <a:gd name="connsiteY76" fmla="*/ 203248 h 263469"/>
                  <a:gd name="connsiteX77" fmla="*/ 23243 w 175840"/>
                  <a:gd name="connsiteY77" fmla="*/ 202172 h 263469"/>
                  <a:gd name="connsiteX78" fmla="*/ 24317 w 175840"/>
                  <a:gd name="connsiteY78" fmla="*/ 201097 h 263469"/>
                  <a:gd name="connsiteX79" fmla="*/ 25392 w 175840"/>
                  <a:gd name="connsiteY79" fmla="*/ 200021 h 263469"/>
                  <a:gd name="connsiteX80" fmla="*/ 26467 w 175840"/>
                  <a:gd name="connsiteY80" fmla="*/ 198946 h 263469"/>
                  <a:gd name="connsiteX81" fmla="*/ 27541 w 175840"/>
                  <a:gd name="connsiteY81" fmla="*/ 200021 h 263469"/>
                  <a:gd name="connsiteX82" fmla="*/ 27541 w 175840"/>
                  <a:gd name="connsiteY82" fmla="*/ 202172 h 263469"/>
                  <a:gd name="connsiteX83" fmla="*/ 26467 w 175840"/>
                  <a:gd name="connsiteY83" fmla="*/ 204323 h 263469"/>
                  <a:gd name="connsiteX84" fmla="*/ 26467 w 175840"/>
                  <a:gd name="connsiteY84" fmla="*/ 207549 h 263469"/>
                  <a:gd name="connsiteX85" fmla="*/ 25392 w 175840"/>
                  <a:gd name="connsiteY85" fmla="*/ 210775 h 263469"/>
                  <a:gd name="connsiteX86" fmla="*/ 20019 w 175840"/>
                  <a:gd name="connsiteY86" fmla="*/ 226906 h 263469"/>
                  <a:gd name="connsiteX87" fmla="*/ 17870 w 175840"/>
                  <a:gd name="connsiteY87" fmla="*/ 232283 h 263469"/>
                  <a:gd name="connsiteX88" fmla="*/ 16795 w 175840"/>
                  <a:gd name="connsiteY88" fmla="*/ 235509 h 263469"/>
                  <a:gd name="connsiteX89" fmla="*/ 17870 w 175840"/>
                  <a:gd name="connsiteY89" fmla="*/ 237660 h 263469"/>
                  <a:gd name="connsiteX90" fmla="*/ 17870 w 175840"/>
                  <a:gd name="connsiteY90" fmla="*/ 238735 h 263469"/>
                  <a:gd name="connsiteX91" fmla="*/ 18944 w 175840"/>
                  <a:gd name="connsiteY91" fmla="*/ 249489 h 263469"/>
                  <a:gd name="connsiteX92" fmla="*/ 28616 w 175840"/>
                  <a:gd name="connsiteY92" fmla="*/ 260243 h 263469"/>
                  <a:gd name="connsiteX93" fmla="*/ 28616 w 175840"/>
                  <a:gd name="connsiteY93" fmla="*/ 263469 h 263469"/>
                  <a:gd name="connsiteX94" fmla="*/ 11422 w 175840"/>
                  <a:gd name="connsiteY94" fmla="*/ 254866 h 263469"/>
                  <a:gd name="connsiteX95" fmla="*/ 10347 w 175840"/>
                  <a:gd name="connsiteY95" fmla="*/ 187117 h 263469"/>
                  <a:gd name="connsiteX96" fmla="*/ 10347 w 175840"/>
                  <a:gd name="connsiteY96" fmla="*/ 201097 h 263469"/>
                  <a:gd name="connsiteX97" fmla="*/ 11422 w 175840"/>
                  <a:gd name="connsiteY97" fmla="*/ 198946 h 263469"/>
                  <a:gd name="connsiteX98" fmla="*/ 10347 w 175840"/>
                  <a:gd name="connsiteY98" fmla="*/ 197871 h 263469"/>
                  <a:gd name="connsiteX99" fmla="*/ 10347 w 175840"/>
                  <a:gd name="connsiteY99" fmla="*/ 201097 h 263469"/>
                  <a:gd name="connsiteX100" fmla="*/ 14646 w 175840"/>
                  <a:gd name="connsiteY100" fmla="*/ 235509 h 263469"/>
                  <a:gd name="connsiteX101" fmla="*/ 15720 w 175840"/>
                  <a:gd name="connsiteY101" fmla="*/ 232283 h 263469"/>
                  <a:gd name="connsiteX102" fmla="*/ 16795 w 175840"/>
                  <a:gd name="connsiteY102" fmla="*/ 225831 h 263469"/>
                  <a:gd name="connsiteX103" fmla="*/ 16795 w 175840"/>
                  <a:gd name="connsiteY103" fmla="*/ 219378 h 263469"/>
                  <a:gd name="connsiteX104" fmla="*/ 14646 w 175840"/>
                  <a:gd name="connsiteY104" fmla="*/ 229057 h 263469"/>
                  <a:gd name="connsiteX105" fmla="*/ 14646 w 175840"/>
                  <a:gd name="connsiteY105" fmla="*/ 233358 h 263469"/>
                  <a:gd name="connsiteX106" fmla="*/ 14646 w 175840"/>
                  <a:gd name="connsiteY106" fmla="*/ 235509 h 263469"/>
                  <a:gd name="connsiteX107" fmla="*/ 15720 w 175840"/>
                  <a:gd name="connsiteY107" fmla="*/ 187117 h 263469"/>
                  <a:gd name="connsiteX108" fmla="*/ 17870 w 175840"/>
                  <a:gd name="connsiteY108" fmla="*/ 186042 h 263469"/>
                  <a:gd name="connsiteX109" fmla="*/ 16795 w 175840"/>
                  <a:gd name="connsiteY109" fmla="*/ 184966 h 263469"/>
                  <a:gd name="connsiteX110" fmla="*/ 16795 w 175840"/>
                  <a:gd name="connsiteY110" fmla="*/ 184966 h 263469"/>
                  <a:gd name="connsiteX111" fmla="*/ 15720 w 175840"/>
                  <a:gd name="connsiteY111" fmla="*/ 187117 h 263469"/>
                  <a:gd name="connsiteX112" fmla="*/ 15720 w 175840"/>
                  <a:gd name="connsiteY112" fmla="*/ 187117 h 263469"/>
                  <a:gd name="connsiteX113" fmla="*/ 20019 w 175840"/>
                  <a:gd name="connsiteY113" fmla="*/ 212926 h 263469"/>
                  <a:gd name="connsiteX114" fmla="*/ 21093 w 175840"/>
                  <a:gd name="connsiteY114" fmla="*/ 209700 h 263469"/>
                  <a:gd name="connsiteX115" fmla="*/ 20019 w 175840"/>
                  <a:gd name="connsiteY115" fmla="*/ 212926 h 263469"/>
                  <a:gd name="connsiteX116" fmla="*/ 20019 w 175840"/>
                  <a:gd name="connsiteY116" fmla="*/ 212926 h 263469"/>
                  <a:gd name="connsiteX117" fmla="*/ 20019 w 175840"/>
                  <a:gd name="connsiteY117" fmla="*/ 195720 h 263469"/>
                  <a:gd name="connsiteX118" fmla="*/ 21093 w 175840"/>
                  <a:gd name="connsiteY118" fmla="*/ 192494 h 263469"/>
                  <a:gd name="connsiteX119" fmla="*/ 20019 w 175840"/>
                  <a:gd name="connsiteY119" fmla="*/ 193569 h 263469"/>
                  <a:gd name="connsiteX120" fmla="*/ 20019 w 175840"/>
                  <a:gd name="connsiteY120" fmla="*/ 195720 h 263469"/>
                  <a:gd name="connsiteX121" fmla="*/ 20019 w 175840"/>
                  <a:gd name="connsiteY121" fmla="*/ 179589 h 263469"/>
                  <a:gd name="connsiteX122" fmla="*/ 20019 w 175840"/>
                  <a:gd name="connsiteY122" fmla="*/ 177438 h 263469"/>
                  <a:gd name="connsiteX123" fmla="*/ 20019 w 175840"/>
                  <a:gd name="connsiteY123" fmla="*/ 179589 h 263469"/>
                  <a:gd name="connsiteX124" fmla="*/ 20019 w 175840"/>
                  <a:gd name="connsiteY124" fmla="*/ 179589 h 263469"/>
                  <a:gd name="connsiteX125" fmla="*/ 21093 w 175840"/>
                  <a:gd name="connsiteY125" fmla="*/ 189268 h 263469"/>
                  <a:gd name="connsiteX126" fmla="*/ 23243 w 175840"/>
                  <a:gd name="connsiteY126" fmla="*/ 187117 h 263469"/>
                  <a:gd name="connsiteX127" fmla="*/ 24317 w 175840"/>
                  <a:gd name="connsiteY127" fmla="*/ 182815 h 263469"/>
                  <a:gd name="connsiteX128" fmla="*/ 22168 w 175840"/>
                  <a:gd name="connsiteY128" fmla="*/ 186042 h 263469"/>
                  <a:gd name="connsiteX129" fmla="*/ 21093 w 175840"/>
                  <a:gd name="connsiteY129" fmla="*/ 187117 h 263469"/>
                  <a:gd name="connsiteX130" fmla="*/ 21093 w 175840"/>
                  <a:gd name="connsiteY130" fmla="*/ 189268 h 263469"/>
                  <a:gd name="connsiteX131" fmla="*/ 22168 w 175840"/>
                  <a:gd name="connsiteY131" fmla="*/ 214001 h 263469"/>
                  <a:gd name="connsiteX132" fmla="*/ 23243 w 175840"/>
                  <a:gd name="connsiteY132" fmla="*/ 212926 h 263469"/>
                  <a:gd name="connsiteX133" fmla="*/ 22168 w 175840"/>
                  <a:gd name="connsiteY133" fmla="*/ 211851 h 263469"/>
                  <a:gd name="connsiteX134" fmla="*/ 22168 w 175840"/>
                  <a:gd name="connsiteY134" fmla="*/ 214001 h 263469"/>
                  <a:gd name="connsiteX135" fmla="*/ 22168 w 175840"/>
                  <a:gd name="connsiteY135" fmla="*/ 214001 h 263469"/>
                  <a:gd name="connsiteX136" fmla="*/ 27541 w 175840"/>
                  <a:gd name="connsiteY136" fmla="*/ 166685 h 263469"/>
                  <a:gd name="connsiteX137" fmla="*/ 28616 w 175840"/>
                  <a:gd name="connsiteY137" fmla="*/ 165609 h 263469"/>
                  <a:gd name="connsiteX138" fmla="*/ 27541 w 175840"/>
                  <a:gd name="connsiteY138" fmla="*/ 166685 h 263469"/>
                  <a:gd name="connsiteX139" fmla="*/ 26467 w 175840"/>
                  <a:gd name="connsiteY139" fmla="*/ 166685 h 263469"/>
                  <a:gd name="connsiteX140" fmla="*/ 27541 w 175840"/>
                  <a:gd name="connsiteY140" fmla="*/ 166685 h 263469"/>
                  <a:gd name="connsiteX141" fmla="*/ 26467 w 175840"/>
                  <a:gd name="connsiteY141" fmla="*/ 196795 h 263469"/>
                  <a:gd name="connsiteX142" fmla="*/ 29691 w 175840"/>
                  <a:gd name="connsiteY142" fmla="*/ 191418 h 263469"/>
                  <a:gd name="connsiteX143" fmla="*/ 30765 w 175840"/>
                  <a:gd name="connsiteY143" fmla="*/ 190343 h 263469"/>
                  <a:gd name="connsiteX144" fmla="*/ 31840 w 175840"/>
                  <a:gd name="connsiteY144" fmla="*/ 190343 h 263469"/>
                  <a:gd name="connsiteX145" fmla="*/ 30765 w 175840"/>
                  <a:gd name="connsiteY145" fmla="*/ 190343 h 263469"/>
                  <a:gd name="connsiteX146" fmla="*/ 29691 w 175840"/>
                  <a:gd name="connsiteY146" fmla="*/ 191418 h 263469"/>
                  <a:gd name="connsiteX147" fmla="*/ 29691 w 175840"/>
                  <a:gd name="connsiteY147" fmla="*/ 192494 h 263469"/>
                  <a:gd name="connsiteX148" fmla="*/ 28616 w 175840"/>
                  <a:gd name="connsiteY148" fmla="*/ 193569 h 263469"/>
                  <a:gd name="connsiteX149" fmla="*/ 26467 w 175840"/>
                  <a:gd name="connsiteY149" fmla="*/ 196795 h 263469"/>
                  <a:gd name="connsiteX150" fmla="*/ 26467 w 175840"/>
                  <a:gd name="connsiteY150" fmla="*/ 196795 h 263469"/>
                  <a:gd name="connsiteX151" fmla="*/ 27541 w 175840"/>
                  <a:gd name="connsiteY151" fmla="*/ 163458 h 263469"/>
                  <a:gd name="connsiteX152" fmla="*/ 28616 w 175840"/>
                  <a:gd name="connsiteY152" fmla="*/ 163458 h 263469"/>
                  <a:gd name="connsiteX153" fmla="*/ 29691 w 175840"/>
                  <a:gd name="connsiteY153" fmla="*/ 161308 h 263469"/>
                  <a:gd name="connsiteX154" fmla="*/ 28616 w 175840"/>
                  <a:gd name="connsiteY154" fmla="*/ 161308 h 263469"/>
                  <a:gd name="connsiteX155" fmla="*/ 27541 w 175840"/>
                  <a:gd name="connsiteY155" fmla="*/ 163458 h 263469"/>
                  <a:gd name="connsiteX156" fmla="*/ 28616 w 175840"/>
                  <a:gd name="connsiteY156" fmla="*/ 174212 h 263469"/>
                  <a:gd name="connsiteX157" fmla="*/ 29691 w 175840"/>
                  <a:gd name="connsiteY157" fmla="*/ 174212 h 263469"/>
                  <a:gd name="connsiteX158" fmla="*/ 28616 w 175840"/>
                  <a:gd name="connsiteY158" fmla="*/ 174212 h 263469"/>
                  <a:gd name="connsiteX159" fmla="*/ 28616 w 175840"/>
                  <a:gd name="connsiteY159" fmla="*/ 174212 h 263469"/>
                  <a:gd name="connsiteX160" fmla="*/ 30765 w 175840"/>
                  <a:gd name="connsiteY160" fmla="*/ 158081 h 263469"/>
                  <a:gd name="connsiteX161" fmla="*/ 35064 w 175840"/>
                  <a:gd name="connsiteY161" fmla="*/ 153780 h 263469"/>
                  <a:gd name="connsiteX162" fmla="*/ 33989 w 175840"/>
                  <a:gd name="connsiteY162" fmla="*/ 154855 h 263469"/>
                  <a:gd name="connsiteX163" fmla="*/ 32915 w 175840"/>
                  <a:gd name="connsiteY163" fmla="*/ 154855 h 263469"/>
                  <a:gd name="connsiteX164" fmla="*/ 30765 w 175840"/>
                  <a:gd name="connsiteY164" fmla="*/ 155931 h 263469"/>
                  <a:gd name="connsiteX165" fmla="*/ 30765 w 175840"/>
                  <a:gd name="connsiteY165" fmla="*/ 158081 h 263469"/>
                  <a:gd name="connsiteX166" fmla="*/ 31840 w 175840"/>
                  <a:gd name="connsiteY166" fmla="*/ 184966 h 263469"/>
                  <a:gd name="connsiteX167" fmla="*/ 33989 w 175840"/>
                  <a:gd name="connsiteY167" fmla="*/ 183891 h 263469"/>
                  <a:gd name="connsiteX168" fmla="*/ 31840 w 175840"/>
                  <a:gd name="connsiteY168" fmla="*/ 184966 h 263469"/>
                  <a:gd name="connsiteX169" fmla="*/ 31840 w 175840"/>
                  <a:gd name="connsiteY169" fmla="*/ 183891 h 263469"/>
                  <a:gd name="connsiteX170" fmla="*/ 31840 w 175840"/>
                  <a:gd name="connsiteY170" fmla="*/ 184966 h 263469"/>
                  <a:gd name="connsiteX171" fmla="*/ 31840 w 175840"/>
                  <a:gd name="connsiteY171" fmla="*/ 184966 h 263469"/>
                  <a:gd name="connsiteX172" fmla="*/ 31840 w 175840"/>
                  <a:gd name="connsiteY172" fmla="*/ 177438 h 263469"/>
                  <a:gd name="connsiteX173" fmla="*/ 32915 w 175840"/>
                  <a:gd name="connsiteY173" fmla="*/ 179589 h 263469"/>
                  <a:gd name="connsiteX174" fmla="*/ 33989 w 175840"/>
                  <a:gd name="connsiteY174" fmla="*/ 180665 h 263469"/>
                  <a:gd name="connsiteX175" fmla="*/ 35064 w 175840"/>
                  <a:gd name="connsiteY175" fmla="*/ 180665 h 263469"/>
                  <a:gd name="connsiteX176" fmla="*/ 36138 w 175840"/>
                  <a:gd name="connsiteY176" fmla="*/ 181740 h 263469"/>
                  <a:gd name="connsiteX177" fmla="*/ 33989 w 175840"/>
                  <a:gd name="connsiteY177" fmla="*/ 179589 h 263469"/>
                  <a:gd name="connsiteX178" fmla="*/ 31840 w 175840"/>
                  <a:gd name="connsiteY178" fmla="*/ 177438 h 263469"/>
                  <a:gd name="connsiteX179" fmla="*/ 31840 w 175840"/>
                  <a:gd name="connsiteY179" fmla="*/ 177438 h 263469"/>
                  <a:gd name="connsiteX180" fmla="*/ 32915 w 175840"/>
                  <a:gd name="connsiteY180" fmla="*/ 170986 h 263469"/>
                  <a:gd name="connsiteX181" fmla="*/ 33989 w 175840"/>
                  <a:gd name="connsiteY181" fmla="*/ 169911 h 263469"/>
                  <a:gd name="connsiteX182" fmla="*/ 33989 w 175840"/>
                  <a:gd name="connsiteY182" fmla="*/ 168835 h 263469"/>
                  <a:gd name="connsiteX183" fmla="*/ 32915 w 175840"/>
                  <a:gd name="connsiteY183" fmla="*/ 170986 h 263469"/>
                  <a:gd name="connsiteX184" fmla="*/ 32915 w 175840"/>
                  <a:gd name="connsiteY184" fmla="*/ 170986 h 263469"/>
                  <a:gd name="connsiteX185" fmla="*/ 32915 w 175840"/>
                  <a:gd name="connsiteY185" fmla="*/ 152705 h 263469"/>
                  <a:gd name="connsiteX186" fmla="*/ 32915 w 175840"/>
                  <a:gd name="connsiteY186" fmla="*/ 152705 h 263469"/>
                  <a:gd name="connsiteX187" fmla="*/ 33989 w 175840"/>
                  <a:gd name="connsiteY187" fmla="*/ 152705 h 263469"/>
                  <a:gd name="connsiteX188" fmla="*/ 32915 w 175840"/>
                  <a:gd name="connsiteY188" fmla="*/ 152705 h 263469"/>
                  <a:gd name="connsiteX189" fmla="*/ 32915 w 175840"/>
                  <a:gd name="connsiteY189" fmla="*/ 152705 h 263469"/>
                  <a:gd name="connsiteX190" fmla="*/ 32915 w 175840"/>
                  <a:gd name="connsiteY190" fmla="*/ 175288 h 263469"/>
                  <a:gd name="connsiteX191" fmla="*/ 33989 w 175840"/>
                  <a:gd name="connsiteY191" fmla="*/ 175288 h 263469"/>
                  <a:gd name="connsiteX192" fmla="*/ 37213 w 175840"/>
                  <a:gd name="connsiteY192" fmla="*/ 176363 h 263469"/>
                  <a:gd name="connsiteX193" fmla="*/ 38288 w 175840"/>
                  <a:gd name="connsiteY193" fmla="*/ 177438 h 263469"/>
                  <a:gd name="connsiteX194" fmla="*/ 39362 w 175840"/>
                  <a:gd name="connsiteY194" fmla="*/ 176363 h 263469"/>
                  <a:gd name="connsiteX195" fmla="*/ 39362 w 175840"/>
                  <a:gd name="connsiteY195" fmla="*/ 175288 h 263469"/>
                  <a:gd name="connsiteX196" fmla="*/ 37213 w 175840"/>
                  <a:gd name="connsiteY196" fmla="*/ 174212 h 263469"/>
                  <a:gd name="connsiteX197" fmla="*/ 37213 w 175840"/>
                  <a:gd name="connsiteY197" fmla="*/ 173137 h 263469"/>
                  <a:gd name="connsiteX198" fmla="*/ 32915 w 175840"/>
                  <a:gd name="connsiteY198" fmla="*/ 175288 h 263469"/>
                  <a:gd name="connsiteX199" fmla="*/ 35064 w 175840"/>
                  <a:gd name="connsiteY199" fmla="*/ 151629 h 263469"/>
                  <a:gd name="connsiteX200" fmla="*/ 37213 w 175840"/>
                  <a:gd name="connsiteY200" fmla="*/ 150554 h 263469"/>
                  <a:gd name="connsiteX201" fmla="*/ 39362 w 175840"/>
                  <a:gd name="connsiteY201" fmla="*/ 149478 h 263469"/>
                  <a:gd name="connsiteX202" fmla="*/ 39362 w 175840"/>
                  <a:gd name="connsiteY202" fmla="*/ 149478 h 263469"/>
                  <a:gd name="connsiteX203" fmla="*/ 37213 w 175840"/>
                  <a:gd name="connsiteY203" fmla="*/ 149478 h 263469"/>
                  <a:gd name="connsiteX204" fmla="*/ 35064 w 175840"/>
                  <a:gd name="connsiteY204" fmla="*/ 149478 h 263469"/>
                  <a:gd name="connsiteX205" fmla="*/ 35064 w 175840"/>
                  <a:gd name="connsiteY205" fmla="*/ 151629 h 263469"/>
                  <a:gd name="connsiteX206" fmla="*/ 33989 w 175840"/>
                  <a:gd name="connsiteY206" fmla="*/ 165609 h 263469"/>
                  <a:gd name="connsiteX207" fmla="*/ 33989 w 175840"/>
                  <a:gd name="connsiteY207" fmla="*/ 165609 h 263469"/>
                  <a:gd name="connsiteX208" fmla="*/ 36138 w 175840"/>
                  <a:gd name="connsiteY208" fmla="*/ 164534 h 263469"/>
                  <a:gd name="connsiteX209" fmla="*/ 35064 w 175840"/>
                  <a:gd name="connsiteY209" fmla="*/ 164534 h 263469"/>
                  <a:gd name="connsiteX210" fmla="*/ 33989 w 175840"/>
                  <a:gd name="connsiteY210" fmla="*/ 165609 h 263469"/>
                  <a:gd name="connsiteX211" fmla="*/ 36138 w 175840"/>
                  <a:gd name="connsiteY211" fmla="*/ 147328 h 263469"/>
                  <a:gd name="connsiteX212" fmla="*/ 37213 w 175840"/>
                  <a:gd name="connsiteY212" fmla="*/ 147328 h 263469"/>
                  <a:gd name="connsiteX213" fmla="*/ 38288 w 175840"/>
                  <a:gd name="connsiteY213" fmla="*/ 147328 h 263469"/>
                  <a:gd name="connsiteX214" fmla="*/ 39362 w 175840"/>
                  <a:gd name="connsiteY214" fmla="*/ 146252 h 263469"/>
                  <a:gd name="connsiteX215" fmla="*/ 39362 w 175840"/>
                  <a:gd name="connsiteY215" fmla="*/ 145177 h 263469"/>
                  <a:gd name="connsiteX216" fmla="*/ 38288 w 175840"/>
                  <a:gd name="connsiteY216" fmla="*/ 143026 h 263469"/>
                  <a:gd name="connsiteX217" fmla="*/ 39362 w 175840"/>
                  <a:gd name="connsiteY217" fmla="*/ 141951 h 263469"/>
                  <a:gd name="connsiteX218" fmla="*/ 42586 w 175840"/>
                  <a:gd name="connsiteY218" fmla="*/ 141951 h 263469"/>
                  <a:gd name="connsiteX219" fmla="*/ 43661 w 175840"/>
                  <a:gd name="connsiteY219" fmla="*/ 140875 h 263469"/>
                  <a:gd name="connsiteX220" fmla="*/ 43661 w 175840"/>
                  <a:gd name="connsiteY220" fmla="*/ 139800 h 263469"/>
                  <a:gd name="connsiteX221" fmla="*/ 43661 w 175840"/>
                  <a:gd name="connsiteY221" fmla="*/ 136574 h 263469"/>
                  <a:gd name="connsiteX222" fmla="*/ 43661 w 175840"/>
                  <a:gd name="connsiteY222" fmla="*/ 135498 h 263469"/>
                  <a:gd name="connsiteX223" fmla="*/ 45810 w 175840"/>
                  <a:gd name="connsiteY223" fmla="*/ 135498 h 263469"/>
                  <a:gd name="connsiteX224" fmla="*/ 45810 w 175840"/>
                  <a:gd name="connsiteY224" fmla="*/ 132272 h 263469"/>
                  <a:gd name="connsiteX225" fmla="*/ 46885 w 175840"/>
                  <a:gd name="connsiteY225" fmla="*/ 132272 h 263469"/>
                  <a:gd name="connsiteX226" fmla="*/ 47959 w 175840"/>
                  <a:gd name="connsiteY226" fmla="*/ 132272 h 263469"/>
                  <a:gd name="connsiteX227" fmla="*/ 46885 w 175840"/>
                  <a:gd name="connsiteY227" fmla="*/ 131197 h 263469"/>
                  <a:gd name="connsiteX228" fmla="*/ 45810 w 175840"/>
                  <a:gd name="connsiteY228" fmla="*/ 131197 h 263469"/>
                  <a:gd name="connsiteX229" fmla="*/ 47959 w 175840"/>
                  <a:gd name="connsiteY229" fmla="*/ 131197 h 263469"/>
                  <a:gd name="connsiteX230" fmla="*/ 50109 w 175840"/>
                  <a:gd name="connsiteY230" fmla="*/ 130121 h 263469"/>
                  <a:gd name="connsiteX231" fmla="*/ 51183 w 175840"/>
                  <a:gd name="connsiteY231" fmla="*/ 127971 h 263469"/>
                  <a:gd name="connsiteX232" fmla="*/ 52258 w 175840"/>
                  <a:gd name="connsiteY232" fmla="*/ 125820 h 263469"/>
                  <a:gd name="connsiteX233" fmla="*/ 53333 w 175840"/>
                  <a:gd name="connsiteY233" fmla="*/ 124744 h 263469"/>
                  <a:gd name="connsiteX234" fmla="*/ 54407 w 175840"/>
                  <a:gd name="connsiteY234" fmla="*/ 122594 h 263469"/>
                  <a:gd name="connsiteX235" fmla="*/ 55482 w 175840"/>
                  <a:gd name="connsiteY235" fmla="*/ 120443 h 263469"/>
                  <a:gd name="connsiteX236" fmla="*/ 55482 w 175840"/>
                  <a:gd name="connsiteY236" fmla="*/ 118292 h 263469"/>
                  <a:gd name="connsiteX237" fmla="*/ 52258 w 175840"/>
                  <a:gd name="connsiteY237" fmla="*/ 120443 h 263469"/>
                  <a:gd name="connsiteX238" fmla="*/ 50109 w 175840"/>
                  <a:gd name="connsiteY238" fmla="*/ 124744 h 263469"/>
                  <a:gd name="connsiteX239" fmla="*/ 49034 w 175840"/>
                  <a:gd name="connsiteY239" fmla="*/ 127971 h 263469"/>
                  <a:gd name="connsiteX240" fmla="*/ 49034 w 175840"/>
                  <a:gd name="connsiteY240" fmla="*/ 127971 h 263469"/>
                  <a:gd name="connsiteX241" fmla="*/ 50109 w 175840"/>
                  <a:gd name="connsiteY241" fmla="*/ 126895 h 263469"/>
                  <a:gd name="connsiteX242" fmla="*/ 49034 w 175840"/>
                  <a:gd name="connsiteY242" fmla="*/ 126895 h 263469"/>
                  <a:gd name="connsiteX243" fmla="*/ 49034 w 175840"/>
                  <a:gd name="connsiteY243" fmla="*/ 130121 h 263469"/>
                  <a:gd name="connsiteX244" fmla="*/ 49034 w 175840"/>
                  <a:gd name="connsiteY244" fmla="*/ 132272 h 263469"/>
                  <a:gd name="connsiteX245" fmla="*/ 47959 w 175840"/>
                  <a:gd name="connsiteY245" fmla="*/ 132272 h 263469"/>
                  <a:gd name="connsiteX246" fmla="*/ 47959 w 175840"/>
                  <a:gd name="connsiteY246" fmla="*/ 131197 h 263469"/>
                  <a:gd name="connsiteX247" fmla="*/ 44735 w 175840"/>
                  <a:gd name="connsiteY247" fmla="*/ 137649 h 263469"/>
                  <a:gd name="connsiteX248" fmla="*/ 44735 w 175840"/>
                  <a:gd name="connsiteY248" fmla="*/ 137649 h 263469"/>
                  <a:gd name="connsiteX249" fmla="*/ 42586 w 175840"/>
                  <a:gd name="connsiteY249" fmla="*/ 139800 h 263469"/>
                  <a:gd name="connsiteX250" fmla="*/ 41511 w 175840"/>
                  <a:gd name="connsiteY250" fmla="*/ 141951 h 263469"/>
                  <a:gd name="connsiteX251" fmla="*/ 36138 w 175840"/>
                  <a:gd name="connsiteY251" fmla="*/ 147328 h 263469"/>
                  <a:gd name="connsiteX252" fmla="*/ 37213 w 175840"/>
                  <a:gd name="connsiteY252" fmla="*/ 161308 h 263469"/>
                  <a:gd name="connsiteX253" fmla="*/ 39362 w 175840"/>
                  <a:gd name="connsiteY253" fmla="*/ 159157 h 263469"/>
                  <a:gd name="connsiteX254" fmla="*/ 38288 w 175840"/>
                  <a:gd name="connsiteY254" fmla="*/ 159157 h 263469"/>
                  <a:gd name="connsiteX255" fmla="*/ 37213 w 175840"/>
                  <a:gd name="connsiteY255" fmla="*/ 161308 h 263469"/>
                  <a:gd name="connsiteX256" fmla="*/ 38288 w 175840"/>
                  <a:gd name="connsiteY256" fmla="*/ 157006 h 263469"/>
                  <a:gd name="connsiteX257" fmla="*/ 39362 w 175840"/>
                  <a:gd name="connsiteY257" fmla="*/ 157006 h 263469"/>
                  <a:gd name="connsiteX258" fmla="*/ 40437 w 175840"/>
                  <a:gd name="connsiteY258" fmla="*/ 155931 h 263469"/>
                  <a:gd name="connsiteX259" fmla="*/ 39362 w 175840"/>
                  <a:gd name="connsiteY259" fmla="*/ 155931 h 263469"/>
                  <a:gd name="connsiteX260" fmla="*/ 38288 w 175840"/>
                  <a:gd name="connsiteY260" fmla="*/ 157006 h 263469"/>
                  <a:gd name="connsiteX261" fmla="*/ 38288 w 175840"/>
                  <a:gd name="connsiteY261" fmla="*/ 164534 h 263469"/>
                  <a:gd name="connsiteX262" fmla="*/ 38288 w 175840"/>
                  <a:gd name="connsiteY262" fmla="*/ 164534 h 263469"/>
                  <a:gd name="connsiteX263" fmla="*/ 39362 w 175840"/>
                  <a:gd name="connsiteY263" fmla="*/ 164534 h 263469"/>
                  <a:gd name="connsiteX264" fmla="*/ 38288 w 175840"/>
                  <a:gd name="connsiteY264" fmla="*/ 164534 h 263469"/>
                  <a:gd name="connsiteX265" fmla="*/ 38288 w 175840"/>
                  <a:gd name="connsiteY265" fmla="*/ 164534 h 263469"/>
                  <a:gd name="connsiteX266" fmla="*/ 39362 w 175840"/>
                  <a:gd name="connsiteY266" fmla="*/ 169911 h 263469"/>
                  <a:gd name="connsiteX267" fmla="*/ 39362 w 175840"/>
                  <a:gd name="connsiteY267" fmla="*/ 172061 h 263469"/>
                  <a:gd name="connsiteX268" fmla="*/ 39362 w 175840"/>
                  <a:gd name="connsiteY268" fmla="*/ 173137 h 263469"/>
                  <a:gd name="connsiteX269" fmla="*/ 40437 w 175840"/>
                  <a:gd name="connsiteY269" fmla="*/ 169911 h 263469"/>
                  <a:gd name="connsiteX270" fmla="*/ 39362 w 175840"/>
                  <a:gd name="connsiteY270" fmla="*/ 169911 h 263469"/>
                  <a:gd name="connsiteX271" fmla="*/ 39362 w 175840"/>
                  <a:gd name="connsiteY271" fmla="*/ 169911 h 263469"/>
                  <a:gd name="connsiteX272" fmla="*/ 41511 w 175840"/>
                  <a:gd name="connsiteY272" fmla="*/ 154855 h 263469"/>
                  <a:gd name="connsiteX273" fmla="*/ 41511 w 175840"/>
                  <a:gd name="connsiteY273" fmla="*/ 154855 h 263469"/>
                  <a:gd name="connsiteX274" fmla="*/ 41511 w 175840"/>
                  <a:gd name="connsiteY274" fmla="*/ 153780 h 263469"/>
                  <a:gd name="connsiteX275" fmla="*/ 41511 w 175840"/>
                  <a:gd name="connsiteY275" fmla="*/ 154855 h 263469"/>
                  <a:gd name="connsiteX276" fmla="*/ 41511 w 175840"/>
                  <a:gd name="connsiteY276" fmla="*/ 154855 h 263469"/>
                  <a:gd name="connsiteX277" fmla="*/ 41511 w 175840"/>
                  <a:gd name="connsiteY277" fmla="*/ 165609 h 263469"/>
                  <a:gd name="connsiteX278" fmla="*/ 41511 w 175840"/>
                  <a:gd name="connsiteY278" fmla="*/ 165609 h 263469"/>
                  <a:gd name="connsiteX279" fmla="*/ 41511 w 175840"/>
                  <a:gd name="connsiteY279" fmla="*/ 164534 h 263469"/>
                  <a:gd name="connsiteX280" fmla="*/ 41511 w 175840"/>
                  <a:gd name="connsiteY280" fmla="*/ 165609 h 263469"/>
                  <a:gd name="connsiteX281" fmla="*/ 41511 w 175840"/>
                  <a:gd name="connsiteY281" fmla="*/ 165609 h 263469"/>
                  <a:gd name="connsiteX282" fmla="*/ 42586 w 175840"/>
                  <a:gd name="connsiteY282" fmla="*/ 160232 h 263469"/>
                  <a:gd name="connsiteX283" fmla="*/ 43661 w 175840"/>
                  <a:gd name="connsiteY283" fmla="*/ 158081 h 263469"/>
                  <a:gd name="connsiteX284" fmla="*/ 43661 w 175840"/>
                  <a:gd name="connsiteY284" fmla="*/ 158081 h 263469"/>
                  <a:gd name="connsiteX285" fmla="*/ 42586 w 175840"/>
                  <a:gd name="connsiteY285" fmla="*/ 159157 h 263469"/>
                  <a:gd name="connsiteX286" fmla="*/ 41511 w 175840"/>
                  <a:gd name="connsiteY286" fmla="*/ 159157 h 263469"/>
                  <a:gd name="connsiteX287" fmla="*/ 42586 w 175840"/>
                  <a:gd name="connsiteY287" fmla="*/ 160232 h 263469"/>
                  <a:gd name="connsiteX288" fmla="*/ 45810 w 175840"/>
                  <a:gd name="connsiteY288" fmla="*/ 155931 h 263469"/>
                  <a:gd name="connsiteX289" fmla="*/ 47959 w 175840"/>
                  <a:gd name="connsiteY289" fmla="*/ 155931 h 263469"/>
                  <a:gd name="connsiteX290" fmla="*/ 47959 w 175840"/>
                  <a:gd name="connsiteY290" fmla="*/ 154855 h 263469"/>
                  <a:gd name="connsiteX291" fmla="*/ 46885 w 175840"/>
                  <a:gd name="connsiteY291" fmla="*/ 153780 h 263469"/>
                  <a:gd name="connsiteX292" fmla="*/ 47959 w 175840"/>
                  <a:gd name="connsiteY292" fmla="*/ 152705 h 263469"/>
                  <a:gd name="connsiteX293" fmla="*/ 49034 w 175840"/>
                  <a:gd name="connsiteY293" fmla="*/ 151629 h 263469"/>
                  <a:gd name="connsiteX294" fmla="*/ 44735 w 175840"/>
                  <a:gd name="connsiteY294" fmla="*/ 153780 h 263469"/>
                  <a:gd name="connsiteX295" fmla="*/ 45810 w 175840"/>
                  <a:gd name="connsiteY295" fmla="*/ 155931 h 263469"/>
                  <a:gd name="connsiteX296" fmla="*/ 51183 w 175840"/>
                  <a:gd name="connsiteY296" fmla="*/ 146252 h 263469"/>
                  <a:gd name="connsiteX297" fmla="*/ 53333 w 175840"/>
                  <a:gd name="connsiteY297" fmla="*/ 144101 h 263469"/>
                  <a:gd name="connsiteX298" fmla="*/ 52258 w 175840"/>
                  <a:gd name="connsiteY298" fmla="*/ 144101 h 263469"/>
                  <a:gd name="connsiteX299" fmla="*/ 50109 w 175840"/>
                  <a:gd name="connsiteY299" fmla="*/ 146252 h 263469"/>
                  <a:gd name="connsiteX300" fmla="*/ 51183 w 175840"/>
                  <a:gd name="connsiteY300" fmla="*/ 146252 h 263469"/>
                  <a:gd name="connsiteX301" fmla="*/ 50109 w 175840"/>
                  <a:gd name="connsiteY301" fmla="*/ 139800 h 263469"/>
                  <a:gd name="connsiteX302" fmla="*/ 52258 w 175840"/>
                  <a:gd name="connsiteY302" fmla="*/ 138725 h 263469"/>
                  <a:gd name="connsiteX303" fmla="*/ 53333 w 175840"/>
                  <a:gd name="connsiteY303" fmla="*/ 136574 h 263469"/>
                  <a:gd name="connsiteX304" fmla="*/ 51183 w 175840"/>
                  <a:gd name="connsiteY304" fmla="*/ 138725 h 263469"/>
                  <a:gd name="connsiteX305" fmla="*/ 50109 w 175840"/>
                  <a:gd name="connsiteY305" fmla="*/ 139800 h 263469"/>
                  <a:gd name="connsiteX306" fmla="*/ 54407 w 175840"/>
                  <a:gd name="connsiteY306" fmla="*/ 139800 h 263469"/>
                  <a:gd name="connsiteX307" fmla="*/ 56556 w 175840"/>
                  <a:gd name="connsiteY307" fmla="*/ 136574 h 263469"/>
                  <a:gd name="connsiteX308" fmla="*/ 55482 w 175840"/>
                  <a:gd name="connsiteY308" fmla="*/ 137649 h 263469"/>
                  <a:gd name="connsiteX309" fmla="*/ 54407 w 175840"/>
                  <a:gd name="connsiteY309" fmla="*/ 139800 h 263469"/>
                  <a:gd name="connsiteX310" fmla="*/ 55482 w 175840"/>
                  <a:gd name="connsiteY310" fmla="*/ 116142 h 263469"/>
                  <a:gd name="connsiteX311" fmla="*/ 57631 w 175840"/>
                  <a:gd name="connsiteY311" fmla="*/ 116142 h 263469"/>
                  <a:gd name="connsiteX312" fmla="*/ 58706 w 175840"/>
                  <a:gd name="connsiteY312" fmla="*/ 116142 h 263469"/>
                  <a:gd name="connsiteX313" fmla="*/ 58706 w 175840"/>
                  <a:gd name="connsiteY313" fmla="*/ 112915 h 263469"/>
                  <a:gd name="connsiteX314" fmla="*/ 56556 w 175840"/>
                  <a:gd name="connsiteY314" fmla="*/ 111840 h 263469"/>
                  <a:gd name="connsiteX315" fmla="*/ 56556 w 175840"/>
                  <a:gd name="connsiteY315" fmla="*/ 112915 h 263469"/>
                  <a:gd name="connsiteX316" fmla="*/ 56556 w 175840"/>
                  <a:gd name="connsiteY316" fmla="*/ 113991 h 263469"/>
                  <a:gd name="connsiteX317" fmla="*/ 55482 w 175840"/>
                  <a:gd name="connsiteY317" fmla="*/ 116142 h 263469"/>
                  <a:gd name="connsiteX318" fmla="*/ 55482 w 175840"/>
                  <a:gd name="connsiteY318" fmla="*/ 116142 h 263469"/>
                  <a:gd name="connsiteX319" fmla="*/ 56556 w 175840"/>
                  <a:gd name="connsiteY319" fmla="*/ 135498 h 263469"/>
                  <a:gd name="connsiteX320" fmla="*/ 61930 w 175840"/>
                  <a:gd name="connsiteY320" fmla="*/ 130121 h 263469"/>
                  <a:gd name="connsiteX321" fmla="*/ 61930 w 175840"/>
                  <a:gd name="connsiteY321" fmla="*/ 127971 h 263469"/>
                  <a:gd name="connsiteX322" fmla="*/ 60855 w 175840"/>
                  <a:gd name="connsiteY322" fmla="*/ 127971 h 263469"/>
                  <a:gd name="connsiteX323" fmla="*/ 58706 w 175840"/>
                  <a:gd name="connsiteY323" fmla="*/ 130121 h 263469"/>
                  <a:gd name="connsiteX324" fmla="*/ 56556 w 175840"/>
                  <a:gd name="connsiteY324" fmla="*/ 133348 h 263469"/>
                  <a:gd name="connsiteX325" fmla="*/ 56556 w 175840"/>
                  <a:gd name="connsiteY325" fmla="*/ 135498 h 263469"/>
                  <a:gd name="connsiteX326" fmla="*/ 61930 w 175840"/>
                  <a:gd name="connsiteY326" fmla="*/ 109689 h 263469"/>
                  <a:gd name="connsiteX327" fmla="*/ 61930 w 175840"/>
                  <a:gd name="connsiteY327" fmla="*/ 109689 h 263469"/>
                  <a:gd name="connsiteX328" fmla="*/ 59780 w 175840"/>
                  <a:gd name="connsiteY328" fmla="*/ 109689 h 263469"/>
                  <a:gd name="connsiteX329" fmla="*/ 61930 w 175840"/>
                  <a:gd name="connsiteY329" fmla="*/ 109689 h 263469"/>
                  <a:gd name="connsiteX330" fmla="*/ 59780 w 175840"/>
                  <a:gd name="connsiteY330" fmla="*/ 112915 h 263469"/>
                  <a:gd name="connsiteX331" fmla="*/ 59780 w 175840"/>
                  <a:gd name="connsiteY331" fmla="*/ 112915 h 263469"/>
                  <a:gd name="connsiteX332" fmla="*/ 60855 w 175840"/>
                  <a:gd name="connsiteY332" fmla="*/ 112915 h 263469"/>
                  <a:gd name="connsiteX333" fmla="*/ 59780 w 175840"/>
                  <a:gd name="connsiteY333" fmla="*/ 111840 h 263469"/>
                  <a:gd name="connsiteX334" fmla="*/ 59780 w 175840"/>
                  <a:gd name="connsiteY334" fmla="*/ 112915 h 263469"/>
                  <a:gd name="connsiteX335" fmla="*/ 61930 w 175840"/>
                  <a:gd name="connsiteY335" fmla="*/ 138725 h 263469"/>
                  <a:gd name="connsiteX336" fmla="*/ 61930 w 175840"/>
                  <a:gd name="connsiteY336" fmla="*/ 137649 h 263469"/>
                  <a:gd name="connsiteX337" fmla="*/ 61930 w 175840"/>
                  <a:gd name="connsiteY337" fmla="*/ 138725 h 263469"/>
                  <a:gd name="connsiteX338" fmla="*/ 61930 w 175840"/>
                  <a:gd name="connsiteY338" fmla="*/ 138725 h 263469"/>
                  <a:gd name="connsiteX339" fmla="*/ 61930 w 175840"/>
                  <a:gd name="connsiteY339" fmla="*/ 105388 h 263469"/>
                  <a:gd name="connsiteX340" fmla="*/ 65154 w 175840"/>
                  <a:gd name="connsiteY340" fmla="*/ 104312 h 263469"/>
                  <a:gd name="connsiteX341" fmla="*/ 65154 w 175840"/>
                  <a:gd name="connsiteY341" fmla="*/ 103237 h 263469"/>
                  <a:gd name="connsiteX342" fmla="*/ 61930 w 175840"/>
                  <a:gd name="connsiteY342" fmla="*/ 105388 h 263469"/>
                  <a:gd name="connsiteX343" fmla="*/ 61930 w 175840"/>
                  <a:gd name="connsiteY343" fmla="*/ 105388 h 263469"/>
                  <a:gd name="connsiteX344" fmla="*/ 64079 w 175840"/>
                  <a:gd name="connsiteY344" fmla="*/ 125820 h 263469"/>
                  <a:gd name="connsiteX345" fmla="*/ 64079 w 175840"/>
                  <a:gd name="connsiteY345" fmla="*/ 123669 h 263469"/>
                  <a:gd name="connsiteX346" fmla="*/ 63004 w 175840"/>
                  <a:gd name="connsiteY346" fmla="*/ 124744 h 263469"/>
                  <a:gd name="connsiteX347" fmla="*/ 64079 w 175840"/>
                  <a:gd name="connsiteY347" fmla="*/ 125820 h 263469"/>
                  <a:gd name="connsiteX348" fmla="*/ 65154 w 175840"/>
                  <a:gd name="connsiteY348" fmla="*/ 106463 h 263469"/>
                  <a:gd name="connsiteX349" fmla="*/ 65154 w 175840"/>
                  <a:gd name="connsiteY349" fmla="*/ 106463 h 263469"/>
                  <a:gd name="connsiteX350" fmla="*/ 65154 w 175840"/>
                  <a:gd name="connsiteY350" fmla="*/ 106463 h 263469"/>
                  <a:gd name="connsiteX351" fmla="*/ 65154 w 175840"/>
                  <a:gd name="connsiteY351" fmla="*/ 106463 h 263469"/>
                  <a:gd name="connsiteX352" fmla="*/ 65154 w 175840"/>
                  <a:gd name="connsiteY352" fmla="*/ 106463 h 263469"/>
                  <a:gd name="connsiteX353" fmla="*/ 64079 w 175840"/>
                  <a:gd name="connsiteY353" fmla="*/ 102162 h 263469"/>
                  <a:gd name="connsiteX354" fmla="*/ 66228 w 175840"/>
                  <a:gd name="connsiteY354" fmla="*/ 100011 h 263469"/>
                  <a:gd name="connsiteX355" fmla="*/ 65154 w 175840"/>
                  <a:gd name="connsiteY355" fmla="*/ 101086 h 263469"/>
                  <a:gd name="connsiteX356" fmla="*/ 64079 w 175840"/>
                  <a:gd name="connsiteY356" fmla="*/ 102162 h 263469"/>
                  <a:gd name="connsiteX357" fmla="*/ 67303 w 175840"/>
                  <a:gd name="connsiteY357" fmla="*/ 122594 h 263469"/>
                  <a:gd name="connsiteX358" fmla="*/ 68377 w 175840"/>
                  <a:gd name="connsiteY358" fmla="*/ 122594 h 263469"/>
                  <a:gd name="connsiteX359" fmla="*/ 67303 w 175840"/>
                  <a:gd name="connsiteY359" fmla="*/ 121518 h 263469"/>
                  <a:gd name="connsiteX360" fmla="*/ 67303 w 175840"/>
                  <a:gd name="connsiteY360" fmla="*/ 122594 h 263469"/>
                  <a:gd name="connsiteX361" fmla="*/ 67303 w 175840"/>
                  <a:gd name="connsiteY361" fmla="*/ 122594 h 263469"/>
                  <a:gd name="connsiteX362" fmla="*/ 67303 w 175840"/>
                  <a:gd name="connsiteY362" fmla="*/ 98935 h 263469"/>
                  <a:gd name="connsiteX363" fmla="*/ 69452 w 175840"/>
                  <a:gd name="connsiteY363" fmla="*/ 96785 h 263469"/>
                  <a:gd name="connsiteX364" fmla="*/ 70527 w 175840"/>
                  <a:gd name="connsiteY364" fmla="*/ 94634 h 263469"/>
                  <a:gd name="connsiteX365" fmla="*/ 70527 w 175840"/>
                  <a:gd name="connsiteY365" fmla="*/ 95709 h 263469"/>
                  <a:gd name="connsiteX366" fmla="*/ 70527 w 175840"/>
                  <a:gd name="connsiteY366" fmla="*/ 96785 h 263469"/>
                  <a:gd name="connsiteX367" fmla="*/ 75900 w 175840"/>
                  <a:gd name="connsiteY367" fmla="*/ 91408 h 263469"/>
                  <a:gd name="connsiteX368" fmla="*/ 74825 w 175840"/>
                  <a:gd name="connsiteY368" fmla="*/ 92483 h 263469"/>
                  <a:gd name="connsiteX369" fmla="*/ 72676 w 175840"/>
                  <a:gd name="connsiteY369" fmla="*/ 92483 h 263469"/>
                  <a:gd name="connsiteX370" fmla="*/ 70527 w 175840"/>
                  <a:gd name="connsiteY370" fmla="*/ 93558 h 263469"/>
                  <a:gd name="connsiteX371" fmla="*/ 69452 w 175840"/>
                  <a:gd name="connsiteY371" fmla="*/ 96785 h 263469"/>
                  <a:gd name="connsiteX372" fmla="*/ 67303 w 175840"/>
                  <a:gd name="connsiteY372" fmla="*/ 98935 h 263469"/>
                  <a:gd name="connsiteX373" fmla="*/ 67303 w 175840"/>
                  <a:gd name="connsiteY373" fmla="*/ 98935 h 263469"/>
                  <a:gd name="connsiteX374" fmla="*/ 68377 w 175840"/>
                  <a:gd name="connsiteY374" fmla="*/ 116142 h 263469"/>
                  <a:gd name="connsiteX375" fmla="*/ 68377 w 175840"/>
                  <a:gd name="connsiteY375" fmla="*/ 116142 h 263469"/>
                  <a:gd name="connsiteX376" fmla="*/ 69452 w 175840"/>
                  <a:gd name="connsiteY376" fmla="*/ 116142 h 263469"/>
                  <a:gd name="connsiteX377" fmla="*/ 68377 w 175840"/>
                  <a:gd name="connsiteY377" fmla="*/ 116142 h 263469"/>
                  <a:gd name="connsiteX378" fmla="*/ 68377 w 175840"/>
                  <a:gd name="connsiteY378" fmla="*/ 116142 h 263469"/>
                  <a:gd name="connsiteX379" fmla="*/ 72676 w 175840"/>
                  <a:gd name="connsiteY379" fmla="*/ 91408 h 263469"/>
                  <a:gd name="connsiteX380" fmla="*/ 72676 w 175840"/>
                  <a:gd name="connsiteY380" fmla="*/ 91408 h 263469"/>
                  <a:gd name="connsiteX381" fmla="*/ 73751 w 175840"/>
                  <a:gd name="connsiteY381" fmla="*/ 90332 h 263469"/>
                  <a:gd name="connsiteX382" fmla="*/ 72676 w 175840"/>
                  <a:gd name="connsiteY382" fmla="*/ 91408 h 263469"/>
                  <a:gd name="connsiteX383" fmla="*/ 73751 w 175840"/>
                  <a:gd name="connsiteY383" fmla="*/ 111840 h 263469"/>
                  <a:gd name="connsiteX384" fmla="*/ 74825 w 175840"/>
                  <a:gd name="connsiteY384" fmla="*/ 110765 h 263469"/>
                  <a:gd name="connsiteX385" fmla="*/ 73751 w 175840"/>
                  <a:gd name="connsiteY385" fmla="*/ 111840 h 263469"/>
                  <a:gd name="connsiteX386" fmla="*/ 73751 w 175840"/>
                  <a:gd name="connsiteY386" fmla="*/ 111840 h 263469"/>
                  <a:gd name="connsiteX387" fmla="*/ 86646 w 175840"/>
                  <a:gd name="connsiteY387" fmla="*/ 97860 h 263469"/>
                  <a:gd name="connsiteX388" fmla="*/ 86646 w 175840"/>
                  <a:gd name="connsiteY388" fmla="*/ 97860 h 263469"/>
                  <a:gd name="connsiteX389" fmla="*/ 86646 w 175840"/>
                  <a:gd name="connsiteY389" fmla="*/ 96785 h 263469"/>
                  <a:gd name="connsiteX390" fmla="*/ 86646 w 175840"/>
                  <a:gd name="connsiteY390" fmla="*/ 97860 h 263469"/>
                  <a:gd name="connsiteX391" fmla="*/ 86646 w 175840"/>
                  <a:gd name="connsiteY391" fmla="*/ 97860 h 263469"/>
                  <a:gd name="connsiteX392" fmla="*/ 88796 w 175840"/>
                  <a:gd name="connsiteY392" fmla="*/ 94634 h 263469"/>
                  <a:gd name="connsiteX393" fmla="*/ 88796 w 175840"/>
                  <a:gd name="connsiteY393" fmla="*/ 94634 h 263469"/>
                  <a:gd name="connsiteX394" fmla="*/ 88796 w 175840"/>
                  <a:gd name="connsiteY394" fmla="*/ 94634 h 263469"/>
                  <a:gd name="connsiteX395" fmla="*/ 88796 w 175840"/>
                  <a:gd name="connsiteY395" fmla="*/ 94634 h 263469"/>
                  <a:gd name="connsiteX396" fmla="*/ 92020 w 175840"/>
                  <a:gd name="connsiteY396" fmla="*/ 91408 h 263469"/>
                  <a:gd name="connsiteX397" fmla="*/ 93094 w 175840"/>
                  <a:gd name="connsiteY397" fmla="*/ 90332 h 263469"/>
                  <a:gd name="connsiteX398" fmla="*/ 92020 w 175840"/>
                  <a:gd name="connsiteY398" fmla="*/ 91408 h 263469"/>
                  <a:gd name="connsiteX399" fmla="*/ 92020 w 175840"/>
                  <a:gd name="connsiteY399" fmla="*/ 91408 h 263469"/>
                  <a:gd name="connsiteX400" fmla="*/ 93094 w 175840"/>
                  <a:gd name="connsiteY400" fmla="*/ 65598 h 263469"/>
                  <a:gd name="connsiteX401" fmla="*/ 93094 w 175840"/>
                  <a:gd name="connsiteY401" fmla="*/ 64523 h 263469"/>
                  <a:gd name="connsiteX402" fmla="*/ 92020 w 175840"/>
                  <a:gd name="connsiteY402" fmla="*/ 64523 h 263469"/>
                  <a:gd name="connsiteX403" fmla="*/ 93094 w 175840"/>
                  <a:gd name="connsiteY403" fmla="*/ 65598 h 263469"/>
                  <a:gd name="connsiteX404" fmla="*/ 93094 w 175840"/>
                  <a:gd name="connsiteY404" fmla="*/ 65598 h 263469"/>
                  <a:gd name="connsiteX405" fmla="*/ 99542 w 175840"/>
                  <a:gd name="connsiteY405" fmla="*/ 59146 h 263469"/>
                  <a:gd name="connsiteX406" fmla="*/ 99542 w 175840"/>
                  <a:gd name="connsiteY406" fmla="*/ 59146 h 263469"/>
                  <a:gd name="connsiteX407" fmla="*/ 98467 w 175840"/>
                  <a:gd name="connsiteY407" fmla="*/ 58071 h 263469"/>
                  <a:gd name="connsiteX408" fmla="*/ 99542 w 175840"/>
                  <a:gd name="connsiteY408" fmla="*/ 59146 h 263469"/>
                  <a:gd name="connsiteX409" fmla="*/ 101691 w 175840"/>
                  <a:gd name="connsiteY409" fmla="*/ 55920 h 263469"/>
                  <a:gd name="connsiteX410" fmla="*/ 102766 w 175840"/>
                  <a:gd name="connsiteY410" fmla="*/ 54845 h 263469"/>
                  <a:gd name="connsiteX411" fmla="*/ 102766 w 175840"/>
                  <a:gd name="connsiteY411" fmla="*/ 53769 h 263469"/>
                  <a:gd name="connsiteX412" fmla="*/ 102766 w 175840"/>
                  <a:gd name="connsiteY412" fmla="*/ 51618 h 263469"/>
                  <a:gd name="connsiteX413" fmla="*/ 101691 w 175840"/>
                  <a:gd name="connsiteY413" fmla="*/ 52694 h 263469"/>
                  <a:gd name="connsiteX414" fmla="*/ 101691 w 175840"/>
                  <a:gd name="connsiteY414" fmla="*/ 55920 h 263469"/>
                  <a:gd name="connsiteX415" fmla="*/ 101691 w 175840"/>
                  <a:gd name="connsiteY415" fmla="*/ 55920 h 2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75840" h="263469">
                    <a:moveTo>
                      <a:pt x="10347" y="187117"/>
                    </a:moveTo>
                    <a:cubicBezTo>
                      <a:pt x="13571" y="179589"/>
                      <a:pt x="24317" y="159157"/>
                      <a:pt x="27541" y="154855"/>
                    </a:cubicBezTo>
                    <a:cubicBezTo>
                      <a:pt x="28616" y="153780"/>
                      <a:pt x="31840" y="149478"/>
                      <a:pt x="33989" y="144101"/>
                    </a:cubicBezTo>
                    <a:cubicBezTo>
                      <a:pt x="37213" y="139800"/>
                      <a:pt x="40437" y="135498"/>
                      <a:pt x="41511" y="134423"/>
                    </a:cubicBezTo>
                    <a:cubicBezTo>
                      <a:pt x="42586" y="133348"/>
                      <a:pt x="43661" y="133348"/>
                      <a:pt x="42586" y="132272"/>
                    </a:cubicBezTo>
                    <a:cubicBezTo>
                      <a:pt x="42586" y="132272"/>
                      <a:pt x="42586" y="131197"/>
                      <a:pt x="44735" y="129046"/>
                    </a:cubicBezTo>
                    <a:cubicBezTo>
                      <a:pt x="45810" y="127971"/>
                      <a:pt x="46885" y="125820"/>
                      <a:pt x="46885" y="125820"/>
                    </a:cubicBezTo>
                    <a:cubicBezTo>
                      <a:pt x="46885" y="124744"/>
                      <a:pt x="49034" y="120443"/>
                      <a:pt x="50109" y="119368"/>
                    </a:cubicBezTo>
                    <a:cubicBezTo>
                      <a:pt x="51183" y="118292"/>
                      <a:pt x="57631" y="108614"/>
                      <a:pt x="57631" y="107538"/>
                    </a:cubicBezTo>
                    <a:cubicBezTo>
                      <a:pt x="57631" y="106463"/>
                      <a:pt x="65154" y="96785"/>
                      <a:pt x="65154" y="96785"/>
                    </a:cubicBezTo>
                    <a:cubicBezTo>
                      <a:pt x="65154" y="96785"/>
                      <a:pt x="69452" y="89257"/>
                      <a:pt x="69452" y="88181"/>
                    </a:cubicBezTo>
                    <a:cubicBezTo>
                      <a:pt x="69452" y="88181"/>
                      <a:pt x="68377" y="88181"/>
                      <a:pt x="68377" y="88181"/>
                    </a:cubicBezTo>
                    <a:cubicBezTo>
                      <a:pt x="67303" y="88181"/>
                      <a:pt x="66228" y="89257"/>
                      <a:pt x="65154" y="89257"/>
                    </a:cubicBezTo>
                    <a:cubicBezTo>
                      <a:pt x="64079" y="89257"/>
                      <a:pt x="61930" y="90332"/>
                      <a:pt x="58706" y="90332"/>
                    </a:cubicBezTo>
                    <a:cubicBezTo>
                      <a:pt x="57631" y="90332"/>
                      <a:pt x="47959" y="93558"/>
                      <a:pt x="46885" y="93558"/>
                    </a:cubicBezTo>
                    <a:cubicBezTo>
                      <a:pt x="45810" y="94634"/>
                      <a:pt x="38288" y="94634"/>
                      <a:pt x="33989" y="94634"/>
                    </a:cubicBezTo>
                    <a:cubicBezTo>
                      <a:pt x="26467" y="93558"/>
                      <a:pt x="20019" y="88181"/>
                      <a:pt x="21093" y="82805"/>
                    </a:cubicBezTo>
                    <a:cubicBezTo>
                      <a:pt x="21093" y="81729"/>
                      <a:pt x="22168" y="80654"/>
                      <a:pt x="23243" y="81729"/>
                    </a:cubicBezTo>
                    <a:cubicBezTo>
                      <a:pt x="24317" y="81729"/>
                      <a:pt x="29691" y="80654"/>
                      <a:pt x="36138" y="79578"/>
                    </a:cubicBezTo>
                    <a:cubicBezTo>
                      <a:pt x="52258" y="75277"/>
                      <a:pt x="55482" y="74201"/>
                      <a:pt x="81273" y="69900"/>
                    </a:cubicBezTo>
                    <a:cubicBezTo>
                      <a:pt x="83422" y="69900"/>
                      <a:pt x="84497" y="68825"/>
                      <a:pt x="85572" y="67749"/>
                    </a:cubicBezTo>
                    <a:cubicBezTo>
                      <a:pt x="85572" y="66674"/>
                      <a:pt x="87721" y="65598"/>
                      <a:pt x="88796" y="64523"/>
                    </a:cubicBezTo>
                    <a:cubicBezTo>
                      <a:pt x="89870" y="63448"/>
                      <a:pt x="90945" y="62372"/>
                      <a:pt x="90945" y="61297"/>
                    </a:cubicBezTo>
                    <a:cubicBezTo>
                      <a:pt x="90945" y="61297"/>
                      <a:pt x="90945" y="60221"/>
                      <a:pt x="90945" y="60221"/>
                    </a:cubicBezTo>
                    <a:cubicBezTo>
                      <a:pt x="93094" y="60221"/>
                      <a:pt x="95243" y="60221"/>
                      <a:pt x="95243" y="59146"/>
                    </a:cubicBezTo>
                    <a:cubicBezTo>
                      <a:pt x="95243" y="59146"/>
                      <a:pt x="94169" y="59146"/>
                      <a:pt x="94169" y="59146"/>
                    </a:cubicBezTo>
                    <a:cubicBezTo>
                      <a:pt x="93094" y="59146"/>
                      <a:pt x="93094" y="59146"/>
                      <a:pt x="93094" y="59146"/>
                    </a:cubicBezTo>
                    <a:cubicBezTo>
                      <a:pt x="93094" y="59146"/>
                      <a:pt x="105990" y="41940"/>
                      <a:pt x="108139" y="38714"/>
                    </a:cubicBezTo>
                    <a:cubicBezTo>
                      <a:pt x="109214" y="37638"/>
                      <a:pt x="111363" y="35488"/>
                      <a:pt x="111363" y="34412"/>
                    </a:cubicBezTo>
                    <a:cubicBezTo>
                      <a:pt x="112438" y="33337"/>
                      <a:pt x="113512" y="32262"/>
                      <a:pt x="113512" y="31186"/>
                    </a:cubicBezTo>
                    <a:cubicBezTo>
                      <a:pt x="115661" y="29035"/>
                      <a:pt x="124259" y="18282"/>
                      <a:pt x="126408" y="16131"/>
                    </a:cubicBezTo>
                    <a:cubicBezTo>
                      <a:pt x="129632" y="11829"/>
                      <a:pt x="139303" y="0"/>
                      <a:pt x="145751" y="0"/>
                    </a:cubicBezTo>
                    <a:cubicBezTo>
                      <a:pt x="146826" y="0"/>
                      <a:pt x="148975" y="0"/>
                      <a:pt x="151124" y="1075"/>
                    </a:cubicBezTo>
                    <a:cubicBezTo>
                      <a:pt x="156498" y="3226"/>
                      <a:pt x="158647" y="5377"/>
                      <a:pt x="158647" y="9678"/>
                    </a:cubicBezTo>
                    <a:cubicBezTo>
                      <a:pt x="158647" y="10754"/>
                      <a:pt x="158647" y="12905"/>
                      <a:pt x="158647" y="13980"/>
                    </a:cubicBezTo>
                    <a:cubicBezTo>
                      <a:pt x="158647" y="13980"/>
                      <a:pt x="158647" y="16131"/>
                      <a:pt x="157572" y="17206"/>
                    </a:cubicBezTo>
                    <a:cubicBezTo>
                      <a:pt x="156498" y="18282"/>
                      <a:pt x="155423" y="20432"/>
                      <a:pt x="154348" y="21508"/>
                    </a:cubicBezTo>
                    <a:cubicBezTo>
                      <a:pt x="154348" y="22583"/>
                      <a:pt x="148975" y="27960"/>
                      <a:pt x="144677" y="32262"/>
                    </a:cubicBezTo>
                    <a:cubicBezTo>
                      <a:pt x="139303" y="37638"/>
                      <a:pt x="135005" y="41940"/>
                      <a:pt x="135005" y="43015"/>
                    </a:cubicBezTo>
                    <a:cubicBezTo>
                      <a:pt x="133930" y="46241"/>
                      <a:pt x="126408" y="54845"/>
                      <a:pt x="125333" y="54845"/>
                    </a:cubicBezTo>
                    <a:cubicBezTo>
                      <a:pt x="125333" y="54845"/>
                      <a:pt x="123184" y="55920"/>
                      <a:pt x="122109" y="58071"/>
                    </a:cubicBezTo>
                    <a:cubicBezTo>
                      <a:pt x="121035" y="60221"/>
                      <a:pt x="119960" y="61297"/>
                      <a:pt x="118885" y="61297"/>
                    </a:cubicBezTo>
                    <a:cubicBezTo>
                      <a:pt x="118885" y="61297"/>
                      <a:pt x="118885" y="61297"/>
                      <a:pt x="118885" y="62372"/>
                    </a:cubicBezTo>
                    <a:cubicBezTo>
                      <a:pt x="118885" y="63448"/>
                      <a:pt x="122109" y="63448"/>
                      <a:pt x="129632" y="62372"/>
                    </a:cubicBezTo>
                    <a:cubicBezTo>
                      <a:pt x="144677" y="61297"/>
                      <a:pt x="162945" y="62372"/>
                      <a:pt x="168319" y="62372"/>
                    </a:cubicBezTo>
                    <a:cubicBezTo>
                      <a:pt x="172617" y="63448"/>
                      <a:pt x="175841" y="64523"/>
                      <a:pt x="175841" y="66674"/>
                    </a:cubicBezTo>
                    <a:cubicBezTo>
                      <a:pt x="175841" y="66674"/>
                      <a:pt x="171543" y="66674"/>
                      <a:pt x="167244" y="66674"/>
                    </a:cubicBezTo>
                    <a:cubicBezTo>
                      <a:pt x="159721" y="66674"/>
                      <a:pt x="147901" y="67749"/>
                      <a:pt x="136079" y="68825"/>
                    </a:cubicBezTo>
                    <a:cubicBezTo>
                      <a:pt x="131781" y="69900"/>
                      <a:pt x="126408" y="70975"/>
                      <a:pt x="126408" y="72051"/>
                    </a:cubicBezTo>
                    <a:cubicBezTo>
                      <a:pt x="126408" y="72051"/>
                      <a:pt x="125333" y="72051"/>
                      <a:pt x="124259" y="72051"/>
                    </a:cubicBezTo>
                    <a:cubicBezTo>
                      <a:pt x="123184" y="72051"/>
                      <a:pt x="121035" y="72051"/>
                      <a:pt x="121035" y="72051"/>
                    </a:cubicBezTo>
                    <a:cubicBezTo>
                      <a:pt x="121035" y="72051"/>
                      <a:pt x="119960" y="73126"/>
                      <a:pt x="118885" y="73126"/>
                    </a:cubicBezTo>
                    <a:cubicBezTo>
                      <a:pt x="114587" y="73126"/>
                      <a:pt x="110288" y="74201"/>
                      <a:pt x="110288" y="75277"/>
                    </a:cubicBezTo>
                    <a:cubicBezTo>
                      <a:pt x="110288" y="75277"/>
                      <a:pt x="109214" y="76352"/>
                      <a:pt x="109214" y="76352"/>
                    </a:cubicBezTo>
                    <a:cubicBezTo>
                      <a:pt x="108139" y="76352"/>
                      <a:pt x="107064" y="77428"/>
                      <a:pt x="107064" y="78503"/>
                    </a:cubicBezTo>
                    <a:cubicBezTo>
                      <a:pt x="107064" y="79578"/>
                      <a:pt x="105990" y="80654"/>
                      <a:pt x="103840" y="82805"/>
                    </a:cubicBezTo>
                    <a:cubicBezTo>
                      <a:pt x="102766" y="83880"/>
                      <a:pt x="99542" y="88181"/>
                      <a:pt x="97393" y="91408"/>
                    </a:cubicBezTo>
                    <a:cubicBezTo>
                      <a:pt x="93094" y="96785"/>
                      <a:pt x="93094" y="98935"/>
                      <a:pt x="88796" y="103237"/>
                    </a:cubicBezTo>
                    <a:cubicBezTo>
                      <a:pt x="88796" y="103237"/>
                      <a:pt x="87721" y="104312"/>
                      <a:pt x="87721" y="104312"/>
                    </a:cubicBezTo>
                    <a:cubicBezTo>
                      <a:pt x="87721" y="104312"/>
                      <a:pt x="85572" y="107538"/>
                      <a:pt x="82348" y="110765"/>
                    </a:cubicBezTo>
                    <a:cubicBezTo>
                      <a:pt x="79124" y="113991"/>
                      <a:pt x="76975" y="117217"/>
                      <a:pt x="76975" y="117217"/>
                    </a:cubicBezTo>
                    <a:cubicBezTo>
                      <a:pt x="76975" y="118292"/>
                      <a:pt x="70527" y="126895"/>
                      <a:pt x="69452" y="127971"/>
                    </a:cubicBezTo>
                    <a:cubicBezTo>
                      <a:pt x="69452" y="127971"/>
                      <a:pt x="63004" y="137649"/>
                      <a:pt x="63004" y="138725"/>
                    </a:cubicBezTo>
                    <a:cubicBezTo>
                      <a:pt x="61930" y="139800"/>
                      <a:pt x="60855" y="141951"/>
                      <a:pt x="57631" y="147328"/>
                    </a:cubicBezTo>
                    <a:cubicBezTo>
                      <a:pt x="47959" y="163458"/>
                      <a:pt x="41511" y="172061"/>
                      <a:pt x="40437" y="172061"/>
                    </a:cubicBezTo>
                    <a:cubicBezTo>
                      <a:pt x="39362" y="172061"/>
                      <a:pt x="39362" y="172061"/>
                      <a:pt x="40437" y="172061"/>
                    </a:cubicBezTo>
                    <a:cubicBezTo>
                      <a:pt x="41511" y="172061"/>
                      <a:pt x="41511" y="173137"/>
                      <a:pt x="39362" y="177438"/>
                    </a:cubicBezTo>
                    <a:cubicBezTo>
                      <a:pt x="36138" y="183891"/>
                      <a:pt x="33989" y="187117"/>
                      <a:pt x="32915" y="186042"/>
                    </a:cubicBezTo>
                    <a:cubicBezTo>
                      <a:pt x="32915" y="186042"/>
                      <a:pt x="32915" y="186042"/>
                      <a:pt x="32915" y="187117"/>
                    </a:cubicBezTo>
                    <a:cubicBezTo>
                      <a:pt x="32915" y="188192"/>
                      <a:pt x="32915" y="189268"/>
                      <a:pt x="32915" y="190343"/>
                    </a:cubicBezTo>
                    <a:cubicBezTo>
                      <a:pt x="30765" y="194644"/>
                      <a:pt x="28616" y="195720"/>
                      <a:pt x="28616" y="195720"/>
                    </a:cubicBezTo>
                    <a:cubicBezTo>
                      <a:pt x="28616" y="195720"/>
                      <a:pt x="27541" y="195720"/>
                      <a:pt x="27541" y="195720"/>
                    </a:cubicBezTo>
                    <a:cubicBezTo>
                      <a:pt x="27541" y="195720"/>
                      <a:pt x="27541" y="196795"/>
                      <a:pt x="26467" y="196795"/>
                    </a:cubicBezTo>
                    <a:cubicBezTo>
                      <a:pt x="26467" y="196795"/>
                      <a:pt x="25392" y="196795"/>
                      <a:pt x="26467" y="196795"/>
                    </a:cubicBezTo>
                    <a:cubicBezTo>
                      <a:pt x="26467" y="196795"/>
                      <a:pt x="26467" y="195720"/>
                      <a:pt x="25392" y="195720"/>
                    </a:cubicBezTo>
                    <a:cubicBezTo>
                      <a:pt x="24317" y="194644"/>
                      <a:pt x="24317" y="195720"/>
                      <a:pt x="23243" y="198946"/>
                    </a:cubicBezTo>
                    <a:cubicBezTo>
                      <a:pt x="22168" y="201097"/>
                      <a:pt x="22168" y="203248"/>
                      <a:pt x="22168" y="203248"/>
                    </a:cubicBezTo>
                    <a:cubicBezTo>
                      <a:pt x="22168" y="203248"/>
                      <a:pt x="23243" y="203248"/>
                      <a:pt x="23243" y="202172"/>
                    </a:cubicBezTo>
                    <a:cubicBezTo>
                      <a:pt x="23243" y="201097"/>
                      <a:pt x="24317" y="201097"/>
                      <a:pt x="24317" y="201097"/>
                    </a:cubicBezTo>
                    <a:cubicBezTo>
                      <a:pt x="25392" y="201097"/>
                      <a:pt x="25392" y="201097"/>
                      <a:pt x="25392" y="200021"/>
                    </a:cubicBezTo>
                    <a:cubicBezTo>
                      <a:pt x="25392" y="198946"/>
                      <a:pt x="25392" y="198946"/>
                      <a:pt x="26467" y="198946"/>
                    </a:cubicBezTo>
                    <a:cubicBezTo>
                      <a:pt x="27541" y="198946"/>
                      <a:pt x="27541" y="198946"/>
                      <a:pt x="27541" y="200021"/>
                    </a:cubicBezTo>
                    <a:cubicBezTo>
                      <a:pt x="27541" y="201097"/>
                      <a:pt x="27541" y="201097"/>
                      <a:pt x="27541" y="202172"/>
                    </a:cubicBezTo>
                    <a:cubicBezTo>
                      <a:pt x="27541" y="202172"/>
                      <a:pt x="26467" y="203248"/>
                      <a:pt x="26467" y="204323"/>
                    </a:cubicBezTo>
                    <a:cubicBezTo>
                      <a:pt x="25392" y="205398"/>
                      <a:pt x="25392" y="206474"/>
                      <a:pt x="26467" y="207549"/>
                    </a:cubicBezTo>
                    <a:cubicBezTo>
                      <a:pt x="27541" y="208624"/>
                      <a:pt x="27541" y="209700"/>
                      <a:pt x="25392" y="210775"/>
                    </a:cubicBezTo>
                    <a:cubicBezTo>
                      <a:pt x="23243" y="211851"/>
                      <a:pt x="20019" y="223680"/>
                      <a:pt x="20019" y="226906"/>
                    </a:cubicBezTo>
                    <a:cubicBezTo>
                      <a:pt x="20019" y="229057"/>
                      <a:pt x="18944" y="232283"/>
                      <a:pt x="17870" y="232283"/>
                    </a:cubicBezTo>
                    <a:cubicBezTo>
                      <a:pt x="17870" y="232283"/>
                      <a:pt x="16795" y="233358"/>
                      <a:pt x="16795" y="235509"/>
                    </a:cubicBezTo>
                    <a:cubicBezTo>
                      <a:pt x="16795" y="236585"/>
                      <a:pt x="16795" y="237660"/>
                      <a:pt x="17870" y="237660"/>
                    </a:cubicBezTo>
                    <a:cubicBezTo>
                      <a:pt x="18944" y="237660"/>
                      <a:pt x="18944" y="237660"/>
                      <a:pt x="17870" y="238735"/>
                    </a:cubicBezTo>
                    <a:cubicBezTo>
                      <a:pt x="16795" y="239811"/>
                      <a:pt x="16795" y="244112"/>
                      <a:pt x="18944" y="249489"/>
                    </a:cubicBezTo>
                    <a:cubicBezTo>
                      <a:pt x="21093" y="257017"/>
                      <a:pt x="23243" y="258092"/>
                      <a:pt x="28616" y="260243"/>
                    </a:cubicBezTo>
                    <a:cubicBezTo>
                      <a:pt x="33989" y="262394"/>
                      <a:pt x="33989" y="262394"/>
                      <a:pt x="28616" y="263469"/>
                    </a:cubicBezTo>
                    <a:cubicBezTo>
                      <a:pt x="23243" y="263469"/>
                      <a:pt x="15720" y="260243"/>
                      <a:pt x="11422" y="254866"/>
                    </a:cubicBezTo>
                    <a:cubicBezTo>
                      <a:pt x="-3623" y="243037"/>
                      <a:pt x="-3623" y="220454"/>
                      <a:pt x="10347" y="187117"/>
                    </a:cubicBezTo>
                    <a:close/>
                    <a:moveTo>
                      <a:pt x="10347" y="201097"/>
                    </a:moveTo>
                    <a:cubicBezTo>
                      <a:pt x="10347" y="201097"/>
                      <a:pt x="11422" y="200021"/>
                      <a:pt x="11422" y="198946"/>
                    </a:cubicBezTo>
                    <a:cubicBezTo>
                      <a:pt x="11422" y="197871"/>
                      <a:pt x="11422" y="197871"/>
                      <a:pt x="10347" y="197871"/>
                    </a:cubicBezTo>
                    <a:cubicBezTo>
                      <a:pt x="9272" y="200021"/>
                      <a:pt x="9272" y="202172"/>
                      <a:pt x="10347" y="201097"/>
                    </a:cubicBezTo>
                    <a:close/>
                    <a:moveTo>
                      <a:pt x="14646" y="235509"/>
                    </a:moveTo>
                    <a:cubicBezTo>
                      <a:pt x="14646" y="235509"/>
                      <a:pt x="15720" y="234434"/>
                      <a:pt x="15720" y="232283"/>
                    </a:cubicBezTo>
                    <a:cubicBezTo>
                      <a:pt x="15720" y="230132"/>
                      <a:pt x="16795" y="226906"/>
                      <a:pt x="16795" y="225831"/>
                    </a:cubicBezTo>
                    <a:cubicBezTo>
                      <a:pt x="17870" y="222605"/>
                      <a:pt x="17870" y="219378"/>
                      <a:pt x="16795" y="219378"/>
                    </a:cubicBezTo>
                    <a:cubicBezTo>
                      <a:pt x="15720" y="219378"/>
                      <a:pt x="14646" y="225831"/>
                      <a:pt x="14646" y="229057"/>
                    </a:cubicBezTo>
                    <a:cubicBezTo>
                      <a:pt x="14646" y="231208"/>
                      <a:pt x="14646" y="233358"/>
                      <a:pt x="14646" y="233358"/>
                    </a:cubicBezTo>
                    <a:cubicBezTo>
                      <a:pt x="14646" y="234434"/>
                      <a:pt x="14646" y="235509"/>
                      <a:pt x="14646" y="235509"/>
                    </a:cubicBezTo>
                    <a:close/>
                    <a:moveTo>
                      <a:pt x="15720" y="187117"/>
                    </a:moveTo>
                    <a:cubicBezTo>
                      <a:pt x="15720" y="187117"/>
                      <a:pt x="17870" y="187117"/>
                      <a:pt x="17870" y="186042"/>
                    </a:cubicBezTo>
                    <a:cubicBezTo>
                      <a:pt x="17870" y="186042"/>
                      <a:pt x="17870" y="186042"/>
                      <a:pt x="16795" y="184966"/>
                    </a:cubicBezTo>
                    <a:cubicBezTo>
                      <a:pt x="16795" y="184966"/>
                      <a:pt x="16795" y="184966"/>
                      <a:pt x="16795" y="184966"/>
                    </a:cubicBezTo>
                    <a:cubicBezTo>
                      <a:pt x="16795" y="186042"/>
                      <a:pt x="15720" y="186042"/>
                      <a:pt x="15720" y="187117"/>
                    </a:cubicBezTo>
                    <a:cubicBezTo>
                      <a:pt x="14646" y="186042"/>
                      <a:pt x="14646" y="186042"/>
                      <a:pt x="15720" y="187117"/>
                    </a:cubicBezTo>
                    <a:close/>
                    <a:moveTo>
                      <a:pt x="20019" y="212926"/>
                    </a:moveTo>
                    <a:cubicBezTo>
                      <a:pt x="21093" y="210775"/>
                      <a:pt x="22168" y="209700"/>
                      <a:pt x="21093" y="209700"/>
                    </a:cubicBezTo>
                    <a:cubicBezTo>
                      <a:pt x="20019" y="209700"/>
                      <a:pt x="20019" y="209700"/>
                      <a:pt x="20019" y="212926"/>
                    </a:cubicBezTo>
                    <a:cubicBezTo>
                      <a:pt x="17870" y="216152"/>
                      <a:pt x="17870" y="216152"/>
                      <a:pt x="20019" y="212926"/>
                    </a:cubicBezTo>
                    <a:close/>
                    <a:moveTo>
                      <a:pt x="20019" y="195720"/>
                    </a:moveTo>
                    <a:cubicBezTo>
                      <a:pt x="21093" y="195720"/>
                      <a:pt x="21093" y="193569"/>
                      <a:pt x="21093" y="192494"/>
                    </a:cubicBezTo>
                    <a:cubicBezTo>
                      <a:pt x="21093" y="192494"/>
                      <a:pt x="21093" y="192494"/>
                      <a:pt x="20019" y="193569"/>
                    </a:cubicBezTo>
                    <a:cubicBezTo>
                      <a:pt x="18944" y="194644"/>
                      <a:pt x="18944" y="195720"/>
                      <a:pt x="20019" y="195720"/>
                    </a:cubicBezTo>
                    <a:close/>
                    <a:moveTo>
                      <a:pt x="20019" y="179589"/>
                    </a:moveTo>
                    <a:cubicBezTo>
                      <a:pt x="21093" y="177438"/>
                      <a:pt x="21093" y="177438"/>
                      <a:pt x="20019" y="177438"/>
                    </a:cubicBezTo>
                    <a:cubicBezTo>
                      <a:pt x="20019" y="177438"/>
                      <a:pt x="20019" y="178514"/>
                      <a:pt x="20019" y="179589"/>
                    </a:cubicBezTo>
                    <a:cubicBezTo>
                      <a:pt x="20019" y="180665"/>
                      <a:pt x="20019" y="180665"/>
                      <a:pt x="20019" y="179589"/>
                    </a:cubicBezTo>
                    <a:close/>
                    <a:moveTo>
                      <a:pt x="21093" y="189268"/>
                    </a:moveTo>
                    <a:cubicBezTo>
                      <a:pt x="21093" y="191418"/>
                      <a:pt x="22168" y="190343"/>
                      <a:pt x="23243" y="187117"/>
                    </a:cubicBezTo>
                    <a:cubicBezTo>
                      <a:pt x="24317" y="184966"/>
                      <a:pt x="24317" y="182815"/>
                      <a:pt x="24317" y="182815"/>
                    </a:cubicBezTo>
                    <a:cubicBezTo>
                      <a:pt x="23243" y="182815"/>
                      <a:pt x="22168" y="186042"/>
                      <a:pt x="22168" y="186042"/>
                    </a:cubicBezTo>
                    <a:cubicBezTo>
                      <a:pt x="22168" y="186042"/>
                      <a:pt x="22168" y="187117"/>
                      <a:pt x="21093" y="187117"/>
                    </a:cubicBezTo>
                    <a:cubicBezTo>
                      <a:pt x="22168" y="188192"/>
                      <a:pt x="21093" y="188192"/>
                      <a:pt x="21093" y="189268"/>
                    </a:cubicBezTo>
                    <a:close/>
                    <a:moveTo>
                      <a:pt x="22168" y="214001"/>
                    </a:moveTo>
                    <a:cubicBezTo>
                      <a:pt x="23243" y="214001"/>
                      <a:pt x="23243" y="214001"/>
                      <a:pt x="23243" y="212926"/>
                    </a:cubicBezTo>
                    <a:cubicBezTo>
                      <a:pt x="23243" y="212926"/>
                      <a:pt x="23243" y="211851"/>
                      <a:pt x="22168" y="211851"/>
                    </a:cubicBezTo>
                    <a:cubicBezTo>
                      <a:pt x="22168" y="211851"/>
                      <a:pt x="22168" y="211851"/>
                      <a:pt x="22168" y="214001"/>
                    </a:cubicBezTo>
                    <a:cubicBezTo>
                      <a:pt x="21093" y="212926"/>
                      <a:pt x="22168" y="214001"/>
                      <a:pt x="22168" y="214001"/>
                    </a:cubicBezTo>
                    <a:close/>
                    <a:moveTo>
                      <a:pt x="27541" y="166685"/>
                    </a:moveTo>
                    <a:cubicBezTo>
                      <a:pt x="27541" y="166685"/>
                      <a:pt x="28616" y="165609"/>
                      <a:pt x="28616" y="165609"/>
                    </a:cubicBezTo>
                    <a:cubicBezTo>
                      <a:pt x="28616" y="165609"/>
                      <a:pt x="27541" y="165609"/>
                      <a:pt x="27541" y="166685"/>
                    </a:cubicBezTo>
                    <a:cubicBezTo>
                      <a:pt x="26467" y="165609"/>
                      <a:pt x="26467" y="166685"/>
                      <a:pt x="26467" y="166685"/>
                    </a:cubicBezTo>
                    <a:cubicBezTo>
                      <a:pt x="26467" y="167760"/>
                      <a:pt x="26467" y="167760"/>
                      <a:pt x="27541" y="166685"/>
                    </a:cubicBezTo>
                    <a:close/>
                    <a:moveTo>
                      <a:pt x="26467" y="196795"/>
                    </a:moveTo>
                    <a:cubicBezTo>
                      <a:pt x="27541" y="196795"/>
                      <a:pt x="29691" y="192494"/>
                      <a:pt x="29691" y="191418"/>
                    </a:cubicBezTo>
                    <a:cubicBezTo>
                      <a:pt x="29691" y="191418"/>
                      <a:pt x="29691" y="190343"/>
                      <a:pt x="30765" y="190343"/>
                    </a:cubicBezTo>
                    <a:cubicBezTo>
                      <a:pt x="30765" y="190343"/>
                      <a:pt x="31840" y="190343"/>
                      <a:pt x="31840" y="190343"/>
                    </a:cubicBezTo>
                    <a:cubicBezTo>
                      <a:pt x="31840" y="190343"/>
                      <a:pt x="30765" y="190343"/>
                      <a:pt x="30765" y="190343"/>
                    </a:cubicBezTo>
                    <a:cubicBezTo>
                      <a:pt x="29691" y="190343"/>
                      <a:pt x="29691" y="190343"/>
                      <a:pt x="29691" y="191418"/>
                    </a:cubicBezTo>
                    <a:cubicBezTo>
                      <a:pt x="29691" y="192494"/>
                      <a:pt x="29691" y="192494"/>
                      <a:pt x="29691" y="192494"/>
                    </a:cubicBezTo>
                    <a:cubicBezTo>
                      <a:pt x="29691" y="192494"/>
                      <a:pt x="28616" y="193569"/>
                      <a:pt x="28616" y="193569"/>
                    </a:cubicBezTo>
                    <a:cubicBezTo>
                      <a:pt x="27541" y="194644"/>
                      <a:pt x="26467" y="195720"/>
                      <a:pt x="26467" y="196795"/>
                    </a:cubicBezTo>
                    <a:cubicBezTo>
                      <a:pt x="26467" y="196795"/>
                      <a:pt x="26467" y="196795"/>
                      <a:pt x="26467" y="196795"/>
                    </a:cubicBezTo>
                    <a:close/>
                    <a:moveTo>
                      <a:pt x="27541" y="163458"/>
                    </a:moveTo>
                    <a:cubicBezTo>
                      <a:pt x="27541" y="164534"/>
                      <a:pt x="28616" y="164534"/>
                      <a:pt x="28616" y="163458"/>
                    </a:cubicBezTo>
                    <a:cubicBezTo>
                      <a:pt x="28616" y="162383"/>
                      <a:pt x="29691" y="161308"/>
                      <a:pt x="29691" y="161308"/>
                    </a:cubicBezTo>
                    <a:lnTo>
                      <a:pt x="28616" y="161308"/>
                    </a:lnTo>
                    <a:cubicBezTo>
                      <a:pt x="27541" y="161308"/>
                      <a:pt x="27541" y="162383"/>
                      <a:pt x="27541" y="163458"/>
                    </a:cubicBezTo>
                    <a:close/>
                    <a:moveTo>
                      <a:pt x="28616" y="174212"/>
                    </a:moveTo>
                    <a:cubicBezTo>
                      <a:pt x="28616" y="174212"/>
                      <a:pt x="29691" y="174212"/>
                      <a:pt x="29691" y="174212"/>
                    </a:cubicBezTo>
                    <a:cubicBezTo>
                      <a:pt x="30765" y="174212"/>
                      <a:pt x="30765" y="173137"/>
                      <a:pt x="28616" y="174212"/>
                    </a:cubicBezTo>
                    <a:cubicBezTo>
                      <a:pt x="28616" y="174212"/>
                      <a:pt x="28616" y="174212"/>
                      <a:pt x="28616" y="174212"/>
                    </a:cubicBezTo>
                    <a:close/>
                    <a:moveTo>
                      <a:pt x="30765" y="158081"/>
                    </a:moveTo>
                    <a:cubicBezTo>
                      <a:pt x="31840" y="158081"/>
                      <a:pt x="35064" y="154855"/>
                      <a:pt x="35064" y="153780"/>
                    </a:cubicBezTo>
                    <a:cubicBezTo>
                      <a:pt x="35064" y="153780"/>
                      <a:pt x="35064" y="153780"/>
                      <a:pt x="33989" y="154855"/>
                    </a:cubicBezTo>
                    <a:cubicBezTo>
                      <a:pt x="32915" y="155931"/>
                      <a:pt x="32915" y="155931"/>
                      <a:pt x="32915" y="154855"/>
                    </a:cubicBezTo>
                    <a:cubicBezTo>
                      <a:pt x="32915" y="152705"/>
                      <a:pt x="31840" y="153780"/>
                      <a:pt x="30765" y="155931"/>
                    </a:cubicBezTo>
                    <a:cubicBezTo>
                      <a:pt x="30765" y="158081"/>
                      <a:pt x="30765" y="158081"/>
                      <a:pt x="30765" y="158081"/>
                    </a:cubicBezTo>
                    <a:close/>
                    <a:moveTo>
                      <a:pt x="31840" y="184966"/>
                    </a:moveTo>
                    <a:cubicBezTo>
                      <a:pt x="33989" y="184966"/>
                      <a:pt x="33989" y="184966"/>
                      <a:pt x="33989" y="183891"/>
                    </a:cubicBezTo>
                    <a:cubicBezTo>
                      <a:pt x="33989" y="183891"/>
                      <a:pt x="32915" y="183891"/>
                      <a:pt x="31840" y="184966"/>
                    </a:cubicBezTo>
                    <a:cubicBezTo>
                      <a:pt x="32915" y="184966"/>
                      <a:pt x="31840" y="183891"/>
                      <a:pt x="31840" y="183891"/>
                    </a:cubicBezTo>
                    <a:cubicBezTo>
                      <a:pt x="31840" y="182815"/>
                      <a:pt x="31840" y="182815"/>
                      <a:pt x="31840" y="184966"/>
                    </a:cubicBezTo>
                    <a:cubicBezTo>
                      <a:pt x="30765" y="184966"/>
                      <a:pt x="30765" y="184966"/>
                      <a:pt x="31840" y="184966"/>
                    </a:cubicBezTo>
                    <a:close/>
                    <a:moveTo>
                      <a:pt x="31840" y="177438"/>
                    </a:moveTo>
                    <a:cubicBezTo>
                      <a:pt x="31840" y="177438"/>
                      <a:pt x="32915" y="178514"/>
                      <a:pt x="32915" y="179589"/>
                    </a:cubicBezTo>
                    <a:cubicBezTo>
                      <a:pt x="32915" y="180665"/>
                      <a:pt x="32915" y="180665"/>
                      <a:pt x="33989" y="180665"/>
                    </a:cubicBezTo>
                    <a:cubicBezTo>
                      <a:pt x="33989" y="179589"/>
                      <a:pt x="35064" y="179589"/>
                      <a:pt x="35064" y="180665"/>
                    </a:cubicBezTo>
                    <a:cubicBezTo>
                      <a:pt x="35064" y="180665"/>
                      <a:pt x="36138" y="181740"/>
                      <a:pt x="36138" y="181740"/>
                    </a:cubicBezTo>
                    <a:cubicBezTo>
                      <a:pt x="36138" y="181740"/>
                      <a:pt x="36138" y="180665"/>
                      <a:pt x="33989" y="179589"/>
                    </a:cubicBezTo>
                    <a:cubicBezTo>
                      <a:pt x="32915" y="177438"/>
                      <a:pt x="31840" y="177438"/>
                      <a:pt x="31840" y="177438"/>
                    </a:cubicBezTo>
                    <a:cubicBezTo>
                      <a:pt x="31840" y="177438"/>
                      <a:pt x="31840" y="177438"/>
                      <a:pt x="31840" y="177438"/>
                    </a:cubicBezTo>
                    <a:close/>
                    <a:moveTo>
                      <a:pt x="32915" y="170986"/>
                    </a:moveTo>
                    <a:cubicBezTo>
                      <a:pt x="33989" y="170986"/>
                      <a:pt x="33989" y="170986"/>
                      <a:pt x="33989" y="169911"/>
                    </a:cubicBezTo>
                    <a:cubicBezTo>
                      <a:pt x="33989" y="168835"/>
                      <a:pt x="33989" y="168835"/>
                      <a:pt x="33989" y="168835"/>
                    </a:cubicBezTo>
                    <a:cubicBezTo>
                      <a:pt x="33989" y="168835"/>
                      <a:pt x="32915" y="168835"/>
                      <a:pt x="32915" y="170986"/>
                    </a:cubicBezTo>
                    <a:cubicBezTo>
                      <a:pt x="31840" y="169911"/>
                      <a:pt x="31840" y="170986"/>
                      <a:pt x="32915" y="170986"/>
                    </a:cubicBezTo>
                    <a:close/>
                    <a:moveTo>
                      <a:pt x="32915" y="152705"/>
                    </a:moveTo>
                    <a:cubicBezTo>
                      <a:pt x="32915" y="152705"/>
                      <a:pt x="32915" y="152705"/>
                      <a:pt x="32915" y="152705"/>
                    </a:cubicBezTo>
                    <a:cubicBezTo>
                      <a:pt x="33989" y="152705"/>
                      <a:pt x="33989" y="152705"/>
                      <a:pt x="33989" y="152705"/>
                    </a:cubicBezTo>
                    <a:cubicBezTo>
                      <a:pt x="33989" y="152705"/>
                      <a:pt x="33989" y="151629"/>
                      <a:pt x="32915" y="152705"/>
                    </a:cubicBezTo>
                    <a:cubicBezTo>
                      <a:pt x="32915" y="151629"/>
                      <a:pt x="32915" y="151629"/>
                      <a:pt x="32915" y="152705"/>
                    </a:cubicBezTo>
                    <a:close/>
                    <a:moveTo>
                      <a:pt x="32915" y="175288"/>
                    </a:moveTo>
                    <a:cubicBezTo>
                      <a:pt x="32915" y="175288"/>
                      <a:pt x="33989" y="175288"/>
                      <a:pt x="33989" y="175288"/>
                    </a:cubicBezTo>
                    <a:cubicBezTo>
                      <a:pt x="35064" y="174212"/>
                      <a:pt x="37213" y="175288"/>
                      <a:pt x="37213" y="176363"/>
                    </a:cubicBezTo>
                    <a:cubicBezTo>
                      <a:pt x="37213" y="176363"/>
                      <a:pt x="37213" y="177438"/>
                      <a:pt x="38288" y="177438"/>
                    </a:cubicBezTo>
                    <a:cubicBezTo>
                      <a:pt x="38288" y="177438"/>
                      <a:pt x="39362" y="177438"/>
                      <a:pt x="39362" y="176363"/>
                    </a:cubicBezTo>
                    <a:cubicBezTo>
                      <a:pt x="39362" y="175288"/>
                      <a:pt x="39362" y="175288"/>
                      <a:pt x="39362" y="175288"/>
                    </a:cubicBezTo>
                    <a:cubicBezTo>
                      <a:pt x="38288" y="175288"/>
                      <a:pt x="37213" y="175288"/>
                      <a:pt x="37213" y="174212"/>
                    </a:cubicBezTo>
                    <a:cubicBezTo>
                      <a:pt x="37213" y="174212"/>
                      <a:pt x="37213" y="173137"/>
                      <a:pt x="37213" y="173137"/>
                    </a:cubicBezTo>
                    <a:cubicBezTo>
                      <a:pt x="33989" y="173137"/>
                      <a:pt x="32915" y="174212"/>
                      <a:pt x="32915" y="175288"/>
                    </a:cubicBezTo>
                    <a:close/>
                    <a:moveTo>
                      <a:pt x="35064" y="151629"/>
                    </a:moveTo>
                    <a:cubicBezTo>
                      <a:pt x="36138" y="152705"/>
                      <a:pt x="36138" y="152705"/>
                      <a:pt x="37213" y="150554"/>
                    </a:cubicBezTo>
                    <a:cubicBezTo>
                      <a:pt x="37213" y="149478"/>
                      <a:pt x="38288" y="149478"/>
                      <a:pt x="39362" y="149478"/>
                    </a:cubicBezTo>
                    <a:cubicBezTo>
                      <a:pt x="39362" y="149478"/>
                      <a:pt x="40437" y="149478"/>
                      <a:pt x="39362" y="149478"/>
                    </a:cubicBezTo>
                    <a:cubicBezTo>
                      <a:pt x="39362" y="148403"/>
                      <a:pt x="38288" y="148403"/>
                      <a:pt x="37213" y="149478"/>
                    </a:cubicBezTo>
                    <a:cubicBezTo>
                      <a:pt x="37213" y="149478"/>
                      <a:pt x="36138" y="150554"/>
                      <a:pt x="35064" y="149478"/>
                    </a:cubicBezTo>
                    <a:cubicBezTo>
                      <a:pt x="32915" y="148403"/>
                      <a:pt x="33989" y="150554"/>
                      <a:pt x="35064" y="151629"/>
                    </a:cubicBezTo>
                    <a:close/>
                    <a:moveTo>
                      <a:pt x="33989" y="165609"/>
                    </a:moveTo>
                    <a:cubicBezTo>
                      <a:pt x="33989" y="165609"/>
                      <a:pt x="35064" y="165609"/>
                      <a:pt x="33989" y="165609"/>
                    </a:cubicBezTo>
                    <a:cubicBezTo>
                      <a:pt x="35064" y="165609"/>
                      <a:pt x="36138" y="165609"/>
                      <a:pt x="36138" y="164534"/>
                    </a:cubicBezTo>
                    <a:cubicBezTo>
                      <a:pt x="36138" y="164534"/>
                      <a:pt x="36138" y="164534"/>
                      <a:pt x="35064" y="164534"/>
                    </a:cubicBezTo>
                    <a:cubicBezTo>
                      <a:pt x="35064" y="164534"/>
                      <a:pt x="35064" y="165609"/>
                      <a:pt x="33989" y="165609"/>
                    </a:cubicBezTo>
                    <a:close/>
                    <a:moveTo>
                      <a:pt x="36138" y="147328"/>
                    </a:moveTo>
                    <a:cubicBezTo>
                      <a:pt x="36138" y="147328"/>
                      <a:pt x="37213" y="147328"/>
                      <a:pt x="37213" y="147328"/>
                    </a:cubicBezTo>
                    <a:cubicBezTo>
                      <a:pt x="37213" y="147328"/>
                      <a:pt x="38288" y="146252"/>
                      <a:pt x="38288" y="147328"/>
                    </a:cubicBezTo>
                    <a:cubicBezTo>
                      <a:pt x="38288" y="147328"/>
                      <a:pt x="39362" y="147328"/>
                      <a:pt x="39362" y="146252"/>
                    </a:cubicBezTo>
                    <a:cubicBezTo>
                      <a:pt x="39362" y="145177"/>
                      <a:pt x="39362" y="145177"/>
                      <a:pt x="39362" y="145177"/>
                    </a:cubicBezTo>
                    <a:cubicBezTo>
                      <a:pt x="39362" y="145177"/>
                      <a:pt x="38288" y="145177"/>
                      <a:pt x="38288" y="143026"/>
                    </a:cubicBezTo>
                    <a:cubicBezTo>
                      <a:pt x="38288" y="140875"/>
                      <a:pt x="38288" y="140875"/>
                      <a:pt x="39362" y="141951"/>
                    </a:cubicBezTo>
                    <a:cubicBezTo>
                      <a:pt x="40437" y="143026"/>
                      <a:pt x="40437" y="143026"/>
                      <a:pt x="42586" y="141951"/>
                    </a:cubicBezTo>
                    <a:cubicBezTo>
                      <a:pt x="43661" y="140875"/>
                      <a:pt x="44735" y="140875"/>
                      <a:pt x="43661" y="140875"/>
                    </a:cubicBezTo>
                    <a:cubicBezTo>
                      <a:pt x="43661" y="140875"/>
                      <a:pt x="43661" y="139800"/>
                      <a:pt x="43661" y="139800"/>
                    </a:cubicBezTo>
                    <a:cubicBezTo>
                      <a:pt x="44735" y="138725"/>
                      <a:pt x="43661" y="137649"/>
                      <a:pt x="43661" y="136574"/>
                    </a:cubicBezTo>
                    <a:cubicBezTo>
                      <a:pt x="42586" y="135498"/>
                      <a:pt x="42586" y="135498"/>
                      <a:pt x="43661" y="135498"/>
                    </a:cubicBezTo>
                    <a:cubicBezTo>
                      <a:pt x="44735" y="136574"/>
                      <a:pt x="44735" y="136574"/>
                      <a:pt x="45810" y="135498"/>
                    </a:cubicBezTo>
                    <a:cubicBezTo>
                      <a:pt x="46885" y="134423"/>
                      <a:pt x="46885" y="132272"/>
                      <a:pt x="45810" y="132272"/>
                    </a:cubicBezTo>
                    <a:cubicBezTo>
                      <a:pt x="45810" y="132272"/>
                      <a:pt x="45810" y="132272"/>
                      <a:pt x="46885" y="132272"/>
                    </a:cubicBezTo>
                    <a:cubicBezTo>
                      <a:pt x="47959" y="132272"/>
                      <a:pt x="49034" y="132272"/>
                      <a:pt x="47959" y="132272"/>
                    </a:cubicBezTo>
                    <a:cubicBezTo>
                      <a:pt x="47959" y="132272"/>
                      <a:pt x="46885" y="131197"/>
                      <a:pt x="46885" y="131197"/>
                    </a:cubicBezTo>
                    <a:cubicBezTo>
                      <a:pt x="46885" y="131197"/>
                      <a:pt x="45810" y="131197"/>
                      <a:pt x="45810" y="131197"/>
                    </a:cubicBezTo>
                    <a:cubicBezTo>
                      <a:pt x="45810" y="131197"/>
                      <a:pt x="46885" y="130121"/>
                      <a:pt x="47959" y="131197"/>
                    </a:cubicBezTo>
                    <a:cubicBezTo>
                      <a:pt x="49034" y="131197"/>
                      <a:pt x="50109" y="131197"/>
                      <a:pt x="50109" y="130121"/>
                    </a:cubicBezTo>
                    <a:cubicBezTo>
                      <a:pt x="50109" y="129046"/>
                      <a:pt x="51183" y="127971"/>
                      <a:pt x="51183" y="127971"/>
                    </a:cubicBezTo>
                    <a:cubicBezTo>
                      <a:pt x="51183" y="127971"/>
                      <a:pt x="52258" y="126895"/>
                      <a:pt x="52258" y="125820"/>
                    </a:cubicBezTo>
                    <a:cubicBezTo>
                      <a:pt x="52258" y="125820"/>
                      <a:pt x="52258" y="124744"/>
                      <a:pt x="53333" y="124744"/>
                    </a:cubicBezTo>
                    <a:cubicBezTo>
                      <a:pt x="53333" y="124744"/>
                      <a:pt x="54407" y="123669"/>
                      <a:pt x="54407" y="122594"/>
                    </a:cubicBezTo>
                    <a:cubicBezTo>
                      <a:pt x="54407" y="121518"/>
                      <a:pt x="55482" y="120443"/>
                      <a:pt x="55482" y="120443"/>
                    </a:cubicBezTo>
                    <a:cubicBezTo>
                      <a:pt x="56556" y="120443"/>
                      <a:pt x="56556" y="118292"/>
                      <a:pt x="55482" y="118292"/>
                    </a:cubicBezTo>
                    <a:cubicBezTo>
                      <a:pt x="55482" y="118292"/>
                      <a:pt x="53333" y="119368"/>
                      <a:pt x="52258" y="120443"/>
                    </a:cubicBezTo>
                    <a:cubicBezTo>
                      <a:pt x="50109" y="122594"/>
                      <a:pt x="49034" y="123669"/>
                      <a:pt x="50109" y="124744"/>
                    </a:cubicBezTo>
                    <a:cubicBezTo>
                      <a:pt x="51183" y="126895"/>
                      <a:pt x="50109" y="127971"/>
                      <a:pt x="49034" y="127971"/>
                    </a:cubicBezTo>
                    <a:cubicBezTo>
                      <a:pt x="47959" y="127971"/>
                      <a:pt x="47959" y="127971"/>
                      <a:pt x="49034" y="127971"/>
                    </a:cubicBezTo>
                    <a:cubicBezTo>
                      <a:pt x="50109" y="127971"/>
                      <a:pt x="50109" y="126895"/>
                      <a:pt x="50109" y="126895"/>
                    </a:cubicBezTo>
                    <a:cubicBezTo>
                      <a:pt x="50109" y="125820"/>
                      <a:pt x="50109" y="125820"/>
                      <a:pt x="49034" y="126895"/>
                    </a:cubicBezTo>
                    <a:cubicBezTo>
                      <a:pt x="47959" y="127971"/>
                      <a:pt x="47959" y="130121"/>
                      <a:pt x="49034" y="130121"/>
                    </a:cubicBezTo>
                    <a:cubicBezTo>
                      <a:pt x="50109" y="130121"/>
                      <a:pt x="50109" y="131197"/>
                      <a:pt x="49034" y="132272"/>
                    </a:cubicBezTo>
                    <a:cubicBezTo>
                      <a:pt x="47959" y="132272"/>
                      <a:pt x="47959" y="132272"/>
                      <a:pt x="47959" y="132272"/>
                    </a:cubicBezTo>
                    <a:cubicBezTo>
                      <a:pt x="47959" y="132272"/>
                      <a:pt x="47959" y="131197"/>
                      <a:pt x="47959" y="131197"/>
                    </a:cubicBezTo>
                    <a:cubicBezTo>
                      <a:pt x="46885" y="131197"/>
                      <a:pt x="44735" y="136574"/>
                      <a:pt x="44735" y="137649"/>
                    </a:cubicBezTo>
                    <a:cubicBezTo>
                      <a:pt x="44735" y="137649"/>
                      <a:pt x="44735" y="138725"/>
                      <a:pt x="44735" y="137649"/>
                    </a:cubicBezTo>
                    <a:cubicBezTo>
                      <a:pt x="43661" y="137649"/>
                      <a:pt x="42586" y="138725"/>
                      <a:pt x="42586" y="139800"/>
                    </a:cubicBezTo>
                    <a:cubicBezTo>
                      <a:pt x="42586" y="139800"/>
                      <a:pt x="41511" y="141951"/>
                      <a:pt x="41511" y="141951"/>
                    </a:cubicBezTo>
                    <a:cubicBezTo>
                      <a:pt x="38288" y="141951"/>
                      <a:pt x="35064" y="146252"/>
                      <a:pt x="36138" y="147328"/>
                    </a:cubicBezTo>
                    <a:close/>
                    <a:moveTo>
                      <a:pt x="37213" y="161308"/>
                    </a:moveTo>
                    <a:cubicBezTo>
                      <a:pt x="37213" y="161308"/>
                      <a:pt x="39362" y="159157"/>
                      <a:pt x="39362" y="159157"/>
                    </a:cubicBezTo>
                    <a:cubicBezTo>
                      <a:pt x="39362" y="159157"/>
                      <a:pt x="38288" y="159157"/>
                      <a:pt x="38288" y="159157"/>
                    </a:cubicBezTo>
                    <a:cubicBezTo>
                      <a:pt x="37213" y="160232"/>
                      <a:pt x="36138" y="161308"/>
                      <a:pt x="37213" y="161308"/>
                    </a:cubicBezTo>
                    <a:close/>
                    <a:moveTo>
                      <a:pt x="38288" y="157006"/>
                    </a:moveTo>
                    <a:cubicBezTo>
                      <a:pt x="38288" y="157006"/>
                      <a:pt x="38288" y="157006"/>
                      <a:pt x="39362" y="157006"/>
                    </a:cubicBezTo>
                    <a:cubicBezTo>
                      <a:pt x="40437" y="157006"/>
                      <a:pt x="40437" y="157006"/>
                      <a:pt x="40437" y="155931"/>
                    </a:cubicBezTo>
                    <a:cubicBezTo>
                      <a:pt x="40437" y="155931"/>
                      <a:pt x="40437" y="155931"/>
                      <a:pt x="39362" y="155931"/>
                    </a:cubicBezTo>
                    <a:cubicBezTo>
                      <a:pt x="39362" y="157006"/>
                      <a:pt x="38288" y="157006"/>
                      <a:pt x="38288" y="157006"/>
                    </a:cubicBezTo>
                    <a:close/>
                    <a:moveTo>
                      <a:pt x="38288" y="164534"/>
                    </a:moveTo>
                    <a:cubicBezTo>
                      <a:pt x="38288" y="165609"/>
                      <a:pt x="38288" y="165609"/>
                      <a:pt x="38288" y="164534"/>
                    </a:cubicBezTo>
                    <a:cubicBezTo>
                      <a:pt x="39362" y="165609"/>
                      <a:pt x="39362" y="164534"/>
                      <a:pt x="39362" y="164534"/>
                    </a:cubicBezTo>
                    <a:cubicBezTo>
                      <a:pt x="40437" y="164534"/>
                      <a:pt x="39362" y="163458"/>
                      <a:pt x="38288" y="164534"/>
                    </a:cubicBezTo>
                    <a:cubicBezTo>
                      <a:pt x="38288" y="163458"/>
                      <a:pt x="38288" y="164534"/>
                      <a:pt x="38288" y="164534"/>
                    </a:cubicBezTo>
                    <a:close/>
                    <a:moveTo>
                      <a:pt x="39362" y="169911"/>
                    </a:moveTo>
                    <a:cubicBezTo>
                      <a:pt x="39362" y="169911"/>
                      <a:pt x="40437" y="170986"/>
                      <a:pt x="39362" y="172061"/>
                    </a:cubicBezTo>
                    <a:cubicBezTo>
                      <a:pt x="39362" y="172061"/>
                      <a:pt x="39362" y="173137"/>
                      <a:pt x="39362" y="173137"/>
                    </a:cubicBezTo>
                    <a:cubicBezTo>
                      <a:pt x="41511" y="174212"/>
                      <a:pt x="42586" y="172061"/>
                      <a:pt x="40437" y="169911"/>
                    </a:cubicBezTo>
                    <a:cubicBezTo>
                      <a:pt x="41511" y="169911"/>
                      <a:pt x="40437" y="168835"/>
                      <a:pt x="39362" y="169911"/>
                    </a:cubicBezTo>
                    <a:cubicBezTo>
                      <a:pt x="39362" y="168835"/>
                      <a:pt x="39362" y="168835"/>
                      <a:pt x="39362" y="169911"/>
                    </a:cubicBezTo>
                    <a:close/>
                    <a:moveTo>
                      <a:pt x="41511" y="154855"/>
                    </a:moveTo>
                    <a:cubicBezTo>
                      <a:pt x="41511" y="154855"/>
                      <a:pt x="42586" y="153780"/>
                      <a:pt x="41511" y="154855"/>
                    </a:cubicBezTo>
                    <a:cubicBezTo>
                      <a:pt x="42586" y="153780"/>
                      <a:pt x="41511" y="153780"/>
                      <a:pt x="41511" y="153780"/>
                    </a:cubicBezTo>
                    <a:cubicBezTo>
                      <a:pt x="41511" y="153780"/>
                      <a:pt x="40437" y="153780"/>
                      <a:pt x="41511" y="154855"/>
                    </a:cubicBezTo>
                    <a:cubicBezTo>
                      <a:pt x="40437" y="154855"/>
                      <a:pt x="41511" y="154855"/>
                      <a:pt x="41511" y="154855"/>
                    </a:cubicBezTo>
                    <a:close/>
                    <a:moveTo>
                      <a:pt x="41511" y="165609"/>
                    </a:moveTo>
                    <a:cubicBezTo>
                      <a:pt x="41511" y="165609"/>
                      <a:pt x="42586" y="165609"/>
                      <a:pt x="41511" y="165609"/>
                    </a:cubicBezTo>
                    <a:cubicBezTo>
                      <a:pt x="42586" y="164534"/>
                      <a:pt x="42586" y="164534"/>
                      <a:pt x="41511" y="164534"/>
                    </a:cubicBezTo>
                    <a:cubicBezTo>
                      <a:pt x="40437" y="164534"/>
                      <a:pt x="41511" y="164534"/>
                      <a:pt x="41511" y="165609"/>
                    </a:cubicBezTo>
                    <a:cubicBezTo>
                      <a:pt x="40437" y="165609"/>
                      <a:pt x="40437" y="165609"/>
                      <a:pt x="41511" y="165609"/>
                    </a:cubicBezTo>
                    <a:close/>
                    <a:moveTo>
                      <a:pt x="42586" y="160232"/>
                    </a:moveTo>
                    <a:cubicBezTo>
                      <a:pt x="43661" y="160232"/>
                      <a:pt x="43661" y="159157"/>
                      <a:pt x="43661" y="158081"/>
                    </a:cubicBezTo>
                    <a:cubicBezTo>
                      <a:pt x="43661" y="157006"/>
                      <a:pt x="43661" y="157006"/>
                      <a:pt x="43661" y="158081"/>
                    </a:cubicBezTo>
                    <a:cubicBezTo>
                      <a:pt x="43661" y="159157"/>
                      <a:pt x="42586" y="159157"/>
                      <a:pt x="42586" y="159157"/>
                    </a:cubicBezTo>
                    <a:cubicBezTo>
                      <a:pt x="42586" y="159157"/>
                      <a:pt x="41511" y="159157"/>
                      <a:pt x="41511" y="159157"/>
                    </a:cubicBezTo>
                    <a:cubicBezTo>
                      <a:pt x="41511" y="159157"/>
                      <a:pt x="41511" y="160232"/>
                      <a:pt x="42586" y="160232"/>
                    </a:cubicBezTo>
                    <a:close/>
                    <a:moveTo>
                      <a:pt x="45810" y="155931"/>
                    </a:moveTo>
                    <a:cubicBezTo>
                      <a:pt x="46885" y="155931"/>
                      <a:pt x="47959" y="155931"/>
                      <a:pt x="47959" y="155931"/>
                    </a:cubicBezTo>
                    <a:cubicBezTo>
                      <a:pt x="49034" y="154855"/>
                      <a:pt x="49034" y="154855"/>
                      <a:pt x="47959" y="154855"/>
                    </a:cubicBezTo>
                    <a:cubicBezTo>
                      <a:pt x="46885" y="154855"/>
                      <a:pt x="46885" y="154855"/>
                      <a:pt x="46885" y="153780"/>
                    </a:cubicBezTo>
                    <a:cubicBezTo>
                      <a:pt x="46885" y="152705"/>
                      <a:pt x="47959" y="152705"/>
                      <a:pt x="47959" y="152705"/>
                    </a:cubicBezTo>
                    <a:cubicBezTo>
                      <a:pt x="47959" y="152705"/>
                      <a:pt x="49034" y="151629"/>
                      <a:pt x="49034" y="151629"/>
                    </a:cubicBezTo>
                    <a:cubicBezTo>
                      <a:pt x="49034" y="149478"/>
                      <a:pt x="45810" y="151629"/>
                      <a:pt x="44735" y="153780"/>
                    </a:cubicBezTo>
                    <a:cubicBezTo>
                      <a:pt x="44735" y="154855"/>
                      <a:pt x="43661" y="154855"/>
                      <a:pt x="45810" y="155931"/>
                    </a:cubicBezTo>
                    <a:close/>
                    <a:moveTo>
                      <a:pt x="51183" y="146252"/>
                    </a:moveTo>
                    <a:cubicBezTo>
                      <a:pt x="52258" y="146252"/>
                      <a:pt x="52258" y="146252"/>
                      <a:pt x="53333" y="144101"/>
                    </a:cubicBezTo>
                    <a:cubicBezTo>
                      <a:pt x="53333" y="141951"/>
                      <a:pt x="53333" y="141951"/>
                      <a:pt x="52258" y="144101"/>
                    </a:cubicBezTo>
                    <a:cubicBezTo>
                      <a:pt x="51183" y="145177"/>
                      <a:pt x="50109" y="145177"/>
                      <a:pt x="50109" y="146252"/>
                    </a:cubicBezTo>
                    <a:cubicBezTo>
                      <a:pt x="50109" y="147328"/>
                      <a:pt x="50109" y="146252"/>
                      <a:pt x="51183" y="146252"/>
                    </a:cubicBezTo>
                    <a:close/>
                    <a:moveTo>
                      <a:pt x="50109" y="139800"/>
                    </a:moveTo>
                    <a:lnTo>
                      <a:pt x="52258" y="138725"/>
                    </a:lnTo>
                    <a:cubicBezTo>
                      <a:pt x="54407" y="137649"/>
                      <a:pt x="54407" y="136574"/>
                      <a:pt x="53333" y="136574"/>
                    </a:cubicBezTo>
                    <a:cubicBezTo>
                      <a:pt x="53333" y="136574"/>
                      <a:pt x="52258" y="137649"/>
                      <a:pt x="51183" y="138725"/>
                    </a:cubicBezTo>
                    <a:lnTo>
                      <a:pt x="50109" y="139800"/>
                    </a:lnTo>
                    <a:close/>
                    <a:moveTo>
                      <a:pt x="54407" y="139800"/>
                    </a:moveTo>
                    <a:cubicBezTo>
                      <a:pt x="54407" y="140875"/>
                      <a:pt x="55482" y="139800"/>
                      <a:pt x="56556" y="136574"/>
                    </a:cubicBezTo>
                    <a:cubicBezTo>
                      <a:pt x="56556" y="136574"/>
                      <a:pt x="56556" y="136574"/>
                      <a:pt x="55482" y="137649"/>
                    </a:cubicBezTo>
                    <a:cubicBezTo>
                      <a:pt x="54407" y="138725"/>
                      <a:pt x="54407" y="138725"/>
                      <a:pt x="54407" y="139800"/>
                    </a:cubicBezTo>
                    <a:close/>
                    <a:moveTo>
                      <a:pt x="55482" y="116142"/>
                    </a:moveTo>
                    <a:cubicBezTo>
                      <a:pt x="56556" y="115066"/>
                      <a:pt x="56556" y="115066"/>
                      <a:pt x="57631" y="116142"/>
                    </a:cubicBezTo>
                    <a:cubicBezTo>
                      <a:pt x="57631" y="116142"/>
                      <a:pt x="58706" y="116142"/>
                      <a:pt x="58706" y="116142"/>
                    </a:cubicBezTo>
                    <a:cubicBezTo>
                      <a:pt x="59780" y="115066"/>
                      <a:pt x="59780" y="115066"/>
                      <a:pt x="58706" y="112915"/>
                    </a:cubicBezTo>
                    <a:cubicBezTo>
                      <a:pt x="58706" y="112915"/>
                      <a:pt x="57631" y="111840"/>
                      <a:pt x="56556" y="111840"/>
                    </a:cubicBezTo>
                    <a:cubicBezTo>
                      <a:pt x="56556" y="111840"/>
                      <a:pt x="56556" y="111840"/>
                      <a:pt x="56556" y="112915"/>
                    </a:cubicBezTo>
                    <a:cubicBezTo>
                      <a:pt x="57631" y="113991"/>
                      <a:pt x="57631" y="113991"/>
                      <a:pt x="56556" y="113991"/>
                    </a:cubicBezTo>
                    <a:cubicBezTo>
                      <a:pt x="56556" y="113991"/>
                      <a:pt x="55482" y="113991"/>
                      <a:pt x="55482" y="116142"/>
                    </a:cubicBezTo>
                    <a:cubicBezTo>
                      <a:pt x="54407" y="117217"/>
                      <a:pt x="54407" y="117217"/>
                      <a:pt x="55482" y="116142"/>
                    </a:cubicBezTo>
                    <a:close/>
                    <a:moveTo>
                      <a:pt x="56556" y="135498"/>
                    </a:moveTo>
                    <a:cubicBezTo>
                      <a:pt x="57631" y="136574"/>
                      <a:pt x="60855" y="132272"/>
                      <a:pt x="61930" y="130121"/>
                    </a:cubicBezTo>
                    <a:cubicBezTo>
                      <a:pt x="61930" y="129046"/>
                      <a:pt x="61930" y="127971"/>
                      <a:pt x="61930" y="127971"/>
                    </a:cubicBezTo>
                    <a:cubicBezTo>
                      <a:pt x="61930" y="127971"/>
                      <a:pt x="61930" y="127971"/>
                      <a:pt x="60855" y="127971"/>
                    </a:cubicBezTo>
                    <a:cubicBezTo>
                      <a:pt x="59780" y="127971"/>
                      <a:pt x="59780" y="129046"/>
                      <a:pt x="58706" y="130121"/>
                    </a:cubicBezTo>
                    <a:cubicBezTo>
                      <a:pt x="58706" y="131197"/>
                      <a:pt x="57631" y="132272"/>
                      <a:pt x="56556" y="133348"/>
                    </a:cubicBezTo>
                    <a:cubicBezTo>
                      <a:pt x="56556" y="134423"/>
                      <a:pt x="56556" y="135498"/>
                      <a:pt x="56556" y="135498"/>
                    </a:cubicBezTo>
                    <a:close/>
                    <a:moveTo>
                      <a:pt x="61930" y="109689"/>
                    </a:moveTo>
                    <a:cubicBezTo>
                      <a:pt x="63004" y="109689"/>
                      <a:pt x="63004" y="109689"/>
                      <a:pt x="61930" y="109689"/>
                    </a:cubicBezTo>
                    <a:cubicBezTo>
                      <a:pt x="60855" y="108614"/>
                      <a:pt x="59780" y="108614"/>
                      <a:pt x="59780" y="109689"/>
                    </a:cubicBezTo>
                    <a:cubicBezTo>
                      <a:pt x="58706" y="110765"/>
                      <a:pt x="58706" y="110765"/>
                      <a:pt x="61930" y="109689"/>
                    </a:cubicBezTo>
                    <a:close/>
                    <a:moveTo>
                      <a:pt x="59780" y="112915"/>
                    </a:moveTo>
                    <a:cubicBezTo>
                      <a:pt x="59780" y="112915"/>
                      <a:pt x="60855" y="113991"/>
                      <a:pt x="59780" y="112915"/>
                    </a:cubicBezTo>
                    <a:cubicBezTo>
                      <a:pt x="60855" y="113991"/>
                      <a:pt x="60855" y="112915"/>
                      <a:pt x="60855" y="112915"/>
                    </a:cubicBezTo>
                    <a:cubicBezTo>
                      <a:pt x="60855" y="111840"/>
                      <a:pt x="60855" y="111840"/>
                      <a:pt x="59780" y="111840"/>
                    </a:cubicBezTo>
                    <a:cubicBezTo>
                      <a:pt x="60855" y="111840"/>
                      <a:pt x="59780" y="111840"/>
                      <a:pt x="59780" y="112915"/>
                    </a:cubicBezTo>
                    <a:close/>
                    <a:moveTo>
                      <a:pt x="61930" y="138725"/>
                    </a:moveTo>
                    <a:cubicBezTo>
                      <a:pt x="63004" y="137649"/>
                      <a:pt x="63004" y="137649"/>
                      <a:pt x="61930" y="137649"/>
                    </a:cubicBezTo>
                    <a:cubicBezTo>
                      <a:pt x="60855" y="137649"/>
                      <a:pt x="60855" y="137649"/>
                      <a:pt x="61930" y="138725"/>
                    </a:cubicBezTo>
                    <a:cubicBezTo>
                      <a:pt x="60855" y="139800"/>
                      <a:pt x="60855" y="139800"/>
                      <a:pt x="61930" y="138725"/>
                    </a:cubicBezTo>
                    <a:close/>
                    <a:moveTo>
                      <a:pt x="61930" y="105388"/>
                    </a:moveTo>
                    <a:cubicBezTo>
                      <a:pt x="63004" y="104312"/>
                      <a:pt x="64079" y="104312"/>
                      <a:pt x="65154" y="104312"/>
                    </a:cubicBezTo>
                    <a:cubicBezTo>
                      <a:pt x="67303" y="104312"/>
                      <a:pt x="67303" y="103237"/>
                      <a:pt x="65154" y="103237"/>
                    </a:cubicBezTo>
                    <a:cubicBezTo>
                      <a:pt x="64079" y="104312"/>
                      <a:pt x="63004" y="104312"/>
                      <a:pt x="61930" y="105388"/>
                    </a:cubicBezTo>
                    <a:cubicBezTo>
                      <a:pt x="60855" y="106463"/>
                      <a:pt x="60855" y="106463"/>
                      <a:pt x="61930" y="105388"/>
                    </a:cubicBezTo>
                    <a:close/>
                    <a:moveTo>
                      <a:pt x="64079" y="125820"/>
                    </a:moveTo>
                    <a:cubicBezTo>
                      <a:pt x="65154" y="125820"/>
                      <a:pt x="65154" y="123669"/>
                      <a:pt x="64079" y="123669"/>
                    </a:cubicBezTo>
                    <a:cubicBezTo>
                      <a:pt x="64079" y="123669"/>
                      <a:pt x="63004" y="123669"/>
                      <a:pt x="63004" y="124744"/>
                    </a:cubicBezTo>
                    <a:cubicBezTo>
                      <a:pt x="64079" y="124744"/>
                      <a:pt x="64079" y="125820"/>
                      <a:pt x="64079" y="125820"/>
                    </a:cubicBezTo>
                    <a:close/>
                    <a:moveTo>
                      <a:pt x="65154" y="106463"/>
                    </a:moveTo>
                    <a:cubicBezTo>
                      <a:pt x="65154" y="106463"/>
                      <a:pt x="66228" y="106463"/>
                      <a:pt x="65154" y="106463"/>
                    </a:cubicBezTo>
                    <a:cubicBezTo>
                      <a:pt x="66228" y="105388"/>
                      <a:pt x="65154" y="105388"/>
                      <a:pt x="65154" y="106463"/>
                    </a:cubicBezTo>
                    <a:cubicBezTo>
                      <a:pt x="64079" y="105388"/>
                      <a:pt x="64079" y="106463"/>
                      <a:pt x="65154" y="106463"/>
                    </a:cubicBezTo>
                    <a:cubicBezTo>
                      <a:pt x="64079" y="106463"/>
                      <a:pt x="64079" y="107538"/>
                      <a:pt x="65154" y="106463"/>
                    </a:cubicBezTo>
                    <a:close/>
                    <a:moveTo>
                      <a:pt x="64079" y="102162"/>
                    </a:moveTo>
                    <a:cubicBezTo>
                      <a:pt x="64079" y="102162"/>
                      <a:pt x="67303" y="100011"/>
                      <a:pt x="66228" y="100011"/>
                    </a:cubicBezTo>
                    <a:cubicBezTo>
                      <a:pt x="66228" y="100011"/>
                      <a:pt x="65154" y="100011"/>
                      <a:pt x="65154" y="101086"/>
                    </a:cubicBezTo>
                    <a:cubicBezTo>
                      <a:pt x="65154" y="101086"/>
                      <a:pt x="64079" y="102162"/>
                      <a:pt x="64079" y="102162"/>
                    </a:cubicBezTo>
                    <a:close/>
                    <a:moveTo>
                      <a:pt x="67303" y="122594"/>
                    </a:moveTo>
                    <a:cubicBezTo>
                      <a:pt x="68377" y="122594"/>
                      <a:pt x="68377" y="122594"/>
                      <a:pt x="68377" y="122594"/>
                    </a:cubicBezTo>
                    <a:cubicBezTo>
                      <a:pt x="68377" y="122594"/>
                      <a:pt x="68377" y="122594"/>
                      <a:pt x="67303" y="121518"/>
                    </a:cubicBezTo>
                    <a:cubicBezTo>
                      <a:pt x="67303" y="121518"/>
                      <a:pt x="67303" y="121518"/>
                      <a:pt x="67303" y="122594"/>
                    </a:cubicBezTo>
                    <a:cubicBezTo>
                      <a:pt x="66228" y="122594"/>
                      <a:pt x="67303" y="122594"/>
                      <a:pt x="67303" y="122594"/>
                    </a:cubicBezTo>
                    <a:close/>
                    <a:moveTo>
                      <a:pt x="67303" y="98935"/>
                    </a:moveTo>
                    <a:cubicBezTo>
                      <a:pt x="68377" y="100011"/>
                      <a:pt x="69452" y="98935"/>
                      <a:pt x="69452" y="96785"/>
                    </a:cubicBezTo>
                    <a:cubicBezTo>
                      <a:pt x="69452" y="95709"/>
                      <a:pt x="69452" y="94634"/>
                      <a:pt x="70527" y="94634"/>
                    </a:cubicBezTo>
                    <a:cubicBezTo>
                      <a:pt x="70527" y="94634"/>
                      <a:pt x="70527" y="94634"/>
                      <a:pt x="70527" y="95709"/>
                    </a:cubicBezTo>
                    <a:cubicBezTo>
                      <a:pt x="70527" y="96785"/>
                      <a:pt x="70527" y="96785"/>
                      <a:pt x="70527" y="96785"/>
                    </a:cubicBezTo>
                    <a:cubicBezTo>
                      <a:pt x="71601" y="96785"/>
                      <a:pt x="75900" y="92483"/>
                      <a:pt x="75900" y="91408"/>
                    </a:cubicBezTo>
                    <a:cubicBezTo>
                      <a:pt x="75900" y="91408"/>
                      <a:pt x="75900" y="91408"/>
                      <a:pt x="74825" y="92483"/>
                    </a:cubicBezTo>
                    <a:cubicBezTo>
                      <a:pt x="73751" y="94634"/>
                      <a:pt x="72676" y="94634"/>
                      <a:pt x="72676" y="92483"/>
                    </a:cubicBezTo>
                    <a:cubicBezTo>
                      <a:pt x="72676" y="91408"/>
                      <a:pt x="72676" y="91408"/>
                      <a:pt x="70527" y="93558"/>
                    </a:cubicBezTo>
                    <a:cubicBezTo>
                      <a:pt x="69452" y="94634"/>
                      <a:pt x="68377" y="95709"/>
                      <a:pt x="69452" y="96785"/>
                    </a:cubicBezTo>
                    <a:cubicBezTo>
                      <a:pt x="68377" y="97860"/>
                      <a:pt x="68377" y="97860"/>
                      <a:pt x="67303" y="98935"/>
                    </a:cubicBezTo>
                    <a:cubicBezTo>
                      <a:pt x="67303" y="97860"/>
                      <a:pt x="67303" y="98935"/>
                      <a:pt x="67303" y="98935"/>
                    </a:cubicBezTo>
                    <a:close/>
                    <a:moveTo>
                      <a:pt x="68377" y="116142"/>
                    </a:moveTo>
                    <a:cubicBezTo>
                      <a:pt x="68377" y="117217"/>
                      <a:pt x="69452" y="117217"/>
                      <a:pt x="68377" y="116142"/>
                    </a:cubicBezTo>
                    <a:cubicBezTo>
                      <a:pt x="69452" y="116142"/>
                      <a:pt x="69452" y="116142"/>
                      <a:pt x="69452" y="116142"/>
                    </a:cubicBezTo>
                    <a:cubicBezTo>
                      <a:pt x="69452" y="116142"/>
                      <a:pt x="70527" y="116142"/>
                      <a:pt x="68377" y="116142"/>
                    </a:cubicBezTo>
                    <a:cubicBezTo>
                      <a:pt x="69452" y="116142"/>
                      <a:pt x="68377" y="116142"/>
                      <a:pt x="68377" y="116142"/>
                    </a:cubicBezTo>
                    <a:close/>
                    <a:moveTo>
                      <a:pt x="72676" y="91408"/>
                    </a:moveTo>
                    <a:cubicBezTo>
                      <a:pt x="72676" y="91408"/>
                      <a:pt x="72676" y="91408"/>
                      <a:pt x="72676" y="91408"/>
                    </a:cubicBezTo>
                    <a:cubicBezTo>
                      <a:pt x="74825" y="89257"/>
                      <a:pt x="74825" y="89257"/>
                      <a:pt x="73751" y="90332"/>
                    </a:cubicBezTo>
                    <a:cubicBezTo>
                      <a:pt x="72676" y="90332"/>
                      <a:pt x="72676" y="90332"/>
                      <a:pt x="72676" y="91408"/>
                    </a:cubicBezTo>
                    <a:close/>
                    <a:moveTo>
                      <a:pt x="73751" y="111840"/>
                    </a:moveTo>
                    <a:cubicBezTo>
                      <a:pt x="74825" y="111840"/>
                      <a:pt x="75900" y="110765"/>
                      <a:pt x="74825" y="110765"/>
                    </a:cubicBezTo>
                    <a:cubicBezTo>
                      <a:pt x="74825" y="109689"/>
                      <a:pt x="74825" y="110765"/>
                      <a:pt x="73751" y="111840"/>
                    </a:cubicBezTo>
                    <a:cubicBezTo>
                      <a:pt x="73751" y="111840"/>
                      <a:pt x="73751" y="111840"/>
                      <a:pt x="73751" y="111840"/>
                    </a:cubicBezTo>
                    <a:close/>
                    <a:moveTo>
                      <a:pt x="86646" y="97860"/>
                    </a:moveTo>
                    <a:cubicBezTo>
                      <a:pt x="86646" y="97860"/>
                      <a:pt x="87721" y="96785"/>
                      <a:pt x="86646" y="97860"/>
                    </a:cubicBezTo>
                    <a:cubicBezTo>
                      <a:pt x="87721" y="96785"/>
                      <a:pt x="87721" y="96785"/>
                      <a:pt x="86646" y="96785"/>
                    </a:cubicBezTo>
                    <a:cubicBezTo>
                      <a:pt x="86646" y="96785"/>
                      <a:pt x="85572" y="96785"/>
                      <a:pt x="86646" y="97860"/>
                    </a:cubicBezTo>
                    <a:cubicBezTo>
                      <a:pt x="85572" y="96785"/>
                      <a:pt x="85572" y="97860"/>
                      <a:pt x="86646" y="97860"/>
                    </a:cubicBezTo>
                    <a:close/>
                    <a:moveTo>
                      <a:pt x="88796" y="94634"/>
                    </a:moveTo>
                    <a:cubicBezTo>
                      <a:pt x="89870" y="94634"/>
                      <a:pt x="90945" y="94634"/>
                      <a:pt x="88796" y="94634"/>
                    </a:cubicBezTo>
                    <a:cubicBezTo>
                      <a:pt x="89870" y="93558"/>
                      <a:pt x="89870" y="93558"/>
                      <a:pt x="88796" y="94634"/>
                    </a:cubicBezTo>
                    <a:cubicBezTo>
                      <a:pt x="88796" y="94634"/>
                      <a:pt x="88796" y="94634"/>
                      <a:pt x="88796" y="94634"/>
                    </a:cubicBezTo>
                    <a:close/>
                    <a:moveTo>
                      <a:pt x="92020" y="91408"/>
                    </a:moveTo>
                    <a:cubicBezTo>
                      <a:pt x="93094" y="90332"/>
                      <a:pt x="94169" y="90332"/>
                      <a:pt x="93094" y="90332"/>
                    </a:cubicBezTo>
                    <a:cubicBezTo>
                      <a:pt x="92020" y="90332"/>
                      <a:pt x="92020" y="91408"/>
                      <a:pt x="92020" y="91408"/>
                    </a:cubicBezTo>
                    <a:cubicBezTo>
                      <a:pt x="89870" y="92483"/>
                      <a:pt x="89870" y="92483"/>
                      <a:pt x="92020" y="91408"/>
                    </a:cubicBezTo>
                    <a:close/>
                    <a:moveTo>
                      <a:pt x="93094" y="65598"/>
                    </a:moveTo>
                    <a:cubicBezTo>
                      <a:pt x="94169" y="63448"/>
                      <a:pt x="94169" y="63448"/>
                      <a:pt x="93094" y="64523"/>
                    </a:cubicBezTo>
                    <a:cubicBezTo>
                      <a:pt x="93094" y="64523"/>
                      <a:pt x="92020" y="64523"/>
                      <a:pt x="92020" y="64523"/>
                    </a:cubicBezTo>
                    <a:cubicBezTo>
                      <a:pt x="93094" y="63448"/>
                      <a:pt x="92020" y="63448"/>
                      <a:pt x="93094" y="65598"/>
                    </a:cubicBezTo>
                    <a:cubicBezTo>
                      <a:pt x="92020" y="66674"/>
                      <a:pt x="93094" y="66674"/>
                      <a:pt x="93094" y="65598"/>
                    </a:cubicBezTo>
                    <a:close/>
                    <a:moveTo>
                      <a:pt x="99542" y="59146"/>
                    </a:moveTo>
                    <a:cubicBezTo>
                      <a:pt x="100616" y="59146"/>
                      <a:pt x="100616" y="59146"/>
                      <a:pt x="99542" y="59146"/>
                    </a:cubicBezTo>
                    <a:cubicBezTo>
                      <a:pt x="99542" y="58071"/>
                      <a:pt x="98467" y="58071"/>
                      <a:pt x="98467" y="58071"/>
                    </a:cubicBezTo>
                    <a:cubicBezTo>
                      <a:pt x="97393" y="59146"/>
                      <a:pt x="98467" y="60221"/>
                      <a:pt x="99542" y="59146"/>
                    </a:cubicBezTo>
                    <a:close/>
                    <a:moveTo>
                      <a:pt x="101691" y="55920"/>
                    </a:moveTo>
                    <a:cubicBezTo>
                      <a:pt x="101691" y="55920"/>
                      <a:pt x="102766" y="54845"/>
                      <a:pt x="102766" y="54845"/>
                    </a:cubicBezTo>
                    <a:cubicBezTo>
                      <a:pt x="102766" y="54845"/>
                      <a:pt x="102766" y="53769"/>
                      <a:pt x="102766" y="53769"/>
                    </a:cubicBezTo>
                    <a:cubicBezTo>
                      <a:pt x="103840" y="53769"/>
                      <a:pt x="103840" y="52694"/>
                      <a:pt x="102766" y="51618"/>
                    </a:cubicBezTo>
                    <a:cubicBezTo>
                      <a:pt x="102766" y="51618"/>
                      <a:pt x="101691" y="51618"/>
                      <a:pt x="101691" y="52694"/>
                    </a:cubicBezTo>
                    <a:cubicBezTo>
                      <a:pt x="102766" y="52694"/>
                      <a:pt x="101691" y="53769"/>
                      <a:pt x="101691" y="55920"/>
                    </a:cubicBezTo>
                    <a:cubicBezTo>
                      <a:pt x="99542" y="55920"/>
                      <a:pt x="99542" y="55920"/>
                      <a:pt x="101691" y="55920"/>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14D22A03-8F85-7F99-1CA4-5B78CEDC20C1}"/>
                  </a:ext>
                </a:extLst>
              </p:cNvPr>
              <p:cNvSpPr/>
              <p:nvPr/>
            </p:nvSpPr>
            <p:spPr>
              <a:xfrm>
                <a:off x="2060201" y="3324744"/>
                <a:ext cx="38697" cy="40875"/>
              </a:xfrm>
              <a:custGeom>
                <a:avLst/>
                <a:gdLst>
                  <a:gd name="connsiteX0" fmla="*/ 280 w 38697"/>
                  <a:gd name="connsiteY0" fmla="*/ 37852 h 40875"/>
                  <a:gd name="connsiteX1" fmla="*/ 21772 w 38697"/>
                  <a:gd name="connsiteY1" fmla="*/ 214 h 40875"/>
                  <a:gd name="connsiteX2" fmla="*/ 34668 w 38697"/>
                  <a:gd name="connsiteY2" fmla="*/ 4515 h 40875"/>
                  <a:gd name="connsiteX3" fmla="*/ 35743 w 38697"/>
                  <a:gd name="connsiteY3" fmla="*/ 5591 h 40875"/>
                  <a:gd name="connsiteX4" fmla="*/ 37892 w 38697"/>
                  <a:gd name="connsiteY4" fmla="*/ 8817 h 40875"/>
                  <a:gd name="connsiteX5" fmla="*/ 37892 w 38697"/>
                  <a:gd name="connsiteY5" fmla="*/ 13118 h 40875"/>
                  <a:gd name="connsiteX6" fmla="*/ 30369 w 38697"/>
                  <a:gd name="connsiteY6" fmla="*/ 21721 h 40875"/>
                  <a:gd name="connsiteX7" fmla="*/ 29295 w 38697"/>
                  <a:gd name="connsiteY7" fmla="*/ 22797 h 40875"/>
                  <a:gd name="connsiteX8" fmla="*/ 28220 w 38697"/>
                  <a:gd name="connsiteY8" fmla="*/ 23872 h 40875"/>
                  <a:gd name="connsiteX9" fmla="*/ 26071 w 38697"/>
                  <a:gd name="connsiteY9" fmla="*/ 27098 h 40875"/>
                  <a:gd name="connsiteX10" fmla="*/ 23922 w 38697"/>
                  <a:gd name="connsiteY10" fmla="*/ 30324 h 40875"/>
                  <a:gd name="connsiteX11" fmla="*/ 21772 w 38697"/>
                  <a:gd name="connsiteY11" fmla="*/ 32475 h 40875"/>
                  <a:gd name="connsiteX12" fmla="*/ 14250 w 38697"/>
                  <a:gd name="connsiteY12" fmla="*/ 35701 h 40875"/>
                  <a:gd name="connsiteX13" fmla="*/ 4578 w 38697"/>
                  <a:gd name="connsiteY13" fmla="*/ 38927 h 40875"/>
                  <a:gd name="connsiteX14" fmla="*/ 280 w 38697"/>
                  <a:gd name="connsiteY14" fmla="*/ 37852 h 4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97" h="40875">
                    <a:moveTo>
                      <a:pt x="280" y="37852"/>
                    </a:moveTo>
                    <a:cubicBezTo>
                      <a:pt x="1354" y="34626"/>
                      <a:pt x="17474" y="1289"/>
                      <a:pt x="21772" y="214"/>
                    </a:cubicBezTo>
                    <a:cubicBezTo>
                      <a:pt x="26071" y="-862"/>
                      <a:pt x="33593" y="2364"/>
                      <a:pt x="34668" y="4515"/>
                    </a:cubicBezTo>
                    <a:cubicBezTo>
                      <a:pt x="34668" y="4515"/>
                      <a:pt x="35743" y="5591"/>
                      <a:pt x="35743" y="5591"/>
                    </a:cubicBezTo>
                    <a:cubicBezTo>
                      <a:pt x="35743" y="5591"/>
                      <a:pt x="36817" y="6666"/>
                      <a:pt x="37892" y="8817"/>
                    </a:cubicBezTo>
                    <a:cubicBezTo>
                      <a:pt x="38967" y="10967"/>
                      <a:pt x="38967" y="12043"/>
                      <a:pt x="37892" y="13118"/>
                    </a:cubicBezTo>
                    <a:cubicBezTo>
                      <a:pt x="36817" y="15269"/>
                      <a:pt x="31444" y="21721"/>
                      <a:pt x="30369" y="21721"/>
                    </a:cubicBezTo>
                    <a:cubicBezTo>
                      <a:pt x="30369" y="21721"/>
                      <a:pt x="29295" y="22797"/>
                      <a:pt x="29295" y="22797"/>
                    </a:cubicBezTo>
                    <a:cubicBezTo>
                      <a:pt x="29295" y="22797"/>
                      <a:pt x="29295" y="23872"/>
                      <a:pt x="28220" y="23872"/>
                    </a:cubicBezTo>
                    <a:cubicBezTo>
                      <a:pt x="28220" y="23872"/>
                      <a:pt x="26071" y="24947"/>
                      <a:pt x="26071" y="27098"/>
                    </a:cubicBezTo>
                    <a:cubicBezTo>
                      <a:pt x="24996" y="29249"/>
                      <a:pt x="23922" y="30324"/>
                      <a:pt x="23922" y="30324"/>
                    </a:cubicBezTo>
                    <a:cubicBezTo>
                      <a:pt x="23922" y="30324"/>
                      <a:pt x="22847" y="31400"/>
                      <a:pt x="21772" y="32475"/>
                    </a:cubicBezTo>
                    <a:cubicBezTo>
                      <a:pt x="20698" y="34626"/>
                      <a:pt x="17474" y="35701"/>
                      <a:pt x="14250" y="35701"/>
                    </a:cubicBezTo>
                    <a:cubicBezTo>
                      <a:pt x="12101" y="35701"/>
                      <a:pt x="11026" y="35701"/>
                      <a:pt x="4578" y="38927"/>
                    </a:cubicBezTo>
                    <a:cubicBezTo>
                      <a:pt x="1354" y="42154"/>
                      <a:pt x="-795" y="41078"/>
                      <a:pt x="280" y="3785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17340037-FF8A-C493-56A8-B36A62336770}"/>
                  </a:ext>
                </a:extLst>
              </p:cNvPr>
              <p:cNvSpPr/>
              <p:nvPr/>
            </p:nvSpPr>
            <p:spPr>
              <a:xfrm>
                <a:off x="2009435" y="3439217"/>
                <a:ext cx="134963" cy="97591"/>
              </a:xfrm>
              <a:custGeom>
                <a:avLst/>
                <a:gdLst>
                  <a:gd name="connsiteX0" fmla="*/ 1612 w 134963"/>
                  <a:gd name="connsiteY0" fmla="*/ 85762 h 97591"/>
                  <a:gd name="connsiteX1" fmla="*/ 13433 w 134963"/>
                  <a:gd name="connsiteY1" fmla="*/ 73933 h 97591"/>
                  <a:gd name="connsiteX2" fmla="*/ 27403 w 134963"/>
                  <a:gd name="connsiteY2" fmla="*/ 69631 h 97591"/>
                  <a:gd name="connsiteX3" fmla="*/ 29553 w 134963"/>
                  <a:gd name="connsiteY3" fmla="*/ 68556 h 97591"/>
                  <a:gd name="connsiteX4" fmla="*/ 27403 w 134963"/>
                  <a:gd name="connsiteY4" fmla="*/ 64254 h 97591"/>
                  <a:gd name="connsiteX5" fmla="*/ 25254 w 134963"/>
                  <a:gd name="connsiteY5" fmla="*/ 63179 h 97591"/>
                  <a:gd name="connsiteX6" fmla="*/ 23105 w 134963"/>
                  <a:gd name="connsiteY6" fmla="*/ 61028 h 97591"/>
                  <a:gd name="connsiteX7" fmla="*/ 20955 w 134963"/>
                  <a:gd name="connsiteY7" fmla="*/ 58877 h 97591"/>
                  <a:gd name="connsiteX8" fmla="*/ 18806 w 134963"/>
                  <a:gd name="connsiteY8" fmla="*/ 57802 h 97591"/>
                  <a:gd name="connsiteX9" fmla="*/ 15582 w 134963"/>
                  <a:gd name="connsiteY9" fmla="*/ 45973 h 97591"/>
                  <a:gd name="connsiteX10" fmla="*/ 14508 w 134963"/>
                  <a:gd name="connsiteY10" fmla="*/ 40596 h 97591"/>
                  <a:gd name="connsiteX11" fmla="*/ 22030 w 134963"/>
                  <a:gd name="connsiteY11" fmla="*/ 24465 h 97591"/>
                  <a:gd name="connsiteX12" fmla="*/ 58568 w 134963"/>
                  <a:gd name="connsiteY12" fmla="*/ 807 h 97591"/>
                  <a:gd name="connsiteX13" fmla="*/ 67165 w 134963"/>
                  <a:gd name="connsiteY13" fmla="*/ 807 h 97591"/>
                  <a:gd name="connsiteX14" fmla="*/ 73613 w 134963"/>
                  <a:gd name="connsiteY14" fmla="*/ 9410 h 97591"/>
                  <a:gd name="connsiteX15" fmla="*/ 62866 w 134963"/>
                  <a:gd name="connsiteY15" fmla="*/ 21239 h 97591"/>
                  <a:gd name="connsiteX16" fmla="*/ 25254 w 134963"/>
                  <a:gd name="connsiteY16" fmla="*/ 47048 h 97591"/>
                  <a:gd name="connsiteX17" fmla="*/ 27403 w 134963"/>
                  <a:gd name="connsiteY17" fmla="*/ 49199 h 97591"/>
                  <a:gd name="connsiteX18" fmla="*/ 30627 w 134963"/>
                  <a:gd name="connsiteY18" fmla="*/ 50274 h 97591"/>
                  <a:gd name="connsiteX19" fmla="*/ 38150 w 134963"/>
                  <a:gd name="connsiteY19" fmla="*/ 55651 h 97591"/>
                  <a:gd name="connsiteX20" fmla="*/ 43523 w 134963"/>
                  <a:gd name="connsiteY20" fmla="*/ 59953 h 97591"/>
                  <a:gd name="connsiteX21" fmla="*/ 46747 w 134963"/>
                  <a:gd name="connsiteY21" fmla="*/ 62103 h 97591"/>
                  <a:gd name="connsiteX22" fmla="*/ 58568 w 134963"/>
                  <a:gd name="connsiteY22" fmla="*/ 58877 h 97591"/>
                  <a:gd name="connsiteX23" fmla="*/ 123046 w 134963"/>
                  <a:gd name="connsiteY23" fmla="*/ 44897 h 97591"/>
                  <a:gd name="connsiteX24" fmla="*/ 133792 w 134963"/>
                  <a:gd name="connsiteY24" fmla="*/ 48123 h 97591"/>
                  <a:gd name="connsiteX25" fmla="*/ 132718 w 134963"/>
                  <a:gd name="connsiteY25" fmla="*/ 52425 h 97591"/>
                  <a:gd name="connsiteX26" fmla="*/ 105852 w 134963"/>
                  <a:gd name="connsiteY26" fmla="*/ 57802 h 97591"/>
                  <a:gd name="connsiteX27" fmla="*/ 101553 w 134963"/>
                  <a:gd name="connsiteY27" fmla="*/ 58877 h 97591"/>
                  <a:gd name="connsiteX28" fmla="*/ 98329 w 134963"/>
                  <a:gd name="connsiteY28" fmla="*/ 58877 h 97591"/>
                  <a:gd name="connsiteX29" fmla="*/ 97255 w 134963"/>
                  <a:gd name="connsiteY29" fmla="*/ 58877 h 97591"/>
                  <a:gd name="connsiteX30" fmla="*/ 95105 w 134963"/>
                  <a:gd name="connsiteY30" fmla="*/ 58877 h 97591"/>
                  <a:gd name="connsiteX31" fmla="*/ 92956 w 134963"/>
                  <a:gd name="connsiteY31" fmla="*/ 58877 h 97591"/>
                  <a:gd name="connsiteX32" fmla="*/ 87583 w 134963"/>
                  <a:gd name="connsiteY32" fmla="*/ 59953 h 97591"/>
                  <a:gd name="connsiteX33" fmla="*/ 85434 w 134963"/>
                  <a:gd name="connsiteY33" fmla="*/ 61028 h 97591"/>
                  <a:gd name="connsiteX34" fmla="*/ 77911 w 134963"/>
                  <a:gd name="connsiteY34" fmla="*/ 64254 h 97591"/>
                  <a:gd name="connsiteX35" fmla="*/ 74687 w 134963"/>
                  <a:gd name="connsiteY35" fmla="*/ 64254 h 97591"/>
                  <a:gd name="connsiteX36" fmla="*/ 73613 w 134963"/>
                  <a:gd name="connsiteY36" fmla="*/ 64254 h 97591"/>
                  <a:gd name="connsiteX37" fmla="*/ 72538 w 134963"/>
                  <a:gd name="connsiteY37" fmla="*/ 66405 h 97591"/>
                  <a:gd name="connsiteX38" fmla="*/ 70389 w 134963"/>
                  <a:gd name="connsiteY38" fmla="*/ 68556 h 97591"/>
                  <a:gd name="connsiteX39" fmla="*/ 68239 w 134963"/>
                  <a:gd name="connsiteY39" fmla="*/ 68556 h 97591"/>
                  <a:gd name="connsiteX40" fmla="*/ 67165 w 134963"/>
                  <a:gd name="connsiteY40" fmla="*/ 68556 h 97591"/>
                  <a:gd name="connsiteX41" fmla="*/ 65016 w 134963"/>
                  <a:gd name="connsiteY41" fmla="*/ 70707 h 97591"/>
                  <a:gd name="connsiteX42" fmla="*/ 63941 w 134963"/>
                  <a:gd name="connsiteY42" fmla="*/ 70707 h 97591"/>
                  <a:gd name="connsiteX43" fmla="*/ 61792 w 134963"/>
                  <a:gd name="connsiteY43" fmla="*/ 70707 h 97591"/>
                  <a:gd name="connsiteX44" fmla="*/ 61792 w 134963"/>
                  <a:gd name="connsiteY44" fmla="*/ 71782 h 97591"/>
                  <a:gd name="connsiteX45" fmla="*/ 59642 w 134963"/>
                  <a:gd name="connsiteY45" fmla="*/ 72857 h 97591"/>
                  <a:gd name="connsiteX46" fmla="*/ 55344 w 134963"/>
                  <a:gd name="connsiteY46" fmla="*/ 73933 h 97591"/>
                  <a:gd name="connsiteX47" fmla="*/ 52120 w 134963"/>
                  <a:gd name="connsiteY47" fmla="*/ 78234 h 97591"/>
                  <a:gd name="connsiteX48" fmla="*/ 22030 w 134963"/>
                  <a:gd name="connsiteY48" fmla="*/ 95440 h 97591"/>
                  <a:gd name="connsiteX49" fmla="*/ 15582 w 134963"/>
                  <a:gd name="connsiteY49" fmla="*/ 96516 h 97591"/>
                  <a:gd name="connsiteX50" fmla="*/ 9135 w 134963"/>
                  <a:gd name="connsiteY50" fmla="*/ 97591 h 97591"/>
                  <a:gd name="connsiteX51" fmla="*/ 2687 w 134963"/>
                  <a:gd name="connsiteY51" fmla="*/ 93290 h 97591"/>
                  <a:gd name="connsiteX52" fmla="*/ 1612 w 134963"/>
                  <a:gd name="connsiteY52" fmla="*/ 91139 h 97591"/>
                  <a:gd name="connsiteX53" fmla="*/ 1612 w 134963"/>
                  <a:gd name="connsiteY53" fmla="*/ 85762 h 97591"/>
                  <a:gd name="connsiteX54" fmla="*/ 56418 w 134963"/>
                  <a:gd name="connsiteY54" fmla="*/ 72857 h 97591"/>
                  <a:gd name="connsiteX55" fmla="*/ 57493 w 134963"/>
                  <a:gd name="connsiteY55" fmla="*/ 72857 h 97591"/>
                  <a:gd name="connsiteX56" fmla="*/ 58568 w 134963"/>
                  <a:gd name="connsiteY56" fmla="*/ 71782 h 97591"/>
                  <a:gd name="connsiteX57" fmla="*/ 57493 w 134963"/>
                  <a:gd name="connsiteY57" fmla="*/ 71782 h 97591"/>
                  <a:gd name="connsiteX58" fmla="*/ 56418 w 134963"/>
                  <a:gd name="connsiteY58" fmla="*/ 72857 h 97591"/>
                  <a:gd name="connsiteX59" fmla="*/ 69314 w 134963"/>
                  <a:gd name="connsiteY59" fmla="*/ 69631 h 97591"/>
                  <a:gd name="connsiteX60" fmla="*/ 69314 w 134963"/>
                  <a:gd name="connsiteY60" fmla="*/ 69631 h 97591"/>
                  <a:gd name="connsiteX61" fmla="*/ 69314 w 134963"/>
                  <a:gd name="connsiteY61" fmla="*/ 69631 h 97591"/>
                  <a:gd name="connsiteX62" fmla="*/ 69314 w 134963"/>
                  <a:gd name="connsiteY62" fmla="*/ 69631 h 97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963" h="97591">
                    <a:moveTo>
                      <a:pt x="1612" y="85762"/>
                    </a:moveTo>
                    <a:cubicBezTo>
                      <a:pt x="3761" y="78234"/>
                      <a:pt x="4836" y="77159"/>
                      <a:pt x="13433" y="73933"/>
                    </a:cubicBezTo>
                    <a:cubicBezTo>
                      <a:pt x="14508" y="73933"/>
                      <a:pt x="26329" y="69631"/>
                      <a:pt x="27403" y="69631"/>
                    </a:cubicBezTo>
                    <a:cubicBezTo>
                      <a:pt x="27403" y="69631"/>
                      <a:pt x="28478" y="69631"/>
                      <a:pt x="29553" y="68556"/>
                    </a:cubicBezTo>
                    <a:cubicBezTo>
                      <a:pt x="30627" y="67480"/>
                      <a:pt x="29553" y="64254"/>
                      <a:pt x="27403" y="64254"/>
                    </a:cubicBezTo>
                    <a:cubicBezTo>
                      <a:pt x="26329" y="64254"/>
                      <a:pt x="25254" y="64254"/>
                      <a:pt x="25254" y="63179"/>
                    </a:cubicBezTo>
                    <a:cubicBezTo>
                      <a:pt x="25254" y="63179"/>
                      <a:pt x="24179" y="62103"/>
                      <a:pt x="23105" y="61028"/>
                    </a:cubicBezTo>
                    <a:cubicBezTo>
                      <a:pt x="22030" y="59953"/>
                      <a:pt x="20955" y="59953"/>
                      <a:pt x="20955" y="58877"/>
                    </a:cubicBezTo>
                    <a:cubicBezTo>
                      <a:pt x="20955" y="58877"/>
                      <a:pt x="19881" y="57802"/>
                      <a:pt x="18806" y="57802"/>
                    </a:cubicBezTo>
                    <a:cubicBezTo>
                      <a:pt x="16657" y="56727"/>
                      <a:pt x="15582" y="51350"/>
                      <a:pt x="15582" y="45973"/>
                    </a:cubicBezTo>
                    <a:cubicBezTo>
                      <a:pt x="15582" y="43822"/>
                      <a:pt x="15582" y="40596"/>
                      <a:pt x="14508" y="40596"/>
                    </a:cubicBezTo>
                    <a:cubicBezTo>
                      <a:pt x="12358" y="37370"/>
                      <a:pt x="16657" y="30917"/>
                      <a:pt x="22030" y="24465"/>
                    </a:cubicBezTo>
                    <a:cubicBezTo>
                      <a:pt x="29553" y="15862"/>
                      <a:pt x="47821" y="5108"/>
                      <a:pt x="58568" y="807"/>
                    </a:cubicBezTo>
                    <a:cubicBezTo>
                      <a:pt x="62866" y="-269"/>
                      <a:pt x="63941" y="-269"/>
                      <a:pt x="67165" y="807"/>
                    </a:cubicBezTo>
                    <a:cubicBezTo>
                      <a:pt x="71463" y="1882"/>
                      <a:pt x="73613" y="5108"/>
                      <a:pt x="73613" y="9410"/>
                    </a:cubicBezTo>
                    <a:cubicBezTo>
                      <a:pt x="73613" y="13711"/>
                      <a:pt x="68239" y="19088"/>
                      <a:pt x="62866" y="21239"/>
                    </a:cubicBezTo>
                    <a:cubicBezTo>
                      <a:pt x="53194" y="24465"/>
                      <a:pt x="25254" y="43822"/>
                      <a:pt x="25254" y="47048"/>
                    </a:cubicBezTo>
                    <a:cubicBezTo>
                      <a:pt x="25254" y="48123"/>
                      <a:pt x="26329" y="49199"/>
                      <a:pt x="27403" y="49199"/>
                    </a:cubicBezTo>
                    <a:cubicBezTo>
                      <a:pt x="28478" y="49199"/>
                      <a:pt x="29553" y="50274"/>
                      <a:pt x="30627" y="50274"/>
                    </a:cubicBezTo>
                    <a:cubicBezTo>
                      <a:pt x="30627" y="51350"/>
                      <a:pt x="31702" y="51350"/>
                      <a:pt x="38150" y="55651"/>
                    </a:cubicBezTo>
                    <a:cubicBezTo>
                      <a:pt x="40299" y="56727"/>
                      <a:pt x="42448" y="58877"/>
                      <a:pt x="43523" y="59953"/>
                    </a:cubicBezTo>
                    <a:cubicBezTo>
                      <a:pt x="44597" y="61028"/>
                      <a:pt x="46747" y="62103"/>
                      <a:pt x="46747" y="62103"/>
                    </a:cubicBezTo>
                    <a:cubicBezTo>
                      <a:pt x="47821" y="62103"/>
                      <a:pt x="52120" y="61028"/>
                      <a:pt x="58568" y="58877"/>
                    </a:cubicBezTo>
                    <a:cubicBezTo>
                      <a:pt x="78986" y="52425"/>
                      <a:pt x="101553" y="47048"/>
                      <a:pt x="123046" y="44897"/>
                    </a:cubicBezTo>
                    <a:cubicBezTo>
                      <a:pt x="127344" y="44897"/>
                      <a:pt x="131643" y="45973"/>
                      <a:pt x="133792" y="48123"/>
                    </a:cubicBezTo>
                    <a:cubicBezTo>
                      <a:pt x="135941" y="50274"/>
                      <a:pt x="134867" y="52425"/>
                      <a:pt x="132718" y="52425"/>
                    </a:cubicBezTo>
                    <a:cubicBezTo>
                      <a:pt x="128419" y="52425"/>
                      <a:pt x="104777" y="56727"/>
                      <a:pt x="105852" y="57802"/>
                    </a:cubicBezTo>
                    <a:cubicBezTo>
                      <a:pt x="105852" y="58877"/>
                      <a:pt x="103702" y="58877"/>
                      <a:pt x="101553" y="58877"/>
                    </a:cubicBezTo>
                    <a:cubicBezTo>
                      <a:pt x="99404" y="58877"/>
                      <a:pt x="98329" y="58877"/>
                      <a:pt x="98329" y="58877"/>
                    </a:cubicBezTo>
                    <a:cubicBezTo>
                      <a:pt x="98329" y="58877"/>
                      <a:pt x="97255" y="59953"/>
                      <a:pt x="97255" y="58877"/>
                    </a:cubicBezTo>
                    <a:cubicBezTo>
                      <a:pt x="97255" y="58877"/>
                      <a:pt x="96180" y="58877"/>
                      <a:pt x="95105" y="58877"/>
                    </a:cubicBezTo>
                    <a:cubicBezTo>
                      <a:pt x="95105" y="58877"/>
                      <a:pt x="94031" y="59953"/>
                      <a:pt x="92956" y="58877"/>
                    </a:cubicBezTo>
                    <a:cubicBezTo>
                      <a:pt x="90807" y="58877"/>
                      <a:pt x="89732" y="58877"/>
                      <a:pt x="87583" y="59953"/>
                    </a:cubicBezTo>
                    <a:cubicBezTo>
                      <a:pt x="86508" y="61028"/>
                      <a:pt x="85434" y="61028"/>
                      <a:pt x="85434" y="61028"/>
                    </a:cubicBezTo>
                    <a:cubicBezTo>
                      <a:pt x="85434" y="59953"/>
                      <a:pt x="80060" y="62103"/>
                      <a:pt x="77911" y="64254"/>
                    </a:cubicBezTo>
                    <a:cubicBezTo>
                      <a:pt x="75762" y="65330"/>
                      <a:pt x="74687" y="66405"/>
                      <a:pt x="74687" y="64254"/>
                    </a:cubicBezTo>
                    <a:cubicBezTo>
                      <a:pt x="74687" y="64254"/>
                      <a:pt x="74687" y="63179"/>
                      <a:pt x="73613" y="64254"/>
                    </a:cubicBezTo>
                    <a:cubicBezTo>
                      <a:pt x="73613" y="64254"/>
                      <a:pt x="72538" y="65330"/>
                      <a:pt x="72538" y="66405"/>
                    </a:cubicBezTo>
                    <a:cubicBezTo>
                      <a:pt x="72538" y="67480"/>
                      <a:pt x="71463" y="68556"/>
                      <a:pt x="70389" y="68556"/>
                    </a:cubicBezTo>
                    <a:cubicBezTo>
                      <a:pt x="67165" y="69631"/>
                      <a:pt x="67165" y="69631"/>
                      <a:pt x="68239" y="68556"/>
                    </a:cubicBezTo>
                    <a:cubicBezTo>
                      <a:pt x="68239" y="68556"/>
                      <a:pt x="68239" y="67480"/>
                      <a:pt x="67165" y="68556"/>
                    </a:cubicBezTo>
                    <a:cubicBezTo>
                      <a:pt x="66090" y="68556"/>
                      <a:pt x="65016" y="69631"/>
                      <a:pt x="65016" y="70707"/>
                    </a:cubicBezTo>
                    <a:cubicBezTo>
                      <a:pt x="65016" y="71782"/>
                      <a:pt x="65016" y="71782"/>
                      <a:pt x="63941" y="70707"/>
                    </a:cubicBezTo>
                    <a:cubicBezTo>
                      <a:pt x="63941" y="69631"/>
                      <a:pt x="62866" y="69631"/>
                      <a:pt x="61792" y="70707"/>
                    </a:cubicBezTo>
                    <a:cubicBezTo>
                      <a:pt x="60717" y="70707"/>
                      <a:pt x="60717" y="71782"/>
                      <a:pt x="61792" y="71782"/>
                    </a:cubicBezTo>
                    <a:cubicBezTo>
                      <a:pt x="62866" y="71782"/>
                      <a:pt x="60717" y="72857"/>
                      <a:pt x="59642" y="72857"/>
                    </a:cubicBezTo>
                    <a:cubicBezTo>
                      <a:pt x="59642" y="72857"/>
                      <a:pt x="57493" y="72857"/>
                      <a:pt x="55344" y="73933"/>
                    </a:cubicBezTo>
                    <a:cubicBezTo>
                      <a:pt x="53194" y="75008"/>
                      <a:pt x="52120" y="75008"/>
                      <a:pt x="52120" y="78234"/>
                    </a:cubicBezTo>
                    <a:cubicBezTo>
                      <a:pt x="51045" y="88988"/>
                      <a:pt x="30627" y="94365"/>
                      <a:pt x="22030" y="95440"/>
                    </a:cubicBezTo>
                    <a:cubicBezTo>
                      <a:pt x="19881" y="95440"/>
                      <a:pt x="16657" y="96516"/>
                      <a:pt x="15582" y="96516"/>
                    </a:cubicBezTo>
                    <a:cubicBezTo>
                      <a:pt x="13433" y="97591"/>
                      <a:pt x="11284" y="97591"/>
                      <a:pt x="9135" y="97591"/>
                    </a:cubicBezTo>
                    <a:cubicBezTo>
                      <a:pt x="6985" y="97591"/>
                      <a:pt x="2687" y="96516"/>
                      <a:pt x="2687" y="93290"/>
                    </a:cubicBezTo>
                    <a:cubicBezTo>
                      <a:pt x="2687" y="93290"/>
                      <a:pt x="2687" y="92214"/>
                      <a:pt x="1612" y="91139"/>
                    </a:cubicBezTo>
                    <a:cubicBezTo>
                      <a:pt x="-537" y="92214"/>
                      <a:pt x="-537" y="91139"/>
                      <a:pt x="1612" y="85762"/>
                    </a:cubicBezTo>
                    <a:close/>
                    <a:moveTo>
                      <a:pt x="56418" y="72857"/>
                    </a:moveTo>
                    <a:cubicBezTo>
                      <a:pt x="56418" y="72857"/>
                      <a:pt x="56418" y="72857"/>
                      <a:pt x="57493" y="72857"/>
                    </a:cubicBezTo>
                    <a:cubicBezTo>
                      <a:pt x="58568" y="72857"/>
                      <a:pt x="58568" y="72857"/>
                      <a:pt x="58568" y="71782"/>
                    </a:cubicBezTo>
                    <a:cubicBezTo>
                      <a:pt x="58568" y="71782"/>
                      <a:pt x="57493" y="70707"/>
                      <a:pt x="57493" y="71782"/>
                    </a:cubicBezTo>
                    <a:cubicBezTo>
                      <a:pt x="57493" y="72857"/>
                      <a:pt x="56418" y="72857"/>
                      <a:pt x="56418" y="72857"/>
                    </a:cubicBezTo>
                    <a:close/>
                    <a:moveTo>
                      <a:pt x="69314" y="69631"/>
                    </a:moveTo>
                    <a:cubicBezTo>
                      <a:pt x="70389" y="69631"/>
                      <a:pt x="70389" y="69631"/>
                      <a:pt x="69314" y="69631"/>
                    </a:cubicBezTo>
                    <a:cubicBezTo>
                      <a:pt x="70389" y="68556"/>
                      <a:pt x="69314" y="68556"/>
                      <a:pt x="69314" y="69631"/>
                    </a:cubicBezTo>
                    <a:cubicBezTo>
                      <a:pt x="68239" y="69631"/>
                      <a:pt x="68239" y="69631"/>
                      <a:pt x="69314" y="69631"/>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47" name="Graphic 29">
            <a:extLst>
              <a:ext uri="{FF2B5EF4-FFF2-40B4-BE49-F238E27FC236}">
                <a16:creationId xmlns:a16="http://schemas.microsoft.com/office/drawing/2014/main" id="{AD4F0BFE-4C55-B9B8-9A62-9147B849C6A2}"/>
              </a:ext>
            </a:extLst>
          </p:cNvPr>
          <p:cNvGrpSpPr/>
          <p:nvPr/>
        </p:nvGrpSpPr>
        <p:grpSpPr>
          <a:xfrm>
            <a:off x="4033785" y="3252846"/>
            <a:ext cx="1833328" cy="374233"/>
            <a:chOff x="3645569" y="3327109"/>
            <a:chExt cx="1833328" cy="374233"/>
          </a:xfrm>
        </p:grpSpPr>
        <p:grpSp>
          <p:nvGrpSpPr>
            <p:cNvPr id="48" name="Graphic 29">
              <a:extLst>
                <a:ext uri="{FF2B5EF4-FFF2-40B4-BE49-F238E27FC236}">
                  <a16:creationId xmlns:a16="http://schemas.microsoft.com/office/drawing/2014/main" id="{415F0B7F-6C7D-BED2-BC81-6C159C6BE68F}"/>
                </a:ext>
              </a:extLst>
            </p:cNvPr>
            <p:cNvGrpSpPr/>
            <p:nvPr/>
          </p:nvGrpSpPr>
          <p:grpSpPr>
            <a:xfrm>
              <a:off x="4345157" y="3327109"/>
              <a:ext cx="1133740" cy="274223"/>
              <a:chOff x="4345157" y="3327109"/>
              <a:chExt cx="1133740" cy="274223"/>
            </a:xfrm>
            <a:solidFill>
              <a:srgbClr val="593C2E"/>
            </a:solidFill>
          </p:grpSpPr>
          <p:sp>
            <p:nvSpPr>
              <p:cNvPr id="49" name="Freeform 48">
                <a:extLst>
                  <a:ext uri="{FF2B5EF4-FFF2-40B4-BE49-F238E27FC236}">
                    <a16:creationId xmlns:a16="http://schemas.microsoft.com/office/drawing/2014/main" id="{BE941B1A-E8F8-E852-70D1-7F5EF6D0BBB9}"/>
                  </a:ext>
                </a:extLst>
              </p:cNvPr>
              <p:cNvSpPr/>
              <p:nvPr/>
            </p:nvSpPr>
            <p:spPr>
              <a:xfrm>
                <a:off x="4345157" y="3327109"/>
                <a:ext cx="285853" cy="269921"/>
              </a:xfrm>
              <a:custGeom>
                <a:avLst/>
                <a:gdLst>
                  <a:gd name="connsiteX0" fmla="*/ 0 w 285853"/>
                  <a:gd name="connsiteY0" fmla="*/ 269921 h 269921"/>
                  <a:gd name="connsiteX1" fmla="*/ 73075 w 285853"/>
                  <a:gd name="connsiteY1" fmla="*/ 269921 h 269921"/>
                  <a:gd name="connsiteX2" fmla="*/ 73075 w 285853"/>
                  <a:gd name="connsiteY2" fmla="*/ 115066 h 269921"/>
                  <a:gd name="connsiteX3" fmla="*/ 141852 w 285853"/>
                  <a:gd name="connsiteY3" fmla="*/ 219378 h 269921"/>
                  <a:gd name="connsiteX4" fmla="*/ 142926 w 285853"/>
                  <a:gd name="connsiteY4" fmla="*/ 219378 h 269921"/>
                  <a:gd name="connsiteX5" fmla="*/ 211703 w 285853"/>
                  <a:gd name="connsiteY5" fmla="*/ 115066 h 269921"/>
                  <a:gd name="connsiteX6" fmla="*/ 211703 w 285853"/>
                  <a:gd name="connsiteY6" fmla="*/ 269921 h 269921"/>
                  <a:gd name="connsiteX7" fmla="*/ 285853 w 285853"/>
                  <a:gd name="connsiteY7" fmla="*/ 269921 h 269921"/>
                  <a:gd name="connsiteX8" fmla="*/ 285853 w 285853"/>
                  <a:gd name="connsiteY8" fmla="*/ 0 h 269921"/>
                  <a:gd name="connsiteX9" fmla="*/ 207405 w 285853"/>
                  <a:gd name="connsiteY9" fmla="*/ 0 h 269921"/>
                  <a:gd name="connsiteX10" fmla="*/ 142926 w 285853"/>
                  <a:gd name="connsiteY10" fmla="*/ 104312 h 269921"/>
                  <a:gd name="connsiteX11" fmla="*/ 79523 w 285853"/>
                  <a:gd name="connsiteY11" fmla="*/ 0 h 269921"/>
                  <a:gd name="connsiteX12" fmla="*/ 0 w 285853"/>
                  <a:gd name="connsiteY12" fmla="*/ 0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853" h="269921">
                    <a:moveTo>
                      <a:pt x="0" y="269921"/>
                    </a:moveTo>
                    <a:lnTo>
                      <a:pt x="73075" y="269921"/>
                    </a:lnTo>
                    <a:lnTo>
                      <a:pt x="73075" y="115066"/>
                    </a:lnTo>
                    <a:lnTo>
                      <a:pt x="141852" y="219378"/>
                    </a:lnTo>
                    <a:lnTo>
                      <a:pt x="142926" y="219378"/>
                    </a:lnTo>
                    <a:lnTo>
                      <a:pt x="211703" y="115066"/>
                    </a:lnTo>
                    <a:lnTo>
                      <a:pt x="211703" y="269921"/>
                    </a:lnTo>
                    <a:lnTo>
                      <a:pt x="285853" y="269921"/>
                    </a:lnTo>
                    <a:lnTo>
                      <a:pt x="285853" y="0"/>
                    </a:lnTo>
                    <a:lnTo>
                      <a:pt x="207405" y="0"/>
                    </a:lnTo>
                    <a:lnTo>
                      <a:pt x="142926" y="104312"/>
                    </a:lnTo>
                    <a:lnTo>
                      <a:pt x="79523"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2C03589C-4D1C-3C69-D87A-3E25BB9A3717}"/>
                  </a:ext>
                </a:extLst>
              </p:cNvPr>
              <p:cNvSpPr/>
              <p:nvPr/>
            </p:nvSpPr>
            <p:spPr>
              <a:xfrm>
                <a:off x="4677219" y="3327109"/>
                <a:ext cx="218150" cy="269921"/>
              </a:xfrm>
              <a:custGeom>
                <a:avLst/>
                <a:gdLst>
                  <a:gd name="connsiteX0" fmla="*/ 0 w 218150"/>
                  <a:gd name="connsiteY0" fmla="*/ 269921 h 269921"/>
                  <a:gd name="connsiteX1" fmla="*/ 218151 w 218150"/>
                  <a:gd name="connsiteY1" fmla="*/ 269921 h 269921"/>
                  <a:gd name="connsiteX2" fmla="*/ 218151 w 218150"/>
                  <a:gd name="connsiteY2" fmla="*/ 206474 h 269921"/>
                  <a:gd name="connsiteX3" fmla="*/ 74150 w 218150"/>
                  <a:gd name="connsiteY3" fmla="*/ 206474 h 269921"/>
                  <a:gd name="connsiteX4" fmla="*/ 74150 w 218150"/>
                  <a:gd name="connsiteY4" fmla="*/ 163458 h 269921"/>
                  <a:gd name="connsiteX5" fmla="*/ 203106 w 218150"/>
                  <a:gd name="connsiteY5" fmla="*/ 163458 h 269921"/>
                  <a:gd name="connsiteX6" fmla="*/ 203106 w 218150"/>
                  <a:gd name="connsiteY6" fmla="*/ 104312 h 269921"/>
                  <a:gd name="connsiteX7" fmla="*/ 74150 w 218150"/>
                  <a:gd name="connsiteY7" fmla="*/ 104312 h 269921"/>
                  <a:gd name="connsiteX8" fmla="*/ 74150 w 218150"/>
                  <a:gd name="connsiteY8" fmla="*/ 63448 h 269921"/>
                  <a:gd name="connsiteX9" fmla="*/ 217077 w 218150"/>
                  <a:gd name="connsiteY9" fmla="*/ 63448 h 269921"/>
                  <a:gd name="connsiteX10" fmla="*/ 217077 w 218150"/>
                  <a:gd name="connsiteY10" fmla="*/ 0 h 269921"/>
                  <a:gd name="connsiteX11" fmla="*/ 0 w 218150"/>
                  <a:gd name="connsiteY11" fmla="*/ 0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150" h="269921">
                    <a:moveTo>
                      <a:pt x="0" y="269921"/>
                    </a:moveTo>
                    <a:lnTo>
                      <a:pt x="218151" y="269921"/>
                    </a:lnTo>
                    <a:lnTo>
                      <a:pt x="218151" y="206474"/>
                    </a:lnTo>
                    <a:lnTo>
                      <a:pt x="74150" y="206474"/>
                    </a:lnTo>
                    <a:lnTo>
                      <a:pt x="74150" y="163458"/>
                    </a:lnTo>
                    <a:lnTo>
                      <a:pt x="203106" y="163458"/>
                    </a:lnTo>
                    <a:lnTo>
                      <a:pt x="203106" y="104312"/>
                    </a:lnTo>
                    <a:lnTo>
                      <a:pt x="74150" y="104312"/>
                    </a:lnTo>
                    <a:lnTo>
                      <a:pt x="74150" y="63448"/>
                    </a:lnTo>
                    <a:lnTo>
                      <a:pt x="217077" y="63448"/>
                    </a:lnTo>
                    <a:lnTo>
                      <a:pt x="217077"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5D9E7C1F-9A4A-BF6B-51FF-65AF4DCF09DE}"/>
                  </a:ext>
                </a:extLst>
              </p:cNvPr>
              <p:cNvSpPr/>
              <p:nvPr/>
            </p:nvSpPr>
            <p:spPr>
              <a:xfrm>
                <a:off x="4932982" y="3327109"/>
                <a:ext cx="254688" cy="269921"/>
              </a:xfrm>
              <a:custGeom>
                <a:avLst/>
                <a:gdLst>
                  <a:gd name="connsiteX0" fmla="*/ 0 w 254688"/>
                  <a:gd name="connsiteY0" fmla="*/ 269921 h 269921"/>
                  <a:gd name="connsiteX1" fmla="*/ 74150 w 254688"/>
                  <a:gd name="connsiteY1" fmla="*/ 269921 h 269921"/>
                  <a:gd name="connsiteX2" fmla="*/ 74150 w 254688"/>
                  <a:gd name="connsiteY2" fmla="*/ 121518 h 269921"/>
                  <a:gd name="connsiteX3" fmla="*/ 190211 w 254688"/>
                  <a:gd name="connsiteY3" fmla="*/ 269921 h 269921"/>
                  <a:gd name="connsiteX4" fmla="*/ 254689 w 254688"/>
                  <a:gd name="connsiteY4" fmla="*/ 269921 h 269921"/>
                  <a:gd name="connsiteX5" fmla="*/ 254689 w 254688"/>
                  <a:gd name="connsiteY5" fmla="*/ 0 h 269921"/>
                  <a:gd name="connsiteX6" fmla="*/ 180539 w 254688"/>
                  <a:gd name="connsiteY6" fmla="*/ 0 h 269921"/>
                  <a:gd name="connsiteX7" fmla="*/ 180539 w 254688"/>
                  <a:gd name="connsiteY7" fmla="*/ 143026 h 269921"/>
                  <a:gd name="connsiteX8" fmla="*/ 69851 w 254688"/>
                  <a:gd name="connsiteY8" fmla="*/ 0 h 269921"/>
                  <a:gd name="connsiteX9" fmla="*/ 0 w 254688"/>
                  <a:gd name="connsiteY9" fmla="*/ 0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88" h="269921">
                    <a:moveTo>
                      <a:pt x="0" y="269921"/>
                    </a:moveTo>
                    <a:lnTo>
                      <a:pt x="74150" y="269921"/>
                    </a:lnTo>
                    <a:lnTo>
                      <a:pt x="74150" y="121518"/>
                    </a:lnTo>
                    <a:lnTo>
                      <a:pt x="190211" y="269921"/>
                    </a:lnTo>
                    <a:lnTo>
                      <a:pt x="254689" y="269921"/>
                    </a:lnTo>
                    <a:lnTo>
                      <a:pt x="254689" y="0"/>
                    </a:lnTo>
                    <a:lnTo>
                      <a:pt x="180539" y="0"/>
                    </a:lnTo>
                    <a:lnTo>
                      <a:pt x="180539" y="143026"/>
                    </a:lnTo>
                    <a:lnTo>
                      <a:pt x="6985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159A16D2-6B93-AD17-C5F6-B7FBB955D11F}"/>
                  </a:ext>
                </a:extLst>
              </p:cNvPr>
              <p:cNvSpPr/>
              <p:nvPr/>
            </p:nvSpPr>
            <p:spPr>
              <a:xfrm>
                <a:off x="5230657" y="3329259"/>
                <a:ext cx="248240" cy="272072"/>
              </a:xfrm>
              <a:custGeom>
                <a:avLst/>
                <a:gdLst>
                  <a:gd name="connsiteX0" fmla="*/ 123583 w 248240"/>
                  <a:gd name="connsiteY0" fmla="*/ 272072 h 272072"/>
                  <a:gd name="connsiteX1" fmla="*/ 248241 w 248240"/>
                  <a:gd name="connsiteY1" fmla="*/ 148403 h 272072"/>
                  <a:gd name="connsiteX2" fmla="*/ 248241 w 248240"/>
                  <a:gd name="connsiteY2" fmla="*/ 0 h 272072"/>
                  <a:gd name="connsiteX3" fmla="*/ 173016 w 248240"/>
                  <a:gd name="connsiteY3" fmla="*/ 0 h 272072"/>
                  <a:gd name="connsiteX4" fmla="*/ 173016 w 248240"/>
                  <a:gd name="connsiteY4" fmla="*/ 150554 h 272072"/>
                  <a:gd name="connsiteX5" fmla="*/ 123583 w 248240"/>
                  <a:gd name="connsiteY5" fmla="*/ 205398 h 272072"/>
                  <a:gd name="connsiteX6" fmla="*/ 75225 w 248240"/>
                  <a:gd name="connsiteY6" fmla="*/ 148403 h 272072"/>
                  <a:gd name="connsiteX7" fmla="*/ 75225 w 248240"/>
                  <a:gd name="connsiteY7" fmla="*/ 0 h 272072"/>
                  <a:gd name="connsiteX8" fmla="*/ 0 w 248240"/>
                  <a:gd name="connsiteY8" fmla="*/ 0 h 272072"/>
                  <a:gd name="connsiteX9" fmla="*/ 0 w 248240"/>
                  <a:gd name="connsiteY9" fmla="*/ 150554 h 272072"/>
                  <a:gd name="connsiteX10" fmla="*/ 123583 w 248240"/>
                  <a:gd name="connsiteY10" fmla="*/ 272072 h 27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240" h="272072">
                    <a:moveTo>
                      <a:pt x="123583" y="272072"/>
                    </a:moveTo>
                    <a:cubicBezTo>
                      <a:pt x="198808" y="272072"/>
                      <a:pt x="248241" y="234434"/>
                      <a:pt x="248241" y="148403"/>
                    </a:cubicBezTo>
                    <a:lnTo>
                      <a:pt x="248241" y="0"/>
                    </a:lnTo>
                    <a:lnTo>
                      <a:pt x="173016" y="0"/>
                    </a:lnTo>
                    <a:lnTo>
                      <a:pt x="173016" y="150554"/>
                    </a:lnTo>
                    <a:cubicBezTo>
                      <a:pt x="173016" y="188192"/>
                      <a:pt x="152598" y="205398"/>
                      <a:pt x="123583" y="205398"/>
                    </a:cubicBezTo>
                    <a:cubicBezTo>
                      <a:pt x="94568" y="205398"/>
                      <a:pt x="75225" y="186042"/>
                      <a:pt x="75225" y="148403"/>
                    </a:cubicBezTo>
                    <a:lnTo>
                      <a:pt x="75225" y="0"/>
                    </a:lnTo>
                    <a:lnTo>
                      <a:pt x="0" y="0"/>
                    </a:lnTo>
                    <a:lnTo>
                      <a:pt x="0" y="150554"/>
                    </a:lnTo>
                    <a:cubicBezTo>
                      <a:pt x="1075" y="232283"/>
                      <a:pt x="48359" y="272072"/>
                      <a:pt x="123583" y="272072"/>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53" name="Graphic 29">
              <a:extLst>
                <a:ext uri="{FF2B5EF4-FFF2-40B4-BE49-F238E27FC236}">
                  <a16:creationId xmlns:a16="http://schemas.microsoft.com/office/drawing/2014/main" id="{776CA98A-FB47-54A4-9A05-4E7F8EA80A3F}"/>
                </a:ext>
              </a:extLst>
            </p:cNvPr>
            <p:cNvGrpSpPr/>
            <p:nvPr/>
          </p:nvGrpSpPr>
          <p:grpSpPr>
            <a:xfrm>
              <a:off x="3645569" y="3419592"/>
              <a:ext cx="640928" cy="281750"/>
              <a:chOff x="3645569" y="3419592"/>
              <a:chExt cx="640928" cy="281750"/>
            </a:xfrm>
            <a:solidFill>
              <a:srgbClr val="93C83D"/>
            </a:solidFill>
          </p:grpSpPr>
          <p:sp>
            <p:nvSpPr>
              <p:cNvPr id="54" name="Freeform 53">
                <a:extLst>
                  <a:ext uri="{FF2B5EF4-FFF2-40B4-BE49-F238E27FC236}">
                    <a16:creationId xmlns:a16="http://schemas.microsoft.com/office/drawing/2014/main" id="{E162287F-88C0-EA8B-7DA5-B65D65240793}"/>
                  </a:ext>
                </a:extLst>
              </p:cNvPr>
              <p:cNvSpPr/>
              <p:nvPr/>
            </p:nvSpPr>
            <p:spPr>
              <a:xfrm>
                <a:off x="3645569" y="3433402"/>
                <a:ext cx="220466" cy="267940"/>
              </a:xfrm>
              <a:custGeom>
                <a:avLst/>
                <a:gdLst>
                  <a:gd name="connsiteX0" fmla="*/ 6448 w 220466"/>
                  <a:gd name="connsiteY0" fmla="*/ 242131 h 267940"/>
                  <a:gd name="connsiteX1" fmla="*/ 7523 w 220466"/>
                  <a:gd name="connsiteY1" fmla="*/ 237830 h 267940"/>
                  <a:gd name="connsiteX2" fmla="*/ 8597 w 220466"/>
                  <a:gd name="connsiteY2" fmla="*/ 236754 h 267940"/>
                  <a:gd name="connsiteX3" fmla="*/ 10746 w 220466"/>
                  <a:gd name="connsiteY3" fmla="*/ 233528 h 267940"/>
                  <a:gd name="connsiteX4" fmla="*/ 67702 w 220466"/>
                  <a:gd name="connsiteY4" fmla="*/ 149648 h 267940"/>
                  <a:gd name="connsiteX5" fmla="*/ 82747 w 220466"/>
                  <a:gd name="connsiteY5" fmla="*/ 130291 h 267940"/>
                  <a:gd name="connsiteX6" fmla="*/ 85971 w 220466"/>
                  <a:gd name="connsiteY6" fmla="*/ 127065 h 267940"/>
                  <a:gd name="connsiteX7" fmla="*/ 147225 w 220466"/>
                  <a:gd name="connsiteY7" fmla="*/ 66844 h 267940"/>
                  <a:gd name="connsiteX8" fmla="*/ 157972 w 220466"/>
                  <a:gd name="connsiteY8" fmla="*/ 57165 h 267940"/>
                  <a:gd name="connsiteX9" fmla="*/ 157972 w 220466"/>
                  <a:gd name="connsiteY9" fmla="*/ 56090 h 267940"/>
                  <a:gd name="connsiteX10" fmla="*/ 161195 w 220466"/>
                  <a:gd name="connsiteY10" fmla="*/ 47487 h 267940"/>
                  <a:gd name="connsiteX11" fmla="*/ 162270 w 220466"/>
                  <a:gd name="connsiteY11" fmla="*/ 43185 h 267940"/>
                  <a:gd name="connsiteX12" fmla="*/ 161195 w 220466"/>
                  <a:gd name="connsiteY12" fmla="*/ 43185 h 267940"/>
                  <a:gd name="connsiteX13" fmla="*/ 161195 w 220466"/>
                  <a:gd name="connsiteY13" fmla="*/ 41034 h 267940"/>
                  <a:gd name="connsiteX14" fmla="*/ 163345 w 220466"/>
                  <a:gd name="connsiteY14" fmla="*/ 34582 h 267940"/>
                  <a:gd name="connsiteX15" fmla="*/ 164419 w 220466"/>
                  <a:gd name="connsiteY15" fmla="*/ 30281 h 267940"/>
                  <a:gd name="connsiteX16" fmla="*/ 159046 w 220466"/>
                  <a:gd name="connsiteY16" fmla="*/ 34582 h 267940"/>
                  <a:gd name="connsiteX17" fmla="*/ 157972 w 220466"/>
                  <a:gd name="connsiteY17" fmla="*/ 34582 h 267940"/>
                  <a:gd name="connsiteX18" fmla="*/ 155822 w 220466"/>
                  <a:gd name="connsiteY18" fmla="*/ 35657 h 267940"/>
                  <a:gd name="connsiteX19" fmla="*/ 154748 w 220466"/>
                  <a:gd name="connsiteY19" fmla="*/ 36733 h 267940"/>
                  <a:gd name="connsiteX20" fmla="*/ 141852 w 220466"/>
                  <a:gd name="connsiteY20" fmla="*/ 49638 h 267940"/>
                  <a:gd name="connsiteX21" fmla="*/ 134329 w 220466"/>
                  <a:gd name="connsiteY21" fmla="*/ 57165 h 267940"/>
                  <a:gd name="connsiteX22" fmla="*/ 105314 w 220466"/>
                  <a:gd name="connsiteY22" fmla="*/ 85125 h 267940"/>
                  <a:gd name="connsiteX23" fmla="*/ 96717 w 220466"/>
                  <a:gd name="connsiteY23" fmla="*/ 88351 h 267940"/>
                  <a:gd name="connsiteX24" fmla="*/ 90269 w 220466"/>
                  <a:gd name="connsiteY24" fmla="*/ 85125 h 267940"/>
                  <a:gd name="connsiteX25" fmla="*/ 91344 w 220466"/>
                  <a:gd name="connsiteY25" fmla="*/ 36733 h 267940"/>
                  <a:gd name="connsiteX26" fmla="*/ 92419 w 220466"/>
                  <a:gd name="connsiteY26" fmla="*/ 35657 h 267940"/>
                  <a:gd name="connsiteX27" fmla="*/ 93493 w 220466"/>
                  <a:gd name="connsiteY27" fmla="*/ 33507 h 267940"/>
                  <a:gd name="connsiteX28" fmla="*/ 94568 w 220466"/>
                  <a:gd name="connsiteY28" fmla="*/ 31356 h 267940"/>
                  <a:gd name="connsiteX29" fmla="*/ 95643 w 220466"/>
                  <a:gd name="connsiteY29" fmla="*/ 30281 h 267940"/>
                  <a:gd name="connsiteX30" fmla="*/ 102090 w 220466"/>
                  <a:gd name="connsiteY30" fmla="*/ 21677 h 267940"/>
                  <a:gd name="connsiteX31" fmla="*/ 104240 w 220466"/>
                  <a:gd name="connsiteY31" fmla="*/ 19527 h 267940"/>
                  <a:gd name="connsiteX32" fmla="*/ 109613 w 220466"/>
                  <a:gd name="connsiteY32" fmla="*/ 11999 h 267940"/>
                  <a:gd name="connsiteX33" fmla="*/ 113911 w 220466"/>
                  <a:gd name="connsiteY33" fmla="*/ 4471 h 267940"/>
                  <a:gd name="connsiteX34" fmla="*/ 122508 w 220466"/>
                  <a:gd name="connsiteY34" fmla="*/ 170 h 267940"/>
                  <a:gd name="connsiteX35" fmla="*/ 125733 w 220466"/>
                  <a:gd name="connsiteY35" fmla="*/ 170 h 267940"/>
                  <a:gd name="connsiteX36" fmla="*/ 139703 w 220466"/>
                  <a:gd name="connsiteY36" fmla="*/ 5547 h 267940"/>
                  <a:gd name="connsiteX37" fmla="*/ 140777 w 220466"/>
                  <a:gd name="connsiteY37" fmla="*/ 11999 h 267940"/>
                  <a:gd name="connsiteX38" fmla="*/ 138628 w 220466"/>
                  <a:gd name="connsiteY38" fmla="*/ 16301 h 267940"/>
                  <a:gd name="connsiteX39" fmla="*/ 133255 w 220466"/>
                  <a:gd name="connsiteY39" fmla="*/ 21677 h 267940"/>
                  <a:gd name="connsiteX40" fmla="*/ 125733 w 220466"/>
                  <a:gd name="connsiteY40" fmla="*/ 31356 h 267940"/>
                  <a:gd name="connsiteX41" fmla="*/ 110687 w 220466"/>
                  <a:gd name="connsiteY41" fmla="*/ 51788 h 267940"/>
                  <a:gd name="connsiteX42" fmla="*/ 102090 w 220466"/>
                  <a:gd name="connsiteY42" fmla="*/ 71145 h 267940"/>
                  <a:gd name="connsiteX43" fmla="*/ 108538 w 220466"/>
                  <a:gd name="connsiteY43" fmla="*/ 65768 h 267940"/>
                  <a:gd name="connsiteX44" fmla="*/ 144001 w 220466"/>
                  <a:gd name="connsiteY44" fmla="*/ 31356 h 267940"/>
                  <a:gd name="connsiteX45" fmla="*/ 157972 w 220466"/>
                  <a:gd name="connsiteY45" fmla="*/ 20602 h 267940"/>
                  <a:gd name="connsiteX46" fmla="*/ 162270 w 220466"/>
                  <a:gd name="connsiteY46" fmla="*/ 17376 h 267940"/>
                  <a:gd name="connsiteX47" fmla="*/ 175166 w 220466"/>
                  <a:gd name="connsiteY47" fmla="*/ 5547 h 267940"/>
                  <a:gd name="connsiteX48" fmla="*/ 179464 w 220466"/>
                  <a:gd name="connsiteY48" fmla="*/ 6622 h 267940"/>
                  <a:gd name="connsiteX49" fmla="*/ 180539 w 220466"/>
                  <a:gd name="connsiteY49" fmla="*/ 6622 h 267940"/>
                  <a:gd name="connsiteX50" fmla="*/ 180539 w 220466"/>
                  <a:gd name="connsiteY50" fmla="*/ 7697 h 267940"/>
                  <a:gd name="connsiteX51" fmla="*/ 185912 w 220466"/>
                  <a:gd name="connsiteY51" fmla="*/ 10924 h 267940"/>
                  <a:gd name="connsiteX52" fmla="*/ 188061 w 220466"/>
                  <a:gd name="connsiteY52" fmla="*/ 14150 h 267940"/>
                  <a:gd name="connsiteX53" fmla="*/ 189136 w 220466"/>
                  <a:gd name="connsiteY53" fmla="*/ 21677 h 267940"/>
                  <a:gd name="connsiteX54" fmla="*/ 188061 w 220466"/>
                  <a:gd name="connsiteY54" fmla="*/ 27054 h 267940"/>
                  <a:gd name="connsiteX55" fmla="*/ 186987 w 220466"/>
                  <a:gd name="connsiteY55" fmla="*/ 30281 h 267940"/>
                  <a:gd name="connsiteX56" fmla="*/ 184838 w 220466"/>
                  <a:gd name="connsiteY56" fmla="*/ 37808 h 267940"/>
                  <a:gd name="connsiteX57" fmla="*/ 182688 w 220466"/>
                  <a:gd name="connsiteY57" fmla="*/ 43185 h 267940"/>
                  <a:gd name="connsiteX58" fmla="*/ 184838 w 220466"/>
                  <a:gd name="connsiteY58" fmla="*/ 43185 h 267940"/>
                  <a:gd name="connsiteX59" fmla="*/ 193434 w 220466"/>
                  <a:gd name="connsiteY59" fmla="*/ 42110 h 267940"/>
                  <a:gd name="connsiteX60" fmla="*/ 205256 w 220466"/>
                  <a:gd name="connsiteY60" fmla="*/ 42110 h 267940"/>
                  <a:gd name="connsiteX61" fmla="*/ 219226 w 220466"/>
                  <a:gd name="connsiteY61" fmla="*/ 48562 h 267940"/>
                  <a:gd name="connsiteX62" fmla="*/ 219226 w 220466"/>
                  <a:gd name="connsiteY62" fmla="*/ 51788 h 267940"/>
                  <a:gd name="connsiteX63" fmla="*/ 218151 w 220466"/>
                  <a:gd name="connsiteY63" fmla="*/ 50713 h 267940"/>
                  <a:gd name="connsiteX64" fmla="*/ 208479 w 220466"/>
                  <a:gd name="connsiteY64" fmla="*/ 44261 h 267940"/>
                  <a:gd name="connsiteX65" fmla="*/ 190211 w 220466"/>
                  <a:gd name="connsiteY65" fmla="*/ 48562 h 267940"/>
                  <a:gd name="connsiteX66" fmla="*/ 185912 w 220466"/>
                  <a:gd name="connsiteY66" fmla="*/ 49638 h 267940"/>
                  <a:gd name="connsiteX67" fmla="*/ 177315 w 220466"/>
                  <a:gd name="connsiteY67" fmla="*/ 56090 h 267940"/>
                  <a:gd name="connsiteX68" fmla="*/ 176240 w 220466"/>
                  <a:gd name="connsiteY68" fmla="*/ 60391 h 267940"/>
                  <a:gd name="connsiteX69" fmla="*/ 171942 w 220466"/>
                  <a:gd name="connsiteY69" fmla="*/ 71145 h 267940"/>
                  <a:gd name="connsiteX70" fmla="*/ 167643 w 220466"/>
                  <a:gd name="connsiteY70" fmla="*/ 80824 h 267940"/>
                  <a:gd name="connsiteX71" fmla="*/ 164419 w 220466"/>
                  <a:gd name="connsiteY71" fmla="*/ 87276 h 267940"/>
                  <a:gd name="connsiteX72" fmla="*/ 159046 w 220466"/>
                  <a:gd name="connsiteY72" fmla="*/ 98030 h 267940"/>
                  <a:gd name="connsiteX73" fmla="*/ 154748 w 220466"/>
                  <a:gd name="connsiteY73" fmla="*/ 105557 h 267940"/>
                  <a:gd name="connsiteX74" fmla="*/ 153673 w 220466"/>
                  <a:gd name="connsiteY74" fmla="*/ 107708 h 267940"/>
                  <a:gd name="connsiteX75" fmla="*/ 151524 w 220466"/>
                  <a:gd name="connsiteY75" fmla="*/ 112010 h 267940"/>
                  <a:gd name="connsiteX76" fmla="*/ 145076 w 220466"/>
                  <a:gd name="connsiteY76" fmla="*/ 124914 h 267940"/>
                  <a:gd name="connsiteX77" fmla="*/ 144001 w 220466"/>
                  <a:gd name="connsiteY77" fmla="*/ 127065 h 267940"/>
                  <a:gd name="connsiteX78" fmla="*/ 142926 w 220466"/>
                  <a:gd name="connsiteY78" fmla="*/ 128140 h 267940"/>
                  <a:gd name="connsiteX79" fmla="*/ 141852 w 220466"/>
                  <a:gd name="connsiteY79" fmla="*/ 129216 h 267940"/>
                  <a:gd name="connsiteX80" fmla="*/ 140777 w 220466"/>
                  <a:gd name="connsiteY80" fmla="*/ 130291 h 267940"/>
                  <a:gd name="connsiteX81" fmla="*/ 139703 w 220466"/>
                  <a:gd name="connsiteY81" fmla="*/ 131367 h 267940"/>
                  <a:gd name="connsiteX82" fmla="*/ 137553 w 220466"/>
                  <a:gd name="connsiteY82" fmla="*/ 135668 h 267940"/>
                  <a:gd name="connsiteX83" fmla="*/ 135404 w 220466"/>
                  <a:gd name="connsiteY83" fmla="*/ 137819 h 267940"/>
                  <a:gd name="connsiteX84" fmla="*/ 134329 w 220466"/>
                  <a:gd name="connsiteY84" fmla="*/ 138894 h 267940"/>
                  <a:gd name="connsiteX85" fmla="*/ 134329 w 220466"/>
                  <a:gd name="connsiteY85" fmla="*/ 139970 h 267940"/>
                  <a:gd name="connsiteX86" fmla="*/ 134329 w 220466"/>
                  <a:gd name="connsiteY86" fmla="*/ 141045 h 267940"/>
                  <a:gd name="connsiteX87" fmla="*/ 133255 w 220466"/>
                  <a:gd name="connsiteY87" fmla="*/ 142120 h 267940"/>
                  <a:gd name="connsiteX88" fmla="*/ 132180 w 220466"/>
                  <a:gd name="connsiteY88" fmla="*/ 143196 h 267940"/>
                  <a:gd name="connsiteX89" fmla="*/ 130031 w 220466"/>
                  <a:gd name="connsiteY89" fmla="*/ 146422 h 267940"/>
                  <a:gd name="connsiteX90" fmla="*/ 125733 w 220466"/>
                  <a:gd name="connsiteY90" fmla="*/ 151799 h 267940"/>
                  <a:gd name="connsiteX91" fmla="*/ 124658 w 220466"/>
                  <a:gd name="connsiteY91" fmla="*/ 153950 h 267940"/>
                  <a:gd name="connsiteX92" fmla="*/ 123583 w 220466"/>
                  <a:gd name="connsiteY92" fmla="*/ 155025 h 267940"/>
                  <a:gd name="connsiteX93" fmla="*/ 122508 w 220466"/>
                  <a:gd name="connsiteY93" fmla="*/ 157176 h 267940"/>
                  <a:gd name="connsiteX94" fmla="*/ 120359 w 220466"/>
                  <a:gd name="connsiteY94" fmla="*/ 160402 h 267940"/>
                  <a:gd name="connsiteX95" fmla="*/ 118210 w 220466"/>
                  <a:gd name="connsiteY95" fmla="*/ 163628 h 267940"/>
                  <a:gd name="connsiteX96" fmla="*/ 117135 w 220466"/>
                  <a:gd name="connsiteY96" fmla="*/ 164704 h 267940"/>
                  <a:gd name="connsiteX97" fmla="*/ 116061 w 220466"/>
                  <a:gd name="connsiteY97" fmla="*/ 166854 h 267940"/>
                  <a:gd name="connsiteX98" fmla="*/ 114986 w 220466"/>
                  <a:gd name="connsiteY98" fmla="*/ 169005 h 267940"/>
                  <a:gd name="connsiteX99" fmla="*/ 113911 w 220466"/>
                  <a:gd name="connsiteY99" fmla="*/ 170081 h 267940"/>
                  <a:gd name="connsiteX100" fmla="*/ 111762 w 220466"/>
                  <a:gd name="connsiteY100" fmla="*/ 172231 h 267940"/>
                  <a:gd name="connsiteX101" fmla="*/ 109613 w 220466"/>
                  <a:gd name="connsiteY101" fmla="*/ 175457 h 267940"/>
                  <a:gd name="connsiteX102" fmla="*/ 107464 w 220466"/>
                  <a:gd name="connsiteY102" fmla="*/ 178684 h 267940"/>
                  <a:gd name="connsiteX103" fmla="*/ 106389 w 220466"/>
                  <a:gd name="connsiteY103" fmla="*/ 181910 h 267940"/>
                  <a:gd name="connsiteX104" fmla="*/ 98867 w 220466"/>
                  <a:gd name="connsiteY104" fmla="*/ 191588 h 267940"/>
                  <a:gd name="connsiteX105" fmla="*/ 90269 w 220466"/>
                  <a:gd name="connsiteY105" fmla="*/ 202342 h 267940"/>
                  <a:gd name="connsiteX106" fmla="*/ 87046 w 220466"/>
                  <a:gd name="connsiteY106" fmla="*/ 207719 h 267940"/>
                  <a:gd name="connsiteX107" fmla="*/ 84896 w 220466"/>
                  <a:gd name="connsiteY107" fmla="*/ 210945 h 267940"/>
                  <a:gd name="connsiteX108" fmla="*/ 81672 w 220466"/>
                  <a:gd name="connsiteY108" fmla="*/ 215247 h 267940"/>
                  <a:gd name="connsiteX109" fmla="*/ 74150 w 220466"/>
                  <a:gd name="connsiteY109" fmla="*/ 223850 h 267940"/>
                  <a:gd name="connsiteX110" fmla="*/ 69851 w 220466"/>
                  <a:gd name="connsiteY110" fmla="*/ 229227 h 267940"/>
                  <a:gd name="connsiteX111" fmla="*/ 68777 w 220466"/>
                  <a:gd name="connsiteY111" fmla="*/ 231377 h 267940"/>
                  <a:gd name="connsiteX112" fmla="*/ 64478 w 220466"/>
                  <a:gd name="connsiteY112" fmla="*/ 236754 h 267940"/>
                  <a:gd name="connsiteX113" fmla="*/ 60180 w 220466"/>
                  <a:gd name="connsiteY113" fmla="*/ 241056 h 267940"/>
                  <a:gd name="connsiteX114" fmla="*/ 38687 w 220466"/>
                  <a:gd name="connsiteY114" fmla="*/ 260413 h 267940"/>
                  <a:gd name="connsiteX115" fmla="*/ 34388 w 220466"/>
                  <a:gd name="connsiteY115" fmla="*/ 262563 h 267940"/>
                  <a:gd name="connsiteX116" fmla="*/ 19343 w 220466"/>
                  <a:gd name="connsiteY116" fmla="*/ 267940 h 267940"/>
                  <a:gd name="connsiteX117" fmla="*/ 13970 w 220466"/>
                  <a:gd name="connsiteY117" fmla="*/ 266865 h 267940"/>
                  <a:gd name="connsiteX118" fmla="*/ 7523 w 220466"/>
                  <a:gd name="connsiteY118" fmla="*/ 261488 h 267940"/>
                  <a:gd name="connsiteX119" fmla="*/ 0 w 220466"/>
                  <a:gd name="connsiteY119" fmla="*/ 251810 h 267940"/>
                  <a:gd name="connsiteX120" fmla="*/ 6448 w 220466"/>
                  <a:gd name="connsiteY120" fmla="*/ 242131 h 267940"/>
                  <a:gd name="connsiteX121" fmla="*/ 23642 w 220466"/>
                  <a:gd name="connsiteY121" fmla="*/ 250734 h 267940"/>
                  <a:gd name="connsiteX122" fmla="*/ 47284 w 220466"/>
                  <a:gd name="connsiteY122" fmla="*/ 234604 h 267940"/>
                  <a:gd name="connsiteX123" fmla="*/ 87046 w 220466"/>
                  <a:gd name="connsiteY123" fmla="*/ 184061 h 267940"/>
                  <a:gd name="connsiteX124" fmla="*/ 93493 w 220466"/>
                  <a:gd name="connsiteY124" fmla="*/ 175457 h 267940"/>
                  <a:gd name="connsiteX125" fmla="*/ 96717 w 220466"/>
                  <a:gd name="connsiteY125" fmla="*/ 169005 h 267940"/>
                  <a:gd name="connsiteX126" fmla="*/ 101016 w 220466"/>
                  <a:gd name="connsiteY126" fmla="*/ 162553 h 267940"/>
                  <a:gd name="connsiteX127" fmla="*/ 103165 w 220466"/>
                  <a:gd name="connsiteY127" fmla="*/ 158251 h 267940"/>
                  <a:gd name="connsiteX128" fmla="*/ 144001 w 220466"/>
                  <a:gd name="connsiteY128" fmla="*/ 87276 h 267940"/>
                  <a:gd name="connsiteX129" fmla="*/ 146151 w 220466"/>
                  <a:gd name="connsiteY129" fmla="*/ 78673 h 267940"/>
                  <a:gd name="connsiteX130" fmla="*/ 140777 w 220466"/>
                  <a:gd name="connsiteY130" fmla="*/ 82974 h 267940"/>
                  <a:gd name="connsiteX131" fmla="*/ 133255 w 220466"/>
                  <a:gd name="connsiteY131" fmla="*/ 88351 h 267940"/>
                  <a:gd name="connsiteX132" fmla="*/ 83821 w 220466"/>
                  <a:gd name="connsiteY132" fmla="*/ 143196 h 267940"/>
                  <a:gd name="connsiteX133" fmla="*/ 80598 w 220466"/>
                  <a:gd name="connsiteY133" fmla="*/ 146422 h 267940"/>
                  <a:gd name="connsiteX134" fmla="*/ 77374 w 220466"/>
                  <a:gd name="connsiteY134" fmla="*/ 149648 h 267940"/>
                  <a:gd name="connsiteX135" fmla="*/ 77374 w 220466"/>
                  <a:gd name="connsiteY135" fmla="*/ 151799 h 267940"/>
                  <a:gd name="connsiteX136" fmla="*/ 77374 w 220466"/>
                  <a:gd name="connsiteY136" fmla="*/ 152874 h 267940"/>
                  <a:gd name="connsiteX137" fmla="*/ 75225 w 220466"/>
                  <a:gd name="connsiteY137" fmla="*/ 156100 h 267940"/>
                  <a:gd name="connsiteX138" fmla="*/ 74150 w 220466"/>
                  <a:gd name="connsiteY138" fmla="*/ 157176 h 267940"/>
                  <a:gd name="connsiteX139" fmla="*/ 72001 w 220466"/>
                  <a:gd name="connsiteY139" fmla="*/ 158251 h 267940"/>
                  <a:gd name="connsiteX140" fmla="*/ 72001 w 220466"/>
                  <a:gd name="connsiteY140" fmla="*/ 159327 h 267940"/>
                  <a:gd name="connsiteX141" fmla="*/ 73075 w 220466"/>
                  <a:gd name="connsiteY141" fmla="*/ 159327 h 267940"/>
                  <a:gd name="connsiteX142" fmla="*/ 67702 w 220466"/>
                  <a:gd name="connsiteY142" fmla="*/ 164704 h 267940"/>
                  <a:gd name="connsiteX143" fmla="*/ 67702 w 220466"/>
                  <a:gd name="connsiteY143" fmla="*/ 165779 h 267940"/>
                  <a:gd name="connsiteX144" fmla="*/ 67702 w 220466"/>
                  <a:gd name="connsiteY144" fmla="*/ 166854 h 267940"/>
                  <a:gd name="connsiteX145" fmla="*/ 66628 w 220466"/>
                  <a:gd name="connsiteY145" fmla="*/ 167930 h 267940"/>
                  <a:gd name="connsiteX146" fmla="*/ 65553 w 220466"/>
                  <a:gd name="connsiteY146" fmla="*/ 169005 h 267940"/>
                  <a:gd name="connsiteX147" fmla="*/ 64478 w 220466"/>
                  <a:gd name="connsiteY147" fmla="*/ 167930 h 267940"/>
                  <a:gd name="connsiteX148" fmla="*/ 63403 w 220466"/>
                  <a:gd name="connsiteY148" fmla="*/ 167930 h 267940"/>
                  <a:gd name="connsiteX149" fmla="*/ 63403 w 220466"/>
                  <a:gd name="connsiteY149" fmla="*/ 170081 h 267940"/>
                  <a:gd name="connsiteX150" fmla="*/ 62329 w 220466"/>
                  <a:gd name="connsiteY150" fmla="*/ 172231 h 267940"/>
                  <a:gd name="connsiteX151" fmla="*/ 61254 w 220466"/>
                  <a:gd name="connsiteY151" fmla="*/ 175457 h 267940"/>
                  <a:gd name="connsiteX152" fmla="*/ 61254 w 220466"/>
                  <a:gd name="connsiteY152" fmla="*/ 176533 h 267940"/>
                  <a:gd name="connsiteX153" fmla="*/ 59105 w 220466"/>
                  <a:gd name="connsiteY153" fmla="*/ 177608 h 267940"/>
                  <a:gd name="connsiteX154" fmla="*/ 58030 w 220466"/>
                  <a:gd name="connsiteY154" fmla="*/ 179759 h 267940"/>
                  <a:gd name="connsiteX155" fmla="*/ 56956 w 220466"/>
                  <a:gd name="connsiteY155" fmla="*/ 180834 h 267940"/>
                  <a:gd name="connsiteX156" fmla="*/ 51582 w 220466"/>
                  <a:gd name="connsiteY156" fmla="*/ 184061 h 267940"/>
                  <a:gd name="connsiteX157" fmla="*/ 52657 w 220466"/>
                  <a:gd name="connsiteY157" fmla="*/ 185136 h 267940"/>
                  <a:gd name="connsiteX158" fmla="*/ 50508 w 220466"/>
                  <a:gd name="connsiteY158" fmla="*/ 191588 h 267940"/>
                  <a:gd name="connsiteX159" fmla="*/ 48359 w 220466"/>
                  <a:gd name="connsiteY159" fmla="*/ 195890 h 267940"/>
                  <a:gd name="connsiteX160" fmla="*/ 46209 w 220466"/>
                  <a:gd name="connsiteY160" fmla="*/ 199116 h 267940"/>
                  <a:gd name="connsiteX161" fmla="*/ 45135 w 220466"/>
                  <a:gd name="connsiteY161" fmla="*/ 202342 h 267940"/>
                  <a:gd name="connsiteX162" fmla="*/ 44060 w 220466"/>
                  <a:gd name="connsiteY162" fmla="*/ 204493 h 267940"/>
                  <a:gd name="connsiteX163" fmla="*/ 42985 w 220466"/>
                  <a:gd name="connsiteY163" fmla="*/ 205568 h 267940"/>
                  <a:gd name="connsiteX164" fmla="*/ 42985 w 220466"/>
                  <a:gd name="connsiteY164" fmla="*/ 207719 h 267940"/>
                  <a:gd name="connsiteX165" fmla="*/ 39762 w 220466"/>
                  <a:gd name="connsiteY165" fmla="*/ 210945 h 267940"/>
                  <a:gd name="connsiteX166" fmla="*/ 36538 w 220466"/>
                  <a:gd name="connsiteY166" fmla="*/ 215247 h 267940"/>
                  <a:gd name="connsiteX167" fmla="*/ 36538 w 220466"/>
                  <a:gd name="connsiteY167" fmla="*/ 216322 h 267940"/>
                  <a:gd name="connsiteX168" fmla="*/ 34388 w 220466"/>
                  <a:gd name="connsiteY168" fmla="*/ 220624 h 267940"/>
                  <a:gd name="connsiteX169" fmla="*/ 32239 w 220466"/>
                  <a:gd name="connsiteY169" fmla="*/ 224925 h 267940"/>
                  <a:gd name="connsiteX170" fmla="*/ 23642 w 220466"/>
                  <a:gd name="connsiteY170" fmla="*/ 250734 h 267940"/>
                  <a:gd name="connsiteX171" fmla="*/ 33314 w 220466"/>
                  <a:gd name="connsiteY171" fmla="*/ 253961 h 267940"/>
                  <a:gd name="connsiteX172" fmla="*/ 36538 w 220466"/>
                  <a:gd name="connsiteY172" fmla="*/ 252885 h 267940"/>
                  <a:gd name="connsiteX173" fmla="*/ 34388 w 220466"/>
                  <a:gd name="connsiteY173" fmla="*/ 252885 h 267940"/>
                  <a:gd name="connsiteX174" fmla="*/ 33314 w 220466"/>
                  <a:gd name="connsiteY174" fmla="*/ 253961 h 267940"/>
                  <a:gd name="connsiteX175" fmla="*/ 37612 w 220466"/>
                  <a:gd name="connsiteY175" fmla="*/ 250734 h 267940"/>
                  <a:gd name="connsiteX176" fmla="*/ 37612 w 220466"/>
                  <a:gd name="connsiteY176" fmla="*/ 250734 h 267940"/>
                  <a:gd name="connsiteX177" fmla="*/ 37612 w 220466"/>
                  <a:gd name="connsiteY177" fmla="*/ 249659 h 267940"/>
                  <a:gd name="connsiteX178" fmla="*/ 37612 w 220466"/>
                  <a:gd name="connsiteY178" fmla="*/ 250734 h 267940"/>
                  <a:gd name="connsiteX179" fmla="*/ 40836 w 220466"/>
                  <a:gd name="connsiteY179" fmla="*/ 248584 h 267940"/>
                  <a:gd name="connsiteX180" fmla="*/ 42985 w 220466"/>
                  <a:gd name="connsiteY180" fmla="*/ 246433 h 267940"/>
                  <a:gd name="connsiteX181" fmla="*/ 46209 w 220466"/>
                  <a:gd name="connsiteY181" fmla="*/ 243207 h 267940"/>
                  <a:gd name="connsiteX182" fmla="*/ 49433 w 220466"/>
                  <a:gd name="connsiteY182" fmla="*/ 239981 h 267940"/>
                  <a:gd name="connsiteX183" fmla="*/ 50508 w 220466"/>
                  <a:gd name="connsiteY183" fmla="*/ 238905 h 267940"/>
                  <a:gd name="connsiteX184" fmla="*/ 52657 w 220466"/>
                  <a:gd name="connsiteY184" fmla="*/ 237830 h 267940"/>
                  <a:gd name="connsiteX185" fmla="*/ 59105 w 220466"/>
                  <a:gd name="connsiteY185" fmla="*/ 231377 h 267940"/>
                  <a:gd name="connsiteX186" fmla="*/ 60180 w 220466"/>
                  <a:gd name="connsiteY186" fmla="*/ 230302 h 267940"/>
                  <a:gd name="connsiteX187" fmla="*/ 62329 w 220466"/>
                  <a:gd name="connsiteY187" fmla="*/ 227076 h 267940"/>
                  <a:gd name="connsiteX188" fmla="*/ 64478 w 220466"/>
                  <a:gd name="connsiteY188" fmla="*/ 224925 h 267940"/>
                  <a:gd name="connsiteX189" fmla="*/ 74150 w 220466"/>
                  <a:gd name="connsiteY189" fmla="*/ 213096 h 267940"/>
                  <a:gd name="connsiteX190" fmla="*/ 76299 w 220466"/>
                  <a:gd name="connsiteY190" fmla="*/ 210945 h 267940"/>
                  <a:gd name="connsiteX191" fmla="*/ 76299 w 220466"/>
                  <a:gd name="connsiteY191" fmla="*/ 209870 h 267940"/>
                  <a:gd name="connsiteX192" fmla="*/ 77374 w 220466"/>
                  <a:gd name="connsiteY192" fmla="*/ 207719 h 267940"/>
                  <a:gd name="connsiteX193" fmla="*/ 80598 w 220466"/>
                  <a:gd name="connsiteY193" fmla="*/ 203417 h 267940"/>
                  <a:gd name="connsiteX194" fmla="*/ 84896 w 220466"/>
                  <a:gd name="connsiteY194" fmla="*/ 196965 h 267940"/>
                  <a:gd name="connsiteX195" fmla="*/ 87046 w 220466"/>
                  <a:gd name="connsiteY195" fmla="*/ 189437 h 267940"/>
                  <a:gd name="connsiteX196" fmla="*/ 84896 w 220466"/>
                  <a:gd name="connsiteY196" fmla="*/ 193739 h 267940"/>
                  <a:gd name="connsiteX197" fmla="*/ 82747 w 220466"/>
                  <a:gd name="connsiteY197" fmla="*/ 195890 h 267940"/>
                  <a:gd name="connsiteX198" fmla="*/ 80598 w 220466"/>
                  <a:gd name="connsiteY198" fmla="*/ 196965 h 267940"/>
                  <a:gd name="connsiteX199" fmla="*/ 80598 w 220466"/>
                  <a:gd name="connsiteY199" fmla="*/ 198040 h 267940"/>
                  <a:gd name="connsiteX200" fmla="*/ 81672 w 220466"/>
                  <a:gd name="connsiteY200" fmla="*/ 198040 h 267940"/>
                  <a:gd name="connsiteX201" fmla="*/ 80598 w 220466"/>
                  <a:gd name="connsiteY201" fmla="*/ 199116 h 267940"/>
                  <a:gd name="connsiteX202" fmla="*/ 76299 w 220466"/>
                  <a:gd name="connsiteY202" fmla="*/ 203417 h 267940"/>
                  <a:gd name="connsiteX203" fmla="*/ 64478 w 220466"/>
                  <a:gd name="connsiteY203" fmla="*/ 218473 h 267940"/>
                  <a:gd name="connsiteX204" fmla="*/ 63403 w 220466"/>
                  <a:gd name="connsiteY204" fmla="*/ 221699 h 267940"/>
                  <a:gd name="connsiteX205" fmla="*/ 63403 w 220466"/>
                  <a:gd name="connsiteY205" fmla="*/ 221699 h 267940"/>
                  <a:gd name="connsiteX206" fmla="*/ 59105 w 220466"/>
                  <a:gd name="connsiteY206" fmla="*/ 226000 h 267940"/>
                  <a:gd name="connsiteX207" fmla="*/ 52657 w 220466"/>
                  <a:gd name="connsiteY207" fmla="*/ 232453 h 267940"/>
                  <a:gd name="connsiteX208" fmla="*/ 47284 w 220466"/>
                  <a:gd name="connsiteY208" fmla="*/ 238905 h 267940"/>
                  <a:gd name="connsiteX209" fmla="*/ 41911 w 220466"/>
                  <a:gd name="connsiteY209" fmla="*/ 245357 h 267940"/>
                  <a:gd name="connsiteX210" fmla="*/ 38687 w 220466"/>
                  <a:gd name="connsiteY210" fmla="*/ 249659 h 267940"/>
                  <a:gd name="connsiteX211" fmla="*/ 40836 w 220466"/>
                  <a:gd name="connsiteY211" fmla="*/ 248584 h 267940"/>
                  <a:gd name="connsiteX212" fmla="*/ 54806 w 220466"/>
                  <a:gd name="connsiteY212" fmla="*/ 186211 h 267940"/>
                  <a:gd name="connsiteX213" fmla="*/ 55881 w 220466"/>
                  <a:gd name="connsiteY213" fmla="*/ 184061 h 267940"/>
                  <a:gd name="connsiteX214" fmla="*/ 54806 w 220466"/>
                  <a:gd name="connsiteY214" fmla="*/ 185136 h 267940"/>
                  <a:gd name="connsiteX215" fmla="*/ 54806 w 220466"/>
                  <a:gd name="connsiteY215" fmla="*/ 186211 h 267940"/>
                  <a:gd name="connsiteX216" fmla="*/ 61254 w 220466"/>
                  <a:gd name="connsiteY216" fmla="*/ 176533 h 267940"/>
                  <a:gd name="connsiteX217" fmla="*/ 62329 w 220466"/>
                  <a:gd name="connsiteY217" fmla="*/ 173307 h 267940"/>
                  <a:gd name="connsiteX218" fmla="*/ 61254 w 220466"/>
                  <a:gd name="connsiteY218" fmla="*/ 175457 h 267940"/>
                  <a:gd name="connsiteX219" fmla="*/ 61254 w 220466"/>
                  <a:gd name="connsiteY219" fmla="*/ 176533 h 267940"/>
                  <a:gd name="connsiteX220" fmla="*/ 89195 w 220466"/>
                  <a:gd name="connsiteY220" fmla="*/ 187287 h 267940"/>
                  <a:gd name="connsiteX221" fmla="*/ 95643 w 220466"/>
                  <a:gd name="connsiteY221" fmla="*/ 180834 h 267940"/>
                  <a:gd name="connsiteX222" fmla="*/ 98867 w 220466"/>
                  <a:gd name="connsiteY222" fmla="*/ 176533 h 267940"/>
                  <a:gd name="connsiteX223" fmla="*/ 104240 w 220466"/>
                  <a:gd name="connsiteY223" fmla="*/ 169005 h 267940"/>
                  <a:gd name="connsiteX224" fmla="*/ 108538 w 220466"/>
                  <a:gd name="connsiteY224" fmla="*/ 162553 h 267940"/>
                  <a:gd name="connsiteX225" fmla="*/ 113911 w 220466"/>
                  <a:gd name="connsiteY225" fmla="*/ 152874 h 267940"/>
                  <a:gd name="connsiteX226" fmla="*/ 112837 w 220466"/>
                  <a:gd name="connsiteY226" fmla="*/ 152874 h 267940"/>
                  <a:gd name="connsiteX227" fmla="*/ 110687 w 220466"/>
                  <a:gd name="connsiteY227" fmla="*/ 157176 h 267940"/>
                  <a:gd name="connsiteX228" fmla="*/ 109613 w 220466"/>
                  <a:gd name="connsiteY228" fmla="*/ 158251 h 267940"/>
                  <a:gd name="connsiteX229" fmla="*/ 103165 w 220466"/>
                  <a:gd name="connsiteY229" fmla="*/ 167930 h 267940"/>
                  <a:gd name="connsiteX230" fmla="*/ 102090 w 220466"/>
                  <a:gd name="connsiteY230" fmla="*/ 170081 h 267940"/>
                  <a:gd name="connsiteX231" fmla="*/ 102090 w 220466"/>
                  <a:gd name="connsiteY231" fmla="*/ 169005 h 267940"/>
                  <a:gd name="connsiteX232" fmla="*/ 99941 w 220466"/>
                  <a:gd name="connsiteY232" fmla="*/ 172231 h 267940"/>
                  <a:gd name="connsiteX233" fmla="*/ 96717 w 220466"/>
                  <a:gd name="connsiteY233" fmla="*/ 178684 h 267940"/>
                  <a:gd name="connsiteX234" fmla="*/ 96717 w 220466"/>
                  <a:gd name="connsiteY234" fmla="*/ 179759 h 267940"/>
                  <a:gd name="connsiteX235" fmla="*/ 94568 w 220466"/>
                  <a:gd name="connsiteY235" fmla="*/ 182985 h 267940"/>
                  <a:gd name="connsiteX236" fmla="*/ 93493 w 220466"/>
                  <a:gd name="connsiteY236" fmla="*/ 184061 h 267940"/>
                  <a:gd name="connsiteX237" fmla="*/ 92419 w 220466"/>
                  <a:gd name="connsiteY237" fmla="*/ 186211 h 267940"/>
                  <a:gd name="connsiteX238" fmla="*/ 91344 w 220466"/>
                  <a:gd name="connsiteY238" fmla="*/ 188362 h 267940"/>
                  <a:gd name="connsiteX239" fmla="*/ 89195 w 220466"/>
                  <a:gd name="connsiteY239" fmla="*/ 187287 h 267940"/>
                  <a:gd name="connsiteX240" fmla="*/ 112837 w 220466"/>
                  <a:gd name="connsiteY240" fmla="*/ 150724 h 267940"/>
                  <a:gd name="connsiteX241" fmla="*/ 112837 w 220466"/>
                  <a:gd name="connsiteY241" fmla="*/ 150724 h 267940"/>
                  <a:gd name="connsiteX242" fmla="*/ 113911 w 220466"/>
                  <a:gd name="connsiteY242" fmla="*/ 148573 h 267940"/>
                  <a:gd name="connsiteX243" fmla="*/ 112837 w 220466"/>
                  <a:gd name="connsiteY243" fmla="*/ 148573 h 267940"/>
                  <a:gd name="connsiteX244" fmla="*/ 112837 w 220466"/>
                  <a:gd name="connsiteY244" fmla="*/ 150724 h 267940"/>
                  <a:gd name="connsiteX245" fmla="*/ 112837 w 220466"/>
                  <a:gd name="connsiteY245" fmla="*/ 151799 h 267940"/>
                  <a:gd name="connsiteX246" fmla="*/ 112837 w 220466"/>
                  <a:gd name="connsiteY246" fmla="*/ 150724 h 267940"/>
                  <a:gd name="connsiteX247" fmla="*/ 113911 w 220466"/>
                  <a:gd name="connsiteY247" fmla="*/ 147497 h 267940"/>
                  <a:gd name="connsiteX248" fmla="*/ 113911 w 220466"/>
                  <a:gd name="connsiteY248" fmla="*/ 147497 h 267940"/>
                  <a:gd name="connsiteX249" fmla="*/ 114986 w 220466"/>
                  <a:gd name="connsiteY249" fmla="*/ 145347 h 267940"/>
                  <a:gd name="connsiteX250" fmla="*/ 113911 w 220466"/>
                  <a:gd name="connsiteY250" fmla="*/ 147497 h 267940"/>
                  <a:gd name="connsiteX251" fmla="*/ 113911 w 220466"/>
                  <a:gd name="connsiteY251" fmla="*/ 147497 h 267940"/>
                  <a:gd name="connsiteX252" fmla="*/ 125733 w 220466"/>
                  <a:gd name="connsiteY252" fmla="*/ 128140 h 267940"/>
                  <a:gd name="connsiteX253" fmla="*/ 126807 w 220466"/>
                  <a:gd name="connsiteY253" fmla="*/ 127065 h 267940"/>
                  <a:gd name="connsiteX254" fmla="*/ 125733 w 220466"/>
                  <a:gd name="connsiteY254" fmla="*/ 128140 h 267940"/>
                  <a:gd name="connsiteX255" fmla="*/ 140777 w 220466"/>
                  <a:gd name="connsiteY255" fmla="*/ 120613 h 267940"/>
                  <a:gd name="connsiteX256" fmla="*/ 140777 w 220466"/>
                  <a:gd name="connsiteY256" fmla="*/ 120613 h 267940"/>
                  <a:gd name="connsiteX257" fmla="*/ 140777 w 220466"/>
                  <a:gd name="connsiteY257" fmla="*/ 120613 h 26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220466" h="267940">
                    <a:moveTo>
                      <a:pt x="6448" y="242131"/>
                    </a:moveTo>
                    <a:cubicBezTo>
                      <a:pt x="7523" y="239981"/>
                      <a:pt x="7523" y="237830"/>
                      <a:pt x="7523" y="237830"/>
                    </a:cubicBezTo>
                    <a:cubicBezTo>
                      <a:pt x="7523" y="236754"/>
                      <a:pt x="7523" y="236754"/>
                      <a:pt x="8597" y="236754"/>
                    </a:cubicBezTo>
                    <a:cubicBezTo>
                      <a:pt x="8597" y="236754"/>
                      <a:pt x="9672" y="235679"/>
                      <a:pt x="10746" y="233528"/>
                    </a:cubicBezTo>
                    <a:cubicBezTo>
                      <a:pt x="19343" y="214171"/>
                      <a:pt x="53732" y="166854"/>
                      <a:pt x="67702" y="149648"/>
                    </a:cubicBezTo>
                    <a:cubicBezTo>
                      <a:pt x="74150" y="142120"/>
                      <a:pt x="80598" y="133517"/>
                      <a:pt x="82747" y="130291"/>
                    </a:cubicBezTo>
                    <a:cubicBezTo>
                      <a:pt x="83821" y="129216"/>
                      <a:pt x="84896" y="128140"/>
                      <a:pt x="85971" y="127065"/>
                    </a:cubicBezTo>
                    <a:cubicBezTo>
                      <a:pt x="108538" y="104482"/>
                      <a:pt x="121434" y="86201"/>
                      <a:pt x="147225" y="66844"/>
                    </a:cubicBezTo>
                    <a:cubicBezTo>
                      <a:pt x="153673" y="62542"/>
                      <a:pt x="157972" y="58240"/>
                      <a:pt x="157972" y="57165"/>
                    </a:cubicBezTo>
                    <a:cubicBezTo>
                      <a:pt x="157972" y="56090"/>
                      <a:pt x="157972" y="56090"/>
                      <a:pt x="157972" y="56090"/>
                    </a:cubicBezTo>
                    <a:cubicBezTo>
                      <a:pt x="157972" y="56090"/>
                      <a:pt x="160121" y="51788"/>
                      <a:pt x="161195" y="47487"/>
                    </a:cubicBezTo>
                    <a:cubicBezTo>
                      <a:pt x="162270" y="45336"/>
                      <a:pt x="162270" y="44261"/>
                      <a:pt x="162270" y="43185"/>
                    </a:cubicBezTo>
                    <a:lnTo>
                      <a:pt x="161195" y="43185"/>
                    </a:lnTo>
                    <a:cubicBezTo>
                      <a:pt x="161195" y="43185"/>
                      <a:pt x="161195" y="42110"/>
                      <a:pt x="161195" y="41034"/>
                    </a:cubicBezTo>
                    <a:cubicBezTo>
                      <a:pt x="161195" y="38884"/>
                      <a:pt x="162270" y="36733"/>
                      <a:pt x="163345" y="34582"/>
                    </a:cubicBezTo>
                    <a:cubicBezTo>
                      <a:pt x="164419" y="33507"/>
                      <a:pt x="164419" y="32431"/>
                      <a:pt x="164419" y="30281"/>
                    </a:cubicBezTo>
                    <a:cubicBezTo>
                      <a:pt x="163345" y="30281"/>
                      <a:pt x="159046" y="33507"/>
                      <a:pt x="159046" y="34582"/>
                    </a:cubicBezTo>
                    <a:cubicBezTo>
                      <a:pt x="159046" y="34582"/>
                      <a:pt x="159046" y="35657"/>
                      <a:pt x="157972" y="34582"/>
                    </a:cubicBezTo>
                    <a:cubicBezTo>
                      <a:pt x="156897" y="34582"/>
                      <a:pt x="156897" y="34582"/>
                      <a:pt x="155822" y="35657"/>
                    </a:cubicBezTo>
                    <a:cubicBezTo>
                      <a:pt x="155822" y="36733"/>
                      <a:pt x="154748" y="36733"/>
                      <a:pt x="154748" y="36733"/>
                    </a:cubicBezTo>
                    <a:cubicBezTo>
                      <a:pt x="153673" y="36733"/>
                      <a:pt x="142926" y="48562"/>
                      <a:pt x="141852" y="49638"/>
                    </a:cubicBezTo>
                    <a:cubicBezTo>
                      <a:pt x="139703" y="51788"/>
                      <a:pt x="137553" y="55014"/>
                      <a:pt x="134329" y="57165"/>
                    </a:cubicBezTo>
                    <a:cubicBezTo>
                      <a:pt x="125733" y="65768"/>
                      <a:pt x="116061" y="79748"/>
                      <a:pt x="105314" y="85125"/>
                    </a:cubicBezTo>
                    <a:cubicBezTo>
                      <a:pt x="102090" y="87276"/>
                      <a:pt x="99941" y="88351"/>
                      <a:pt x="96717" y="88351"/>
                    </a:cubicBezTo>
                    <a:cubicBezTo>
                      <a:pt x="94568" y="88351"/>
                      <a:pt x="93493" y="87276"/>
                      <a:pt x="90269" y="85125"/>
                    </a:cubicBezTo>
                    <a:cubicBezTo>
                      <a:pt x="74150" y="68994"/>
                      <a:pt x="91344" y="55014"/>
                      <a:pt x="91344" y="36733"/>
                    </a:cubicBezTo>
                    <a:cubicBezTo>
                      <a:pt x="91344" y="35657"/>
                      <a:pt x="92419" y="35657"/>
                      <a:pt x="92419" y="35657"/>
                    </a:cubicBezTo>
                    <a:cubicBezTo>
                      <a:pt x="92419" y="35657"/>
                      <a:pt x="93493" y="34582"/>
                      <a:pt x="93493" y="33507"/>
                    </a:cubicBezTo>
                    <a:cubicBezTo>
                      <a:pt x="93493" y="32431"/>
                      <a:pt x="94568" y="31356"/>
                      <a:pt x="94568" y="31356"/>
                    </a:cubicBezTo>
                    <a:cubicBezTo>
                      <a:pt x="94568" y="31356"/>
                      <a:pt x="94568" y="30281"/>
                      <a:pt x="95643" y="30281"/>
                    </a:cubicBezTo>
                    <a:cubicBezTo>
                      <a:pt x="96717" y="28130"/>
                      <a:pt x="99941" y="22753"/>
                      <a:pt x="102090" y="21677"/>
                    </a:cubicBezTo>
                    <a:cubicBezTo>
                      <a:pt x="103165" y="20602"/>
                      <a:pt x="104240" y="19527"/>
                      <a:pt x="104240" y="19527"/>
                    </a:cubicBezTo>
                    <a:cubicBezTo>
                      <a:pt x="104240" y="19527"/>
                      <a:pt x="106389" y="16301"/>
                      <a:pt x="109613" y="11999"/>
                    </a:cubicBezTo>
                    <a:cubicBezTo>
                      <a:pt x="112837" y="7697"/>
                      <a:pt x="113911" y="5547"/>
                      <a:pt x="113911" y="4471"/>
                    </a:cubicBezTo>
                    <a:cubicBezTo>
                      <a:pt x="113911" y="3396"/>
                      <a:pt x="121434" y="170"/>
                      <a:pt x="122508" y="170"/>
                    </a:cubicBezTo>
                    <a:cubicBezTo>
                      <a:pt x="123583" y="170"/>
                      <a:pt x="124658" y="170"/>
                      <a:pt x="125733" y="170"/>
                    </a:cubicBezTo>
                    <a:cubicBezTo>
                      <a:pt x="127882" y="-906"/>
                      <a:pt x="137553" y="3396"/>
                      <a:pt x="139703" y="5547"/>
                    </a:cubicBezTo>
                    <a:cubicBezTo>
                      <a:pt x="140777" y="6622"/>
                      <a:pt x="140777" y="7697"/>
                      <a:pt x="140777" y="11999"/>
                    </a:cubicBezTo>
                    <a:cubicBezTo>
                      <a:pt x="140777" y="14150"/>
                      <a:pt x="139703" y="16301"/>
                      <a:pt x="138628" y="16301"/>
                    </a:cubicBezTo>
                    <a:cubicBezTo>
                      <a:pt x="136479" y="17376"/>
                      <a:pt x="133255" y="20602"/>
                      <a:pt x="133255" y="21677"/>
                    </a:cubicBezTo>
                    <a:cubicBezTo>
                      <a:pt x="133255" y="22753"/>
                      <a:pt x="131106" y="23828"/>
                      <a:pt x="125733" y="31356"/>
                    </a:cubicBezTo>
                    <a:cubicBezTo>
                      <a:pt x="120359" y="37808"/>
                      <a:pt x="114986" y="44261"/>
                      <a:pt x="110687" y="51788"/>
                    </a:cubicBezTo>
                    <a:cubicBezTo>
                      <a:pt x="108538" y="55014"/>
                      <a:pt x="99941" y="71145"/>
                      <a:pt x="102090" y="71145"/>
                    </a:cubicBezTo>
                    <a:cubicBezTo>
                      <a:pt x="103165" y="71145"/>
                      <a:pt x="105314" y="70070"/>
                      <a:pt x="108538" y="65768"/>
                    </a:cubicBezTo>
                    <a:cubicBezTo>
                      <a:pt x="119285" y="52864"/>
                      <a:pt x="131106" y="42110"/>
                      <a:pt x="144001" y="31356"/>
                    </a:cubicBezTo>
                    <a:cubicBezTo>
                      <a:pt x="149374" y="27054"/>
                      <a:pt x="155822" y="21677"/>
                      <a:pt x="157972" y="20602"/>
                    </a:cubicBezTo>
                    <a:cubicBezTo>
                      <a:pt x="159046" y="19527"/>
                      <a:pt x="161195" y="18451"/>
                      <a:pt x="162270" y="17376"/>
                    </a:cubicBezTo>
                    <a:cubicBezTo>
                      <a:pt x="163345" y="11999"/>
                      <a:pt x="169792" y="4471"/>
                      <a:pt x="175166" y="5547"/>
                    </a:cubicBezTo>
                    <a:cubicBezTo>
                      <a:pt x="176240" y="5547"/>
                      <a:pt x="177315" y="6622"/>
                      <a:pt x="179464" y="6622"/>
                    </a:cubicBezTo>
                    <a:cubicBezTo>
                      <a:pt x="179464" y="6622"/>
                      <a:pt x="180539" y="6622"/>
                      <a:pt x="180539" y="6622"/>
                    </a:cubicBezTo>
                    <a:cubicBezTo>
                      <a:pt x="180539" y="6622"/>
                      <a:pt x="180539" y="6622"/>
                      <a:pt x="180539" y="7697"/>
                    </a:cubicBezTo>
                    <a:cubicBezTo>
                      <a:pt x="182688" y="8773"/>
                      <a:pt x="185912" y="9848"/>
                      <a:pt x="185912" y="10924"/>
                    </a:cubicBezTo>
                    <a:cubicBezTo>
                      <a:pt x="185912" y="10924"/>
                      <a:pt x="186987" y="13074"/>
                      <a:pt x="188061" y="14150"/>
                    </a:cubicBezTo>
                    <a:cubicBezTo>
                      <a:pt x="190211" y="16301"/>
                      <a:pt x="190211" y="17376"/>
                      <a:pt x="189136" y="21677"/>
                    </a:cubicBezTo>
                    <a:cubicBezTo>
                      <a:pt x="188061" y="23828"/>
                      <a:pt x="188061" y="25979"/>
                      <a:pt x="188061" y="27054"/>
                    </a:cubicBezTo>
                    <a:cubicBezTo>
                      <a:pt x="188061" y="28130"/>
                      <a:pt x="186987" y="29205"/>
                      <a:pt x="186987" y="30281"/>
                    </a:cubicBezTo>
                    <a:cubicBezTo>
                      <a:pt x="186987" y="31356"/>
                      <a:pt x="185912" y="35657"/>
                      <a:pt x="184838" y="37808"/>
                    </a:cubicBezTo>
                    <a:lnTo>
                      <a:pt x="182688" y="43185"/>
                    </a:lnTo>
                    <a:lnTo>
                      <a:pt x="184838" y="43185"/>
                    </a:lnTo>
                    <a:cubicBezTo>
                      <a:pt x="185912" y="43185"/>
                      <a:pt x="190211" y="42110"/>
                      <a:pt x="193434" y="42110"/>
                    </a:cubicBezTo>
                    <a:cubicBezTo>
                      <a:pt x="197733" y="41034"/>
                      <a:pt x="202031" y="41034"/>
                      <a:pt x="205256" y="42110"/>
                    </a:cubicBezTo>
                    <a:cubicBezTo>
                      <a:pt x="209554" y="43185"/>
                      <a:pt x="216002" y="46411"/>
                      <a:pt x="219226" y="48562"/>
                    </a:cubicBezTo>
                    <a:cubicBezTo>
                      <a:pt x="220300" y="49638"/>
                      <a:pt x="221375" y="52864"/>
                      <a:pt x="219226" y="51788"/>
                    </a:cubicBezTo>
                    <a:cubicBezTo>
                      <a:pt x="219226" y="51788"/>
                      <a:pt x="218151" y="51788"/>
                      <a:pt x="218151" y="50713"/>
                    </a:cubicBezTo>
                    <a:cubicBezTo>
                      <a:pt x="218151" y="49638"/>
                      <a:pt x="210629" y="44261"/>
                      <a:pt x="208479" y="44261"/>
                    </a:cubicBezTo>
                    <a:cubicBezTo>
                      <a:pt x="205256" y="44261"/>
                      <a:pt x="193434" y="47487"/>
                      <a:pt x="190211" y="48562"/>
                    </a:cubicBezTo>
                    <a:cubicBezTo>
                      <a:pt x="189136" y="49638"/>
                      <a:pt x="186987" y="49638"/>
                      <a:pt x="185912" y="49638"/>
                    </a:cubicBezTo>
                    <a:cubicBezTo>
                      <a:pt x="184838" y="49638"/>
                      <a:pt x="177315" y="53939"/>
                      <a:pt x="177315" y="56090"/>
                    </a:cubicBezTo>
                    <a:cubicBezTo>
                      <a:pt x="177315" y="57165"/>
                      <a:pt x="176240" y="58240"/>
                      <a:pt x="176240" y="60391"/>
                    </a:cubicBezTo>
                    <a:cubicBezTo>
                      <a:pt x="175166" y="61467"/>
                      <a:pt x="174091" y="66844"/>
                      <a:pt x="171942" y="71145"/>
                    </a:cubicBezTo>
                    <a:cubicBezTo>
                      <a:pt x="170867" y="75447"/>
                      <a:pt x="168718" y="79748"/>
                      <a:pt x="167643" y="80824"/>
                    </a:cubicBezTo>
                    <a:cubicBezTo>
                      <a:pt x="166569" y="81899"/>
                      <a:pt x="165494" y="85125"/>
                      <a:pt x="164419" y="87276"/>
                    </a:cubicBezTo>
                    <a:cubicBezTo>
                      <a:pt x="163345" y="89427"/>
                      <a:pt x="161195" y="94804"/>
                      <a:pt x="159046" y="98030"/>
                    </a:cubicBezTo>
                    <a:cubicBezTo>
                      <a:pt x="156897" y="101256"/>
                      <a:pt x="155822" y="105557"/>
                      <a:pt x="154748" y="105557"/>
                    </a:cubicBezTo>
                    <a:cubicBezTo>
                      <a:pt x="154748" y="106633"/>
                      <a:pt x="154748" y="106633"/>
                      <a:pt x="153673" y="107708"/>
                    </a:cubicBezTo>
                    <a:cubicBezTo>
                      <a:pt x="152598" y="107708"/>
                      <a:pt x="151524" y="109859"/>
                      <a:pt x="151524" y="112010"/>
                    </a:cubicBezTo>
                    <a:cubicBezTo>
                      <a:pt x="150449" y="114161"/>
                      <a:pt x="146151" y="122764"/>
                      <a:pt x="145076" y="124914"/>
                    </a:cubicBezTo>
                    <a:cubicBezTo>
                      <a:pt x="145076" y="125990"/>
                      <a:pt x="144001" y="125990"/>
                      <a:pt x="144001" y="127065"/>
                    </a:cubicBezTo>
                    <a:cubicBezTo>
                      <a:pt x="144001" y="128140"/>
                      <a:pt x="144001" y="128140"/>
                      <a:pt x="142926" y="128140"/>
                    </a:cubicBezTo>
                    <a:cubicBezTo>
                      <a:pt x="142926" y="128140"/>
                      <a:pt x="141852" y="129216"/>
                      <a:pt x="141852" y="129216"/>
                    </a:cubicBezTo>
                    <a:cubicBezTo>
                      <a:pt x="141852" y="130291"/>
                      <a:pt x="140777" y="130291"/>
                      <a:pt x="140777" y="130291"/>
                    </a:cubicBezTo>
                    <a:cubicBezTo>
                      <a:pt x="139703" y="130291"/>
                      <a:pt x="139703" y="130291"/>
                      <a:pt x="139703" y="131367"/>
                    </a:cubicBezTo>
                    <a:cubicBezTo>
                      <a:pt x="139703" y="133517"/>
                      <a:pt x="139703" y="133517"/>
                      <a:pt x="137553" y="135668"/>
                    </a:cubicBezTo>
                    <a:cubicBezTo>
                      <a:pt x="136479" y="136744"/>
                      <a:pt x="135404" y="137819"/>
                      <a:pt x="135404" y="137819"/>
                    </a:cubicBezTo>
                    <a:cubicBezTo>
                      <a:pt x="135404" y="137819"/>
                      <a:pt x="135404" y="138894"/>
                      <a:pt x="134329" y="138894"/>
                    </a:cubicBezTo>
                    <a:cubicBezTo>
                      <a:pt x="133255" y="139970"/>
                      <a:pt x="133255" y="139970"/>
                      <a:pt x="134329" y="139970"/>
                    </a:cubicBezTo>
                    <a:cubicBezTo>
                      <a:pt x="135404" y="141045"/>
                      <a:pt x="135404" y="141045"/>
                      <a:pt x="134329" y="141045"/>
                    </a:cubicBezTo>
                    <a:cubicBezTo>
                      <a:pt x="133255" y="141045"/>
                      <a:pt x="133255" y="142120"/>
                      <a:pt x="133255" y="142120"/>
                    </a:cubicBezTo>
                    <a:cubicBezTo>
                      <a:pt x="133255" y="143196"/>
                      <a:pt x="133255" y="143196"/>
                      <a:pt x="132180" y="143196"/>
                    </a:cubicBezTo>
                    <a:cubicBezTo>
                      <a:pt x="132180" y="143196"/>
                      <a:pt x="131106" y="144271"/>
                      <a:pt x="130031" y="146422"/>
                    </a:cubicBezTo>
                    <a:cubicBezTo>
                      <a:pt x="128956" y="148573"/>
                      <a:pt x="126807" y="150724"/>
                      <a:pt x="125733" y="151799"/>
                    </a:cubicBezTo>
                    <a:cubicBezTo>
                      <a:pt x="124658" y="152874"/>
                      <a:pt x="124658" y="153950"/>
                      <a:pt x="124658" y="153950"/>
                    </a:cubicBezTo>
                    <a:cubicBezTo>
                      <a:pt x="124658" y="153950"/>
                      <a:pt x="124658" y="153950"/>
                      <a:pt x="123583" y="155025"/>
                    </a:cubicBezTo>
                    <a:cubicBezTo>
                      <a:pt x="122508" y="156100"/>
                      <a:pt x="122508" y="156100"/>
                      <a:pt x="122508" y="157176"/>
                    </a:cubicBezTo>
                    <a:cubicBezTo>
                      <a:pt x="122508" y="158251"/>
                      <a:pt x="121434" y="159327"/>
                      <a:pt x="120359" y="160402"/>
                    </a:cubicBezTo>
                    <a:cubicBezTo>
                      <a:pt x="119285" y="161477"/>
                      <a:pt x="118210" y="162553"/>
                      <a:pt x="118210" y="163628"/>
                    </a:cubicBezTo>
                    <a:cubicBezTo>
                      <a:pt x="118210" y="164704"/>
                      <a:pt x="118210" y="164704"/>
                      <a:pt x="117135" y="164704"/>
                    </a:cubicBezTo>
                    <a:cubicBezTo>
                      <a:pt x="117135" y="164704"/>
                      <a:pt x="116061" y="165779"/>
                      <a:pt x="116061" y="166854"/>
                    </a:cubicBezTo>
                    <a:cubicBezTo>
                      <a:pt x="116061" y="167930"/>
                      <a:pt x="114986" y="169005"/>
                      <a:pt x="114986" y="169005"/>
                    </a:cubicBezTo>
                    <a:cubicBezTo>
                      <a:pt x="113911" y="169005"/>
                      <a:pt x="113911" y="169005"/>
                      <a:pt x="113911" y="170081"/>
                    </a:cubicBezTo>
                    <a:cubicBezTo>
                      <a:pt x="113911" y="171156"/>
                      <a:pt x="112837" y="171156"/>
                      <a:pt x="111762" y="172231"/>
                    </a:cubicBezTo>
                    <a:cubicBezTo>
                      <a:pt x="110687" y="173307"/>
                      <a:pt x="109613" y="174382"/>
                      <a:pt x="109613" y="175457"/>
                    </a:cubicBezTo>
                    <a:cubicBezTo>
                      <a:pt x="109613" y="176533"/>
                      <a:pt x="108538" y="177608"/>
                      <a:pt x="107464" y="178684"/>
                    </a:cubicBezTo>
                    <a:cubicBezTo>
                      <a:pt x="106389" y="179759"/>
                      <a:pt x="106389" y="180834"/>
                      <a:pt x="106389" y="181910"/>
                    </a:cubicBezTo>
                    <a:cubicBezTo>
                      <a:pt x="106389" y="182985"/>
                      <a:pt x="103165" y="187287"/>
                      <a:pt x="98867" y="191588"/>
                    </a:cubicBezTo>
                    <a:cubicBezTo>
                      <a:pt x="94568" y="195890"/>
                      <a:pt x="91344" y="201267"/>
                      <a:pt x="90269" y="202342"/>
                    </a:cubicBezTo>
                    <a:cubicBezTo>
                      <a:pt x="89195" y="203417"/>
                      <a:pt x="88120" y="206644"/>
                      <a:pt x="87046" y="207719"/>
                    </a:cubicBezTo>
                    <a:cubicBezTo>
                      <a:pt x="85971" y="208794"/>
                      <a:pt x="84896" y="209870"/>
                      <a:pt x="84896" y="210945"/>
                    </a:cubicBezTo>
                    <a:cubicBezTo>
                      <a:pt x="84896" y="210945"/>
                      <a:pt x="83821" y="213096"/>
                      <a:pt x="81672" y="215247"/>
                    </a:cubicBezTo>
                    <a:cubicBezTo>
                      <a:pt x="79523" y="217397"/>
                      <a:pt x="76299" y="221699"/>
                      <a:pt x="74150" y="223850"/>
                    </a:cubicBezTo>
                    <a:cubicBezTo>
                      <a:pt x="72001" y="226000"/>
                      <a:pt x="69851" y="228151"/>
                      <a:pt x="69851" y="229227"/>
                    </a:cubicBezTo>
                    <a:cubicBezTo>
                      <a:pt x="68777" y="229227"/>
                      <a:pt x="68777" y="230302"/>
                      <a:pt x="68777" y="231377"/>
                    </a:cubicBezTo>
                    <a:cubicBezTo>
                      <a:pt x="68777" y="232453"/>
                      <a:pt x="66628" y="234604"/>
                      <a:pt x="64478" y="236754"/>
                    </a:cubicBezTo>
                    <a:cubicBezTo>
                      <a:pt x="62329" y="238905"/>
                      <a:pt x="60180" y="241056"/>
                      <a:pt x="60180" y="241056"/>
                    </a:cubicBezTo>
                    <a:cubicBezTo>
                      <a:pt x="60180" y="243207"/>
                      <a:pt x="40836" y="259337"/>
                      <a:pt x="38687" y="260413"/>
                    </a:cubicBezTo>
                    <a:cubicBezTo>
                      <a:pt x="36538" y="261488"/>
                      <a:pt x="35463" y="262563"/>
                      <a:pt x="34388" y="262563"/>
                    </a:cubicBezTo>
                    <a:cubicBezTo>
                      <a:pt x="30090" y="265790"/>
                      <a:pt x="23642" y="267940"/>
                      <a:pt x="19343" y="267940"/>
                    </a:cubicBezTo>
                    <a:cubicBezTo>
                      <a:pt x="16120" y="267940"/>
                      <a:pt x="13970" y="266865"/>
                      <a:pt x="13970" y="266865"/>
                    </a:cubicBezTo>
                    <a:cubicBezTo>
                      <a:pt x="13970" y="265790"/>
                      <a:pt x="10746" y="263639"/>
                      <a:pt x="7523" y="261488"/>
                    </a:cubicBezTo>
                    <a:cubicBezTo>
                      <a:pt x="2149" y="258262"/>
                      <a:pt x="1075" y="256111"/>
                      <a:pt x="0" y="251810"/>
                    </a:cubicBezTo>
                    <a:cubicBezTo>
                      <a:pt x="4298" y="247508"/>
                      <a:pt x="4298" y="246433"/>
                      <a:pt x="6448" y="242131"/>
                    </a:cubicBezTo>
                    <a:close/>
                    <a:moveTo>
                      <a:pt x="23642" y="250734"/>
                    </a:moveTo>
                    <a:cubicBezTo>
                      <a:pt x="24716" y="251810"/>
                      <a:pt x="39762" y="242131"/>
                      <a:pt x="47284" y="234604"/>
                    </a:cubicBezTo>
                    <a:cubicBezTo>
                      <a:pt x="59105" y="222774"/>
                      <a:pt x="77374" y="201267"/>
                      <a:pt x="87046" y="184061"/>
                    </a:cubicBezTo>
                    <a:cubicBezTo>
                      <a:pt x="88120" y="181910"/>
                      <a:pt x="91344" y="177608"/>
                      <a:pt x="93493" y="175457"/>
                    </a:cubicBezTo>
                    <a:cubicBezTo>
                      <a:pt x="95643" y="172231"/>
                      <a:pt x="96717" y="170081"/>
                      <a:pt x="96717" y="169005"/>
                    </a:cubicBezTo>
                    <a:cubicBezTo>
                      <a:pt x="96717" y="167930"/>
                      <a:pt x="101016" y="163628"/>
                      <a:pt x="101016" y="162553"/>
                    </a:cubicBezTo>
                    <a:cubicBezTo>
                      <a:pt x="101016" y="162553"/>
                      <a:pt x="102090" y="160402"/>
                      <a:pt x="103165" y="158251"/>
                    </a:cubicBezTo>
                    <a:cubicBezTo>
                      <a:pt x="118210" y="135668"/>
                      <a:pt x="133255" y="110934"/>
                      <a:pt x="144001" y="87276"/>
                    </a:cubicBezTo>
                    <a:cubicBezTo>
                      <a:pt x="146151" y="82974"/>
                      <a:pt x="148300" y="78673"/>
                      <a:pt x="146151" y="78673"/>
                    </a:cubicBezTo>
                    <a:cubicBezTo>
                      <a:pt x="145076" y="78673"/>
                      <a:pt x="144001" y="79748"/>
                      <a:pt x="140777" y="82974"/>
                    </a:cubicBezTo>
                    <a:cubicBezTo>
                      <a:pt x="138628" y="85125"/>
                      <a:pt x="135404" y="87276"/>
                      <a:pt x="133255" y="88351"/>
                    </a:cubicBezTo>
                    <a:cubicBezTo>
                      <a:pt x="116061" y="103407"/>
                      <a:pt x="97792" y="125990"/>
                      <a:pt x="83821" y="143196"/>
                    </a:cubicBezTo>
                    <a:cubicBezTo>
                      <a:pt x="82747" y="144271"/>
                      <a:pt x="81672" y="145347"/>
                      <a:pt x="80598" y="146422"/>
                    </a:cubicBezTo>
                    <a:cubicBezTo>
                      <a:pt x="79523" y="147497"/>
                      <a:pt x="78448" y="148573"/>
                      <a:pt x="77374" y="149648"/>
                    </a:cubicBezTo>
                    <a:cubicBezTo>
                      <a:pt x="76299" y="151799"/>
                      <a:pt x="76299" y="151799"/>
                      <a:pt x="77374" y="151799"/>
                    </a:cubicBezTo>
                    <a:cubicBezTo>
                      <a:pt x="78448" y="150724"/>
                      <a:pt x="78448" y="151799"/>
                      <a:pt x="77374" y="152874"/>
                    </a:cubicBezTo>
                    <a:cubicBezTo>
                      <a:pt x="76299" y="153950"/>
                      <a:pt x="75225" y="155025"/>
                      <a:pt x="75225" y="156100"/>
                    </a:cubicBezTo>
                    <a:cubicBezTo>
                      <a:pt x="75225" y="157176"/>
                      <a:pt x="74150" y="157176"/>
                      <a:pt x="74150" y="157176"/>
                    </a:cubicBezTo>
                    <a:cubicBezTo>
                      <a:pt x="73075" y="157176"/>
                      <a:pt x="73075" y="157176"/>
                      <a:pt x="72001" y="158251"/>
                    </a:cubicBezTo>
                    <a:cubicBezTo>
                      <a:pt x="70926" y="159327"/>
                      <a:pt x="70926" y="160402"/>
                      <a:pt x="72001" y="159327"/>
                    </a:cubicBezTo>
                    <a:cubicBezTo>
                      <a:pt x="73075" y="158251"/>
                      <a:pt x="74150" y="158251"/>
                      <a:pt x="73075" y="159327"/>
                    </a:cubicBezTo>
                    <a:cubicBezTo>
                      <a:pt x="73075" y="160402"/>
                      <a:pt x="68777" y="164704"/>
                      <a:pt x="67702" y="164704"/>
                    </a:cubicBezTo>
                    <a:cubicBezTo>
                      <a:pt x="66628" y="164704"/>
                      <a:pt x="66628" y="164704"/>
                      <a:pt x="67702" y="165779"/>
                    </a:cubicBezTo>
                    <a:cubicBezTo>
                      <a:pt x="68777" y="166854"/>
                      <a:pt x="68777" y="166854"/>
                      <a:pt x="67702" y="166854"/>
                    </a:cubicBezTo>
                    <a:cubicBezTo>
                      <a:pt x="66628" y="166854"/>
                      <a:pt x="66628" y="167930"/>
                      <a:pt x="66628" y="167930"/>
                    </a:cubicBezTo>
                    <a:cubicBezTo>
                      <a:pt x="66628" y="169005"/>
                      <a:pt x="66628" y="169005"/>
                      <a:pt x="65553" y="169005"/>
                    </a:cubicBezTo>
                    <a:cubicBezTo>
                      <a:pt x="65553" y="169005"/>
                      <a:pt x="64478" y="167930"/>
                      <a:pt x="64478" y="167930"/>
                    </a:cubicBezTo>
                    <a:cubicBezTo>
                      <a:pt x="64478" y="166854"/>
                      <a:pt x="64478" y="166854"/>
                      <a:pt x="63403" y="167930"/>
                    </a:cubicBezTo>
                    <a:cubicBezTo>
                      <a:pt x="62329" y="169005"/>
                      <a:pt x="62329" y="169005"/>
                      <a:pt x="63403" y="170081"/>
                    </a:cubicBezTo>
                    <a:cubicBezTo>
                      <a:pt x="64478" y="171156"/>
                      <a:pt x="63403" y="171156"/>
                      <a:pt x="62329" y="172231"/>
                    </a:cubicBezTo>
                    <a:cubicBezTo>
                      <a:pt x="61254" y="173307"/>
                      <a:pt x="60180" y="176533"/>
                      <a:pt x="61254" y="175457"/>
                    </a:cubicBezTo>
                    <a:cubicBezTo>
                      <a:pt x="62329" y="175457"/>
                      <a:pt x="62329" y="175457"/>
                      <a:pt x="61254" y="176533"/>
                    </a:cubicBezTo>
                    <a:cubicBezTo>
                      <a:pt x="61254" y="177608"/>
                      <a:pt x="60180" y="177608"/>
                      <a:pt x="59105" y="177608"/>
                    </a:cubicBezTo>
                    <a:cubicBezTo>
                      <a:pt x="58030" y="177608"/>
                      <a:pt x="58030" y="178684"/>
                      <a:pt x="58030" y="179759"/>
                    </a:cubicBezTo>
                    <a:cubicBezTo>
                      <a:pt x="58030" y="180834"/>
                      <a:pt x="56956" y="181910"/>
                      <a:pt x="56956" y="180834"/>
                    </a:cubicBezTo>
                    <a:cubicBezTo>
                      <a:pt x="55881" y="179759"/>
                      <a:pt x="52657" y="181910"/>
                      <a:pt x="51582" y="184061"/>
                    </a:cubicBezTo>
                    <a:cubicBezTo>
                      <a:pt x="51582" y="185136"/>
                      <a:pt x="51582" y="185136"/>
                      <a:pt x="52657" y="185136"/>
                    </a:cubicBezTo>
                    <a:cubicBezTo>
                      <a:pt x="53732" y="185136"/>
                      <a:pt x="52657" y="189437"/>
                      <a:pt x="50508" y="191588"/>
                    </a:cubicBezTo>
                    <a:cubicBezTo>
                      <a:pt x="49433" y="192663"/>
                      <a:pt x="48359" y="194814"/>
                      <a:pt x="48359" y="195890"/>
                    </a:cubicBezTo>
                    <a:cubicBezTo>
                      <a:pt x="48359" y="196965"/>
                      <a:pt x="47284" y="198040"/>
                      <a:pt x="46209" y="199116"/>
                    </a:cubicBezTo>
                    <a:cubicBezTo>
                      <a:pt x="45135" y="199116"/>
                      <a:pt x="45135" y="201267"/>
                      <a:pt x="45135" y="202342"/>
                    </a:cubicBezTo>
                    <a:cubicBezTo>
                      <a:pt x="45135" y="203417"/>
                      <a:pt x="44060" y="204493"/>
                      <a:pt x="44060" y="204493"/>
                    </a:cubicBezTo>
                    <a:cubicBezTo>
                      <a:pt x="42985" y="204493"/>
                      <a:pt x="42985" y="204493"/>
                      <a:pt x="42985" y="205568"/>
                    </a:cubicBezTo>
                    <a:cubicBezTo>
                      <a:pt x="42985" y="206644"/>
                      <a:pt x="42985" y="206644"/>
                      <a:pt x="42985" y="207719"/>
                    </a:cubicBezTo>
                    <a:cubicBezTo>
                      <a:pt x="42985" y="207719"/>
                      <a:pt x="41911" y="209870"/>
                      <a:pt x="39762" y="210945"/>
                    </a:cubicBezTo>
                    <a:cubicBezTo>
                      <a:pt x="37612" y="213096"/>
                      <a:pt x="36538" y="214171"/>
                      <a:pt x="36538" y="215247"/>
                    </a:cubicBezTo>
                    <a:cubicBezTo>
                      <a:pt x="36538" y="216322"/>
                      <a:pt x="36538" y="216322"/>
                      <a:pt x="36538" y="216322"/>
                    </a:cubicBezTo>
                    <a:cubicBezTo>
                      <a:pt x="35463" y="216322"/>
                      <a:pt x="33314" y="219548"/>
                      <a:pt x="34388" y="220624"/>
                    </a:cubicBezTo>
                    <a:cubicBezTo>
                      <a:pt x="35463" y="220624"/>
                      <a:pt x="34388" y="222774"/>
                      <a:pt x="32239" y="224925"/>
                    </a:cubicBezTo>
                    <a:cubicBezTo>
                      <a:pt x="31164" y="231377"/>
                      <a:pt x="22567" y="249659"/>
                      <a:pt x="23642" y="250734"/>
                    </a:cubicBezTo>
                    <a:close/>
                    <a:moveTo>
                      <a:pt x="33314" y="253961"/>
                    </a:moveTo>
                    <a:cubicBezTo>
                      <a:pt x="34388" y="255036"/>
                      <a:pt x="36538" y="252885"/>
                      <a:pt x="36538" y="252885"/>
                    </a:cubicBezTo>
                    <a:cubicBezTo>
                      <a:pt x="36538" y="251810"/>
                      <a:pt x="35463" y="252885"/>
                      <a:pt x="34388" y="252885"/>
                    </a:cubicBezTo>
                    <a:cubicBezTo>
                      <a:pt x="33314" y="252885"/>
                      <a:pt x="33314" y="253961"/>
                      <a:pt x="33314" y="253961"/>
                    </a:cubicBezTo>
                    <a:close/>
                    <a:moveTo>
                      <a:pt x="37612" y="250734"/>
                    </a:moveTo>
                    <a:cubicBezTo>
                      <a:pt x="37612" y="251810"/>
                      <a:pt x="37612" y="251810"/>
                      <a:pt x="37612" y="250734"/>
                    </a:cubicBezTo>
                    <a:cubicBezTo>
                      <a:pt x="38687" y="249659"/>
                      <a:pt x="37612" y="248584"/>
                      <a:pt x="37612" y="249659"/>
                    </a:cubicBezTo>
                    <a:cubicBezTo>
                      <a:pt x="37612" y="249659"/>
                      <a:pt x="37612" y="249659"/>
                      <a:pt x="37612" y="250734"/>
                    </a:cubicBezTo>
                    <a:close/>
                    <a:moveTo>
                      <a:pt x="40836" y="248584"/>
                    </a:moveTo>
                    <a:cubicBezTo>
                      <a:pt x="41911" y="247508"/>
                      <a:pt x="42985" y="246433"/>
                      <a:pt x="42985" y="246433"/>
                    </a:cubicBezTo>
                    <a:cubicBezTo>
                      <a:pt x="42985" y="245357"/>
                      <a:pt x="44060" y="244282"/>
                      <a:pt x="46209" y="243207"/>
                    </a:cubicBezTo>
                    <a:cubicBezTo>
                      <a:pt x="48359" y="242131"/>
                      <a:pt x="49433" y="241056"/>
                      <a:pt x="49433" y="239981"/>
                    </a:cubicBezTo>
                    <a:cubicBezTo>
                      <a:pt x="49433" y="238905"/>
                      <a:pt x="50508" y="238905"/>
                      <a:pt x="50508" y="238905"/>
                    </a:cubicBezTo>
                    <a:cubicBezTo>
                      <a:pt x="50508" y="238905"/>
                      <a:pt x="52657" y="237830"/>
                      <a:pt x="52657" y="237830"/>
                    </a:cubicBezTo>
                    <a:cubicBezTo>
                      <a:pt x="52657" y="235679"/>
                      <a:pt x="58030" y="231377"/>
                      <a:pt x="59105" y="231377"/>
                    </a:cubicBezTo>
                    <a:cubicBezTo>
                      <a:pt x="59105" y="231377"/>
                      <a:pt x="60180" y="230302"/>
                      <a:pt x="60180" y="230302"/>
                    </a:cubicBezTo>
                    <a:cubicBezTo>
                      <a:pt x="60180" y="230302"/>
                      <a:pt x="61254" y="228151"/>
                      <a:pt x="62329" y="227076"/>
                    </a:cubicBezTo>
                    <a:cubicBezTo>
                      <a:pt x="63403" y="226000"/>
                      <a:pt x="64478" y="224925"/>
                      <a:pt x="64478" y="224925"/>
                    </a:cubicBezTo>
                    <a:cubicBezTo>
                      <a:pt x="64478" y="224925"/>
                      <a:pt x="73075" y="214171"/>
                      <a:pt x="74150" y="213096"/>
                    </a:cubicBezTo>
                    <a:cubicBezTo>
                      <a:pt x="75225" y="212020"/>
                      <a:pt x="76299" y="210945"/>
                      <a:pt x="76299" y="210945"/>
                    </a:cubicBezTo>
                    <a:cubicBezTo>
                      <a:pt x="76299" y="210945"/>
                      <a:pt x="77374" y="210945"/>
                      <a:pt x="76299" y="209870"/>
                    </a:cubicBezTo>
                    <a:cubicBezTo>
                      <a:pt x="76299" y="208794"/>
                      <a:pt x="76299" y="207719"/>
                      <a:pt x="77374" y="207719"/>
                    </a:cubicBezTo>
                    <a:cubicBezTo>
                      <a:pt x="78448" y="206644"/>
                      <a:pt x="79523" y="204493"/>
                      <a:pt x="80598" y="203417"/>
                    </a:cubicBezTo>
                    <a:cubicBezTo>
                      <a:pt x="81672" y="202342"/>
                      <a:pt x="83821" y="199116"/>
                      <a:pt x="84896" y="196965"/>
                    </a:cubicBezTo>
                    <a:cubicBezTo>
                      <a:pt x="87046" y="193739"/>
                      <a:pt x="89195" y="187287"/>
                      <a:pt x="87046" y="189437"/>
                    </a:cubicBezTo>
                    <a:cubicBezTo>
                      <a:pt x="87046" y="189437"/>
                      <a:pt x="85971" y="191588"/>
                      <a:pt x="84896" y="193739"/>
                    </a:cubicBezTo>
                    <a:cubicBezTo>
                      <a:pt x="84896" y="195890"/>
                      <a:pt x="83821" y="196965"/>
                      <a:pt x="82747" y="195890"/>
                    </a:cubicBezTo>
                    <a:cubicBezTo>
                      <a:pt x="82747" y="194814"/>
                      <a:pt x="81672" y="194814"/>
                      <a:pt x="80598" y="196965"/>
                    </a:cubicBezTo>
                    <a:cubicBezTo>
                      <a:pt x="79523" y="198040"/>
                      <a:pt x="79523" y="198040"/>
                      <a:pt x="80598" y="198040"/>
                    </a:cubicBezTo>
                    <a:cubicBezTo>
                      <a:pt x="81672" y="198040"/>
                      <a:pt x="81672" y="198040"/>
                      <a:pt x="81672" y="198040"/>
                    </a:cubicBezTo>
                    <a:cubicBezTo>
                      <a:pt x="81672" y="199116"/>
                      <a:pt x="80598" y="199116"/>
                      <a:pt x="80598" y="199116"/>
                    </a:cubicBezTo>
                    <a:cubicBezTo>
                      <a:pt x="79523" y="199116"/>
                      <a:pt x="77374" y="201267"/>
                      <a:pt x="76299" y="203417"/>
                    </a:cubicBezTo>
                    <a:cubicBezTo>
                      <a:pt x="75225" y="204493"/>
                      <a:pt x="66628" y="216322"/>
                      <a:pt x="64478" y="218473"/>
                    </a:cubicBezTo>
                    <a:cubicBezTo>
                      <a:pt x="63403" y="219548"/>
                      <a:pt x="63403" y="220624"/>
                      <a:pt x="63403" y="221699"/>
                    </a:cubicBezTo>
                    <a:cubicBezTo>
                      <a:pt x="63403" y="222774"/>
                      <a:pt x="63403" y="222774"/>
                      <a:pt x="63403" y="221699"/>
                    </a:cubicBezTo>
                    <a:cubicBezTo>
                      <a:pt x="63403" y="221699"/>
                      <a:pt x="61254" y="222774"/>
                      <a:pt x="59105" y="226000"/>
                    </a:cubicBezTo>
                    <a:cubicBezTo>
                      <a:pt x="56956" y="228151"/>
                      <a:pt x="54806" y="231377"/>
                      <a:pt x="52657" y="232453"/>
                    </a:cubicBezTo>
                    <a:cubicBezTo>
                      <a:pt x="51582" y="233528"/>
                      <a:pt x="49433" y="236754"/>
                      <a:pt x="47284" y="238905"/>
                    </a:cubicBezTo>
                    <a:cubicBezTo>
                      <a:pt x="46209" y="241056"/>
                      <a:pt x="42985" y="243207"/>
                      <a:pt x="41911" y="245357"/>
                    </a:cubicBezTo>
                    <a:cubicBezTo>
                      <a:pt x="39762" y="247508"/>
                      <a:pt x="38687" y="249659"/>
                      <a:pt x="38687" y="249659"/>
                    </a:cubicBezTo>
                    <a:cubicBezTo>
                      <a:pt x="38687" y="249659"/>
                      <a:pt x="38687" y="249659"/>
                      <a:pt x="40836" y="248584"/>
                    </a:cubicBezTo>
                    <a:close/>
                    <a:moveTo>
                      <a:pt x="54806" y="186211"/>
                    </a:moveTo>
                    <a:cubicBezTo>
                      <a:pt x="55881" y="186211"/>
                      <a:pt x="56956" y="185136"/>
                      <a:pt x="55881" y="184061"/>
                    </a:cubicBezTo>
                    <a:cubicBezTo>
                      <a:pt x="55881" y="184061"/>
                      <a:pt x="54806" y="184061"/>
                      <a:pt x="54806" y="185136"/>
                    </a:cubicBezTo>
                    <a:cubicBezTo>
                      <a:pt x="53732" y="186211"/>
                      <a:pt x="53732" y="186211"/>
                      <a:pt x="54806" y="186211"/>
                    </a:cubicBezTo>
                    <a:close/>
                    <a:moveTo>
                      <a:pt x="61254" y="176533"/>
                    </a:moveTo>
                    <a:cubicBezTo>
                      <a:pt x="62329" y="175457"/>
                      <a:pt x="62329" y="173307"/>
                      <a:pt x="62329" y="173307"/>
                    </a:cubicBezTo>
                    <a:cubicBezTo>
                      <a:pt x="62329" y="173307"/>
                      <a:pt x="61254" y="174382"/>
                      <a:pt x="61254" y="175457"/>
                    </a:cubicBezTo>
                    <a:cubicBezTo>
                      <a:pt x="60180" y="176533"/>
                      <a:pt x="60180" y="177608"/>
                      <a:pt x="61254" y="176533"/>
                    </a:cubicBezTo>
                    <a:close/>
                    <a:moveTo>
                      <a:pt x="89195" y="187287"/>
                    </a:moveTo>
                    <a:cubicBezTo>
                      <a:pt x="90269" y="188362"/>
                      <a:pt x="92419" y="185136"/>
                      <a:pt x="95643" y="180834"/>
                    </a:cubicBezTo>
                    <a:cubicBezTo>
                      <a:pt x="96717" y="179759"/>
                      <a:pt x="97792" y="177608"/>
                      <a:pt x="98867" y="176533"/>
                    </a:cubicBezTo>
                    <a:cubicBezTo>
                      <a:pt x="99941" y="175457"/>
                      <a:pt x="102090" y="172231"/>
                      <a:pt x="104240" y="169005"/>
                    </a:cubicBezTo>
                    <a:cubicBezTo>
                      <a:pt x="106389" y="165779"/>
                      <a:pt x="108538" y="162553"/>
                      <a:pt x="108538" y="162553"/>
                    </a:cubicBezTo>
                    <a:cubicBezTo>
                      <a:pt x="109613" y="161477"/>
                      <a:pt x="112837" y="156100"/>
                      <a:pt x="113911" y="152874"/>
                    </a:cubicBezTo>
                    <a:cubicBezTo>
                      <a:pt x="113911" y="152874"/>
                      <a:pt x="113911" y="152874"/>
                      <a:pt x="112837" y="152874"/>
                    </a:cubicBezTo>
                    <a:cubicBezTo>
                      <a:pt x="111762" y="151799"/>
                      <a:pt x="109613" y="155025"/>
                      <a:pt x="110687" y="157176"/>
                    </a:cubicBezTo>
                    <a:cubicBezTo>
                      <a:pt x="110687" y="157176"/>
                      <a:pt x="110687" y="158251"/>
                      <a:pt x="109613" y="158251"/>
                    </a:cubicBezTo>
                    <a:cubicBezTo>
                      <a:pt x="108538" y="158251"/>
                      <a:pt x="103165" y="165779"/>
                      <a:pt x="103165" y="167930"/>
                    </a:cubicBezTo>
                    <a:cubicBezTo>
                      <a:pt x="103165" y="169005"/>
                      <a:pt x="103165" y="170081"/>
                      <a:pt x="102090" y="170081"/>
                    </a:cubicBezTo>
                    <a:cubicBezTo>
                      <a:pt x="101016" y="170081"/>
                      <a:pt x="101016" y="170081"/>
                      <a:pt x="102090" y="169005"/>
                    </a:cubicBezTo>
                    <a:cubicBezTo>
                      <a:pt x="103165" y="167930"/>
                      <a:pt x="101016" y="169005"/>
                      <a:pt x="99941" y="172231"/>
                    </a:cubicBezTo>
                    <a:cubicBezTo>
                      <a:pt x="97792" y="174382"/>
                      <a:pt x="96717" y="177608"/>
                      <a:pt x="96717" y="178684"/>
                    </a:cubicBezTo>
                    <a:cubicBezTo>
                      <a:pt x="96717" y="179759"/>
                      <a:pt x="96717" y="179759"/>
                      <a:pt x="96717" y="179759"/>
                    </a:cubicBezTo>
                    <a:cubicBezTo>
                      <a:pt x="95643" y="178684"/>
                      <a:pt x="93493" y="181910"/>
                      <a:pt x="94568" y="182985"/>
                    </a:cubicBezTo>
                    <a:cubicBezTo>
                      <a:pt x="94568" y="182985"/>
                      <a:pt x="94568" y="184061"/>
                      <a:pt x="93493" y="184061"/>
                    </a:cubicBezTo>
                    <a:cubicBezTo>
                      <a:pt x="92419" y="184061"/>
                      <a:pt x="92419" y="185136"/>
                      <a:pt x="92419" y="186211"/>
                    </a:cubicBezTo>
                    <a:cubicBezTo>
                      <a:pt x="92419" y="187287"/>
                      <a:pt x="91344" y="188362"/>
                      <a:pt x="91344" y="188362"/>
                    </a:cubicBezTo>
                    <a:cubicBezTo>
                      <a:pt x="88120" y="185136"/>
                      <a:pt x="88120" y="186211"/>
                      <a:pt x="89195" y="187287"/>
                    </a:cubicBezTo>
                    <a:close/>
                    <a:moveTo>
                      <a:pt x="112837" y="150724"/>
                    </a:moveTo>
                    <a:cubicBezTo>
                      <a:pt x="112837" y="150724"/>
                      <a:pt x="112837" y="149648"/>
                      <a:pt x="112837" y="150724"/>
                    </a:cubicBezTo>
                    <a:cubicBezTo>
                      <a:pt x="113911" y="149648"/>
                      <a:pt x="113911" y="149648"/>
                      <a:pt x="113911" y="148573"/>
                    </a:cubicBezTo>
                    <a:cubicBezTo>
                      <a:pt x="113911" y="147497"/>
                      <a:pt x="112837" y="147497"/>
                      <a:pt x="112837" y="148573"/>
                    </a:cubicBezTo>
                    <a:cubicBezTo>
                      <a:pt x="111762" y="149648"/>
                      <a:pt x="111762" y="150724"/>
                      <a:pt x="112837" y="150724"/>
                    </a:cubicBezTo>
                    <a:cubicBezTo>
                      <a:pt x="112837" y="151799"/>
                      <a:pt x="112837" y="151799"/>
                      <a:pt x="112837" y="151799"/>
                    </a:cubicBezTo>
                    <a:cubicBezTo>
                      <a:pt x="112837" y="151799"/>
                      <a:pt x="112837" y="150724"/>
                      <a:pt x="112837" y="150724"/>
                    </a:cubicBezTo>
                    <a:close/>
                    <a:moveTo>
                      <a:pt x="113911" y="147497"/>
                    </a:moveTo>
                    <a:cubicBezTo>
                      <a:pt x="114986" y="147497"/>
                      <a:pt x="114986" y="147497"/>
                      <a:pt x="113911" y="147497"/>
                    </a:cubicBezTo>
                    <a:cubicBezTo>
                      <a:pt x="114986" y="146422"/>
                      <a:pt x="114986" y="145347"/>
                      <a:pt x="114986" y="145347"/>
                    </a:cubicBezTo>
                    <a:cubicBezTo>
                      <a:pt x="114986" y="145347"/>
                      <a:pt x="113911" y="146422"/>
                      <a:pt x="113911" y="147497"/>
                    </a:cubicBezTo>
                    <a:cubicBezTo>
                      <a:pt x="113911" y="146422"/>
                      <a:pt x="113911" y="147497"/>
                      <a:pt x="113911" y="147497"/>
                    </a:cubicBezTo>
                    <a:close/>
                    <a:moveTo>
                      <a:pt x="125733" y="128140"/>
                    </a:moveTo>
                    <a:cubicBezTo>
                      <a:pt x="126807" y="128140"/>
                      <a:pt x="126807" y="128140"/>
                      <a:pt x="126807" y="127065"/>
                    </a:cubicBezTo>
                    <a:cubicBezTo>
                      <a:pt x="127882" y="124914"/>
                      <a:pt x="124658" y="127065"/>
                      <a:pt x="125733" y="128140"/>
                    </a:cubicBezTo>
                    <a:close/>
                    <a:moveTo>
                      <a:pt x="140777" y="120613"/>
                    </a:moveTo>
                    <a:cubicBezTo>
                      <a:pt x="140777" y="118462"/>
                      <a:pt x="139703" y="119537"/>
                      <a:pt x="140777" y="120613"/>
                    </a:cubicBezTo>
                    <a:cubicBezTo>
                      <a:pt x="139703" y="121688"/>
                      <a:pt x="140777" y="121688"/>
                      <a:pt x="140777" y="120613"/>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3C4CD914-BF65-A307-6EFE-F9E53141D8E1}"/>
                  </a:ext>
                </a:extLst>
              </p:cNvPr>
              <p:cNvSpPr/>
              <p:nvPr/>
            </p:nvSpPr>
            <p:spPr>
              <a:xfrm>
                <a:off x="3847600" y="3438948"/>
                <a:ext cx="158175" cy="95709"/>
              </a:xfrm>
              <a:custGeom>
                <a:avLst/>
                <a:gdLst>
                  <a:gd name="connsiteX0" fmla="*/ 4299 w 158175"/>
                  <a:gd name="connsiteY0" fmla="*/ 54845 h 95709"/>
                  <a:gd name="connsiteX1" fmla="*/ 6448 w 158175"/>
                  <a:gd name="connsiteY1" fmla="*/ 48392 h 95709"/>
                  <a:gd name="connsiteX2" fmla="*/ 7523 w 158175"/>
                  <a:gd name="connsiteY2" fmla="*/ 46242 h 95709"/>
                  <a:gd name="connsiteX3" fmla="*/ 23642 w 158175"/>
                  <a:gd name="connsiteY3" fmla="*/ 22583 h 95709"/>
                  <a:gd name="connsiteX4" fmla="*/ 49433 w 158175"/>
                  <a:gd name="connsiteY4" fmla="*/ 9678 h 95709"/>
                  <a:gd name="connsiteX5" fmla="*/ 58031 w 158175"/>
                  <a:gd name="connsiteY5" fmla="*/ 26885 h 95709"/>
                  <a:gd name="connsiteX6" fmla="*/ 38687 w 158175"/>
                  <a:gd name="connsiteY6" fmla="*/ 44091 h 95709"/>
                  <a:gd name="connsiteX7" fmla="*/ 37612 w 158175"/>
                  <a:gd name="connsiteY7" fmla="*/ 45166 h 95709"/>
                  <a:gd name="connsiteX8" fmla="*/ 20418 w 158175"/>
                  <a:gd name="connsiteY8" fmla="*/ 72051 h 95709"/>
                  <a:gd name="connsiteX9" fmla="*/ 19344 w 158175"/>
                  <a:gd name="connsiteY9" fmla="*/ 81729 h 95709"/>
                  <a:gd name="connsiteX10" fmla="*/ 46210 w 158175"/>
                  <a:gd name="connsiteY10" fmla="*/ 64523 h 95709"/>
                  <a:gd name="connsiteX11" fmla="*/ 70926 w 158175"/>
                  <a:gd name="connsiteY11" fmla="*/ 32262 h 95709"/>
                  <a:gd name="connsiteX12" fmla="*/ 66628 w 158175"/>
                  <a:gd name="connsiteY12" fmla="*/ 17206 h 95709"/>
                  <a:gd name="connsiteX13" fmla="*/ 65553 w 158175"/>
                  <a:gd name="connsiteY13" fmla="*/ 1075 h 95709"/>
                  <a:gd name="connsiteX14" fmla="*/ 68777 w 158175"/>
                  <a:gd name="connsiteY14" fmla="*/ 0 h 95709"/>
                  <a:gd name="connsiteX15" fmla="*/ 81672 w 158175"/>
                  <a:gd name="connsiteY15" fmla="*/ 4301 h 95709"/>
                  <a:gd name="connsiteX16" fmla="*/ 88120 w 158175"/>
                  <a:gd name="connsiteY16" fmla="*/ 23658 h 95709"/>
                  <a:gd name="connsiteX17" fmla="*/ 89195 w 158175"/>
                  <a:gd name="connsiteY17" fmla="*/ 23658 h 95709"/>
                  <a:gd name="connsiteX18" fmla="*/ 88120 w 158175"/>
                  <a:gd name="connsiteY18" fmla="*/ 26885 h 95709"/>
                  <a:gd name="connsiteX19" fmla="*/ 89195 w 158175"/>
                  <a:gd name="connsiteY19" fmla="*/ 32262 h 95709"/>
                  <a:gd name="connsiteX20" fmla="*/ 91344 w 158175"/>
                  <a:gd name="connsiteY20" fmla="*/ 26885 h 95709"/>
                  <a:gd name="connsiteX21" fmla="*/ 90270 w 158175"/>
                  <a:gd name="connsiteY21" fmla="*/ 33337 h 95709"/>
                  <a:gd name="connsiteX22" fmla="*/ 107464 w 158175"/>
                  <a:gd name="connsiteY22" fmla="*/ 36563 h 95709"/>
                  <a:gd name="connsiteX23" fmla="*/ 154748 w 158175"/>
                  <a:gd name="connsiteY23" fmla="*/ 22583 h 95709"/>
                  <a:gd name="connsiteX24" fmla="*/ 155822 w 158175"/>
                  <a:gd name="connsiteY24" fmla="*/ 21508 h 95709"/>
                  <a:gd name="connsiteX25" fmla="*/ 157972 w 158175"/>
                  <a:gd name="connsiteY25" fmla="*/ 20432 h 95709"/>
                  <a:gd name="connsiteX26" fmla="*/ 149375 w 158175"/>
                  <a:gd name="connsiteY26" fmla="*/ 29035 h 95709"/>
                  <a:gd name="connsiteX27" fmla="*/ 96717 w 158175"/>
                  <a:gd name="connsiteY27" fmla="*/ 50543 h 95709"/>
                  <a:gd name="connsiteX28" fmla="*/ 82747 w 158175"/>
                  <a:gd name="connsiteY28" fmla="*/ 48392 h 95709"/>
                  <a:gd name="connsiteX29" fmla="*/ 80598 w 158175"/>
                  <a:gd name="connsiteY29" fmla="*/ 52694 h 95709"/>
                  <a:gd name="connsiteX30" fmla="*/ 74150 w 158175"/>
                  <a:gd name="connsiteY30" fmla="*/ 62372 h 95709"/>
                  <a:gd name="connsiteX31" fmla="*/ 73075 w 158175"/>
                  <a:gd name="connsiteY31" fmla="*/ 64523 h 95709"/>
                  <a:gd name="connsiteX32" fmla="*/ 42985 w 158175"/>
                  <a:gd name="connsiteY32" fmla="*/ 90332 h 95709"/>
                  <a:gd name="connsiteX33" fmla="*/ 37612 w 158175"/>
                  <a:gd name="connsiteY33" fmla="*/ 92483 h 95709"/>
                  <a:gd name="connsiteX34" fmla="*/ 25792 w 158175"/>
                  <a:gd name="connsiteY34" fmla="*/ 95709 h 95709"/>
                  <a:gd name="connsiteX35" fmla="*/ 6448 w 158175"/>
                  <a:gd name="connsiteY35" fmla="*/ 88181 h 95709"/>
                  <a:gd name="connsiteX36" fmla="*/ 4299 w 158175"/>
                  <a:gd name="connsiteY36" fmla="*/ 86031 h 95709"/>
                  <a:gd name="connsiteX37" fmla="*/ 0 w 158175"/>
                  <a:gd name="connsiteY37" fmla="*/ 78503 h 95709"/>
                  <a:gd name="connsiteX38" fmla="*/ 4299 w 158175"/>
                  <a:gd name="connsiteY38" fmla="*/ 54845 h 95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8175" h="95709">
                    <a:moveTo>
                      <a:pt x="4299" y="54845"/>
                    </a:moveTo>
                    <a:cubicBezTo>
                      <a:pt x="5373" y="51618"/>
                      <a:pt x="6448" y="48392"/>
                      <a:pt x="6448" y="48392"/>
                    </a:cubicBezTo>
                    <a:cubicBezTo>
                      <a:pt x="6448" y="48392"/>
                      <a:pt x="7523" y="47317"/>
                      <a:pt x="7523" y="46242"/>
                    </a:cubicBezTo>
                    <a:cubicBezTo>
                      <a:pt x="12896" y="37638"/>
                      <a:pt x="17194" y="30111"/>
                      <a:pt x="23642" y="22583"/>
                    </a:cubicBezTo>
                    <a:cubicBezTo>
                      <a:pt x="32239" y="12905"/>
                      <a:pt x="36538" y="9678"/>
                      <a:pt x="49433" y="9678"/>
                    </a:cubicBezTo>
                    <a:cubicBezTo>
                      <a:pt x="61254" y="9678"/>
                      <a:pt x="68777" y="16131"/>
                      <a:pt x="58031" y="26885"/>
                    </a:cubicBezTo>
                    <a:cubicBezTo>
                      <a:pt x="51583" y="33337"/>
                      <a:pt x="45135" y="36563"/>
                      <a:pt x="38687" y="44091"/>
                    </a:cubicBezTo>
                    <a:lnTo>
                      <a:pt x="37612" y="45166"/>
                    </a:lnTo>
                    <a:cubicBezTo>
                      <a:pt x="30090" y="50543"/>
                      <a:pt x="23642" y="63448"/>
                      <a:pt x="20418" y="72051"/>
                    </a:cubicBezTo>
                    <a:cubicBezTo>
                      <a:pt x="18269" y="78503"/>
                      <a:pt x="18269" y="81729"/>
                      <a:pt x="19344" y="81729"/>
                    </a:cubicBezTo>
                    <a:cubicBezTo>
                      <a:pt x="26866" y="80654"/>
                      <a:pt x="40836" y="70975"/>
                      <a:pt x="46210" y="64523"/>
                    </a:cubicBezTo>
                    <a:cubicBezTo>
                      <a:pt x="50508" y="60222"/>
                      <a:pt x="72001" y="36563"/>
                      <a:pt x="70926" y="32262"/>
                    </a:cubicBezTo>
                    <a:cubicBezTo>
                      <a:pt x="69851" y="27960"/>
                      <a:pt x="68777" y="21508"/>
                      <a:pt x="66628" y="17206"/>
                    </a:cubicBezTo>
                    <a:cubicBezTo>
                      <a:pt x="65553" y="15055"/>
                      <a:pt x="63404" y="3226"/>
                      <a:pt x="65553" y="1075"/>
                    </a:cubicBezTo>
                    <a:cubicBezTo>
                      <a:pt x="66628" y="0"/>
                      <a:pt x="67702" y="0"/>
                      <a:pt x="68777" y="0"/>
                    </a:cubicBezTo>
                    <a:cubicBezTo>
                      <a:pt x="73075" y="0"/>
                      <a:pt x="78449" y="2151"/>
                      <a:pt x="81672" y="4301"/>
                    </a:cubicBezTo>
                    <a:cubicBezTo>
                      <a:pt x="90270" y="11829"/>
                      <a:pt x="87046" y="24734"/>
                      <a:pt x="88120" y="23658"/>
                    </a:cubicBezTo>
                    <a:cubicBezTo>
                      <a:pt x="88120" y="23658"/>
                      <a:pt x="90270" y="21508"/>
                      <a:pt x="89195" y="23658"/>
                    </a:cubicBezTo>
                    <a:cubicBezTo>
                      <a:pt x="89195" y="24734"/>
                      <a:pt x="84897" y="26885"/>
                      <a:pt x="88120" y="26885"/>
                    </a:cubicBezTo>
                    <a:cubicBezTo>
                      <a:pt x="90270" y="26885"/>
                      <a:pt x="87046" y="33337"/>
                      <a:pt x="89195" y="32262"/>
                    </a:cubicBezTo>
                    <a:cubicBezTo>
                      <a:pt x="90270" y="32262"/>
                      <a:pt x="91344" y="16131"/>
                      <a:pt x="91344" y="26885"/>
                    </a:cubicBezTo>
                    <a:cubicBezTo>
                      <a:pt x="91344" y="29035"/>
                      <a:pt x="90270" y="31186"/>
                      <a:pt x="90270" y="33337"/>
                    </a:cubicBezTo>
                    <a:cubicBezTo>
                      <a:pt x="95643" y="35488"/>
                      <a:pt x="101016" y="36563"/>
                      <a:pt x="107464" y="36563"/>
                    </a:cubicBezTo>
                    <a:cubicBezTo>
                      <a:pt x="123583" y="36563"/>
                      <a:pt x="140777" y="30111"/>
                      <a:pt x="154748" y="22583"/>
                    </a:cubicBezTo>
                    <a:lnTo>
                      <a:pt x="155822" y="21508"/>
                    </a:lnTo>
                    <a:cubicBezTo>
                      <a:pt x="156897" y="20432"/>
                      <a:pt x="157972" y="20432"/>
                      <a:pt x="157972" y="20432"/>
                    </a:cubicBezTo>
                    <a:cubicBezTo>
                      <a:pt x="159046" y="20432"/>
                      <a:pt x="155822" y="23658"/>
                      <a:pt x="149375" y="29035"/>
                    </a:cubicBezTo>
                    <a:cubicBezTo>
                      <a:pt x="136479" y="37638"/>
                      <a:pt x="114986" y="50543"/>
                      <a:pt x="96717" y="50543"/>
                    </a:cubicBezTo>
                    <a:cubicBezTo>
                      <a:pt x="92419" y="50543"/>
                      <a:pt x="87046" y="49468"/>
                      <a:pt x="82747" y="48392"/>
                    </a:cubicBezTo>
                    <a:cubicBezTo>
                      <a:pt x="81672" y="49468"/>
                      <a:pt x="80598" y="50543"/>
                      <a:pt x="80598" y="52694"/>
                    </a:cubicBezTo>
                    <a:cubicBezTo>
                      <a:pt x="77374" y="59146"/>
                      <a:pt x="76299" y="60222"/>
                      <a:pt x="74150" y="62372"/>
                    </a:cubicBezTo>
                    <a:cubicBezTo>
                      <a:pt x="73075" y="63448"/>
                      <a:pt x="73075" y="64523"/>
                      <a:pt x="73075" y="64523"/>
                    </a:cubicBezTo>
                    <a:cubicBezTo>
                      <a:pt x="73075" y="68825"/>
                      <a:pt x="48359" y="89257"/>
                      <a:pt x="42985" y="90332"/>
                    </a:cubicBezTo>
                    <a:cubicBezTo>
                      <a:pt x="41911" y="90332"/>
                      <a:pt x="39762" y="91408"/>
                      <a:pt x="37612" y="92483"/>
                    </a:cubicBezTo>
                    <a:cubicBezTo>
                      <a:pt x="33314" y="94634"/>
                      <a:pt x="30090" y="95709"/>
                      <a:pt x="25792" y="95709"/>
                    </a:cubicBezTo>
                    <a:cubicBezTo>
                      <a:pt x="19344" y="95709"/>
                      <a:pt x="12896" y="92483"/>
                      <a:pt x="6448" y="88181"/>
                    </a:cubicBezTo>
                    <a:cubicBezTo>
                      <a:pt x="5373" y="86031"/>
                      <a:pt x="4299" y="84955"/>
                      <a:pt x="4299" y="86031"/>
                    </a:cubicBezTo>
                    <a:cubicBezTo>
                      <a:pt x="3224" y="87106"/>
                      <a:pt x="1075" y="83880"/>
                      <a:pt x="0" y="78503"/>
                    </a:cubicBezTo>
                    <a:cubicBezTo>
                      <a:pt x="1075" y="66674"/>
                      <a:pt x="1075" y="63448"/>
                      <a:pt x="4299" y="5484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9D00D637-5210-5A07-9FD3-58A5C11A87C7}"/>
                  </a:ext>
                </a:extLst>
              </p:cNvPr>
              <p:cNvSpPr/>
              <p:nvPr/>
            </p:nvSpPr>
            <p:spPr>
              <a:xfrm>
                <a:off x="3965613" y="3431147"/>
                <a:ext cx="189976" cy="95983"/>
              </a:xfrm>
              <a:custGeom>
                <a:avLst/>
                <a:gdLst>
                  <a:gd name="connsiteX0" fmla="*/ 12018 w 189976"/>
                  <a:gd name="connsiteY0" fmla="*/ 34686 h 95983"/>
                  <a:gd name="connsiteX1" fmla="*/ 16317 w 189976"/>
                  <a:gd name="connsiteY1" fmla="*/ 28234 h 95983"/>
                  <a:gd name="connsiteX2" fmla="*/ 25989 w 189976"/>
                  <a:gd name="connsiteY2" fmla="*/ 15329 h 95983"/>
                  <a:gd name="connsiteX3" fmla="*/ 27063 w 189976"/>
                  <a:gd name="connsiteY3" fmla="*/ 13179 h 95983"/>
                  <a:gd name="connsiteX4" fmla="*/ 29213 w 189976"/>
                  <a:gd name="connsiteY4" fmla="*/ 9952 h 95983"/>
                  <a:gd name="connsiteX5" fmla="*/ 33511 w 189976"/>
                  <a:gd name="connsiteY5" fmla="*/ 5651 h 95983"/>
                  <a:gd name="connsiteX6" fmla="*/ 51780 w 189976"/>
                  <a:gd name="connsiteY6" fmla="*/ 274 h 95983"/>
                  <a:gd name="connsiteX7" fmla="*/ 60377 w 189976"/>
                  <a:gd name="connsiteY7" fmla="*/ 7802 h 95983"/>
                  <a:gd name="connsiteX8" fmla="*/ 51780 w 189976"/>
                  <a:gd name="connsiteY8" fmla="*/ 23932 h 95983"/>
                  <a:gd name="connsiteX9" fmla="*/ 44258 w 189976"/>
                  <a:gd name="connsiteY9" fmla="*/ 32536 h 95983"/>
                  <a:gd name="connsiteX10" fmla="*/ 37810 w 189976"/>
                  <a:gd name="connsiteY10" fmla="*/ 41139 h 95983"/>
                  <a:gd name="connsiteX11" fmla="*/ 18466 w 189976"/>
                  <a:gd name="connsiteY11" fmla="*/ 75551 h 95983"/>
                  <a:gd name="connsiteX12" fmla="*/ 20616 w 189976"/>
                  <a:gd name="connsiteY12" fmla="*/ 77702 h 95983"/>
                  <a:gd name="connsiteX13" fmla="*/ 25989 w 189976"/>
                  <a:gd name="connsiteY13" fmla="*/ 74476 h 95983"/>
                  <a:gd name="connsiteX14" fmla="*/ 28138 w 189976"/>
                  <a:gd name="connsiteY14" fmla="*/ 73400 h 95983"/>
                  <a:gd name="connsiteX15" fmla="*/ 29213 w 189976"/>
                  <a:gd name="connsiteY15" fmla="*/ 72325 h 95983"/>
                  <a:gd name="connsiteX16" fmla="*/ 30287 w 189976"/>
                  <a:gd name="connsiteY16" fmla="*/ 72325 h 95983"/>
                  <a:gd name="connsiteX17" fmla="*/ 38884 w 189976"/>
                  <a:gd name="connsiteY17" fmla="*/ 64797 h 95983"/>
                  <a:gd name="connsiteX18" fmla="*/ 65750 w 189976"/>
                  <a:gd name="connsiteY18" fmla="*/ 31460 h 95983"/>
                  <a:gd name="connsiteX19" fmla="*/ 79721 w 189976"/>
                  <a:gd name="connsiteY19" fmla="*/ 15329 h 95983"/>
                  <a:gd name="connsiteX20" fmla="*/ 84019 w 189976"/>
                  <a:gd name="connsiteY20" fmla="*/ 9952 h 95983"/>
                  <a:gd name="connsiteX21" fmla="*/ 85094 w 189976"/>
                  <a:gd name="connsiteY21" fmla="*/ 9952 h 95983"/>
                  <a:gd name="connsiteX22" fmla="*/ 89392 w 189976"/>
                  <a:gd name="connsiteY22" fmla="*/ 7802 h 95983"/>
                  <a:gd name="connsiteX23" fmla="*/ 92616 w 189976"/>
                  <a:gd name="connsiteY23" fmla="*/ 5651 h 95983"/>
                  <a:gd name="connsiteX24" fmla="*/ 95840 w 189976"/>
                  <a:gd name="connsiteY24" fmla="*/ 6726 h 95983"/>
                  <a:gd name="connsiteX25" fmla="*/ 95840 w 189976"/>
                  <a:gd name="connsiteY25" fmla="*/ 7802 h 95983"/>
                  <a:gd name="connsiteX26" fmla="*/ 101213 w 189976"/>
                  <a:gd name="connsiteY26" fmla="*/ 21782 h 95983"/>
                  <a:gd name="connsiteX27" fmla="*/ 91541 w 189976"/>
                  <a:gd name="connsiteY27" fmla="*/ 49742 h 95983"/>
                  <a:gd name="connsiteX28" fmla="*/ 92616 w 189976"/>
                  <a:gd name="connsiteY28" fmla="*/ 64797 h 95983"/>
                  <a:gd name="connsiteX29" fmla="*/ 100139 w 189976"/>
                  <a:gd name="connsiteY29" fmla="*/ 65872 h 95983"/>
                  <a:gd name="connsiteX30" fmla="*/ 110885 w 189976"/>
                  <a:gd name="connsiteY30" fmla="*/ 64797 h 95983"/>
                  <a:gd name="connsiteX31" fmla="*/ 130228 w 189976"/>
                  <a:gd name="connsiteY31" fmla="*/ 58345 h 95983"/>
                  <a:gd name="connsiteX32" fmla="*/ 135602 w 189976"/>
                  <a:gd name="connsiteY32" fmla="*/ 56194 h 95983"/>
                  <a:gd name="connsiteX33" fmla="*/ 164617 w 189976"/>
                  <a:gd name="connsiteY33" fmla="*/ 41139 h 95983"/>
                  <a:gd name="connsiteX34" fmla="*/ 171065 w 189976"/>
                  <a:gd name="connsiteY34" fmla="*/ 37913 h 95983"/>
                  <a:gd name="connsiteX35" fmla="*/ 185035 w 189976"/>
                  <a:gd name="connsiteY35" fmla="*/ 30385 h 95983"/>
                  <a:gd name="connsiteX36" fmla="*/ 189333 w 189976"/>
                  <a:gd name="connsiteY36" fmla="*/ 29309 h 95983"/>
                  <a:gd name="connsiteX37" fmla="*/ 187184 w 189976"/>
                  <a:gd name="connsiteY37" fmla="*/ 32536 h 95983"/>
                  <a:gd name="connsiteX38" fmla="*/ 182886 w 189976"/>
                  <a:gd name="connsiteY38" fmla="*/ 34686 h 95983"/>
                  <a:gd name="connsiteX39" fmla="*/ 182886 w 189976"/>
                  <a:gd name="connsiteY39" fmla="*/ 35762 h 95983"/>
                  <a:gd name="connsiteX40" fmla="*/ 168915 w 189976"/>
                  <a:gd name="connsiteY40" fmla="*/ 50817 h 95983"/>
                  <a:gd name="connsiteX41" fmla="*/ 164617 w 189976"/>
                  <a:gd name="connsiteY41" fmla="*/ 54043 h 95983"/>
                  <a:gd name="connsiteX42" fmla="*/ 160318 w 189976"/>
                  <a:gd name="connsiteY42" fmla="*/ 57269 h 95983"/>
                  <a:gd name="connsiteX43" fmla="*/ 159244 w 189976"/>
                  <a:gd name="connsiteY43" fmla="*/ 58345 h 95983"/>
                  <a:gd name="connsiteX44" fmla="*/ 160318 w 189976"/>
                  <a:gd name="connsiteY44" fmla="*/ 59420 h 95983"/>
                  <a:gd name="connsiteX45" fmla="*/ 158169 w 189976"/>
                  <a:gd name="connsiteY45" fmla="*/ 60495 h 95983"/>
                  <a:gd name="connsiteX46" fmla="*/ 154945 w 189976"/>
                  <a:gd name="connsiteY46" fmla="*/ 62646 h 95983"/>
                  <a:gd name="connsiteX47" fmla="*/ 150646 w 189976"/>
                  <a:gd name="connsiteY47" fmla="*/ 65872 h 95983"/>
                  <a:gd name="connsiteX48" fmla="*/ 146348 w 189976"/>
                  <a:gd name="connsiteY48" fmla="*/ 68023 h 95983"/>
                  <a:gd name="connsiteX49" fmla="*/ 147423 w 189976"/>
                  <a:gd name="connsiteY49" fmla="*/ 68023 h 95983"/>
                  <a:gd name="connsiteX50" fmla="*/ 156020 w 189976"/>
                  <a:gd name="connsiteY50" fmla="*/ 64797 h 95983"/>
                  <a:gd name="connsiteX51" fmla="*/ 157094 w 189976"/>
                  <a:gd name="connsiteY51" fmla="*/ 64797 h 95983"/>
                  <a:gd name="connsiteX52" fmla="*/ 139900 w 189976"/>
                  <a:gd name="connsiteY52" fmla="*/ 73400 h 95983"/>
                  <a:gd name="connsiteX53" fmla="*/ 132378 w 189976"/>
                  <a:gd name="connsiteY53" fmla="*/ 77702 h 95983"/>
                  <a:gd name="connsiteX54" fmla="*/ 107661 w 189976"/>
                  <a:gd name="connsiteY54" fmla="*/ 80928 h 95983"/>
                  <a:gd name="connsiteX55" fmla="*/ 102288 w 189976"/>
                  <a:gd name="connsiteY55" fmla="*/ 79852 h 95983"/>
                  <a:gd name="connsiteX56" fmla="*/ 87243 w 189976"/>
                  <a:gd name="connsiteY56" fmla="*/ 76626 h 95983"/>
                  <a:gd name="connsiteX57" fmla="*/ 73273 w 189976"/>
                  <a:gd name="connsiteY57" fmla="*/ 58345 h 95983"/>
                  <a:gd name="connsiteX58" fmla="*/ 73273 w 189976"/>
                  <a:gd name="connsiteY58" fmla="*/ 47591 h 95983"/>
                  <a:gd name="connsiteX59" fmla="*/ 33511 w 189976"/>
                  <a:gd name="connsiteY59" fmla="*/ 89531 h 95983"/>
                  <a:gd name="connsiteX60" fmla="*/ 22765 w 189976"/>
                  <a:gd name="connsiteY60" fmla="*/ 95983 h 95983"/>
                  <a:gd name="connsiteX61" fmla="*/ 7720 w 189976"/>
                  <a:gd name="connsiteY61" fmla="*/ 86305 h 95983"/>
                  <a:gd name="connsiteX62" fmla="*/ 5571 w 189976"/>
                  <a:gd name="connsiteY62" fmla="*/ 84154 h 95983"/>
                  <a:gd name="connsiteX63" fmla="*/ 197 w 189976"/>
                  <a:gd name="connsiteY63" fmla="*/ 74476 h 95983"/>
                  <a:gd name="connsiteX64" fmla="*/ 12018 w 189976"/>
                  <a:gd name="connsiteY64" fmla="*/ 34686 h 95983"/>
                  <a:gd name="connsiteX65" fmla="*/ 13093 w 189976"/>
                  <a:gd name="connsiteY65" fmla="*/ 37913 h 95983"/>
                  <a:gd name="connsiteX66" fmla="*/ 14168 w 189976"/>
                  <a:gd name="connsiteY66" fmla="*/ 37913 h 95983"/>
                  <a:gd name="connsiteX67" fmla="*/ 15243 w 189976"/>
                  <a:gd name="connsiteY67" fmla="*/ 37913 h 95983"/>
                  <a:gd name="connsiteX68" fmla="*/ 16317 w 189976"/>
                  <a:gd name="connsiteY68" fmla="*/ 36837 h 95983"/>
                  <a:gd name="connsiteX69" fmla="*/ 16317 w 189976"/>
                  <a:gd name="connsiteY69" fmla="*/ 35762 h 95983"/>
                  <a:gd name="connsiteX70" fmla="*/ 15243 w 189976"/>
                  <a:gd name="connsiteY70" fmla="*/ 33611 h 95983"/>
                  <a:gd name="connsiteX71" fmla="*/ 16317 w 189976"/>
                  <a:gd name="connsiteY71" fmla="*/ 32536 h 95983"/>
                  <a:gd name="connsiteX72" fmla="*/ 19541 w 189976"/>
                  <a:gd name="connsiteY72" fmla="*/ 32536 h 95983"/>
                  <a:gd name="connsiteX73" fmla="*/ 20616 w 189976"/>
                  <a:gd name="connsiteY73" fmla="*/ 31460 h 95983"/>
                  <a:gd name="connsiteX74" fmla="*/ 21690 w 189976"/>
                  <a:gd name="connsiteY74" fmla="*/ 29309 h 95983"/>
                  <a:gd name="connsiteX75" fmla="*/ 21690 w 189976"/>
                  <a:gd name="connsiteY75" fmla="*/ 26083 h 95983"/>
                  <a:gd name="connsiteX76" fmla="*/ 21690 w 189976"/>
                  <a:gd name="connsiteY76" fmla="*/ 25008 h 95983"/>
                  <a:gd name="connsiteX77" fmla="*/ 23840 w 189976"/>
                  <a:gd name="connsiteY77" fmla="*/ 25008 h 95983"/>
                  <a:gd name="connsiteX78" fmla="*/ 23840 w 189976"/>
                  <a:gd name="connsiteY78" fmla="*/ 20706 h 95983"/>
                  <a:gd name="connsiteX79" fmla="*/ 24914 w 189976"/>
                  <a:gd name="connsiteY79" fmla="*/ 20706 h 95983"/>
                  <a:gd name="connsiteX80" fmla="*/ 25989 w 189976"/>
                  <a:gd name="connsiteY80" fmla="*/ 19631 h 95983"/>
                  <a:gd name="connsiteX81" fmla="*/ 24914 w 189976"/>
                  <a:gd name="connsiteY81" fmla="*/ 18556 h 95983"/>
                  <a:gd name="connsiteX82" fmla="*/ 23840 w 189976"/>
                  <a:gd name="connsiteY82" fmla="*/ 17480 h 95983"/>
                  <a:gd name="connsiteX83" fmla="*/ 25989 w 189976"/>
                  <a:gd name="connsiteY83" fmla="*/ 17480 h 95983"/>
                  <a:gd name="connsiteX84" fmla="*/ 29213 w 189976"/>
                  <a:gd name="connsiteY84" fmla="*/ 16405 h 95983"/>
                  <a:gd name="connsiteX85" fmla="*/ 31362 w 189976"/>
                  <a:gd name="connsiteY85" fmla="*/ 13179 h 95983"/>
                  <a:gd name="connsiteX86" fmla="*/ 32436 w 189976"/>
                  <a:gd name="connsiteY86" fmla="*/ 11028 h 95983"/>
                  <a:gd name="connsiteX87" fmla="*/ 33511 w 189976"/>
                  <a:gd name="connsiteY87" fmla="*/ 9952 h 95983"/>
                  <a:gd name="connsiteX88" fmla="*/ 34586 w 189976"/>
                  <a:gd name="connsiteY88" fmla="*/ 7802 h 95983"/>
                  <a:gd name="connsiteX89" fmla="*/ 36735 w 189976"/>
                  <a:gd name="connsiteY89" fmla="*/ 5651 h 95983"/>
                  <a:gd name="connsiteX90" fmla="*/ 37810 w 189976"/>
                  <a:gd name="connsiteY90" fmla="*/ 2425 h 95983"/>
                  <a:gd name="connsiteX91" fmla="*/ 33511 w 189976"/>
                  <a:gd name="connsiteY91" fmla="*/ 4576 h 95983"/>
                  <a:gd name="connsiteX92" fmla="*/ 31362 w 189976"/>
                  <a:gd name="connsiteY92" fmla="*/ 8877 h 95983"/>
                  <a:gd name="connsiteX93" fmla="*/ 29213 w 189976"/>
                  <a:gd name="connsiteY93" fmla="*/ 12103 h 95983"/>
                  <a:gd name="connsiteX94" fmla="*/ 29213 w 189976"/>
                  <a:gd name="connsiteY94" fmla="*/ 11028 h 95983"/>
                  <a:gd name="connsiteX95" fmla="*/ 30287 w 189976"/>
                  <a:gd name="connsiteY95" fmla="*/ 9952 h 95983"/>
                  <a:gd name="connsiteX96" fmla="*/ 28138 w 189976"/>
                  <a:gd name="connsiteY96" fmla="*/ 9952 h 95983"/>
                  <a:gd name="connsiteX97" fmla="*/ 27063 w 189976"/>
                  <a:gd name="connsiteY97" fmla="*/ 13179 h 95983"/>
                  <a:gd name="connsiteX98" fmla="*/ 25989 w 189976"/>
                  <a:gd name="connsiteY98" fmla="*/ 15329 h 95983"/>
                  <a:gd name="connsiteX99" fmla="*/ 24914 w 189976"/>
                  <a:gd name="connsiteY99" fmla="*/ 15329 h 95983"/>
                  <a:gd name="connsiteX100" fmla="*/ 24914 w 189976"/>
                  <a:gd name="connsiteY100" fmla="*/ 14254 h 95983"/>
                  <a:gd name="connsiteX101" fmla="*/ 20616 w 189976"/>
                  <a:gd name="connsiteY101" fmla="*/ 21782 h 95983"/>
                  <a:gd name="connsiteX102" fmla="*/ 19541 w 189976"/>
                  <a:gd name="connsiteY102" fmla="*/ 22857 h 95983"/>
                  <a:gd name="connsiteX103" fmla="*/ 17392 w 189976"/>
                  <a:gd name="connsiteY103" fmla="*/ 25008 h 95983"/>
                  <a:gd name="connsiteX104" fmla="*/ 15243 w 189976"/>
                  <a:gd name="connsiteY104" fmla="*/ 27159 h 95983"/>
                  <a:gd name="connsiteX105" fmla="*/ 13093 w 189976"/>
                  <a:gd name="connsiteY105" fmla="*/ 37913 h 9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89976" h="95983">
                    <a:moveTo>
                      <a:pt x="12018" y="34686"/>
                    </a:moveTo>
                    <a:cubicBezTo>
                      <a:pt x="13093" y="33611"/>
                      <a:pt x="15243" y="30385"/>
                      <a:pt x="16317" y="28234"/>
                    </a:cubicBezTo>
                    <a:cubicBezTo>
                      <a:pt x="19541" y="23932"/>
                      <a:pt x="23840" y="16405"/>
                      <a:pt x="25989" y="15329"/>
                    </a:cubicBezTo>
                    <a:cubicBezTo>
                      <a:pt x="27063" y="14254"/>
                      <a:pt x="27063" y="14254"/>
                      <a:pt x="27063" y="13179"/>
                    </a:cubicBezTo>
                    <a:cubicBezTo>
                      <a:pt x="27063" y="12103"/>
                      <a:pt x="28138" y="11028"/>
                      <a:pt x="29213" y="9952"/>
                    </a:cubicBezTo>
                    <a:cubicBezTo>
                      <a:pt x="30287" y="8877"/>
                      <a:pt x="32436" y="6726"/>
                      <a:pt x="33511" y="5651"/>
                    </a:cubicBezTo>
                    <a:cubicBezTo>
                      <a:pt x="36735" y="1349"/>
                      <a:pt x="44258" y="-801"/>
                      <a:pt x="51780" y="274"/>
                    </a:cubicBezTo>
                    <a:cubicBezTo>
                      <a:pt x="53929" y="274"/>
                      <a:pt x="60377" y="6726"/>
                      <a:pt x="60377" y="7802"/>
                    </a:cubicBezTo>
                    <a:cubicBezTo>
                      <a:pt x="61452" y="13179"/>
                      <a:pt x="59302" y="16405"/>
                      <a:pt x="51780" y="23932"/>
                    </a:cubicBezTo>
                    <a:cubicBezTo>
                      <a:pt x="47482" y="28234"/>
                      <a:pt x="44258" y="31460"/>
                      <a:pt x="44258" y="32536"/>
                    </a:cubicBezTo>
                    <a:cubicBezTo>
                      <a:pt x="44258" y="33611"/>
                      <a:pt x="41034" y="36837"/>
                      <a:pt x="37810" y="41139"/>
                    </a:cubicBezTo>
                    <a:cubicBezTo>
                      <a:pt x="22765" y="61571"/>
                      <a:pt x="17392" y="71249"/>
                      <a:pt x="18466" y="75551"/>
                    </a:cubicBezTo>
                    <a:cubicBezTo>
                      <a:pt x="18466" y="76626"/>
                      <a:pt x="19541" y="77702"/>
                      <a:pt x="20616" y="77702"/>
                    </a:cubicBezTo>
                    <a:cubicBezTo>
                      <a:pt x="21690" y="77702"/>
                      <a:pt x="23840" y="76626"/>
                      <a:pt x="25989" y="74476"/>
                    </a:cubicBezTo>
                    <a:cubicBezTo>
                      <a:pt x="27063" y="73400"/>
                      <a:pt x="28138" y="73400"/>
                      <a:pt x="28138" y="73400"/>
                    </a:cubicBezTo>
                    <a:cubicBezTo>
                      <a:pt x="29213" y="73400"/>
                      <a:pt x="29213" y="72325"/>
                      <a:pt x="29213" y="72325"/>
                    </a:cubicBezTo>
                    <a:cubicBezTo>
                      <a:pt x="29213" y="72325"/>
                      <a:pt x="29213" y="71249"/>
                      <a:pt x="30287" y="72325"/>
                    </a:cubicBezTo>
                    <a:cubicBezTo>
                      <a:pt x="31362" y="72325"/>
                      <a:pt x="34586" y="69099"/>
                      <a:pt x="38884" y="64797"/>
                    </a:cubicBezTo>
                    <a:cubicBezTo>
                      <a:pt x="48556" y="55119"/>
                      <a:pt x="53929" y="47591"/>
                      <a:pt x="65750" y="31460"/>
                    </a:cubicBezTo>
                    <a:cubicBezTo>
                      <a:pt x="71123" y="25008"/>
                      <a:pt x="77571" y="17480"/>
                      <a:pt x="79721" y="15329"/>
                    </a:cubicBezTo>
                    <a:cubicBezTo>
                      <a:pt x="81870" y="13179"/>
                      <a:pt x="84019" y="11028"/>
                      <a:pt x="84019" y="9952"/>
                    </a:cubicBezTo>
                    <a:cubicBezTo>
                      <a:pt x="84019" y="9952"/>
                      <a:pt x="84019" y="8877"/>
                      <a:pt x="85094" y="9952"/>
                    </a:cubicBezTo>
                    <a:cubicBezTo>
                      <a:pt x="86168" y="9952"/>
                      <a:pt x="87243" y="8877"/>
                      <a:pt x="89392" y="7802"/>
                    </a:cubicBezTo>
                    <a:cubicBezTo>
                      <a:pt x="90467" y="6726"/>
                      <a:pt x="91541" y="5651"/>
                      <a:pt x="92616" y="5651"/>
                    </a:cubicBezTo>
                    <a:cubicBezTo>
                      <a:pt x="93691" y="5651"/>
                      <a:pt x="94766" y="6726"/>
                      <a:pt x="95840" y="6726"/>
                    </a:cubicBezTo>
                    <a:cubicBezTo>
                      <a:pt x="95840" y="6726"/>
                      <a:pt x="95840" y="6726"/>
                      <a:pt x="95840" y="7802"/>
                    </a:cubicBezTo>
                    <a:cubicBezTo>
                      <a:pt x="101213" y="9952"/>
                      <a:pt x="103363" y="14254"/>
                      <a:pt x="101213" y="21782"/>
                    </a:cubicBezTo>
                    <a:cubicBezTo>
                      <a:pt x="97989" y="31460"/>
                      <a:pt x="91541" y="45440"/>
                      <a:pt x="91541" y="49742"/>
                    </a:cubicBezTo>
                    <a:cubicBezTo>
                      <a:pt x="90467" y="58345"/>
                      <a:pt x="91541" y="63722"/>
                      <a:pt x="92616" y="64797"/>
                    </a:cubicBezTo>
                    <a:cubicBezTo>
                      <a:pt x="93691" y="65872"/>
                      <a:pt x="96915" y="65872"/>
                      <a:pt x="100139" y="65872"/>
                    </a:cubicBezTo>
                    <a:cubicBezTo>
                      <a:pt x="104437" y="65872"/>
                      <a:pt x="107661" y="64797"/>
                      <a:pt x="110885" y="64797"/>
                    </a:cubicBezTo>
                    <a:cubicBezTo>
                      <a:pt x="116258" y="63722"/>
                      <a:pt x="127005" y="59420"/>
                      <a:pt x="130228" y="58345"/>
                    </a:cubicBezTo>
                    <a:cubicBezTo>
                      <a:pt x="131303" y="58345"/>
                      <a:pt x="133453" y="57269"/>
                      <a:pt x="135602" y="56194"/>
                    </a:cubicBezTo>
                    <a:cubicBezTo>
                      <a:pt x="138826" y="55119"/>
                      <a:pt x="162467" y="43289"/>
                      <a:pt x="164617" y="41139"/>
                    </a:cubicBezTo>
                    <a:cubicBezTo>
                      <a:pt x="165692" y="40063"/>
                      <a:pt x="167841" y="38988"/>
                      <a:pt x="171065" y="37913"/>
                    </a:cubicBezTo>
                    <a:cubicBezTo>
                      <a:pt x="179662" y="32536"/>
                      <a:pt x="181811" y="31460"/>
                      <a:pt x="185035" y="30385"/>
                    </a:cubicBezTo>
                    <a:cubicBezTo>
                      <a:pt x="187184" y="29309"/>
                      <a:pt x="189333" y="28234"/>
                      <a:pt x="189333" y="29309"/>
                    </a:cubicBezTo>
                    <a:cubicBezTo>
                      <a:pt x="190408" y="29309"/>
                      <a:pt x="190408" y="30385"/>
                      <a:pt x="187184" y="32536"/>
                    </a:cubicBezTo>
                    <a:cubicBezTo>
                      <a:pt x="185035" y="33611"/>
                      <a:pt x="182886" y="34686"/>
                      <a:pt x="182886" y="34686"/>
                    </a:cubicBezTo>
                    <a:cubicBezTo>
                      <a:pt x="181811" y="34686"/>
                      <a:pt x="181811" y="34686"/>
                      <a:pt x="182886" y="35762"/>
                    </a:cubicBezTo>
                    <a:cubicBezTo>
                      <a:pt x="183960" y="36837"/>
                      <a:pt x="169990" y="50817"/>
                      <a:pt x="168915" y="50817"/>
                    </a:cubicBezTo>
                    <a:cubicBezTo>
                      <a:pt x="167841" y="50817"/>
                      <a:pt x="166766" y="51893"/>
                      <a:pt x="164617" y="54043"/>
                    </a:cubicBezTo>
                    <a:cubicBezTo>
                      <a:pt x="162467" y="56194"/>
                      <a:pt x="160318" y="57269"/>
                      <a:pt x="160318" y="57269"/>
                    </a:cubicBezTo>
                    <a:cubicBezTo>
                      <a:pt x="160318" y="57269"/>
                      <a:pt x="159244" y="57269"/>
                      <a:pt x="159244" y="58345"/>
                    </a:cubicBezTo>
                    <a:cubicBezTo>
                      <a:pt x="159244" y="58345"/>
                      <a:pt x="160318" y="59420"/>
                      <a:pt x="160318" y="59420"/>
                    </a:cubicBezTo>
                    <a:cubicBezTo>
                      <a:pt x="161393" y="59420"/>
                      <a:pt x="160318" y="60495"/>
                      <a:pt x="158169" y="60495"/>
                    </a:cubicBezTo>
                    <a:cubicBezTo>
                      <a:pt x="156020" y="61571"/>
                      <a:pt x="154945" y="62646"/>
                      <a:pt x="154945" y="62646"/>
                    </a:cubicBezTo>
                    <a:cubicBezTo>
                      <a:pt x="154945" y="63722"/>
                      <a:pt x="152796" y="64797"/>
                      <a:pt x="150646" y="65872"/>
                    </a:cubicBezTo>
                    <a:cubicBezTo>
                      <a:pt x="148497" y="66948"/>
                      <a:pt x="146348" y="68023"/>
                      <a:pt x="146348" y="68023"/>
                    </a:cubicBezTo>
                    <a:cubicBezTo>
                      <a:pt x="146348" y="68023"/>
                      <a:pt x="146348" y="69099"/>
                      <a:pt x="147423" y="68023"/>
                    </a:cubicBezTo>
                    <a:cubicBezTo>
                      <a:pt x="150646" y="66948"/>
                      <a:pt x="152796" y="65872"/>
                      <a:pt x="156020" y="64797"/>
                    </a:cubicBezTo>
                    <a:cubicBezTo>
                      <a:pt x="159244" y="63722"/>
                      <a:pt x="159244" y="63722"/>
                      <a:pt x="157094" y="64797"/>
                    </a:cubicBezTo>
                    <a:cubicBezTo>
                      <a:pt x="154945" y="65872"/>
                      <a:pt x="150646" y="69099"/>
                      <a:pt x="139900" y="73400"/>
                    </a:cubicBezTo>
                    <a:cubicBezTo>
                      <a:pt x="136676" y="74476"/>
                      <a:pt x="133453" y="76626"/>
                      <a:pt x="132378" y="77702"/>
                    </a:cubicBezTo>
                    <a:cubicBezTo>
                      <a:pt x="130228" y="79852"/>
                      <a:pt x="109810" y="82003"/>
                      <a:pt x="107661" y="80928"/>
                    </a:cubicBezTo>
                    <a:cubicBezTo>
                      <a:pt x="106587" y="80928"/>
                      <a:pt x="104437" y="79852"/>
                      <a:pt x="102288" y="79852"/>
                    </a:cubicBezTo>
                    <a:cubicBezTo>
                      <a:pt x="97989" y="79852"/>
                      <a:pt x="92616" y="80928"/>
                      <a:pt x="87243" y="76626"/>
                    </a:cubicBezTo>
                    <a:cubicBezTo>
                      <a:pt x="80795" y="71249"/>
                      <a:pt x="75422" y="65872"/>
                      <a:pt x="73273" y="58345"/>
                    </a:cubicBezTo>
                    <a:cubicBezTo>
                      <a:pt x="72198" y="56194"/>
                      <a:pt x="72198" y="51893"/>
                      <a:pt x="73273" y="47591"/>
                    </a:cubicBezTo>
                    <a:cubicBezTo>
                      <a:pt x="61452" y="59420"/>
                      <a:pt x="45332" y="79852"/>
                      <a:pt x="33511" y="89531"/>
                    </a:cubicBezTo>
                    <a:cubicBezTo>
                      <a:pt x="29213" y="92757"/>
                      <a:pt x="27063" y="95983"/>
                      <a:pt x="22765" y="95983"/>
                    </a:cubicBezTo>
                    <a:cubicBezTo>
                      <a:pt x="18466" y="95983"/>
                      <a:pt x="12018" y="91682"/>
                      <a:pt x="7720" y="86305"/>
                    </a:cubicBezTo>
                    <a:cubicBezTo>
                      <a:pt x="6645" y="84154"/>
                      <a:pt x="5571" y="83079"/>
                      <a:pt x="5571" y="84154"/>
                    </a:cubicBezTo>
                    <a:cubicBezTo>
                      <a:pt x="4496" y="85229"/>
                      <a:pt x="1272" y="79852"/>
                      <a:pt x="197" y="74476"/>
                    </a:cubicBezTo>
                    <a:cubicBezTo>
                      <a:pt x="-877" y="60495"/>
                      <a:pt x="2347" y="51893"/>
                      <a:pt x="12018" y="34686"/>
                    </a:cubicBezTo>
                    <a:close/>
                    <a:moveTo>
                      <a:pt x="13093" y="37913"/>
                    </a:moveTo>
                    <a:cubicBezTo>
                      <a:pt x="13093" y="38988"/>
                      <a:pt x="14168" y="38988"/>
                      <a:pt x="14168" y="37913"/>
                    </a:cubicBezTo>
                    <a:cubicBezTo>
                      <a:pt x="15243" y="36837"/>
                      <a:pt x="15243" y="36837"/>
                      <a:pt x="15243" y="37913"/>
                    </a:cubicBezTo>
                    <a:cubicBezTo>
                      <a:pt x="15243" y="37913"/>
                      <a:pt x="16317" y="37913"/>
                      <a:pt x="16317" y="36837"/>
                    </a:cubicBezTo>
                    <a:cubicBezTo>
                      <a:pt x="16317" y="35762"/>
                      <a:pt x="16317" y="35762"/>
                      <a:pt x="16317" y="35762"/>
                    </a:cubicBezTo>
                    <a:cubicBezTo>
                      <a:pt x="16317" y="35762"/>
                      <a:pt x="15243" y="34686"/>
                      <a:pt x="15243" y="33611"/>
                    </a:cubicBezTo>
                    <a:cubicBezTo>
                      <a:pt x="15243" y="31460"/>
                      <a:pt x="15243" y="31460"/>
                      <a:pt x="16317" y="32536"/>
                    </a:cubicBezTo>
                    <a:cubicBezTo>
                      <a:pt x="17392" y="33611"/>
                      <a:pt x="17392" y="33611"/>
                      <a:pt x="19541" y="32536"/>
                    </a:cubicBezTo>
                    <a:cubicBezTo>
                      <a:pt x="20616" y="31460"/>
                      <a:pt x="21690" y="31460"/>
                      <a:pt x="20616" y="31460"/>
                    </a:cubicBezTo>
                    <a:cubicBezTo>
                      <a:pt x="20616" y="31460"/>
                      <a:pt x="20616" y="30385"/>
                      <a:pt x="21690" y="29309"/>
                    </a:cubicBezTo>
                    <a:cubicBezTo>
                      <a:pt x="22765" y="28234"/>
                      <a:pt x="22765" y="27159"/>
                      <a:pt x="21690" y="26083"/>
                    </a:cubicBezTo>
                    <a:cubicBezTo>
                      <a:pt x="20616" y="25008"/>
                      <a:pt x="21690" y="23932"/>
                      <a:pt x="21690" y="25008"/>
                    </a:cubicBezTo>
                    <a:cubicBezTo>
                      <a:pt x="22765" y="26083"/>
                      <a:pt x="22765" y="26083"/>
                      <a:pt x="23840" y="25008"/>
                    </a:cubicBezTo>
                    <a:cubicBezTo>
                      <a:pt x="25989" y="23932"/>
                      <a:pt x="24914" y="21782"/>
                      <a:pt x="23840" y="20706"/>
                    </a:cubicBezTo>
                    <a:cubicBezTo>
                      <a:pt x="22765" y="20706"/>
                      <a:pt x="23840" y="20706"/>
                      <a:pt x="24914" y="20706"/>
                    </a:cubicBezTo>
                    <a:cubicBezTo>
                      <a:pt x="25989" y="20706"/>
                      <a:pt x="27063" y="20706"/>
                      <a:pt x="25989" y="19631"/>
                    </a:cubicBezTo>
                    <a:cubicBezTo>
                      <a:pt x="25989" y="18556"/>
                      <a:pt x="24914" y="18556"/>
                      <a:pt x="24914" y="18556"/>
                    </a:cubicBezTo>
                    <a:cubicBezTo>
                      <a:pt x="24914" y="18556"/>
                      <a:pt x="23840" y="18556"/>
                      <a:pt x="23840" y="17480"/>
                    </a:cubicBezTo>
                    <a:cubicBezTo>
                      <a:pt x="23840" y="17480"/>
                      <a:pt x="24914" y="16405"/>
                      <a:pt x="25989" y="17480"/>
                    </a:cubicBezTo>
                    <a:cubicBezTo>
                      <a:pt x="28138" y="17480"/>
                      <a:pt x="28138" y="17480"/>
                      <a:pt x="29213" y="16405"/>
                    </a:cubicBezTo>
                    <a:cubicBezTo>
                      <a:pt x="29213" y="15329"/>
                      <a:pt x="30287" y="14254"/>
                      <a:pt x="31362" y="13179"/>
                    </a:cubicBezTo>
                    <a:cubicBezTo>
                      <a:pt x="32436" y="12103"/>
                      <a:pt x="32436" y="11028"/>
                      <a:pt x="32436" y="11028"/>
                    </a:cubicBezTo>
                    <a:cubicBezTo>
                      <a:pt x="32436" y="9952"/>
                      <a:pt x="32436" y="9952"/>
                      <a:pt x="33511" y="9952"/>
                    </a:cubicBezTo>
                    <a:cubicBezTo>
                      <a:pt x="34586" y="9952"/>
                      <a:pt x="34586" y="8877"/>
                      <a:pt x="34586" y="7802"/>
                    </a:cubicBezTo>
                    <a:cubicBezTo>
                      <a:pt x="34586" y="6726"/>
                      <a:pt x="35661" y="5651"/>
                      <a:pt x="36735" y="5651"/>
                    </a:cubicBezTo>
                    <a:cubicBezTo>
                      <a:pt x="37810" y="5651"/>
                      <a:pt x="38884" y="3500"/>
                      <a:pt x="37810" y="2425"/>
                    </a:cubicBezTo>
                    <a:cubicBezTo>
                      <a:pt x="37810" y="2425"/>
                      <a:pt x="35661" y="3500"/>
                      <a:pt x="33511" y="4576"/>
                    </a:cubicBezTo>
                    <a:cubicBezTo>
                      <a:pt x="30287" y="6726"/>
                      <a:pt x="30287" y="7802"/>
                      <a:pt x="31362" y="8877"/>
                    </a:cubicBezTo>
                    <a:cubicBezTo>
                      <a:pt x="32436" y="11028"/>
                      <a:pt x="31362" y="12103"/>
                      <a:pt x="29213" y="12103"/>
                    </a:cubicBezTo>
                    <a:cubicBezTo>
                      <a:pt x="28138" y="12103"/>
                      <a:pt x="28138" y="12103"/>
                      <a:pt x="29213" y="11028"/>
                    </a:cubicBezTo>
                    <a:cubicBezTo>
                      <a:pt x="30287" y="11028"/>
                      <a:pt x="30287" y="9952"/>
                      <a:pt x="30287" y="9952"/>
                    </a:cubicBezTo>
                    <a:cubicBezTo>
                      <a:pt x="30287" y="8877"/>
                      <a:pt x="29213" y="8877"/>
                      <a:pt x="28138" y="9952"/>
                    </a:cubicBezTo>
                    <a:cubicBezTo>
                      <a:pt x="27063" y="11028"/>
                      <a:pt x="25989" y="13179"/>
                      <a:pt x="27063" y="13179"/>
                    </a:cubicBezTo>
                    <a:cubicBezTo>
                      <a:pt x="28138" y="13179"/>
                      <a:pt x="28138" y="15329"/>
                      <a:pt x="25989" y="15329"/>
                    </a:cubicBezTo>
                    <a:cubicBezTo>
                      <a:pt x="24914" y="15329"/>
                      <a:pt x="24914" y="15329"/>
                      <a:pt x="24914" y="15329"/>
                    </a:cubicBezTo>
                    <a:cubicBezTo>
                      <a:pt x="24914" y="15329"/>
                      <a:pt x="24914" y="14254"/>
                      <a:pt x="24914" y="14254"/>
                    </a:cubicBezTo>
                    <a:cubicBezTo>
                      <a:pt x="23840" y="14254"/>
                      <a:pt x="20616" y="20706"/>
                      <a:pt x="20616" y="21782"/>
                    </a:cubicBezTo>
                    <a:cubicBezTo>
                      <a:pt x="20616" y="22857"/>
                      <a:pt x="20616" y="22857"/>
                      <a:pt x="19541" y="22857"/>
                    </a:cubicBezTo>
                    <a:cubicBezTo>
                      <a:pt x="18466" y="21782"/>
                      <a:pt x="17392" y="23932"/>
                      <a:pt x="17392" y="25008"/>
                    </a:cubicBezTo>
                    <a:cubicBezTo>
                      <a:pt x="17392" y="26083"/>
                      <a:pt x="16317" y="26083"/>
                      <a:pt x="15243" y="27159"/>
                    </a:cubicBezTo>
                    <a:cubicBezTo>
                      <a:pt x="16317" y="31460"/>
                      <a:pt x="12018" y="36837"/>
                      <a:pt x="13093" y="37913"/>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57" name="Freeform 56">
                <a:extLst>
                  <a:ext uri="{FF2B5EF4-FFF2-40B4-BE49-F238E27FC236}">
                    <a16:creationId xmlns:a16="http://schemas.microsoft.com/office/drawing/2014/main" id="{A1AAF934-BC1D-7AAF-AB57-24300A8CCBFD}"/>
                  </a:ext>
                </a:extLst>
              </p:cNvPr>
              <p:cNvSpPr/>
              <p:nvPr/>
            </p:nvSpPr>
            <p:spPr>
              <a:xfrm>
                <a:off x="4103603" y="3419592"/>
                <a:ext cx="182894" cy="123126"/>
              </a:xfrm>
              <a:custGeom>
                <a:avLst/>
                <a:gdLst>
                  <a:gd name="connsiteX0" fmla="*/ 7283 w 182894"/>
                  <a:gd name="connsiteY0" fmla="*/ 84955 h 123126"/>
                  <a:gd name="connsiteX1" fmla="*/ 16955 w 182894"/>
                  <a:gd name="connsiteY1" fmla="*/ 65599 h 123126"/>
                  <a:gd name="connsiteX2" fmla="*/ 18030 w 182894"/>
                  <a:gd name="connsiteY2" fmla="*/ 64523 h 123126"/>
                  <a:gd name="connsiteX3" fmla="*/ 22328 w 182894"/>
                  <a:gd name="connsiteY3" fmla="*/ 56995 h 123126"/>
                  <a:gd name="connsiteX4" fmla="*/ 23403 w 182894"/>
                  <a:gd name="connsiteY4" fmla="*/ 55920 h 123126"/>
                  <a:gd name="connsiteX5" fmla="*/ 26627 w 182894"/>
                  <a:gd name="connsiteY5" fmla="*/ 51618 h 123126"/>
                  <a:gd name="connsiteX6" fmla="*/ 35224 w 182894"/>
                  <a:gd name="connsiteY6" fmla="*/ 36563 h 123126"/>
                  <a:gd name="connsiteX7" fmla="*/ 43821 w 182894"/>
                  <a:gd name="connsiteY7" fmla="*/ 21508 h 123126"/>
                  <a:gd name="connsiteX8" fmla="*/ 45970 w 182894"/>
                  <a:gd name="connsiteY8" fmla="*/ 17206 h 123126"/>
                  <a:gd name="connsiteX9" fmla="*/ 47045 w 182894"/>
                  <a:gd name="connsiteY9" fmla="*/ 15055 h 123126"/>
                  <a:gd name="connsiteX10" fmla="*/ 49194 w 182894"/>
                  <a:gd name="connsiteY10" fmla="*/ 11829 h 123126"/>
                  <a:gd name="connsiteX11" fmla="*/ 50269 w 182894"/>
                  <a:gd name="connsiteY11" fmla="*/ 9679 h 123126"/>
                  <a:gd name="connsiteX12" fmla="*/ 53493 w 182894"/>
                  <a:gd name="connsiteY12" fmla="*/ 4302 h 123126"/>
                  <a:gd name="connsiteX13" fmla="*/ 56717 w 182894"/>
                  <a:gd name="connsiteY13" fmla="*/ 1075 h 123126"/>
                  <a:gd name="connsiteX14" fmla="*/ 57791 w 182894"/>
                  <a:gd name="connsiteY14" fmla="*/ 1075 h 123126"/>
                  <a:gd name="connsiteX15" fmla="*/ 63164 w 182894"/>
                  <a:gd name="connsiteY15" fmla="*/ 0 h 123126"/>
                  <a:gd name="connsiteX16" fmla="*/ 69612 w 182894"/>
                  <a:gd name="connsiteY16" fmla="*/ 2151 h 123126"/>
                  <a:gd name="connsiteX17" fmla="*/ 73911 w 182894"/>
                  <a:gd name="connsiteY17" fmla="*/ 11829 h 123126"/>
                  <a:gd name="connsiteX18" fmla="*/ 67463 w 182894"/>
                  <a:gd name="connsiteY18" fmla="*/ 23658 h 123126"/>
                  <a:gd name="connsiteX19" fmla="*/ 65314 w 182894"/>
                  <a:gd name="connsiteY19" fmla="*/ 26885 h 123126"/>
                  <a:gd name="connsiteX20" fmla="*/ 64239 w 182894"/>
                  <a:gd name="connsiteY20" fmla="*/ 29035 h 123126"/>
                  <a:gd name="connsiteX21" fmla="*/ 52418 w 182894"/>
                  <a:gd name="connsiteY21" fmla="*/ 48392 h 123126"/>
                  <a:gd name="connsiteX22" fmla="*/ 51343 w 182894"/>
                  <a:gd name="connsiteY22" fmla="*/ 49468 h 123126"/>
                  <a:gd name="connsiteX23" fmla="*/ 49194 w 182894"/>
                  <a:gd name="connsiteY23" fmla="*/ 51618 h 123126"/>
                  <a:gd name="connsiteX24" fmla="*/ 52418 w 182894"/>
                  <a:gd name="connsiteY24" fmla="*/ 51618 h 123126"/>
                  <a:gd name="connsiteX25" fmla="*/ 58866 w 182894"/>
                  <a:gd name="connsiteY25" fmla="*/ 46242 h 123126"/>
                  <a:gd name="connsiteX26" fmla="*/ 79284 w 182894"/>
                  <a:gd name="connsiteY26" fmla="*/ 32262 h 123126"/>
                  <a:gd name="connsiteX27" fmla="*/ 84657 w 182894"/>
                  <a:gd name="connsiteY27" fmla="*/ 32262 h 123126"/>
                  <a:gd name="connsiteX28" fmla="*/ 90030 w 182894"/>
                  <a:gd name="connsiteY28" fmla="*/ 32262 h 123126"/>
                  <a:gd name="connsiteX29" fmla="*/ 93254 w 182894"/>
                  <a:gd name="connsiteY29" fmla="*/ 33337 h 123126"/>
                  <a:gd name="connsiteX30" fmla="*/ 96478 w 182894"/>
                  <a:gd name="connsiteY30" fmla="*/ 34412 h 123126"/>
                  <a:gd name="connsiteX31" fmla="*/ 98627 w 182894"/>
                  <a:gd name="connsiteY31" fmla="*/ 35488 h 123126"/>
                  <a:gd name="connsiteX32" fmla="*/ 100777 w 182894"/>
                  <a:gd name="connsiteY32" fmla="*/ 36563 h 123126"/>
                  <a:gd name="connsiteX33" fmla="*/ 105075 w 182894"/>
                  <a:gd name="connsiteY33" fmla="*/ 40865 h 123126"/>
                  <a:gd name="connsiteX34" fmla="*/ 117971 w 182894"/>
                  <a:gd name="connsiteY34" fmla="*/ 55920 h 123126"/>
                  <a:gd name="connsiteX35" fmla="*/ 145912 w 182894"/>
                  <a:gd name="connsiteY35" fmla="*/ 48392 h 123126"/>
                  <a:gd name="connsiteX36" fmla="*/ 155583 w 182894"/>
                  <a:gd name="connsiteY36" fmla="*/ 44091 h 123126"/>
                  <a:gd name="connsiteX37" fmla="*/ 166330 w 182894"/>
                  <a:gd name="connsiteY37" fmla="*/ 38714 h 123126"/>
                  <a:gd name="connsiteX38" fmla="*/ 181374 w 182894"/>
                  <a:gd name="connsiteY38" fmla="*/ 33337 h 123126"/>
                  <a:gd name="connsiteX39" fmla="*/ 182449 w 182894"/>
                  <a:gd name="connsiteY39" fmla="*/ 36563 h 123126"/>
                  <a:gd name="connsiteX40" fmla="*/ 182449 w 182894"/>
                  <a:gd name="connsiteY40" fmla="*/ 37638 h 123126"/>
                  <a:gd name="connsiteX41" fmla="*/ 176001 w 182894"/>
                  <a:gd name="connsiteY41" fmla="*/ 43015 h 123126"/>
                  <a:gd name="connsiteX42" fmla="*/ 123344 w 182894"/>
                  <a:gd name="connsiteY42" fmla="*/ 66674 h 123126"/>
                  <a:gd name="connsiteX43" fmla="*/ 96478 w 182894"/>
                  <a:gd name="connsiteY43" fmla="*/ 54845 h 123126"/>
                  <a:gd name="connsiteX44" fmla="*/ 91105 w 182894"/>
                  <a:gd name="connsiteY44" fmla="*/ 49468 h 123126"/>
                  <a:gd name="connsiteX45" fmla="*/ 87881 w 182894"/>
                  <a:gd name="connsiteY45" fmla="*/ 51618 h 123126"/>
                  <a:gd name="connsiteX46" fmla="*/ 83582 w 182894"/>
                  <a:gd name="connsiteY46" fmla="*/ 53769 h 123126"/>
                  <a:gd name="connsiteX47" fmla="*/ 72836 w 182894"/>
                  <a:gd name="connsiteY47" fmla="*/ 63448 h 123126"/>
                  <a:gd name="connsiteX48" fmla="*/ 33075 w 182894"/>
                  <a:gd name="connsiteY48" fmla="*/ 106463 h 123126"/>
                  <a:gd name="connsiteX49" fmla="*/ 22328 w 182894"/>
                  <a:gd name="connsiteY49" fmla="*/ 117217 h 123126"/>
                  <a:gd name="connsiteX50" fmla="*/ 11582 w 182894"/>
                  <a:gd name="connsiteY50" fmla="*/ 122594 h 123126"/>
                  <a:gd name="connsiteX51" fmla="*/ 6209 w 182894"/>
                  <a:gd name="connsiteY51" fmla="*/ 116142 h 123126"/>
                  <a:gd name="connsiteX52" fmla="*/ 2985 w 182894"/>
                  <a:gd name="connsiteY52" fmla="*/ 111840 h 123126"/>
                  <a:gd name="connsiteX53" fmla="*/ 7283 w 182894"/>
                  <a:gd name="connsiteY53" fmla="*/ 84955 h 12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2894" h="123126">
                    <a:moveTo>
                      <a:pt x="7283" y="84955"/>
                    </a:moveTo>
                    <a:cubicBezTo>
                      <a:pt x="9433" y="80654"/>
                      <a:pt x="16955" y="65599"/>
                      <a:pt x="16955" y="65599"/>
                    </a:cubicBezTo>
                    <a:cubicBezTo>
                      <a:pt x="16955" y="64523"/>
                      <a:pt x="16955" y="64523"/>
                      <a:pt x="18030" y="64523"/>
                    </a:cubicBezTo>
                    <a:cubicBezTo>
                      <a:pt x="19104" y="64523"/>
                      <a:pt x="22328" y="58071"/>
                      <a:pt x="22328" y="56995"/>
                    </a:cubicBezTo>
                    <a:cubicBezTo>
                      <a:pt x="22328" y="55920"/>
                      <a:pt x="22328" y="55920"/>
                      <a:pt x="23403" y="55920"/>
                    </a:cubicBezTo>
                    <a:cubicBezTo>
                      <a:pt x="23403" y="55920"/>
                      <a:pt x="25552" y="53769"/>
                      <a:pt x="26627" y="51618"/>
                    </a:cubicBezTo>
                    <a:cubicBezTo>
                      <a:pt x="27702" y="49468"/>
                      <a:pt x="30925" y="41940"/>
                      <a:pt x="35224" y="36563"/>
                    </a:cubicBezTo>
                    <a:cubicBezTo>
                      <a:pt x="38448" y="30111"/>
                      <a:pt x="42746" y="23658"/>
                      <a:pt x="43821" y="21508"/>
                    </a:cubicBezTo>
                    <a:cubicBezTo>
                      <a:pt x="44895" y="19357"/>
                      <a:pt x="45970" y="17206"/>
                      <a:pt x="45970" y="17206"/>
                    </a:cubicBezTo>
                    <a:cubicBezTo>
                      <a:pt x="45970" y="17206"/>
                      <a:pt x="47045" y="17206"/>
                      <a:pt x="47045" y="15055"/>
                    </a:cubicBezTo>
                    <a:cubicBezTo>
                      <a:pt x="48120" y="13980"/>
                      <a:pt x="49194" y="11829"/>
                      <a:pt x="49194" y="11829"/>
                    </a:cubicBezTo>
                    <a:cubicBezTo>
                      <a:pt x="50269" y="11829"/>
                      <a:pt x="50269" y="10754"/>
                      <a:pt x="50269" y="9679"/>
                    </a:cubicBezTo>
                    <a:cubicBezTo>
                      <a:pt x="50269" y="8603"/>
                      <a:pt x="51343" y="6452"/>
                      <a:pt x="53493" y="4302"/>
                    </a:cubicBezTo>
                    <a:cubicBezTo>
                      <a:pt x="55642" y="2151"/>
                      <a:pt x="56717" y="1075"/>
                      <a:pt x="56717" y="1075"/>
                    </a:cubicBezTo>
                    <a:cubicBezTo>
                      <a:pt x="56717" y="1075"/>
                      <a:pt x="56717" y="1075"/>
                      <a:pt x="57791" y="1075"/>
                    </a:cubicBezTo>
                    <a:cubicBezTo>
                      <a:pt x="58866" y="0"/>
                      <a:pt x="61015" y="0"/>
                      <a:pt x="63164" y="0"/>
                    </a:cubicBezTo>
                    <a:cubicBezTo>
                      <a:pt x="65314" y="0"/>
                      <a:pt x="68538" y="1075"/>
                      <a:pt x="69612" y="2151"/>
                    </a:cubicBezTo>
                    <a:cubicBezTo>
                      <a:pt x="73911" y="4302"/>
                      <a:pt x="74985" y="8603"/>
                      <a:pt x="73911" y="11829"/>
                    </a:cubicBezTo>
                    <a:cubicBezTo>
                      <a:pt x="72836" y="15055"/>
                      <a:pt x="70687" y="21508"/>
                      <a:pt x="67463" y="23658"/>
                    </a:cubicBezTo>
                    <a:cubicBezTo>
                      <a:pt x="66388" y="24734"/>
                      <a:pt x="65314" y="26885"/>
                      <a:pt x="65314" y="26885"/>
                    </a:cubicBezTo>
                    <a:cubicBezTo>
                      <a:pt x="65314" y="27960"/>
                      <a:pt x="64239" y="29035"/>
                      <a:pt x="64239" y="29035"/>
                    </a:cubicBezTo>
                    <a:cubicBezTo>
                      <a:pt x="62090" y="31186"/>
                      <a:pt x="52418" y="47317"/>
                      <a:pt x="52418" y="48392"/>
                    </a:cubicBezTo>
                    <a:cubicBezTo>
                      <a:pt x="52418" y="48392"/>
                      <a:pt x="52418" y="49468"/>
                      <a:pt x="51343" y="49468"/>
                    </a:cubicBezTo>
                    <a:cubicBezTo>
                      <a:pt x="51343" y="49468"/>
                      <a:pt x="50269" y="50543"/>
                      <a:pt x="49194" y="51618"/>
                    </a:cubicBezTo>
                    <a:cubicBezTo>
                      <a:pt x="48120" y="54845"/>
                      <a:pt x="48120" y="54845"/>
                      <a:pt x="52418" y="51618"/>
                    </a:cubicBezTo>
                    <a:cubicBezTo>
                      <a:pt x="54567" y="50543"/>
                      <a:pt x="56717" y="47317"/>
                      <a:pt x="58866" y="46242"/>
                    </a:cubicBezTo>
                    <a:cubicBezTo>
                      <a:pt x="65314" y="40865"/>
                      <a:pt x="71761" y="35488"/>
                      <a:pt x="79284" y="32262"/>
                    </a:cubicBezTo>
                    <a:cubicBezTo>
                      <a:pt x="81433" y="31186"/>
                      <a:pt x="83582" y="31186"/>
                      <a:pt x="84657" y="32262"/>
                    </a:cubicBezTo>
                    <a:cubicBezTo>
                      <a:pt x="85732" y="33337"/>
                      <a:pt x="88956" y="32262"/>
                      <a:pt x="90030" y="32262"/>
                    </a:cubicBezTo>
                    <a:cubicBezTo>
                      <a:pt x="92180" y="32262"/>
                      <a:pt x="92180" y="32262"/>
                      <a:pt x="93254" y="33337"/>
                    </a:cubicBezTo>
                    <a:cubicBezTo>
                      <a:pt x="93254" y="34412"/>
                      <a:pt x="94329" y="34412"/>
                      <a:pt x="96478" y="34412"/>
                    </a:cubicBezTo>
                    <a:cubicBezTo>
                      <a:pt x="98627" y="34412"/>
                      <a:pt x="98627" y="34412"/>
                      <a:pt x="98627" y="35488"/>
                    </a:cubicBezTo>
                    <a:cubicBezTo>
                      <a:pt x="98627" y="36563"/>
                      <a:pt x="99702" y="36563"/>
                      <a:pt x="100777" y="36563"/>
                    </a:cubicBezTo>
                    <a:cubicBezTo>
                      <a:pt x="102926" y="36563"/>
                      <a:pt x="105075" y="37638"/>
                      <a:pt x="105075" y="40865"/>
                    </a:cubicBezTo>
                    <a:cubicBezTo>
                      <a:pt x="106150" y="49468"/>
                      <a:pt x="109374" y="55920"/>
                      <a:pt x="117971" y="55920"/>
                    </a:cubicBezTo>
                    <a:cubicBezTo>
                      <a:pt x="124419" y="55920"/>
                      <a:pt x="142687" y="51618"/>
                      <a:pt x="145912" y="48392"/>
                    </a:cubicBezTo>
                    <a:cubicBezTo>
                      <a:pt x="145912" y="48392"/>
                      <a:pt x="150210" y="46242"/>
                      <a:pt x="155583" y="44091"/>
                    </a:cubicBezTo>
                    <a:cubicBezTo>
                      <a:pt x="159882" y="41940"/>
                      <a:pt x="165255" y="39789"/>
                      <a:pt x="166330" y="38714"/>
                    </a:cubicBezTo>
                    <a:cubicBezTo>
                      <a:pt x="169553" y="36563"/>
                      <a:pt x="180300" y="33337"/>
                      <a:pt x="181374" y="33337"/>
                    </a:cubicBezTo>
                    <a:cubicBezTo>
                      <a:pt x="182449" y="33337"/>
                      <a:pt x="183524" y="34412"/>
                      <a:pt x="182449" y="36563"/>
                    </a:cubicBezTo>
                    <a:cubicBezTo>
                      <a:pt x="182449" y="37638"/>
                      <a:pt x="181374" y="37638"/>
                      <a:pt x="182449" y="37638"/>
                    </a:cubicBezTo>
                    <a:cubicBezTo>
                      <a:pt x="183524" y="37638"/>
                      <a:pt x="181374" y="38714"/>
                      <a:pt x="176001" y="43015"/>
                    </a:cubicBezTo>
                    <a:cubicBezTo>
                      <a:pt x="160956" y="54845"/>
                      <a:pt x="141613" y="66674"/>
                      <a:pt x="123344" y="66674"/>
                    </a:cubicBezTo>
                    <a:cubicBezTo>
                      <a:pt x="113672" y="66674"/>
                      <a:pt x="104000" y="63448"/>
                      <a:pt x="96478" y="54845"/>
                    </a:cubicBezTo>
                    <a:lnTo>
                      <a:pt x="91105" y="49468"/>
                    </a:lnTo>
                    <a:lnTo>
                      <a:pt x="87881" y="51618"/>
                    </a:lnTo>
                    <a:cubicBezTo>
                      <a:pt x="85732" y="52694"/>
                      <a:pt x="84657" y="53769"/>
                      <a:pt x="83582" y="53769"/>
                    </a:cubicBezTo>
                    <a:cubicBezTo>
                      <a:pt x="83582" y="53769"/>
                      <a:pt x="78209" y="58071"/>
                      <a:pt x="72836" y="63448"/>
                    </a:cubicBezTo>
                    <a:cubicBezTo>
                      <a:pt x="57791" y="75277"/>
                      <a:pt x="44895" y="91408"/>
                      <a:pt x="33075" y="106463"/>
                    </a:cubicBezTo>
                    <a:cubicBezTo>
                      <a:pt x="28776" y="111840"/>
                      <a:pt x="27702" y="112915"/>
                      <a:pt x="22328" y="117217"/>
                    </a:cubicBezTo>
                    <a:cubicBezTo>
                      <a:pt x="15880" y="123669"/>
                      <a:pt x="13731" y="123669"/>
                      <a:pt x="11582" y="122594"/>
                    </a:cubicBezTo>
                    <a:cubicBezTo>
                      <a:pt x="9433" y="121518"/>
                      <a:pt x="8358" y="120443"/>
                      <a:pt x="6209" y="116142"/>
                    </a:cubicBezTo>
                    <a:cubicBezTo>
                      <a:pt x="5134" y="113991"/>
                      <a:pt x="4059" y="111840"/>
                      <a:pt x="2985" y="111840"/>
                    </a:cubicBezTo>
                    <a:cubicBezTo>
                      <a:pt x="-2388" y="108614"/>
                      <a:pt x="-239" y="98935"/>
                      <a:pt x="7283" y="8495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58" name="Graphic 29">
            <a:extLst>
              <a:ext uri="{FF2B5EF4-FFF2-40B4-BE49-F238E27FC236}">
                <a16:creationId xmlns:a16="http://schemas.microsoft.com/office/drawing/2014/main" id="{2352F094-680E-BE1D-A0F2-D6AC52066C29}"/>
              </a:ext>
            </a:extLst>
          </p:cNvPr>
          <p:cNvGrpSpPr/>
          <p:nvPr/>
        </p:nvGrpSpPr>
        <p:grpSpPr>
          <a:xfrm>
            <a:off x="3596408" y="4519648"/>
            <a:ext cx="2272854" cy="277503"/>
            <a:chOff x="3208192" y="4593911"/>
            <a:chExt cx="2272854" cy="277503"/>
          </a:xfrm>
        </p:grpSpPr>
        <p:grpSp>
          <p:nvGrpSpPr>
            <p:cNvPr id="59" name="Graphic 29">
              <a:extLst>
                <a:ext uri="{FF2B5EF4-FFF2-40B4-BE49-F238E27FC236}">
                  <a16:creationId xmlns:a16="http://schemas.microsoft.com/office/drawing/2014/main" id="{1DEEDEBB-2182-4854-5C65-A3C40E084117}"/>
                </a:ext>
              </a:extLst>
            </p:cNvPr>
            <p:cNvGrpSpPr/>
            <p:nvPr/>
          </p:nvGrpSpPr>
          <p:grpSpPr>
            <a:xfrm>
              <a:off x="3696077" y="4593911"/>
              <a:ext cx="1784969" cy="277503"/>
              <a:chOff x="3696077" y="4593911"/>
              <a:chExt cx="1784969" cy="277503"/>
            </a:xfrm>
            <a:solidFill>
              <a:srgbClr val="593C2E"/>
            </a:solidFill>
          </p:grpSpPr>
          <p:sp>
            <p:nvSpPr>
              <p:cNvPr id="60" name="Freeform 59">
                <a:extLst>
                  <a:ext uri="{FF2B5EF4-FFF2-40B4-BE49-F238E27FC236}">
                    <a16:creationId xmlns:a16="http://schemas.microsoft.com/office/drawing/2014/main" id="{1ABA56D1-68E8-44C2-B5A7-F749EE090EE4}"/>
                  </a:ext>
                </a:extLst>
              </p:cNvPr>
              <p:cNvSpPr/>
              <p:nvPr/>
            </p:nvSpPr>
            <p:spPr>
              <a:xfrm>
                <a:off x="3696077" y="4600363"/>
                <a:ext cx="218150" cy="269921"/>
              </a:xfrm>
              <a:custGeom>
                <a:avLst/>
                <a:gdLst>
                  <a:gd name="connsiteX0" fmla="*/ 1074 w 218150"/>
                  <a:gd name="connsiteY0" fmla="*/ 0 h 269921"/>
                  <a:gd name="connsiteX1" fmla="*/ 216002 w 218150"/>
                  <a:gd name="connsiteY1" fmla="*/ 0 h 269921"/>
                  <a:gd name="connsiteX2" fmla="*/ 216002 w 218150"/>
                  <a:gd name="connsiteY2" fmla="*/ 63448 h 269921"/>
                  <a:gd name="connsiteX3" fmla="*/ 73075 w 218150"/>
                  <a:gd name="connsiteY3" fmla="*/ 63448 h 269921"/>
                  <a:gd name="connsiteX4" fmla="*/ 73075 w 218150"/>
                  <a:gd name="connsiteY4" fmla="*/ 104312 h 269921"/>
                  <a:gd name="connsiteX5" fmla="*/ 202031 w 218150"/>
                  <a:gd name="connsiteY5" fmla="*/ 104312 h 269921"/>
                  <a:gd name="connsiteX6" fmla="*/ 202031 w 218150"/>
                  <a:gd name="connsiteY6" fmla="*/ 163459 h 269921"/>
                  <a:gd name="connsiteX7" fmla="*/ 73075 w 218150"/>
                  <a:gd name="connsiteY7" fmla="*/ 163459 h 269921"/>
                  <a:gd name="connsiteX8" fmla="*/ 73075 w 218150"/>
                  <a:gd name="connsiteY8" fmla="*/ 206474 h 269921"/>
                  <a:gd name="connsiteX9" fmla="*/ 218151 w 218150"/>
                  <a:gd name="connsiteY9" fmla="*/ 206474 h 269921"/>
                  <a:gd name="connsiteX10" fmla="*/ 218151 w 218150"/>
                  <a:gd name="connsiteY10" fmla="*/ 269922 h 269921"/>
                  <a:gd name="connsiteX11" fmla="*/ 0 w 218150"/>
                  <a:gd name="connsiteY11" fmla="*/ 269922 h 269921"/>
                  <a:gd name="connsiteX12" fmla="*/ 0 w 218150"/>
                  <a:gd name="connsiteY12" fmla="*/ 1075 h 269921"/>
                  <a:gd name="connsiteX13" fmla="*/ 1074 w 218150"/>
                  <a:gd name="connsiteY13" fmla="*/ 1075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150" h="269921">
                    <a:moveTo>
                      <a:pt x="1074" y="0"/>
                    </a:moveTo>
                    <a:lnTo>
                      <a:pt x="216002" y="0"/>
                    </a:lnTo>
                    <a:lnTo>
                      <a:pt x="216002" y="63448"/>
                    </a:lnTo>
                    <a:lnTo>
                      <a:pt x="73075" y="63448"/>
                    </a:lnTo>
                    <a:lnTo>
                      <a:pt x="73075" y="104312"/>
                    </a:lnTo>
                    <a:lnTo>
                      <a:pt x="202031" y="104312"/>
                    </a:lnTo>
                    <a:lnTo>
                      <a:pt x="202031" y="163459"/>
                    </a:lnTo>
                    <a:lnTo>
                      <a:pt x="73075" y="163459"/>
                    </a:lnTo>
                    <a:lnTo>
                      <a:pt x="73075" y="206474"/>
                    </a:lnTo>
                    <a:lnTo>
                      <a:pt x="218151" y="206474"/>
                    </a:lnTo>
                    <a:lnTo>
                      <a:pt x="218151" y="269922"/>
                    </a:lnTo>
                    <a:lnTo>
                      <a:pt x="0" y="269922"/>
                    </a:lnTo>
                    <a:lnTo>
                      <a:pt x="0" y="1075"/>
                    </a:lnTo>
                    <a:lnTo>
                      <a:pt x="1074" y="1075"/>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61" name="Freeform 60">
                <a:extLst>
                  <a:ext uri="{FF2B5EF4-FFF2-40B4-BE49-F238E27FC236}">
                    <a16:creationId xmlns:a16="http://schemas.microsoft.com/office/drawing/2014/main" id="{8BE756EA-2395-8F00-24C6-3B9A3DDAB240}"/>
                  </a:ext>
                </a:extLst>
              </p:cNvPr>
              <p:cNvSpPr/>
              <p:nvPr/>
            </p:nvSpPr>
            <p:spPr>
              <a:xfrm>
                <a:off x="3932497" y="4600363"/>
                <a:ext cx="271882" cy="267770"/>
              </a:xfrm>
              <a:custGeom>
                <a:avLst/>
                <a:gdLst>
                  <a:gd name="connsiteX0" fmla="*/ 267584 w 271882"/>
                  <a:gd name="connsiteY0" fmla="*/ 0 h 267770"/>
                  <a:gd name="connsiteX1" fmla="*/ 180539 w 271882"/>
                  <a:gd name="connsiteY1" fmla="*/ 130122 h 267770"/>
                  <a:gd name="connsiteX2" fmla="*/ 271883 w 271882"/>
                  <a:gd name="connsiteY2" fmla="*/ 267771 h 267770"/>
                  <a:gd name="connsiteX3" fmla="*/ 186987 w 271882"/>
                  <a:gd name="connsiteY3" fmla="*/ 267771 h 267770"/>
                  <a:gd name="connsiteX4" fmla="*/ 135404 w 271882"/>
                  <a:gd name="connsiteY4" fmla="*/ 187117 h 267770"/>
                  <a:gd name="connsiteX5" fmla="*/ 83821 w 271882"/>
                  <a:gd name="connsiteY5" fmla="*/ 267771 h 267770"/>
                  <a:gd name="connsiteX6" fmla="*/ 0 w 271882"/>
                  <a:gd name="connsiteY6" fmla="*/ 267771 h 267770"/>
                  <a:gd name="connsiteX7" fmla="*/ 91344 w 271882"/>
                  <a:gd name="connsiteY7" fmla="*/ 132272 h 267770"/>
                  <a:gd name="connsiteX8" fmla="*/ 4298 w 271882"/>
                  <a:gd name="connsiteY8" fmla="*/ 0 h 267770"/>
                  <a:gd name="connsiteX9" fmla="*/ 89195 w 271882"/>
                  <a:gd name="connsiteY9" fmla="*/ 0 h 267770"/>
                  <a:gd name="connsiteX10" fmla="*/ 136479 w 271882"/>
                  <a:gd name="connsiteY10" fmla="*/ 75277 h 267770"/>
                  <a:gd name="connsiteX11" fmla="*/ 184837 w 271882"/>
                  <a:gd name="connsiteY11" fmla="*/ 0 h 267770"/>
                  <a:gd name="connsiteX12" fmla="*/ 267584 w 271882"/>
                  <a:gd name="connsiteY12" fmla="*/ 0 h 267770"/>
                  <a:gd name="connsiteX13" fmla="*/ 267584 w 271882"/>
                  <a:gd name="connsiteY13"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1882" h="267770">
                    <a:moveTo>
                      <a:pt x="267584" y="0"/>
                    </a:moveTo>
                    <a:lnTo>
                      <a:pt x="180539" y="130122"/>
                    </a:lnTo>
                    <a:lnTo>
                      <a:pt x="271883" y="267771"/>
                    </a:lnTo>
                    <a:lnTo>
                      <a:pt x="186987" y="267771"/>
                    </a:lnTo>
                    <a:lnTo>
                      <a:pt x="135404" y="187117"/>
                    </a:lnTo>
                    <a:lnTo>
                      <a:pt x="83821" y="267771"/>
                    </a:lnTo>
                    <a:lnTo>
                      <a:pt x="0" y="267771"/>
                    </a:lnTo>
                    <a:lnTo>
                      <a:pt x="91344" y="132272"/>
                    </a:lnTo>
                    <a:lnTo>
                      <a:pt x="4298" y="0"/>
                    </a:lnTo>
                    <a:lnTo>
                      <a:pt x="89195" y="0"/>
                    </a:lnTo>
                    <a:lnTo>
                      <a:pt x="136479" y="75277"/>
                    </a:lnTo>
                    <a:lnTo>
                      <a:pt x="184837" y="0"/>
                    </a:lnTo>
                    <a:lnTo>
                      <a:pt x="267584" y="0"/>
                    </a:lnTo>
                    <a:lnTo>
                      <a:pt x="267584"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62" name="Freeform 61">
                <a:extLst>
                  <a:ext uri="{FF2B5EF4-FFF2-40B4-BE49-F238E27FC236}">
                    <a16:creationId xmlns:a16="http://schemas.microsoft.com/office/drawing/2014/main" id="{EB9B5D63-38FD-F363-DAC4-5238B5553E47}"/>
                  </a:ext>
                </a:extLst>
              </p:cNvPr>
              <p:cNvSpPr/>
              <p:nvPr/>
            </p:nvSpPr>
            <p:spPr>
              <a:xfrm>
                <a:off x="4232320" y="4600363"/>
                <a:ext cx="226748" cy="268846"/>
              </a:xfrm>
              <a:custGeom>
                <a:avLst/>
                <a:gdLst>
                  <a:gd name="connsiteX0" fmla="*/ 0 w 226748"/>
                  <a:gd name="connsiteY0" fmla="*/ 0 h 268846"/>
                  <a:gd name="connsiteX1" fmla="*/ 116061 w 226748"/>
                  <a:gd name="connsiteY1" fmla="*/ 0 h 268846"/>
                  <a:gd name="connsiteX2" fmla="*/ 226748 w 226748"/>
                  <a:gd name="connsiteY2" fmla="*/ 94634 h 268846"/>
                  <a:gd name="connsiteX3" fmla="*/ 226748 w 226748"/>
                  <a:gd name="connsiteY3" fmla="*/ 95709 h 268846"/>
                  <a:gd name="connsiteX4" fmla="*/ 112837 w 226748"/>
                  <a:gd name="connsiteY4" fmla="*/ 192494 h 268846"/>
                  <a:gd name="connsiteX5" fmla="*/ 75225 w 226748"/>
                  <a:gd name="connsiteY5" fmla="*/ 192494 h 268846"/>
                  <a:gd name="connsiteX6" fmla="*/ 75225 w 226748"/>
                  <a:gd name="connsiteY6" fmla="*/ 268846 h 268846"/>
                  <a:gd name="connsiteX7" fmla="*/ 1075 w 226748"/>
                  <a:gd name="connsiteY7" fmla="*/ 268846 h 268846"/>
                  <a:gd name="connsiteX8" fmla="*/ 0 w 226748"/>
                  <a:gd name="connsiteY8" fmla="*/ 0 h 268846"/>
                  <a:gd name="connsiteX9" fmla="*/ 0 w 226748"/>
                  <a:gd name="connsiteY9" fmla="*/ 0 h 268846"/>
                  <a:gd name="connsiteX10" fmla="*/ 109613 w 226748"/>
                  <a:gd name="connsiteY10" fmla="*/ 133348 h 268846"/>
                  <a:gd name="connsiteX11" fmla="*/ 152598 w 226748"/>
                  <a:gd name="connsiteY11" fmla="*/ 97860 h 268846"/>
                  <a:gd name="connsiteX12" fmla="*/ 152598 w 226748"/>
                  <a:gd name="connsiteY12" fmla="*/ 96785 h 268846"/>
                  <a:gd name="connsiteX13" fmla="*/ 109613 w 226748"/>
                  <a:gd name="connsiteY13" fmla="*/ 61297 h 268846"/>
                  <a:gd name="connsiteX14" fmla="*/ 74150 w 226748"/>
                  <a:gd name="connsiteY14" fmla="*/ 61297 h 268846"/>
                  <a:gd name="connsiteX15" fmla="*/ 74150 w 226748"/>
                  <a:gd name="connsiteY15" fmla="*/ 132272 h 268846"/>
                  <a:gd name="connsiteX16" fmla="*/ 109613 w 226748"/>
                  <a:gd name="connsiteY16" fmla="*/ 133348 h 268846"/>
                  <a:gd name="connsiteX17" fmla="*/ 109613 w 226748"/>
                  <a:gd name="connsiteY17" fmla="*/ 133348 h 26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6748" h="268846">
                    <a:moveTo>
                      <a:pt x="0" y="0"/>
                    </a:moveTo>
                    <a:lnTo>
                      <a:pt x="116061" y="0"/>
                    </a:lnTo>
                    <a:cubicBezTo>
                      <a:pt x="183763" y="0"/>
                      <a:pt x="226748" y="35488"/>
                      <a:pt x="226748" y="94634"/>
                    </a:cubicBezTo>
                    <a:lnTo>
                      <a:pt x="226748" y="95709"/>
                    </a:lnTo>
                    <a:cubicBezTo>
                      <a:pt x="226748" y="159157"/>
                      <a:pt x="178390" y="192494"/>
                      <a:pt x="112837" y="192494"/>
                    </a:cubicBezTo>
                    <a:lnTo>
                      <a:pt x="75225" y="192494"/>
                    </a:lnTo>
                    <a:lnTo>
                      <a:pt x="75225" y="268846"/>
                    </a:lnTo>
                    <a:lnTo>
                      <a:pt x="1075" y="268846"/>
                    </a:lnTo>
                    <a:lnTo>
                      <a:pt x="0" y="0"/>
                    </a:lnTo>
                    <a:lnTo>
                      <a:pt x="0" y="0"/>
                    </a:lnTo>
                    <a:close/>
                    <a:moveTo>
                      <a:pt x="109613" y="133348"/>
                    </a:moveTo>
                    <a:cubicBezTo>
                      <a:pt x="135404" y="133348"/>
                      <a:pt x="152598" y="118292"/>
                      <a:pt x="152598" y="97860"/>
                    </a:cubicBezTo>
                    <a:lnTo>
                      <a:pt x="152598" y="96785"/>
                    </a:lnTo>
                    <a:cubicBezTo>
                      <a:pt x="152598" y="74201"/>
                      <a:pt x="136479" y="61297"/>
                      <a:pt x="109613" y="61297"/>
                    </a:cubicBezTo>
                    <a:lnTo>
                      <a:pt x="74150" y="61297"/>
                    </a:lnTo>
                    <a:lnTo>
                      <a:pt x="74150" y="132272"/>
                    </a:lnTo>
                    <a:lnTo>
                      <a:pt x="109613" y="133348"/>
                    </a:lnTo>
                    <a:lnTo>
                      <a:pt x="109613" y="133348"/>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63" name="Freeform 62">
                <a:extLst>
                  <a:ext uri="{FF2B5EF4-FFF2-40B4-BE49-F238E27FC236}">
                    <a16:creationId xmlns:a16="http://schemas.microsoft.com/office/drawing/2014/main" id="{A16AB3C4-474C-1111-44BF-F765A24A5076}"/>
                  </a:ext>
                </a:extLst>
              </p:cNvPr>
              <p:cNvSpPr/>
              <p:nvPr/>
            </p:nvSpPr>
            <p:spPr>
              <a:xfrm>
                <a:off x="4487008" y="4600363"/>
                <a:ext cx="218151" cy="269921"/>
              </a:xfrm>
              <a:custGeom>
                <a:avLst/>
                <a:gdLst>
                  <a:gd name="connsiteX0" fmla="*/ 2149 w 218151"/>
                  <a:gd name="connsiteY0" fmla="*/ 0 h 269921"/>
                  <a:gd name="connsiteX1" fmla="*/ 217077 w 218151"/>
                  <a:gd name="connsiteY1" fmla="*/ 0 h 269921"/>
                  <a:gd name="connsiteX2" fmla="*/ 217077 w 218151"/>
                  <a:gd name="connsiteY2" fmla="*/ 63448 h 269921"/>
                  <a:gd name="connsiteX3" fmla="*/ 74150 w 218151"/>
                  <a:gd name="connsiteY3" fmla="*/ 63448 h 269921"/>
                  <a:gd name="connsiteX4" fmla="*/ 74150 w 218151"/>
                  <a:gd name="connsiteY4" fmla="*/ 104312 h 269921"/>
                  <a:gd name="connsiteX5" fmla="*/ 203106 w 218151"/>
                  <a:gd name="connsiteY5" fmla="*/ 104312 h 269921"/>
                  <a:gd name="connsiteX6" fmla="*/ 203106 w 218151"/>
                  <a:gd name="connsiteY6" fmla="*/ 163459 h 269921"/>
                  <a:gd name="connsiteX7" fmla="*/ 74150 w 218151"/>
                  <a:gd name="connsiteY7" fmla="*/ 163459 h 269921"/>
                  <a:gd name="connsiteX8" fmla="*/ 74150 w 218151"/>
                  <a:gd name="connsiteY8" fmla="*/ 206474 h 269921"/>
                  <a:gd name="connsiteX9" fmla="*/ 218151 w 218151"/>
                  <a:gd name="connsiteY9" fmla="*/ 206474 h 269921"/>
                  <a:gd name="connsiteX10" fmla="*/ 218151 w 218151"/>
                  <a:gd name="connsiteY10" fmla="*/ 269922 h 269921"/>
                  <a:gd name="connsiteX11" fmla="*/ 0 w 218151"/>
                  <a:gd name="connsiteY11" fmla="*/ 269922 h 269921"/>
                  <a:gd name="connsiteX12" fmla="*/ 0 w 218151"/>
                  <a:gd name="connsiteY12" fmla="*/ 1075 h 269921"/>
                  <a:gd name="connsiteX13" fmla="*/ 2149 w 218151"/>
                  <a:gd name="connsiteY13" fmla="*/ 1075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151" h="269921">
                    <a:moveTo>
                      <a:pt x="2149" y="0"/>
                    </a:moveTo>
                    <a:lnTo>
                      <a:pt x="217077" y="0"/>
                    </a:lnTo>
                    <a:lnTo>
                      <a:pt x="217077" y="63448"/>
                    </a:lnTo>
                    <a:lnTo>
                      <a:pt x="74150" y="63448"/>
                    </a:lnTo>
                    <a:lnTo>
                      <a:pt x="74150" y="104312"/>
                    </a:lnTo>
                    <a:lnTo>
                      <a:pt x="203106" y="104312"/>
                    </a:lnTo>
                    <a:lnTo>
                      <a:pt x="203106" y="163459"/>
                    </a:lnTo>
                    <a:lnTo>
                      <a:pt x="74150" y="163459"/>
                    </a:lnTo>
                    <a:lnTo>
                      <a:pt x="74150" y="206474"/>
                    </a:lnTo>
                    <a:lnTo>
                      <a:pt x="218151" y="206474"/>
                    </a:lnTo>
                    <a:lnTo>
                      <a:pt x="218151" y="269922"/>
                    </a:lnTo>
                    <a:lnTo>
                      <a:pt x="0" y="269922"/>
                    </a:lnTo>
                    <a:lnTo>
                      <a:pt x="0" y="1075"/>
                    </a:lnTo>
                    <a:lnTo>
                      <a:pt x="2149" y="1075"/>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64" name="Freeform 963">
                <a:extLst>
                  <a:ext uri="{FF2B5EF4-FFF2-40B4-BE49-F238E27FC236}">
                    <a16:creationId xmlns:a16="http://schemas.microsoft.com/office/drawing/2014/main" id="{5F4941BF-0F40-52BD-1091-70241D177BB3}"/>
                  </a:ext>
                </a:extLst>
              </p:cNvPr>
              <p:cNvSpPr/>
              <p:nvPr/>
            </p:nvSpPr>
            <p:spPr>
              <a:xfrm>
                <a:off x="4744921" y="4599288"/>
                <a:ext cx="248240" cy="266695"/>
              </a:xfrm>
              <a:custGeom>
                <a:avLst/>
                <a:gdLst>
                  <a:gd name="connsiteX0" fmla="*/ 0 w 248240"/>
                  <a:gd name="connsiteY0" fmla="*/ 1075 h 266695"/>
                  <a:gd name="connsiteX1" fmla="*/ 126807 w 248240"/>
                  <a:gd name="connsiteY1" fmla="*/ 1075 h 266695"/>
                  <a:gd name="connsiteX2" fmla="*/ 213853 w 248240"/>
                  <a:gd name="connsiteY2" fmla="*/ 29036 h 266695"/>
                  <a:gd name="connsiteX3" fmla="*/ 238569 w 248240"/>
                  <a:gd name="connsiteY3" fmla="*/ 91408 h 266695"/>
                  <a:gd name="connsiteX4" fmla="*/ 238569 w 248240"/>
                  <a:gd name="connsiteY4" fmla="*/ 92483 h 266695"/>
                  <a:gd name="connsiteX5" fmla="*/ 183763 w 248240"/>
                  <a:gd name="connsiteY5" fmla="*/ 174212 h 266695"/>
                  <a:gd name="connsiteX6" fmla="*/ 248241 w 248240"/>
                  <a:gd name="connsiteY6" fmla="*/ 266696 h 266695"/>
                  <a:gd name="connsiteX7" fmla="*/ 163345 w 248240"/>
                  <a:gd name="connsiteY7" fmla="*/ 266696 h 266695"/>
                  <a:gd name="connsiteX8" fmla="*/ 109613 w 248240"/>
                  <a:gd name="connsiteY8" fmla="*/ 186042 h 266695"/>
                  <a:gd name="connsiteX9" fmla="*/ 77374 w 248240"/>
                  <a:gd name="connsiteY9" fmla="*/ 186042 h 266695"/>
                  <a:gd name="connsiteX10" fmla="*/ 77374 w 248240"/>
                  <a:gd name="connsiteY10" fmla="*/ 266696 h 266695"/>
                  <a:gd name="connsiteX11" fmla="*/ 3224 w 248240"/>
                  <a:gd name="connsiteY11" fmla="*/ 266696 h 266695"/>
                  <a:gd name="connsiteX12" fmla="*/ 3224 w 248240"/>
                  <a:gd name="connsiteY12" fmla="*/ 0 h 266695"/>
                  <a:gd name="connsiteX13" fmla="*/ 0 w 248240"/>
                  <a:gd name="connsiteY13" fmla="*/ 0 h 266695"/>
                  <a:gd name="connsiteX14" fmla="*/ 123583 w 248240"/>
                  <a:gd name="connsiteY14" fmla="*/ 129046 h 266695"/>
                  <a:gd name="connsiteX15" fmla="*/ 164419 w 248240"/>
                  <a:gd name="connsiteY15" fmla="*/ 96785 h 266695"/>
                  <a:gd name="connsiteX16" fmla="*/ 164419 w 248240"/>
                  <a:gd name="connsiteY16" fmla="*/ 96785 h 266695"/>
                  <a:gd name="connsiteX17" fmla="*/ 123583 w 248240"/>
                  <a:gd name="connsiteY17" fmla="*/ 64523 h 266695"/>
                  <a:gd name="connsiteX18" fmla="*/ 75225 w 248240"/>
                  <a:gd name="connsiteY18" fmla="*/ 64523 h 266695"/>
                  <a:gd name="connsiteX19" fmla="*/ 75225 w 248240"/>
                  <a:gd name="connsiteY19" fmla="*/ 129046 h 266695"/>
                  <a:gd name="connsiteX20" fmla="*/ 123583 w 248240"/>
                  <a:gd name="connsiteY20" fmla="*/ 129046 h 26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8240" h="266695">
                    <a:moveTo>
                      <a:pt x="0" y="1075"/>
                    </a:moveTo>
                    <a:lnTo>
                      <a:pt x="126807" y="1075"/>
                    </a:lnTo>
                    <a:cubicBezTo>
                      <a:pt x="167643" y="1075"/>
                      <a:pt x="195584" y="11829"/>
                      <a:pt x="213853" y="29036"/>
                    </a:cubicBezTo>
                    <a:cubicBezTo>
                      <a:pt x="229972" y="45166"/>
                      <a:pt x="238569" y="65599"/>
                      <a:pt x="238569" y="91408"/>
                    </a:cubicBezTo>
                    <a:lnTo>
                      <a:pt x="238569" y="92483"/>
                    </a:lnTo>
                    <a:cubicBezTo>
                      <a:pt x="238569" y="134423"/>
                      <a:pt x="217077" y="161308"/>
                      <a:pt x="183763" y="174212"/>
                    </a:cubicBezTo>
                    <a:lnTo>
                      <a:pt x="248241" y="266696"/>
                    </a:lnTo>
                    <a:lnTo>
                      <a:pt x="163345" y="266696"/>
                    </a:lnTo>
                    <a:lnTo>
                      <a:pt x="109613" y="186042"/>
                    </a:lnTo>
                    <a:lnTo>
                      <a:pt x="77374" y="186042"/>
                    </a:lnTo>
                    <a:lnTo>
                      <a:pt x="77374" y="266696"/>
                    </a:lnTo>
                    <a:lnTo>
                      <a:pt x="3224" y="266696"/>
                    </a:lnTo>
                    <a:lnTo>
                      <a:pt x="3224" y="0"/>
                    </a:lnTo>
                    <a:lnTo>
                      <a:pt x="0" y="0"/>
                    </a:lnTo>
                    <a:close/>
                    <a:moveTo>
                      <a:pt x="123583" y="129046"/>
                    </a:moveTo>
                    <a:cubicBezTo>
                      <a:pt x="148300" y="129046"/>
                      <a:pt x="164419" y="117217"/>
                      <a:pt x="164419" y="96785"/>
                    </a:cubicBezTo>
                    <a:lnTo>
                      <a:pt x="164419" y="96785"/>
                    </a:lnTo>
                    <a:cubicBezTo>
                      <a:pt x="164419" y="75277"/>
                      <a:pt x="148300" y="64523"/>
                      <a:pt x="123583" y="64523"/>
                    </a:cubicBezTo>
                    <a:lnTo>
                      <a:pt x="75225" y="64523"/>
                    </a:lnTo>
                    <a:lnTo>
                      <a:pt x="75225" y="129046"/>
                    </a:lnTo>
                    <a:lnTo>
                      <a:pt x="123583" y="129046"/>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65" name="Freeform 964">
                <a:extLst>
                  <a:ext uri="{FF2B5EF4-FFF2-40B4-BE49-F238E27FC236}">
                    <a16:creationId xmlns:a16="http://schemas.microsoft.com/office/drawing/2014/main" id="{9C6B3AE1-233C-605D-F5CB-B1339085C798}"/>
                  </a:ext>
                </a:extLst>
              </p:cNvPr>
              <p:cNvSpPr/>
              <p:nvPr/>
            </p:nvSpPr>
            <p:spPr>
              <a:xfrm>
                <a:off x="5006058" y="4600363"/>
                <a:ext cx="234270" cy="267770"/>
              </a:xfrm>
              <a:custGeom>
                <a:avLst/>
                <a:gdLst>
                  <a:gd name="connsiteX0" fmla="*/ 79523 w 234270"/>
                  <a:gd name="connsiteY0" fmla="*/ 64523 h 267770"/>
                  <a:gd name="connsiteX1" fmla="*/ 0 w 234270"/>
                  <a:gd name="connsiteY1" fmla="*/ 64523 h 267770"/>
                  <a:gd name="connsiteX2" fmla="*/ 0 w 234270"/>
                  <a:gd name="connsiteY2" fmla="*/ 0 h 267770"/>
                  <a:gd name="connsiteX3" fmla="*/ 234271 w 234270"/>
                  <a:gd name="connsiteY3" fmla="*/ 0 h 267770"/>
                  <a:gd name="connsiteX4" fmla="*/ 234271 w 234270"/>
                  <a:gd name="connsiteY4" fmla="*/ 64523 h 267770"/>
                  <a:gd name="connsiteX5" fmla="*/ 153673 w 234270"/>
                  <a:gd name="connsiteY5" fmla="*/ 64523 h 267770"/>
                  <a:gd name="connsiteX6" fmla="*/ 153673 w 234270"/>
                  <a:gd name="connsiteY6" fmla="*/ 267771 h 267770"/>
                  <a:gd name="connsiteX7" fmla="*/ 79523 w 234270"/>
                  <a:gd name="connsiteY7" fmla="*/ 267771 h 267770"/>
                  <a:gd name="connsiteX8" fmla="*/ 79523 w 234270"/>
                  <a:gd name="connsiteY8" fmla="*/ 64523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270" h="267770">
                    <a:moveTo>
                      <a:pt x="79523" y="64523"/>
                    </a:moveTo>
                    <a:lnTo>
                      <a:pt x="0" y="64523"/>
                    </a:lnTo>
                    <a:lnTo>
                      <a:pt x="0" y="0"/>
                    </a:lnTo>
                    <a:lnTo>
                      <a:pt x="234271" y="0"/>
                    </a:lnTo>
                    <a:lnTo>
                      <a:pt x="234271" y="64523"/>
                    </a:lnTo>
                    <a:lnTo>
                      <a:pt x="153673" y="64523"/>
                    </a:lnTo>
                    <a:lnTo>
                      <a:pt x="153673" y="267771"/>
                    </a:lnTo>
                    <a:lnTo>
                      <a:pt x="79523" y="267771"/>
                    </a:lnTo>
                    <a:lnTo>
                      <a:pt x="79523" y="64523"/>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66" name="Freeform 965">
                <a:extLst>
                  <a:ext uri="{FF2B5EF4-FFF2-40B4-BE49-F238E27FC236}">
                    <a16:creationId xmlns:a16="http://schemas.microsoft.com/office/drawing/2014/main" id="{FAF81E6F-1F68-6BF3-176A-2CF06FC63C6F}"/>
                  </a:ext>
                </a:extLst>
              </p:cNvPr>
              <p:cNvSpPr/>
              <p:nvPr/>
            </p:nvSpPr>
            <p:spPr>
              <a:xfrm>
                <a:off x="5246776" y="4593911"/>
                <a:ext cx="234270" cy="277503"/>
              </a:xfrm>
              <a:custGeom>
                <a:avLst/>
                <a:gdLst>
                  <a:gd name="connsiteX0" fmla="*/ 0 w 234270"/>
                  <a:gd name="connsiteY0" fmla="*/ 234434 h 277503"/>
                  <a:gd name="connsiteX1" fmla="*/ 41911 w 234270"/>
                  <a:gd name="connsiteY1" fmla="*/ 184966 h 277503"/>
                  <a:gd name="connsiteX2" fmla="*/ 128956 w 234270"/>
                  <a:gd name="connsiteY2" fmla="*/ 217228 h 277503"/>
                  <a:gd name="connsiteX3" fmla="*/ 160121 w 234270"/>
                  <a:gd name="connsiteY3" fmla="*/ 197871 h 277503"/>
                  <a:gd name="connsiteX4" fmla="*/ 160121 w 234270"/>
                  <a:gd name="connsiteY4" fmla="*/ 196796 h 277503"/>
                  <a:gd name="connsiteX5" fmla="*/ 113911 w 234270"/>
                  <a:gd name="connsiteY5" fmla="*/ 170986 h 277503"/>
                  <a:gd name="connsiteX6" fmla="*/ 12896 w 234270"/>
                  <a:gd name="connsiteY6" fmla="*/ 87106 h 277503"/>
                  <a:gd name="connsiteX7" fmla="*/ 12896 w 234270"/>
                  <a:gd name="connsiteY7" fmla="*/ 86031 h 277503"/>
                  <a:gd name="connsiteX8" fmla="*/ 116061 w 234270"/>
                  <a:gd name="connsiteY8" fmla="*/ 0 h 277503"/>
                  <a:gd name="connsiteX9" fmla="*/ 226748 w 234270"/>
                  <a:gd name="connsiteY9" fmla="*/ 35488 h 277503"/>
                  <a:gd name="connsiteX10" fmla="*/ 189136 w 234270"/>
                  <a:gd name="connsiteY10" fmla="*/ 88182 h 277503"/>
                  <a:gd name="connsiteX11" fmla="*/ 113911 w 234270"/>
                  <a:gd name="connsiteY11" fmla="*/ 61297 h 277503"/>
                  <a:gd name="connsiteX12" fmla="*/ 87046 w 234270"/>
                  <a:gd name="connsiteY12" fmla="*/ 78503 h 277503"/>
                  <a:gd name="connsiteX13" fmla="*/ 87046 w 234270"/>
                  <a:gd name="connsiteY13" fmla="*/ 79579 h 277503"/>
                  <a:gd name="connsiteX14" fmla="*/ 134329 w 234270"/>
                  <a:gd name="connsiteY14" fmla="*/ 105388 h 277503"/>
                  <a:gd name="connsiteX15" fmla="*/ 234271 w 234270"/>
                  <a:gd name="connsiteY15" fmla="*/ 189268 h 277503"/>
                  <a:gd name="connsiteX16" fmla="*/ 234271 w 234270"/>
                  <a:gd name="connsiteY16" fmla="*/ 190343 h 277503"/>
                  <a:gd name="connsiteX17" fmla="*/ 126807 w 234270"/>
                  <a:gd name="connsiteY17" fmla="*/ 277449 h 277503"/>
                  <a:gd name="connsiteX18" fmla="*/ 0 w 234270"/>
                  <a:gd name="connsiteY18" fmla="*/ 234434 h 27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4270" h="277503">
                    <a:moveTo>
                      <a:pt x="0" y="234434"/>
                    </a:moveTo>
                    <a:lnTo>
                      <a:pt x="41911" y="184966"/>
                    </a:lnTo>
                    <a:cubicBezTo>
                      <a:pt x="68777" y="206474"/>
                      <a:pt x="98867" y="217228"/>
                      <a:pt x="128956" y="217228"/>
                    </a:cubicBezTo>
                    <a:cubicBezTo>
                      <a:pt x="149374" y="217228"/>
                      <a:pt x="160121" y="210775"/>
                      <a:pt x="160121" y="197871"/>
                    </a:cubicBezTo>
                    <a:lnTo>
                      <a:pt x="160121" y="196796"/>
                    </a:lnTo>
                    <a:cubicBezTo>
                      <a:pt x="160121" y="184966"/>
                      <a:pt x="150449" y="179589"/>
                      <a:pt x="113911" y="170986"/>
                    </a:cubicBezTo>
                    <a:cubicBezTo>
                      <a:pt x="56956" y="157006"/>
                      <a:pt x="12896" y="140875"/>
                      <a:pt x="12896" y="87106"/>
                    </a:cubicBezTo>
                    <a:lnTo>
                      <a:pt x="12896" y="86031"/>
                    </a:lnTo>
                    <a:cubicBezTo>
                      <a:pt x="12896" y="36563"/>
                      <a:pt x="51582" y="0"/>
                      <a:pt x="116061" y="0"/>
                    </a:cubicBezTo>
                    <a:cubicBezTo>
                      <a:pt x="162270" y="0"/>
                      <a:pt x="196658" y="11829"/>
                      <a:pt x="226748" y="35488"/>
                    </a:cubicBezTo>
                    <a:lnTo>
                      <a:pt x="189136" y="88182"/>
                    </a:lnTo>
                    <a:cubicBezTo>
                      <a:pt x="164419" y="70975"/>
                      <a:pt x="137553" y="61297"/>
                      <a:pt x="113911" y="61297"/>
                    </a:cubicBezTo>
                    <a:cubicBezTo>
                      <a:pt x="96717" y="61297"/>
                      <a:pt x="87046" y="67749"/>
                      <a:pt x="87046" y="78503"/>
                    </a:cubicBezTo>
                    <a:lnTo>
                      <a:pt x="87046" y="79579"/>
                    </a:lnTo>
                    <a:cubicBezTo>
                      <a:pt x="87046" y="91408"/>
                      <a:pt x="96717" y="96785"/>
                      <a:pt x="134329" y="105388"/>
                    </a:cubicBezTo>
                    <a:cubicBezTo>
                      <a:pt x="196658" y="119368"/>
                      <a:pt x="234271" y="138725"/>
                      <a:pt x="234271" y="189268"/>
                    </a:cubicBezTo>
                    <a:lnTo>
                      <a:pt x="234271" y="190343"/>
                    </a:lnTo>
                    <a:cubicBezTo>
                      <a:pt x="234271" y="245188"/>
                      <a:pt x="191285" y="277449"/>
                      <a:pt x="126807" y="277449"/>
                    </a:cubicBezTo>
                    <a:cubicBezTo>
                      <a:pt x="77374" y="278524"/>
                      <a:pt x="33314" y="263469"/>
                      <a:pt x="0" y="234434"/>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967" name="Graphic 29">
              <a:extLst>
                <a:ext uri="{FF2B5EF4-FFF2-40B4-BE49-F238E27FC236}">
                  <a16:creationId xmlns:a16="http://schemas.microsoft.com/office/drawing/2014/main" id="{F98D1E6B-7C3C-4788-D70F-0F3C6F7C1D16}"/>
                </a:ext>
              </a:extLst>
            </p:cNvPr>
            <p:cNvGrpSpPr/>
            <p:nvPr/>
          </p:nvGrpSpPr>
          <p:grpSpPr>
            <a:xfrm>
              <a:off x="3208192" y="4685319"/>
              <a:ext cx="455277" cy="126353"/>
              <a:chOff x="3208192" y="4685319"/>
              <a:chExt cx="455277" cy="126353"/>
            </a:xfrm>
            <a:solidFill>
              <a:srgbClr val="93C83D"/>
            </a:solidFill>
          </p:grpSpPr>
          <p:sp>
            <p:nvSpPr>
              <p:cNvPr id="968" name="Freeform 967">
                <a:extLst>
                  <a:ext uri="{FF2B5EF4-FFF2-40B4-BE49-F238E27FC236}">
                    <a16:creationId xmlns:a16="http://schemas.microsoft.com/office/drawing/2014/main" id="{DBC79299-744C-A728-4432-EA62BE3992A6}"/>
                  </a:ext>
                </a:extLst>
              </p:cNvPr>
              <p:cNvSpPr/>
              <p:nvPr/>
            </p:nvSpPr>
            <p:spPr>
              <a:xfrm>
                <a:off x="3208192" y="4704676"/>
                <a:ext cx="162473" cy="97859"/>
              </a:xfrm>
              <a:custGeom>
                <a:avLst/>
                <a:gdLst>
                  <a:gd name="connsiteX0" fmla="*/ 4299 w 162473"/>
                  <a:gd name="connsiteY0" fmla="*/ 59146 h 97859"/>
                  <a:gd name="connsiteX1" fmla="*/ 6448 w 162473"/>
                  <a:gd name="connsiteY1" fmla="*/ 52694 h 97859"/>
                  <a:gd name="connsiteX2" fmla="*/ 7523 w 162473"/>
                  <a:gd name="connsiteY2" fmla="*/ 50543 h 97859"/>
                  <a:gd name="connsiteX3" fmla="*/ 23642 w 162473"/>
                  <a:gd name="connsiteY3" fmla="*/ 26885 h 97859"/>
                  <a:gd name="connsiteX4" fmla="*/ 50508 w 162473"/>
                  <a:gd name="connsiteY4" fmla="*/ 12905 h 97859"/>
                  <a:gd name="connsiteX5" fmla="*/ 60180 w 162473"/>
                  <a:gd name="connsiteY5" fmla="*/ 30111 h 97859"/>
                  <a:gd name="connsiteX6" fmla="*/ 39762 w 162473"/>
                  <a:gd name="connsiteY6" fmla="*/ 47317 h 97859"/>
                  <a:gd name="connsiteX7" fmla="*/ 38687 w 162473"/>
                  <a:gd name="connsiteY7" fmla="*/ 48392 h 97859"/>
                  <a:gd name="connsiteX8" fmla="*/ 20418 w 162473"/>
                  <a:gd name="connsiteY8" fmla="*/ 76352 h 97859"/>
                  <a:gd name="connsiteX9" fmla="*/ 19344 w 162473"/>
                  <a:gd name="connsiteY9" fmla="*/ 86031 h 97859"/>
                  <a:gd name="connsiteX10" fmla="*/ 47284 w 162473"/>
                  <a:gd name="connsiteY10" fmla="*/ 67749 h 97859"/>
                  <a:gd name="connsiteX11" fmla="*/ 73075 w 162473"/>
                  <a:gd name="connsiteY11" fmla="*/ 34412 h 97859"/>
                  <a:gd name="connsiteX12" fmla="*/ 68777 w 162473"/>
                  <a:gd name="connsiteY12" fmla="*/ 18282 h 97859"/>
                  <a:gd name="connsiteX13" fmla="*/ 67702 w 162473"/>
                  <a:gd name="connsiteY13" fmla="*/ 1075 h 97859"/>
                  <a:gd name="connsiteX14" fmla="*/ 70926 w 162473"/>
                  <a:gd name="connsiteY14" fmla="*/ 0 h 97859"/>
                  <a:gd name="connsiteX15" fmla="*/ 83822 w 162473"/>
                  <a:gd name="connsiteY15" fmla="*/ 4302 h 97859"/>
                  <a:gd name="connsiteX16" fmla="*/ 91344 w 162473"/>
                  <a:gd name="connsiteY16" fmla="*/ 24734 h 97859"/>
                  <a:gd name="connsiteX17" fmla="*/ 92419 w 162473"/>
                  <a:gd name="connsiteY17" fmla="*/ 24734 h 97859"/>
                  <a:gd name="connsiteX18" fmla="*/ 91344 w 162473"/>
                  <a:gd name="connsiteY18" fmla="*/ 27960 h 97859"/>
                  <a:gd name="connsiteX19" fmla="*/ 92419 w 162473"/>
                  <a:gd name="connsiteY19" fmla="*/ 33337 h 97859"/>
                  <a:gd name="connsiteX20" fmla="*/ 94568 w 162473"/>
                  <a:gd name="connsiteY20" fmla="*/ 26885 h 97859"/>
                  <a:gd name="connsiteX21" fmla="*/ 93493 w 162473"/>
                  <a:gd name="connsiteY21" fmla="*/ 33337 h 97859"/>
                  <a:gd name="connsiteX22" fmla="*/ 110688 w 162473"/>
                  <a:gd name="connsiteY22" fmla="*/ 36563 h 97859"/>
                  <a:gd name="connsiteX23" fmla="*/ 159046 w 162473"/>
                  <a:gd name="connsiteY23" fmla="*/ 22583 h 97859"/>
                  <a:gd name="connsiteX24" fmla="*/ 160121 w 162473"/>
                  <a:gd name="connsiteY24" fmla="*/ 21508 h 97859"/>
                  <a:gd name="connsiteX25" fmla="*/ 162270 w 162473"/>
                  <a:gd name="connsiteY25" fmla="*/ 20432 h 97859"/>
                  <a:gd name="connsiteX26" fmla="*/ 153673 w 162473"/>
                  <a:gd name="connsiteY26" fmla="*/ 29035 h 97859"/>
                  <a:gd name="connsiteX27" fmla="*/ 98867 w 162473"/>
                  <a:gd name="connsiteY27" fmla="*/ 51618 h 97859"/>
                  <a:gd name="connsiteX28" fmla="*/ 84897 w 162473"/>
                  <a:gd name="connsiteY28" fmla="*/ 48392 h 97859"/>
                  <a:gd name="connsiteX29" fmla="*/ 81672 w 162473"/>
                  <a:gd name="connsiteY29" fmla="*/ 52694 h 97859"/>
                  <a:gd name="connsiteX30" fmla="*/ 75225 w 162473"/>
                  <a:gd name="connsiteY30" fmla="*/ 62372 h 97859"/>
                  <a:gd name="connsiteX31" fmla="*/ 74150 w 162473"/>
                  <a:gd name="connsiteY31" fmla="*/ 65598 h 97859"/>
                  <a:gd name="connsiteX32" fmla="*/ 42985 w 162473"/>
                  <a:gd name="connsiteY32" fmla="*/ 92483 h 97859"/>
                  <a:gd name="connsiteX33" fmla="*/ 37612 w 162473"/>
                  <a:gd name="connsiteY33" fmla="*/ 94634 h 97859"/>
                  <a:gd name="connsiteX34" fmla="*/ 25792 w 162473"/>
                  <a:gd name="connsiteY34" fmla="*/ 97860 h 97859"/>
                  <a:gd name="connsiteX35" fmla="*/ 6448 w 162473"/>
                  <a:gd name="connsiteY35" fmla="*/ 89257 h 97859"/>
                  <a:gd name="connsiteX36" fmla="*/ 4299 w 162473"/>
                  <a:gd name="connsiteY36" fmla="*/ 86031 h 97859"/>
                  <a:gd name="connsiteX37" fmla="*/ 0 w 162473"/>
                  <a:gd name="connsiteY37" fmla="*/ 77428 h 97859"/>
                  <a:gd name="connsiteX38" fmla="*/ 4299 w 162473"/>
                  <a:gd name="connsiteY38" fmla="*/ 59146 h 9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7859">
                    <a:moveTo>
                      <a:pt x="4299" y="59146"/>
                    </a:moveTo>
                    <a:cubicBezTo>
                      <a:pt x="5373" y="55920"/>
                      <a:pt x="6448" y="52694"/>
                      <a:pt x="6448" y="52694"/>
                    </a:cubicBezTo>
                    <a:cubicBezTo>
                      <a:pt x="6448" y="52694"/>
                      <a:pt x="7523" y="51618"/>
                      <a:pt x="7523" y="50543"/>
                    </a:cubicBezTo>
                    <a:cubicBezTo>
                      <a:pt x="12896" y="41940"/>
                      <a:pt x="17194" y="34412"/>
                      <a:pt x="23642" y="26885"/>
                    </a:cubicBezTo>
                    <a:cubicBezTo>
                      <a:pt x="32239" y="17206"/>
                      <a:pt x="37612" y="12905"/>
                      <a:pt x="50508" y="12905"/>
                    </a:cubicBezTo>
                    <a:cubicBezTo>
                      <a:pt x="62329" y="12905"/>
                      <a:pt x="70926" y="19357"/>
                      <a:pt x="60180" y="30111"/>
                    </a:cubicBezTo>
                    <a:cubicBezTo>
                      <a:pt x="53732" y="36563"/>
                      <a:pt x="47284" y="39789"/>
                      <a:pt x="39762" y="47317"/>
                    </a:cubicBezTo>
                    <a:lnTo>
                      <a:pt x="38687" y="48392"/>
                    </a:lnTo>
                    <a:cubicBezTo>
                      <a:pt x="31165" y="54845"/>
                      <a:pt x="23642" y="66674"/>
                      <a:pt x="20418" y="76352"/>
                    </a:cubicBezTo>
                    <a:cubicBezTo>
                      <a:pt x="18269" y="82805"/>
                      <a:pt x="18269" y="86031"/>
                      <a:pt x="19344" y="86031"/>
                    </a:cubicBezTo>
                    <a:cubicBezTo>
                      <a:pt x="26866" y="84955"/>
                      <a:pt x="41911" y="75277"/>
                      <a:pt x="47284" y="67749"/>
                    </a:cubicBezTo>
                    <a:cubicBezTo>
                      <a:pt x="51583" y="63448"/>
                      <a:pt x="74150" y="38714"/>
                      <a:pt x="73075" y="34412"/>
                    </a:cubicBezTo>
                    <a:cubicBezTo>
                      <a:pt x="72001" y="30111"/>
                      <a:pt x="69851" y="23658"/>
                      <a:pt x="68777" y="18282"/>
                    </a:cubicBezTo>
                    <a:cubicBezTo>
                      <a:pt x="67702" y="15055"/>
                      <a:pt x="65553" y="3226"/>
                      <a:pt x="67702" y="1075"/>
                    </a:cubicBezTo>
                    <a:cubicBezTo>
                      <a:pt x="68777" y="0"/>
                      <a:pt x="69851" y="0"/>
                      <a:pt x="70926" y="0"/>
                    </a:cubicBezTo>
                    <a:cubicBezTo>
                      <a:pt x="75225" y="0"/>
                      <a:pt x="80598" y="2151"/>
                      <a:pt x="83822" y="4302"/>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70" y="34412"/>
                      <a:pt x="92419" y="33337"/>
                    </a:cubicBezTo>
                    <a:cubicBezTo>
                      <a:pt x="93493" y="33337"/>
                      <a:pt x="94568" y="16131"/>
                      <a:pt x="94568" y="26885"/>
                    </a:cubicBezTo>
                    <a:cubicBezTo>
                      <a:pt x="94568" y="29035"/>
                      <a:pt x="93493" y="31186"/>
                      <a:pt x="93493" y="33337"/>
                    </a:cubicBezTo>
                    <a:cubicBezTo>
                      <a:pt x="98867" y="35488"/>
                      <a:pt x="105315" y="36563"/>
                      <a:pt x="110688" y="36563"/>
                    </a:cubicBezTo>
                    <a:cubicBezTo>
                      <a:pt x="127882" y="36563"/>
                      <a:pt x="145076" y="30111"/>
                      <a:pt x="159046" y="22583"/>
                    </a:cubicBezTo>
                    <a:lnTo>
                      <a:pt x="160121" y="21508"/>
                    </a:lnTo>
                    <a:cubicBezTo>
                      <a:pt x="161195" y="20432"/>
                      <a:pt x="162270" y="20432"/>
                      <a:pt x="162270" y="20432"/>
                    </a:cubicBezTo>
                    <a:cubicBezTo>
                      <a:pt x="163345" y="20432"/>
                      <a:pt x="160121" y="23658"/>
                      <a:pt x="153673" y="29035"/>
                    </a:cubicBezTo>
                    <a:cubicBezTo>
                      <a:pt x="140777" y="38714"/>
                      <a:pt x="118210" y="51618"/>
                      <a:pt x="98867" y="51618"/>
                    </a:cubicBezTo>
                    <a:cubicBezTo>
                      <a:pt x="94568" y="51618"/>
                      <a:pt x="89195" y="50543"/>
                      <a:pt x="84897" y="48392"/>
                    </a:cubicBezTo>
                    <a:cubicBezTo>
                      <a:pt x="83822" y="49468"/>
                      <a:pt x="82747" y="50543"/>
                      <a:pt x="81672" y="52694"/>
                    </a:cubicBezTo>
                    <a:cubicBezTo>
                      <a:pt x="78449" y="59146"/>
                      <a:pt x="76299" y="60221"/>
                      <a:pt x="75225" y="62372"/>
                    </a:cubicBezTo>
                    <a:cubicBezTo>
                      <a:pt x="74150" y="63448"/>
                      <a:pt x="74150" y="64523"/>
                      <a:pt x="74150" y="65598"/>
                    </a:cubicBezTo>
                    <a:cubicBezTo>
                      <a:pt x="74150" y="69900"/>
                      <a:pt x="48359" y="91408"/>
                      <a:pt x="42985" y="92483"/>
                    </a:cubicBezTo>
                    <a:cubicBezTo>
                      <a:pt x="41911" y="92483"/>
                      <a:pt x="39762" y="93558"/>
                      <a:pt x="37612" y="94634"/>
                    </a:cubicBezTo>
                    <a:cubicBezTo>
                      <a:pt x="33314" y="96785"/>
                      <a:pt x="29015" y="97860"/>
                      <a:pt x="25792" y="97860"/>
                    </a:cubicBezTo>
                    <a:cubicBezTo>
                      <a:pt x="19344" y="97860"/>
                      <a:pt x="11821" y="94634"/>
                      <a:pt x="6448" y="89257"/>
                    </a:cubicBezTo>
                    <a:cubicBezTo>
                      <a:pt x="5373" y="87106"/>
                      <a:pt x="4299" y="86031"/>
                      <a:pt x="4299" y="86031"/>
                    </a:cubicBezTo>
                    <a:cubicBezTo>
                      <a:pt x="3224" y="87106"/>
                      <a:pt x="1075" y="83880"/>
                      <a:pt x="0" y="77428"/>
                    </a:cubicBezTo>
                    <a:cubicBezTo>
                      <a:pt x="1075" y="72051"/>
                      <a:pt x="1075" y="67749"/>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69" name="Freeform 968">
                <a:extLst>
                  <a:ext uri="{FF2B5EF4-FFF2-40B4-BE49-F238E27FC236}">
                    <a16:creationId xmlns:a16="http://schemas.microsoft.com/office/drawing/2014/main" id="{7800F73A-2E51-1DBF-8FF7-66105D3C3142}"/>
                  </a:ext>
                </a:extLst>
              </p:cNvPr>
              <p:cNvSpPr/>
              <p:nvPr/>
            </p:nvSpPr>
            <p:spPr>
              <a:xfrm>
                <a:off x="3331026" y="4700100"/>
                <a:ext cx="198050" cy="98133"/>
              </a:xfrm>
              <a:custGeom>
                <a:avLst/>
                <a:gdLst>
                  <a:gd name="connsiteX0" fmla="*/ 11495 w 198050"/>
                  <a:gd name="connsiteY0" fmla="*/ 35762 h 98133"/>
                  <a:gd name="connsiteX1" fmla="*/ 15794 w 198050"/>
                  <a:gd name="connsiteY1" fmla="*/ 29309 h 98133"/>
                  <a:gd name="connsiteX2" fmla="*/ 25466 w 198050"/>
                  <a:gd name="connsiteY2" fmla="*/ 15329 h 98133"/>
                  <a:gd name="connsiteX3" fmla="*/ 26540 w 198050"/>
                  <a:gd name="connsiteY3" fmla="*/ 13179 h 98133"/>
                  <a:gd name="connsiteX4" fmla="*/ 28689 w 198050"/>
                  <a:gd name="connsiteY4" fmla="*/ 9952 h 98133"/>
                  <a:gd name="connsiteX5" fmla="*/ 32988 w 198050"/>
                  <a:gd name="connsiteY5" fmla="*/ 5651 h 98133"/>
                  <a:gd name="connsiteX6" fmla="*/ 51257 w 198050"/>
                  <a:gd name="connsiteY6" fmla="*/ 274 h 98133"/>
                  <a:gd name="connsiteX7" fmla="*/ 59854 w 198050"/>
                  <a:gd name="connsiteY7" fmla="*/ 8877 h 98133"/>
                  <a:gd name="connsiteX8" fmla="*/ 51257 w 198050"/>
                  <a:gd name="connsiteY8" fmla="*/ 25008 h 98133"/>
                  <a:gd name="connsiteX9" fmla="*/ 43734 w 198050"/>
                  <a:gd name="connsiteY9" fmla="*/ 33611 h 98133"/>
                  <a:gd name="connsiteX10" fmla="*/ 37287 w 198050"/>
                  <a:gd name="connsiteY10" fmla="*/ 43289 h 98133"/>
                  <a:gd name="connsiteX11" fmla="*/ 16868 w 198050"/>
                  <a:gd name="connsiteY11" fmla="*/ 78777 h 98133"/>
                  <a:gd name="connsiteX12" fmla="*/ 19018 w 198050"/>
                  <a:gd name="connsiteY12" fmla="*/ 80928 h 98133"/>
                  <a:gd name="connsiteX13" fmla="*/ 25466 w 198050"/>
                  <a:gd name="connsiteY13" fmla="*/ 77702 h 98133"/>
                  <a:gd name="connsiteX14" fmla="*/ 28689 w 198050"/>
                  <a:gd name="connsiteY14" fmla="*/ 76626 h 98133"/>
                  <a:gd name="connsiteX15" fmla="*/ 29764 w 198050"/>
                  <a:gd name="connsiteY15" fmla="*/ 75551 h 98133"/>
                  <a:gd name="connsiteX16" fmla="*/ 30839 w 198050"/>
                  <a:gd name="connsiteY16" fmla="*/ 75551 h 98133"/>
                  <a:gd name="connsiteX17" fmla="*/ 40511 w 198050"/>
                  <a:gd name="connsiteY17" fmla="*/ 66948 h 98133"/>
                  <a:gd name="connsiteX18" fmla="*/ 68451 w 198050"/>
                  <a:gd name="connsiteY18" fmla="*/ 32536 h 98133"/>
                  <a:gd name="connsiteX19" fmla="*/ 83496 w 198050"/>
                  <a:gd name="connsiteY19" fmla="*/ 15329 h 98133"/>
                  <a:gd name="connsiteX20" fmla="*/ 87794 w 198050"/>
                  <a:gd name="connsiteY20" fmla="*/ 9952 h 98133"/>
                  <a:gd name="connsiteX21" fmla="*/ 88869 w 198050"/>
                  <a:gd name="connsiteY21" fmla="*/ 9952 h 98133"/>
                  <a:gd name="connsiteX22" fmla="*/ 93168 w 198050"/>
                  <a:gd name="connsiteY22" fmla="*/ 7802 h 98133"/>
                  <a:gd name="connsiteX23" fmla="*/ 96392 w 198050"/>
                  <a:gd name="connsiteY23" fmla="*/ 5651 h 98133"/>
                  <a:gd name="connsiteX24" fmla="*/ 99616 w 198050"/>
                  <a:gd name="connsiteY24" fmla="*/ 6726 h 98133"/>
                  <a:gd name="connsiteX25" fmla="*/ 99616 w 198050"/>
                  <a:gd name="connsiteY25" fmla="*/ 7802 h 98133"/>
                  <a:gd name="connsiteX26" fmla="*/ 104989 w 198050"/>
                  <a:gd name="connsiteY26" fmla="*/ 21782 h 98133"/>
                  <a:gd name="connsiteX27" fmla="*/ 94242 w 198050"/>
                  <a:gd name="connsiteY27" fmla="*/ 50817 h 98133"/>
                  <a:gd name="connsiteX28" fmla="*/ 95317 w 198050"/>
                  <a:gd name="connsiteY28" fmla="*/ 66948 h 98133"/>
                  <a:gd name="connsiteX29" fmla="*/ 103914 w 198050"/>
                  <a:gd name="connsiteY29" fmla="*/ 68023 h 98133"/>
                  <a:gd name="connsiteX30" fmla="*/ 115735 w 198050"/>
                  <a:gd name="connsiteY30" fmla="*/ 66948 h 98133"/>
                  <a:gd name="connsiteX31" fmla="*/ 136153 w 198050"/>
                  <a:gd name="connsiteY31" fmla="*/ 59420 h 98133"/>
                  <a:gd name="connsiteX32" fmla="*/ 141526 w 198050"/>
                  <a:gd name="connsiteY32" fmla="*/ 57269 h 98133"/>
                  <a:gd name="connsiteX33" fmla="*/ 171616 w 198050"/>
                  <a:gd name="connsiteY33" fmla="*/ 42214 h 98133"/>
                  <a:gd name="connsiteX34" fmla="*/ 178064 w 198050"/>
                  <a:gd name="connsiteY34" fmla="*/ 38988 h 98133"/>
                  <a:gd name="connsiteX35" fmla="*/ 193109 w 198050"/>
                  <a:gd name="connsiteY35" fmla="*/ 30385 h 98133"/>
                  <a:gd name="connsiteX36" fmla="*/ 197407 w 198050"/>
                  <a:gd name="connsiteY36" fmla="*/ 29309 h 98133"/>
                  <a:gd name="connsiteX37" fmla="*/ 195258 w 198050"/>
                  <a:gd name="connsiteY37" fmla="*/ 32536 h 98133"/>
                  <a:gd name="connsiteX38" fmla="*/ 190960 w 198050"/>
                  <a:gd name="connsiteY38" fmla="*/ 35762 h 98133"/>
                  <a:gd name="connsiteX39" fmla="*/ 190960 w 198050"/>
                  <a:gd name="connsiteY39" fmla="*/ 36837 h 98133"/>
                  <a:gd name="connsiteX40" fmla="*/ 175915 w 198050"/>
                  <a:gd name="connsiteY40" fmla="*/ 51893 h 98133"/>
                  <a:gd name="connsiteX41" fmla="*/ 171616 w 198050"/>
                  <a:gd name="connsiteY41" fmla="*/ 55119 h 98133"/>
                  <a:gd name="connsiteX42" fmla="*/ 166243 w 198050"/>
                  <a:gd name="connsiteY42" fmla="*/ 58345 h 98133"/>
                  <a:gd name="connsiteX43" fmla="*/ 165168 w 198050"/>
                  <a:gd name="connsiteY43" fmla="*/ 59420 h 98133"/>
                  <a:gd name="connsiteX44" fmla="*/ 166243 w 198050"/>
                  <a:gd name="connsiteY44" fmla="*/ 60495 h 98133"/>
                  <a:gd name="connsiteX45" fmla="*/ 164094 w 198050"/>
                  <a:gd name="connsiteY45" fmla="*/ 61571 h 98133"/>
                  <a:gd name="connsiteX46" fmla="*/ 160870 w 198050"/>
                  <a:gd name="connsiteY46" fmla="*/ 63722 h 98133"/>
                  <a:gd name="connsiteX47" fmla="*/ 155497 w 198050"/>
                  <a:gd name="connsiteY47" fmla="*/ 66948 h 98133"/>
                  <a:gd name="connsiteX48" fmla="*/ 150124 w 198050"/>
                  <a:gd name="connsiteY48" fmla="*/ 70174 h 98133"/>
                  <a:gd name="connsiteX49" fmla="*/ 151198 w 198050"/>
                  <a:gd name="connsiteY49" fmla="*/ 70174 h 98133"/>
                  <a:gd name="connsiteX50" fmla="*/ 159795 w 198050"/>
                  <a:gd name="connsiteY50" fmla="*/ 66948 h 98133"/>
                  <a:gd name="connsiteX51" fmla="*/ 160870 w 198050"/>
                  <a:gd name="connsiteY51" fmla="*/ 66948 h 98133"/>
                  <a:gd name="connsiteX52" fmla="*/ 143676 w 198050"/>
                  <a:gd name="connsiteY52" fmla="*/ 75551 h 98133"/>
                  <a:gd name="connsiteX53" fmla="*/ 136153 w 198050"/>
                  <a:gd name="connsiteY53" fmla="*/ 79853 h 98133"/>
                  <a:gd name="connsiteX54" fmla="*/ 110362 w 198050"/>
                  <a:gd name="connsiteY54" fmla="*/ 83079 h 98133"/>
                  <a:gd name="connsiteX55" fmla="*/ 104989 w 198050"/>
                  <a:gd name="connsiteY55" fmla="*/ 82003 h 98133"/>
                  <a:gd name="connsiteX56" fmla="*/ 89944 w 198050"/>
                  <a:gd name="connsiteY56" fmla="*/ 78777 h 98133"/>
                  <a:gd name="connsiteX57" fmla="*/ 74899 w 198050"/>
                  <a:gd name="connsiteY57" fmla="*/ 59420 h 98133"/>
                  <a:gd name="connsiteX58" fmla="*/ 74899 w 198050"/>
                  <a:gd name="connsiteY58" fmla="*/ 48666 h 98133"/>
                  <a:gd name="connsiteX59" fmla="*/ 34063 w 198050"/>
                  <a:gd name="connsiteY59" fmla="*/ 91682 h 98133"/>
                  <a:gd name="connsiteX60" fmla="*/ 23316 w 198050"/>
                  <a:gd name="connsiteY60" fmla="*/ 98134 h 98133"/>
                  <a:gd name="connsiteX61" fmla="*/ 8271 w 198050"/>
                  <a:gd name="connsiteY61" fmla="*/ 87380 h 98133"/>
                  <a:gd name="connsiteX62" fmla="*/ 6122 w 198050"/>
                  <a:gd name="connsiteY62" fmla="*/ 84154 h 98133"/>
                  <a:gd name="connsiteX63" fmla="*/ 749 w 198050"/>
                  <a:gd name="connsiteY63" fmla="*/ 73400 h 98133"/>
                  <a:gd name="connsiteX64" fmla="*/ 11495 w 198050"/>
                  <a:gd name="connsiteY64" fmla="*/ 35762 h 98133"/>
                  <a:gd name="connsiteX65" fmla="*/ 12570 w 198050"/>
                  <a:gd name="connsiteY65" fmla="*/ 37913 h 98133"/>
                  <a:gd name="connsiteX66" fmla="*/ 13645 w 198050"/>
                  <a:gd name="connsiteY66" fmla="*/ 37913 h 98133"/>
                  <a:gd name="connsiteX67" fmla="*/ 14719 w 198050"/>
                  <a:gd name="connsiteY67" fmla="*/ 37913 h 98133"/>
                  <a:gd name="connsiteX68" fmla="*/ 15794 w 198050"/>
                  <a:gd name="connsiteY68" fmla="*/ 36837 h 98133"/>
                  <a:gd name="connsiteX69" fmla="*/ 15794 w 198050"/>
                  <a:gd name="connsiteY69" fmla="*/ 35762 h 98133"/>
                  <a:gd name="connsiteX70" fmla="*/ 14719 w 198050"/>
                  <a:gd name="connsiteY70" fmla="*/ 33611 h 98133"/>
                  <a:gd name="connsiteX71" fmla="*/ 15794 w 198050"/>
                  <a:gd name="connsiteY71" fmla="*/ 32536 h 98133"/>
                  <a:gd name="connsiteX72" fmla="*/ 19018 w 198050"/>
                  <a:gd name="connsiteY72" fmla="*/ 32536 h 98133"/>
                  <a:gd name="connsiteX73" fmla="*/ 20093 w 198050"/>
                  <a:gd name="connsiteY73" fmla="*/ 31460 h 98133"/>
                  <a:gd name="connsiteX74" fmla="*/ 21167 w 198050"/>
                  <a:gd name="connsiteY74" fmla="*/ 29309 h 98133"/>
                  <a:gd name="connsiteX75" fmla="*/ 21167 w 198050"/>
                  <a:gd name="connsiteY75" fmla="*/ 26083 h 98133"/>
                  <a:gd name="connsiteX76" fmla="*/ 21167 w 198050"/>
                  <a:gd name="connsiteY76" fmla="*/ 25008 h 98133"/>
                  <a:gd name="connsiteX77" fmla="*/ 23316 w 198050"/>
                  <a:gd name="connsiteY77" fmla="*/ 25008 h 98133"/>
                  <a:gd name="connsiteX78" fmla="*/ 23316 w 198050"/>
                  <a:gd name="connsiteY78" fmla="*/ 20706 h 98133"/>
                  <a:gd name="connsiteX79" fmla="*/ 24391 w 198050"/>
                  <a:gd name="connsiteY79" fmla="*/ 20706 h 98133"/>
                  <a:gd name="connsiteX80" fmla="*/ 25466 w 198050"/>
                  <a:gd name="connsiteY80" fmla="*/ 19631 h 98133"/>
                  <a:gd name="connsiteX81" fmla="*/ 24391 w 198050"/>
                  <a:gd name="connsiteY81" fmla="*/ 18556 h 98133"/>
                  <a:gd name="connsiteX82" fmla="*/ 23316 w 198050"/>
                  <a:gd name="connsiteY82" fmla="*/ 17480 h 98133"/>
                  <a:gd name="connsiteX83" fmla="*/ 25466 w 198050"/>
                  <a:gd name="connsiteY83" fmla="*/ 17480 h 98133"/>
                  <a:gd name="connsiteX84" fmla="*/ 28689 w 198050"/>
                  <a:gd name="connsiteY84" fmla="*/ 16405 h 98133"/>
                  <a:gd name="connsiteX85" fmla="*/ 30839 w 198050"/>
                  <a:gd name="connsiteY85" fmla="*/ 13179 h 98133"/>
                  <a:gd name="connsiteX86" fmla="*/ 31914 w 198050"/>
                  <a:gd name="connsiteY86" fmla="*/ 11028 h 98133"/>
                  <a:gd name="connsiteX87" fmla="*/ 32988 w 198050"/>
                  <a:gd name="connsiteY87" fmla="*/ 9952 h 98133"/>
                  <a:gd name="connsiteX88" fmla="*/ 34063 w 198050"/>
                  <a:gd name="connsiteY88" fmla="*/ 7802 h 98133"/>
                  <a:gd name="connsiteX89" fmla="*/ 36212 w 198050"/>
                  <a:gd name="connsiteY89" fmla="*/ 5651 h 98133"/>
                  <a:gd name="connsiteX90" fmla="*/ 37287 w 198050"/>
                  <a:gd name="connsiteY90" fmla="*/ 2425 h 98133"/>
                  <a:gd name="connsiteX91" fmla="*/ 32988 w 198050"/>
                  <a:gd name="connsiteY91" fmla="*/ 4576 h 98133"/>
                  <a:gd name="connsiteX92" fmla="*/ 30839 w 198050"/>
                  <a:gd name="connsiteY92" fmla="*/ 9952 h 98133"/>
                  <a:gd name="connsiteX93" fmla="*/ 28689 w 198050"/>
                  <a:gd name="connsiteY93" fmla="*/ 13179 h 98133"/>
                  <a:gd name="connsiteX94" fmla="*/ 28689 w 198050"/>
                  <a:gd name="connsiteY94" fmla="*/ 12103 h 98133"/>
                  <a:gd name="connsiteX95" fmla="*/ 29764 w 198050"/>
                  <a:gd name="connsiteY95" fmla="*/ 11028 h 98133"/>
                  <a:gd name="connsiteX96" fmla="*/ 27615 w 198050"/>
                  <a:gd name="connsiteY96" fmla="*/ 11028 h 98133"/>
                  <a:gd name="connsiteX97" fmla="*/ 26540 w 198050"/>
                  <a:gd name="connsiteY97" fmla="*/ 14254 h 98133"/>
                  <a:gd name="connsiteX98" fmla="*/ 25466 w 198050"/>
                  <a:gd name="connsiteY98" fmla="*/ 16405 h 98133"/>
                  <a:gd name="connsiteX99" fmla="*/ 24391 w 198050"/>
                  <a:gd name="connsiteY99" fmla="*/ 16405 h 98133"/>
                  <a:gd name="connsiteX100" fmla="*/ 24391 w 198050"/>
                  <a:gd name="connsiteY100" fmla="*/ 15329 h 98133"/>
                  <a:gd name="connsiteX101" fmla="*/ 20093 w 198050"/>
                  <a:gd name="connsiteY101" fmla="*/ 22857 h 98133"/>
                  <a:gd name="connsiteX102" fmla="*/ 19018 w 198050"/>
                  <a:gd name="connsiteY102" fmla="*/ 23932 h 98133"/>
                  <a:gd name="connsiteX103" fmla="*/ 16868 w 198050"/>
                  <a:gd name="connsiteY103" fmla="*/ 27159 h 98133"/>
                  <a:gd name="connsiteX104" fmla="*/ 14719 w 198050"/>
                  <a:gd name="connsiteY104" fmla="*/ 29309 h 98133"/>
                  <a:gd name="connsiteX105" fmla="*/ 12570 w 198050"/>
                  <a:gd name="connsiteY105" fmla="*/ 37913 h 9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98050" h="98133">
                    <a:moveTo>
                      <a:pt x="11495" y="35762"/>
                    </a:moveTo>
                    <a:cubicBezTo>
                      <a:pt x="12570" y="34686"/>
                      <a:pt x="14719" y="31460"/>
                      <a:pt x="15794" y="29309"/>
                    </a:cubicBezTo>
                    <a:cubicBezTo>
                      <a:pt x="19018" y="23932"/>
                      <a:pt x="24391" y="17480"/>
                      <a:pt x="25466" y="15329"/>
                    </a:cubicBezTo>
                    <a:cubicBezTo>
                      <a:pt x="26540" y="14254"/>
                      <a:pt x="26540" y="14254"/>
                      <a:pt x="26540" y="13179"/>
                    </a:cubicBezTo>
                    <a:cubicBezTo>
                      <a:pt x="26540" y="12103"/>
                      <a:pt x="27615" y="11028"/>
                      <a:pt x="28689" y="9952"/>
                    </a:cubicBezTo>
                    <a:cubicBezTo>
                      <a:pt x="29764" y="8877"/>
                      <a:pt x="31914" y="6726"/>
                      <a:pt x="32988" y="5651"/>
                    </a:cubicBezTo>
                    <a:cubicBezTo>
                      <a:pt x="36212" y="1349"/>
                      <a:pt x="44809" y="-801"/>
                      <a:pt x="51257" y="274"/>
                    </a:cubicBezTo>
                    <a:cubicBezTo>
                      <a:pt x="53406" y="274"/>
                      <a:pt x="59854" y="6726"/>
                      <a:pt x="59854" y="8877"/>
                    </a:cubicBezTo>
                    <a:cubicBezTo>
                      <a:pt x="60929" y="14254"/>
                      <a:pt x="58779" y="17480"/>
                      <a:pt x="51257" y="25008"/>
                    </a:cubicBezTo>
                    <a:cubicBezTo>
                      <a:pt x="46958" y="29309"/>
                      <a:pt x="43734" y="33611"/>
                      <a:pt x="43734" y="33611"/>
                    </a:cubicBezTo>
                    <a:cubicBezTo>
                      <a:pt x="43734" y="34686"/>
                      <a:pt x="40511" y="38988"/>
                      <a:pt x="37287" y="43289"/>
                    </a:cubicBezTo>
                    <a:cubicBezTo>
                      <a:pt x="22242" y="63722"/>
                      <a:pt x="15794" y="74476"/>
                      <a:pt x="16868" y="78777"/>
                    </a:cubicBezTo>
                    <a:cubicBezTo>
                      <a:pt x="16868" y="79853"/>
                      <a:pt x="17943" y="80928"/>
                      <a:pt x="19018" y="80928"/>
                    </a:cubicBezTo>
                    <a:cubicBezTo>
                      <a:pt x="20093" y="80928"/>
                      <a:pt x="22242" y="79853"/>
                      <a:pt x="25466" y="77702"/>
                    </a:cubicBezTo>
                    <a:cubicBezTo>
                      <a:pt x="26540" y="76626"/>
                      <a:pt x="27615" y="76626"/>
                      <a:pt x="28689" y="76626"/>
                    </a:cubicBezTo>
                    <a:cubicBezTo>
                      <a:pt x="29764" y="76626"/>
                      <a:pt x="29764" y="75551"/>
                      <a:pt x="29764" y="75551"/>
                    </a:cubicBezTo>
                    <a:cubicBezTo>
                      <a:pt x="29764" y="75551"/>
                      <a:pt x="29764" y="74476"/>
                      <a:pt x="30839" y="75551"/>
                    </a:cubicBezTo>
                    <a:cubicBezTo>
                      <a:pt x="31914" y="75551"/>
                      <a:pt x="35137" y="72325"/>
                      <a:pt x="40511" y="66948"/>
                    </a:cubicBezTo>
                    <a:cubicBezTo>
                      <a:pt x="51257" y="56194"/>
                      <a:pt x="55555" y="48666"/>
                      <a:pt x="68451" y="32536"/>
                    </a:cubicBezTo>
                    <a:cubicBezTo>
                      <a:pt x="73824" y="25008"/>
                      <a:pt x="81347" y="17480"/>
                      <a:pt x="83496" y="15329"/>
                    </a:cubicBezTo>
                    <a:cubicBezTo>
                      <a:pt x="85645" y="13179"/>
                      <a:pt x="87794" y="11028"/>
                      <a:pt x="87794" y="9952"/>
                    </a:cubicBezTo>
                    <a:cubicBezTo>
                      <a:pt x="87794" y="9952"/>
                      <a:pt x="87794" y="8877"/>
                      <a:pt x="88869" y="9952"/>
                    </a:cubicBezTo>
                    <a:cubicBezTo>
                      <a:pt x="89944" y="9952"/>
                      <a:pt x="91019" y="8877"/>
                      <a:pt x="93168" y="7802"/>
                    </a:cubicBezTo>
                    <a:cubicBezTo>
                      <a:pt x="94242" y="6726"/>
                      <a:pt x="95317" y="5651"/>
                      <a:pt x="96392" y="5651"/>
                    </a:cubicBezTo>
                    <a:cubicBezTo>
                      <a:pt x="97466" y="5651"/>
                      <a:pt x="98541" y="6726"/>
                      <a:pt x="99616" y="6726"/>
                    </a:cubicBezTo>
                    <a:cubicBezTo>
                      <a:pt x="99616" y="6726"/>
                      <a:pt x="99616" y="6726"/>
                      <a:pt x="99616" y="7802"/>
                    </a:cubicBezTo>
                    <a:cubicBezTo>
                      <a:pt x="104989" y="9952"/>
                      <a:pt x="108212" y="15329"/>
                      <a:pt x="104989" y="21782"/>
                    </a:cubicBezTo>
                    <a:cubicBezTo>
                      <a:pt x="101765" y="31460"/>
                      <a:pt x="95317" y="46516"/>
                      <a:pt x="94242" y="50817"/>
                    </a:cubicBezTo>
                    <a:cubicBezTo>
                      <a:pt x="93168" y="59420"/>
                      <a:pt x="94242" y="65872"/>
                      <a:pt x="95317" y="66948"/>
                    </a:cubicBezTo>
                    <a:cubicBezTo>
                      <a:pt x="96392" y="68023"/>
                      <a:pt x="99616" y="68023"/>
                      <a:pt x="103914" y="68023"/>
                    </a:cubicBezTo>
                    <a:cubicBezTo>
                      <a:pt x="108212" y="68023"/>
                      <a:pt x="112511" y="66948"/>
                      <a:pt x="115735" y="66948"/>
                    </a:cubicBezTo>
                    <a:cubicBezTo>
                      <a:pt x="122183" y="65872"/>
                      <a:pt x="131855" y="61571"/>
                      <a:pt x="136153" y="59420"/>
                    </a:cubicBezTo>
                    <a:cubicBezTo>
                      <a:pt x="137228" y="59420"/>
                      <a:pt x="139377" y="58345"/>
                      <a:pt x="141526" y="57269"/>
                    </a:cubicBezTo>
                    <a:cubicBezTo>
                      <a:pt x="144750" y="56194"/>
                      <a:pt x="169467" y="43289"/>
                      <a:pt x="171616" y="42214"/>
                    </a:cubicBezTo>
                    <a:cubicBezTo>
                      <a:pt x="172691" y="41139"/>
                      <a:pt x="174840" y="40063"/>
                      <a:pt x="178064" y="38988"/>
                    </a:cubicBezTo>
                    <a:cubicBezTo>
                      <a:pt x="186661" y="33611"/>
                      <a:pt x="188810" y="32536"/>
                      <a:pt x="193109" y="30385"/>
                    </a:cubicBezTo>
                    <a:cubicBezTo>
                      <a:pt x="195258" y="29309"/>
                      <a:pt x="197407" y="28234"/>
                      <a:pt x="197407" y="29309"/>
                    </a:cubicBezTo>
                    <a:cubicBezTo>
                      <a:pt x="198482" y="29309"/>
                      <a:pt x="198482" y="30385"/>
                      <a:pt x="195258" y="32536"/>
                    </a:cubicBezTo>
                    <a:cubicBezTo>
                      <a:pt x="193109" y="33611"/>
                      <a:pt x="190960" y="35762"/>
                      <a:pt x="190960" y="35762"/>
                    </a:cubicBezTo>
                    <a:cubicBezTo>
                      <a:pt x="189885" y="35762"/>
                      <a:pt x="189885" y="35762"/>
                      <a:pt x="190960" y="36837"/>
                    </a:cubicBezTo>
                    <a:cubicBezTo>
                      <a:pt x="192034" y="37913"/>
                      <a:pt x="178064" y="51893"/>
                      <a:pt x="175915" y="51893"/>
                    </a:cubicBezTo>
                    <a:cubicBezTo>
                      <a:pt x="174840" y="51893"/>
                      <a:pt x="173765" y="52968"/>
                      <a:pt x="171616" y="55119"/>
                    </a:cubicBezTo>
                    <a:cubicBezTo>
                      <a:pt x="169467" y="57269"/>
                      <a:pt x="167317" y="58345"/>
                      <a:pt x="166243" y="58345"/>
                    </a:cubicBezTo>
                    <a:cubicBezTo>
                      <a:pt x="165168" y="58345"/>
                      <a:pt x="165168" y="58345"/>
                      <a:pt x="165168" y="59420"/>
                    </a:cubicBezTo>
                    <a:cubicBezTo>
                      <a:pt x="165168" y="59420"/>
                      <a:pt x="166243" y="60495"/>
                      <a:pt x="166243" y="60495"/>
                    </a:cubicBezTo>
                    <a:cubicBezTo>
                      <a:pt x="167317" y="60495"/>
                      <a:pt x="166243" y="61571"/>
                      <a:pt x="164094" y="61571"/>
                    </a:cubicBezTo>
                    <a:cubicBezTo>
                      <a:pt x="161944" y="62646"/>
                      <a:pt x="160870" y="63722"/>
                      <a:pt x="160870" y="63722"/>
                    </a:cubicBezTo>
                    <a:cubicBezTo>
                      <a:pt x="160870" y="64797"/>
                      <a:pt x="158720" y="65872"/>
                      <a:pt x="155497" y="66948"/>
                    </a:cubicBezTo>
                    <a:cubicBezTo>
                      <a:pt x="152273" y="68023"/>
                      <a:pt x="150124" y="69099"/>
                      <a:pt x="150124" y="70174"/>
                    </a:cubicBezTo>
                    <a:cubicBezTo>
                      <a:pt x="150124" y="71249"/>
                      <a:pt x="150124" y="71249"/>
                      <a:pt x="151198" y="70174"/>
                    </a:cubicBezTo>
                    <a:cubicBezTo>
                      <a:pt x="154422" y="69099"/>
                      <a:pt x="156571" y="68023"/>
                      <a:pt x="159795" y="66948"/>
                    </a:cubicBezTo>
                    <a:cubicBezTo>
                      <a:pt x="163019" y="65872"/>
                      <a:pt x="163019" y="65872"/>
                      <a:pt x="160870" y="66948"/>
                    </a:cubicBezTo>
                    <a:cubicBezTo>
                      <a:pt x="158720" y="68023"/>
                      <a:pt x="153347" y="71249"/>
                      <a:pt x="143676" y="75551"/>
                    </a:cubicBezTo>
                    <a:cubicBezTo>
                      <a:pt x="140452" y="76626"/>
                      <a:pt x="137228" y="78777"/>
                      <a:pt x="136153" y="79853"/>
                    </a:cubicBezTo>
                    <a:cubicBezTo>
                      <a:pt x="134004" y="82003"/>
                      <a:pt x="113586" y="85230"/>
                      <a:pt x="110362" y="83079"/>
                    </a:cubicBezTo>
                    <a:cubicBezTo>
                      <a:pt x="109287" y="83079"/>
                      <a:pt x="107138" y="82003"/>
                      <a:pt x="104989" y="82003"/>
                    </a:cubicBezTo>
                    <a:cubicBezTo>
                      <a:pt x="100690" y="82003"/>
                      <a:pt x="95317" y="83079"/>
                      <a:pt x="89944" y="78777"/>
                    </a:cubicBezTo>
                    <a:cubicBezTo>
                      <a:pt x="83496" y="73400"/>
                      <a:pt x="78123" y="68023"/>
                      <a:pt x="74899" y="59420"/>
                    </a:cubicBezTo>
                    <a:cubicBezTo>
                      <a:pt x="73824" y="57269"/>
                      <a:pt x="73824" y="52968"/>
                      <a:pt x="74899" y="48666"/>
                    </a:cubicBezTo>
                    <a:cubicBezTo>
                      <a:pt x="63078" y="61571"/>
                      <a:pt x="46958" y="82003"/>
                      <a:pt x="34063" y="91682"/>
                    </a:cubicBezTo>
                    <a:cubicBezTo>
                      <a:pt x="29764" y="94908"/>
                      <a:pt x="27615" y="98134"/>
                      <a:pt x="23316" y="98134"/>
                    </a:cubicBezTo>
                    <a:cubicBezTo>
                      <a:pt x="17943" y="98134"/>
                      <a:pt x="12570" y="93832"/>
                      <a:pt x="8271" y="87380"/>
                    </a:cubicBezTo>
                    <a:cubicBezTo>
                      <a:pt x="7197" y="85230"/>
                      <a:pt x="6122" y="84154"/>
                      <a:pt x="6122" y="84154"/>
                    </a:cubicBezTo>
                    <a:cubicBezTo>
                      <a:pt x="5048" y="85230"/>
                      <a:pt x="1824" y="78777"/>
                      <a:pt x="749" y="73400"/>
                    </a:cubicBezTo>
                    <a:cubicBezTo>
                      <a:pt x="-1400" y="61571"/>
                      <a:pt x="749" y="51893"/>
                      <a:pt x="11495" y="35762"/>
                    </a:cubicBezTo>
                    <a:close/>
                    <a:moveTo>
                      <a:pt x="12570" y="37913"/>
                    </a:moveTo>
                    <a:cubicBezTo>
                      <a:pt x="12570" y="38988"/>
                      <a:pt x="13645" y="38988"/>
                      <a:pt x="13645" y="37913"/>
                    </a:cubicBezTo>
                    <a:cubicBezTo>
                      <a:pt x="14719" y="36837"/>
                      <a:pt x="14719" y="36837"/>
                      <a:pt x="14719" y="37913"/>
                    </a:cubicBezTo>
                    <a:cubicBezTo>
                      <a:pt x="14719" y="37913"/>
                      <a:pt x="15794" y="37913"/>
                      <a:pt x="15794" y="36837"/>
                    </a:cubicBezTo>
                    <a:cubicBezTo>
                      <a:pt x="15794" y="35762"/>
                      <a:pt x="15794" y="35762"/>
                      <a:pt x="15794" y="35762"/>
                    </a:cubicBezTo>
                    <a:cubicBezTo>
                      <a:pt x="15794" y="35762"/>
                      <a:pt x="14719" y="34686"/>
                      <a:pt x="14719" y="33611"/>
                    </a:cubicBezTo>
                    <a:cubicBezTo>
                      <a:pt x="14719" y="31460"/>
                      <a:pt x="14719" y="31460"/>
                      <a:pt x="15794" y="32536"/>
                    </a:cubicBezTo>
                    <a:cubicBezTo>
                      <a:pt x="16868" y="33611"/>
                      <a:pt x="16868" y="33611"/>
                      <a:pt x="19018" y="32536"/>
                    </a:cubicBezTo>
                    <a:cubicBezTo>
                      <a:pt x="20093" y="31460"/>
                      <a:pt x="21167" y="31460"/>
                      <a:pt x="20093" y="31460"/>
                    </a:cubicBezTo>
                    <a:cubicBezTo>
                      <a:pt x="20093" y="31460"/>
                      <a:pt x="20093" y="30385"/>
                      <a:pt x="21167" y="29309"/>
                    </a:cubicBezTo>
                    <a:cubicBezTo>
                      <a:pt x="22242" y="28234"/>
                      <a:pt x="22242" y="27159"/>
                      <a:pt x="21167" y="26083"/>
                    </a:cubicBezTo>
                    <a:cubicBezTo>
                      <a:pt x="20093" y="25008"/>
                      <a:pt x="21167" y="23932"/>
                      <a:pt x="21167" y="25008"/>
                    </a:cubicBezTo>
                    <a:cubicBezTo>
                      <a:pt x="22242" y="26083"/>
                      <a:pt x="22242" y="26083"/>
                      <a:pt x="23316" y="25008"/>
                    </a:cubicBezTo>
                    <a:cubicBezTo>
                      <a:pt x="25466" y="23932"/>
                      <a:pt x="24391" y="21782"/>
                      <a:pt x="23316" y="20706"/>
                    </a:cubicBezTo>
                    <a:cubicBezTo>
                      <a:pt x="22242" y="20706"/>
                      <a:pt x="23316" y="20706"/>
                      <a:pt x="24391" y="20706"/>
                    </a:cubicBezTo>
                    <a:cubicBezTo>
                      <a:pt x="25466" y="20706"/>
                      <a:pt x="26540" y="20706"/>
                      <a:pt x="25466" y="19631"/>
                    </a:cubicBezTo>
                    <a:cubicBezTo>
                      <a:pt x="25466" y="18556"/>
                      <a:pt x="24391" y="18556"/>
                      <a:pt x="24391" y="18556"/>
                    </a:cubicBezTo>
                    <a:cubicBezTo>
                      <a:pt x="24391" y="18556"/>
                      <a:pt x="23316" y="18556"/>
                      <a:pt x="23316" y="17480"/>
                    </a:cubicBezTo>
                    <a:cubicBezTo>
                      <a:pt x="23316" y="17480"/>
                      <a:pt x="24391" y="16405"/>
                      <a:pt x="25466" y="17480"/>
                    </a:cubicBezTo>
                    <a:cubicBezTo>
                      <a:pt x="27615" y="17480"/>
                      <a:pt x="27615" y="17480"/>
                      <a:pt x="28689" y="16405"/>
                    </a:cubicBezTo>
                    <a:cubicBezTo>
                      <a:pt x="28689" y="15329"/>
                      <a:pt x="29764" y="14254"/>
                      <a:pt x="30839" y="13179"/>
                    </a:cubicBezTo>
                    <a:cubicBezTo>
                      <a:pt x="31914" y="12103"/>
                      <a:pt x="31914" y="11028"/>
                      <a:pt x="31914" y="11028"/>
                    </a:cubicBezTo>
                    <a:cubicBezTo>
                      <a:pt x="31914" y="9952"/>
                      <a:pt x="31914" y="9952"/>
                      <a:pt x="32988" y="9952"/>
                    </a:cubicBezTo>
                    <a:cubicBezTo>
                      <a:pt x="34063" y="9952"/>
                      <a:pt x="34063" y="8877"/>
                      <a:pt x="34063" y="7802"/>
                    </a:cubicBezTo>
                    <a:cubicBezTo>
                      <a:pt x="34063" y="6726"/>
                      <a:pt x="35137" y="5651"/>
                      <a:pt x="36212" y="5651"/>
                    </a:cubicBezTo>
                    <a:cubicBezTo>
                      <a:pt x="37287" y="5651"/>
                      <a:pt x="38361" y="3500"/>
                      <a:pt x="37287" y="2425"/>
                    </a:cubicBezTo>
                    <a:cubicBezTo>
                      <a:pt x="37287" y="2425"/>
                      <a:pt x="35137" y="3500"/>
                      <a:pt x="32988" y="4576"/>
                    </a:cubicBezTo>
                    <a:cubicBezTo>
                      <a:pt x="29764" y="6726"/>
                      <a:pt x="29764" y="7802"/>
                      <a:pt x="30839" y="9952"/>
                    </a:cubicBezTo>
                    <a:cubicBezTo>
                      <a:pt x="31914" y="12103"/>
                      <a:pt x="30839" y="13179"/>
                      <a:pt x="28689" y="13179"/>
                    </a:cubicBezTo>
                    <a:cubicBezTo>
                      <a:pt x="27615" y="13179"/>
                      <a:pt x="27615" y="13179"/>
                      <a:pt x="28689" y="12103"/>
                    </a:cubicBezTo>
                    <a:cubicBezTo>
                      <a:pt x="29764" y="12103"/>
                      <a:pt x="29764" y="11028"/>
                      <a:pt x="29764" y="11028"/>
                    </a:cubicBezTo>
                    <a:cubicBezTo>
                      <a:pt x="29764" y="9952"/>
                      <a:pt x="28689" y="9952"/>
                      <a:pt x="27615" y="11028"/>
                    </a:cubicBezTo>
                    <a:cubicBezTo>
                      <a:pt x="26540" y="12103"/>
                      <a:pt x="25466" y="14254"/>
                      <a:pt x="26540" y="14254"/>
                    </a:cubicBezTo>
                    <a:cubicBezTo>
                      <a:pt x="27615" y="14254"/>
                      <a:pt x="27615" y="16405"/>
                      <a:pt x="25466" y="16405"/>
                    </a:cubicBezTo>
                    <a:cubicBezTo>
                      <a:pt x="24391" y="16405"/>
                      <a:pt x="24391" y="16405"/>
                      <a:pt x="24391" y="16405"/>
                    </a:cubicBezTo>
                    <a:cubicBezTo>
                      <a:pt x="24391" y="16405"/>
                      <a:pt x="24391" y="15329"/>
                      <a:pt x="24391" y="15329"/>
                    </a:cubicBezTo>
                    <a:cubicBezTo>
                      <a:pt x="23316" y="15329"/>
                      <a:pt x="19018" y="21782"/>
                      <a:pt x="20093" y="22857"/>
                    </a:cubicBezTo>
                    <a:cubicBezTo>
                      <a:pt x="20093" y="23932"/>
                      <a:pt x="20093" y="23932"/>
                      <a:pt x="19018" y="23932"/>
                    </a:cubicBezTo>
                    <a:cubicBezTo>
                      <a:pt x="17943" y="22857"/>
                      <a:pt x="16868" y="25008"/>
                      <a:pt x="16868" y="27159"/>
                    </a:cubicBezTo>
                    <a:cubicBezTo>
                      <a:pt x="16868" y="28234"/>
                      <a:pt x="15794" y="28234"/>
                      <a:pt x="14719" y="29309"/>
                    </a:cubicBezTo>
                    <a:cubicBezTo>
                      <a:pt x="15794" y="31460"/>
                      <a:pt x="12570" y="36837"/>
                      <a:pt x="12570" y="37913"/>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70" name="Freeform 969">
                <a:extLst>
                  <a:ext uri="{FF2B5EF4-FFF2-40B4-BE49-F238E27FC236}">
                    <a16:creationId xmlns:a16="http://schemas.microsoft.com/office/drawing/2014/main" id="{AB5B2D91-F946-CF82-8BEE-89D998BFC4ED}"/>
                  </a:ext>
                </a:extLst>
              </p:cNvPr>
              <p:cNvSpPr/>
              <p:nvPr/>
            </p:nvSpPr>
            <p:spPr>
              <a:xfrm>
                <a:off x="3474139" y="4685319"/>
                <a:ext cx="189329" cy="126353"/>
              </a:xfrm>
              <a:custGeom>
                <a:avLst/>
                <a:gdLst>
                  <a:gd name="connsiteX0" fmla="*/ 7010 w 189329"/>
                  <a:gd name="connsiteY0" fmla="*/ 90332 h 126353"/>
                  <a:gd name="connsiteX1" fmla="*/ 16682 w 189329"/>
                  <a:gd name="connsiteY1" fmla="*/ 69900 h 126353"/>
                  <a:gd name="connsiteX2" fmla="*/ 17757 w 189329"/>
                  <a:gd name="connsiteY2" fmla="*/ 68825 h 126353"/>
                  <a:gd name="connsiteX3" fmla="*/ 22055 w 189329"/>
                  <a:gd name="connsiteY3" fmla="*/ 60222 h 126353"/>
                  <a:gd name="connsiteX4" fmla="*/ 23130 w 189329"/>
                  <a:gd name="connsiteY4" fmla="*/ 59146 h 126353"/>
                  <a:gd name="connsiteX5" fmla="*/ 26354 w 189329"/>
                  <a:gd name="connsiteY5" fmla="*/ 53769 h 126353"/>
                  <a:gd name="connsiteX6" fmla="*/ 34951 w 189329"/>
                  <a:gd name="connsiteY6" fmla="*/ 38714 h 126353"/>
                  <a:gd name="connsiteX7" fmla="*/ 43548 w 189329"/>
                  <a:gd name="connsiteY7" fmla="*/ 22583 h 126353"/>
                  <a:gd name="connsiteX8" fmla="*/ 45697 w 189329"/>
                  <a:gd name="connsiteY8" fmla="*/ 18282 h 126353"/>
                  <a:gd name="connsiteX9" fmla="*/ 46772 w 189329"/>
                  <a:gd name="connsiteY9" fmla="*/ 16131 h 126353"/>
                  <a:gd name="connsiteX10" fmla="*/ 48921 w 189329"/>
                  <a:gd name="connsiteY10" fmla="*/ 12905 h 126353"/>
                  <a:gd name="connsiteX11" fmla="*/ 49996 w 189329"/>
                  <a:gd name="connsiteY11" fmla="*/ 10754 h 126353"/>
                  <a:gd name="connsiteX12" fmla="*/ 53220 w 189329"/>
                  <a:gd name="connsiteY12" fmla="*/ 4302 h 126353"/>
                  <a:gd name="connsiteX13" fmla="*/ 56443 w 189329"/>
                  <a:gd name="connsiteY13" fmla="*/ 1075 h 126353"/>
                  <a:gd name="connsiteX14" fmla="*/ 57518 w 189329"/>
                  <a:gd name="connsiteY14" fmla="*/ 1075 h 126353"/>
                  <a:gd name="connsiteX15" fmla="*/ 62891 w 189329"/>
                  <a:gd name="connsiteY15" fmla="*/ 0 h 126353"/>
                  <a:gd name="connsiteX16" fmla="*/ 70414 w 189329"/>
                  <a:gd name="connsiteY16" fmla="*/ 2151 h 126353"/>
                  <a:gd name="connsiteX17" fmla="*/ 74712 w 189329"/>
                  <a:gd name="connsiteY17" fmla="*/ 12905 h 126353"/>
                  <a:gd name="connsiteX18" fmla="*/ 68264 w 189329"/>
                  <a:gd name="connsiteY18" fmla="*/ 25809 h 126353"/>
                  <a:gd name="connsiteX19" fmla="*/ 66115 w 189329"/>
                  <a:gd name="connsiteY19" fmla="*/ 29036 h 126353"/>
                  <a:gd name="connsiteX20" fmla="*/ 65041 w 189329"/>
                  <a:gd name="connsiteY20" fmla="*/ 32262 h 126353"/>
                  <a:gd name="connsiteX21" fmla="*/ 53220 w 189329"/>
                  <a:gd name="connsiteY21" fmla="*/ 52694 h 126353"/>
                  <a:gd name="connsiteX22" fmla="*/ 52145 w 189329"/>
                  <a:gd name="connsiteY22" fmla="*/ 53769 h 126353"/>
                  <a:gd name="connsiteX23" fmla="*/ 49996 w 189329"/>
                  <a:gd name="connsiteY23" fmla="*/ 55920 h 126353"/>
                  <a:gd name="connsiteX24" fmla="*/ 53220 w 189329"/>
                  <a:gd name="connsiteY24" fmla="*/ 55920 h 126353"/>
                  <a:gd name="connsiteX25" fmla="*/ 60742 w 189329"/>
                  <a:gd name="connsiteY25" fmla="*/ 49468 h 126353"/>
                  <a:gd name="connsiteX26" fmla="*/ 82235 w 189329"/>
                  <a:gd name="connsiteY26" fmla="*/ 34412 h 126353"/>
                  <a:gd name="connsiteX27" fmla="*/ 87608 w 189329"/>
                  <a:gd name="connsiteY27" fmla="*/ 34412 h 126353"/>
                  <a:gd name="connsiteX28" fmla="*/ 92981 w 189329"/>
                  <a:gd name="connsiteY28" fmla="*/ 34412 h 126353"/>
                  <a:gd name="connsiteX29" fmla="*/ 96205 w 189329"/>
                  <a:gd name="connsiteY29" fmla="*/ 35488 h 126353"/>
                  <a:gd name="connsiteX30" fmla="*/ 99429 w 189329"/>
                  <a:gd name="connsiteY30" fmla="*/ 36563 h 126353"/>
                  <a:gd name="connsiteX31" fmla="*/ 101578 w 189329"/>
                  <a:gd name="connsiteY31" fmla="*/ 37638 h 126353"/>
                  <a:gd name="connsiteX32" fmla="*/ 103728 w 189329"/>
                  <a:gd name="connsiteY32" fmla="*/ 38714 h 126353"/>
                  <a:gd name="connsiteX33" fmla="*/ 108026 w 189329"/>
                  <a:gd name="connsiteY33" fmla="*/ 43015 h 126353"/>
                  <a:gd name="connsiteX34" fmla="*/ 121996 w 189329"/>
                  <a:gd name="connsiteY34" fmla="*/ 59146 h 126353"/>
                  <a:gd name="connsiteX35" fmla="*/ 151012 w 189329"/>
                  <a:gd name="connsiteY35" fmla="*/ 51618 h 126353"/>
                  <a:gd name="connsiteX36" fmla="*/ 160683 w 189329"/>
                  <a:gd name="connsiteY36" fmla="*/ 46242 h 126353"/>
                  <a:gd name="connsiteX37" fmla="*/ 171430 w 189329"/>
                  <a:gd name="connsiteY37" fmla="*/ 40865 h 126353"/>
                  <a:gd name="connsiteX38" fmla="*/ 187549 w 189329"/>
                  <a:gd name="connsiteY38" fmla="*/ 35488 h 126353"/>
                  <a:gd name="connsiteX39" fmla="*/ 188624 w 189329"/>
                  <a:gd name="connsiteY39" fmla="*/ 38714 h 126353"/>
                  <a:gd name="connsiteX40" fmla="*/ 188624 w 189329"/>
                  <a:gd name="connsiteY40" fmla="*/ 39789 h 126353"/>
                  <a:gd name="connsiteX41" fmla="*/ 182176 w 189329"/>
                  <a:gd name="connsiteY41" fmla="*/ 45166 h 126353"/>
                  <a:gd name="connsiteX42" fmla="*/ 128444 w 189329"/>
                  <a:gd name="connsiteY42" fmla="*/ 68825 h 126353"/>
                  <a:gd name="connsiteX43" fmla="*/ 100504 w 189329"/>
                  <a:gd name="connsiteY43" fmla="*/ 56995 h 126353"/>
                  <a:gd name="connsiteX44" fmla="*/ 95130 w 189329"/>
                  <a:gd name="connsiteY44" fmla="*/ 50543 h 126353"/>
                  <a:gd name="connsiteX45" fmla="*/ 91907 w 189329"/>
                  <a:gd name="connsiteY45" fmla="*/ 52694 h 126353"/>
                  <a:gd name="connsiteX46" fmla="*/ 87608 w 189329"/>
                  <a:gd name="connsiteY46" fmla="*/ 54845 h 126353"/>
                  <a:gd name="connsiteX47" fmla="*/ 76862 w 189329"/>
                  <a:gd name="connsiteY47" fmla="*/ 64523 h 126353"/>
                  <a:gd name="connsiteX48" fmla="*/ 36025 w 189329"/>
                  <a:gd name="connsiteY48" fmla="*/ 108614 h 126353"/>
                  <a:gd name="connsiteX49" fmla="*/ 25279 w 189329"/>
                  <a:gd name="connsiteY49" fmla="*/ 120443 h 126353"/>
                  <a:gd name="connsiteX50" fmla="*/ 14533 w 189329"/>
                  <a:gd name="connsiteY50" fmla="*/ 125820 h 126353"/>
                  <a:gd name="connsiteX51" fmla="*/ 9160 w 189329"/>
                  <a:gd name="connsiteY51" fmla="*/ 119368 h 126353"/>
                  <a:gd name="connsiteX52" fmla="*/ 5936 w 189329"/>
                  <a:gd name="connsiteY52" fmla="*/ 115066 h 126353"/>
                  <a:gd name="connsiteX53" fmla="*/ 7010 w 189329"/>
                  <a:gd name="connsiteY53" fmla="*/ 90332 h 12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9329" h="126353">
                    <a:moveTo>
                      <a:pt x="7010" y="90332"/>
                    </a:moveTo>
                    <a:cubicBezTo>
                      <a:pt x="9160" y="86031"/>
                      <a:pt x="16682" y="70975"/>
                      <a:pt x="16682" y="69900"/>
                    </a:cubicBezTo>
                    <a:cubicBezTo>
                      <a:pt x="16682" y="68825"/>
                      <a:pt x="16682" y="68825"/>
                      <a:pt x="17757" y="68825"/>
                    </a:cubicBezTo>
                    <a:cubicBezTo>
                      <a:pt x="18831" y="68825"/>
                      <a:pt x="22055" y="62372"/>
                      <a:pt x="22055" y="60222"/>
                    </a:cubicBezTo>
                    <a:cubicBezTo>
                      <a:pt x="22055" y="59146"/>
                      <a:pt x="22055" y="59146"/>
                      <a:pt x="23130" y="59146"/>
                    </a:cubicBezTo>
                    <a:cubicBezTo>
                      <a:pt x="23130" y="59146"/>
                      <a:pt x="25279" y="56995"/>
                      <a:pt x="26354" y="53769"/>
                    </a:cubicBezTo>
                    <a:cubicBezTo>
                      <a:pt x="27428" y="51618"/>
                      <a:pt x="31727" y="44091"/>
                      <a:pt x="34951" y="38714"/>
                    </a:cubicBezTo>
                    <a:cubicBezTo>
                      <a:pt x="38175" y="32262"/>
                      <a:pt x="42473" y="25809"/>
                      <a:pt x="43548" y="22583"/>
                    </a:cubicBezTo>
                    <a:cubicBezTo>
                      <a:pt x="44623" y="19357"/>
                      <a:pt x="45697" y="18282"/>
                      <a:pt x="45697" y="18282"/>
                    </a:cubicBezTo>
                    <a:cubicBezTo>
                      <a:pt x="45697" y="18282"/>
                      <a:pt x="46772" y="18282"/>
                      <a:pt x="46772" y="16131"/>
                    </a:cubicBezTo>
                    <a:cubicBezTo>
                      <a:pt x="47846" y="15055"/>
                      <a:pt x="48921" y="12905"/>
                      <a:pt x="48921" y="12905"/>
                    </a:cubicBezTo>
                    <a:cubicBezTo>
                      <a:pt x="49996" y="12905"/>
                      <a:pt x="49996" y="11829"/>
                      <a:pt x="49996" y="10754"/>
                    </a:cubicBezTo>
                    <a:cubicBezTo>
                      <a:pt x="49996" y="9679"/>
                      <a:pt x="51070" y="7528"/>
                      <a:pt x="53220" y="4302"/>
                    </a:cubicBezTo>
                    <a:cubicBezTo>
                      <a:pt x="55369" y="2151"/>
                      <a:pt x="56443" y="1075"/>
                      <a:pt x="56443" y="1075"/>
                    </a:cubicBezTo>
                    <a:cubicBezTo>
                      <a:pt x="56443" y="1075"/>
                      <a:pt x="56443" y="1075"/>
                      <a:pt x="57518" y="1075"/>
                    </a:cubicBezTo>
                    <a:cubicBezTo>
                      <a:pt x="58593" y="0"/>
                      <a:pt x="60742" y="0"/>
                      <a:pt x="62891" y="0"/>
                    </a:cubicBezTo>
                    <a:cubicBezTo>
                      <a:pt x="65041" y="0"/>
                      <a:pt x="68264" y="1075"/>
                      <a:pt x="70414" y="2151"/>
                    </a:cubicBezTo>
                    <a:cubicBezTo>
                      <a:pt x="74712" y="4302"/>
                      <a:pt x="75787" y="8603"/>
                      <a:pt x="74712" y="12905"/>
                    </a:cubicBezTo>
                    <a:cubicBezTo>
                      <a:pt x="73638" y="16131"/>
                      <a:pt x="71489" y="22583"/>
                      <a:pt x="68264" y="25809"/>
                    </a:cubicBezTo>
                    <a:cubicBezTo>
                      <a:pt x="67190" y="26885"/>
                      <a:pt x="66115" y="29036"/>
                      <a:pt x="66115" y="29036"/>
                    </a:cubicBezTo>
                    <a:cubicBezTo>
                      <a:pt x="66115" y="30111"/>
                      <a:pt x="65041" y="31186"/>
                      <a:pt x="65041" y="32262"/>
                    </a:cubicBezTo>
                    <a:cubicBezTo>
                      <a:pt x="62891" y="34412"/>
                      <a:pt x="53220" y="51618"/>
                      <a:pt x="53220" y="52694"/>
                    </a:cubicBezTo>
                    <a:cubicBezTo>
                      <a:pt x="53220" y="52694"/>
                      <a:pt x="53220" y="53769"/>
                      <a:pt x="52145" y="53769"/>
                    </a:cubicBezTo>
                    <a:cubicBezTo>
                      <a:pt x="52145" y="53769"/>
                      <a:pt x="51070" y="54845"/>
                      <a:pt x="49996" y="55920"/>
                    </a:cubicBezTo>
                    <a:cubicBezTo>
                      <a:pt x="48921" y="59146"/>
                      <a:pt x="48921" y="59146"/>
                      <a:pt x="53220" y="55920"/>
                    </a:cubicBezTo>
                    <a:cubicBezTo>
                      <a:pt x="55369" y="54845"/>
                      <a:pt x="58593" y="51618"/>
                      <a:pt x="60742" y="49468"/>
                    </a:cubicBezTo>
                    <a:cubicBezTo>
                      <a:pt x="67190" y="44091"/>
                      <a:pt x="74712" y="38714"/>
                      <a:pt x="82235" y="34412"/>
                    </a:cubicBezTo>
                    <a:cubicBezTo>
                      <a:pt x="84384" y="33337"/>
                      <a:pt x="86533" y="33337"/>
                      <a:pt x="87608" y="34412"/>
                    </a:cubicBezTo>
                    <a:cubicBezTo>
                      <a:pt x="88683" y="35488"/>
                      <a:pt x="91907" y="34412"/>
                      <a:pt x="92981" y="34412"/>
                    </a:cubicBezTo>
                    <a:cubicBezTo>
                      <a:pt x="95130" y="34412"/>
                      <a:pt x="96205" y="34412"/>
                      <a:pt x="96205" y="35488"/>
                    </a:cubicBezTo>
                    <a:cubicBezTo>
                      <a:pt x="96205" y="36563"/>
                      <a:pt x="97280" y="36563"/>
                      <a:pt x="99429" y="36563"/>
                    </a:cubicBezTo>
                    <a:cubicBezTo>
                      <a:pt x="101578" y="36563"/>
                      <a:pt x="101578" y="36563"/>
                      <a:pt x="101578" y="37638"/>
                    </a:cubicBezTo>
                    <a:cubicBezTo>
                      <a:pt x="101578" y="38714"/>
                      <a:pt x="102653" y="38714"/>
                      <a:pt x="103728" y="38714"/>
                    </a:cubicBezTo>
                    <a:cubicBezTo>
                      <a:pt x="105877" y="38714"/>
                      <a:pt x="108026" y="39789"/>
                      <a:pt x="108026" y="43015"/>
                    </a:cubicBezTo>
                    <a:cubicBezTo>
                      <a:pt x="109101" y="52694"/>
                      <a:pt x="112325" y="59146"/>
                      <a:pt x="121996" y="59146"/>
                    </a:cubicBezTo>
                    <a:cubicBezTo>
                      <a:pt x="128444" y="59146"/>
                      <a:pt x="147787" y="54845"/>
                      <a:pt x="151012" y="51618"/>
                    </a:cubicBezTo>
                    <a:cubicBezTo>
                      <a:pt x="151012" y="51618"/>
                      <a:pt x="155310" y="48392"/>
                      <a:pt x="160683" y="46242"/>
                    </a:cubicBezTo>
                    <a:cubicBezTo>
                      <a:pt x="164982" y="44091"/>
                      <a:pt x="170355" y="41940"/>
                      <a:pt x="171430" y="40865"/>
                    </a:cubicBezTo>
                    <a:cubicBezTo>
                      <a:pt x="174653" y="38714"/>
                      <a:pt x="185400" y="35488"/>
                      <a:pt x="187549" y="35488"/>
                    </a:cubicBezTo>
                    <a:cubicBezTo>
                      <a:pt x="189699" y="35488"/>
                      <a:pt x="189699" y="36563"/>
                      <a:pt x="188624" y="38714"/>
                    </a:cubicBezTo>
                    <a:cubicBezTo>
                      <a:pt x="188624" y="39789"/>
                      <a:pt x="187549" y="39789"/>
                      <a:pt x="188624" y="39789"/>
                    </a:cubicBezTo>
                    <a:cubicBezTo>
                      <a:pt x="189699" y="39789"/>
                      <a:pt x="187549" y="40865"/>
                      <a:pt x="182176" y="45166"/>
                    </a:cubicBezTo>
                    <a:cubicBezTo>
                      <a:pt x="167131" y="56995"/>
                      <a:pt x="146713" y="68825"/>
                      <a:pt x="128444" y="68825"/>
                    </a:cubicBezTo>
                    <a:cubicBezTo>
                      <a:pt x="118773" y="68825"/>
                      <a:pt x="109101" y="65599"/>
                      <a:pt x="100504" y="56995"/>
                    </a:cubicBezTo>
                    <a:lnTo>
                      <a:pt x="95130" y="50543"/>
                    </a:lnTo>
                    <a:lnTo>
                      <a:pt x="91907" y="52694"/>
                    </a:lnTo>
                    <a:cubicBezTo>
                      <a:pt x="89757" y="53769"/>
                      <a:pt x="88683" y="54845"/>
                      <a:pt x="87608" y="54845"/>
                    </a:cubicBezTo>
                    <a:cubicBezTo>
                      <a:pt x="87608" y="54845"/>
                      <a:pt x="82235" y="59146"/>
                      <a:pt x="76862" y="64523"/>
                    </a:cubicBezTo>
                    <a:cubicBezTo>
                      <a:pt x="61817" y="77428"/>
                      <a:pt x="47846" y="93559"/>
                      <a:pt x="36025" y="108614"/>
                    </a:cubicBezTo>
                    <a:cubicBezTo>
                      <a:pt x="31727" y="113991"/>
                      <a:pt x="30652" y="115066"/>
                      <a:pt x="25279" y="120443"/>
                    </a:cubicBezTo>
                    <a:cubicBezTo>
                      <a:pt x="18831" y="126896"/>
                      <a:pt x="16682" y="126896"/>
                      <a:pt x="14533" y="125820"/>
                    </a:cubicBezTo>
                    <a:cubicBezTo>
                      <a:pt x="11309" y="124745"/>
                      <a:pt x="11309" y="123669"/>
                      <a:pt x="9160" y="119368"/>
                    </a:cubicBezTo>
                    <a:cubicBezTo>
                      <a:pt x="8085" y="117217"/>
                      <a:pt x="7010" y="115066"/>
                      <a:pt x="5936" y="115066"/>
                    </a:cubicBezTo>
                    <a:cubicBezTo>
                      <a:pt x="-2662" y="113991"/>
                      <a:pt x="-1587" y="104312"/>
                      <a:pt x="7010" y="9033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971" name="Graphic 29">
            <a:extLst>
              <a:ext uri="{FF2B5EF4-FFF2-40B4-BE49-F238E27FC236}">
                <a16:creationId xmlns:a16="http://schemas.microsoft.com/office/drawing/2014/main" id="{7FB9CA7C-9CB2-FD23-CD4F-DA0D0EF68EC6}"/>
              </a:ext>
            </a:extLst>
          </p:cNvPr>
          <p:cNvGrpSpPr/>
          <p:nvPr/>
        </p:nvGrpSpPr>
        <p:grpSpPr>
          <a:xfrm>
            <a:off x="1441763" y="4515347"/>
            <a:ext cx="1778522" cy="278524"/>
            <a:chOff x="1053547" y="4589610"/>
            <a:chExt cx="1778522" cy="278524"/>
          </a:xfrm>
        </p:grpSpPr>
        <p:grpSp>
          <p:nvGrpSpPr>
            <p:cNvPr id="972" name="Graphic 29">
              <a:extLst>
                <a:ext uri="{FF2B5EF4-FFF2-40B4-BE49-F238E27FC236}">
                  <a16:creationId xmlns:a16="http://schemas.microsoft.com/office/drawing/2014/main" id="{C6156FD0-8E39-F57D-31DD-380E9D46E731}"/>
                </a:ext>
              </a:extLst>
            </p:cNvPr>
            <p:cNvGrpSpPr/>
            <p:nvPr/>
          </p:nvGrpSpPr>
          <p:grpSpPr>
            <a:xfrm>
              <a:off x="1536058" y="4589610"/>
              <a:ext cx="1296010" cy="278524"/>
              <a:chOff x="1536058" y="4589610"/>
              <a:chExt cx="1296010" cy="278524"/>
            </a:xfrm>
            <a:solidFill>
              <a:srgbClr val="593C2E"/>
            </a:solidFill>
          </p:grpSpPr>
          <p:sp>
            <p:nvSpPr>
              <p:cNvPr id="973" name="Freeform 972">
                <a:extLst>
                  <a:ext uri="{FF2B5EF4-FFF2-40B4-BE49-F238E27FC236}">
                    <a16:creationId xmlns:a16="http://schemas.microsoft.com/office/drawing/2014/main" id="{D167A9FF-2ABA-9326-7D46-F0B83600BFD8}"/>
                  </a:ext>
                </a:extLst>
              </p:cNvPr>
              <p:cNvSpPr/>
              <p:nvPr/>
            </p:nvSpPr>
            <p:spPr>
              <a:xfrm>
                <a:off x="1536058" y="4592836"/>
                <a:ext cx="256838" cy="275298"/>
              </a:xfrm>
              <a:custGeom>
                <a:avLst/>
                <a:gdLst>
                  <a:gd name="connsiteX0" fmla="*/ 138628 w 256838"/>
                  <a:gd name="connsiteY0" fmla="*/ 275298 h 275298"/>
                  <a:gd name="connsiteX1" fmla="*/ 256838 w 256838"/>
                  <a:gd name="connsiteY1" fmla="*/ 215077 h 275298"/>
                  <a:gd name="connsiteX2" fmla="*/ 199882 w 256838"/>
                  <a:gd name="connsiteY2" fmla="*/ 176363 h 275298"/>
                  <a:gd name="connsiteX3" fmla="*/ 139703 w 256838"/>
                  <a:gd name="connsiteY3" fmla="*/ 208625 h 275298"/>
                  <a:gd name="connsiteX4" fmla="*/ 75225 w 256838"/>
                  <a:gd name="connsiteY4" fmla="*/ 137649 h 275298"/>
                  <a:gd name="connsiteX5" fmla="*/ 75225 w 256838"/>
                  <a:gd name="connsiteY5" fmla="*/ 136574 h 275298"/>
                  <a:gd name="connsiteX6" fmla="*/ 139703 w 256838"/>
                  <a:gd name="connsiteY6" fmla="*/ 65598 h 275298"/>
                  <a:gd name="connsiteX7" fmla="*/ 197733 w 256838"/>
                  <a:gd name="connsiteY7" fmla="*/ 97860 h 275298"/>
                  <a:gd name="connsiteX8" fmla="*/ 254689 w 256838"/>
                  <a:gd name="connsiteY8" fmla="*/ 54845 h 275298"/>
                  <a:gd name="connsiteX9" fmla="*/ 140777 w 256838"/>
                  <a:gd name="connsiteY9" fmla="*/ 0 h 275298"/>
                  <a:gd name="connsiteX10" fmla="*/ 0 w 256838"/>
                  <a:gd name="connsiteY10" fmla="*/ 138725 h 275298"/>
                  <a:gd name="connsiteX11" fmla="*/ 0 w 256838"/>
                  <a:gd name="connsiteY11" fmla="*/ 139800 h 275298"/>
                  <a:gd name="connsiteX12" fmla="*/ 138628 w 256838"/>
                  <a:gd name="connsiteY12" fmla="*/ 275298 h 275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6838" h="275298">
                    <a:moveTo>
                      <a:pt x="138628" y="275298"/>
                    </a:moveTo>
                    <a:cubicBezTo>
                      <a:pt x="197733" y="275298"/>
                      <a:pt x="231047" y="249489"/>
                      <a:pt x="256838" y="215077"/>
                    </a:cubicBezTo>
                    <a:lnTo>
                      <a:pt x="199882" y="176363"/>
                    </a:lnTo>
                    <a:cubicBezTo>
                      <a:pt x="183763" y="196795"/>
                      <a:pt x="167643" y="208625"/>
                      <a:pt x="139703" y="208625"/>
                    </a:cubicBezTo>
                    <a:cubicBezTo>
                      <a:pt x="102090" y="208625"/>
                      <a:pt x="75225" y="176363"/>
                      <a:pt x="75225" y="137649"/>
                    </a:cubicBezTo>
                    <a:lnTo>
                      <a:pt x="75225" y="136574"/>
                    </a:lnTo>
                    <a:cubicBezTo>
                      <a:pt x="75225" y="97860"/>
                      <a:pt x="101016" y="65598"/>
                      <a:pt x="139703" y="65598"/>
                    </a:cubicBezTo>
                    <a:cubicBezTo>
                      <a:pt x="165494" y="65598"/>
                      <a:pt x="182688" y="77428"/>
                      <a:pt x="197733" y="97860"/>
                    </a:cubicBezTo>
                    <a:lnTo>
                      <a:pt x="254689" y="54845"/>
                    </a:lnTo>
                    <a:cubicBezTo>
                      <a:pt x="229972" y="22583"/>
                      <a:pt x="195584" y="0"/>
                      <a:pt x="140777" y="0"/>
                    </a:cubicBezTo>
                    <a:cubicBezTo>
                      <a:pt x="59105" y="0"/>
                      <a:pt x="0" y="62372"/>
                      <a:pt x="0" y="138725"/>
                    </a:cubicBezTo>
                    <a:lnTo>
                      <a:pt x="0" y="139800"/>
                    </a:lnTo>
                    <a:cubicBezTo>
                      <a:pt x="0" y="216152"/>
                      <a:pt x="62329" y="275298"/>
                      <a:pt x="138628" y="275298"/>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74" name="Freeform 973">
                <a:extLst>
                  <a:ext uri="{FF2B5EF4-FFF2-40B4-BE49-F238E27FC236}">
                    <a16:creationId xmlns:a16="http://schemas.microsoft.com/office/drawing/2014/main" id="{78DC53CA-B6AF-4CD6-6529-EBAE4AEBC25E}"/>
                  </a:ext>
                </a:extLst>
              </p:cNvPr>
              <p:cNvSpPr/>
              <p:nvPr/>
            </p:nvSpPr>
            <p:spPr>
              <a:xfrm>
                <a:off x="1825135" y="4593911"/>
                <a:ext cx="243942" cy="268846"/>
              </a:xfrm>
              <a:custGeom>
                <a:avLst/>
                <a:gdLst>
                  <a:gd name="connsiteX0" fmla="*/ 0 w 243942"/>
                  <a:gd name="connsiteY0" fmla="*/ 268846 h 268846"/>
                  <a:gd name="connsiteX1" fmla="*/ 74150 w 243942"/>
                  <a:gd name="connsiteY1" fmla="*/ 268846 h 268846"/>
                  <a:gd name="connsiteX2" fmla="*/ 74150 w 243942"/>
                  <a:gd name="connsiteY2" fmla="*/ 166685 h 268846"/>
                  <a:gd name="connsiteX3" fmla="*/ 168718 w 243942"/>
                  <a:gd name="connsiteY3" fmla="*/ 166685 h 268846"/>
                  <a:gd name="connsiteX4" fmla="*/ 168718 w 243942"/>
                  <a:gd name="connsiteY4" fmla="*/ 268846 h 268846"/>
                  <a:gd name="connsiteX5" fmla="*/ 243942 w 243942"/>
                  <a:gd name="connsiteY5" fmla="*/ 268846 h 268846"/>
                  <a:gd name="connsiteX6" fmla="*/ 243942 w 243942"/>
                  <a:gd name="connsiteY6" fmla="*/ 0 h 268846"/>
                  <a:gd name="connsiteX7" fmla="*/ 168718 w 243942"/>
                  <a:gd name="connsiteY7" fmla="*/ 0 h 268846"/>
                  <a:gd name="connsiteX8" fmla="*/ 168718 w 243942"/>
                  <a:gd name="connsiteY8" fmla="*/ 101086 h 268846"/>
                  <a:gd name="connsiteX9" fmla="*/ 74150 w 243942"/>
                  <a:gd name="connsiteY9" fmla="*/ 101086 h 268846"/>
                  <a:gd name="connsiteX10" fmla="*/ 74150 w 243942"/>
                  <a:gd name="connsiteY10" fmla="*/ 0 h 268846"/>
                  <a:gd name="connsiteX11" fmla="*/ 0 w 243942"/>
                  <a:gd name="connsiteY11" fmla="*/ 0 h 26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942" h="268846">
                    <a:moveTo>
                      <a:pt x="0" y="268846"/>
                    </a:moveTo>
                    <a:lnTo>
                      <a:pt x="74150" y="268846"/>
                    </a:lnTo>
                    <a:lnTo>
                      <a:pt x="74150" y="166685"/>
                    </a:lnTo>
                    <a:lnTo>
                      <a:pt x="168718" y="166685"/>
                    </a:lnTo>
                    <a:lnTo>
                      <a:pt x="168718" y="268846"/>
                    </a:lnTo>
                    <a:lnTo>
                      <a:pt x="243942" y="268846"/>
                    </a:lnTo>
                    <a:lnTo>
                      <a:pt x="243942" y="0"/>
                    </a:lnTo>
                    <a:lnTo>
                      <a:pt x="168718" y="0"/>
                    </a:lnTo>
                    <a:lnTo>
                      <a:pt x="168718" y="101086"/>
                    </a:lnTo>
                    <a:lnTo>
                      <a:pt x="74150" y="101086"/>
                    </a:lnTo>
                    <a:lnTo>
                      <a:pt x="74150"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78" name="Freeform 977">
                <a:extLst>
                  <a:ext uri="{FF2B5EF4-FFF2-40B4-BE49-F238E27FC236}">
                    <a16:creationId xmlns:a16="http://schemas.microsoft.com/office/drawing/2014/main" id="{1A86578A-49EE-9E3C-4687-1991BC43609B}"/>
                  </a:ext>
                </a:extLst>
              </p:cNvPr>
              <p:cNvSpPr/>
              <p:nvPr/>
            </p:nvSpPr>
            <p:spPr>
              <a:xfrm>
                <a:off x="2115287" y="4593911"/>
                <a:ext cx="218150" cy="268846"/>
              </a:xfrm>
              <a:custGeom>
                <a:avLst/>
                <a:gdLst>
                  <a:gd name="connsiteX0" fmla="*/ 0 w 218150"/>
                  <a:gd name="connsiteY0" fmla="*/ 268846 h 268846"/>
                  <a:gd name="connsiteX1" fmla="*/ 218151 w 218150"/>
                  <a:gd name="connsiteY1" fmla="*/ 268846 h 268846"/>
                  <a:gd name="connsiteX2" fmla="*/ 218151 w 218150"/>
                  <a:gd name="connsiteY2" fmla="*/ 206474 h 268846"/>
                  <a:gd name="connsiteX3" fmla="*/ 74150 w 218150"/>
                  <a:gd name="connsiteY3" fmla="*/ 206474 h 268846"/>
                  <a:gd name="connsiteX4" fmla="*/ 74150 w 218150"/>
                  <a:gd name="connsiteY4" fmla="*/ 163459 h 268846"/>
                  <a:gd name="connsiteX5" fmla="*/ 202031 w 218150"/>
                  <a:gd name="connsiteY5" fmla="*/ 163459 h 268846"/>
                  <a:gd name="connsiteX6" fmla="*/ 202031 w 218150"/>
                  <a:gd name="connsiteY6" fmla="*/ 105388 h 268846"/>
                  <a:gd name="connsiteX7" fmla="*/ 74150 w 218150"/>
                  <a:gd name="connsiteY7" fmla="*/ 105388 h 268846"/>
                  <a:gd name="connsiteX8" fmla="*/ 74150 w 218150"/>
                  <a:gd name="connsiteY8" fmla="*/ 63448 h 268846"/>
                  <a:gd name="connsiteX9" fmla="*/ 216002 w 218150"/>
                  <a:gd name="connsiteY9" fmla="*/ 63448 h 268846"/>
                  <a:gd name="connsiteX10" fmla="*/ 216002 w 218150"/>
                  <a:gd name="connsiteY10" fmla="*/ 0 h 268846"/>
                  <a:gd name="connsiteX11" fmla="*/ 0 w 218150"/>
                  <a:gd name="connsiteY11" fmla="*/ 0 h 26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150" h="268846">
                    <a:moveTo>
                      <a:pt x="0" y="268846"/>
                    </a:moveTo>
                    <a:lnTo>
                      <a:pt x="218151" y="268846"/>
                    </a:lnTo>
                    <a:lnTo>
                      <a:pt x="218151" y="206474"/>
                    </a:lnTo>
                    <a:lnTo>
                      <a:pt x="74150" y="206474"/>
                    </a:lnTo>
                    <a:lnTo>
                      <a:pt x="74150" y="163459"/>
                    </a:lnTo>
                    <a:lnTo>
                      <a:pt x="202031" y="163459"/>
                    </a:lnTo>
                    <a:lnTo>
                      <a:pt x="202031" y="105388"/>
                    </a:lnTo>
                    <a:lnTo>
                      <a:pt x="74150" y="105388"/>
                    </a:lnTo>
                    <a:lnTo>
                      <a:pt x="74150" y="63448"/>
                    </a:lnTo>
                    <a:lnTo>
                      <a:pt x="216002" y="63448"/>
                    </a:lnTo>
                    <a:lnTo>
                      <a:pt x="216002"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79" name="Freeform 978">
                <a:extLst>
                  <a:ext uri="{FF2B5EF4-FFF2-40B4-BE49-F238E27FC236}">
                    <a16:creationId xmlns:a16="http://schemas.microsoft.com/office/drawing/2014/main" id="{9C40B4DF-6C1E-D6DE-FB03-5069E5E8AD3C}"/>
                  </a:ext>
                </a:extLst>
              </p:cNvPr>
              <p:cNvSpPr/>
              <p:nvPr/>
            </p:nvSpPr>
            <p:spPr>
              <a:xfrm>
                <a:off x="2371050" y="4593911"/>
                <a:ext cx="213852" cy="268846"/>
              </a:xfrm>
              <a:custGeom>
                <a:avLst/>
                <a:gdLst>
                  <a:gd name="connsiteX0" fmla="*/ 0 w 213852"/>
                  <a:gd name="connsiteY0" fmla="*/ 268846 h 268846"/>
                  <a:gd name="connsiteX1" fmla="*/ 74150 w 213852"/>
                  <a:gd name="connsiteY1" fmla="*/ 268846 h 268846"/>
                  <a:gd name="connsiteX2" fmla="*/ 74150 w 213852"/>
                  <a:gd name="connsiteY2" fmla="*/ 174212 h 268846"/>
                  <a:gd name="connsiteX3" fmla="*/ 200957 w 213852"/>
                  <a:gd name="connsiteY3" fmla="*/ 174212 h 268846"/>
                  <a:gd name="connsiteX4" fmla="*/ 200957 w 213852"/>
                  <a:gd name="connsiteY4" fmla="*/ 111840 h 268846"/>
                  <a:gd name="connsiteX5" fmla="*/ 74150 w 213852"/>
                  <a:gd name="connsiteY5" fmla="*/ 111840 h 268846"/>
                  <a:gd name="connsiteX6" fmla="*/ 74150 w 213852"/>
                  <a:gd name="connsiteY6" fmla="*/ 65599 h 268846"/>
                  <a:gd name="connsiteX7" fmla="*/ 213853 w 213852"/>
                  <a:gd name="connsiteY7" fmla="*/ 65599 h 268846"/>
                  <a:gd name="connsiteX8" fmla="*/ 213853 w 213852"/>
                  <a:gd name="connsiteY8" fmla="*/ 0 h 268846"/>
                  <a:gd name="connsiteX9" fmla="*/ 0 w 213852"/>
                  <a:gd name="connsiteY9" fmla="*/ 0 h 26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852" h="268846">
                    <a:moveTo>
                      <a:pt x="0" y="268846"/>
                    </a:moveTo>
                    <a:lnTo>
                      <a:pt x="74150" y="268846"/>
                    </a:lnTo>
                    <a:lnTo>
                      <a:pt x="74150" y="174212"/>
                    </a:lnTo>
                    <a:lnTo>
                      <a:pt x="200957" y="174212"/>
                    </a:lnTo>
                    <a:lnTo>
                      <a:pt x="200957" y="111840"/>
                    </a:lnTo>
                    <a:lnTo>
                      <a:pt x="74150" y="111840"/>
                    </a:lnTo>
                    <a:lnTo>
                      <a:pt x="74150" y="65599"/>
                    </a:lnTo>
                    <a:lnTo>
                      <a:pt x="213853" y="65599"/>
                    </a:lnTo>
                    <a:lnTo>
                      <a:pt x="213853"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80" name="Freeform 979">
                <a:extLst>
                  <a:ext uri="{FF2B5EF4-FFF2-40B4-BE49-F238E27FC236}">
                    <a16:creationId xmlns:a16="http://schemas.microsoft.com/office/drawing/2014/main" id="{28932C20-F683-C80C-7C6B-0A6FCF6F86C2}"/>
                  </a:ext>
                </a:extLst>
              </p:cNvPr>
              <p:cNvSpPr/>
              <p:nvPr/>
            </p:nvSpPr>
            <p:spPr>
              <a:xfrm>
                <a:off x="2597799" y="4589610"/>
                <a:ext cx="234270" cy="277449"/>
              </a:xfrm>
              <a:custGeom>
                <a:avLst/>
                <a:gdLst>
                  <a:gd name="connsiteX0" fmla="*/ 126807 w 234270"/>
                  <a:gd name="connsiteY0" fmla="*/ 277449 h 277449"/>
                  <a:gd name="connsiteX1" fmla="*/ 234271 w 234270"/>
                  <a:gd name="connsiteY1" fmla="*/ 190343 h 277449"/>
                  <a:gd name="connsiteX2" fmla="*/ 234271 w 234270"/>
                  <a:gd name="connsiteY2" fmla="*/ 189268 h 277449"/>
                  <a:gd name="connsiteX3" fmla="*/ 134329 w 234270"/>
                  <a:gd name="connsiteY3" fmla="*/ 105388 h 277449"/>
                  <a:gd name="connsiteX4" fmla="*/ 87046 w 234270"/>
                  <a:gd name="connsiteY4" fmla="*/ 79578 h 277449"/>
                  <a:gd name="connsiteX5" fmla="*/ 87046 w 234270"/>
                  <a:gd name="connsiteY5" fmla="*/ 79578 h 277449"/>
                  <a:gd name="connsiteX6" fmla="*/ 113911 w 234270"/>
                  <a:gd name="connsiteY6" fmla="*/ 62372 h 277449"/>
                  <a:gd name="connsiteX7" fmla="*/ 189136 w 234270"/>
                  <a:gd name="connsiteY7" fmla="*/ 88181 h 277449"/>
                  <a:gd name="connsiteX8" fmla="*/ 226748 w 234270"/>
                  <a:gd name="connsiteY8" fmla="*/ 35488 h 277449"/>
                  <a:gd name="connsiteX9" fmla="*/ 116061 w 234270"/>
                  <a:gd name="connsiteY9" fmla="*/ 0 h 277449"/>
                  <a:gd name="connsiteX10" fmla="*/ 12896 w 234270"/>
                  <a:gd name="connsiteY10" fmla="*/ 86031 h 277449"/>
                  <a:gd name="connsiteX11" fmla="*/ 12896 w 234270"/>
                  <a:gd name="connsiteY11" fmla="*/ 87106 h 277449"/>
                  <a:gd name="connsiteX12" fmla="*/ 113911 w 234270"/>
                  <a:gd name="connsiteY12" fmla="*/ 170986 h 277449"/>
                  <a:gd name="connsiteX13" fmla="*/ 160121 w 234270"/>
                  <a:gd name="connsiteY13" fmla="*/ 196795 h 277449"/>
                  <a:gd name="connsiteX14" fmla="*/ 160121 w 234270"/>
                  <a:gd name="connsiteY14" fmla="*/ 197871 h 277449"/>
                  <a:gd name="connsiteX15" fmla="*/ 128956 w 234270"/>
                  <a:gd name="connsiteY15" fmla="*/ 217228 h 277449"/>
                  <a:gd name="connsiteX16" fmla="*/ 41911 w 234270"/>
                  <a:gd name="connsiteY16" fmla="*/ 184966 h 277449"/>
                  <a:gd name="connsiteX17" fmla="*/ 0 w 234270"/>
                  <a:gd name="connsiteY17" fmla="*/ 233359 h 277449"/>
                  <a:gd name="connsiteX18" fmla="*/ 126807 w 234270"/>
                  <a:gd name="connsiteY18" fmla="*/ 277449 h 2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4270" h="277449">
                    <a:moveTo>
                      <a:pt x="126807" y="277449"/>
                    </a:moveTo>
                    <a:cubicBezTo>
                      <a:pt x="191285" y="277449"/>
                      <a:pt x="234271" y="245187"/>
                      <a:pt x="234271" y="190343"/>
                    </a:cubicBezTo>
                    <a:lnTo>
                      <a:pt x="234271" y="189268"/>
                    </a:lnTo>
                    <a:cubicBezTo>
                      <a:pt x="234271" y="139800"/>
                      <a:pt x="196658" y="119368"/>
                      <a:pt x="134329" y="105388"/>
                    </a:cubicBezTo>
                    <a:cubicBezTo>
                      <a:pt x="96717" y="96785"/>
                      <a:pt x="87046" y="91408"/>
                      <a:pt x="87046" y="79578"/>
                    </a:cubicBezTo>
                    <a:lnTo>
                      <a:pt x="87046" y="79578"/>
                    </a:lnTo>
                    <a:cubicBezTo>
                      <a:pt x="87046" y="68825"/>
                      <a:pt x="95643" y="62372"/>
                      <a:pt x="113911" y="62372"/>
                    </a:cubicBezTo>
                    <a:cubicBezTo>
                      <a:pt x="138628" y="62372"/>
                      <a:pt x="165494" y="70975"/>
                      <a:pt x="189136" y="88181"/>
                    </a:cubicBezTo>
                    <a:lnTo>
                      <a:pt x="226748" y="35488"/>
                    </a:lnTo>
                    <a:cubicBezTo>
                      <a:pt x="196658" y="10754"/>
                      <a:pt x="162270" y="0"/>
                      <a:pt x="116061" y="0"/>
                    </a:cubicBezTo>
                    <a:cubicBezTo>
                      <a:pt x="51583" y="0"/>
                      <a:pt x="12896" y="36563"/>
                      <a:pt x="12896" y="86031"/>
                    </a:cubicBezTo>
                    <a:lnTo>
                      <a:pt x="12896" y="87106"/>
                    </a:lnTo>
                    <a:cubicBezTo>
                      <a:pt x="12896" y="141951"/>
                      <a:pt x="56956" y="158081"/>
                      <a:pt x="113911" y="170986"/>
                    </a:cubicBezTo>
                    <a:cubicBezTo>
                      <a:pt x="151524" y="179589"/>
                      <a:pt x="160121" y="186041"/>
                      <a:pt x="160121" y="196795"/>
                    </a:cubicBezTo>
                    <a:lnTo>
                      <a:pt x="160121" y="197871"/>
                    </a:lnTo>
                    <a:cubicBezTo>
                      <a:pt x="160121" y="209700"/>
                      <a:pt x="149374" y="217228"/>
                      <a:pt x="128956" y="217228"/>
                    </a:cubicBezTo>
                    <a:cubicBezTo>
                      <a:pt x="97792" y="217228"/>
                      <a:pt x="68777" y="206474"/>
                      <a:pt x="41911" y="184966"/>
                    </a:cubicBezTo>
                    <a:lnTo>
                      <a:pt x="0" y="233359"/>
                    </a:lnTo>
                    <a:cubicBezTo>
                      <a:pt x="35463" y="262394"/>
                      <a:pt x="80598" y="277449"/>
                      <a:pt x="126807" y="277449"/>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981" name="Graphic 29">
              <a:extLst>
                <a:ext uri="{FF2B5EF4-FFF2-40B4-BE49-F238E27FC236}">
                  <a16:creationId xmlns:a16="http://schemas.microsoft.com/office/drawing/2014/main" id="{F7392FBC-3B98-E642-2C69-7A8D533E6198}"/>
                </a:ext>
              </a:extLst>
            </p:cNvPr>
            <p:cNvGrpSpPr/>
            <p:nvPr/>
          </p:nvGrpSpPr>
          <p:grpSpPr>
            <a:xfrm>
              <a:off x="1053547" y="4685319"/>
              <a:ext cx="455276" cy="126353"/>
              <a:chOff x="1053547" y="4685319"/>
              <a:chExt cx="455276" cy="126353"/>
            </a:xfrm>
            <a:solidFill>
              <a:srgbClr val="93C83D"/>
            </a:solidFill>
          </p:grpSpPr>
          <p:sp>
            <p:nvSpPr>
              <p:cNvPr id="982" name="Freeform 981">
                <a:extLst>
                  <a:ext uri="{FF2B5EF4-FFF2-40B4-BE49-F238E27FC236}">
                    <a16:creationId xmlns:a16="http://schemas.microsoft.com/office/drawing/2014/main" id="{8C17FA2B-E9AB-D52D-8DB4-7748AC7522FC}"/>
                  </a:ext>
                </a:extLst>
              </p:cNvPr>
              <p:cNvSpPr/>
              <p:nvPr/>
            </p:nvSpPr>
            <p:spPr>
              <a:xfrm>
                <a:off x="1053547" y="4704676"/>
                <a:ext cx="162473" cy="97859"/>
              </a:xfrm>
              <a:custGeom>
                <a:avLst/>
                <a:gdLst>
                  <a:gd name="connsiteX0" fmla="*/ 4299 w 162473"/>
                  <a:gd name="connsiteY0" fmla="*/ 59146 h 97859"/>
                  <a:gd name="connsiteX1" fmla="*/ 6448 w 162473"/>
                  <a:gd name="connsiteY1" fmla="*/ 52694 h 97859"/>
                  <a:gd name="connsiteX2" fmla="*/ 7522 w 162473"/>
                  <a:gd name="connsiteY2" fmla="*/ 50543 h 97859"/>
                  <a:gd name="connsiteX3" fmla="*/ 23642 w 162473"/>
                  <a:gd name="connsiteY3" fmla="*/ 26885 h 97859"/>
                  <a:gd name="connsiteX4" fmla="*/ 50508 w 162473"/>
                  <a:gd name="connsiteY4" fmla="*/ 12905 h 97859"/>
                  <a:gd name="connsiteX5" fmla="*/ 60180 w 162473"/>
                  <a:gd name="connsiteY5" fmla="*/ 30111 h 97859"/>
                  <a:gd name="connsiteX6" fmla="*/ 39762 w 162473"/>
                  <a:gd name="connsiteY6" fmla="*/ 47317 h 97859"/>
                  <a:gd name="connsiteX7" fmla="*/ 38687 w 162473"/>
                  <a:gd name="connsiteY7" fmla="*/ 48392 h 97859"/>
                  <a:gd name="connsiteX8" fmla="*/ 20418 w 162473"/>
                  <a:gd name="connsiteY8" fmla="*/ 76352 h 97859"/>
                  <a:gd name="connsiteX9" fmla="*/ 19343 w 162473"/>
                  <a:gd name="connsiteY9" fmla="*/ 86031 h 97859"/>
                  <a:gd name="connsiteX10" fmla="*/ 47284 w 162473"/>
                  <a:gd name="connsiteY10" fmla="*/ 67749 h 97859"/>
                  <a:gd name="connsiteX11" fmla="*/ 73075 w 162473"/>
                  <a:gd name="connsiteY11" fmla="*/ 34412 h 97859"/>
                  <a:gd name="connsiteX12" fmla="*/ 68777 w 162473"/>
                  <a:gd name="connsiteY12" fmla="*/ 18282 h 97859"/>
                  <a:gd name="connsiteX13" fmla="*/ 67702 w 162473"/>
                  <a:gd name="connsiteY13" fmla="*/ 1075 h 97859"/>
                  <a:gd name="connsiteX14" fmla="*/ 70926 w 162473"/>
                  <a:gd name="connsiteY14" fmla="*/ 0 h 97859"/>
                  <a:gd name="connsiteX15" fmla="*/ 83822 w 162473"/>
                  <a:gd name="connsiteY15" fmla="*/ 4302 h 97859"/>
                  <a:gd name="connsiteX16" fmla="*/ 91344 w 162473"/>
                  <a:gd name="connsiteY16" fmla="*/ 24734 h 97859"/>
                  <a:gd name="connsiteX17" fmla="*/ 92419 w 162473"/>
                  <a:gd name="connsiteY17" fmla="*/ 24734 h 97859"/>
                  <a:gd name="connsiteX18" fmla="*/ 91344 w 162473"/>
                  <a:gd name="connsiteY18" fmla="*/ 27960 h 97859"/>
                  <a:gd name="connsiteX19" fmla="*/ 92419 w 162473"/>
                  <a:gd name="connsiteY19" fmla="*/ 33337 h 97859"/>
                  <a:gd name="connsiteX20" fmla="*/ 94568 w 162473"/>
                  <a:gd name="connsiteY20" fmla="*/ 26885 h 97859"/>
                  <a:gd name="connsiteX21" fmla="*/ 93493 w 162473"/>
                  <a:gd name="connsiteY21" fmla="*/ 33337 h 97859"/>
                  <a:gd name="connsiteX22" fmla="*/ 110687 w 162473"/>
                  <a:gd name="connsiteY22" fmla="*/ 36563 h 97859"/>
                  <a:gd name="connsiteX23" fmla="*/ 159046 w 162473"/>
                  <a:gd name="connsiteY23" fmla="*/ 22583 h 97859"/>
                  <a:gd name="connsiteX24" fmla="*/ 160121 w 162473"/>
                  <a:gd name="connsiteY24" fmla="*/ 21508 h 97859"/>
                  <a:gd name="connsiteX25" fmla="*/ 162270 w 162473"/>
                  <a:gd name="connsiteY25" fmla="*/ 20432 h 97859"/>
                  <a:gd name="connsiteX26" fmla="*/ 153673 w 162473"/>
                  <a:gd name="connsiteY26" fmla="*/ 29035 h 97859"/>
                  <a:gd name="connsiteX27" fmla="*/ 98867 w 162473"/>
                  <a:gd name="connsiteY27" fmla="*/ 51618 h 97859"/>
                  <a:gd name="connsiteX28" fmla="*/ 84896 w 162473"/>
                  <a:gd name="connsiteY28" fmla="*/ 48392 h 97859"/>
                  <a:gd name="connsiteX29" fmla="*/ 81672 w 162473"/>
                  <a:gd name="connsiteY29" fmla="*/ 52694 h 97859"/>
                  <a:gd name="connsiteX30" fmla="*/ 75225 w 162473"/>
                  <a:gd name="connsiteY30" fmla="*/ 62372 h 97859"/>
                  <a:gd name="connsiteX31" fmla="*/ 74150 w 162473"/>
                  <a:gd name="connsiteY31" fmla="*/ 65598 h 97859"/>
                  <a:gd name="connsiteX32" fmla="*/ 42985 w 162473"/>
                  <a:gd name="connsiteY32" fmla="*/ 92483 h 97859"/>
                  <a:gd name="connsiteX33" fmla="*/ 37612 w 162473"/>
                  <a:gd name="connsiteY33" fmla="*/ 94634 h 97859"/>
                  <a:gd name="connsiteX34" fmla="*/ 25791 w 162473"/>
                  <a:gd name="connsiteY34" fmla="*/ 97860 h 97859"/>
                  <a:gd name="connsiteX35" fmla="*/ 6448 w 162473"/>
                  <a:gd name="connsiteY35" fmla="*/ 89257 h 97859"/>
                  <a:gd name="connsiteX36" fmla="*/ 4299 w 162473"/>
                  <a:gd name="connsiteY36" fmla="*/ 86031 h 97859"/>
                  <a:gd name="connsiteX37" fmla="*/ 0 w 162473"/>
                  <a:gd name="connsiteY37" fmla="*/ 77428 h 97859"/>
                  <a:gd name="connsiteX38" fmla="*/ 4299 w 162473"/>
                  <a:gd name="connsiteY38" fmla="*/ 59146 h 9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7859">
                    <a:moveTo>
                      <a:pt x="4299" y="59146"/>
                    </a:moveTo>
                    <a:cubicBezTo>
                      <a:pt x="5373" y="55920"/>
                      <a:pt x="6448" y="52694"/>
                      <a:pt x="6448" y="52694"/>
                    </a:cubicBezTo>
                    <a:cubicBezTo>
                      <a:pt x="6448" y="52694"/>
                      <a:pt x="7522" y="51618"/>
                      <a:pt x="7522" y="50543"/>
                    </a:cubicBezTo>
                    <a:cubicBezTo>
                      <a:pt x="12896" y="41940"/>
                      <a:pt x="17194" y="34412"/>
                      <a:pt x="23642" y="26885"/>
                    </a:cubicBezTo>
                    <a:cubicBezTo>
                      <a:pt x="32239" y="17206"/>
                      <a:pt x="37612" y="12905"/>
                      <a:pt x="50508" y="12905"/>
                    </a:cubicBezTo>
                    <a:cubicBezTo>
                      <a:pt x="62329" y="12905"/>
                      <a:pt x="70926" y="19357"/>
                      <a:pt x="60180" y="30111"/>
                    </a:cubicBezTo>
                    <a:cubicBezTo>
                      <a:pt x="53732" y="36563"/>
                      <a:pt x="47284" y="39789"/>
                      <a:pt x="39762" y="47317"/>
                    </a:cubicBezTo>
                    <a:lnTo>
                      <a:pt x="38687" y="48392"/>
                    </a:lnTo>
                    <a:cubicBezTo>
                      <a:pt x="31164" y="54845"/>
                      <a:pt x="23642" y="66674"/>
                      <a:pt x="20418" y="76352"/>
                    </a:cubicBezTo>
                    <a:cubicBezTo>
                      <a:pt x="18269" y="82805"/>
                      <a:pt x="18269" y="86031"/>
                      <a:pt x="19343" y="86031"/>
                    </a:cubicBezTo>
                    <a:cubicBezTo>
                      <a:pt x="26866" y="84955"/>
                      <a:pt x="41911" y="75277"/>
                      <a:pt x="47284" y="67749"/>
                    </a:cubicBezTo>
                    <a:cubicBezTo>
                      <a:pt x="51583" y="63448"/>
                      <a:pt x="74150" y="38714"/>
                      <a:pt x="73075" y="34412"/>
                    </a:cubicBezTo>
                    <a:cubicBezTo>
                      <a:pt x="72001" y="30111"/>
                      <a:pt x="69851" y="23658"/>
                      <a:pt x="68777" y="18282"/>
                    </a:cubicBezTo>
                    <a:cubicBezTo>
                      <a:pt x="67702" y="15055"/>
                      <a:pt x="65553" y="3226"/>
                      <a:pt x="67702" y="1075"/>
                    </a:cubicBezTo>
                    <a:cubicBezTo>
                      <a:pt x="68777" y="0"/>
                      <a:pt x="69851" y="0"/>
                      <a:pt x="70926" y="0"/>
                    </a:cubicBezTo>
                    <a:cubicBezTo>
                      <a:pt x="75225" y="0"/>
                      <a:pt x="80598" y="2151"/>
                      <a:pt x="83822" y="4302"/>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69" y="34412"/>
                      <a:pt x="92419" y="33337"/>
                    </a:cubicBezTo>
                    <a:cubicBezTo>
                      <a:pt x="93493" y="33337"/>
                      <a:pt x="94568" y="16131"/>
                      <a:pt x="94568" y="26885"/>
                    </a:cubicBezTo>
                    <a:cubicBezTo>
                      <a:pt x="94568" y="29035"/>
                      <a:pt x="93493" y="31186"/>
                      <a:pt x="93493" y="33337"/>
                    </a:cubicBezTo>
                    <a:cubicBezTo>
                      <a:pt x="98867" y="35488"/>
                      <a:pt x="105314" y="36563"/>
                      <a:pt x="110687" y="36563"/>
                    </a:cubicBezTo>
                    <a:cubicBezTo>
                      <a:pt x="127882" y="36563"/>
                      <a:pt x="145076" y="30111"/>
                      <a:pt x="159046" y="22583"/>
                    </a:cubicBezTo>
                    <a:lnTo>
                      <a:pt x="160121" y="21508"/>
                    </a:lnTo>
                    <a:cubicBezTo>
                      <a:pt x="161195" y="20432"/>
                      <a:pt x="162270" y="20432"/>
                      <a:pt x="162270" y="20432"/>
                    </a:cubicBezTo>
                    <a:cubicBezTo>
                      <a:pt x="163345" y="20432"/>
                      <a:pt x="160121" y="23658"/>
                      <a:pt x="153673" y="29035"/>
                    </a:cubicBezTo>
                    <a:cubicBezTo>
                      <a:pt x="140777" y="38714"/>
                      <a:pt x="118210" y="51618"/>
                      <a:pt x="98867" y="51618"/>
                    </a:cubicBezTo>
                    <a:cubicBezTo>
                      <a:pt x="94568" y="51618"/>
                      <a:pt x="89195" y="50543"/>
                      <a:pt x="84896" y="48392"/>
                    </a:cubicBezTo>
                    <a:cubicBezTo>
                      <a:pt x="83822" y="49468"/>
                      <a:pt x="82747" y="50543"/>
                      <a:pt x="81672" y="52694"/>
                    </a:cubicBezTo>
                    <a:cubicBezTo>
                      <a:pt x="78448" y="59146"/>
                      <a:pt x="76299" y="60221"/>
                      <a:pt x="75225" y="62372"/>
                    </a:cubicBezTo>
                    <a:cubicBezTo>
                      <a:pt x="74150" y="63448"/>
                      <a:pt x="74150" y="64523"/>
                      <a:pt x="74150" y="65598"/>
                    </a:cubicBezTo>
                    <a:cubicBezTo>
                      <a:pt x="74150" y="69900"/>
                      <a:pt x="48359" y="91408"/>
                      <a:pt x="42985" y="92483"/>
                    </a:cubicBezTo>
                    <a:cubicBezTo>
                      <a:pt x="41911" y="92483"/>
                      <a:pt x="39762" y="93558"/>
                      <a:pt x="37612" y="94634"/>
                    </a:cubicBezTo>
                    <a:cubicBezTo>
                      <a:pt x="33314" y="96785"/>
                      <a:pt x="29015" y="97860"/>
                      <a:pt x="25791" y="97860"/>
                    </a:cubicBezTo>
                    <a:cubicBezTo>
                      <a:pt x="19343" y="97860"/>
                      <a:pt x="11821" y="94634"/>
                      <a:pt x="6448" y="89257"/>
                    </a:cubicBezTo>
                    <a:cubicBezTo>
                      <a:pt x="5373" y="87106"/>
                      <a:pt x="4299" y="86031"/>
                      <a:pt x="4299" y="86031"/>
                    </a:cubicBezTo>
                    <a:cubicBezTo>
                      <a:pt x="3224" y="87106"/>
                      <a:pt x="1075" y="83880"/>
                      <a:pt x="0" y="77428"/>
                    </a:cubicBezTo>
                    <a:cubicBezTo>
                      <a:pt x="1075" y="72051"/>
                      <a:pt x="1075" y="67749"/>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83" name="Freeform 982">
                <a:extLst>
                  <a:ext uri="{FF2B5EF4-FFF2-40B4-BE49-F238E27FC236}">
                    <a16:creationId xmlns:a16="http://schemas.microsoft.com/office/drawing/2014/main" id="{3C63F3B0-E466-EF52-491C-C81F8024EAE9}"/>
                  </a:ext>
                </a:extLst>
              </p:cNvPr>
              <p:cNvSpPr/>
              <p:nvPr/>
            </p:nvSpPr>
            <p:spPr>
              <a:xfrm>
                <a:off x="1176381" y="4700100"/>
                <a:ext cx="198050" cy="98133"/>
              </a:xfrm>
              <a:custGeom>
                <a:avLst/>
                <a:gdLst>
                  <a:gd name="connsiteX0" fmla="*/ 11495 w 198050"/>
                  <a:gd name="connsiteY0" fmla="*/ 35762 h 98133"/>
                  <a:gd name="connsiteX1" fmla="*/ 15794 w 198050"/>
                  <a:gd name="connsiteY1" fmla="*/ 29309 h 98133"/>
                  <a:gd name="connsiteX2" fmla="*/ 25466 w 198050"/>
                  <a:gd name="connsiteY2" fmla="*/ 15329 h 98133"/>
                  <a:gd name="connsiteX3" fmla="*/ 26540 w 198050"/>
                  <a:gd name="connsiteY3" fmla="*/ 13179 h 98133"/>
                  <a:gd name="connsiteX4" fmla="*/ 28689 w 198050"/>
                  <a:gd name="connsiteY4" fmla="*/ 9952 h 98133"/>
                  <a:gd name="connsiteX5" fmla="*/ 32988 w 198050"/>
                  <a:gd name="connsiteY5" fmla="*/ 5651 h 98133"/>
                  <a:gd name="connsiteX6" fmla="*/ 51257 w 198050"/>
                  <a:gd name="connsiteY6" fmla="*/ 274 h 98133"/>
                  <a:gd name="connsiteX7" fmla="*/ 59854 w 198050"/>
                  <a:gd name="connsiteY7" fmla="*/ 8877 h 98133"/>
                  <a:gd name="connsiteX8" fmla="*/ 51257 w 198050"/>
                  <a:gd name="connsiteY8" fmla="*/ 25008 h 98133"/>
                  <a:gd name="connsiteX9" fmla="*/ 43734 w 198050"/>
                  <a:gd name="connsiteY9" fmla="*/ 33611 h 98133"/>
                  <a:gd name="connsiteX10" fmla="*/ 37287 w 198050"/>
                  <a:gd name="connsiteY10" fmla="*/ 43289 h 98133"/>
                  <a:gd name="connsiteX11" fmla="*/ 16869 w 198050"/>
                  <a:gd name="connsiteY11" fmla="*/ 78777 h 98133"/>
                  <a:gd name="connsiteX12" fmla="*/ 19018 w 198050"/>
                  <a:gd name="connsiteY12" fmla="*/ 80928 h 98133"/>
                  <a:gd name="connsiteX13" fmla="*/ 25466 w 198050"/>
                  <a:gd name="connsiteY13" fmla="*/ 77702 h 98133"/>
                  <a:gd name="connsiteX14" fmla="*/ 28689 w 198050"/>
                  <a:gd name="connsiteY14" fmla="*/ 76626 h 98133"/>
                  <a:gd name="connsiteX15" fmla="*/ 29764 w 198050"/>
                  <a:gd name="connsiteY15" fmla="*/ 75551 h 98133"/>
                  <a:gd name="connsiteX16" fmla="*/ 30839 w 198050"/>
                  <a:gd name="connsiteY16" fmla="*/ 75551 h 98133"/>
                  <a:gd name="connsiteX17" fmla="*/ 40510 w 198050"/>
                  <a:gd name="connsiteY17" fmla="*/ 66948 h 98133"/>
                  <a:gd name="connsiteX18" fmla="*/ 68451 w 198050"/>
                  <a:gd name="connsiteY18" fmla="*/ 32536 h 98133"/>
                  <a:gd name="connsiteX19" fmla="*/ 83496 w 198050"/>
                  <a:gd name="connsiteY19" fmla="*/ 15329 h 98133"/>
                  <a:gd name="connsiteX20" fmla="*/ 87794 w 198050"/>
                  <a:gd name="connsiteY20" fmla="*/ 9952 h 98133"/>
                  <a:gd name="connsiteX21" fmla="*/ 88869 w 198050"/>
                  <a:gd name="connsiteY21" fmla="*/ 9952 h 98133"/>
                  <a:gd name="connsiteX22" fmla="*/ 93168 w 198050"/>
                  <a:gd name="connsiteY22" fmla="*/ 7802 h 98133"/>
                  <a:gd name="connsiteX23" fmla="*/ 96392 w 198050"/>
                  <a:gd name="connsiteY23" fmla="*/ 5651 h 98133"/>
                  <a:gd name="connsiteX24" fmla="*/ 99615 w 198050"/>
                  <a:gd name="connsiteY24" fmla="*/ 6726 h 98133"/>
                  <a:gd name="connsiteX25" fmla="*/ 99615 w 198050"/>
                  <a:gd name="connsiteY25" fmla="*/ 7802 h 98133"/>
                  <a:gd name="connsiteX26" fmla="*/ 104989 w 198050"/>
                  <a:gd name="connsiteY26" fmla="*/ 21782 h 98133"/>
                  <a:gd name="connsiteX27" fmla="*/ 94242 w 198050"/>
                  <a:gd name="connsiteY27" fmla="*/ 50817 h 98133"/>
                  <a:gd name="connsiteX28" fmla="*/ 95317 w 198050"/>
                  <a:gd name="connsiteY28" fmla="*/ 66948 h 98133"/>
                  <a:gd name="connsiteX29" fmla="*/ 103914 w 198050"/>
                  <a:gd name="connsiteY29" fmla="*/ 68023 h 98133"/>
                  <a:gd name="connsiteX30" fmla="*/ 115735 w 198050"/>
                  <a:gd name="connsiteY30" fmla="*/ 66948 h 98133"/>
                  <a:gd name="connsiteX31" fmla="*/ 136153 w 198050"/>
                  <a:gd name="connsiteY31" fmla="*/ 59420 h 98133"/>
                  <a:gd name="connsiteX32" fmla="*/ 141526 w 198050"/>
                  <a:gd name="connsiteY32" fmla="*/ 57269 h 98133"/>
                  <a:gd name="connsiteX33" fmla="*/ 171616 w 198050"/>
                  <a:gd name="connsiteY33" fmla="*/ 42214 h 98133"/>
                  <a:gd name="connsiteX34" fmla="*/ 178064 w 198050"/>
                  <a:gd name="connsiteY34" fmla="*/ 38988 h 98133"/>
                  <a:gd name="connsiteX35" fmla="*/ 193109 w 198050"/>
                  <a:gd name="connsiteY35" fmla="*/ 30385 h 98133"/>
                  <a:gd name="connsiteX36" fmla="*/ 197407 w 198050"/>
                  <a:gd name="connsiteY36" fmla="*/ 29309 h 98133"/>
                  <a:gd name="connsiteX37" fmla="*/ 195258 w 198050"/>
                  <a:gd name="connsiteY37" fmla="*/ 32536 h 98133"/>
                  <a:gd name="connsiteX38" fmla="*/ 190960 w 198050"/>
                  <a:gd name="connsiteY38" fmla="*/ 35762 h 98133"/>
                  <a:gd name="connsiteX39" fmla="*/ 190960 w 198050"/>
                  <a:gd name="connsiteY39" fmla="*/ 36837 h 98133"/>
                  <a:gd name="connsiteX40" fmla="*/ 175915 w 198050"/>
                  <a:gd name="connsiteY40" fmla="*/ 51893 h 98133"/>
                  <a:gd name="connsiteX41" fmla="*/ 171616 w 198050"/>
                  <a:gd name="connsiteY41" fmla="*/ 55119 h 98133"/>
                  <a:gd name="connsiteX42" fmla="*/ 166243 w 198050"/>
                  <a:gd name="connsiteY42" fmla="*/ 58345 h 98133"/>
                  <a:gd name="connsiteX43" fmla="*/ 165168 w 198050"/>
                  <a:gd name="connsiteY43" fmla="*/ 59420 h 98133"/>
                  <a:gd name="connsiteX44" fmla="*/ 166243 w 198050"/>
                  <a:gd name="connsiteY44" fmla="*/ 60495 h 98133"/>
                  <a:gd name="connsiteX45" fmla="*/ 164094 w 198050"/>
                  <a:gd name="connsiteY45" fmla="*/ 61571 h 98133"/>
                  <a:gd name="connsiteX46" fmla="*/ 160870 w 198050"/>
                  <a:gd name="connsiteY46" fmla="*/ 63722 h 98133"/>
                  <a:gd name="connsiteX47" fmla="*/ 155496 w 198050"/>
                  <a:gd name="connsiteY47" fmla="*/ 66948 h 98133"/>
                  <a:gd name="connsiteX48" fmla="*/ 150123 w 198050"/>
                  <a:gd name="connsiteY48" fmla="*/ 70174 h 98133"/>
                  <a:gd name="connsiteX49" fmla="*/ 151198 w 198050"/>
                  <a:gd name="connsiteY49" fmla="*/ 70174 h 98133"/>
                  <a:gd name="connsiteX50" fmla="*/ 159795 w 198050"/>
                  <a:gd name="connsiteY50" fmla="*/ 66948 h 98133"/>
                  <a:gd name="connsiteX51" fmla="*/ 160870 w 198050"/>
                  <a:gd name="connsiteY51" fmla="*/ 66948 h 98133"/>
                  <a:gd name="connsiteX52" fmla="*/ 143676 w 198050"/>
                  <a:gd name="connsiteY52" fmla="*/ 75551 h 98133"/>
                  <a:gd name="connsiteX53" fmla="*/ 136153 w 198050"/>
                  <a:gd name="connsiteY53" fmla="*/ 79853 h 98133"/>
                  <a:gd name="connsiteX54" fmla="*/ 110362 w 198050"/>
                  <a:gd name="connsiteY54" fmla="*/ 83079 h 98133"/>
                  <a:gd name="connsiteX55" fmla="*/ 104989 w 198050"/>
                  <a:gd name="connsiteY55" fmla="*/ 82003 h 98133"/>
                  <a:gd name="connsiteX56" fmla="*/ 89944 w 198050"/>
                  <a:gd name="connsiteY56" fmla="*/ 78777 h 98133"/>
                  <a:gd name="connsiteX57" fmla="*/ 74899 w 198050"/>
                  <a:gd name="connsiteY57" fmla="*/ 59420 h 98133"/>
                  <a:gd name="connsiteX58" fmla="*/ 74899 w 198050"/>
                  <a:gd name="connsiteY58" fmla="*/ 48666 h 98133"/>
                  <a:gd name="connsiteX59" fmla="*/ 34063 w 198050"/>
                  <a:gd name="connsiteY59" fmla="*/ 91682 h 98133"/>
                  <a:gd name="connsiteX60" fmla="*/ 23316 w 198050"/>
                  <a:gd name="connsiteY60" fmla="*/ 98134 h 98133"/>
                  <a:gd name="connsiteX61" fmla="*/ 8271 w 198050"/>
                  <a:gd name="connsiteY61" fmla="*/ 87380 h 98133"/>
                  <a:gd name="connsiteX62" fmla="*/ 6122 w 198050"/>
                  <a:gd name="connsiteY62" fmla="*/ 84154 h 98133"/>
                  <a:gd name="connsiteX63" fmla="*/ 749 w 198050"/>
                  <a:gd name="connsiteY63" fmla="*/ 73400 h 98133"/>
                  <a:gd name="connsiteX64" fmla="*/ 11495 w 198050"/>
                  <a:gd name="connsiteY64" fmla="*/ 35762 h 98133"/>
                  <a:gd name="connsiteX65" fmla="*/ 12570 w 198050"/>
                  <a:gd name="connsiteY65" fmla="*/ 37913 h 98133"/>
                  <a:gd name="connsiteX66" fmla="*/ 13645 w 198050"/>
                  <a:gd name="connsiteY66" fmla="*/ 37913 h 98133"/>
                  <a:gd name="connsiteX67" fmla="*/ 14719 w 198050"/>
                  <a:gd name="connsiteY67" fmla="*/ 37913 h 98133"/>
                  <a:gd name="connsiteX68" fmla="*/ 15794 w 198050"/>
                  <a:gd name="connsiteY68" fmla="*/ 36837 h 98133"/>
                  <a:gd name="connsiteX69" fmla="*/ 15794 w 198050"/>
                  <a:gd name="connsiteY69" fmla="*/ 35762 h 98133"/>
                  <a:gd name="connsiteX70" fmla="*/ 14719 w 198050"/>
                  <a:gd name="connsiteY70" fmla="*/ 33611 h 98133"/>
                  <a:gd name="connsiteX71" fmla="*/ 15794 w 198050"/>
                  <a:gd name="connsiteY71" fmla="*/ 32536 h 98133"/>
                  <a:gd name="connsiteX72" fmla="*/ 19018 w 198050"/>
                  <a:gd name="connsiteY72" fmla="*/ 32536 h 98133"/>
                  <a:gd name="connsiteX73" fmla="*/ 20092 w 198050"/>
                  <a:gd name="connsiteY73" fmla="*/ 31460 h 98133"/>
                  <a:gd name="connsiteX74" fmla="*/ 21167 w 198050"/>
                  <a:gd name="connsiteY74" fmla="*/ 29309 h 98133"/>
                  <a:gd name="connsiteX75" fmla="*/ 21167 w 198050"/>
                  <a:gd name="connsiteY75" fmla="*/ 26083 h 98133"/>
                  <a:gd name="connsiteX76" fmla="*/ 21167 w 198050"/>
                  <a:gd name="connsiteY76" fmla="*/ 25008 h 98133"/>
                  <a:gd name="connsiteX77" fmla="*/ 23316 w 198050"/>
                  <a:gd name="connsiteY77" fmla="*/ 25008 h 98133"/>
                  <a:gd name="connsiteX78" fmla="*/ 23316 w 198050"/>
                  <a:gd name="connsiteY78" fmla="*/ 20706 h 98133"/>
                  <a:gd name="connsiteX79" fmla="*/ 24391 w 198050"/>
                  <a:gd name="connsiteY79" fmla="*/ 20706 h 98133"/>
                  <a:gd name="connsiteX80" fmla="*/ 25466 w 198050"/>
                  <a:gd name="connsiteY80" fmla="*/ 19631 h 98133"/>
                  <a:gd name="connsiteX81" fmla="*/ 24391 w 198050"/>
                  <a:gd name="connsiteY81" fmla="*/ 18556 h 98133"/>
                  <a:gd name="connsiteX82" fmla="*/ 23316 w 198050"/>
                  <a:gd name="connsiteY82" fmla="*/ 17480 h 98133"/>
                  <a:gd name="connsiteX83" fmla="*/ 25466 w 198050"/>
                  <a:gd name="connsiteY83" fmla="*/ 17480 h 98133"/>
                  <a:gd name="connsiteX84" fmla="*/ 28689 w 198050"/>
                  <a:gd name="connsiteY84" fmla="*/ 16405 h 98133"/>
                  <a:gd name="connsiteX85" fmla="*/ 30839 w 198050"/>
                  <a:gd name="connsiteY85" fmla="*/ 13179 h 98133"/>
                  <a:gd name="connsiteX86" fmla="*/ 31913 w 198050"/>
                  <a:gd name="connsiteY86" fmla="*/ 11028 h 98133"/>
                  <a:gd name="connsiteX87" fmla="*/ 32988 w 198050"/>
                  <a:gd name="connsiteY87" fmla="*/ 9952 h 98133"/>
                  <a:gd name="connsiteX88" fmla="*/ 34063 w 198050"/>
                  <a:gd name="connsiteY88" fmla="*/ 7802 h 98133"/>
                  <a:gd name="connsiteX89" fmla="*/ 36212 w 198050"/>
                  <a:gd name="connsiteY89" fmla="*/ 5651 h 98133"/>
                  <a:gd name="connsiteX90" fmla="*/ 37287 w 198050"/>
                  <a:gd name="connsiteY90" fmla="*/ 2425 h 98133"/>
                  <a:gd name="connsiteX91" fmla="*/ 32988 w 198050"/>
                  <a:gd name="connsiteY91" fmla="*/ 4576 h 98133"/>
                  <a:gd name="connsiteX92" fmla="*/ 30839 w 198050"/>
                  <a:gd name="connsiteY92" fmla="*/ 9952 h 98133"/>
                  <a:gd name="connsiteX93" fmla="*/ 28689 w 198050"/>
                  <a:gd name="connsiteY93" fmla="*/ 13179 h 98133"/>
                  <a:gd name="connsiteX94" fmla="*/ 28689 w 198050"/>
                  <a:gd name="connsiteY94" fmla="*/ 12103 h 98133"/>
                  <a:gd name="connsiteX95" fmla="*/ 29764 w 198050"/>
                  <a:gd name="connsiteY95" fmla="*/ 11028 h 98133"/>
                  <a:gd name="connsiteX96" fmla="*/ 27615 w 198050"/>
                  <a:gd name="connsiteY96" fmla="*/ 11028 h 98133"/>
                  <a:gd name="connsiteX97" fmla="*/ 26540 w 198050"/>
                  <a:gd name="connsiteY97" fmla="*/ 14254 h 98133"/>
                  <a:gd name="connsiteX98" fmla="*/ 25466 w 198050"/>
                  <a:gd name="connsiteY98" fmla="*/ 16405 h 98133"/>
                  <a:gd name="connsiteX99" fmla="*/ 24391 w 198050"/>
                  <a:gd name="connsiteY99" fmla="*/ 16405 h 98133"/>
                  <a:gd name="connsiteX100" fmla="*/ 24391 w 198050"/>
                  <a:gd name="connsiteY100" fmla="*/ 15329 h 98133"/>
                  <a:gd name="connsiteX101" fmla="*/ 20092 w 198050"/>
                  <a:gd name="connsiteY101" fmla="*/ 22857 h 98133"/>
                  <a:gd name="connsiteX102" fmla="*/ 19018 w 198050"/>
                  <a:gd name="connsiteY102" fmla="*/ 23932 h 98133"/>
                  <a:gd name="connsiteX103" fmla="*/ 16869 w 198050"/>
                  <a:gd name="connsiteY103" fmla="*/ 27159 h 98133"/>
                  <a:gd name="connsiteX104" fmla="*/ 14719 w 198050"/>
                  <a:gd name="connsiteY104" fmla="*/ 29309 h 98133"/>
                  <a:gd name="connsiteX105" fmla="*/ 12570 w 198050"/>
                  <a:gd name="connsiteY105" fmla="*/ 37913 h 9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98050" h="98133">
                    <a:moveTo>
                      <a:pt x="11495" y="35762"/>
                    </a:moveTo>
                    <a:cubicBezTo>
                      <a:pt x="12570" y="34686"/>
                      <a:pt x="14719" y="31460"/>
                      <a:pt x="15794" y="29309"/>
                    </a:cubicBezTo>
                    <a:cubicBezTo>
                      <a:pt x="19018" y="23932"/>
                      <a:pt x="24391" y="17480"/>
                      <a:pt x="25466" y="15329"/>
                    </a:cubicBezTo>
                    <a:cubicBezTo>
                      <a:pt x="26540" y="14254"/>
                      <a:pt x="26540" y="14254"/>
                      <a:pt x="26540" y="13179"/>
                    </a:cubicBezTo>
                    <a:cubicBezTo>
                      <a:pt x="26540" y="12103"/>
                      <a:pt x="27615" y="11028"/>
                      <a:pt x="28689" y="9952"/>
                    </a:cubicBezTo>
                    <a:cubicBezTo>
                      <a:pt x="29764" y="8877"/>
                      <a:pt x="31913" y="6726"/>
                      <a:pt x="32988" y="5651"/>
                    </a:cubicBezTo>
                    <a:cubicBezTo>
                      <a:pt x="36212" y="1349"/>
                      <a:pt x="44809" y="-801"/>
                      <a:pt x="51257" y="274"/>
                    </a:cubicBezTo>
                    <a:cubicBezTo>
                      <a:pt x="53406" y="274"/>
                      <a:pt x="59854" y="6726"/>
                      <a:pt x="59854" y="8877"/>
                    </a:cubicBezTo>
                    <a:cubicBezTo>
                      <a:pt x="60929" y="14254"/>
                      <a:pt x="58779" y="17480"/>
                      <a:pt x="51257" y="25008"/>
                    </a:cubicBezTo>
                    <a:cubicBezTo>
                      <a:pt x="46958" y="29309"/>
                      <a:pt x="43734" y="33611"/>
                      <a:pt x="43734" y="33611"/>
                    </a:cubicBezTo>
                    <a:cubicBezTo>
                      <a:pt x="43734" y="34686"/>
                      <a:pt x="40510" y="38988"/>
                      <a:pt x="37287" y="43289"/>
                    </a:cubicBezTo>
                    <a:cubicBezTo>
                      <a:pt x="22242" y="63722"/>
                      <a:pt x="15794" y="74476"/>
                      <a:pt x="16869" y="78777"/>
                    </a:cubicBezTo>
                    <a:cubicBezTo>
                      <a:pt x="16869" y="79853"/>
                      <a:pt x="17943" y="80928"/>
                      <a:pt x="19018" y="80928"/>
                    </a:cubicBezTo>
                    <a:cubicBezTo>
                      <a:pt x="20092" y="80928"/>
                      <a:pt x="22242" y="79853"/>
                      <a:pt x="25466" y="77702"/>
                    </a:cubicBezTo>
                    <a:cubicBezTo>
                      <a:pt x="26540" y="76626"/>
                      <a:pt x="27615" y="76626"/>
                      <a:pt x="28689" y="76626"/>
                    </a:cubicBezTo>
                    <a:cubicBezTo>
                      <a:pt x="29764" y="76626"/>
                      <a:pt x="29764" y="75551"/>
                      <a:pt x="29764" y="75551"/>
                    </a:cubicBezTo>
                    <a:cubicBezTo>
                      <a:pt x="29764" y="75551"/>
                      <a:pt x="29764" y="74476"/>
                      <a:pt x="30839" y="75551"/>
                    </a:cubicBezTo>
                    <a:cubicBezTo>
                      <a:pt x="31913" y="75551"/>
                      <a:pt x="35137" y="72325"/>
                      <a:pt x="40510" y="66948"/>
                    </a:cubicBezTo>
                    <a:cubicBezTo>
                      <a:pt x="51257" y="56194"/>
                      <a:pt x="55555" y="48666"/>
                      <a:pt x="68451" y="32536"/>
                    </a:cubicBezTo>
                    <a:cubicBezTo>
                      <a:pt x="73824" y="25008"/>
                      <a:pt x="81347" y="17480"/>
                      <a:pt x="83496" y="15329"/>
                    </a:cubicBezTo>
                    <a:cubicBezTo>
                      <a:pt x="85645" y="13179"/>
                      <a:pt x="87794" y="11028"/>
                      <a:pt x="87794" y="9952"/>
                    </a:cubicBezTo>
                    <a:cubicBezTo>
                      <a:pt x="87794" y="9952"/>
                      <a:pt x="87794" y="8877"/>
                      <a:pt x="88869" y="9952"/>
                    </a:cubicBezTo>
                    <a:cubicBezTo>
                      <a:pt x="89944" y="9952"/>
                      <a:pt x="91018" y="8877"/>
                      <a:pt x="93168" y="7802"/>
                    </a:cubicBezTo>
                    <a:cubicBezTo>
                      <a:pt x="94242" y="6726"/>
                      <a:pt x="95317" y="5651"/>
                      <a:pt x="96392" y="5651"/>
                    </a:cubicBezTo>
                    <a:cubicBezTo>
                      <a:pt x="97466" y="5651"/>
                      <a:pt x="98541" y="6726"/>
                      <a:pt x="99615" y="6726"/>
                    </a:cubicBezTo>
                    <a:cubicBezTo>
                      <a:pt x="99615" y="6726"/>
                      <a:pt x="99615" y="6726"/>
                      <a:pt x="99615" y="7802"/>
                    </a:cubicBezTo>
                    <a:cubicBezTo>
                      <a:pt x="104989" y="9952"/>
                      <a:pt x="108213" y="15329"/>
                      <a:pt x="104989" y="21782"/>
                    </a:cubicBezTo>
                    <a:cubicBezTo>
                      <a:pt x="101765" y="31460"/>
                      <a:pt x="95317" y="46516"/>
                      <a:pt x="94242" y="50817"/>
                    </a:cubicBezTo>
                    <a:cubicBezTo>
                      <a:pt x="93168" y="59420"/>
                      <a:pt x="94242" y="65872"/>
                      <a:pt x="95317" y="66948"/>
                    </a:cubicBezTo>
                    <a:cubicBezTo>
                      <a:pt x="96392" y="68023"/>
                      <a:pt x="99615" y="68023"/>
                      <a:pt x="103914" y="68023"/>
                    </a:cubicBezTo>
                    <a:cubicBezTo>
                      <a:pt x="108213" y="68023"/>
                      <a:pt x="112511" y="66948"/>
                      <a:pt x="115735" y="66948"/>
                    </a:cubicBezTo>
                    <a:cubicBezTo>
                      <a:pt x="122183" y="65872"/>
                      <a:pt x="131855" y="61571"/>
                      <a:pt x="136153" y="59420"/>
                    </a:cubicBezTo>
                    <a:cubicBezTo>
                      <a:pt x="137228" y="59420"/>
                      <a:pt x="139377" y="58345"/>
                      <a:pt x="141526" y="57269"/>
                    </a:cubicBezTo>
                    <a:cubicBezTo>
                      <a:pt x="144750" y="56194"/>
                      <a:pt x="169467" y="43289"/>
                      <a:pt x="171616" y="42214"/>
                    </a:cubicBezTo>
                    <a:cubicBezTo>
                      <a:pt x="172691" y="41139"/>
                      <a:pt x="174840" y="40063"/>
                      <a:pt x="178064" y="38988"/>
                    </a:cubicBezTo>
                    <a:cubicBezTo>
                      <a:pt x="186661" y="33611"/>
                      <a:pt x="188810" y="32536"/>
                      <a:pt x="193109" y="30385"/>
                    </a:cubicBezTo>
                    <a:cubicBezTo>
                      <a:pt x="195258" y="29309"/>
                      <a:pt x="197407" y="28234"/>
                      <a:pt x="197407" y="29309"/>
                    </a:cubicBezTo>
                    <a:cubicBezTo>
                      <a:pt x="198482" y="29309"/>
                      <a:pt x="198482" y="30385"/>
                      <a:pt x="195258" y="32536"/>
                    </a:cubicBezTo>
                    <a:cubicBezTo>
                      <a:pt x="193109" y="33611"/>
                      <a:pt x="190960" y="35762"/>
                      <a:pt x="190960" y="35762"/>
                    </a:cubicBezTo>
                    <a:cubicBezTo>
                      <a:pt x="189885" y="35762"/>
                      <a:pt x="189885" y="35762"/>
                      <a:pt x="190960" y="36837"/>
                    </a:cubicBezTo>
                    <a:cubicBezTo>
                      <a:pt x="192034" y="37913"/>
                      <a:pt x="178064" y="51893"/>
                      <a:pt x="175915" y="51893"/>
                    </a:cubicBezTo>
                    <a:cubicBezTo>
                      <a:pt x="174840" y="51893"/>
                      <a:pt x="173765" y="52968"/>
                      <a:pt x="171616" y="55119"/>
                    </a:cubicBezTo>
                    <a:cubicBezTo>
                      <a:pt x="169467" y="57269"/>
                      <a:pt x="167318" y="58345"/>
                      <a:pt x="166243" y="58345"/>
                    </a:cubicBezTo>
                    <a:cubicBezTo>
                      <a:pt x="165168" y="58345"/>
                      <a:pt x="165168" y="58345"/>
                      <a:pt x="165168" y="59420"/>
                    </a:cubicBezTo>
                    <a:cubicBezTo>
                      <a:pt x="165168" y="59420"/>
                      <a:pt x="166243" y="60495"/>
                      <a:pt x="166243" y="60495"/>
                    </a:cubicBezTo>
                    <a:cubicBezTo>
                      <a:pt x="167318" y="60495"/>
                      <a:pt x="166243" y="61571"/>
                      <a:pt x="164094" y="61571"/>
                    </a:cubicBezTo>
                    <a:cubicBezTo>
                      <a:pt x="161944" y="62646"/>
                      <a:pt x="160870" y="63722"/>
                      <a:pt x="160870" y="63722"/>
                    </a:cubicBezTo>
                    <a:cubicBezTo>
                      <a:pt x="160870" y="64797"/>
                      <a:pt x="158720" y="65872"/>
                      <a:pt x="155496" y="66948"/>
                    </a:cubicBezTo>
                    <a:cubicBezTo>
                      <a:pt x="152273" y="68023"/>
                      <a:pt x="150123" y="69099"/>
                      <a:pt x="150123" y="70174"/>
                    </a:cubicBezTo>
                    <a:cubicBezTo>
                      <a:pt x="150123" y="71249"/>
                      <a:pt x="150123" y="71249"/>
                      <a:pt x="151198" y="70174"/>
                    </a:cubicBezTo>
                    <a:cubicBezTo>
                      <a:pt x="154422" y="69099"/>
                      <a:pt x="156571" y="68023"/>
                      <a:pt x="159795" y="66948"/>
                    </a:cubicBezTo>
                    <a:cubicBezTo>
                      <a:pt x="163019" y="65872"/>
                      <a:pt x="163019" y="65872"/>
                      <a:pt x="160870" y="66948"/>
                    </a:cubicBezTo>
                    <a:cubicBezTo>
                      <a:pt x="158720" y="68023"/>
                      <a:pt x="153347" y="71249"/>
                      <a:pt x="143676" y="75551"/>
                    </a:cubicBezTo>
                    <a:cubicBezTo>
                      <a:pt x="140452" y="76626"/>
                      <a:pt x="137228" y="78777"/>
                      <a:pt x="136153" y="79853"/>
                    </a:cubicBezTo>
                    <a:cubicBezTo>
                      <a:pt x="134004" y="82003"/>
                      <a:pt x="113586" y="85230"/>
                      <a:pt x="110362" y="83079"/>
                    </a:cubicBezTo>
                    <a:cubicBezTo>
                      <a:pt x="109287" y="83079"/>
                      <a:pt x="107138" y="82003"/>
                      <a:pt x="104989" y="82003"/>
                    </a:cubicBezTo>
                    <a:cubicBezTo>
                      <a:pt x="100690" y="82003"/>
                      <a:pt x="95317" y="83079"/>
                      <a:pt x="89944" y="78777"/>
                    </a:cubicBezTo>
                    <a:cubicBezTo>
                      <a:pt x="83496" y="73400"/>
                      <a:pt x="78123" y="68023"/>
                      <a:pt x="74899" y="59420"/>
                    </a:cubicBezTo>
                    <a:cubicBezTo>
                      <a:pt x="73824" y="57269"/>
                      <a:pt x="73824" y="52968"/>
                      <a:pt x="74899" y="48666"/>
                    </a:cubicBezTo>
                    <a:cubicBezTo>
                      <a:pt x="63078" y="61571"/>
                      <a:pt x="46958" y="82003"/>
                      <a:pt x="34063" y="91682"/>
                    </a:cubicBezTo>
                    <a:cubicBezTo>
                      <a:pt x="29764" y="94908"/>
                      <a:pt x="27615" y="98134"/>
                      <a:pt x="23316" y="98134"/>
                    </a:cubicBezTo>
                    <a:cubicBezTo>
                      <a:pt x="17943" y="98134"/>
                      <a:pt x="12570" y="93832"/>
                      <a:pt x="8271" y="87380"/>
                    </a:cubicBezTo>
                    <a:cubicBezTo>
                      <a:pt x="7197" y="85230"/>
                      <a:pt x="6122" y="84154"/>
                      <a:pt x="6122" y="84154"/>
                    </a:cubicBezTo>
                    <a:cubicBezTo>
                      <a:pt x="5047" y="85230"/>
                      <a:pt x="1824" y="78777"/>
                      <a:pt x="749" y="73400"/>
                    </a:cubicBezTo>
                    <a:cubicBezTo>
                      <a:pt x="-1400" y="61571"/>
                      <a:pt x="749" y="51893"/>
                      <a:pt x="11495" y="35762"/>
                    </a:cubicBezTo>
                    <a:close/>
                    <a:moveTo>
                      <a:pt x="12570" y="37913"/>
                    </a:moveTo>
                    <a:cubicBezTo>
                      <a:pt x="12570" y="38988"/>
                      <a:pt x="13645" y="38988"/>
                      <a:pt x="13645" y="37913"/>
                    </a:cubicBezTo>
                    <a:cubicBezTo>
                      <a:pt x="14719" y="36837"/>
                      <a:pt x="14719" y="36837"/>
                      <a:pt x="14719" y="37913"/>
                    </a:cubicBezTo>
                    <a:cubicBezTo>
                      <a:pt x="14719" y="37913"/>
                      <a:pt x="15794" y="37913"/>
                      <a:pt x="15794" y="36837"/>
                    </a:cubicBezTo>
                    <a:cubicBezTo>
                      <a:pt x="15794" y="35762"/>
                      <a:pt x="15794" y="35762"/>
                      <a:pt x="15794" y="35762"/>
                    </a:cubicBezTo>
                    <a:cubicBezTo>
                      <a:pt x="15794" y="35762"/>
                      <a:pt x="14719" y="34686"/>
                      <a:pt x="14719" y="33611"/>
                    </a:cubicBezTo>
                    <a:cubicBezTo>
                      <a:pt x="14719" y="31460"/>
                      <a:pt x="14719" y="31460"/>
                      <a:pt x="15794" y="32536"/>
                    </a:cubicBezTo>
                    <a:cubicBezTo>
                      <a:pt x="16869" y="33611"/>
                      <a:pt x="16869" y="33611"/>
                      <a:pt x="19018" y="32536"/>
                    </a:cubicBezTo>
                    <a:cubicBezTo>
                      <a:pt x="20092" y="31460"/>
                      <a:pt x="21167" y="31460"/>
                      <a:pt x="20092" y="31460"/>
                    </a:cubicBezTo>
                    <a:cubicBezTo>
                      <a:pt x="20092" y="31460"/>
                      <a:pt x="20092" y="30385"/>
                      <a:pt x="21167" y="29309"/>
                    </a:cubicBezTo>
                    <a:cubicBezTo>
                      <a:pt x="22242" y="28234"/>
                      <a:pt x="22242" y="27159"/>
                      <a:pt x="21167" y="26083"/>
                    </a:cubicBezTo>
                    <a:cubicBezTo>
                      <a:pt x="20092" y="25008"/>
                      <a:pt x="21167" y="23932"/>
                      <a:pt x="21167" y="25008"/>
                    </a:cubicBezTo>
                    <a:cubicBezTo>
                      <a:pt x="22242" y="26083"/>
                      <a:pt x="22242" y="26083"/>
                      <a:pt x="23316" y="25008"/>
                    </a:cubicBezTo>
                    <a:cubicBezTo>
                      <a:pt x="25466" y="23932"/>
                      <a:pt x="24391" y="21782"/>
                      <a:pt x="23316" y="20706"/>
                    </a:cubicBezTo>
                    <a:cubicBezTo>
                      <a:pt x="22242" y="20706"/>
                      <a:pt x="23316" y="20706"/>
                      <a:pt x="24391" y="20706"/>
                    </a:cubicBezTo>
                    <a:cubicBezTo>
                      <a:pt x="25466" y="20706"/>
                      <a:pt x="26540" y="20706"/>
                      <a:pt x="25466" y="19631"/>
                    </a:cubicBezTo>
                    <a:cubicBezTo>
                      <a:pt x="25466" y="18556"/>
                      <a:pt x="24391" y="18556"/>
                      <a:pt x="24391" y="18556"/>
                    </a:cubicBezTo>
                    <a:cubicBezTo>
                      <a:pt x="24391" y="18556"/>
                      <a:pt x="23316" y="18556"/>
                      <a:pt x="23316" y="17480"/>
                    </a:cubicBezTo>
                    <a:cubicBezTo>
                      <a:pt x="23316" y="17480"/>
                      <a:pt x="24391" y="16405"/>
                      <a:pt x="25466" y="17480"/>
                    </a:cubicBezTo>
                    <a:cubicBezTo>
                      <a:pt x="27615" y="17480"/>
                      <a:pt x="27615" y="17480"/>
                      <a:pt x="28689" y="16405"/>
                    </a:cubicBezTo>
                    <a:cubicBezTo>
                      <a:pt x="28689" y="15329"/>
                      <a:pt x="29764" y="14254"/>
                      <a:pt x="30839" y="13179"/>
                    </a:cubicBezTo>
                    <a:cubicBezTo>
                      <a:pt x="31913" y="12103"/>
                      <a:pt x="31913" y="11028"/>
                      <a:pt x="31913" y="11028"/>
                    </a:cubicBezTo>
                    <a:cubicBezTo>
                      <a:pt x="31913" y="9952"/>
                      <a:pt x="31913" y="9952"/>
                      <a:pt x="32988" y="9952"/>
                    </a:cubicBezTo>
                    <a:cubicBezTo>
                      <a:pt x="34063" y="9952"/>
                      <a:pt x="34063" y="8877"/>
                      <a:pt x="34063" y="7802"/>
                    </a:cubicBezTo>
                    <a:cubicBezTo>
                      <a:pt x="34063" y="6726"/>
                      <a:pt x="35137" y="5651"/>
                      <a:pt x="36212" y="5651"/>
                    </a:cubicBezTo>
                    <a:cubicBezTo>
                      <a:pt x="37287" y="5651"/>
                      <a:pt x="38361" y="3500"/>
                      <a:pt x="37287" y="2425"/>
                    </a:cubicBezTo>
                    <a:cubicBezTo>
                      <a:pt x="37287" y="2425"/>
                      <a:pt x="35137" y="3500"/>
                      <a:pt x="32988" y="4576"/>
                    </a:cubicBezTo>
                    <a:cubicBezTo>
                      <a:pt x="29764" y="6726"/>
                      <a:pt x="29764" y="7802"/>
                      <a:pt x="30839" y="9952"/>
                    </a:cubicBezTo>
                    <a:cubicBezTo>
                      <a:pt x="31913" y="12103"/>
                      <a:pt x="30839" y="13179"/>
                      <a:pt x="28689" y="13179"/>
                    </a:cubicBezTo>
                    <a:cubicBezTo>
                      <a:pt x="27615" y="13179"/>
                      <a:pt x="27615" y="13179"/>
                      <a:pt x="28689" y="12103"/>
                    </a:cubicBezTo>
                    <a:cubicBezTo>
                      <a:pt x="29764" y="12103"/>
                      <a:pt x="29764" y="11028"/>
                      <a:pt x="29764" y="11028"/>
                    </a:cubicBezTo>
                    <a:cubicBezTo>
                      <a:pt x="29764" y="9952"/>
                      <a:pt x="28689" y="9952"/>
                      <a:pt x="27615" y="11028"/>
                    </a:cubicBezTo>
                    <a:cubicBezTo>
                      <a:pt x="26540" y="12103"/>
                      <a:pt x="25466" y="14254"/>
                      <a:pt x="26540" y="14254"/>
                    </a:cubicBezTo>
                    <a:cubicBezTo>
                      <a:pt x="27615" y="14254"/>
                      <a:pt x="27615" y="16405"/>
                      <a:pt x="25466" y="16405"/>
                    </a:cubicBezTo>
                    <a:cubicBezTo>
                      <a:pt x="24391" y="16405"/>
                      <a:pt x="24391" y="16405"/>
                      <a:pt x="24391" y="16405"/>
                    </a:cubicBezTo>
                    <a:cubicBezTo>
                      <a:pt x="24391" y="16405"/>
                      <a:pt x="24391" y="15329"/>
                      <a:pt x="24391" y="15329"/>
                    </a:cubicBezTo>
                    <a:cubicBezTo>
                      <a:pt x="23316" y="15329"/>
                      <a:pt x="19018" y="21782"/>
                      <a:pt x="20092" y="22857"/>
                    </a:cubicBezTo>
                    <a:cubicBezTo>
                      <a:pt x="20092" y="23932"/>
                      <a:pt x="20092" y="23932"/>
                      <a:pt x="19018" y="23932"/>
                    </a:cubicBezTo>
                    <a:cubicBezTo>
                      <a:pt x="17943" y="22857"/>
                      <a:pt x="16869" y="25008"/>
                      <a:pt x="16869" y="27159"/>
                    </a:cubicBezTo>
                    <a:cubicBezTo>
                      <a:pt x="16869" y="28234"/>
                      <a:pt x="15794" y="28234"/>
                      <a:pt x="14719" y="29309"/>
                    </a:cubicBezTo>
                    <a:cubicBezTo>
                      <a:pt x="15794" y="31460"/>
                      <a:pt x="11495" y="36837"/>
                      <a:pt x="12570" y="37913"/>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84" name="Freeform 983">
                <a:extLst>
                  <a:ext uri="{FF2B5EF4-FFF2-40B4-BE49-F238E27FC236}">
                    <a16:creationId xmlns:a16="http://schemas.microsoft.com/office/drawing/2014/main" id="{FD526866-4BAA-CC30-7053-090782D1E04A}"/>
                  </a:ext>
                </a:extLst>
              </p:cNvPr>
              <p:cNvSpPr/>
              <p:nvPr/>
            </p:nvSpPr>
            <p:spPr>
              <a:xfrm>
                <a:off x="1319063" y="4685319"/>
                <a:ext cx="189760" cy="126353"/>
              </a:xfrm>
              <a:custGeom>
                <a:avLst/>
                <a:gdLst>
                  <a:gd name="connsiteX0" fmla="*/ 7441 w 189760"/>
                  <a:gd name="connsiteY0" fmla="*/ 90332 h 126353"/>
                  <a:gd name="connsiteX1" fmla="*/ 17113 w 189760"/>
                  <a:gd name="connsiteY1" fmla="*/ 69900 h 126353"/>
                  <a:gd name="connsiteX2" fmla="*/ 18187 w 189760"/>
                  <a:gd name="connsiteY2" fmla="*/ 68825 h 126353"/>
                  <a:gd name="connsiteX3" fmla="*/ 22486 w 189760"/>
                  <a:gd name="connsiteY3" fmla="*/ 60222 h 126353"/>
                  <a:gd name="connsiteX4" fmla="*/ 23561 w 189760"/>
                  <a:gd name="connsiteY4" fmla="*/ 59146 h 126353"/>
                  <a:gd name="connsiteX5" fmla="*/ 26784 w 189760"/>
                  <a:gd name="connsiteY5" fmla="*/ 53769 h 126353"/>
                  <a:gd name="connsiteX6" fmla="*/ 35382 w 189760"/>
                  <a:gd name="connsiteY6" fmla="*/ 38714 h 126353"/>
                  <a:gd name="connsiteX7" fmla="*/ 43979 w 189760"/>
                  <a:gd name="connsiteY7" fmla="*/ 22583 h 126353"/>
                  <a:gd name="connsiteX8" fmla="*/ 46128 w 189760"/>
                  <a:gd name="connsiteY8" fmla="*/ 18282 h 126353"/>
                  <a:gd name="connsiteX9" fmla="*/ 47203 w 189760"/>
                  <a:gd name="connsiteY9" fmla="*/ 16131 h 126353"/>
                  <a:gd name="connsiteX10" fmla="*/ 49352 w 189760"/>
                  <a:gd name="connsiteY10" fmla="*/ 12905 h 126353"/>
                  <a:gd name="connsiteX11" fmla="*/ 50426 w 189760"/>
                  <a:gd name="connsiteY11" fmla="*/ 10754 h 126353"/>
                  <a:gd name="connsiteX12" fmla="*/ 53650 w 189760"/>
                  <a:gd name="connsiteY12" fmla="*/ 4302 h 126353"/>
                  <a:gd name="connsiteX13" fmla="*/ 56874 w 189760"/>
                  <a:gd name="connsiteY13" fmla="*/ 1075 h 126353"/>
                  <a:gd name="connsiteX14" fmla="*/ 57949 w 189760"/>
                  <a:gd name="connsiteY14" fmla="*/ 1075 h 126353"/>
                  <a:gd name="connsiteX15" fmla="*/ 63322 w 189760"/>
                  <a:gd name="connsiteY15" fmla="*/ 0 h 126353"/>
                  <a:gd name="connsiteX16" fmla="*/ 70845 w 189760"/>
                  <a:gd name="connsiteY16" fmla="*/ 2151 h 126353"/>
                  <a:gd name="connsiteX17" fmla="*/ 75143 w 189760"/>
                  <a:gd name="connsiteY17" fmla="*/ 12905 h 126353"/>
                  <a:gd name="connsiteX18" fmla="*/ 68695 w 189760"/>
                  <a:gd name="connsiteY18" fmla="*/ 25809 h 126353"/>
                  <a:gd name="connsiteX19" fmla="*/ 66546 w 189760"/>
                  <a:gd name="connsiteY19" fmla="*/ 29036 h 126353"/>
                  <a:gd name="connsiteX20" fmla="*/ 65471 w 189760"/>
                  <a:gd name="connsiteY20" fmla="*/ 32262 h 126353"/>
                  <a:gd name="connsiteX21" fmla="*/ 53650 w 189760"/>
                  <a:gd name="connsiteY21" fmla="*/ 52694 h 126353"/>
                  <a:gd name="connsiteX22" fmla="*/ 52576 w 189760"/>
                  <a:gd name="connsiteY22" fmla="*/ 53769 h 126353"/>
                  <a:gd name="connsiteX23" fmla="*/ 50426 w 189760"/>
                  <a:gd name="connsiteY23" fmla="*/ 55920 h 126353"/>
                  <a:gd name="connsiteX24" fmla="*/ 53650 w 189760"/>
                  <a:gd name="connsiteY24" fmla="*/ 55920 h 126353"/>
                  <a:gd name="connsiteX25" fmla="*/ 61173 w 189760"/>
                  <a:gd name="connsiteY25" fmla="*/ 49468 h 126353"/>
                  <a:gd name="connsiteX26" fmla="*/ 82666 w 189760"/>
                  <a:gd name="connsiteY26" fmla="*/ 34412 h 126353"/>
                  <a:gd name="connsiteX27" fmla="*/ 88039 w 189760"/>
                  <a:gd name="connsiteY27" fmla="*/ 34412 h 126353"/>
                  <a:gd name="connsiteX28" fmla="*/ 93412 w 189760"/>
                  <a:gd name="connsiteY28" fmla="*/ 34412 h 126353"/>
                  <a:gd name="connsiteX29" fmla="*/ 96636 w 189760"/>
                  <a:gd name="connsiteY29" fmla="*/ 35488 h 126353"/>
                  <a:gd name="connsiteX30" fmla="*/ 99860 w 189760"/>
                  <a:gd name="connsiteY30" fmla="*/ 36563 h 126353"/>
                  <a:gd name="connsiteX31" fmla="*/ 102009 w 189760"/>
                  <a:gd name="connsiteY31" fmla="*/ 37638 h 126353"/>
                  <a:gd name="connsiteX32" fmla="*/ 104158 w 189760"/>
                  <a:gd name="connsiteY32" fmla="*/ 38714 h 126353"/>
                  <a:gd name="connsiteX33" fmla="*/ 108457 w 189760"/>
                  <a:gd name="connsiteY33" fmla="*/ 43015 h 126353"/>
                  <a:gd name="connsiteX34" fmla="*/ 122427 w 189760"/>
                  <a:gd name="connsiteY34" fmla="*/ 59146 h 126353"/>
                  <a:gd name="connsiteX35" fmla="*/ 151442 w 189760"/>
                  <a:gd name="connsiteY35" fmla="*/ 51618 h 126353"/>
                  <a:gd name="connsiteX36" fmla="*/ 161114 w 189760"/>
                  <a:gd name="connsiteY36" fmla="*/ 46242 h 126353"/>
                  <a:gd name="connsiteX37" fmla="*/ 171860 w 189760"/>
                  <a:gd name="connsiteY37" fmla="*/ 40865 h 126353"/>
                  <a:gd name="connsiteX38" fmla="*/ 187980 w 189760"/>
                  <a:gd name="connsiteY38" fmla="*/ 35488 h 126353"/>
                  <a:gd name="connsiteX39" fmla="*/ 189054 w 189760"/>
                  <a:gd name="connsiteY39" fmla="*/ 38714 h 126353"/>
                  <a:gd name="connsiteX40" fmla="*/ 189054 w 189760"/>
                  <a:gd name="connsiteY40" fmla="*/ 39789 h 126353"/>
                  <a:gd name="connsiteX41" fmla="*/ 182607 w 189760"/>
                  <a:gd name="connsiteY41" fmla="*/ 45166 h 126353"/>
                  <a:gd name="connsiteX42" fmla="*/ 128875 w 189760"/>
                  <a:gd name="connsiteY42" fmla="*/ 68825 h 126353"/>
                  <a:gd name="connsiteX43" fmla="*/ 100934 w 189760"/>
                  <a:gd name="connsiteY43" fmla="*/ 56995 h 126353"/>
                  <a:gd name="connsiteX44" fmla="*/ 95561 w 189760"/>
                  <a:gd name="connsiteY44" fmla="*/ 50543 h 126353"/>
                  <a:gd name="connsiteX45" fmla="*/ 92337 w 189760"/>
                  <a:gd name="connsiteY45" fmla="*/ 52694 h 126353"/>
                  <a:gd name="connsiteX46" fmla="*/ 88039 w 189760"/>
                  <a:gd name="connsiteY46" fmla="*/ 54845 h 126353"/>
                  <a:gd name="connsiteX47" fmla="*/ 77292 w 189760"/>
                  <a:gd name="connsiteY47" fmla="*/ 64523 h 126353"/>
                  <a:gd name="connsiteX48" fmla="*/ 36456 w 189760"/>
                  <a:gd name="connsiteY48" fmla="*/ 108614 h 126353"/>
                  <a:gd name="connsiteX49" fmla="*/ 25710 w 189760"/>
                  <a:gd name="connsiteY49" fmla="*/ 120443 h 126353"/>
                  <a:gd name="connsiteX50" fmla="*/ 14963 w 189760"/>
                  <a:gd name="connsiteY50" fmla="*/ 125820 h 126353"/>
                  <a:gd name="connsiteX51" fmla="*/ 9590 w 189760"/>
                  <a:gd name="connsiteY51" fmla="*/ 119368 h 126353"/>
                  <a:gd name="connsiteX52" fmla="*/ 6366 w 189760"/>
                  <a:gd name="connsiteY52" fmla="*/ 115066 h 126353"/>
                  <a:gd name="connsiteX53" fmla="*/ 7441 w 189760"/>
                  <a:gd name="connsiteY53" fmla="*/ 90332 h 12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9760" h="126353">
                    <a:moveTo>
                      <a:pt x="7441" y="90332"/>
                    </a:moveTo>
                    <a:cubicBezTo>
                      <a:pt x="9590" y="86031"/>
                      <a:pt x="17113" y="70975"/>
                      <a:pt x="17113" y="69900"/>
                    </a:cubicBezTo>
                    <a:cubicBezTo>
                      <a:pt x="17113" y="68825"/>
                      <a:pt x="17113" y="68825"/>
                      <a:pt x="18187" y="68825"/>
                    </a:cubicBezTo>
                    <a:cubicBezTo>
                      <a:pt x="19262" y="68825"/>
                      <a:pt x="22486" y="62372"/>
                      <a:pt x="22486" y="60222"/>
                    </a:cubicBezTo>
                    <a:cubicBezTo>
                      <a:pt x="22486" y="59146"/>
                      <a:pt x="22486" y="59146"/>
                      <a:pt x="23561" y="59146"/>
                    </a:cubicBezTo>
                    <a:cubicBezTo>
                      <a:pt x="23561" y="59146"/>
                      <a:pt x="25710" y="56995"/>
                      <a:pt x="26784" y="53769"/>
                    </a:cubicBezTo>
                    <a:cubicBezTo>
                      <a:pt x="27859" y="51618"/>
                      <a:pt x="32158" y="44091"/>
                      <a:pt x="35382" y="38714"/>
                    </a:cubicBezTo>
                    <a:cubicBezTo>
                      <a:pt x="38605" y="32262"/>
                      <a:pt x="42904" y="25809"/>
                      <a:pt x="43979" y="22583"/>
                    </a:cubicBezTo>
                    <a:cubicBezTo>
                      <a:pt x="45053" y="19357"/>
                      <a:pt x="46128" y="18282"/>
                      <a:pt x="46128" y="18282"/>
                    </a:cubicBezTo>
                    <a:cubicBezTo>
                      <a:pt x="46128" y="18282"/>
                      <a:pt x="47203" y="18282"/>
                      <a:pt x="47203" y="16131"/>
                    </a:cubicBezTo>
                    <a:cubicBezTo>
                      <a:pt x="48277" y="15055"/>
                      <a:pt x="49352" y="12905"/>
                      <a:pt x="49352" y="12905"/>
                    </a:cubicBezTo>
                    <a:cubicBezTo>
                      <a:pt x="50426" y="12905"/>
                      <a:pt x="50426" y="11829"/>
                      <a:pt x="50426" y="10754"/>
                    </a:cubicBezTo>
                    <a:cubicBezTo>
                      <a:pt x="50426" y="9679"/>
                      <a:pt x="51501" y="7528"/>
                      <a:pt x="53650" y="4302"/>
                    </a:cubicBezTo>
                    <a:cubicBezTo>
                      <a:pt x="55800" y="2151"/>
                      <a:pt x="56874" y="1075"/>
                      <a:pt x="56874" y="1075"/>
                    </a:cubicBezTo>
                    <a:cubicBezTo>
                      <a:pt x="56874" y="1075"/>
                      <a:pt x="56874" y="1075"/>
                      <a:pt x="57949" y="1075"/>
                    </a:cubicBezTo>
                    <a:cubicBezTo>
                      <a:pt x="59024" y="0"/>
                      <a:pt x="61173" y="0"/>
                      <a:pt x="63322" y="0"/>
                    </a:cubicBezTo>
                    <a:cubicBezTo>
                      <a:pt x="65471" y="0"/>
                      <a:pt x="68695" y="1075"/>
                      <a:pt x="70845" y="2151"/>
                    </a:cubicBezTo>
                    <a:cubicBezTo>
                      <a:pt x="75143" y="4302"/>
                      <a:pt x="76218" y="8603"/>
                      <a:pt x="75143" y="12905"/>
                    </a:cubicBezTo>
                    <a:cubicBezTo>
                      <a:pt x="74068" y="16131"/>
                      <a:pt x="71919" y="22583"/>
                      <a:pt x="68695" y="25809"/>
                    </a:cubicBezTo>
                    <a:cubicBezTo>
                      <a:pt x="67621" y="26885"/>
                      <a:pt x="66546" y="29036"/>
                      <a:pt x="66546" y="29036"/>
                    </a:cubicBezTo>
                    <a:cubicBezTo>
                      <a:pt x="66546" y="30111"/>
                      <a:pt x="65471" y="31186"/>
                      <a:pt x="65471" y="32262"/>
                    </a:cubicBezTo>
                    <a:cubicBezTo>
                      <a:pt x="63322" y="34412"/>
                      <a:pt x="53650" y="51618"/>
                      <a:pt x="53650" y="52694"/>
                    </a:cubicBezTo>
                    <a:cubicBezTo>
                      <a:pt x="53650" y="52694"/>
                      <a:pt x="53650" y="53769"/>
                      <a:pt x="52576" y="53769"/>
                    </a:cubicBezTo>
                    <a:cubicBezTo>
                      <a:pt x="52576" y="53769"/>
                      <a:pt x="51501" y="54845"/>
                      <a:pt x="50426" y="55920"/>
                    </a:cubicBezTo>
                    <a:cubicBezTo>
                      <a:pt x="49352" y="59146"/>
                      <a:pt x="49352" y="59146"/>
                      <a:pt x="53650" y="55920"/>
                    </a:cubicBezTo>
                    <a:cubicBezTo>
                      <a:pt x="55800" y="54845"/>
                      <a:pt x="59024" y="51618"/>
                      <a:pt x="61173" y="49468"/>
                    </a:cubicBezTo>
                    <a:cubicBezTo>
                      <a:pt x="67621" y="44091"/>
                      <a:pt x="75143" y="38714"/>
                      <a:pt x="82666" y="34412"/>
                    </a:cubicBezTo>
                    <a:cubicBezTo>
                      <a:pt x="84815" y="33337"/>
                      <a:pt x="86964" y="33337"/>
                      <a:pt x="88039" y="34412"/>
                    </a:cubicBezTo>
                    <a:cubicBezTo>
                      <a:pt x="89113" y="35488"/>
                      <a:pt x="92337" y="34412"/>
                      <a:pt x="93412" y="34412"/>
                    </a:cubicBezTo>
                    <a:cubicBezTo>
                      <a:pt x="95561" y="34412"/>
                      <a:pt x="96636" y="34412"/>
                      <a:pt x="96636" y="35488"/>
                    </a:cubicBezTo>
                    <a:cubicBezTo>
                      <a:pt x="96636" y="36563"/>
                      <a:pt x="97710" y="36563"/>
                      <a:pt x="99860" y="36563"/>
                    </a:cubicBezTo>
                    <a:cubicBezTo>
                      <a:pt x="102009" y="36563"/>
                      <a:pt x="102009" y="36563"/>
                      <a:pt x="102009" y="37638"/>
                    </a:cubicBezTo>
                    <a:cubicBezTo>
                      <a:pt x="102009" y="38714"/>
                      <a:pt x="103084" y="38714"/>
                      <a:pt x="104158" y="38714"/>
                    </a:cubicBezTo>
                    <a:cubicBezTo>
                      <a:pt x="106308" y="38714"/>
                      <a:pt x="108457" y="39789"/>
                      <a:pt x="108457" y="43015"/>
                    </a:cubicBezTo>
                    <a:cubicBezTo>
                      <a:pt x="109531" y="52694"/>
                      <a:pt x="112755" y="59146"/>
                      <a:pt x="122427" y="59146"/>
                    </a:cubicBezTo>
                    <a:cubicBezTo>
                      <a:pt x="128875" y="59146"/>
                      <a:pt x="148218" y="54845"/>
                      <a:pt x="151442" y="51618"/>
                    </a:cubicBezTo>
                    <a:cubicBezTo>
                      <a:pt x="151442" y="51618"/>
                      <a:pt x="155741" y="48392"/>
                      <a:pt x="161114" y="46242"/>
                    </a:cubicBezTo>
                    <a:cubicBezTo>
                      <a:pt x="165413" y="44091"/>
                      <a:pt x="170786" y="41940"/>
                      <a:pt x="171860" y="40865"/>
                    </a:cubicBezTo>
                    <a:cubicBezTo>
                      <a:pt x="175084" y="38714"/>
                      <a:pt x="185831" y="35488"/>
                      <a:pt x="187980" y="35488"/>
                    </a:cubicBezTo>
                    <a:cubicBezTo>
                      <a:pt x="190129" y="35488"/>
                      <a:pt x="190129" y="36563"/>
                      <a:pt x="189054" y="38714"/>
                    </a:cubicBezTo>
                    <a:cubicBezTo>
                      <a:pt x="189054" y="39789"/>
                      <a:pt x="187980" y="39789"/>
                      <a:pt x="189054" y="39789"/>
                    </a:cubicBezTo>
                    <a:cubicBezTo>
                      <a:pt x="190129" y="39789"/>
                      <a:pt x="187980" y="40865"/>
                      <a:pt x="182607" y="45166"/>
                    </a:cubicBezTo>
                    <a:cubicBezTo>
                      <a:pt x="167562" y="56995"/>
                      <a:pt x="147144" y="68825"/>
                      <a:pt x="128875" y="68825"/>
                    </a:cubicBezTo>
                    <a:cubicBezTo>
                      <a:pt x="119203" y="68825"/>
                      <a:pt x="109531" y="65599"/>
                      <a:pt x="100934" y="56995"/>
                    </a:cubicBezTo>
                    <a:lnTo>
                      <a:pt x="95561" y="50543"/>
                    </a:lnTo>
                    <a:lnTo>
                      <a:pt x="92337" y="52694"/>
                    </a:lnTo>
                    <a:cubicBezTo>
                      <a:pt x="90188" y="53769"/>
                      <a:pt x="89113" y="54845"/>
                      <a:pt x="88039" y="54845"/>
                    </a:cubicBezTo>
                    <a:cubicBezTo>
                      <a:pt x="88039" y="54845"/>
                      <a:pt x="82666" y="59146"/>
                      <a:pt x="77292" y="64523"/>
                    </a:cubicBezTo>
                    <a:cubicBezTo>
                      <a:pt x="62247" y="77428"/>
                      <a:pt x="48277" y="93559"/>
                      <a:pt x="36456" y="108614"/>
                    </a:cubicBezTo>
                    <a:cubicBezTo>
                      <a:pt x="32158" y="113991"/>
                      <a:pt x="31083" y="115066"/>
                      <a:pt x="25710" y="120443"/>
                    </a:cubicBezTo>
                    <a:cubicBezTo>
                      <a:pt x="19262" y="126896"/>
                      <a:pt x="17113" y="126896"/>
                      <a:pt x="14963" y="125820"/>
                    </a:cubicBezTo>
                    <a:cubicBezTo>
                      <a:pt x="11740" y="124745"/>
                      <a:pt x="11740" y="123669"/>
                      <a:pt x="9590" y="119368"/>
                    </a:cubicBezTo>
                    <a:cubicBezTo>
                      <a:pt x="8516" y="117217"/>
                      <a:pt x="7441" y="115066"/>
                      <a:pt x="6366" y="115066"/>
                    </a:cubicBezTo>
                    <a:cubicBezTo>
                      <a:pt x="-3305" y="113991"/>
                      <a:pt x="-1156" y="104312"/>
                      <a:pt x="7441" y="9033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985" name="Graphic 29">
            <a:extLst>
              <a:ext uri="{FF2B5EF4-FFF2-40B4-BE49-F238E27FC236}">
                <a16:creationId xmlns:a16="http://schemas.microsoft.com/office/drawing/2014/main" id="{FFAFCA3F-AE5B-3913-04C0-434B9738F6A8}"/>
              </a:ext>
            </a:extLst>
          </p:cNvPr>
          <p:cNvGrpSpPr/>
          <p:nvPr/>
        </p:nvGrpSpPr>
        <p:grpSpPr>
          <a:xfrm>
            <a:off x="9182748" y="3024864"/>
            <a:ext cx="1105800" cy="677492"/>
            <a:chOff x="8407280" y="3099127"/>
            <a:chExt cx="1105800" cy="677492"/>
          </a:xfrm>
        </p:grpSpPr>
        <p:grpSp>
          <p:nvGrpSpPr>
            <p:cNvPr id="986" name="Graphic 29">
              <a:extLst>
                <a:ext uri="{FF2B5EF4-FFF2-40B4-BE49-F238E27FC236}">
                  <a16:creationId xmlns:a16="http://schemas.microsoft.com/office/drawing/2014/main" id="{C71067B8-EFCA-06FC-F161-3E1C74B9D696}"/>
                </a:ext>
              </a:extLst>
            </p:cNvPr>
            <p:cNvGrpSpPr/>
            <p:nvPr/>
          </p:nvGrpSpPr>
          <p:grpSpPr>
            <a:xfrm>
              <a:off x="8407280" y="3272533"/>
              <a:ext cx="1105800" cy="504086"/>
              <a:chOff x="8407280" y="3272533"/>
              <a:chExt cx="1105800" cy="504086"/>
            </a:xfrm>
          </p:grpSpPr>
          <p:sp>
            <p:nvSpPr>
              <p:cNvPr id="987" name="Freeform 986">
                <a:extLst>
                  <a:ext uri="{FF2B5EF4-FFF2-40B4-BE49-F238E27FC236}">
                    <a16:creationId xmlns:a16="http://schemas.microsoft.com/office/drawing/2014/main" id="{536727C1-AB95-F230-482E-27F48150E36E}"/>
                  </a:ext>
                </a:extLst>
              </p:cNvPr>
              <p:cNvSpPr/>
              <p:nvPr/>
            </p:nvSpPr>
            <p:spPr>
              <a:xfrm>
                <a:off x="8407280" y="3632556"/>
                <a:ext cx="1105800" cy="144063"/>
              </a:xfrm>
              <a:custGeom>
                <a:avLst/>
                <a:gdLst>
                  <a:gd name="connsiteX0" fmla="*/ 1055293 w 1105800"/>
                  <a:gd name="connsiteY0" fmla="*/ 117179 h 144063"/>
                  <a:gd name="connsiteX1" fmla="*/ 1049919 w 1105800"/>
                  <a:gd name="connsiteY1" fmla="*/ 116103 h 144063"/>
                  <a:gd name="connsiteX2" fmla="*/ 1055293 w 1105800"/>
                  <a:gd name="connsiteY2" fmla="*/ 117179 h 144063"/>
                  <a:gd name="connsiteX3" fmla="*/ 706036 w 1105800"/>
                  <a:gd name="connsiteY3" fmla="*/ 1037 h 144063"/>
                  <a:gd name="connsiteX4" fmla="*/ 801679 w 1105800"/>
                  <a:gd name="connsiteY4" fmla="*/ 7489 h 144063"/>
                  <a:gd name="connsiteX5" fmla="*/ 801679 w 1105800"/>
                  <a:gd name="connsiteY5" fmla="*/ 11791 h 144063"/>
                  <a:gd name="connsiteX6" fmla="*/ 807052 w 1105800"/>
                  <a:gd name="connsiteY6" fmla="*/ 7489 h 144063"/>
                  <a:gd name="connsiteX7" fmla="*/ 811350 w 1105800"/>
                  <a:gd name="connsiteY7" fmla="*/ 12866 h 144063"/>
                  <a:gd name="connsiteX8" fmla="*/ 810276 w 1105800"/>
                  <a:gd name="connsiteY8" fmla="*/ 9640 h 144063"/>
                  <a:gd name="connsiteX9" fmla="*/ 816723 w 1105800"/>
                  <a:gd name="connsiteY9" fmla="*/ 15017 h 144063"/>
                  <a:gd name="connsiteX10" fmla="*/ 817798 w 1105800"/>
                  <a:gd name="connsiteY10" fmla="*/ 10716 h 144063"/>
                  <a:gd name="connsiteX11" fmla="*/ 865082 w 1105800"/>
                  <a:gd name="connsiteY11" fmla="*/ 22545 h 144063"/>
                  <a:gd name="connsiteX12" fmla="*/ 954277 w 1105800"/>
                  <a:gd name="connsiteY12" fmla="*/ 37600 h 144063"/>
                  <a:gd name="connsiteX13" fmla="*/ 971471 w 1105800"/>
                  <a:gd name="connsiteY13" fmla="*/ 41902 h 144063"/>
                  <a:gd name="connsiteX14" fmla="*/ 990814 w 1105800"/>
                  <a:gd name="connsiteY14" fmla="*/ 46203 h 144063"/>
                  <a:gd name="connsiteX15" fmla="*/ 1006934 w 1105800"/>
                  <a:gd name="connsiteY15" fmla="*/ 52655 h 144063"/>
                  <a:gd name="connsiteX16" fmla="*/ 1017680 w 1105800"/>
                  <a:gd name="connsiteY16" fmla="*/ 55882 h 144063"/>
                  <a:gd name="connsiteX17" fmla="*/ 1055293 w 1105800"/>
                  <a:gd name="connsiteY17" fmla="*/ 62334 h 144063"/>
                  <a:gd name="connsiteX18" fmla="*/ 1056368 w 1105800"/>
                  <a:gd name="connsiteY18" fmla="*/ 67711 h 144063"/>
                  <a:gd name="connsiteX19" fmla="*/ 1066039 w 1105800"/>
                  <a:gd name="connsiteY19" fmla="*/ 64485 h 144063"/>
                  <a:gd name="connsiteX20" fmla="*/ 1074636 w 1105800"/>
                  <a:gd name="connsiteY20" fmla="*/ 70937 h 144063"/>
                  <a:gd name="connsiteX21" fmla="*/ 1091831 w 1105800"/>
                  <a:gd name="connsiteY21" fmla="*/ 76314 h 144063"/>
                  <a:gd name="connsiteX22" fmla="*/ 1105801 w 1105800"/>
                  <a:gd name="connsiteY22" fmla="*/ 84917 h 144063"/>
                  <a:gd name="connsiteX23" fmla="*/ 1080009 w 1105800"/>
                  <a:gd name="connsiteY23" fmla="*/ 81691 h 144063"/>
                  <a:gd name="connsiteX24" fmla="*/ 1071412 w 1105800"/>
                  <a:gd name="connsiteY24" fmla="*/ 78465 h 144063"/>
                  <a:gd name="connsiteX25" fmla="*/ 1052069 w 1105800"/>
                  <a:gd name="connsiteY25" fmla="*/ 84917 h 144063"/>
                  <a:gd name="connsiteX26" fmla="*/ 1050995 w 1105800"/>
                  <a:gd name="connsiteY26" fmla="*/ 79540 h 144063"/>
                  <a:gd name="connsiteX27" fmla="*/ 1020904 w 1105800"/>
                  <a:gd name="connsiteY27" fmla="*/ 74163 h 144063"/>
                  <a:gd name="connsiteX28" fmla="*/ 1045621 w 1105800"/>
                  <a:gd name="connsiteY28" fmla="*/ 85992 h 144063"/>
                  <a:gd name="connsiteX29" fmla="*/ 1048845 w 1105800"/>
                  <a:gd name="connsiteY29" fmla="*/ 92445 h 144063"/>
                  <a:gd name="connsiteX30" fmla="*/ 1052069 w 1105800"/>
                  <a:gd name="connsiteY30" fmla="*/ 87068 h 144063"/>
                  <a:gd name="connsiteX31" fmla="*/ 1100427 w 1105800"/>
                  <a:gd name="connsiteY31" fmla="*/ 106425 h 144063"/>
                  <a:gd name="connsiteX32" fmla="*/ 1064965 w 1105800"/>
                  <a:gd name="connsiteY32" fmla="*/ 97822 h 144063"/>
                  <a:gd name="connsiteX33" fmla="*/ 1006934 w 1105800"/>
                  <a:gd name="connsiteY33" fmla="*/ 88143 h 144063"/>
                  <a:gd name="connsiteX34" fmla="*/ 1005860 w 1105800"/>
                  <a:gd name="connsiteY34" fmla="*/ 84917 h 144063"/>
                  <a:gd name="connsiteX35" fmla="*/ 991889 w 1105800"/>
                  <a:gd name="connsiteY35" fmla="*/ 84917 h 144063"/>
                  <a:gd name="connsiteX36" fmla="*/ 724305 w 1105800"/>
                  <a:gd name="connsiteY36" fmla="*/ 54806 h 144063"/>
                  <a:gd name="connsiteX37" fmla="*/ 455646 w 1105800"/>
                  <a:gd name="connsiteY37" fmla="*/ 55882 h 144063"/>
                  <a:gd name="connsiteX38" fmla="*/ 53732 w 1105800"/>
                  <a:gd name="connsiteY38" fmla="*/ 135460 h 144063"/>
                  <a:gd name="connsiteX39" fmla="*/ 18269 w 1105800"/>
                  <a:gd name="connsiteY39" fmla="*/ 144063 h 144063"/>
                  <a:gd name="connsiteX40" fmla="*/ 15045 w 1105800"/>
                  <a:gd name="connsiteY40" fmla="*/ 130083 h 144063"/>
                  <a:gd name="connsiteX41" fmla="*/ 3224 w 1105800"/>
                  <a:gd name="connsiteY41" fmla="*/ 130083 h 144063"/>
                  <a:gd name="connsiteX42" fmla="*/ 0 w 1105800"/>
                  <a:gd name="connsiteY42" fmla="*/ 116103 h 144063"/>
                  <a:gd name="connsiteX43" fmla="*/ 15045 w 1105800"/>
                  <a:gd name="connsiteY43" fmla="*/ 102123 h 144063"/>
                  <a:gd name="connsiteX44" fmla="*/ 15045 w 1105800"/>
                  <a:gd name="connsiteY44" fmla="*/ 95671 h 144063"/>
                  <a:gd name="connsiteX45" fmla="*/ 118210 w 1105800"/>
                  <a:gd name="connsiteY45" fmla="*/ 52655 h 144063"/>
                  <a:gd name="connsiteX46" fmla="*/ 300898 w 1105800"/>
                  <a:gd name="connsiteY46" fmla="*/ 17168 h 144063"/>
                  <a:gd name="connsiteX47" fmla="*/ 343884 w 1105800"/>
                  <a:gd name="connsiteY47" fmla="*/ 16092 h 144063"/>
                  <a:gd name="connsiteX48" fmla="*/ 411586 w 1105800"/>
                  <a:gd name="connsiteY48" fmla="*/ 11791 h 144063"/>
                  <a:gd name="connsiteX49" fmla="*/ 459945 w 1105800"/>
                  <a:gd name="connsiteY49" fmla="*/ 6414 h 144063"/>
                  <a:gd name="connsiteX50" fmla="*/ 720006 w 1105800"/>
                  <a:gd name="connsiteY50" fmla="*/ 3188 h 144063"/>
                  <a:gd name="connsiteX51" fmla="*/ 706036 w 1105800"/>
                  <a:gd name="connsiteY51" fmla="*/ 1037 h 14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05800" h="144063">
                    <a:moveTo>
                      <a:pt x="1055293" y="117179"/>
                    </a:moveTo>
                    <a:cubicBezTo>
                      <a:pt x="1054218" y="117179"/>
                      <a:pt x="1052069" y="116103"/>
                      <a:pt x="1049919" y="116103"/>
                    </a:cubicBezTo>
                    <a:cubicBezTo>
                      <a:pt x="1049919" y="126857"/>
                      <a:pt x="1055293" y="127932"/>
                      <a:pt x="1055293" y="117179"/>
                    </a:cubicBezTo>
                    <a:moveTo>
                      <a:pt x="706036" y="1037"/>
                    </a:moveTo>
                    <a:cubicBezTo>
                      <a:pt x="736126" y="-2189"/>
                      <a:pt x="769440" y="9640"/>
                      <a:pt x="801679" y="7489"/>
                    </a:cubicBezTo>
                    <a:cubicBezTo>
                      <a:pt x="801679" y="8565"/>
                      <a:pt x="801679" y="10716"/>
                      <a:pt x="801679" y="11791"/>
                    </a:cubicBezTo>
                    <a:cubicBezTo>
                      <a:pt x="804903" y="12866"/>
                      <a:pt x="804903" y="7489"/>
                      <a:pt x="807052" y="7489"/>
                    </a:cubicBezTo>
                    <a:cubicBezTo>
                      <a:pt x="810276" y="6414"/>
                      <a:pt x="807052" y="13942"/>
                      <a:pt x="811350" y="12866"/>
                    </a:cubicBezTo>
                    <a:cubicBezTo>
                      <a:pt x="812425" y="12866"/>
                      <a:pt x="811350" y="9640"/>
                      <a:pt x="810276" y="9640"/>
                    </a:cubicBezTo>
                    <a:cubicBezTo>
                      <a:pt x="811350" y="9640"/>
                      <a:pt x="815649" y="10716"/>
                      <a:pt x="816723" y="15017"/>
                    </a:cubicBezTo>
                    <a:cubicBezTo>
                      <a:pt x="819948" y="15017"/>
                      <a:pt x="813500" y="9640"/>
                      <a:pt x="817798" y="10716"/>
                    </a:cubicBezTo>
                    <a:cubicBezTo>
                      <a:pt x="832843" y="17168"/>
                      <a:pt x="848962" y="9640"/>
                      <a:pt x="865082" y="22545"/>
                    </a:cubicBezTo>
                    <a:cubicBezTo>
                      <a:pt x="891948" y="23620"/>
                      <a:pt x="923113" y="31148"/>
                      <a:pt x="954277" y="37600"/>
                    </a:cubicBezTo>
                    <a:cubicBezTo>
                      <a:pt x="960725" y="38676"/>
                      <a:pt x="966098" y="41902"/>
                      <a:pt x="971471" y="41902"/>
                    </a:cubicBezTo>
                    <a:cubicBezTo>
                      <a:pt x="976844" y="40826"/>
                      <a:pt x="985441" y="45128"/>
                      <a:pt x="990814" y="46203"/>
                    </a:cubicBezTo>
                    <a:cubicBezTo>
                      <a:pt x="996188" y="47279"/>
                      <a:pt x="1002636" y="52655"/>
                      <a:pt x="1006934" y="52655"/>
                    </a:cubicBezTo>
                    <a:cubicBezTo>
                      <a:pt x="1003710" y="52655"/>
                      <a:pt x="1018755" y="48354"/>
                      <a:pt x="1017680" y="55882"/>
                    </a:cubicBezTo>
                    <a:cubicBezTo>
                      <a:pt x="1028427" y="51580"/>
                      <a:pt x="1043472" y="62334"/>
                      <a:pt x="1055293" y="62334"/>
                    </a:cubicBezTo>
                    <a:cubicBezTo>
                      <a:pt x="1056368" y="61259"/>
                      <a:pt x="1056368" y="65560"/>
                      <a:pt x="1056368" y="67711"/>
                    </a:cubicBezTo>
                    <a:cubicBezTo>
                      <a:pt x="1059591" y="62334"/>
                      <a:pt x="1064965" y="70937"/>
                      <a:pt x="1066039" y="64485"/>
                    </a:cubicBezTo>
                    <a:cubicBezTo>
                      <a:pt x="1067114" y="73088"/>
                      <a:pt x="1072487" y="61259"/>
                      <a:pt x="1074636" y="70937"/>
                    </a:cubicBezTo>
                    <a:cubicBezTo>
                      <a:pt x="1080009" y="64485"/>
                      <a:pt x="1085382" y="74163"/>
                      <a:pt x="1091831" y="76314"/>
                    </a:cubicBezTo>
                    <a:cubicBezTo>
                      <a:pt x="1097204" y="77389"/>
                      <a:pt x="1103651" y="75239"/>
                      <a:pt x="1105801" y="84917"/>
                    </a:cubicBezTo>
                    <a:cubicBezTo>
                      <a:pt x="1100427" y="84917"/>
                      <a:pt x="1093980" y="89219"/>
                      <a:pt x="1080009" y="81691"/>
                    </a:cubicBezTo>
                    <a:cubicBezTo>
                      <a:pt x="1083234" y="85992"/>
                      <a:pt x="1071412" y="85992"/>
                      <a:pt x="1071412" y="78465"/>
                    </a:cubicBezTo>
                    <a:cubicBezTo>
                      <a:pt x="1067114" y="87068"/>
                      <a:pt x="1056368" y="74163"/>
                      <a:pt x="1052069" y="84917"/>
                    </a:cubicBezTo>
                    <a:cubicBezTo>
                      <a:pt x="1048845" y="83842"/>
                      <a:pt x="1052069" y="81691"/>
                      <a:pt x="1050995" y="79540"/>
                    </a:cubicBezTo>
                    <a:cubicBezTo>
                      <a:pt x="1039173" y="82766"/>
                      <a:pt x="1031651" y="74163"/>
                      <a:pt x="1020904" y="74163"/>
                    </a:cubicBezTo>
                    <a:cubicBezTo>
                      <a:pt x="1027352" y="84917"/>
                      <a:pt x="1035949" y="88143"/>
                      <a:pt x="1045621" y="85992"/>
                    </a:cubicBezTo>
                    <a:cubicBezTo>
                      <a:pt x="1048845" y="87068"/>
                      <a:pt x="1045621" y="89219"/>
                      <a:pt x="1048845" y="92445"/>
                    </a:cubicBezTo>
                    <a:cubicBezTo>
                      <a:pt x="1052069" y="91369"/>
                      <a:pt x="1049919" y="89219"/>
                      <a:pt x="1052069" y="87068"/>
                    </a:cubicBezTo>
                    <a:cubicBezTo>
                      <a:pt x="1063890" y="96746"/>
                      <a:pt x="1087532" y="95671"/>
                      <a:pt x="1100427" y="106425"/>
                    </a:cubicBezTo>
                    <a:cubicBezTo>
                      <a:pt x="1089681" y="103199"/>
                      <a:pt x="1074636" y="107500"/>
                      <a:pt x="1064965" y="97822"/>
                    </a:cubicBezTo>
                    <a:cubicBezTo>
                      <a:pt x="1049919" y="98897"/>
                      <a:pt x="1026277" y="94596"/>
                      <a:pt x="1006934" y="88143"/>
                    </a:cubicBezTo>
                    <a:cubicBezTo>
                      <a:pt x="1005860" y="87068"/>
                      <a:pt x="1002636" y="89219"/>
                      <a:pt x="1005860" y="84917"/>
                    </a:cubicBezTo>
                    <a:cubicBezTo>
                      <a:pt x="1001561" y="88143"/>
                      <a:pt x="997263" y="85992"/>
                      <a:pt x="991889" y="84917"/>
                    </a:cubicBezTo>
                    <a:cubicBezTo>
                      <a:pt x="905919" y="65560"/>
                      <a:pt x="804903" y="59108"/>
                      <a:pt x="724305" y="54806"/>
                    </a:cubicBezTo>
                    <a:cubicBezTo>
                      <a:pt x="632961" y="49429"/>
                      <a:pt x="546990" y="49429"/>
                      <a:pt x="455646" y="55882"/>
                    </a:cubicBezTo>
                    <a:cubicBezTo>
                      <a:pt x="312719" y="66635"/>
                      <a:pt x="181614" y="103199"/>
                      <a:pt x="53732" y="135460"/>
                    </a:cubicBezTo>
                    <a:cubicBezTo>
                      <a:pt x="41911" y="138686"/>
                      <a:pt x="31165" y="144063"/>
                      <a:pt x="18269" y="144063"/>
                    </a:cubicBezTo>
                    <a:cubicBezTo>
                      <a:pt x="15045" y="142988"/>
                      <a:pt x="12896" y="135460"/>
                      <a:pt x="15045" y="130083"/>
                    </a:cubicBezTo>
                    <a:cubicBezTo>
                      <a:pt x="9672" y="129008"/>
                      <a:pt x="8598" y="131159"/>
                      <a:pt x="3224" y="130083"/>
                    </a:cubicBezTo>
                    <a:cubicBezTo>
                      <a:pt x="2149" y="125782"/>
                      <a:pt x="0" y="121480"/>
                      <a:pt x="0" y="116103"/>
                    </a:cubicBezTo>
                    <a:cubicBezTo>
                      <a:pt x="4299" y="109651"/>
                      <a:pt x="8598" y="105349"/>
                      <a:pt x="15045" y="102123"/>
                    </a:cubicBezTo>
                    <a:cubicBezTo>
                      <a:pt x="16120" y="98897"/>
                      <a:pt x="15045" y="98897"/>
                      <a:pt x="15045" y="95671"/>
                    </a:cubicBezTo>
                    <a:cubicBezTo>
                      <a:pt x="46210" y="75239"/>
                      <a:pt x="80598" y="58032"/>
                      <a:pt x="118210" y="52655"/>
                    </a:cubicBezTo>
                    <a:cubicBezTo>
                      <a:pt x="178390" y="44053"/>
                      <a:pt x="241793" y="25771"/>
                      <a:pt x="300898" y="17168"/>
                    </a:cubicBezTo>
                    <a:cubicBezTo>
                      <a:pt x="315943" y="13942"/>
                      <a:pt x="327764" y="16092"/>
                      <a:pt x="343884" y="16092"/>
                    </a:cubicBezTo>
                    <a:cubicBezTo>
                      <a:pt x="363227" y="15017"/>
                      <a:pt x="387944" y="9640"/>
                      <a:pt x="411586" y="11791"/>
                    </a:cubicBezTo>
                    <a:cubicBezTo>
                      <a:pt x="426631" y="12866"/>
                      <a:pt x="443825" y="7489"/>
                      <a:pt x="459945" y="6414"/>
                    </a:cubicBezTo>
                    <a:cubicBezTo>
                      <a:pt x="541617" y="2112"/>
                      <a:pt x="637260" y="-2189"/>
                      <a:pt x="720006" y="3188"/>
                    </a:cubicBezTo>
                    <a:cubicBezTo>
                      <a:pt x="713559" y="-4340"/>
                      <a:pt x="708185" y="4263"/>
                      <a:pt x="706036" y="1037"/>
                    </a:cubicBezTo>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88" name="Freeform 987">
                <a:extLst>
                  <a:ext uri="{FF2B5EF4-FFF2-40B4-BE49-F238E27FC236}">
                    <a16:creationId xmlns:a16="http://schemas.microsoft.com/office/drawing/2014/main" id="{E84AEA6E-114C-A1B2-2A82-F57275B0D7C1}"/>
                  </a:ext>
                </a:extLst>
              </p:cNvPr>
              <p:cNvSpPr/>
              <p:nvPr/>
            </p:nvSpPr>
            <p:spPr>
              <a:xfrm>
                <a:off x="8466385" y="3349692"/>
                <a:ext cx="255763" cy="269921"/>
              </a:xfrm>
              <a:custGeom>
                <a:avLst/>
                <a:gdLst>
                  <a:gd name="connsiteX0" fmla="*/ 0 w 255763"/>
                  <a:gd name="connsiteY0" fmla="*/ 269922 h 269921"/>
                  <a:gd name="connsiteX1" fmla="*/ 74150 w 255763"/>
                  <a:gd name="connsiteY1" fmla="*/ 269922 h 269921"/>
                  <a:gd name="connsiteX2" fmla="*/ 74150 w 255763"/>
                  <a:gd name="connsiteY2" fmla="*/ 121518 h 269921"/>
                  <a:gd name="connsiteX3" fmla="*/ 190211 w 255763"/>
                  <a:gd name="connsiteY3" fmla="*/ 269922 h 269921"/>
                  <a:gd name="connsiteX4" fmla="*/ 255764 w 255763"/>
                  <a:gd name="connsiteY4" fmla="*/ 269922 h 269921"/>
                  <a:gd name="connsiteX5" fmla="*/ 255764 w 255763"/>
                  <a:gd name="connsiteY5" fmla="*/ 0 h 269921"/>
                  <a:gd name="connsiteX6" fmla="*/ 181614 w 255763"/>
                  <a:gd name="connsiteY6" fmla="*/ 0 h 269921"/>
                  <a:gd name="connsiteX7" fmla="*/ 181614 w 255763"/>
                  <a:gd name="connsiteY7" fmla="*/ 143026 h 269921"/>
                  <a:gd name="connsiteX8" fmla="*/ 69851 w 255763"/>
                  <a:gd name="connsiteY8" fmla="*/ 0 h 269921"/>
                  <a:gd name="connsiteX9" fmla="*/ 0 w 255763"/>
                  <a:gd name="connsiteY9" fmla="*/ 0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763" h="269921">
                    <a:moveTo>
                      <a:pt x="0" y="269922"/>
                    </a:moveTo>
                    <a:lnTo>
                      <a:pt x="74150" y="269922"/>
                    </a:lnTo>
                    <a:lnTo>
                      <a:pt x="74150" y="121518"/>
                    </a:lnTo>
                    <a:lnTo>
                      <a:pt x="190211" y="269922"/>
                    </a:lnTo>
                    <a:lnTo>
                      <a:pt x="255764" y="269922"/>
                    </a:lnTo>
                    <a:lnTo>
                      <a:pt x="255764" y="0"/>
                    </a:lnTo>
                    <a:lnTo>
                      <a:pt x="181614" y="0"/>
                    </a:lnTo>
                    <a:lnTo>
                      <a:pt x="181614" y="143026"/>
                    </a:lnTo>
                    <a:lnTo>
                      <a:pt x="6985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89" name="Freeform 988">
                <a:extLst>
                  <a:ext uri="{FF2B5EF4-FFF2-40B4-BE49-F238E27FC236}">
                    <a16:creationId xmlns:a16="http://schemas.microsoft.com/office/drawing/2014/main" id="{E6A7786A-C2B6-C648-12D6-11E78328D95F}"/>
                  </a:ext>
                </a:extLst>
              </p:cNvPr>
              <p:cNvSpPr/>
              <p:nvPr/>
            </p:nvSpPr>
            <p:spPr>
              <a:xfrm>
                <a:off x="8770507" y="3349692"/>
                <a:ext cx="220300" cy="269921"/>
              </a:xfrm>
              <a:custGeom>
                <a:avLst/>
                <a:gdLst>
                  <a:gd name="connsiteX0" fmla="*/ 0 w 220300"/>
                  <a:gd name="connsiteY0" fmla="*/ 269922 h 269921"/>
                  <a:gd name="connsiteX1" fmla="*/ 220300 w 220300"/>
                  <a:gd name="connsiteY1" fmla="*/ 269922 h 269921"/>
                  <a:gd name="connsiteX2" fmla="*/ 220300 w 220300"/>
                  <a:gd name="connsiteY2" fmla="*/ 206474 h 269921"/>
                  <a:gd name="connsiteX3" fmla="*/ 73075 w 220300"/>
                  <a:gd name="connsiteY3" fmla="*/ 206474 h 269921"/>
                  <a:gd name="connsiteX4" fmla="*/ 73075 w 220300"/>
                  <a:gd name="connsiteY4" fmla="*/ 163458 h 269921"/>
                  <a:gd name="connsiteX5" fmla="*/ 204181 w 220300"/>
                  <a:gd name="connsiteY5" fmla="*/ 163458 h 269921"/>
                  <a:gd name="connsiteX6" fmla="*/ 204181 w 220300"/>
                  <a:gd name="connsiteY6" fmla="*/ 104312 h 269921"/>
                  <a:gd name="connsiteX7" fmla="*/ 73075 w 220300"/>
                  <a:gd name="connsiteY7" fmla="*/ 104312 h 269921"/>
                  <a:gd name="connsiteX8" fmla="*/ 73075 w 220300"/>
                  <a:gd name="connsiteY8" fmla="*/ 62372 h 269921"/>
                  <a:gd name="connsiteX9" fmla="*/ 217076 w 220300"/>
                  <a:gd name="connsiteY9" fmla="*/ 62372 h 269921"/>
                  <a:gd name="connsiteX10" fmla="*/ 217076 w 220300"/>
                  <a:gd name="connsiteY10" fmla="*/ 0 h 269921"/>
                  <a:gd name="connsiteX11" fmla="*/ 0 w 220300"/>
                  <a:gd name="connsiteY11" fmla="*/ 0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300" h="269921">
                    <a:moveTo>
                      <a:pt x="0" y="269922"/>
                    </a:moveTo>
                    <a:lnTo>
                      <a:pt x="220300" y="269922"/>
                    </a:lnTo>
                    <a:lnTo>
                      <a:pt x="220300" y="206474"/>
                    </a:lnTo>
                    <a:lnTo>
                      <a:pt x="73075" y="206474"/>
                    </a:lnTo>
                    <a:lnTo>
                      <a:pt x="73075" y="163458"/>
                    </a:lnTo>
                    <a:lnTo>
                      <a:pt x="204181" y="163458"/>
                    </a:lnTo>
                    <a:lnTo>
                      <a:pt x="204181" y="104312"/>
                    </a:lnTo>
                    <a:lnTo>
                      <a:pt x="73075" y="104312"/>
                    </a:lnTo>
                    <a:lnTo>
                      <a:pt x="73075" y="62372"/>
                    </a:lnTo>
                    <a:lnTo>
                      <a:pt x="217076" y="62372"/>
                    </a:lnTo>
                    <a:lnTo>
                      <a:pt x="217076"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0" name="Freeform 989">
                <a:extLst>
                  <a:ext uri="{FF2B5EF4-FFF2-40B4-BE49-F238E27FC236}">
                    <a16:creationId xmlns:a16="http://schemas.microsoft.com/office/drawing/2014/main" id="{34A5C79E-42B6-2840-325E-BB14D2ABEFD8}"/>
                  </a:ext>
                </a:extLst>
              </p:cNvPr>
              <p:cNvSpPr/>
              <p:nvPr/>
            </p:nvSpPr>
            <p:spPr>
              <a:xfrm>
                <a:off x="9011226" y="3347541"/>
                <a:ext cx="420183" cy="275298"/>
              </a:xfrm>
              <a:custGeom>
                <a:avLst/>
                <a:gdLst>
                  <a:gd name="connsiteX0" fmla="*/ 89195 w 420183"/>
                  <a:gd name="connsiteY0" fmla="*/ 275298 h 275298"/>
                  <a:gd name="connsiteX1" fmla="*/ 155822 w 420183"/>
                  <a:gd name="connsiteY1" fmla="*/ 275298 h 275298"/>
                  <a:gd name="connsiteX2" fmla="*/ 210629 w 420183"/>
                  <a:gd name="connsiteY2" fmla="*/ 118292 h 275298"/>
                  <a:gd name="connsiteX3" fmla="*/ 264361 w 420183"/>
                  <a:gd name="connsiteY3" fmla="*/ 275298 h 275298"/>
                  <a:gd name="connsiteX4" fmla="*/ 329913 w 420183"/>
                  <a:gd name="connsiteY4" fmla="*/ 275298 h 275298"/>
                  <a:gd name="connsiteX5" fmla="*/ 420183 w 420183"/>
                  <a:gd name="connsiteY5" fmla="*/ 2151 h 275298"/>
                  <a:gd name="connsiteX6" fmla="*/ 342809 w 420183"/>
                  <a:gd name="connsiteY6" fmla="*/ 2151 h 275298"/>
                  <a:gd name="connsiteX7" fmla="*/ 295525 w 420183"/>
                  <a:gd name="connsiteY7" fmla="*/ 159157 h 275298"/>
                  <a:gd name="connsiteX8" fmla="*/ 242868 w 420183"/>
                  <a:gd name="connsiteY8" fmla="*/ 0 h 275298"/>
                  <a:gd name="connsiteX9" fmla="*/ 178390 w 420183"/>
                  <a:gd name="connsiteY9" fmla="*/ 0 h 275298"/>
                  <a:gd name="connsiteX10" fmla="*/ 125733 w 420183"/>
                  <a:gd name="connsiteY10" fmla="*/ 159157 h 275298"/>
                  <a:gd name="connsiteX11" fmla="*/ 78448 w 420183"/>
                  <a:gd name="connsiteY11" fmla="*/ 2151 h 275298"/>
                  <a:gd name="connsiteX12" fmla="*/ 0 w 420183"/>
                  <a:gd name="connsiteY12" fmla="*/ 2151 h 275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183" h="275298">
                    <a:moveTo>
                      <a:pt x="89195" y="275298"/>
                    </a:moveTo>
                    <a:lnTo>
                      <a:pt x="155822" y="275298"/>
                    </a:lnTo>
                    <a:lnTo>
                      <a:pt x="210629" y="118292"/>
                    </a:lnTo>
                    <a:lnTo>
                      <a:pt x="264361" y="275298"/>
                    </a:lnTo>
                    <a:lnTo>
                      <a:pt x="329913" y="275298"/>
                    </a:lnTo>
                    <a:lnTo>
                      <a:pt x="420183" y="2151"/>
                    </a:lnTo>
                    <a:lnTo>
                      <a:pt x="342809" y="2151"/>
                    </a:lnTo>
                    <a:lnTo>
                      <a:pt x="295525" y="159157"/>
                    </a:lnTo>
                    <a:lnTo>
                      <a:pt x="242868" y="0"/>
                    </a:lnTo>
                    <a:lnTo>
                      <a:pt x="178390" y="0"/>
                    </a:lnTo>
                    <a:lnTo>
                      <a:pt x="125733" y="159157"/>
                    </a:lnTo>
                    <a:lnTo>
                      <a:pt x="78448" y="2151"/>
                    </a:lnTo>
                    <a:lnTo>
                      <a:pt x="0" y="2151"/>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1" name="Freeform 990">
                <a:extLst>
                  <a:ext uri="{FF2B5EF4-FFF2-40B4-BE49-F238E27FC236}">
                    <a16:creationId xmlns:a16="http://schemas.microsoft.com/office/drawing/2014/main" id="{FCEC92F0-2375-29DC-0865-DDB784FE2286}"/>
                  </a:ext>
                </a:extLst>
              </p:cNvPr>
              <p:cNvSpPr/>
              <p:nvPr/>
            </p:nvSpPr>
            <p:spPr>
              <a:xfrm>
                <a:off x="8844234" y="3273339"/>
                <a:ext cx="2873" cy="4301"/>
              </a:xfrm>
              <a:custGeom>
                <a:avLst/>
                <a:gdLst>
                  <a:gd name="connsiteX0" fmla="*/ 2572 w 2873"/>
                  <a:gd name="connsiteY0" fmla="*/ 0 h 4301"/>
                  <a:gd name="connsiteX1" fmla="*/ 2572 w 2873"/>
                  <a:gd name="connsiteY1" fmla="*/ 0 h 4301"/>
                  <a:gd name="connsiteX2" fmla="*/ 1498 w 2873"/>
                  <a:gd name="connsiteY2" fmla="*/ 4302 h 4301"/>
                  <a:gd name="connsiteX3" fmla="*/ 2572 w 2873"/>
                  <a:gd name="connsiteY3" fmla="*/ 0 h 4301"/>
                </a:gdLst>
                <a:ahLst/>
                <a:cxnLst>
                  <a:cxn ang="0">
                    <a:pos x="connsiteX0" y="connsiteY0"/>
                  </a:cxn>
                  <a:cxn ang="0">
                    <a:pos x="connsiteX1" y="connsiteY1"/>
                  </a:cxn>
                  <a:cxn ang="0">
                    <a:pos x="connsiteX2" y="connsiteY2"/>
                  </a:cxn>
                  <a:cxn ang="0">
                    <a:pos x="connsiteX3" y="connsiteY3"/>
                  </a:cxn>
                </a:cxnLst>
                <a:rect l="l" t="t" r="r" b="b"/>
                <a:pathLst>
                  <a:path w="2873" h="4301">
                    <a:moveTo>
                      <a:pt x="2572" y="0"/>
                    </a:moveTo>
                    <a:lnTo>
                      <a:pt x="2572" y="0"/>
                    </a:lnTo>
                    <a:cubicBezTo>
                      <a:pt x="3647" y="1075"/>
                      <a:pt x="1498" y="4302"/>
                      <a:pt x="1498" y="4302"/>
                    </a:cubicBezTo>
                    <a:cubicBezTo>
                      <a:pt x="-651" y="4302"/>
                      <a:pt x="-651" y="0"/>
                      <a:pt x="2572" y="0"/>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2" name="Freeform 991">
                <a:extLst>
                  <a:ext uri="{FF2B5EF4-FFF2-40B4-BE49-F238E27FC236}">
                    <a16:creationId xmlns:a16="http://schemas.microsoft.com/office/drawing/2014/main" id="{193C95E2-1E35-FD39-2DA4-4D86F7123FF1}"/>
                  </a:ext>
                </a:extLst>
              </p:cNvPr>
              <p:cNvSpPr/>
              <p:nvPr/>
            </p:nvSpPr>
            <p:spPr>
              <a:xfrm>
                <a:off x="9041853" y="3296191"/>
                <a:ext cx="24179" cy="17415"/>
              </a:xfrm>
              <a:custGeom>
                <a:avLst/>
                <a:gdLst>
                  <a:gd name="connsiteX0" fmla="*/ 1612 w 24179"/>
                  <a:gd name="connsiteY0" fmla="*/ 16937 h 17415"/>
                  <a:gd name="connsiteX1" fmla="*/ 1612 w 24179"/>
                  <a:gd name="connsiteY1" fmla="*/ 16937 h 17415"/>
                  <a:gd name="connsiteX2" fmla="*/ 1612 w 24179"/>
                  <a:gd name="connsiteY2" fmla="*/ 16937 h 17415"/>
                  <a:gd name="connsiteX3" fmla="*/ 1612 w 24179"/>
                  <a:gd name="connsiteY3" fmla="*/ 16937 h 17415"/>
                  <a:gd name="connsiteX4" fmla="*/ 9135 w 24179"/>
                  <a:gd name="connsiteY4" fmla="*/ 9410 h 17415"/>
                  <a:gd name="connsiteX5" fmla="*/ 10209 w 24179"/>
                  <a:gd name="connsiteY5" fmla="*/ 8334 h 17415"/>
                  <a:gd name="connsiteX6" fmla="*/ 9135 w 24179"/>
                  <a:gd name="connsiteY6" fmla="*/ 9410 h 17415"/>
                  <a:gd name="connsiteX7" fmla="*/ 9135 w 24179"/>
                  <a:gd name="connsiteY7" fmla="*/ 9410 h 17415"/>
                  <a:gd name="connsiteX8" fmla="*/ 19881 w 24179"/>
                  <a:gd name="connsiteY8" fmla="*/ 2957 h 17415"/>
                  <a:gd name="connsiteX9" fmla="*/ 23105 w 24179"/>
                  <a:gd name="connsiteY9" fmla="*/ 1882 h 17415"/>
                  <a:gd name="connsiteX10" fmla="*/ 24180 w 24179"/>
                  <a:gd name="connsiteY10" fmla="*/ 807 h 17415"/>
                  <a:gd name="connsiteX11" fmla="*/ 24180 w 24179"/>
                  <a:gd name="connsiteY11" fmla="*/ 807 h 17415"/>
                  <a:gd name="connsiteX12" fmla="*/ 23105 w 24179"/>
                  <a:gd name="connsiteY12" fmla="*/ 1882 h 17415"/>
                  <a:gd name="connsiteX13" fmla="*/ 19881 w 24179"/>
                  <a:gd name="connsiteY13" fmla="*/ 2957 h 17415"/>
                  <a:gd name="connsiteX14" fmla="*/ 18807 w 24179"/>
                  <a:gd name="connsiteY14" fmla="*/ 4033 h 17415"/>
                  <a:gd name="connsiteX15" fmla="*/ 19881 w 24179"/>
                  <a:gd name="connsiteY15" fmla="*/ 2957 h 1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79" h="17415">
                    <a:moveTo>
                      <a:pt x="1612" y="16937"/>
                    </a:moveTo>
                    <a:cubicBezTo>
                      <a:pt x="2687" y="14787"/>
                      <a:pt x="2687" y="14787"/>
                      <a:pt x="1612" y="16937"/>
                    </a:cubicBezTo>
                    <a:cubicBezTo>
                      <a:pt x="1612" y="16937"/>
                      <a:pt x="-537" y="18013"/>
                      <a:pt x="1612" y="16937"/>
                    </a:cubicBezTo>
                    <a:cubicBezTo>
                      <a:pt x="-537" y="16937"/>
                      <a:pt x="-537" y="16937"/>
                      <a:pt x="1612" y="16937"/>
                    </a:cubicBezTo>
                    <a:close/>
                    <a:moveTo>
                      <a:pt x="9135" y="9410"/>
                    </a:moveTo>
                    <a:cubicBezTo>
                      <a:pt x="10209" y="8334"/>
                      <a:pt x="10209" y="8334"/>
                      <a:pt x="10209" y="8334"/>
                    </a:cubicBezTo>
                    <a:cubicBezTo>
                      <a:pt x="12358" y="9410"/>
                      <a:pt x="10209" y="11560"/>
                      <a:pt x="9135" y="9410"/>
                    </a:cubicBezTo>
                    <a:lnTo>
                      <a:pt x="9135" y="9410"/>
                    </a:lnTo>
                    <a:close/>
                    <a:moveTo>
                      <a:pt x="19881" y="2957"/>
                    </a:moveTo>
                    <a:cubicBezTo>
                      <a:pt x="20955" y="1882"/>
                      <a:pt x="20955" y="1882"/>
                      <a:pt x="23105" y="1882"/>
                    </a:cubicBezTo>
                    <a:cubicBezTo>
                      <a:pt x="24180" y="1882"/>
                      <a:pt x="24180" y="1882"/>
                      <a:pt x="24180" y="807"/>
                    </a:cubicBezTo>
                    <a:cubicBezTo>
                      <a:pt x="24180" y="-269"/>
                      <a:pt x="24180" y="-269"/>
                      <a:pt x="24180" y="807"/>
                    </a:cubicBezTo>
                    <a:cubicBezTo>
                      <a:pt x="24180" y="1882"/>
                      <a:pt x="24180" y="1882"/>
                      <a:pt x="23105" y="1882"/>
                    </a:cubicBezTo>
                    <a:cubicBezTo>
                      <a:pt x="23105" y="1882"/>
                      <a:pt x="20955" y="2957"/>
                      <a:pt x="19881" y="2957"/>
                    </a:cubicBezTo>
                    <a:lnTo>
                      <a:pt x="18807" y="4033"/>
                    </a:lnTo>
                    <a:lnTo>
                      <a:pt x="19881" y="2957"/>
                    </a:ln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3" name="Freeform 992">
                <a:extLst>
                  <a:ext uri="{FF2B5EF4-FFF2-40B4-BE49-F238E27FC236}">
                    <a16:creationId xmlns:a16="http://schemas.microsoft.com/office/drawing/2014/main" id="{B61F422F-2F85-AF34-E941-4F889B3581C8}"/>
                  </a:ext>
                </a:extLst>
              </p:cNvPr>
              <p:cNvSpPr/>
              <p:nvPr/>
            </p:nvSpPr>
            <p:spPr>
              <a:xfrm>
                <a:off x="9047226" y="3272533"/>
                <a:ext cx="33313" cy="77158"/>
              </a:xfrm>
              <a:custGeom>
                <a:avLst/>
                <a:gdLst>
                  <a:gd name="connsiteX0" fmla="*/ 30627 w 33313"/>
                  <a:gd name="connsiteY0" fmla="*/ 9410 h 77158"/>
                  <a:gd name="connsiteX1" fmla="*/ 30627 w 33313"/>
                  <a:gd name="connsiteY1" fmla="*/ 9410 h 77158"/>
                  <a:gd name="connsiteX2" fmla="*/ 30627 w 33313"/>
                  <a:gd name="connsiteY2" fmla="*/ 9410 h 77158"/>
                  <a:gd name="connsiteX3" fmla="*/ 30627 w 33313"/>
                  <a:gd name="connsiteY3" fmla="*/ 9410 h 77158"/>
                  <a:gd name="connsiteX4" fmla="*/ 30627 w 33313"/>
                  <a:gd name="connsiteY4" fmla="*/ 9410 h 77158"/>
                  <a:gd name="connsiteX5" fmla="*/ 19881 w 33313"/>
                  <a:gd name="connsiteY5" fmla="*/ 16937 h 77158"/>
                  <a:gd name="connsiteX6" fmla="*/ 19881 w 33313"/>
                  <a:gd name="connsiteY6" fmla="*/ 16937 h 77158"/>
                  <a:gd name="connsiteX7" fmla="*/ 19881 w 33313"/>
                  <a:gd name="connsiteY7" fmla="*/ 16937 h 77158"/>
                  <a:gd name="connsiteX8" fmla="*/ 19881 w 33313"/>
                  <a:gd name="connsiteY8" fmla="*/ 16937 h 77158"/>
                  <a:gd name="connsiteX9" fmla="*/ 15582 w 33313"/>
                  <a:gd name="connsiteY9" fmla="*/ 9410 h 77158"/>
                  <a:gd name="connsiteX10" fmla="*/ 15582 w 33313"/>
                  <a:gd name="connsiteY10" fmla="*/ 9410 h 77158"/>
                  <a:gd name="connsiteX11" fmla="*/ 16657 w 33313"/>
                  <a:gd name="connsiteY11" fmla="*/ 8334 h 77158"/>
                  <a:gd name="connsiteX12" fmla="*/ 15582 w 33313"/>
                  <a:gd name="connsiteY12" fmla="*/ 9410 h 77158"/>
                  <a:gd name="connsiteX13" fmla="*/ 15582 w 33313"/>
                  <a:gd name="connsiteY13" fmla="*/ 9410 h 77158"/>
                  <a:gd name="connsiteX14" fmla="*/ 28478 w 33313"/>
                  <a:gd name="connsiteY14" fmla="*/ 8334 h 77158"/>
                  <a:gd name="connsiteX15" fmla="*/ 28478 w 33313"/>
                  <a:gd name="connsiteY15" fmla="*/ 8334 h 77158"/>
                  <a:gd name="connsiteX16" fmla="*/ 29553 w 33313"/>
                  <a:gd name="connsiteY16" fmla="*/ 8334 h 77158"/>
                  <a:gd name="connsiteX17" fmla="*/ 28478 w 33313"/>
                  <a:gd name="connsiteY17" fmla="*/ 8334 h 77158"/>
                  <a:gd name="connsiteX18" fmla="*/ 28478 w 33313"/>
                  <a:gd name="connsiteY18" fmla="*/ 8334 h 77158"/>
                  <a:gd name="connsiteX19" fmla="*/ 24180 w 33313"/>
                  <a:gd name="connsiteY19" fmla="*/ 9410 h 77158"/>
                  <a:gd name="connsiteX20" fmla="*/ 24180 w 33313"/>
                  <a:gd name="connsiteY20" fmla="*/ 9410 h 77158"/>
                  <a:gd name="connsiteX21" fmla="*/ 25254 w 33313"/>
                  <a:gd name="connsiteY21" fmla="*/ 8334 h 77158"/>
                  <a:gd name="connsiteX22" fmla="*/ 24180 w 33313"/>
                  <a:gd name="connsiteY22" fmla="*/ 9410 h 77158"/>
                  <a:gd name="connsiteX23" fmla="*/ 24180 w 33313"/>
                  <a:gd name="connsiteY23" fmla="*/ 9410 h 77158"/>
                  <a:gd name="connsiteX24" fmla="*/ 10209 w 33313"/>
                  <a:gd name="connsiteY24" fmla="*/ 22314 h 77158"/>
                  <a:gd name="connsiteX25" fmla="*/ 11284 w 33313"/>
                  <a:gd name="connsiteY25" fmla="*/ 21239 h 77158"/>
                  <a:gd name="connsiteX26" fmla="*/ 10209 w 33313"/>
                  <a:gd name="connsiteY26" fmla="*/ 22314 h 77158"/>
                  <a:gd name="connsiteX27" fmla="*/ 10209 w 33313"/>
                  <a:gd name="connsiteY27" fmla="*/ 22314 h 77158"/>
                  <a:gd name="connsiteX28" fmla="*/ 20955 w 33313"/>
                  <a:gd name="connsiteY28" fmla="*/ 26616 h 77158"/>
                  <a:gd name="connsiteX29" fmla="*/ 20955 w 33313"/>
                  <a:gd name="connsiteY29" fmla="*/ 26616 h 77158"/>
                  <a:gd name="connsiteX30" fmla="*/ 22030 w 33313"/>
                  <a:gd name="connsiteY30" fmla="*/ 26616 h 77158"/>
                  <a:gd name="connsiteX31" fmla="*/ 23105 w 33313"/>
                  <a:gd name="connsiteY31" fmla="*/ 26616 h 77158"/>
                  <a:gd name="connsiteX32" fmla="*/ 20955 w 33313"/>
                  <a:gd name="connsiteY32" fmla="*/ 26616 h 77158"/>
                  <a:gd name="connsiteX33" fmla="*/ 20955 w 33313"/>
                  <a:gd name="connsiteY33" fmla="*/ 26616 h 77158"/>
                  <a:gd name="connsiteX34" fmla="*/ 6985 w 33313"/>
                  <a:gd name="connsiteY34" fmla="*/ 27691 h 77158"/>
                  <a:gd name="connsiteX35" fmla="*/ 6985 w 33313"/>
                  <a:gd name="connsiteY35" fmla="*/ 27691 h 77158"/>
                  <a:gd name="connsiteX36" fmla="*/ 6985 w 33313"/>
                  <a:gd name="connsiteY36" fmla="*/ 27691 h 77158"/>
                  <a:gd name="connsiteX37" fmla="*/ 8060 w 33313"/>
                  <a:gd name="connsiteY37" fmla="*/ 27691 h 77158"/>
                  <a:gd name="connsiteX38" fmla="*/ 6985 w 33313"/>
                  <a:gd name="connsiteY38" fmla="*/ 27691 h 77158"/>
                  <a:gd name="connsiteX39" fmla="*/ 6985 w 33313"/>
                  <a:gd name="connsiteY39" fmla="*/ 27691 h 77158"/>
                  <a:gd name="connsiteX40" fmla="*/ 12358 w 33313"/>
                  <a:gd name="connsiteY40" fmla="*/ 53500 h 77158"/>
                  <a:gd name="connsiteX41" fmla="*/ 12358 w 33313"/>
                  <a:gd name="connsiteY41" fmla="*/ 53500 h 77158"/>
                  <a:gd name="connsiteX42" fmla="*/ 13433 w 33313"/>
                  <a:gd name="connsiteY42" fmla="*/ 53500 h 77158"/>
                  <a:gd name="connsiteX43" fmla="*/ 12358 w 33313"/>
                  <a:gd name="connsiteY43" fmla="*/ 53500 h 77158"/>
                  <a:gd name="connsiteX44" fmla="*/ 12358 w 33313"/>
                  <a:gd name="connsiteY44" fmla="*/ 53500 h 77158"/>
                  <a:gd name="connsiteX45" fmla="*/ 23105 w 33313"/>
                  <a:gd name="connsiteY45" fmla="*/ 11560 h 77158"/>
                  <a:gd name="connsiteX46" fmla="*/ 23105 w 33313"/>
                  <a:gd name="connsiteY46" fmla="*/ 11560 h 77158"/>
                  <a:gd name="connsiteX47" fmla="*/ 23105 w 33313"/>
                  <a:gd name="connsiteY47" fmla="*/ 11560 h 77158"/>
                  <a:gd name="connsiteX48" fmla="*/ 23105 w 33313"/>
                  <a:gd name="connsiteY48" fmla="*/ 11560 h 77158"/>
                  <a:gd name="connsiteX49" fmla="*/ 23105 w 33313"/>
                  <a:gd name="connsiteY49" fmla="*/ 11560 h 77158"/>
                  <a:gd name="connsiteX50" fmla="*/ 31702 w 33313"/>
                  <a:gd name="connsiteY50" fmla="*/ 807 h 77158"/>
                  <a:gd name="connsiteX51" fmla="*/ 31702 w 33313"/>
                  <a:gd name="connsiteY51" fmla="*/ 807 h 77158"/>
                  <a:gd name="connsiteX52" fmla="*/ 31702 w 33313"/>
                  <a:gd name="connsiteY52" fmla="*/ 807 h 77158"/>
                  <a:gd name="connsiteX53" fmla="*/ 30627 w 33313"/>
                  <a:gd name="connsiteY53" fmla="*/ 1882 h 77158"/>
                  <a:gd name="connsiteX54" fmla="*/ 31702 w 33313"/>
                  <a:gd name="connsiteY54" fmla="*/ 807 h 77158"/>
                  <a:gd name="connsiteX55" fmla="*/ 31702 w 33313"/>
                  <a:gd name="connsiteY55" fmla="*/ 807 h 77158"/>
                  <a:gd name="connsiteX56" fmla="*/ 28478 w 33313"/>
                  <a:gd name="connsiteY56" fmla="*/ 2957 h 77158"/>
                  <a:gd name="connsiteX57" fmla="*/ 28478 w 33313"/>
                  <a:gd name="connsiteY57" fmla="*/ 2957 h 77158"/>
                  <a:gd name="connsiteX58" fmla="*/ 27404 w 33313"/>
                  <a:gd name="connsiteY58" fmla="*/ 4033 h 77158"/>
                  <a:gd name="connsiteX59" fmla="*/ 28478 w 33313"/>
                  <a:gd name="connsiteY59" fmla="*/ 2957 h 77158"/>
                  <a:gd name="connsiteX60" fmla="*/ 1612 w 33313"/>
                  <a:gd name="connsiteY60" fmla="*/ 40596 h 77158"/>
                  <a:gd name="connsiteX61" fmla="*/ 1612 w 33313"/>
                  <a:gd name="connsiteY61" fmla="*/ 40596 h 77158"/>
                  <a:gd name="connsiteX62" fmla="*/ 1612 w 33313"/>
                  <a:gd name="connsiteY62" fmla="*/ 43822 h 77158"/>
                  <a:gd name="connsiteX63" fmla="*/ 1612 w 33313"/>
                  <a:gd name="connsiteY63" fmla="*/ 40596 h 77158"/>
                  <a:gd name="connsiteX64" fmla="*/ 10209 w 33313"/>
                  <a:gd name="connsiteY64" fmla="*/ 36294 h 77158"/>
                  <a:gd name="connsiteX65" fmla="*/ 10209 w 33313"/>
                  <a:gd name="connsiteY65" fmla="*/ 36294 h 77158"/>
                  <a:gd name="connsiteX66" fmla="*/ 10209 w 33313"/>
                  <a:gd name="connsiteY66" fmla="*/ 37370 h 77158"/>
                  <a:gd name="connsiteX67" fmla="*/ 10209 w 33313"/>
                  <a:gd name="connsiteY67" fmla="*/ 36294 h 77158"/>
                  <a:gd name="connsiteX68" fmla="*/ 20955 w 33313"/>
                  <a:gd name="connsiteY68" fmla="*/ 20163 h 77158"/>
                  <a:gd name="connsiteX69" fmla="*/ 24180 w 33313"/>
                  <a:gd name="connsiteY69" fmla="*/ 21239 h 77158"/>
                  <a:gd name="connsiteX70" fmla="*/ 25254 w 33313"/>
                  <a:gd name="connsiteY70" fmla="*/ 22314 h 77158"/>
                  <a:gd name="connsiteX71" fmla="*/ 24180 w 33313"/>
                  <a:gd name="connsiteY71" fmla="*/ 21239 h 77158"/>
                  <a:gd name="connsiteX72" fmla="*/ 23105 w 33313"/>
                  <a:gd name="connsiteY72" fmla="*/ 21239 h 77158"/>
                  <a:gd name="connsiteX73" fmla="*/ 20955 w 33313"/>
                  <a:gd name="connsiteY73" fmla="*/ 20163 h 77158"/>
                  <a:gd name="connsiteX74" fmla="*/ 20955 w 33313"/>
                  <a:gd name="connsiteY74" fmla="*/ 20163 h 77158"/>
                  <a:gd name="connsiteX75" fmla="*/ 20955 w 33313"/>
                  <a:gd name="connsiteY75" fmla="*/ 20163 h 77158"/>
                  <a:gd name="connsiteX76" fmla="*/ 19881 w 33313"/>
                  <a:gd name="connsiteY76" fmla="*/ 4033 h 77158"/>
                  <a:gd name="connsiteX77" fmla="*/ 19881 w 33313"/>
                  <a:gd name="connsiteY77" fmla="*/ 4033 h 77158"/>
                  <a:gd name="connsiteX78" fmla="*/ 19881 w 33313"/>
                  <a:gd name="connsiteY78" fmla="*/ 5108 h 77158"/>
                  <a:gd name="connsiteX79" fmla="*/ 18807 w 33313"/>
                  <a:gd name="connsiteY79" fmla="*/ 6183 h 77158"/>
                  <a:gd name="connsiteX80" fmla="*/ 19881 w 33313"/>
                  <a:gd name="connsiteY80" fmla="*/ 4033 h 77158"/>
                  <a:gd name="connsiteX81" fmla="*/ 9135 w 33313"/>
                  <a:gd name="connsiteY81" fmla="*/ 53500 h 77158"/>
                  <a:gd name="connsiteX82" fmla="*/ 10209 w 33313"/>
                  <a:gd name="connsiteY82" fmla="*/ 52425 h 77158"/>
                  <a:gd name="connsiteX83" fmla="*/ 9135 w 33313"/>
                  <a:gd name="connsiteY83" fmla="*/ 55651 h 77158"/>
                  <a:gd name="connsiteX84" fmla="*/ 9135 w 33313"/>
                  <a:gd name="connsiteY84" fmla="*/ 53500 h 77158"/>
                  <a:gd name="connsiteX85" fmla="*/ 26329 w 33313"/>
                  <a:gd name="connsiteY85" fmla="*/ 14787 h 77158"/>
                  <a:gd name="connsiteX86" fmla="*/ 26329 w 33313"/>
                  <a:gd name="connsiteY86" fmla="*/ 14787 h 77158"/>
                  <a:gd name="connsiteX87" fmla="*/ 29553 w 33313"/>
                  <a:gd name="connsiteY87" fmla="*/ 15862 h 77158"/>
                  <a:gd name="connsiteX88" fmla="*/ 30627 w 33313"/>
                  <a:gd name="connsiteY88" fmla="*/ 16937 h 77158"/>
                  <a:gd name="connsiteX89" fmla="*/ 29553 w 33313"/>
                  <a:gd name="connsiteY89" fmla="*/ 18013 h 77158"/>
                  <a:gd name="connsiteX90" fmla="*/ 28478 w 33313"/>
                  <a:gd name="connsiteY90" fmla="*/ 16937 h 77158"/>
                  <a:gd name="connsiteX91" fmla="*/ 25254 w 33313"/>
                  <a:gd name="connsiteY91" fmla="*/ 15862 h 77158"/>
                  <a:gd name="connsiteX92" fmla="*/ 24180 w 33313"/>
                  <a:gd name="connsiteY92" fmla="*/ 15862 h 77158"/>
                  <a:gd name="connsiteX93" fmla="*/ 26329 w 33313"/>
                  <a:gd name="connsiteY93" fmla="*/ 14787 h 77158"/>
                  <a:gd name="connsiteX94" fmla="*/ 12358 w 33313"/>
                  <a:gd name="connsiteY94" fmla="*/ 30917 h 77158"/>
                  <a:gd name="connsiteX95" fmla="*/ 12358 w 33313"/>
                  <a:gd name="connsiteY95" fmla="*/ 30917 h 77158"/>
                  <a:gd name="connsiteX96" fmla="*/ 13433 w 33313"/>
                  <a:gd name="connsiteY96" fmla="*/ 29842 h 77158"/>
                  <a:gd name="connsiteX97" fmla="*/ 14508 w 33313"/>
                  <a:gd name="connsiteY97" fmla="*/ 26616 h 77158"/>
                  <a:gd name="connsiteX98" fmla="*/ 13433 w 33313"/>
                  <a:gd name="connsiteY98" fmla="*/ 29842 h 77158"/>
                  <a:gd name="connsiteX99" fmla="*/ 12358 w 33313"/>
                  <a:gd name="connsiteY99" fmla="*/ 30917 h 77158"/>
                  <a:gd name="connsiteX100" fmla="*/ 29553 w 33313"/>
                  <a:gd name="connsiteY100" fmla="*/ 11560 h 77158"/>
                  <a:gd name="connsiteX101" fmla="*/ 30627 w 33313"/>
                  <a:gd name="connsiteY101" fmla="*/ 12636 h 77158"/>
                  <a:gd name="connsiteX102" fmla="*/ 29553 w 33313"/>
                  <a:gd name="connsiteY102" fmla="*/ 15862 h 77158"/>
                  <a:gd name="connsiteX103" fmla="*/ 28478 w 33313"/>
                  <a:gd name="connsiteY103" fmla="*/ 14787 h 77158"/>
                  <a:gd name="connsiteX104" fmla="*/ 29553 w 33313"/>
                  <a:gd name="connsiteY104" fmla="*/ 11560 h 77158"/>
                  <a:gd name="connsiteX105" fmla="*/ 29553 w 33313"/>
                  <a:gd name="connsiteY105" fmla="*/ 11560 h 77158"/>
                  <a:gd name="connsiteX106" fmla="*/ 15582 w 33313"/>
                  <a:gd name="connsiteY106" fmla="*/ 38445 h 77158"/>
                  <a:gd name="connsiteX107" fmla="*/ 16657 w 33313"/>
                  <a:gd name="connsiteY107" fmla="*/ 35219 h 77158"/>
                  <a:gd name="connsiteX108" fmla="*/ 17732 w 33313"/>
                  <a:gd name="connsiteY108" fmla="*/ 34143 h 77158"/>
                  <a:gd name="connsiteX109" fmla="*/ 17732 w 33313"/>
                  <a:gd name="connsiteY109" fmla="*/ 33068 h 77158"/>
                  <a:gd name="connsiteX110" fmla="*/ 18807 w 33313"/>
                  <a:gd name="connsiteY110" fmla="*/ 31993 h 77158"/>
                  <a:gd name="connsiteX111" fmla="*/ 19881 w 33313"/>
                  <a:gd name="connsiteY111" fmla="*/ 33068 h 77158"/>
                  <a:gd name="connsiteX112" fmla="*/ 18807 w 33313"/>
                  <a:gd name="connsiteY112" fmla="*/ 33068 h 77158"/>
                  <a:gd name="connsiteX113" fmla="*/ 17732 w 33313"/>
                  <a:gd name="connsiteY113" fmla="*/ 34143 h 77158"/>
                  <a:gd name="connsiteX114" fmla="*/ 15582 w 33313"/>
                  <a:gd name="connsiteY114" fmla="*/ 38445 h 77158"/>
                  <a:gd name="connsiteX115" fmla="*/ 15582 w 33313"/>
                  <a:gd name="connsiteY115" fmla="*/ 38445 h 77158"/>
                  <a:gd name="connsiteX116" fmla="*/ 6985 w 33313"/>
                  <a:gd name="connsiteY116" fmla="*/ 75008 h 77158"/>
                  <a:gd name="connsiteX117" fmla="*/ 8060 w 33313"/>
                  <a:gd name="connsiteY117" fmla="*/ 69631 h 77158"/>
                  <a:gd name="connsiteX118" fmla="*/ 9135 w 33313"/>
                  <a:gd name="connsiteY118" fmla="*/ 61028 h 77158"/>
                  <a:gd name="connsiteX119" fmla="*/ 9135 w 33313"/>
                  <a:gd name="connsiteY119" fmla="*/ 67480 h 77158"/>
                  <a:gd name="connsiteX120" fmla="*/ 8060 w 33313"/>
                  <a:gd name="connsiteY120" fmla="*/ 73933 h 77158"/>
                  <a:gd name="connsiteX121" fmla="*/ 6985 w 33313"/>
                  <a:gd name="connsiteY121" fmla="*/ 77159 h 77158"/>
                  <a:gd name="connsiteX122" fmla="*/ 6985 w 33313"/>
                  <a:gd name="connsiteY122" fmla="*/ 75008 h 77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3313" h="77158">
                    <a:moveTo>
                      <a:pt x="30627" y="9410"/>
                    </a:moveTo>
                    <a:cubicBezTo>
                      <a:pt x="30627" y="8334"/>
                      <a:pt x="30627" y="8334"/>
                      <a:pt x="30627" y="9410"/>
                    </a:cubicBezTo>
                    <a:cubicBezTo>
                      <a:pt x="30627" y="8334"/>
                      <a:pt x="30627" y="8334"/>
                      <a:pt x="30627" y="9410"/>
                    </a:cubicBezTo>
                    <a:cubicBezTo>
                      <a:pt x="31702" y="9410"/>
                      <a:pt x="30627" y="9410"/>
                      <a:pt x="30627" y="9410"/>
                    </a:cubicBezTo>
                    <a:lnTo>
                      <a:pt x="30627" y="9410"/>
                    </a:lnTo>
                    <a:close/>
                    <a:moveTo>
                      <a:pt x="19881" y="16937"/>
                    </a:moveTo>
                    <a:cubicBezTo>
                      <a:pt x="20955" y="15862"/>
                      <a:pt x="20955" y="16937"/>
                      <a:pt x="19881" y="16937"/>
                    </a:cubicBezTo>
                    <a:lnTo>
                      <a:pt x="19881" y="16937"/>
                    </a:lnTo>
                    <a:lnTo>
                      <a:pt x="19881" y="16937"/>
                    </a:lnTo>
                    <a:close/>
                    <a:moveTo>
                      <a:pt x="15582" y="9410"/>
                    </a:moveTo>
                    <a:lnTo>
                      <a:pt x="15582" y="9410"/>
                    </a:lnTo>
                    <a:cubicBezTo>
                      <a:pt x="16657" y="8334"/>
                      <a:pt x="16657" y="8334"/>
                      <a:pt x="16657" y="8334"/>
                    </a:cubicBezTo>
                    <a:lnTo>
                      <a:pt x="15582" y="9410"/>
                    </a:lnTo>
                    <a:cubicBezTo>
                      <a:pt x="15582" y="10485"/>
                      <a:pt x="15582" y="10485"/>
                      <a:pt x="15582" y="9410"/>
                    </a:cubicBezTo>
                    <a:close/>
                    <a:moveTo>
                      <a:pt x="28478" y="8334"/>
                    </a:moveTo>
                    <a:cubicBezTo>
                      <a:pt x="28478" y="8334"/>
                      <a:pt x="29553" y="8334"/>
                      <a:pt x="28478" y="8334"/>
                    </a:cubicBezTo>
                    <a:cubicBezTo>
                      <a:pt x="29553" y="7259"/>
                      <a:pt x="29553" y="8334"/>
                      <a:pt x="29553" y="8334"/>
                    </a:cubicBezTo>
                    <a:cubicBezTo>
                      <a:pt x="29553" y="8334"/>
                      <a:pt x="29553" y="9410"/>
                      <a:pt x="28478" y="8334"/>
                    </a:cubicBezTo>
                    <a:cubicBezTo>
                      <a:pt x="29553" y="9410"/>
                      <a:pt x="28478" y="8334"/>
                      <a:pt x="28478" y="8334"/>
                    </a:cubicBezTo>
                    <a:close/>
                    <a:moveTo>
                      <a:pt x="24180" y="9410"/>
                    </a:moveTo>
                    <a:lnTo>
                      <a:pt x="24180" y="9410"/>
                    </a:lnTo>
                    <a:lnTo>
                      <a:pt x="25254" y="8334"/>
                    </a:lnTo>
                    <a:cubicBezTo>
                      <a:pt x="26329" y="8334"/>
                      <a:pt x="26329" y="9410"/>
                      <a:pt x="24180" y="9410"/>
                    </a:cubicBezTo>
                    <a:cubicBezTo>
                      <a:pt x="25254" y="9410"/>
                      <a:pt x="24180" y="9410"/>
                      <a:pt x="24180" y="9410"/>
                    </a:cubicBezTo>
                    <a:close/>
                    <a:moveTo>
                      <a:pt x="10209" y="22314"/>
                    </a:moveTo>
                    <a:cubicBezTo>
                      <a:pt x="10209" y="21239"/>
                      <a:pt x="10209" y="21239"/>
                      <a:pt x="11284" y="21239"/>
                    </a:cubicBezTo>
                    <a:cubicBezTo>
                      <a:pt x="12358" y="20163"/>
                      <a:pt x="12358" y="21239"/>
                      <a:pt x="10209" y="22314"/>
                    </a:cubicBezTo>
                    <a:cubicBezTo>
                      <a:pt x="10209" y="24465"/>
                      <a:pt x="10209" y="24465"/>
                      <a:pt x="10209" y="22314"/>
                    </a:cubicBezTo>
                    <a:close/>
                    <a:moveTo>
                      <a:pt x="20955" y="26616"/>
                    </a:moveTo>
                    <a:cubicBezTo>
                      <a:pt x="20955" y="25540"/>
                      <a:pt x="20955" y="25540"/>
                      <a:pt x="20955" y="26616"/>
                    </a:cubicBezTo>
                    <a:cubicBezTo>
                      <a:pt x="22030" y="26616"/>
                      <a:pt x="22030" y="27691"/>
                      <a:pt x="22030" y="26616"/>
                    </a:cubicBezTo>
                    <a:lnTo>
                      <a:pt x="23105" y="26616"/>
                    </a:lnTo>
                    <a:cubicBezTo>
                      <a:pt x="24180" y="26616"/>
                      <a:pt x="24180" y="26616"/>
                      <a:pt x="20955" y="26616"/>
                    </a:cubicBezTo>
                    <a:lnTo>
                      <a:pt x="20955" y="26616"/>
                    </a:lnTo>
                    <a:close/>
                    <a:moveTo>
                      <a:pt x="6985" y="27691"/>
                    </a:moveTo>
                    <a:lnTo>
                      <a:pt x="6985" y="27691"/>
                    </a:lnTo>
                    <a:cubicBezTo>
                      <a:pt x="6985" y="26616"/>
                      <a:pt x="6985" y="26616"/>
                      <a:pt x="6985" y="27691"/>
                    </a:cubicBezTo>
                    <a:cubicBezTo>
                      <a:pt x="8060" y="26616"/>
                      <a:pt x="8060" y="27691"/>
                      <a:pt x="8060" y="27691"/>
                    </a:cubicBezTo>
                    <a:cubicBezTo>
                      <a:pt x="8060" y="29842"/>
                      <a:pt x="6985" y="29842"/>
                      <a:pt x="6985" y="27691"/>
                    </a:cubicBezTo>
                    <a:cubicBezTo>
                      <a:pt x="6985" y="29842"/>
                      <a:pt x="6985" y="27691"/>
                      <a:pt x="6985" y="27691"/>
                    </a:cubicBezTo>
                    <a:close/>
                    <a:moveTo>
                      <a:pt x="12358" y="53500"/>
                    </a:moveTo>
                    <a:lnTo>
                      <a:pt x="12358" y="53500"/>
                    </a:lnTo>
                    <a:cubicBezTo>
                      <a:pt x="13433" y="52425"/>
                      <a:pt x="13433" y="52425"/>
                      <a:pt x="13433" y="53500"/>
                    </a:cubicBezTo>
                    <a:cubicBezTo>
                      <a:pt x="13433" y="54576"/>
                      <a:pt x="13433" y="54576"/>
                      <a:pt x="12358" y="53500"/>
                    </a:cubicBezTo>
                    <a:cubicBezTo>
                      <a:pt x="12358" y="54576"/>
                      <a:pt x="12358" y="54576"/>
                      <a:pt x="12358" y="53500"/>
                    </a:cubicBezTo>
                    <a:close/>
                    <a:moveTo>
                      <a:pt x="23105" y="11560"/>
                    </a:moveTo>
                    <a:cubicBezTo>
                      <a:pt x="23105" y="11560"/>
                      <a:pt x="24180" y="11560"/>
                      <a:pt x="23105" y="11560"/>
                    </a:cubicBezTo>
                    <a:cubicBezTo>
                      <a:pt x="24180" y="11560"/>
                      <a:pt x="24180" y="11560"/>
                      <a:pt x="23105" y="11560"/>
                    </a:cubicBezTo>
                    <a:cubicBezTo>
                      <a:pt x="24180" y="13711"/>
                      <a:pt x="23105" y="13711"/>
                      <a:pt x="23105" y="11560"/>
                    </a:cubicBezTo>
                    <a:cubicBezTo>
                      <a:pt x="20955" y="13711"/>
                      <a:pt x="20955" y="13711"/>
                      <a:pt x="23105" y="11560"/>
                    </a:cubicBezTo>
                    <a:close/>
                    <a:moveTo>
                      <a:pt x="31702" y="807"/>
                    </a:moveTo>
                    <a:cubicBezTo>
                      <a:pt x="33851" y="807"/>
                      <a:pt x="33851" y="807"/>
                      <a:pt x="31702" y="807"/>
                    </a:cubicBezTo>
                    <a:cubicBezTo>
                      <a:pt x="33851" y="-269"/>
                      <a:pt x="33851" y="-269"/>
                      <a:pt x="31702" y="807"/>
                    </a:cubicBezTo>
                    <a:cubicBezTo>
                      <a:pt x="32777" y="1882"/>
                      <a:pt x="31702" y="1882"/>
                      <a:pt x="30627" y="1882"/>
                    </a:cubicBezTo>
                    <a:cubicBezTo>
                      <a:pt x="30627" y="4033"/>
                      <a:pt x="30627" y="2957"/>
                      <a:pt x="31702" y="807"/>
                    </a:cubicBezTo>
                    <a:cubicBezTo>
                      <a:pt x="30627" y="807"/>
                      <a:pt x="30627" y="807"/>
                      <a:pt x="31702" y="807"/>
                    </a:cubicBezTo>
                    <a:close/>
                    <a:moveTo>
                      <a:pt x="28478" y="2957"/>
                    </a:moveTo>
                    <a:cubicBezTo>
                      <a:pt x="29553" y="2957"/>
                      <a:pt x="29553" y="2957"/>
                      <a:pt x="28478" y="2957"/>
                    </a:cubicBezTo>
                    <a:lnTo>
                      <a:pt x="27404" y="4033"/>
                    </a:lnTo>
                    <a:cubicBezTo>
                      <a:pt x="26329" y="4033"/>
                      <a:pt x="26329" y="4033"/>
                      <a:pt x="28478" y="2957"/>
                    </a:cubicBezTo>
                    <a:close/>
                    <a:moveTo>
                      <a:pt x="1612" y="40596"/>
                    </a:moveTo>
                    <a:cubicBezTo>
                      <a:pt x="1612" y="40596"/>
                      <a:pt x="2687" y="40596"/>
                      <a:pt x="1612" y="40596"/>
                    </a:cubicBezTo>
                    <a:cubicBezTo>
                      <a:pt x="2687" y="41671"/>
                      <a:pt x="1612" y="43822"/>
                      <a:pt x="1612" y="43822"/>
                    </a:cubicBezTo>
                    <a:cubicBezTo>
                      <a:pt x="-537" y="43822"/>
                      <a:pt x="-537" y="41671"/>
                      <a:pt x="1612" y="40596"/>
                    </a:cubicBezTo>
                    <a:close/>
                    <a:moveTo>
                      <a:pt x="10209" y="36294"/>
                    </a:moveTo>
                    <a:cubicBezTo>
                      <a:pt x="10209" y="35219"/>
                      <a:pt x="10209" y="35219"/>
                      <a:pt x="10209" y="36294"/>
                    </a:cubicBezTo>
                    <a:cubicBezTo>
                      <a:pt x="11284" y="36294"/>
                      <a:pt x="11284" y="37370"/>
                      <a:pt x="10209" y="37370"/>
                    </a:cubicBezTo>
                    <a:cubicBezTo>
                      <a:pt x="9135" y="38445"/>
                      <a:pt x="9135" y="37370"/>
                      <a:pt x="10209" y="36294"/>
                    </a:cubicBezTo>
                    <a:close/>
                    <a:moveTo>
                      <a:pt x="20955" y="20163"/>
                    </a:moveTo>
                    <a:cubicBezTo>
                      <a:pt x="20955" y="20163"/>
                      <a:pt x="22030" y="21239"/>
                      <a:pt x="24180" y="21239"/>
                    </a:cubicBezTo>
                    <a:cubicBezTo>
                      <a:pt x="25254" y="22314"/>
                      <a:pt x="25254" y="22314"/>
                      <a:pt x="25254" y="22314"/>
                    </a:cubicBezTo>
                    <a:cubicBezTo>
                      <a:pt x="24180" y="22314"/>
                      <a:pt x="24180" y="22314"/>
                      <a:pt x="24180" y="21239"/>
                    </a:cubicBezTo>
                    <a:cubicBezTo>
                      <a:pt x="24180" y="20163"/>
                      <a:pt x="23105" y="20163"/>
                      <a:pt x="23105" y="21239"/>
                    </a:cubicBezTo>
                    <a:cubicBezTo>
                      <a:pt x="23105" y="22314"/>
                      <a:pt x="20955" y="22314"/>
                      <a:pt x="20955" y="20163"/>
                    </a:cubicBezTo>
                    <a:cubicBezTo>
                      <a:pt x="23105" y="21239"/>
                      <a:pt x="23105" y="20163"/>
                      <a:pt x="20955" y="20163"/>
                    </a:cubicBezTo>
                    <a:lnTo>
                      <a:pt x="20955" y="20163"/>
                    </a:lnTo>
                    <a:close/>
                    <a:moveTo>
                      <a:pt x="19881" y="4033"/>
                    </a:moveTo>
                    <a:lnTo>
                      <a:pt x="19881" y="4033"/>
                    </a:lnTo>
                    <a:cubicBezTo>
                      <a:pt x="20955" y="4033"/>
                      <a:pt x="19881" y="5108"/>
                      <a:pt x="19881" y="5108"/>
                    </a:cubicBezTo>
                    <a:cubicBezTo>
                      <a:pt x="18807" y="6183"/>
                      <a:pt x="18807" y="6183"/>
                      <a:pt x="18807" y="6183"/>
                    </a:cubicBezTo>
                    <a:cubicBezTo>
                      <a:pt x="17732" y="5108"/>
                      <a:pt x="17732" y="4033"/>
                      <a:pt x="19881" y="4033"/>
                    </a:cubicBezTo>
                    <a:close/>
                    <a:moveTo>
                      <a:pt x="9135" y="53500"/>
                    </a:moveTo>
                    <a:cubicBezTo>
                      <a:pt x="10209" y="52425"/>
                      <a:pt x="10209" y="50274"/>
                      <a:pt x="10209" y="52425"/>
                    </a:cubicBezTo>
                    <a:cubicBezTo>
                      <a:pt x="11284" y="52425"/>
                      <a:pt x="10209" y="53500"/>
                      <a:pt x="9135" y="55651"/>
                    </a:cubicBezTo>
                    <a:cubicBezTo>
                      <a:pt x="8060" y="57802"/>
                      <a:pt x="8060" y="56727"/>
                      <a:pt x="9135" y="53500"/>
                    </a:cubicBezTo>
                    <a:close/>
                    <a:moveTo>
                      <a:pt x="26329" y="14787"/>
                    </a:moveTo>
                    <a:cubicBezTo>
                      <a:pt x="26329" y="14787"/>
                      <a:pt x="26329" y="15862"/>
                      <a:pt x="26329" y="14787"/>
                    </a:cubicBezTo>
                    <a:cubicBezTo>
                      <a:pt x="26329" y="15862"/>
                      <a:pt x="27404" y="15862"/>
                      <a:pt x="29553" y="15862"/>
                    </a:cubicBezTo>
                    <a:cubicBezTo>
                      <a:pt x="29553" y="15862"/>
                      <a:pt x="30627" y="15862"/>
                      <a:pt x="30627" y="16937"/>
                    </a:cubicBezTo>
                    <a:cubicBezTo>
                      <a:pt x="30627" y="18013"/>
                      <a:pt x="30627" y="18013"/>
                      <a:pt x="29553" y="18013"/>
                    </a:cubicBezTo>
                    <a:cubicBezTo>
                      <a:pt x="28478" y="18013"/>
                      <a:pt x="28478" y="18013"/>
                      <a:pt x="28478" y="16937"/>
                    </a:cubicBezTo>
                    <a:cubicBezTo>
                      <a:pt x="28478" y="15862"/>
                      <a:pt x="25254" y="15862"/>
                      <a:pt x="25254" y="15862"/>
                    </a:cubicBezTo>
                    <a:cubicBezTo>
                      <a:pt x="25254" y="16937"/>
                      <a:pt x="24180" y="16937"/>
                      <a:pt x="24180" y="15862"/>
                    </a:cubicBezTo>
                    <a:cubicBezTo>
                      <a:pt x="23105" y="16937"/>
                      <a:pt x="24180" y="15862"/>
                      <a:pt x="26329" y="14787"/>
                    </a:cubicBezTo>
                    <a:close/>
                    <a:moveTo>
                      <a:pt x="12358" y="30917"/>
                    </a:moveTo>
                    <a:lnTo>
                      <a:pt x="12358" y="30917"/>
                    </a:lnTo>
                    <a:cubicBezTo>
                      <a:pt x="13433" y="29842"/>
                      <a:pt x="13433" y="29842"/>
                      <a:pt x="13433" y="29842"/>
                    </a:cubicBezTo>
                    <a:cubicBezTo>
                      <a:pt x="13433" y="28767"/>
                      <a:pt x="14508" y="26616"/>
                      <a:pt x="14508" y="26616"/>
                    </a:cubicBezTo>
                    <a:cubicBezTo>
                      <a:pt x="14508" y="26616"/>
                      <a:pt x="14508" y="27691"/>
                      <a:pt x="13433" y="29842"/>
                    </a:cubicBezTo>
                    <a:cubicBezTo>
                      <a:pt x="13433" y="31993"/>
                      <a:pt x="12358" y="33068"/>
                      <a:pt x="12358" y="30917"/>
                    </a:cubicBezTo>
                    <a:close/>
                    <a:moveTo>
                      <a:pt x="29553" y="11560"/>
                    </a:moveTo>
                    <a:cubicBezTo>
                      <a:pt x="30627" y="11560"/>
                      <a:pt x="30627" y="12636"/>
                      <a:pt x="30627" y="12636"/>
                    </a:cubicBezTo>
                    <a:cubicBezTo>
                      <a:pt x="31702" y="13711"/>
                      <a:pt x="31702" y="18013"/>
                      <a:pt x="29553" y="15862"/>
                    </a:cubicBezTo>
                    <a:cubicBezTo>
                      <a:pt x="28478" y="15862"/>
                      <a:pt x="28478" y="14787"/>
                      <a:pt x="28478" y="14787"/>
                    </a:cubicBezTo>
                    <a:cubicBezTo>
                      <a:pt x="30627" y="14787"/>
                      <a:pt x="29553" y="13711"/>
                      <a:pt x="29553" y="11560"/>
                    </a:cubicBezTo>
                    <a:lnTo>
                      <a:pt x="29553" y="11560"/>
                    </a:lnTo>
                    <a:close/>
                    <a:moveTo>
                      <a:pt x="15582" y="38445"/>
                    </a:moveTo>
                    <a:cubicBezTo>
                      <a:pt x="15582" y="37370"/>
                      <a:pt x="16657" y="37370"/>
                      <a:pt x="16657" y="35219"/>
                    </a:cubicBezTo>
                    <a:cubicBezTo>
                      <a:pt x="16657" y="34143"/>
                      <a:pt x="17732" y="34143"/>
                      <a:pt x="17732" y="34143"/>
                    </a:cubicBezTo>
                    <a:lnTo>
                      <a:pt x="17732" y="33068"/>
                    </a:lnTo>
                    <a:cubicBezTo>
                      <a:pt x="17732" y="31993"/>
                      <a:pt x="17732" y="31993"/>
                      <a:pt x="18807" y="31993"/>
                    </a:cubicBezTo>
                    <a:cubicBezTo>
                      <a:pt x="19881" y="31993"/>
                      <a:pt x="19881" y="31993"/>
                      <a:pt x="19881" y="33068"/>
                    </a:cubicBezTo>
                    <a:cubicBezTo>
                      <a:pt x="19881" y="33068"/>
                      <a:pt x="19881" y="33068"/>
                      <a:pt x="18807" y="33068"/>
                    </a:cubicBezTo>
                    <a:cubicBezTo>
                      <a:pt x="17732" y="33068"/>
                      <a:pt x="17732" y="34143"/>
                      <a:pt x="17732" y="34143"/>
                    </a:cubicBezTo>
                    <a:cubicBezTo>
                      <a:pt x="19881" y="36294"/>
                      <a:pt x="17732" y="38445"/>
                      <a:pt x="15582" y="38445"/>
                    </a:cubicBezTo>
                    <a:lnTo>
                      <a:pt x="15582" y="38445"/>
                    </a:lnTo>
                    <a:close/>
                    <a:moveTo>
                      <a:pt x="6985" y="75008"/>
                    </a:moveTo>
                    <a:cubicBezTo>
                      <a:pt x="6985" y="73933"/>
                      <a:pt x="8060" y="71782"/>
                      <a:pt x="8060" y="69631"/>
                    </a:cubicBezTo>
                    <a:cubicBezTo>
                      <a:pt x="8060" y="66405"/>
                      <a:pt x="9135" y="61028"/>
                      <a:pt x="9135" y="61028"/>
                    </a:cubicBezTo>
                    <a:cubicBezTo>
                      <a:pt x="10209" y="61028"/>
                      <a:pt x="10209" y="64254"/>
                      <a:pt x="9135" y="67480"/>
                    </a:cubicBezTo>
                    <a:cubicBezTo>
                      <a:pt x="9135" y="68556"/>
                      <a:pt x="8060" y="72857"/>
                      <a:pt x="8060" y="73933"/>
                    </a:cubicBezTo>
                    <a:cubicBezTo>
                      <a:pt x="8060" y="75008"/>
                      <a:pt x="6985" y="77159"/>
                      <a:pt x="6985" y="77159"/>
                    </a:cubicBezTo>
                    <a:cubicBezTo>
                      <a:pt x="3761" y="77159"/>
                      <a:pt x="3761" y="75008"/>
                      <a:pt x="6985" y="7500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4" name="Freeform 993">
                <a:extLst>
                  <a:ext uri="{FF2B5EF4-FFF2-40B4-BE49-F238E27FC236}">
                    <a16:creationId xmlns:a16="http://schemas.microsoft.com/office/drawing/2014/main" id="{CBD772B3-414C-206A-FA5D-7C5C1D6F6901}"/>
                  </a:ext>
                </a:extLst>
              </p:cNvPr>
              <p:cNvSpPr/>
              <p:nvPr/>
            </p:nvSpPr>
            <p:spPr>
              <a:xfrm>
                <a:off x="9170272" y="3302375"/>
                <a:ext cx="15045" cy="3226"/>
              </a:xfrm>
              <a:custGeom>
                <a:avLst/>
                <a:gdLst>
                  <a:gd name="connsiteX0" fmla="*/ 13971 w 15045"/>
                  <a:gd name="connsiteY0" fmla="*/ 0 h 3226"/>
                  <a:gd name="connsiteX1" fmla="*/ 15045 w 15045"/>
                  <a:gd name="connsiteY1" fmla="*/ 0 h 3226"/>
                  <a:gd name="connsiteX2" fmla="*/ 13971 w 15045"/>
                  <a:gd name="connsiteY2" fmla="*/ 0 h 3226"/>
                  <a:gd name="connsiteX3" fmla="*/ 13971 w 15045"/>
                  <a:gd name="connsiteY3" fmla="*/ 0 h 3226"/>
                  <a:gd name="connsiteX4" fmla="*/ 2149 w 15045"/>
                  <a:gd name="connsiteY4" fmla="*/ 2151 h 3226"/>
                  <a:gd name="connsiteX5" fmla="*/ 2149 w 15045"/>
                  <a:gd name="connsiteY5" fmla="*/ 2151 h 3226"/>
                  <a:gd name="connsiteX6" fmla="*/ 1075 w 15045"/>
                  <a:gd name="connsiteY6" fmla="*/ 3226 h 3226"/>
                  <a:gd name="connsiteX7" fmla="*/ 0 w 15045"/>
                  <a:gd name="connsiteY7" fmla="*/ 2151 h 3226"/>
                  <a:gd name="connsiteX8" fmla="*/ 2149 w 15045"/>
                  <a:gd name="connsiteY8" fmla="*/ 2151 h 3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45" h="3226">
                    <a:moveTo>
                      <a:pt x="13971" y="0"/>
                    </a:moveTo>
                    <a:cubicBezTo>
                      <a:pt x="15045" y="0"/>
                      <a:pt x="15045" y="0"/>
                      <a:pt x="15045" y="0"/>
                    </a:cubicBezTo>
                    <a:cubicBezTo>
                      <a:pt x="15045" y="0"/>
                      <a:pt x="13971" y="0"/>
                      <a:pt x="13971" y="0"/>
                    </a:cubicBezTo>
                    <a:cubicBezTo>
                      <a:pt x="13971" y="0"/>
                      <a:pt x="12896" y="0"/>
                      <a:pt x="13971" y="0"/>
                    </a:cubicBezTo>
                    <a:close/>
                    <a:moveTo>
                      <a:pt x="2149" y="2151"/>
                    </a:moveTo>
                    <a:cubicBezTo>
                      <a:pt x="3224" y="2151"/>
                      <a:pt x="3224" y="2151"/>
                      <a:pt x="2149" y="2151"/>
                    </a:cubicBezTo>
                    <a:cubicBezTo>
                      <a:pt x="3224" y="3226"/>
                      <a:pt x="2149" y="3226"/>
                      <a:pt x="1075" y="3226"/>
                    </a:cubicBezTo>
                    <a:cubicBezTo>
                      <a:pt x="0" y="3226"/>
                      <a:pt x="0" y="3226"/>
                      <a:pt x="0" y="2151"/>
                    </a:cubicBezTo>
                    <a:cubicBezTo>
                      <a:pt x="1075" y="2151"/>
                      <a:pt x="2149" y="2151"/>
                      <a:pt x="2149" y="2151"/>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995" name="Graphic 29">
              <a:extLst>
                <a:ext uri="{FF2B5EF4-FFF2-40B4-BE49-F238E27FC236}">
                  <a16:creationId xmlns:a16="http://schemas.microsoft.com/office/drawing/2014/main" id="{6D183CD4-3B13-5449-FDE0-37A4FB07E76F}"/>
                </a:ext>
              </a:extLst>
            </p:cNvPr>
            <p:cNvGrpSpPr/>
            <p:nvPr/>
          </p:nvGrpSpPr>
          <p:grpSpPr>
            <a:xfrm>
              <a:off x="8634572" y="3099127"/>
              <a:ext cx="705588" cy="263469"/>
              <a:chOff x="8634572" y="3099127"/>
              <a:chExt cx="705588" cy="263469"/>
            </a:xfrm>
            <a:solidFill>
              <a:srgbClr val="93C83D"/>
            </a:solidFill>
          </p:grpSpPr>
          <p:sp>
            <p:nvSpPr>
              <p:cNvPr id="996" name="Freeform 995">
                <a:extLst>
                  <a:ext uri="{FF2B5EF4-FFF2-40B4-BE49-F238E27FC236}">
                    <a16:creationId xmlns:a16="http://schemas.microsoft.com/office/drawing/2014/main" id="{FB37E129-FD61-D92A-9678-33EF5C9701BA}"/>
                  </a:ext>
                </a:extLst>
              </p:cNvPr>
              <p:cNvSpPr/>
              <p:nvPr/>
            </p:nvSpPr>
            <p:spPr>
              <a:xfrm>
                <a:off x="8634572" y="3193425"/>
                <a:ext cx="176771" cy="126155"/>
              </a:xfrm>
              <a:custGeom>
                <a:avLst/>
                <a:gdLst>
                  <a:gd name="connsiteX0" fmla="*/ 26322 w 176771"/>
                  <a:gd name="connsiteY0" fmla="*/ 54105 h 126155"/>
                  <a:gd name="connsiteX1" fmla="*/ 28472 w 176771"/>
                  <a:gd name="connsiteY1" fmla="*/ 50879 h 126155"/>
                  <a:gd name="connsiteX2" fmla="*/ 44591 w 176771"/>
                  <a:gd name="connsiteY2" fmla="*/ 33673 h 126155"/>
                  <a:gd name="connsiteX3" fmla="*/ 47815 w 176771"/>
                  <a:gd name="connsiteY3" fmla="*/ 32597 h 126155"/>
                  <a:gd name="connsiteX4" fmla="*/ 61785 w 176771"/>
                  <a:gd name="connsiteY4" fmla="*/ 36899 h 126155"/>
                  <a:gd name="connsiteX5" fmla="*/ 49964 w 176771"/>
                  <a:gd name="connsiteY5" fmla="*/ 63784 h 126155"/>
                  <a:gd name="connsiteX6" fmla="*/ 38143 w 176771"/>
                  <a:gd name="connsiteY6" fmla="*/ 76688 h 126155"/>
                  <a:gd name="connsiteX7" fmla="*/ 37069 w 176771"/>
                  <a:gd name="connsiteY7" fmla="*/ 78839 h 126155"/>
                  <a:gd name="connsiteX8" fmla="*/ 18800 w 176771"/>
                  <a:gd name="connsiteY8" fmla="*/ 111101 h 126155"/>
                  <a:gd name="connsiteX9" fmla="*/ 22023 w 176771"/>
                  <a:gd name="connsiteY9" fmla="*/ 111101 h 126155"/>
                  <a:gd name="connsiteX10" fmla="*/ 62859 w 176771"/>
                  <a:gd name="connsiteY10" fmla="*/ 71311 h 126155"/>
                  <a:gd name="connsiteX11" fmla="*/ 72531 w 176771"/>
                  <a:gd name="connsiteY11" fmla="*/ 59482 h 126155"/>
                  <a:gd name="connsiteX12" fmla="*/ 94024 w 176771"/>
                  <a:gd name="connsiteY12" fmla="*/ 35824 h 126155"/>
                  <a:gd name="connsiteX13" fmla="*/ 99397 w 176771"/>
                  <a:gd name="connsiteY13" fmla="*/ 34748 h 126155"/>
                  <a:gd name="connsiteX14" fmla="*/ 112293 w 176771"/>
                  <a:gd name="connsiteY14" fmla="*/ 46577 h 126155"/>
                  <a:gd name="connsiteX15" fmla="*/ 111218 w 176771"/>
                  <a:gd name="connsiteY15" fmla="*/ 54105 h 126155"/>
                  <a:gd name="connsiteX16" fmla="*/ 104770 w 176771"/>
                  <a:gd name="connsiteY16" fmla="*/ 62708 h 126155"/>
                  <a:gd name="connsiteX17" fmla="*/ 100472 w 176771"/>
                  <a:gd name="connsiteY17" fmla="*/ 68085 h 126155"/>
                  <a:gd name="connsiteX18" fmla="*/ 99397 w 176771"/>
                  <a:gd name="connsiteY18" fmla="*/ 69161 h 126155"/>
                  <a:gd name="connsiteX19" fmla="*/ 88651 w 176771"/>
                  <a:gd name="connsiteY19" fmla="*/ 84216 h 126155"/>
                  <a:gd name="connsiteX20" fmla="*/ 83278 w 176771"/>
                  <a:gd name="connsiteY20" fmla="*/ 99271 h 126155"/>
                  <a:gd name="connsiteX21" fmla="*/ 99397 w 176771"/>
                  <a:gd name="connsiteY21" fmla="*/ 89593 h 126155"/>
                  <a:gd name="connsiteX22" fmla="*/ 117666 w 176771"/>
                  <a:gd name="connsiteY22" fmla="*/ 71311 h 126155"/>
                  <a:gd name="connsiteX23" fmla="*/ 119816 w 176771"/>
                  <a:gd name="connsiteY23" fmla="*/ 69161 h 126155"/>
                  <a:gd name="connsiteX24" fmla="*/ 126263 w 176771"/>
                  <a:gd name="connsiteY24" fmla="*/ 64859 h 126155"/>
                  <a:gd name="connsiteX25" fmla="*/ 129487 w 176771"/>
                  <a:gd name="connsiteY25" fmla="*/ 60558 h 126155"/>
                  <a:gd name="connsiteX26" fmla="*/ 137010 w 176771"/>
                  <a:gd name="connsiteY26" fmla="*/ 50879 h 126155"/>
                  <a:gd name="connsiteX27" fmla="*/ 168174 w 176771"/>
                  <a:gd name="connsiteY27" fmla="*/ 10014 h 126155"/>
                  <a:gd name="connsiteX28" fmla="*/ 176771 w 176771"/>
                  <a:gd name="connsiteY28" fmla="*/ 336 h 126155"/>
                  <a:gd name="connsiteX29" fmla="*/ 175696 w 176771"/>
                  <a:gd name="connsiteY29" fmla="*/ 3562 h 126155"/>
                  <a:gd name="connsiteX30" fmla="*/ 174622 w 176771"/>
                  <a:gd name="connsiteY30" fmla="*/ 6788 h 126155"/>
                  <a:gd name="connsiteX31" fmla="*/ 173547 w 176771"/>
                  <a:gd name="connsiteY31" fmla="*/ 10014 h 126155"/>
                  <a:gd name="connsiteX32" fmla="*/ 172472 w 176771"/>
                  <a:gd name="connsiteY32" fmla="*/ 15391 h 126155"/>
                  <a:gd name="connsiteX33" fmla="*/ 169249 w 176771"/>
                  <a:gd name="connsiteY33" fmla="*/ 21844 h 126155"/>
                  <a:gd name="connsiteX34" fmla="*/ 166025 w 176771"/>
                  <a:gd name="connsiteY34" fmla="*/ 28296 h 126155"/>
                  <a:gd name="connsiteX35" fmla="*/ 144532 w 176771"/>
                  <a:gd name="connsiteY35" fmla="*/ 59482 h 126155"/>
                  <a:gd name="connsiteX36" fmla="*/ 143457 w 176771"/>
                  <a:gd name="connsiteY36" fmla="*/ 61633 h 126155"/>
                  <a:gd name="connsiteX37" fmla="*/ 143457 w 176771"/>
                  <a:gd name="connsiteY37" fmla="*/ 62708 h 126155"/>
                  <a:gd name="connsiteX38" fmla="*/ 143457 w 176771"/>
                  <a:gd name="connsiteY38" fmla="*/ 64859 h 126155"/>
                  <a:gd name="connsiteX39" fmla="*/ 142383 w 176771"/>
                  <a:gd name="connsiteY39" fmla="*/ 67010 h 126155"/>
                  <a:gd name="connsiteX40" fmla="*/ 141308 w 176771"/>
                  <a:gd name="connsiteY40" fmla="*/ 70236 h 126155"/>
                  <a:gd name="connsiteX41" fmla="*/ 140233 w 176771"/>
                  <a:gd name="connsiteY41" fmla="*/ 72387 h 126155"/>
                  <a:gd name="connsiteX42" fmla="*/ 139159 w 176771"/>
                  <a:gd name="connsiteY42" fmla="*/ 73462 h 126155"/>
                  <a:gd name="connsiteX43" fmla="*/ 134860 w 176771"/>
                  <a:gd name="connsiteY43" fmla="*/ 77764 h 126155"/>
                  <a:gd name="connsiteX44" fmla="*/ 130562 w 176771"/>
                  <a:gd name="connsiteY44" fmla="*/ 82065 h 126155"/>
                  <a:gd name="connsiteX45" fmla="*/ 114442 w 176771"/>
                  <a:gd name="connsiteY45" fmla="*/ 99271 h 126155"/>
                  <a:gd name="connsiteX46" fmla="*/ 106920 w 176771"/>
                  <a:gd name="connsiteY46" fmla="*/ 106799 h 126155"/>
                  <a:gd name="connsiteX47" fmla="*/ 99397 w 176771"/>
                  <a:gd name="connsiteY47" fmla="*/ 111101 h 126155"/>
                  <a:gd name="connsiteX48" fmla="*/ 86502 w 176771"/>
                  <a:gd name="connsiteY48" fmla="*/ 114327 h 126155"/>
                  <a:gd name="connsiteX49" fmla="*/ 74681 w 176771"/>
                  <a:gd name="connsiteY49" fmla="*/ 110025 h 126155"/>
                  <a:gd name="connsiteX50" fmla="*/ 71457 w 176771"/>
                  <a:gd name="connsiteY50" fmla="*/ 106799 h 126155"/>
                  <a:gd name="connsiteX51" fmla="*/ 62859 w 176771"/>
                  <a:gd name="connsiteY51" fmla="*/ 90668 h 126155"/>
                  <a:gd name="connsiteX52" fmla="*/ 62859 w 176771"/>
                  <a:gd name="connsiteY52" fmla="*/ 84216 h 126155"/>
                  <a:gd name="connsiteX53" fmla="*/ 46740 w 176771"/>
                  <a:gd name="connsiteY53" fmla="*/ 100347 h 126155"/>
                  <a:gd name="connsiteX54" fmla="*/ 30620 w 176771"/>
                  <a:gd name="connsiteY54" fmla="*/ 117553 h 126155"/>
                  <a:gd name="connsiteX55" fmla="*/ 26322 w 176771"/>
                  <a:gd name="connsiteY55" fmla="*/ 121854 h 126155"/>
                  <a:gd name="connsiteX56" fmla="*/ 17725 w 176771"/>
                  <a:gd name="connsiteY56" fmla="*/ 126156 h 126155"/>
                  <a:gd name="connsiteX57" fmla="*/ 531 w 176771"/>
                  <a:gd name="connsiteY57" fmla="*/ 108950 h 126155"/>
                  <a:gd name="connsiteX58" fmla="*/ 26322 w 176771"/>
                  <a:gd name="connsiteY58" fmla="*/ 54105 h 12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6771" h="126155">
                    <a:moveTo>
                      <a:pt x="26322" y="54105"/>
                    </a:moveTo>
                    <a:cubicBezTo>
                      <a:pt x="27397" y="53030"/>
                      <a:pt x="28472" y="51954"/>
                      <a:pt x="28472" y="50879"/>
                    </a:cubicBezTo>
                    <a:cubicBezTo>
                      <a:pt x="32770" y="45502"/>
                      <a:pt x="43516" y="34748"/>
                      <a:pt x="44591" y="33673"/>
                    </a:cubicBezTo>
                    <a:cubicBezTo>
                      <a:pt x="45665" y="33673"/>
                      <a:pt x="47815" y="32597"/>
                      <a:pt x="47815" y="32597"/>
                    </a:cubicBezTo>
                    <a:cubicBezTo>
                      <a:pt x="51039" y="30447"/>
                      <a:pt x="58561" y="33673"/>
                      <a:pt x="61785" y="36899"/>
                    </a:cubicBezTo>
                    <a:cubicBezTo>
                      <a:pt x="67158" y="43351"/>
                      <a:pt x="65009" y="48728"/>
                      <a:pt x="49964" y="63784"/>
                    </a:cubicBezTo>
                    <a:cubicBezTo>
                      <a:pt x="43516" y="70236"/>
                      <a:pt x="39218" y="75613"/>
                      <a:pt x="38143" y="76688"/>
                    </a:cubicBezTo>
                    <a:cubicBezTo>
                      <a:pt x="38143" y="77764"/>
                      <a:pt x="37069" y="78839"/>
                      <a:pt x="37069" y="78839"/>
                    </a:cubicBezTo>
                    <a:cubicBezTo>
                      <a:pt x="34919" y="78839"/>
                      <a:pt x="18800" y="106799"/>
                      <a:pt x="18800" y="111101"/>
                    </a:cubicBezTo>
                    <a:cubicBezTo>
                      <a:pt x="18800" y="113251"/>
                      <a:pt x="18800" y="113251"/>
                      <a:pt x="22023" y="111101"/>
                    </a:cubicBezTo>
                    <a:cubicBezTo>
                      <a:pt x="30620" y="103573"/>
                      <a:pt x="53188" y="80990"/>
                      <a:pt x="62859" y="71311"/>
                    </a:cubicBezTo>
                    <a:cubicBezTo>
                      <a:pt x="63934" y="70236"/>
                      <a:pt x="72531" y="60558"/>
                      <a:pt x="72531" y="59482"/>
                    </a:cubicBezTo>
                    <a:cubicBezTo>
                      <a:pt x="72531" y="58407"/>
                      <a:pt x="89725" y="40125"/>
                      <a:pt x="94024" y="35824"/>
                    </a:cubicBezTo>
                    <a:cubicBezTo>
                      <a:pt x="95098" y="34748"/>
                      <a:pt x="97248" y="34748"/>
                      <a:pt x="99397" y="34748"/>
                    </a:cubicBezTo>
                    <a:cubicBezTo>
                      <a:pt x="104770" y="35824"/>
                      <a:pt x="110144" y="41201"/>
                      <a:pt x="112293" y="46577"/>
                    </a:cubicBezTo>
                    <a:cubicBezTo>
                      <a:pt x="113367" y="48728"/>
                      <a:pt x="113367" y="50879"/>
                      <a:pt x="111218" y="54105"/>
                    </a:cubicBezTo>
                    <a:cubicBezTo>
                      <a:pt x="110144" y="56256"/>
                      <a:pt x="106920" y="60558"/>
                      <a:pt x="104770" y="62708"/>
                    </a:cubicBezTo>
                    <a:cubicBezTo>
                      <a:pt x="101547" y="64859"/>
                      <a:pt x="100472" y="68085"/>
                      <a:pt x="100472" y="68085"/>
                    </a:cubicBezTo>
                    <a:cubicBezTo>
                      <a:pt x="100472" y="68085"/>
                      <a:pt x="99397" y="69161"/>
                      <a:pt x="99397" y="69161"/>
                    </a:cubicBezTo>
                    <a:cubicBezTo>
                      <a:pt x="98323" y="70236"/>
                      <a:pt x="92950" y="76688"/>
                      <a:pt x="88651" y="84216"/>
                    </a:cubicBezTo>
                    <a:cubicBezTo>
                      <a:pt x="86502" y="88517"/>
                      <a:pt x="82203" y="98196"/>
                      <a:pt x="83278" y="99271"/>
                    </a:cubicBezTo>
                    <a:cubicBezTo>
                      <a:pt x="83278" y="100347"/>
                      <a:pt x="90800" y="96045"/>
                      <a:pt x="99397" y="89593"/>
                    </a:cubicBezTo>
                    <a:cubicBezTo>
                      <a:pt x="111218" y="79914"/>
                      <a:pt x="117666" y="73462"/>
                      <a:pt x="117666" y="71311"/>
                    </a:cubicBezTo>
                    <a:cubicBezTo>
                      <a:pt x="117666" y="70236"/>
                      <a:pt x="118741" y="69161"/>
                      <a:pt x="119816" y="69161"/>
                    </a:cubicBezTo>
                    <a:cubicBezTo>
                      <a:pt x="121964" y="68085"/>
                      <a:pt x="126263" y="64859"/>
                      <a:pt x="126263" y="64859"/>
                    </a:cubicBezTo>
                    <a:cubicBezTo>
                      <a:pt x="126263" y="64859"/>
                      <a:pt x="127338" y="62708"/>
                      <a:pt x="129487" y="60558"/>
                    </a:cubicBezTo>
                    <a:cubicBezTo>
                      <a:pt x="131636" y="58407"/>
                      <a:pt x="134860" y="54105"/>
                      <a:pt x="137010" y="50879"/>
                    </a:cubicBezTo>
                    <a:cubicBezTo>
                      <a:pt x="147756" y="37974"/>
                      <a:pt x="157428" y="23994"/>
                      <a:pt x="168174" y="10014"/>
                    </a:cubicBezTo>
                    <a:cubicBezTo>
                      <a:pt x="174622" y="336"/>
                      <a:pt x="175696" y="-739"/>
                      <a:pt x="176771" y="336"/>
                    </a:cubicBezTo>
                    <a:cubicBezTo>
                      <a:pt x="176771" y="336"/>
                      <a:pt x="176771" y="2487"/>
                      <a:pt x="175696" y="3562"/>
                    </a:cubicBezTo>
                    <a:cubicBezTo>
                      <a:pt x="174622" y="4637"/>
                      <a:pt x="174622" y="6788"/>
                      <a:pt x="174622" y="6788"/>
                    </a:cubicBezTo>
                    <a:cubicBezTo>
                      <a:pt x="174622" y="6788"/>
                      <a:pt x="174622" y="8939"/>
                      <a:pt x="173547" y="10014"/>
                    </a:cubicBezTo>
                    <a:cubicBezTo>
                      <a:pt x="172472" y="12165"/>
                      <a:pt x="172472" y="14316"/>
                      <a:pt x="172472" y="15391"/>
                    </a:cubicBezTo>
                    <a:cubicBezTo>
                      <a:pt x="172472" y="16467"/>
                      <a:pt x="171398" y="18618"/>
                      <a:pt x="169249" y="21844"/>
                    </a:cubicBezTo>
                    <a:cubicBezTo>
                      <a:pt x="167099" y="25070"/>
                      <a:pt x="166025" y="27221"/>
                      <a:pt x="166025" y="28296"/>
                    </a:cubicBezTo>
                    <a:cubicBezTo>
                      <a:pt x="166025" y="30447"/>
                      <a:pt x="149905" y="54105"/>
                      <a:pt x="144532" y="59482"/>
                    </a:cubicBezTo>
                    <a:cubicBezTo>
                      <a:pt x="142383" y="61633"/>
                      <a:pt x="142383" y="62708"/>
                      <a:pt x="143457" y="61633"/>
                    </a:cubicBezTo>
                    <a:cubicBezTo>
                      <a:pt x="144532" y="61633"/>
                      <a:pt x="143457" y="61633"/>
                      <a:pt x="143457" y="62708"/>
                    </a:cubicBezTo>
                    <a:cubicBezTo>
                      <a:pt x="143457" y="63784"/>
                      <a:pt x="142383" y="64859"/>
                      <a:pt x="143457" y="64859"/>
                    </a:cubicBezTo>
                    <a:cubicBezTo>
                      <a:pt x="144532" y="64859"/>
                      <a:pt x="143457" y="65934"/>
                      <a:pt x="142383" y="67010"/>
                    </a:cubicBezTo>
                    <a:cubicBezTo>
                      <a:pt x="141308" y="68085"/>
                      <a:pt x="141308" y="69161"/>
                      <a:pt x="141308" y="70236"/>
                    </a:cubicBezTo>
                    <a:cubicBezTo>
                      <a:pt x="141308" y="71311"/>
                      <a:pt x="140233" y="72387"/>
                      <a:pt x="140233" y="72387"/>
                    </a:cubicBezTo>
                    <a:cubicBezTo>
                      <a:pt x="139159" y="72387"/>
                      <a:pt x="139159" y="73462"/>
                      <a:pt x="139159" y="73462"/>
                    </a:cubicBezTo>
                    <a:cubicBezTo>
                      <a:pt x="139159" y="74537"/>
                      <a:pt x="137010" y="75613"/>
                      <a:pt x="134860" y="77764"/>
                    </a:cubicBezTo>
                    <a:cubicBezTo>
                      <a:pt x="132711" y="78839"/>
                      <a:pt x="130562" y="80990"/>
                      <a:pt x="130562" y="82065"/>
                    </a:cubicBezTo>
                    <a:cubicBezTo>
                      <a:pt x="130562" y="83141"/>
                      <a:pt x="124114" y="90668"/>
                      <a:pt x="114442" y="99271"/>
                    </a:cubicBezTo>
                    <a:cubicBezTo>
                      <a:pt x="110144" y="102497"/>
                      <a:pt x="106920" y="105724"/>
                      <a:pt x="106920" y="106799"/>
                    </a:cubicBezTo>
                    <a:cubicBezTo>
                      <a:pt x="106920" y="107874"/>
                      <a:pt x="103696" y="110025"/>
                      <a:pt x="99397" y="111101"/>
                    </a:cubicBezTo>
                    <a:cubicBezTo>
                      <a:pt x="94024" y="114327"/>
                      <a:pt x="91875" y="114327"/>
                      <a:pt x="86502" y="114327"/>
                    </a:cubicBezTo>
                    <a:cubicBezTo>
                      <a:pt x="80054" y="114327"/>
                      <a:pt x="76830" y="113251"/>
                      <a:pt x="74681" y="110025"/>
                    </a:cubicBezTo>
                    <a:cubicBezTo>
                      <a:pt x="73606" y="108950"/>
                      <a:pt x="72531" y="107874"/>
                      <a:pt x="71457" y="106799"/>
                    </a:cubicBezTo>
                    <a:cubicBezTo>
                      <a:pt x="66084" y="104648"/>
                      <a:pt x="63934" y="94970"/>
                      <a:pt x="62859" y="90668"/>
                    </a:cubicBezTo>
                    <a:lnTo>
                      <a:pt x="62859" y="84216"/>
                    </a:lnTo>
                    <a:lnTo>
                      <a:pt x="46740" y="100347"/>
                    </a:lnTo>
                    <a:cubicBezTo>
                      <a:pt x="38143" y="108950"/>
                      <a:pt x="30620" y="116477"/>
                      <a:pt x="30620" y="117553"/>
                    </a:cubicBezTo>
                    <a:cubicBezTo>
                      <a:pt x="30620" y="117553"/>
                      <a:pt x="28472" y="119704"/>
                      <a:pt x="26322" y="121854"/>
                    </a:cubicBezTo>
                    <a:cubicBezTo>
                      <a:pt x="23098" y="125081"/>
                      <a:pt x="19874" y="126156"/>
                      <a:pt x="17725" y="126156"/>
                    </a:cubicBezTo>
                    <a:cubicBezTo>
                      <a:pt x="12352" y="126156"/>
                      <a:pt x="531" y="113251"/>
                      <a:pt x="531" y="108950"/>
                    </a:cubicBezTo>
                    <a:cubicBezTo>
                      <a:pt x="-2693" y="99271"/>
                      <a:pt x="9128" y="71311"/>
                      <a:pt x="26322" y="5410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7" name="Freeform 996">
                <a:extLst>
                  <a:ext uri="{FF2B5EF4-FFF2-40B4-BE49-F238E27FC236}">
                    <a16:creationId xmlns:a16="http://schemas.microsoft.com/office/drawing/2014/main" id="{4BF43562-338F-F699-5D02-F0E1FD6918EC}"/>
                  </a:ext>
                </a:extLst>
              </p:cNvPr>
              <p:cNvSpPr/>
              <p:nvPr/>
            </p:nvSpPr>
            <p:spPr>
              <a:xfrm>
                <a:off x="8788776" y="3137841"/>
                <a:ext cx="171941" cy="172061"/>
              </a:xfrm>
              <a:custGeom>
                <a:avLst/>
                <a:gdLst>
                  <a:gd name="connsiteX0" fmla="*/ 0 w 171941"/>
                  <a:gd name="connsiteY0" fmla="*/ 150554 h 172061"/>
                  <a:gd name="connsiteX1" fmla="*/ 3224 w 171941"/>
                  <a:gd name="connsiteY1" fmla="*/ 138725 h 172061"/>
                  <a:gd name="connsiteX2" fmla="*/ 3224 w 171941"/>
                  <a:gd name="connsiteY2" fmla="*/ 137649 h 172061"/>
                  <a:gd name="connsiteX3" fmla="*/ 6448 w 171941"/>
                  <a:gd name="connsiteY3" fmla="*/ 130121 h 172061"/>
                  <a:gd name="connsiteX4" fmla="*/ 7523 w 171941"/>
                  <a:gd name="connsiteY4" fmla="*/ 127971 h 172061"/>
                  <a:gd name="connsiteX5" fmla="*/ 13971 w 171941"/>
                  <a:gd name="connsiteY5" fmla="*/ 118292 h 172061"/>
                  <a:gd name="connsiteX6" fmla="*/ 13971 w 171941"/>
                  <a:gd name="connsiteY6" fmla="*/ 117217 h 172061"/>
                  <a:gd name="connsiteX7" fmla="*/ 16120 w 171941"/>
                  <a:gd name="connsiteY7" fmla="*/ 113991 h 172061"/>
                  <a:gd name="connsiteX8" fmla="*/ 17195 w 171941"/>
                  <a:gd name="connsiteY8" fmla="*/ 110765 h 172061"/>
                  <a:gd name="connsiteX9" fmla="*/ 17195 w 171941"/>
                  <a:gd name="connsiteY9" fmla="*/ 109689 h 172061"/>
                  <a:gd name="connsiteX10" fmla="*/ 19344 w 171941"/>
                  <a:gd name="connsiteY10" fmla="*/ 109689 h 172061"/>
                  <a:gd name="connsiteX11" fmla="*/ 19344 w 171941"/>
                  <a:gd name="connsiteY11" fmla="*/ 109689 h 172061"/>
                  <a:gd name="connsiteX12" fmla="*/ 20418 w 171941"/>
                  <a:gd name="connsiteY12" fmla="*/ 107538 h 172061"/>
                  <a:gd name="connsiteX13" fmla="*/ 21493 w 171941"/>
                  <a:gd name="connsiteY13" fmla="*/ 105388 h 172061"/>
                  <a:gd name="connsiteX14" fmla="*/ 21493 w 171941"/>
                  <a:gd name="connsiteY14" fmla="*/ 105388 h 172061"/>
                  <a:gd name="connsiteX15" fmla="*/ 22568 w 171941"/>
                  <a:gd name="connsiteY15" fmla="*/ 104312 h 172061"/>
                  <a:gd name="connsiteX16" fmla="*/ 24717 w 171941"/>
                  <a:gd name="connsiteY16" fmla="*/ 101086 h 172061"/>
                  <a:gd name="connsiteX17" fmla="*/ 26866 w 171941"/>
                  <a:gd name="connsiteY17" fmla="*/ 97860 h 172061"/>
                  <a:gd name="connsiteX18" fmla="*/ 27941 w 171941"/>
                  <a:gd name="connsiteY18" fmla="*/ 96785 h 172061"/>
                  <a:gd name="connsiteX19" fmla="*/ 29015 w 171941"/>
                  <a:gd name="connsiteY19" fmla="*/ 95709 h 172061"/>
                  <a:gd name="connsiteX20" fmla="*/ 31165 w 171941"/>
                  <a:gd name="connsiteY20" fmla="*/ 93558 h 172061"/>
                  <a:gd name="connsiteX21" fmla="*/ 33314 w 171941"/>
                  <a:gd name="connsiteY21" fmla="*/ 91408 h 172061"/>
                  <a:gd name="connsiteX22" fmla="*/ 36538 w 171941"/>
                  <a:gd name="connsiteY22" fmla="*/ 86031 h 172061"/>
                  <a:gd name="connsiteX23" fmla="*/ 39762 w 171941"/>
                  <a:gd name="connsiteY23" fmla="*/ 79578 h 172061"/>
                  <a:gd name="connsiteX24" fmla="*/ 40837 w 171941"/>
                  <a:gd name="connsiteY24" fmla="*/ 78503 h 172061"/>
                  <a:gd name="connsiteX25" fmla="*/ 45135 w 171941"/>
                  <a:gd name="connsiteY25" fmla="*/ 70975 h 172061"/>
                  <a:gd name="connsiteX26" fmla="*/ 46210 w 171941"/>
                  <a:gd name="connsiteY26" fmla="*/ 69900 h 172061"/>
                  <a:gd name="connsiteX27" fmla="*/ 47284 w 171941"/>
                  <a:gd name="connsiteY27" fmla="*/ 68825 h 172061"/>
                  <a:gd name="connsiteX28" fmla="*/ 48359 w 171941"/>
                  <a:gd name="connsiteY28" fmla="*/ 66674 h 172061"/>
                  <a:gd name="connsiteX29" fmla="*/ 51583 w 171941"/>
                  <a:gd name="connsiteY29" fmla="*/ 62372 h 172061"/>
                  <a:gd name="connsiteX30" fmla="*/ 54807 w 171941"/>
                  <a:gd name="connsiteY30" fmla="*/ 58071 h 172061"/>
                  <a:gd name="connsiteX31" fmla="*/ 58031 w 171941"/>
                  <a:gd name="connsiteY31" fmla="*/ 53769 h 172061"/>
                  <a:gd name="connsiteX32" fmla="*/ 59105 w 171941"/>
                  <a:gd name="connsiteY32" fmla="*/ 51618 h 172061"/>
                  <a:gd name="connsiteX33" fmla="*/ 60180 w 171941"/>
                  <a:gd name="connsiteY33" fmla="*/ 49468 h 172061"/>
                  <a:gd name="connsiteX34" fmla="*/ 61254 w 171941"/>
                  <a:gd name="connsiteY34" fmla="*/ 47317 h 172061"/>
                  <a:gd name="connsiteX35" fmla="*/ 62329 w 171941"/>
                  <a:gd name="connsiteY35" fmla="*/ 46242 h 172061"/>
                  <a:gd name="connsiteX36" fmla="*/ 63404 w 171941"/>
                  <a:gd name="connsiteY36" fmla="*/ 45166 h 172061"/>
                  <a:gd name="connsiteX37" fmla="*/ 64478 w 171941"/>
                  <a:gd name="connsiteY37" fmla="*/ 43015 h 172061"/>
                  <a:gd name="connsiteX38" fmla="*/ 65553 w 171941"/>
                  <a:gd name="connsiteY38" fmla="*/ 41940 h 172061"/>
                  <a:gd name="connsiteX39" fmla="*/ 66628 w 171941"/>
                  <a:gd name="connsiteY39" fmla="*/ 40865 h 172061"/>
                  <a:gd name="connsiteX40" fmla="*/ 67703 w 171941"/>
                  <a:gd name="connsiteY40" fmla="*/ 38714 h 172061"/>
                  <a:gd name="connsiteX41" fmla="*/ 69851 w 171941"/>
                  <a:gd name="connsiteY41" fmla="*/ 32262 h 172061"/>
                  <a:gd name="connsiteX42" fmla="*/ 70926 w 171941"/>
                  <a:gd name="connsiteY42" fmla="*/ 32262 h 172061"/>
                  <a:gd name="connsiteX43" fmla="*/ 73076 w 171941"/>
                  <a:gd name="connsiteY43" fmla="*/ 29035 h 172061"/>
                  <a:gd name="connsiteX44" fmla="*/ 74150 w 171941"/>
                  <a:gd name="connsiteY44" fmla="*/ 27960 h 172061"/>
                  <a:gd name="connsiteX45" fmla="*/ 84897 w 171941"/>
                  <a:gd name="connsiteY45" fmla="*/ 13980 h 172061"/>
                  <a:gd name="connsiteX46" fmla="*/ 90270 w 171941"/>
                  <a:gd name="connsiteY46" fmla="*/ 7528 h 172061"/>
                  <a:gd name="connsiteX47" fmla="*/ 92419 w 171941"/>
                  <a:gd name="connsiteY47" fmla="*/ 4302 h 172061"/>
                  <a:gd name="connsiteX48" fmla="*/ 98867 w 171941"/>
                  <a:gd name="connsiteY48" fmla="*/ 0 h 172061"/>
                  <a:gd name="connsiteX49" fmla="*/ 114986 w 171941"/>
                  <a:gd name="connsiteY49" fmla="*/ 10754 h 172061"/>
                  <a:gd name="connsiteX50" fmla="*/ 111762 w 171941"/>
                  <a:gd name="connsiteY50" fmla="*/ 19357 h 172061"/>
                  <a:gd name="connsiteX51" fmla="*/ 108539 w 171941"/>
                  <a:gd name="connsiteY51" fmla="*/ 23658 h 172061"/>
                  <a:gd name="connsiteX52" fmla="*/ 104240 w 171941"/>
                  <a:gd name="connsiteY52" fmla="*/ 29035 h 172061"/>
                  <a:gd name="connsiteX53" fmla="*/ 99942 w 171941"/>
                  <a:gd name="connsiteY53" fmla="*/ 34412 h 172061"/>
                  <a:gd name="connsiteX54" fmla="*/ 96717 w 171941"/>
                  <a:gd name="connsiteY54" fmla="*/ 38714 h 172061"/>
                  <a:gd name="connsiteX55" fmla="*/ 79523 w 171941"/>
                  <a:gd name="connsiteY55" fmla="*/ 61297 h 172061"/>
                  <a:gd name="connsiteX56" fmla="*/ 75225 w 171941"/>
                  <a:gd name="connsiteY56" fmla="*/ 67749 h 172061"/>
                  <a:gd name="connsiteX57" fmla="*/ 73076 w 171941"/>
                  <a:gd name="connsiteY57" fmla="*/ 72051 h 172061"/>
                  <a:gd name="connsiteX58" fmla="*/ 72001 w 171941"/>
                  <a:gd name="connsiteY58" fmla="*/ 75277 h 172061"/>
                  <a:gd name="connsiteX59" fmla="*/ 68777 w 171941"/>
                  <a:gd name="connsiteY59" fmla="*/ 79578 h 172061"/>
                  <a:gd name="connsiteX60" fmla="*/ 66628 w 171941"/>
                  <a:gd name="connsiteY60" fmla="*/ 82805 h 172061"/>
                  <a:gd name="connsiteX61" fmla="*/ 65553 w 171941"/>
                  <a:gd name="connsiteY61" fmla="*/ 83880 h 172061"/>
                  <a:gd name="connsiteX62" fmla="*/ 62329 w 171941"/>
                  <a:gd name="connsiteY62" fmla="*/ 88181 h 172061"/>
                  <a:gd name="connsiteX63" fmla="*/ 59105 w 171941"/>
                  <a:gd name="connsiteY63" fmla="*/ 93558 h 172061"/>
                  <a:gd name="connsiteX64" fmla="*/ 55881 w 171941"/>
                  <a:gd name="connsiteY64" fmla="*/ 96785 h 172061"/>
                  <a:gd name="connsiteX65" fmla="*/ 53732 w 171941"/>
                  <a:gd name="connsiteY65" fmla="*/ 98935 h 172061"/>
                  <a:gd name="connsiteX66" fmla="*/ 49434 w 171941"/>
                  <a:gd name="connsiteY66" fmla="*/ 106463 h 172061"/>
                  <a:gd name="connsiteX67" fmla="*/ 47284 w 171941"/>
                  <a:gd name="connsiteY67" fmla="*/ 108614 h 172061"/>
                  <a:gd name="connsiteX68" fmla="*/ 38687 w 171941"/>
                  <a:gd name="connsiteY68" fmla="*/ 120443 h 172061"/>
                  <a:gd name="connsiteX69" fmla="*/ 37612 w 171941"/>
                  <a:gd name="connsiteY69" fmla="*/ 121518 h 172061"/>
                  <a:gd name="connsiteX70" fmla="*/ 34388 w 171941"/>
                  <a:gd name="connsiteY70" fmla="*/ 126895 h 172061"/>
                  <a:gd name="connsiteX71" fmla="*/ 31165 w 171941"/>
                  <a:gd name="connsiteY71" fmla="*/ 132272 h 172061"/>
                  <a:gd name="connsiteX72" fmla="*/ 38687 w 171941"/>
                  <a:gd name="connsiteY72" fmla="*/ 126895 h 172061"/>
                  <a:gd name="connsiteX73" fmla="*/ 69851 w 171941"/>
                  <a:gd name="connsiteY73" fmla="*/ 105388 h 172061"/>
                  <a:gd name="connsiteX74" fmla="*/ 80598 w 171941"/>
                  <a:gd name="connsiteY74" fmla="*/ 106463 h 172061"/>
                  <a:gd name="connsiteX75" fmla="*/ 82747 w 171941"/>
                  <a:gd name="connsiteY75" fmla="*/ 108614 h 172061"/>
                  <a:gd name="connsiteX76" fmla="*/ 85971 w 171941"/>
                  <a:gd name="connsiteY76" fmla="*/ 111840 h 172061"/>
                  <a:gd name="connsiteX77" fmla="*/ 87046 w 171941"/>
                  <a:gd name="connsiteY77" fmla="*/ 120443 h 172061"/>
                  <a:gd name="connsiteX78" fmla="*/ 84897 w 171941"/>
                  <a:gd name="connsiteY78" fmla="*/ 130121 h 172061"/>
                  <a:gd name="connsiteX79" fmla="*/ 82747 w 171941"/>
                  <a:gd name="connsiteY79" fmla="*/ 136574 h 172061"/>
                  <a:gd name="connsiteX80" fmla="*/ 81673 w 171941"/>
                  <a:gd name="connsiteY80" fmla="*/ 140875 h 172061"/>
                  <a:gd name="connsiteX81" fmla="*/ 80598 w 171941"/>
                  <a:gd name="connsiteY81" fmla="*/ 148403 h 172061"/>
                  <a:gd name="connsiteX82" fmla="*/ 81673 w 171941"/>
                  <a:gd name="connsiteY82" fmla="*/ 154855 h 172061"/>
                  <a:gd name="connsiteX83" fmla="*/ 87046 w 171941"/>
                  <a:gd name="connsiteY83" fmla="*/ 154855 h 172061"/>
                  <a:gd name="connsiteX84" fmla="*/ 101016 w 171941"/>
                  <a:gd name="connsiteY84" fmla="*/ 150554 h 172061"/>
                  <a:gd name="connsiteX85" fmla="*/ 102090 w 171941"/>
                  <a:gd name="connsiteY85" fmla="*/ 149478 h 172061"/>
                  <a:gd name="connsiteX86" fmla="*/ 116061 w 171941"/>
                  <a:gd name="connsiteY86" fmla="*/ 141951 h 172061"/>
                  <a:gd name="connsiteX87" fmla="*/ 132181 w 171941"/>
                  <a:gd name="connsiteY87" fmla="*/ 131197 h 172061"/>
                  <a:gd name="connsiteX88" fmla="*/ 149375 w 171941"/>
                  <a:gd name="connsiteY88" fmla="*/ 118292 h 172061"/>
                  <a:gd name="connsiteX89" fmla="*/ 171942 w 171941"/>
                  <a:gd name="connsiteY89" fmla="*/ 103237 h 172061"/>
                  <a:gd name="connsiteX90" fmla="*/ 164420 w 171941"/>
                  <a:gd name="connsiteY90" fmla="*/ 110765 h 172061"/>
                  <a:gd name="connsiteX91" fmla="*/ 155822 w 171941"/>
                  <a:gd name="connsiteY91" fmla="*/ 119368 h 172061"/>
                  <a:gd name="connsiteX92" fmla="*/ 148300 w 171941"/>
                  <a:gd name="connsiteY92" fmla="*/ 126895 h 172061"/>
                  <a:gd name="connsiteX93" fmla="*/ 147225 w 171941"/>
                  <a:gd name="connsiteY93" fmla="*/ 127971 h 172061"/>
                  <a:gd name="connsiteX94" fmla="*/ 141852 w 171941"/>
                  <a:gd name="connsiteY94" fmla="*/ 133348 h 172061"/>
                  <a:gd name="connsiteX95" fmla="*/ 133255 w 171941"/>
                  <a:gd name="connsiteY95" fmla="*/ 140875 h 172061"/>
                  <a:gd name="connsiteX96" fmla="*/ 128956 w 171941"/>
                  <a:gd name="connsiteY96" fmla="*/ 146252 h 172061"/>
                  <a:gd name="connsiteX97" fmla="*/ 127882 w 171941"/>
                  <a:gd name="connsiteY97" fmla="*/ 147328 h 172061"/>
                  <a:gd name="connsiteX98" fmla="*/ 117136 w 171941"/>
                  <a:gd name="connsiteY98" fmla="*/ 157006 h 172061"/>
                  <a:gd name="connsiteX99" fmla="*/ 110688 w 171941"/>
                  <a:gd name="connsiteY99" fmla="*/ 161308 h 172061"/>
                  <a:gd name="connsiteX100" fmla="*/ 105315 w 171941"/>
                  <a:gd name="connsiteY100" fmla="*/ 164534 h 172061"/>
                  <a:gd name="connsiteX101" fmla="*/ 102090 w 171941"/>
                  <a:gd name="connsiteY101" fmla="*/ 166685 h 172061"/>
                  <a:gd name="connsiteX102" fmla="*/ 99942 w 171941"/>
                  <a:gd name="connsiteY102" fmla="*/ 167760 h 172061"/>
                  <a:gd name="connsiteX103" fmla="*/ 93493 w 171941"/>
                  <a:gd name="connsiteY103" fmla="*/ 166685 h 172061"/>
                  <a:gd name="connsiteX104" fmla="*/ 85971 w 171941"/>
                  <a:gd name="connsiteY104" fmla="*/ 165609 h 172061"/>
                  <a:gd name="connsiteX105" fmla="*/ 67703 w 171941"/>
                  <a:gd name="connsiteY105" fmla="*/ 150554 h 172061"/>
                  <a:gd name="connsiteX106" fmla="*/ 66628 w 171941"/>
                  <a:gd name="connsiteY106" fmla="*/ 148403 h 172061"/>
                  <a:gd name="connsiteX107" fmla="*/ 65553 w 171941"/>
                  <a:gd name="connsiteY107" fmla="*/ 125820 h 172061"/>
                  <a:gd name="connsiteX108" fmla="*/ 66628 w 171941"/>
                  <a:gd name="connsiteY108" fmla="*/ 120443 h 172061"/>
                  <a:gd name="connsiteX109" fmla="*/ 66628 w 171941"/>
                  <a:gd name="connsiteY109" fmla="*/ 118292 h 172061"/>
                  <a:gd name="connsiteX110" fmla="*/ 65553 w 171941"/>
                  <a:gd name="connsiteY110" fmla="*/ 120443 h 172061"/>
                  <a:gd name="connsiteX111" fmla="*/ 64478 w 171941"/>
                  <a:gd name="connsiteY111" fmla="*/ 121518 h 172061"/>
                  <a:gd name="connsiteX112" fmla="*/ 60180 w 171941"/>
                  <a:gd name="connsiteY112" fmla="*/ 124745 h 172061"/>
                  <a:gd name="connsiteX113" fmla="*/ 59105 w 171941"/>
                  <a:gd name="connsiteY113" fmla="*/ 124745 h 172061"/>
                  <a:gd name="connsiteX114" fmla="*/ 58031 w 171941"/>
                  <a:gd name="connsiteY114" fmla="*/ 124745 h 172061"/>
                  <a:gd name="connsiteX115" fmla="*/ 55881 w 171941"/>
                  <a:gd name="connsiteY115" fmla="*/ 126895 h 172061"/>
                  <a:gd name="connsiteX116" fmla="*/ 52657 w 171941"/>
                  <a:gd name="connsiteY116" fmla="*/ 130121 h 172061"/>
                  <a:gd name="connsiteX117" fmla="*/ 50508 w 171941"/>
                  <a:gd name="connsiteY117" fmla="*/ 132272 h 172061"/>
                  <a:gd name="connsiteX118" fmla="*/ 48359 w 171941"/>
                  <a:gd name="connsiteY118" fmla="*/ 134423 h 172061"/>
                  <a:gd name="connsiteX119" fmla="*/ 47284 w 171941"/>
                  <a:gd name="connsiteY119" fmla="*/ 135498 h 172061"/>
                  <a:gd name="connsiteX120" fmla="*/ 44060 w 171941"/>
                  <a:gd name="connsiteY120" fmla="*/ 138725 h 172061"/>
                  <a:gd name="connsiteX121" fmla="*/ 44060 w 171941"/>
                  <a:gd name="connsiteY121" fmla="*/ 138725 h 172061"/>
                  <a:gd name="connsiteX122" fmla="*/ 42985 w 171941"/>
                  <a:gd name="connsiteY122" fmla="*/ 139800 h 172061"/>
                  <a:gd name="connsiteX123" fmla="*/ 41911 w 171941"/>
                  <a:gd name="connsiteY123" fmla="*/ 140875 h 172061"/>
                  <a:gd name="connsiteX124" fmla="*/ 40837 w 171941"/>
                  <a:gd name="connsiteY124" fmla="*/ 141951 h 172061"/>
                  <a:gd name="connsiteX125" fmla="*/ 39762 w 171941"/>
                  <a:gd name="connsiteY125" fmla="*/ 143026 h 172061"/>
                  <a:gd name="connsiteX126" fmla="*/ 38687 w 171941"/>
                  <a:gd name="connsiteY126" fmla="*/ 143026 h 172061"/>
                  <a:gd name="connsiteX127" fmla="*/ 38687 w 171941"/>
                  <a:gd name="connsiteY127" fmla="*/ 145177 h 172061"/>
                  <a:gd name="connsiteX128" fmla="*/ 34388 w 171941"/>
                  <a:gd name="connsiteY128" fmla="*/ 149478 h 172061"/>
                  <a:gd name="connsiteX129" fmla="*/ 25792 w 171941"/>
                  <a:gd name="connsiteY129" fmla="*/ 158081 h 172061"/>
                  <a:gd name="connsiteX130" fmla="*/ 13971 w 171941"/>
                  <a:gd name="connsiteY130" fmla="*/ 167760 h 172061"/>
                  <a:gd name="connsiteX131" fmla="*/ 12896 w 171941"/>
                  <a:gd name="connsiteY131" fmla="*/ 169911 h 172061"/>
                  <a:gd name="connsiteX132" fmla="*/ 11821 w 171941"/>
                  <a:gd name="connsiteY132" fmla="*/ 172061 h 172061"/>
                  <a:gd name="connsiteX133" fmla="*/ 8598 w 171941"/>
                  <a:gd name="connsiteY133" fmla="*/ 172061 h 172061"/>
                  <a:gd name="connsiteX134" fmla="*/ 3224 w 171941"/>
                  <a:gd name="connsiteY134" fmla="*/ 169911 h 172061"/>
                  <a:gd name="connsiteX135" fmla="*/ 0 w 171941"/>
                  <a:gd name="connsiteY135" fmla="*/ 150554 h 172061"/>
                  <a:gd name="connsiteX136" fmla="*/ 20418 w 171941"/>
                  <a:gd name="connsiteY136" fmla="*/ 123669 h 172061"/>
                  <a:gd name="connsiteX137" fmla="*/ 22568 w 171941"/>
                  <a:gd name="connsiteY137" fmla="*/ 119368 h 172061"/>
                  <a:gd name="connsiteX138" fmla="*/ 21493 w 171941"/>
                  <a:gd name="connsiteY138" fmla="*/ 119368 h 172061"/>
                  <a:gd name="connsiteX139" fmla="*/ 20418 w 171941"/>
                  <a:gd name="connsiteY139" fmla="*/ 123669 h 172061"/>
                  <a:gd name="connsiteX140" fmla="*/ 22568 w 171941"/>
                  <a:gd name="connsiteY140" fmla="*/ 117217 h 172061"/>
                  <a:gd name="connsiteX141" fmla="*/ 24717 w 171941"/>
                  <a:gd name="connsiteY141" fmla="*/ 116142 h 172061"/>
                  <a:gd name="connsiteX142" fmla="*/ 23642 w 171941"/>
                  <a:gd name="connsiteY142" fmla="*/ 115066 h 172061"/>
                  <a:gd name="connsiteX143" fmla="*/ 22568 w 171941"/>
                  <a:gd name="connsiteY143" fmla="*/ 117217 h 172061"/>
                  <a:gd name="connsiteX144" fmla="*/ 26866 w 171941"/>
                  <a:gd name="connsiteY144" fmla="*/ 112915 h 172061"/>
                  <a:gd name="connsiteX145" fmla="*/ 26866 w 171941"/>
                  <a:gd name="connsiteY145" fmla="*/ 112915 h 172061"/>
                  <a:gd name="connsiteX146" fmla="*/ 26866 w 171941"/>
                  <a:gd name="connsiteY146" fmla="*/ 111840 h 172061"/>
                  <a:gd name="connsiteX147" fmla="*/ 26866 w 171941"/>
                  <a:gd name="connsiteY147" fmla="*/ 112915 h 172061"/>
                  <a:gd name="connsiteX148" fmla="*/ 26866 w 171941"/>
                  <a:gd name="connsiteY148" fmla="*/ 112915 h 172061"/>
                  <a:gd name="connsiteX149" fmla="*/ 31165 w 171941"/>
                  <a:gd name="connsiteY149" fmla="*/ 105388 h 172061"/>
                  <a:gd name="connsiteX150" fmla="*/ 31165 w 171941"/>
                  <a:gd name="connsiteY150" fmla="*/ 105388 h 172061"/>
                  <a:gd name="connsiteX151" fmla="*/ 31165 w 171941"/>
                  <a:gd name="connsiteY151" fmla="*/ 104312 h 172061"/>
                  <a:gd name="connsiteX152" fmla="*/ 31165 w 171941"/>
                  <a:gd name="connsiteY152" fmla="*/ 105388 h 172061"/>
                  <a:gd name="connsiteX153" fmla="*/ 31165 w 171941"/>
                  <a:gd name="connsiteY153" fmla="*/ 105388 h 172061"/>
                  <a:gd name="connsiteX154" fmla="*/ 32239 w 171941"/>
                  <a:gd name="connsiteY154" fmla="*/ 102162 h 172061"/>
                  <a:gd name="connsiteX155" fmla="*/ 36538 w 171941"/>
                  <a:gd name="connsiteY155" fmla="*/ 98935 h 172061"/>
                  <a:gd name="connsiteX156" fmla="*/ 37612 w 171941"/>
                  <a:gd name="connsiteY156" fmla="*/ 96785 h 172061"/>
                  <a:gd name="connsiteX157" fmla="*/ 38687 w 171941"/>
                  <a:gd name="connsiteY157" fmla="*/ 95709 h 172061"/>
                  <a:gd name="connsiteX158" fmla="*/ 37612 w 171941"/>
                  <a:gd name="connsiteY158" fmla="*/ 95709 h 172061"/>
                  <a:gd name="connsiteX159" fmla="*/ 35464 w 171941"/>
                  <a:gd name="connsiteY159" fmla="*/ 100011 h 172061"/>
                  <a:gd name="connsiteX160" fmla="*/ 32239 w 171941"/>
                  <a:gd name="connsiteY160" fmla="*/ 102162 h 172061"/>
                  <a:gd name="connsiteX161" fmla="*/ 41911 w 171941"/>
                  <a:gd name="connsiteY161" fmla="*/ 88181 h 172061"/>
                  <a:gd name="connsiteX162" fmla="*/ 41911 w 171941"/>
                  <a:gd name="connsiteY162" fmla="*/ 88181 h 172061"/>
                  <a:gd name="connsiteX163" fmla="*/ 42985 w 171941"/>
                  <a:gd name="connsiteY163" fmla="*/ 88181 h 172061"/>
                  <a:gd name="connsiteX164" fmla="*/ 41911 w 171941"/>
                  <a:gd name="connsiteY164" fmla="*/ 88181 h 172061"/>
                  <a:gd name="connsiteX165" fmla="*/ 41911 w 171941"/>
                  <a:gd name="connsiteY165" fmla="*/ 88181 h 172061"/>
                  <a:gd name="connsiteX166" fmla="*/ 44060 w 171941"/>
                  <a:gd name="connsiteY166" fmla="*/ 86031 h 172061"/>
                  <a:gd name="connsiteX167" fmla="*/ 44060 w 171941"/>
                  <a:gd name="connsiteY167" fmla="*/ 86031 h 172061"/>
                  <a:gd name="connsiteX168" fmla="*/ 44060 w 171941"/>
                  <a:gd name="connsiteY168" fmla="*/ 84955 h 172061"/>
                  <a:gd name="connsiteX169" fmla="*/ 44060 w 171941"/>
                  <a:gd name="connsiteY169" fmla="*/ 86031 h 172061"/>
                  <a:gd name="connsiteX170" fmla="*/ 44060 w 171941"/>
                  <a:gd name="connsiteY170" fmla="*/ 86031 h 172061"/>
                  <a:gd name="connsiteX171" fmla="*/ 44060 w 171941"/>
                  <a:gd name="connsiteY171" fmla="*/ 93558 h 172061"/>
                  <a:gd name="connsiteX172" fmla="*/ 44060 w 171941"/>
                  <a:gd name="connsiteY172" fmla="*/ 93558 h 172061"/>
                  <a:gd name="connsiteX173" fmla="*/ 46210 w 171941"/>
                  <a:gd name="connsiteY173" fmla="*/ 92483 h 172061"/>
                  <a:gd name="connsiteX174" fmla="*/ 44060 w 171941"/>
                  <a:gd name="connsiteY174" fmla="*/ 93558 h 172061"/>
                  <a:gd name="connsiteX175" fmla="*/ 44060 w 171941"/>
                  <a:gd name="connsiteY175" fmla="*/ 93558 h 172061"/>
                  <a:gd name="connsiteX176" fmla="*/ 48359 w 171941"/>
                  <a:gd name="connsiteY176" fmla="*/ 80654 h 172061"/>
                  <a:gd name="connsiteX177" fmla="*/ 51583 w 171941"/>
                  <a:gd name="connsiteY177" fmla="*/ 75277 h 172061"/>
                  <a:gd name="connsiteX178" fmla="*/ 50508 w 171941"/>
                  <a:gd name="connsiteY178" fmla="*/ 75277 h 172061"/>
                  <a:gd name="connsiteX179" fmla="*/ 49434 w 171941"/>
                  <a:gd name="connsiteY179" fmla="*/ 76352 h 172061"/>
                  <a:gd name="connsiteX180" fmla="*/ 48359 w 171941"/>
                  <a:gd name="connsiteY180" fmla="*/ 77428 h 172061"/>
                  <a:gd name="connsiteX181" fmla="*/ 48359 w 171941"/>
                  <a:gd name="connsiteY181" fmla="*/ 80654 h 172061"/>
                  <a:gd name="connsiteX182" fmla="*/ 49434 w 171941"/>
                  <a:gd name="connsiteY182" fmla="*/ 86031 h 172061"/>
                  <a:gd name="connsiteX183" fmla="*/ 49434 w 171941"/>
                  <a:gd name="connsiteY183" fmla="*/ 86031 h 172061"/>
                  <a:gd name="connsiteX184" fmla="*/ 49434 w 171941"/>
                  <a:gd name="connsiteY184" fmla="*/ 84955 h 172061"/>
                  <a:gd name="connsiteX185" fmla="*/ 49434 w 171941"/>
                  <a:gd name="connsiteY185" fmla="*/ 86031 h 172061"/>
                  <a:gd name="connsiteX186" fmla="*/ 49434 w 171941"/>
                  <a:gd name="connsiteY186" fmla="*/ 86031 h 172061"/>
                  <a:gd name="connsiteX187" fmla="*/ 53732 w 171941"/>
                  <a:gd name="connsiteY187" fmla="*/ 73126 h 172061"/>
                  <a:gd name="connsiteX188" fmla="*/ 54807 w 171941"/>
                  <a:gd name="connsiteY188" fmla="*/ 70975 h 172061"/>
                  <a:gd name="connsiteX189" fmla="*/ 53732 w 171941"/>
                  <a:gd name="connsiteY189" fmla="*/ 73126 h 172061"/>
                  <a:gd name="connsiteX190" fmla="*/ 53732 w 171941"/>
                  <a:gd name="connsiteY190" fmla="*/ 73126 h 172061"/>
                  <a:gd name="connsiteX191" fmla="*/ 58031 w 171941"/>
                  <a:gd name="connsiteY191" fmla="*/ 65598 h 172061"/>
                  <a:gd name="connsiteX192" fmla="*/ 59105 w 171941"/>
                  <a:gd name="connsiteY192" fmla="*/ 63448 h 172061"/>
                  <a:gd name="connsiteX193" fmla="*/ 58031 w 171941"/>
                  <a:gd name="connsiteY193" fmla="*/ 63448 h 172061"/>
                  <a:gd name="connsiteX194" fmla="*/ 58031 w 171941"/>
                  <a:gd name="connsiteY194" fmla="*/ 65598 h 1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71941" h="172061">
                    <a:moveTo>
                      <a:pt x="0" y="150554"/>
                    </a:moveTo>
                    <a:cubicBezTo>
                      <a:pt x="0" y="145177"/>
                      <a:pt x="1075" y="138725"/>
                      <a:pt x="3224" y="138725"/>
                    </a:cubicBezTo>
                    <a:cubicBezTo>
                      <a:pt x="3224" y="138725"/>
                      <a:pt x="4299" y="137649"/>
                      <a:pt x="3224" y="137649"/>
                    </a:cubicBezTo>
                    <a:cubicBezTo>
                      <a:pt x="2149" y="136574"/>
                      <a:pt x="5373" y="132272"/>
                      <a:pt x="6448" y="130121"/>
                    </a:cubicBezTo>
                    <a:cubicBezTo>
                      <a:pt x="6448" y="129046"/>
                      <a:pt x="7523" y="129046"/>
                      <a:pt x="7523" y="127971"/>
                    </a:cubicBezTo>
                    <a:cubicBezTo>
                      <a:pt x="7523" y="125820"/>
                      <a:pt x="12896" y="117217"/>
                      <a:pt x="13971" y="118292"/>
                    </a:cubicBezTo>
                    <a:cubicBezTo>
                      <a:pt x="13971" y="118292"/>
                      <a:pt x="13971" y="118292"/>
                      <a:pt x="13971" y="117217"/>
                    </a:cubicBezTo>
                    <a:cubicBezTo>
                      <a:pt x="13971" y="116142"/>
                      <a:pt x="13971" y="115066"/>
                      <a:pt x="16120" y="113991"/>
                    </a:cubicBezTo>
                    <a:cubicBezTo>
                      <a:pt x="18269" y="111840"/>
                      <a:pt x="18269" y="111840"/>
                      <a:pt x="17195" y="110765"/>
                    </a:cubicBezTo>
                    <a:cubicBezTo>
                      <a:pt x="16120" y="110765"/>
                      <a:pt x="16120" y="109689"/>
                      <a:pt x="17195" y="109689"/>
                    </a:cubicBezTo>
                    <a:cubicBezTo>
                      <a:pt x="18269" y="109689"/>
                      <a:pt x="18269" y="109689"/>
                      <a:pt x="19344" y="109689"/>
                    </a:cubicBezTo>
                    <a:cubicBezTo>
                      <a:pt x="19344" y="109689"/>
                      <a:pt x="19344" y="109689"/>
                      <a:pt x="19344" y="109689"/>
                    </a:cubicBezTo>
                    <a:cubicBezTo>
                      <a:pt x="19344" y="109689"/>
                      <a:pt x="19344" y="108614"/>
                      <a:pt x="20418" y="107538"/>
                    </a:cubicBezTo>
                    <a:cubicBezTo>
                      <a:pt x="21493" y="106463"/>
                      <a:pt x="21493" y="105388"/>
                      <a:pt x="21493" y="105388"/>
                    </a:cubicBezTo>
                    <a:cubicBezTo>
                      <a:pt x="21493" y="105388"/>
                      <a:pt x="21493" y="105388"/>
                      <a:pt x="21493" y="105388"/>
                    </a:cubicBezTo>
                    <a:cubicBezTo>
                      <a:pt x="21493" y="105388"/>
                      <a:pt x="22568" y="104312"/>
                      <a:pt x="22568" y="104312"/>
                    </a:cubicBezTo>
                    <a:cubicBezTo>
                      <a:pt x="22568" y="103237"/>
                      <a:pt x="23642" y="102162"/>
                      <a:pt x="24717" y="101086"/>
                    </a:cubicBezTo>
                    <a:cubicBezTo>
                      <a:pt x="25792" y="100011"/>
                      <a:pt x="26866" y="98935"/>
                      <a:pt x="26866" y="97860"/>
                    </a:cubicBezTo>
                    <a:cubicBezTo>
                      <a:pt x="26866" y="97860"/>
                      <a:pt x="26866" y="96785"/>
                      <a:pt x="27941" y="96785"/>
                    </a:cubicBezTo>
                    <a:cubicBezTo>
                      <a:pt x="29015" y="96785"/>
                      <a:pt x="29015" y="95709"/>
                      <a:pt x="29015" y="95709"/>
                    </a:cubicBezTo>
                    <a:cubicBezTo>
                      <a:pt x="29015" y="95709"/>
                      <a:pt x="29015" y="94634"/>
                      <a:pt x="31165" y="93558"/>
                    </a:cubicBezTo>
                    <a:cubicBezTo>
                      <a:pt x="32239" y="92483"/>
                      <a:pt x="33314" y="91408"/>
                      <a:pt x="33314" y="91408"/>
                    </a:cubicBezTo>
                    <a:cubicBezTo>
                      <a:pt x="33314" y="91408"/>
                      <a:pt x="34388" y="88181"/>
                      <a:pt x="36538" y="86031"/>
                    </a:cubicBezTo>
                    <a:cubicBezTo>
                      <a:pt x="38687" y="82805"/>
                      <a:pt x="39762" y="80654"/>
                      <a:pt x="39762" y="79578"/>
                    </a:cubicBezTo>
                    <a:cubicBezTo>
                      <a:pt x="39762" y="78503"/>
                      <a:pt x="39762" y="78503"/>
                      <a:pt x="40837" y="78503"/>
                    </a:cubicBezTo>
                    <a:cubicBezTo>
                      <a:pt x="41911" y="78503"/>
                      <a:pt x="46210" y="72051"/>
                      <a:pt x="45135" y="70975"/>
                    </a:cubicBezTo>
                    <a:cubicBezTo>
                      <a:pt x="45135" y="69900"/>
                      <a:pt x="45135" y="69900"/>
                      <a:pt x="46210" y="69900"/>
                    </a:cubicBezTo>
                    <a:cubicBezTo>
                      <a:pt x="47284" y="69900"/>
                      <a:pt x="47284" y="69900"/>
                      <a:pt x="47284" y="68825"/>
                    </a:cubicBezTo>
                    <a:cubicBezTo>
                      <a:pt x="47284" y="67749"/>
                      <a:pt x="47284" y="67749"/>
                      <a:pt x="48359" y="66674"/>
                    </a:cubicBezTo>
                    <a:cubicBezTo>
                      <a:pt x="49434" y="66674"/>
                      <a:pt x="52657" y="63448"/>
                      <a:pt x="51583" y="62372"/>
                    </a:cubicBezTo>
                    <a:cubicBezTo>
                      <a:pt x="51583" y="62372"/>
                      <a:pt x="52657" y="60222"/>
                      <a:pt x="54807" y="58071"/>
                    </a:cubicBezTo>
                    <a:cubicBezTo>
                      <a:pt x="56956" y="55920"/>
                      <a:pt x="58031" y="53769"/>
                      <a:pt x="58031" y="53769"/>
                    </a:cubicBezTo>
                    <a:cubicBezTo>
                      <a:pt x="58031" y="53769"/>
                      <a:pt x="59105" y="52694"/>
                      <a:pt x="59105" y="51618"/>
                    </a:cubicBezTo>
                    <a:cubicBezTo>
                      <a:pt x="59105" y="51618"/>
                      <a:pt x="60180" y="50543"/>
                      <a:pt x="60180" y="49468"/>
                    </a:cubicBezTo>
                    <a:cubicBezTo>
                      <a:pt x="60180" y="48392"/>
                      <a:pt x="60180" y="48392"/>
                      <a:pt x="61254" y="47317"/>
                    </a:cubicBezTo>
                    <a:cubicBezTo>
                      <a:pt x="62329" y="46242"/>
                      <a:pt x="62329" y="46242"/>
                      <a:pt x="62329" y="46242"/>
                    </a:cubicBezTo>
                    <a:cubicBezTo>
                      <a:pt x="62329" y="46242"/>
                      <a:pt x="62329" y="45166"/>
                      <a:pt x="63404" y="45166"/>
                    </a:cubicBezTo>
                    <a:cubicBezTo>
                      <a:pt x="64478" y="44091"/>
                      <a:pt x="64478" y="44091"/>
                      <a:pt x="64478" y="43015"/>
                    </a:cubicBezTo>
                    <a:cubicBezTo>
                      <a:pt x="64478" y="41940"/>
                      <a:pt x="64478" y="41940"/>
                      <a:pt x="65553" y="41940"/>
                    </a:cubicBezTo>
                    <a:cubicBezTo>
                      <a:pt x="65553" y="41940"/>
                      <a:pt x="66628" y="41940"/>
                      <a:pt x="66628" y="40865"/>
                    </a:cubicBezTo>
                    <a:cubicBezTo>
                      <a:pt x="66628" y="39789"/>
                      <a:pt x="67703" y="39789"/>
                      <a:pt x="67703" y="38714"/>
                    </a:cubicBezTo>
                    <a:cubicBezTo>
                      <a:pt x="68777" y="37638"/>
                      <a:pt x="69851" y="34412"/>
                      <a:pt x="69851" y="32262"/>
                    </a:cubicBezTo>
                    <a:cubicBezTo>
                      <a:pt x="69851" y="32262"/>
                      <a:pt x="69851" y="32262"/>
                      <a:pt x="70926" y="32262"/>
                    </a:cubicBezTo>
                    <a:cubicBezTo>
                      <a:pt x="72001" y="32262"/>
                      <a:pt x="73076" y="31186"/>
                      <a:pt x="73076" y="29035"/>
                    </a:cubicBezTo>
                    <a:cubicBezTo>
                      <a:pt x="73076" y="29035"/>
                      <a:pt x="73076" y="27960"/>
                      <a:pt x="74150" y="27960"/>
                    </a:cubicBezTo>
                    <a:cubicBezTo>
                      <a:pt x="75225" y="27960"/>
                      <a:pt x="78449" y="22583"/>
                      <a:pt x="84897" y="13980"/>
                    </a:cubicBezTo>
                    <a:cubicBezTo>
                      <a:pt x="87046" y="10754"/>
                      <a:pt x="89195" y="7528"/>
                      <a:pt x="90270" y="7528"/>
                    </a:cubicBezTo>
                    <a:cubicBezTo>
                      <a:pt x="90270" y="7528"/>
                      <a:pt x="91344" y="6452"/>
                      <a:pt x="92419" y="4302"/>
                    </a:cubicBezTo>
                    <a:cubicBezTo>
                      <a:pt x="93493" y="1075"/>
                      <a:pt x="95643" y="0"/>
                      <a:pt x="98867" y="0"/>
                    </a:cubicBezTo>
                    <a:cubicBezTo>
                      <a:pt x="104240" y="0"/>
                      <a:pt x="114986" y="4302"/>
                      <a:pt x="114986" y="10754"/>
                    </a:cubicBezTo>
                    <a:cubicBezTo>
                      <a:pt x="114986" y="12905"/>
                      <a:pt x="112837" y="17206"/>
                      <a:pt x="111762" y="19357"/>
                    </a:cubicBezTo>
                    <a:cubicBezTo>
                      <a:pt x="110688" y="20432"/>
                      <a:pt x="109613" y="22583"/>
                      <a:pt x="108539" y="23658"/>
                    </a:cubicBezTo>
                    <a:cubicBezTo>
                      <a:pt x="107464" y="24734"/>
                      <a:pt x="105315" y="27960"/>
                      <a:pt x="104240" y="29035"/>
                    </a:cubicBezTo>
                    <a:cubicBezTo>
                      <a:pt x="103165" y="31186"/>
                      <a:pt x="101016" y="33337"/>
                      <a:pt x="99942" y="34412"/>
                    </a:cubicBezTo>
                    <a:cubicBezTo>
                      <a:pt x="98867" y="35488"/>
                      <a:pt x="97792" y="37638"/>
                      <a:pt x="96717" y="38714"/>
                    </a:cubicBezTo>
                    <a:cubicBezTo>
                      <a:pt x="92419" y="44091"/>
                      <a:pt x="82747" y="54845"/>
                      <a:pt x="79523" y="61297"/>
                    </a:cubicBezTo>
                    <a:cubicBezTo>
                      <a:pt x="78449" y="63448"/>
                      <a:pt x="76300" y="66674"/>
                      <a:pt x="75225" y="67749"/>
                    </a:cubicBezTo>
                    <a:cubicBezTo>
                      <a:pt x="74150" y="69900"/>
                      <a:pt x="72001" y="70975"/>
                      <a:pt x="73076" y="72051"/>
                    </a:cubicBezTo>
                    <a:cubicBezTo>
                      <a:pt x="73076" y="72051"/>
                      <a:pt x="73076" y="74202"/>
                      <a:pt x="72001" y="75277"/>
                    </a:cubicBezTo>
                    <a:cubicBezTo>
                      <a:pt x="70926" y="76352"/>
                      <a:pt x="69851" y="78503"/>
                      <a:pt x="68777" y="79578"/>
                    </a:cubicBezTo>
                    <a:cubicBezTo>
                      <a:pt x="67703" y="80654"/>
                      <a:pt x="66628" y="81729"/>
                      <a:pt x="66628" y="82805"/>
                    </a:cubicBezTo>
                    <a:cubicBezTo>
                      <a:pt x="66628" y="83880"/>
                      <a:pt x="65553" y="83880"/>
                      <a:pt x="65553" y="83880"/>
                    </a:cubicBezTo>
                    <a:cubicBezTo>
                      <a:pt x="65553" y="83880"/>
                      <a:pt x="64478" y="87106"/>
                      <a:pt x="62329" y="88181"/>
                    </a:cubicBezTo>
                    <a:cubicBezTo>
                      <a:pt x="60180" y="90332"/>
                      <a:pt x="59105" y="92483"/>
                      <a:pt x="59105" y="93558"/>
                    </a:cubicBezTo>
                    <a:cubicBezTo>
                      <a:pt x="59105" y="93558"/>
                      <a:pt x="58031" y="95709"/>
                      <a:pt x="55881" y="96785"/>
                    </a:cubicBezTo>
                    <a:cubicBezTo>
                      <a:pt x="54807" y="97860"/>
                      <a:pt x="53732" y="98935"/>
                      <a:pt x="53732" y="98935"/>
                    </a:cubicBezTo>
                    <a:cubicBezTo>
                      <a:pt x="54807" y="98935"/>
                      <a:pt x="50508" y="104312"/>
                      <a:pt x="49434" y="106463"/>
                    </a:cubicBezTo>
                    <a:cubicBezTo>
                      <a:pt x="48359" y="107538"/>
                      <a:pt x="47284" y="108614"/>
                      <a:pt x="47284" y="108614"/>
                    </a:cubicBezTo>
                    <a:cubicBezTo>
                      <a:pt x="47284" y="109689"/>
                      <a:pt x="39762" y="119368"/>
                      <a:pt x="38687" y="120443"/>
                    </a:cubicBezTo>
                    <a:cubicBezTo>
                      <a:pt x="38687" y="120443"/>
                      <a:pt x="37612" y="121518"/>
                      <a:pt x="37612" y="121518"/>
                    </a:cubicBezTo>
                    <a:cubicBezTo>
                      <a:pt x="37612" y="121518"/>
                      <a:pt x="36538" y="124745"/>
                      <a:pt x="34388" y="126895"/>
                    </a:cubicBezTo>
                    <a:cubicBezTo>
                      <a:pt x="32239" y="129046"/>
                      <a:pt x="31165" y="132272"/>
                      <a:pt x="31165" y="132272"/>
                    </a:cubicBezTo>
                    <a:cubicBezTo>
                      <a:pt x="31165" y="133348"/>
                      <a:pt x="31165" y="133348"/>
                      <a:pt x="38687" y="126895"/>
                    </a:cubicBezTo>
                    <a:cubicBezTo>
                      <a:pt x="49434" y="117217"/>
                      <a:pt x="62329" y="108614"/>
                      <a:pt x="69851" y="105388"/>
                    </a:cubicBezTo>
                    <a:cubicBezTo>
                      <a:pt x="74150" y="104312"/>
                      <a:pt x="78449" y="104312"/>
                      <a:pt x="80598" y="106463"/>
                    </a:cubicBezTo>
                    <a:cubicBezTo>
                      <a:pt x="81673" y="107538"/>
                      <a:pt x="82747" y="107538"/>
                      <a:pt x="82747" y="108614"/>
                    </a:cubicBezTo>
                    <a:cubicBezTo>
                      <a:pt x="83822" y="108614"/>
                      <a:pt x="84897" y="110765"/>
                      <a:pt x="85971" y="111840"/>
                    </a:cubicBezTo>
                    <a:cubicBezTo>
                      <a:pt x="88120" y="113991"/>
                      <a:pt x="88120" y="115066"/>
                      <a:pt x="87046" y="120443"/>
                    </a:cubicBezTo>
                    <a:cubicBezTo>
                      <a:pt x="87046" y="123669"/>
                      <a:pt x="85971" y="127971"/>
                      <a:pt x="84897" y="130121"/>
                    </a:cubicBezTo>
                    <a:cubicBezTo>
                      <a:pt x="83822" y="132272"/>
                      <a:pt x="82747" y="135498"/>
                      <a:pt x="82747" y="136574"/>
                    </a:cubicBezTo>
                    <a:cubicBezTo>
                      <a:pt x="82747" y="137649"/>
                      <a:pt x="81673" y="139800"/>
                      <a:pt x="81673" y="140875"/>
                    </a:cubicBezTo>
                    <a:cubicBezTo>
                      <a:pt x="80598" y="141951"/>
                      <a:pt x="80598" y="145177"/>
                      <a:pt x="80598" y="148403"/>
                    </a:cubicBezTo>
                    <a:cubicBezTo>
                      <a:pt x="80598" y="152705"/>
                      <a:pt x="80598" y="153780"/>
                      <a:pt x="81673" y="154855"/>
                    </a:cubicBezTo>
                    <a:cubicBezTo>
                      <a:pt x="82747" y="154855"/>
                      <a:pt x="84897" y="155931"/>
                      <a:pt x="87046" y="154855"/>
                    </a:cubicBezTo>
                    <a:cubicBezTo>
                      <a:pt x="91344" y="154855"/>
                      <a:pt x="101016" y="151629"/>
                      <a:pt x="101016" y="150554"/>
                    </a:cubicBezTo>
                    <a:cubicBezTo>
                      <a:pt x="101016" y="150554"/>
                      <a:pt x="101016" y="149478"/>
                      <a:pt x="102090" y="149478"/>
                    </a:cubicBezTo>
                    <a:cubicBezTo>
                      <a:pt x="103165" y="149478"/>
                      <a:pt x="113912" y="144102"/>
                      <a:pt x="116061" y="141951"/>
                    </a:cubicBezTo>
                    <a:cubicBezTo>
                      <a:pt x="119285" y="139800"/>
                      <a:pt x="125733" y="134423"/>
                      <a:pt x="132181" y="131197"/>
                    </a:cubicBezTo>
                    <a:cubicBezTo>
                      <a:pt x="135405" y="129046"/>
                      <a:pt x="142927" y="123669"/>
                      <a:pt x="149375" y="118292"/>
                    </a:cubicBezTo>
                    <a:cubicBezTo>
                      <a:pt x="162270" y="108614"/>
                      <a:pt x="171942" y="103237"/>
                      <a:pt x="171942" y="103237"/>
                    </a:cubicBezTo>
                    <a:cubicBezTo>
                      <a:pt x="171942" y="103237"/>
                      <a:pt x="168718" y="107538"/>
                      <a:pt x="164420" y="110765"/>
                    </a:cubicBezTo>
                    <a:cubicBezTo>
                      <a:pt x="160121" y="115066"/>
                      <a:pt x="155822" y="119368"/>
                      <a:pt x="155822" y="119368"/>
                    </a:cubicBezTo>
                    <a:cubicBezTo>
                      <a:pt x="155822" y="120443"/>
                      <a:pt x="149375" y="126895"/>
                      <a:pt x="148300" y="126895"/>
                    </a:cubicBezTo>
                    <a:cubicBezTo>
                      <a:pt x="148300" y="126895"/>
                      <a:pt x="147225" y="126895"/>
                      <a:pt x="147225" y="127971"/>
                    </a:cubicBezTo>
                    <a:cubicBezTo>
                      <a:pt x="147225" y="129046"/>
                      <a:pt x="144001" y="131197"/>
                      <a:pt x="141852" y="133348"/>
                    </a:cubicBezTo>
                    <a:cubicBezTo>
                      <a:pt x="138628" y="135498"/>
                      <a:pt x="135405" y="138725"/>
                      <a:pt x="133255" y="140875"/>
                    </a:cubicBezTo>
                    <a:cubicBezTo>
                      <a:pt x="131106" y="143026"/>
                      <a:pt x="130031" y="145177"/>
                      <a:pt x="128956" y="146252"/>
                    </a:cubicBezTo>
                    <a:cubicBezTo>
                      <a:pt x="127882" y="146252"/>
                      <a:pt x="127882" y="147328"/>
                      <a:pt x="127882" y="147328"/>
                    </a:cubicBezTo>
                    <a:cubicBezTo>
                      <a:pt x="127882" y="148403"/>
                      <a:pt x="122509" y="153780"/>
                      <a:pt x="117136" y="157006"/>
                    </a:cubicBezTo>
                    <a:cubicBezTo>
                      <a:pt x="114986" y="158081"/>
                      <a:pt x="111762" y="160232"/>
                      <a:pt x="110688" y="161308"/>
                    </a:cubicBezTo>
                    <a:cubicBezTo>
                      <a:pt x="109613" y="162383"/>
                      <a:pt x="107464" y="164534"/>
                      <a:pt x="105315" y="164534"/>
                    </a:cubicBezTo>
                    <a:cubicBezTo>
                      <a:pt x="104240" y="164534"/>
                      <a:pt x="102090" y="165609"/>
                      <a:pt x="102090" y="166685"/>
                    </a:cubicBezTo>
                    <a:cubicBezTo>
                      <a:pt x="102090" y="166685"/>
                      <a:pt x="101016" y="167760"/>
                      <a:pt x="99942" y="167760"/>
                    </a:cubicBezTo>
                    <a:cubicBezTo>
                      <a:pt x="98867" y="167760"/>
                      <a:pt x="96717" y="167760"/>
                      <a:pt x="93493" y="166685"/>
                    </a:cubicBezTo>
                    <a:cubicBezTo>
                      <a:pt x="90270" y="166685"/>
                      <a:pt x="88120" y="165609"/>
                      <a:pt x="85971" y="165609"/>
                    </a:cubicBezTo>
                    <a:cubicBezTo>
                      <a:pt x="81673" y="165609"/>
                      <a:pt x="67703" y="151629"/>
                      <a:pt x="67703" y="150554"/>
                    </a:cubicBezTo>
                    <a:cubicBezTo>
                      <a:pt x="67703" y="150554"/>
                      <a:pt x="67703" y="149478"/>
                      <a:pt x="66628" y="148403"/>
                    </a:cubicBezTo>
                    <a:cubicBezTo>
                      <a:pt x="63404" y="146252"/>
                      <a:pt x="63404" y="135498"/>
                      <a:pt x="65553" y="125820"/>
                    </a:cubicBezTo>
                    <a:cubicBezTo>
                      <a:pt x="65553" y="123669"/>
                      <a:pt x="66628" y="121518"/>
                      <a:pt x="66628" y="120443"/>
                    </a:cubicBezTo>
                    <a:lnTo>
                      <a:pt x="66628" y="118292"/>
                    </a:lnTo>
                    <a:lnTo>
                      <a:pt x="65553" y="120443"/>
                    </a:lnTo>
                    <a:cubicBezTo>
                      <a:pt x="65553" y="121518"/>
                      <a:pt x="64478" y="121518"/>
                      <a:pt x="64478" y="121518"/>
                    </a:cubicBezTo>
                    <a:cubicBezTo>
                      <a:pt x="64478" y="120443"/>
                      <a:pt x="60180" y="122594"/>
                      <a:pt x="60180" y="124745"/>
                    </a:cubicBezTo>
                    <a:cubicBezTo>
                      <a:pt x="60180" y="125820"/>
                      <a:pt x="60180" y="125820"/>
                      <a:pt x="59105" y="124745"/>
                    </a:cubicBezTo>
                    <a:cubicBezTo>
                      <a:pt x="59105" y="123669"/>
                      <a:pt x="58031" y="123669"/>
                      <a:pt x="58031" y="124745"/>
                    </a:cubicBezTo>
                    <a:cubicBezTo>
                      <a:pt x="58031" y="124745"/>
                      <a:pt x="56956" y="125820"/>
                      <a:pt x="55881" y="126895"/>
                    </a:cubicBezTo>
                    <a:cubicBezTo>
                      <a:pt x="54807" y="126895"/>
                      <a:pt x="53732" y="127971"/>
                      <a:pt x="52657" y="130121"/>
                    </a:cubicBezTo>
                    <a:cubicBezTo>
                      <a:pt x="52657" y="131197"/>
                      <a:pt x="51583" y="132272"/>
                      <a:pt x="50508" y="132272"/>
                    </a:cubicBezTo>
                    <a:cubicBezTo>
                      <a:pt x="49434" y="132272"/>
                      <a:pt x="48359" y="133348"/>
                      <a:pt x="48359" y="134423"/>
                    </a:cubicBezTo>
                    <a:cubicBezTo>
                      <a:pt x="48359" y="135498"/>
                      <a:pt x="47284" y="135498"/>
                      <a:pt x="47284" y="135498"/>
                    </a:cubicBezTo>
                    <a:cubicBezTo>
                      <a:pt x="46210" y="134423"/>
                      <a:pt x="42985" y="136574"/>
                      <a:pt x="44060" y="138725"/>
                    </a:cubicBezTo>
                    <a:cubicBezTo>
                      <a:pt x="44060" y="139800"/>
                      <a:pt x="44060" y="139800"/>
                      <a:pt x="44060" y="138725"/>
                    </a:cubicBezTo>
                    <a:cubicBezTo>
                      <a:pt x="44060" y="138725"/>
                      <a:pt x="42985" y="138725"/>
                      <a:pt x="42985" y="139800"/>
                    </a:cubicBezTo>
                    <a:cubicBezTo>
                      <a:pt x="42985" y="140875"/>
                      <a:pt x="42985" y="140875"/>
                      <a:pt x="41911" y="140875"/>
                    </a:cubicBezTo>
                    <a:cubicBezTo>
                      <a:pt x="41911" y="140875"/>
                      <a:pt x="40837" y="140875"/>
                      <a:pt x="40837" y="141951"/>
                    </a:cubicBezTo>
                    <a:cubicBezTo>
                      <a:pt x="40837" y="143026"/>
                      <a:pt x="39762" y="143026"/>
                      <a:pt x="39762" y="143026"/>
                    </a:cubicBezTo>
                    <a:cubicBezTo>
                      <a:pt x="39762" y="143026"/>
                      <a:pt x="38687" y="141951"/>
                      <a:pt x="38687" y="143026"/>
                    </a:cubicBezTo>
                    <a:cubicBezTo>
                      <a:pt x="38687" y="143026"/>
                      <a:pt x="38687" y="144102"/>
                      <a:pt x="38687" y="145177"/>
                    </a:cubicBezTo>
                    <a:cubicBezTo>
                      <a:pt x="38687" y="146252"/>
                      <a:pt x="35464" y="149478"/>
                      <a:pt x="34388" y="149478"/>
                    </a:cubicBezTo>
                    <a:cubicBezTo>
                      <a:pt x="33314" y="149478"/>
                      <a:pt x="30090" y="152705"/>
                      <a:pt x="25792" y="158081"/>
                    </a:cubicBezTo>
                    <a:cubicBezTo>
                      <a:pt x="21493" y="162383"/>
                      <a:pt x="15045" y="167760"/>
                      <a:pt x="13971" y="167760"/>
                    </a:cubicBezTo>
                    <a:cubicBezTo>
                      <a:pt x="12896" y="167760"/>
                      <a:pt x="12896" y="168835"/>
                      <a:pt x="12896" y="169911"/>
                    </a:cubicBezTo>
                    <a:cubicBezTo>
                      <a:pt x="12896" y="170986"/>
                      <a:pt x="11821" y="172061"/>
                      <a:pt x="11821" y="172061"/>
                    </a:cubicBezTo>
                    <a:cubicBezTo>
                      <a:pt x="11821" y="172061"/>
                      <a:pt x="9672" y="172061"/>
                      <a:pt x="8598" y="172061"/>
                    </a:cubicBezTo>
                    <a:cubicBezTo>
                      <a:pt x="6448" y="172061"/>
                      <a:pt x="6448" y="172061"/>
                      <a:pt x="3224" y="169911"/>
                    </a:cubicBezTo>
                    <a:cubicBezTo>
                      <a:pt x="1075" y="163458"/>
                      <a:pt x="0" y="160232"/>
                      <a:pt x="0" y="150554"/>
                    </a:cubicBezTo>
                    <a:close/>
                    <a:moveTo>
                      <a:pt x="20418" y="123669"/>
                    </a:moveTo>
                    <a:cubicBezTo>
                      <a:pt x="20418" y="123669"/>
                      <a:pt x="22568" y="120443"/>
                      <a:pt x="22568" y="119368"/>
                    </a:cubicBezTo>
                    <a:cubicBezTo>
                      <a:pt x="22568" y="119368"/>
                      <a:pt x="22568" y="119368"/>
                      <a:pt x="21493" y="119368"/>
                    </a:cubicBezTo>
                    <a:cubicBezTo>
                      <a:pt x="20418" y="119368"/>
                      <a:pt x="19344" y="122594"/>
                      <a:pt x="20418" y="123669"/>
                    </a:cubicBezTo>
                    <a:close/>
                    <a:moveTo>
                      <a:pt x="22568" y="117217"/>
                    </a:moveTo>
                    <a:cubicBezTo>
                      <a:pt x="22568" y="118292"/>
                      <a:pt x="24717" y="117217"/>
                      <a:pt x="24717" y="116142"/>
                    </a:cubicBezTo>
                    <a:cubicBezTo>
                      <a:pt x="24717" y="116142"/>
                      <a:pt x="24717" y="115066"/>
                      <a:pt x="23642" y="115066"/>
                    </a:cubicBezTo>
                    <a:cubicBezTo>
                      <a:pt x="23642" y="115066"/>
                      <a:pt x="22568" y="116142"/>
                      <a:pt x="22568" y="117217"/>
                    </a:cubicBezTo>
                    <a:close/>
                    <a:moveTo>
                      <a:pt x="26866" y="112915"/>
                    </a:moveTo>
                    <a:cubicBezTo>
                      <a:pt x="26866" y="112915"/>
                      <a:pt x="27941" y="111840"/>
                      <a:pt x="26866" y="112915"/>
                    </a:cubicBezTo>
                    <a:cubicBezTo>
                      <a:pt x="27941" y="111840"/>
                      <a:pt x="27941" y="111840"/>
                      <a:pt x="26866" y="111840"/>
                    </a:cubicBezTo>
                    <a:cubicBezTo>
                      <a:pt x="25792" y="111840"/>
                      <a:pt x="26866" y="110765"/>
                      <a:pt x="26866" y="112915"/>
                    </a:cubicBezTo>
                    <a:cubicBezTo>
                      <a:pt x="25792" y="111840"/>
                      <a:pt x="25792" y="112915"/>
                      <a:pt x="26866" y="112915"/>
                    </a:cubicBezTo>
                    <a:close/>
                    <a:moveTo>
                      <a:pt x="31165" y="105388"/>
                    </a:moveTo>
                    <a:cubicBezTo>
                      <a:pt x="32239" y="105388"/>
                      <a:pt x="32239" y="104312"/>
                      <a:pt x="31165" y="105388"/>
                    </a:cubicBezTo>
                    <a:cubicBezTo>
                      <a:pt x="32239" y="104312"/>
                      <a:pt x="31165" y="104312"/>
                      <a:pt x="31165" y="104312"/>
                    </a:cubicBezTo>
                    <a:cubicBezTo>
                      <a:pt x="31165" y="104312"/>
                      <a:pt x="30090" y="104312"/>
                      <a:pt x="31165" y="105388"/>
                    </a:cubicBezTo>
                    <a:cubicBezTo>
                      <a:pt x="30090" y="105388"/>
                      <a:pt x="31165" y="105388"/>
                      <a:pt x="31165" y="105388"/>
                    </a:cubicBezTo>
                    <a:close/>
                    <a:moveTo>
                      <a:pt x="32239" y="102162"/>
                    </a:moveTo>
                    <a:cubicBezTo>
                      <a:pt x="32239" y="103237"/>
                      <a:pt x="36538" y="100011"/>
                      <a:pt x="36538" y="98935"/>
                    </a:cubicBezTo>
                    <a:cubicBezTo>
                      <a:pt x="36538" y="97860"/>
                      <a:pt x="37612" y="96785"/>
                      <a:pt x="37612" y="96785"/>
                    </a:cubicBezTo>
                    <a:cubicBezTo>
                      <a:pt x="38687" y="95709"/>
                      <a:pt x="38687" y="95709"/>
                      <a:pt x="38687" y="95709"/>
                    </a:cubicBezTo>
                    <a:cubicBezTo>
                      <a:pt x="38687" y="95709"/>
                      <a:pt x="37612" y="95709"/>
                      <a:pt x="37612" y="95709"/>
                    </a:cubicBezTo>
                    <a:cubicBezTo>
                      <a:pt x="36538" y="96785"/>
                      <a:pt x="36538" y="98935"/>
                      <a:pt x="35464" y="100011"/>
                    </a:cubicBezTo>
                    <a:cubicBezTo>
                      <a:pt x="32239" y="101086"/>
                      <a:pt x="32239" y="102162"/>
                      <a:pt x="32239" y="102162"/>
                    </a:cubicBezTo>
                    <a:close/>
                    <a:moveTo>
                      <a:pt x="41911" y="88181"/>
                    </a:moveTo>
                    <a:cubicBezTo>
                      <a:pt x="41911" y="88181"/>
                      <a:pt x="42985" y="88181"/>
                      <a:pt x="41911" y="88181"/>
                    </a:cubicBezTo>
                    <a:cubicBezTo>
                      <a:pt x="42985" y="88181"/>
                      <a:pt x="42985" y="88181"/>
                      <a:pt x="42985" y="88181"/>
                    </a:cubicBezTo>
                    <a:cubicBezTo>
                      <a:pt x="42985" y="88181"/>
                      <a:pt x="42985" y="87106"/>
                      <a:pt x="41911" y="88181"/>
                    </a:cubicBezTo>
                    <a:cubicBezTo>
                      <a:pt x="42985" y="87106"/>
                      <a:pt x="41911" y="87106"/>
                      <a:pt x="41911" y="88181"/>
                    </a:cubicBezTo>
                    <a:close/>
                    <a:moveTo>
                      <a:pt x="44060" y="86031"/>
                    </a:moveTo>
                    <a:cubicBezTo>
                      <a:pt x="45135" y="84955"/>
                      <a:pt x="45135" y="84955"/>
                      <a:pt x="44060" y="86031"/>
                    </a:cubicBezTo>
                    <a:cubicBezTo>
                      <a:pt x="45135" y="84955"/>
                      <a:pt x="44060" y="84955"/>
                      <a:pt x="44060" y="84955"/>
                    </a:cubicBezTo>
                    <a:cubicBezTo>
                      <a:pt x="44060" y="84955"/>
                      <a:pt x="44060" y="84955"/>
                      <a:pt x="44060" y="86031"/>
                    </a:cubicBezTo>
                    <a:cubicBezTo>
                      <a:pt x="44060" y="86031"/>
                      <a:pt x="44060" y="86031"/>
                      <a:pt x="44060" y="86031"/>
                    </a:cubicBezTo>
                    <a:close/>
                    <a:moveTo>
                      <a:pt x="44060" y="93558"/>
                    </a:moveTo>
                    <a:cubicBezTo>
                      <a:pt x="44060" y="94634"/>
                      <a:pt x="44060" y="94634"/>
                      <a:pt x="44060" y="93558"/>
                    </a:cubicBezTo>
                    <a:cubicBezTo>
                      <a:pt x="46210" y="93558"/>
                      <a:pt x="46210" y="92483"/>
                      <a:pt x="46210" y="92483"/>
                    </a:cubicBezTo>
                    <a:cubicBezTo>
                      <a:pt x="46210" y="92483"/>
                      <a:pt x="45135" y="92483"/>
                      <a:pt x="44060" y="93558"/>
                    </a:cubicBezTo>
                    <a:cubicBezTo>
                      <a:pt x="44060" y="92483"/>
                      <a:pt x="44060" y="93558"/>
                      <a:pt x="44060" y="93558"/>
                    </a:cubicBezTo>
                    <a:close/>
                    <a:moveTo>
                      <a:pt x="48359" y="80654"/>
                    </a:moveTo>
                    <a:cubicBezTo>
                      <a:pt x="48359" y="80654"/>
                      <a:pt x="51583" y="76352"/>
                      <a:pt x="51583" y="75277"/>
                    </a:cubicBezTo>
                    <a:cubicBezTo>
                      <a:pt x="51583" y="75277"/>
                      <a:pt x="51583" y="75277"/>
                      <a:pt x="50508" y="75277"/>
                    </a:cubicBezTo>
                    <a:cubicBezTo>
                      <a:pt x="50508" y="75277"/>
                      <a:pt x="49434" y="76352"/>
                      <a:pt x="49434" y="76352"/>
                    </a:cubicBezTo>
                    <a:cubicBezTo>
                      <a:pt x="49434" y="77428"/>
                      <a:pt x="49434" y="77428"/>
                      <a:pt x="48359" y="77428"/>
                    </a:cubicBezTo>
                    <a:cubicBezTo>
                      <a:pt x="48359" y="77428"/>
                      <a:pt x="47284" y="79578"/>
                      <a:pt x="48359" y="80654"/>
                    </a:cubicBezTo>
                    <a:close/>
                    <a:moveTo>
                      <a:pt x="49434" y="86031"/>
                    </a:moveTo>
                    <a:cubicBezTo>
                      <a:pt x="50508" y="86031"/>
                      <a:pt x="50508" y="86031"/>
                      <a:pt x="49434" y="86031"/>
                    </a:cubicBezTo>
                    <a:cubicBezTo>
                      <a:pt x="50508" y="84955"/>
                      <a:pt x="49434" y="84955"/>
                      <a:pt x="49434" y="84955"/>
                    </a:cubicBezTo>
                    <a:cubicBezTo>
                      <a:pt x="50508" y="84955"/>
                      <a:pt x="49434" y="84955"/>
                      <a:pt x="49434" y="86031"/>
                    </a:cubicBezTo>
                    <a:cubicBezTo>
                      <a:pt x="49434" y="86031"/>
                      <a:pt x="49434" y="86031"/>
                      <a:pt x="49434" y="86031"/>
                    </a:cubicBezTo>
                    <a:close/>
                    <a:moveTo>
                      <a:pt x="53732" y="73126"/>
                    </a:moveTo>
                    <a:cubicBezTo>
                      <a:pt x="53732" y="72051"/>
                      <a:pt x="54807" y="70975"/>
                      <a:pt x="54807" y="70975"/>
                    </a:cubicBezTo>
                    <a:cubicBezTo>
                      <a:pt x="53732" y="70975"/>
                      <a:pt x="52657" y="72051"/>
                      <a:pt x="53732" y="73126"/>
                    </a:cubicBezTo>
                    <a:cubicBezTo>
                      <a:pt x="52657" y="75277"/>
                      <a:pt x="52657" y="75277"/>
                      <a:pt x="53732" y="73126"/>
                    </a:cubicBezTo>
                    <a:close/>
                    <a:moveTo>
                      <a:pt x="58031" y="65598"/>
                    </a:moveTo>
                    <a:cubicBezTo>
                      <a:pt x="59105" y="65598"/>
                      <a:pt x="59105" y="64523"/>
                      <a:pt x="59105" y="63448"/>
                    </a:cubicBezTo>
                    <a:cubicBezTo>
                      <a:pt x="59105" y="63448"/>
                      <a:pt x="58031" y="63448"/>
                      <a:pt x="58031" y="63448"/>
                    </a:cubicBezTo>
                    <a:cubicBezTo>
                      <a:pt x="56956" y="66674"/>
                      <a:pt x="56956" y="66674"/>
                      <a:pt x="58031" y="6559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8" name="Freeform 997">
                <a:extLst>
                  <a:ext uri="{FF2B5EF4-FFF2-40B4-BE49-F238E27FC236}">
                    <a16:creationId xmlns:a16="http://schemas.microsoft.com/office/drawing/2014/main" id="{BFE7CE42-434A-AC22-08B2-DF1D4AA31F14}"/>
                  </a:ext>
                </a:extLst>
              </p:cNvPr>
              <p:cNvSpPr/>
              <p:nvPr/>
            </p:nvSpPr>
            <p:spPr>
              <a:xfrm>
                <a:off x="8916658" y="3221721"/>
                <a:ext cx="184754" cy="86030"/>
              </a:xfrm>
              <a:custGeom>
                <a:avLst/>
                <a:gdLst>
                  <a:gd name="connsiteX0" fmla="*/ 0 w 184754"/>
                  <a:gd name="connsiteY0" fmla="*/ 64523 h 86030"/>
                  <a:gd name="connsiteX1" fmla="*/ 1074 w 184754"/>
                  <a:gd name="connsiteY1" fmla="*/ 59146 h 86030"/>
                  <a:gd name="connsiteX2" fmla="*/ 4299 w 184754"/>
                  <a:gd name="connsiteY2" fmla="*/ 52694 h 86030"/>
                  <a:gd name="connsiteX3" fmla="*/ 23642 w 184754"/>
                  <a:gd name="connsiteY3" fmla="*/ 23658 h 86030"/>
                  <a:gd name="connsiteX4" fmla="*/ 29015 w 184754"/>
                  <a:gd name="connsiteY4" fmla="*/ 17206 h 86030"/>
                  <a:gd name="connsiteX5" fmla="*/ 46209 w 184754"/>
                  <a:gd name="connsiteY5" fmla="*/ 1075 h 86030"/>
                  <a:gd name="connsiteX6" fmla="*/ 54806 w 184754"/>
                  <a:gd name="connsiteY6" fmla="*/ 0 h 86030"/>
                  <a:gd name="connsiteX7" fmla="*/ 68777 w 184754"/>
                  <a:gd name="connsiteY7" fmla="*/ 2151 h 86030"/>
                  <a:gd name="connsiteX8" fmla="*/ 73075 w 184754"/>
                  <a:gd name="connsiteY8" fmla="*/ 4301 h 86030"/>
                  <a:gd name="connsiteX9" fmla="*/ 77374 w 184754"/>
                  <a:gd name="connsiteY9" fmla="*/ 7528 h 86030"/>
                  <a:gd name="connsiteX10" fmla="*/ 83821 w 184754"/>
                  <a:gd name="connsiteY10" fmla="*/ 9678 h 86030"/>
                  <a:gd name="connsiteX11" fmla="*/ 93493 w 184754"/>
                  <a:gd name="connsiteY11" fmla="*/ 12905 h 86030"/>
                  <a:gd name="connsiteX12" fmla="*/ 96717 w 184754"/>
                  <a:gd name="connsiteY12" fmla="*/ 18282 h 86030"/>
                  <a:gd name="connsiteX13" fmla="*/ 89195 w 184754"/>
                  <a:gd name="connsiteY13" fmla="*/ 34412 h 86030"/>
                  <a:gd name="connsiteX14" fmla="*/ 82747 w 184754"/>
                  <a:gd name="connsiteY14" fmla="*/ 46241 h 86030"/>
                  <a:gd name="connsiteX15" fmla="*/ 81672 w 184754"/>
                  <a:gd name="connsiteY15" fmla="*/ 67749 h 86030"/>
                  <a:gd name="connsiteX16" fmla="*/ 94568 w 184754"/>
                  <a:gd name="connsiteY16" fmla="*/ 70975 h 86030"/>
                  <a:gd name="connsiteX17" fmla="*/ 150449 w 184754"/>
                  <a:gd name="connsiteY17" fmla="*/ 47317 h 86030"/>
                  <a:gd name="connsiteX18" fmla="*/ 164419 w 184754"/>
                  <a:gd name="connsiteY18" fmla="*/ 38714 h 86030"/>
                  <a:gd name="connsiteX19" fmla="*/ 169792 w 184754"/>
                  <a:gd name="connsiteY19" fmla="*/ 34412 h 86030"/>
                  <a:gd name="connsiteX20" fmla="*/ 183762 w 184754"/>
                  <a:gd name="connsiteY20" fmla="*/ 25809 h 86030"/>
                  <a:gd name="connsiteX21" fmla="*/ 171942 w 184754"/>
                  <a:gd name="connsiteY21" fmla="*/ 43015 h 86030"/>
                  <a:gd name="connsiteX22" fmla="*/ 167643 w 184754"/>
                  <a:gd name="connsiteY22" fmla="*/ 47317 h 86030"/>
                  <a:gd name="connsiteX23" fmla="*/ 168718 w 184754"/>
                  <a:gd name="connsiteY23" fmla="*/ 47317 h 86030"/>
                  <a:gd name="connsiteX24" fmla="*/ 159046 w 184754"/>
                  <a:gd name="connsiteY24" fmla="*/ 54845 h 86030"/>
                  <a:gd name="connsiteX25" fmla="*/ 150449 w 184754"/>
                  <a:gd name="connsiteY25" fmla="*/ 61297 h 86030"/>
                  <a:gd name="connsiteX26" fmla="*/ 154748 w 184754"/>
                  <a:gd name="connsiteY26" fmla="*/ 59146 h 86030"/>
                  <a:gd name="connsiteX27" fmla="*/ 163345 w 184754"/>
                  <a:gd name="connsiteY27" fmla="*/ 54845 h 86030"/>
                  <a:gd name="connsiteX28" fmla="*/ 147225 w 184754"/>
                  <a:gd name="connsiteY28" fmla="*/ 68825 h 86030"/>
                  <a:gd name="connsiteX29" fmla="*/ 145076 w 184754"/>
                  <a:gd name="connsiteY29" fmla="*/ 69900 h 86030"/>
                  <a:gd name="connsiteX30" fmla="*/ 140777 w 184754"/>
                  <a:gd name="connsiteY30" fmla="*/ 73126 h 86030"/>
                  <a:gd name="connsiteX31" fmla="*/ 135404 w 184754"/>
                  <a:gd name="connsiteY31" fmla="*/ 76352 h 86030"/>
                  <a:gd name="connsiteX32" fmla="*/ 130031 w 184754"/>
                  <a:gd name="connsiteY32" fmla="*/ 78503 h 86030"/>
                  <a:gd name="connsiteX33" fmla="*/ 127882 w 184754"/>
                  <a:gd name="connsiteY33" fmla="*/ 79578 h 86030"/>
                  <a:gd name="connsiteX34" fmla="*/ 124658 w 184754"/>
                  <a:gd name="connsiteY34" fmla="*/ 81729 h 86030"/>
                  <a:gd name="connsiteX35" fmla="*/ 102090 w 184754"/>
                  <a:gd name="connsiteY35" fmla="*/ 86031 h 86030"/>
                  <a:gd name="connsiteX36" fmla="*/ 87045 w 184754"/>
                  <a:gd name="connsiteY36" fmla="*/ 83880 h 86030"/>
                  <a:gd name="connsiteX37" fmla="*/ 67702 w 184754"/>
                  <a:gd name="connsiteY37" fmla="*/ 64523 h 86030"/>
                  <a:gd name="connsiteX38" fmla="*/ 66628 w 184754"/>
                  <a:gd name="connsiteY38" fmla="*/ 64523 h 86030"/>
                  <a:gd name="connsiteX39" fmla="*/ 66628 w 184754"/>
                  <a:gd name="connsiteY39" fmla="*/ 64523 h 86030"/>
                  <a:gd name="connsiteX40" fmla="*/ 66628 w 184754"/>
                  <a:gd name="connsiteY40" fmla="*/ 62372 h 86030"/>
                  <a:gd name="connsiteX41" fmla="*/ 64478 w 184754"/>
                  <a:gd name="connsiteY41" fmla="*/ 50543 h 86030"/>
                  <a:gd name="connsiteX42" fmla="*/ 62329 w 184754"/>
                  <a:gd name="connsiteY42" fmla="*/ 44091 h 86030"/>
                  <a:gd name="connsiteX43" fmla="*/ 59105 w 184754"/>
                  <a:gd name="connsiteY43" fmla="*/ 50543 h 86030"/>
                  <a:gd name="connsiteX44" fmla="*/ 58031 w 184754"/>
                  <a:gd name="connsiteY44" fmla="*/ 51618 h 86030"/>
                  <a:gd name="connsiteX45" fmla="*/ 56956 w 184754"/>
                  <a:gd name="connsiteY45" fmla="*/ 52694 h 86030"/>
                  <a:gd name="connsiteX46" fmla="*/ 54806 w 184754"/>
                  <a:gd name="connsiteY46" fmla="*/ 55920 h 86030"/>
                  <a:gd name="connsiteX47" fmla="*/ 52657 w 184754"/>
                  <a:gd name="connsiteY47" fmla="*/ 58071 h 86030"/>
                  <a:gd name="connsiteX48" fmla="*/ 52657 w 184754"/>
                  <a:gd name="connsiteY48" fmla="*/ 58071 h 86030"/>
                  <a:gd name="connsiteX49" fmla="*/ 49433 w 184754"/>
                  <a:gd name="connsiteY49" fmla="*/ 61297 h 86030"/>
                  <a:gd name="connsiteX50" fmla="*/ 32239 w 184754"/>
                  <a:gd name="connsiteY50" fmla="*/ 78503 h 86030"/>
                  <a:gd name="connsiteX51" fmla="*/ 30090 w 184754"/>
                  <a:gd name="connsiteY51" fmla="*/ 79578 h 86030"/>
                  <a:gd name="connsiteX52" fmla="*/ 27940 w 184754"/>
                  <a:gd name="connsiteY52" fmla="*/ 80654 h 86030"/>
                  <a:gd name="connsiteX53" fmla="*/ 27940 w 184754"/>
                  <a:gd name="connsiteY53" fmla="*/ 80654 h 86030"/>
                  <a:gd name="connsiteX54" fmla="*/ 21493 w 184754"/>
                  <a:gd name="connsiteY54" fmla="*/ 84955 h 86030"/>
                  <a:gd name="connsiteX55" fmla="*/ 17194 w 184754"/>
                  <a:gd name="connsiteY55" fmla="*/ 86031 h 86030"/>
                  <a:gd name="connsiteX56" fmla="*/ 13970 w 184754"/>
                  <a:gd name="connsiteY56" fmla="*/ 86031 h 86030"/>
                  <a:gd name="connsiteX57" fmla="*/ 5373 w 184754"/>
                  <a:gd name="connsiteY57" fmla="*/ 78503 h 86030"/>
                  <a:gd name="connsiteX58" fmla="*/ 3224 w 184754"/>
                  <a:gd name="connsiteY58" fmla="*/ 76352 h 86030"/>
                  <a:gd name="connsiteX59" fmla="*/ 0 w 184754"/>
                  <a:gd name="connsiteY59" fmla="*/ 72051 h 86030"/>
                  <a:gd name="connsiteX60" fmla="*/ 0 w 184754"/>
                  <a:gd name="connsiteY60" fmla="*/ 64523 h 86030"/>
                  <a:gd name="connsiteX61" fmla="*/ 19343 w 184754"/>
                  <a:gd name="connsiteY61" fmla="*/ 67749 h 86030"/>
                  <a:gd name="connsiteX62" fmla="*/ 29015 w 184754"/>
                  <a:gd name="connsiteY62" fmla="*/ 61297 h 86030"/>
                  <a:gd name="connsiteX63" fmla="*/ 51582 w 184754"/>
                  <a:gd name="connsiteY63" fmla="*/ 39789 h 86030"/>
                  <a:gd name="connsiteX64" fmla="*/ 68777 w 184754"/>
                  <a:gd name="connsiteY64" fmla="*/ 17206 h 86030"/>
                  <a:gd name="connsiteX65" fmla="*/ 64478 w 184754"/>
                  <a:gd name="connsiteY65" fmla="*/ 17206 h 86030"/>
                  <a:gd name="connsiteX66" fmla="*/ 61254 w 184754"/>
                  <a:gd name="connsiteY66" fmla="*/ 19357 h 86030"/>
                  <a:gd name="connsiteX67" fmla="*/ 60179 w 184754"/>
                  <a:gd name="connsiteY67" fmla="*/ 19357 h 86030"/>
                  <a:gd name="connsiteX68" fmla="*/ 27940 w 184754"/>
                  <a:gd name="connsiteY68" fmla="*/ 51618 h 86030"/>
                  <a:gd name="connsiteX69" fmla="*/ 25792 w 184754"/>
                  <a:gd name="connsiteY69" fmla="*/ 54845 h 86030"/>
                  <a:gd name="connsiteX70" fmla="*/ 19343 w 184754"/>
                  <a:gd name="connsiteY70" fmla="*/ 67749 h 86030"/>
                  <a:gd name="connsiteX71" fmla="*/ 121434 w 184754"/>
                  <a:gd name="connsiteY71" fmla="*/ 80654 h 86030"/>
                  <a:gd name="connsiteX72" fmla="*/ 122509 w 184754"/>
                  <a:gd name="connsiteY72" fmla="*/ 80654 h 86030"/>
                  <a:gd name="connsiteX73" fmla="*/ 122509 w 184754"/>
                  <a:gd name="connsiteY73" fmla="*/ 79578 h 86030"/>
                  <a:gd name="connsiteX74" fmla="*/ 121434 w 184754"/>
                  <a:gd name="connsiteY74" fmla="*/ 80654 h 86030"/>
                  <a:gd name="connsiteX75" fmla="*/ 132180 w 184754"/>
                  <a:gd name="connsiteY75" fmla="*/ 72051 h 86030"/>
                  <a:gd name="connsiteX76" fmla="*/ 134329 w 184754"/>
                  <a:gd name="connsiteY76" fmla="*/ 70975 h 86030"/>
                  <a:gd name="connsiteX77" fmla="*/ 132180 w 184754"/>
                  <a:gd name="connsiteY77" fmla="*/ 72051 h 86030"/>
                  <a:gd name="connsiteX78" fmla="*/ 132180 w 184754"/>
                  <a:gd name="connsiteY78" fmla="*/ 72051 h 86030"/>
                  <a:gd name="connsiteX79" fmla="*/ 142926 w 184754"/>
                  <a:gd name="connsiteY79" fmla="*/ 65598 h 86030"/>
                  <a:gd name="connsiteX80" fmla="*/ 145076 w 184754"/>
                  <a:gd name="connsiteY80" fmla="*/ 64523 h 86030"/>
                  <a:gd name="connsiteX81" fmla="*/ 148300 w 184754"/>
                  <a:gd name="connsiteY81" fmla="*/ 62372 h 86030"/>
                  <a:gd name="connsiteX82" fmla="*/ 149375 w 184754"/>
                  <a:gd name="connsiteY82" fmla="*/ 61297 h 86030"/>
                  <a:gd name="connsiteX83" fmla="*/ 149375 w 184754"/>
                  <a:gd name="connsiteY83" fmla="*/ 61297 h 86030"/>
                  <a:gd name="connsiteX84" fmla="*/ 148300 w 184754"/>
                  <a:gd name="connsiteY84" fmla="*/ 62372 h 86030"/>
                  <a:gd name="connsiteX85" fmla="*/ 146150 w 184754"/>
                  <a:gd name="connsiteY85" fmla="*/ 64523 h 86030"/>
                  <a:gd name="connsiteX86" fmla="*/ 142926 w 184754"/>
                  <a:gd name="connsiteY86" fmla="*/ 65598 h 8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84754" h="86030">
                    <a:moveTo>
                      <a:pt x="0" y="64523"/>
                    </a:moveTo>
                    <a:cubicBezTo>
                      <a:pt x="0" y="62372"/>
                      <a:pt x="1074" y="60222"/>
                      <a:pt x="1074" y="59146"/>
                    </a:cubicBezTo>
                    <a:cubicBezTo>
                      <a:pt x="1074" y="58071"/>
                      <a:pt x="3224" y="55920"/>
                      <a:pt x="4299" y="52694"/>
                    </a:cubicBezTo>
                    <a:cubicBezTo>
                      <a:pt x="8597" y="44091"/>
                      <a:pt x="17194" y="31186"/>
                      <a:pt x="23642" y="23658"/>
                    </a:cubicBezTo>
                    <a:cubicBezTo>
                      <a:pt x="24716" y="22583"/>
                      <a:pt x="26866" y="19357"/>
                      <a:pt x="29015" y="17206"/>
                    </a:cubicBezTo>
                    <a:cubicBezTo>
                      <a:pt x="34388" y="10754"/>
                      <a:pt x="40836" y="4301"/>
                      <a:pt x="46209" y="1075"/>
                    </a:cubicBezTo>
                    <a:cubicBezTo>
                      <a:pt x="47284" y="0"/>
                      <a:pt x="50508" y="0"/>
                      <a:pt x="54806" y="0"/>
                    </a:cubicBezTo>
                    <a:cubicBezTo>
                      <a:pt x="60179" y="0"/>
                      <a:pt x="66628" y="1075"/>
                      <a:pt x="68777" y="2151"/>
                    </a:cubicBezTo>
                    <a:cubicBezTo>
                      <a:pt x="70926" y="3226"/>
                      <a:pt x="73075" y="4301"/>
                      <a:pt x="73075" y="4301"/>
                    </a:cubicBezTo>
                    <a:cubicBezTo>
                      <a:pt x="74150" y="4301"/>
                      <a:pt x="75225" y="5377"/>
                      <a:pt x="77374" y="7528"/>
                    </a:cubicBezTo>
                    <a:cubicBezTo>
                      <a:pt x="80598" y="10754"/>
                      <a:pt x="80598" y="10754"/>
                      <a:pt x="83821" y="9678"/>
                    </a:cubicBezTo>
                    <a:cubicBezTo>
                      <a:pt x="88120" y="9678"/>
                      <a:pt x="89195" y="9678"/>
                      <a:pt x="93493" y="12905"/>
                    </a:cubicBezTo>
                    <a:cubicBezTo>
                      <a:pt x="95643" y="13980"/>
                      <a:pt x="95643" y="16131"/>
                      <a:pt x="96717" y="18282"/>
                    </a:cubicBezTo>
                    <a:cubicBezTo>
                      <a:pt x="97792" y="23658"/>
                      <a:pt x="96717" y="26885"/>
                      <a:pt x="89195" y="34412"/>
                    </a:cubicBezTo>
                    <a:cubicBezTo>
                      <a:pt x="87045" y="36563"/>
                      <a:pt x="83821" y="43015"/>
                      <a:pt x="82747" y="46241"/>
                    </a:cubicBezTo>
                    <a:cubicBezTo>
                      <a:pt x="81672" y="49468"/>
                      <a:pt x="80598" y="65598"/>
                      <a:pt x="81672" y="67749"/>
                    </a:cubicBezTo>
                    <a:cubicBezTo>
                      <a:pt x="82747" y="69900"/>
                      <a:pt x="88120" y="70975"/>
                      <a:pt x="94568" y="70975"/>
                    </a:cubicBezTo>
                    <a:cubicBezTo>
                      <a:pt x="114986" y="70975"/>
                      <a:pt x="134329" y="58071"/>
                      <a:pt x="150449" y="47317"/>
                    </a:cubicBezTo>
                    <a:cubicBezTo>
                      <a:pt x="156897" y="43015"/>
                      <a:pt x="162270" y="38714"/>
                      <a:pt x="164419" y="38714"/>
                    </a:cubicBezTo>
                    <a:cubicBezTo>
                      <a:pt x="165494" y="37638"/>
                      <a:pt x="168718" y="36563"/>
                      <a:pt x="169792" y="34412"/>
                    </a:cubicBezTo>
                    <a:cubicBezTo>
                      <a:pt x="173016" y="32262"/>
                      <a:pt x="181614" y="25809"/>
                      <a:pt x="183762" y="25809"/>
                    </a:cubicBezTo>
                    <a:cubicBezTo>
                      <a:pt x="188061" y="25809"/>
                      <a:pt x="177315" y="38714"/>
                      <a:pt x="171942" y="43015"/>
                    </a:cubicBezTo>
                    <a:cubicBezTo>
                      <a:pt x="166569" y="47317"/>
                      <a:pt x="166569" y="47317"/>
                      <a:pt x="167643" y="47317"/>
                    </a:cubicBezTo>
                    <a:cubicBezTo>
                      <a:pt x="168718" y="47317"/>
                      <a:pt x="168718" y="47317"/>
                      <a:pt x="168718" y="47317"/>
                    </a:cubicBezTo>
                    <a:cubicBezTo>
                      <a:pt x="168718" y="48392"/>
                      <a:pt x="163345" y="51618"/>
                      <a:pt x="159046" y="54845"/>
                    </a:cubicBezTo>
                    <a:cubicBezTo>
                      <a:pt x="154748" y="56995"/>
                      <a:pt x="148300" y="61297"/>
                      <a:pt x="150449" y="61297"/>
                    </a:cubicBezTo>
                    <a:cubicBezTo>
                      <a:pt x="152598" y="61297"/>
                      <a:pt x="153673" y="60222"/>
                      <a:pt x="154748" y="59146"/>
                    </a:cubicBezTo>
                    <a:cubicBezTo>
                      <a:pt x="156897" y="56995"/>
                      <a:pt x="163345" y="53769"/>
                      <a:pt x="163345" y="54845"/>
                    </a:cubicBezTo>
                    <a:cubicBezTo>
                      <a:pt x="163345" y="55920"/>
                      <a:pt x="148300" y="68825"/>
                      <a:pt x="147225" y="68825"/>
                    </a:cubicBezTo>
                    <a:cubicBezTo>
                      <a:pt x="147225" y="68825"/>
                      <a:pt x="146150" y="68825"/>
                      <a:pt x="145076" y="69900"/>
                    </a:cubicBezTo>
                    <a:cubicBezTo>
                      <a:pt x="144001" y="69900"/>
                      <a:pt x="142926" y="72051"/>
                      <a:pt x="140777" y="73126"/>
                    </a:cubicBezTo>
                    <a:cubicBezTo>
                      <a:pt x="139703" y="74201"/>
                      <a:pt x="136479" y="75277"/>
                      <a:pt x="135404" y="76352"/>
                    </a:cubicBezTo>
                    <a:cubicBezTo>
                      <a:pt x="134329" y="77428"/>
                      <a:pt x="131106" y="77428"/>
                      <a:pt x="130031" y="78503"/>
                    </a:cubicBezTo>
                    <a:cubicBezTo>
                      <a:pt x="128956" y="78503"/>
                      <a:pt x="127882" y="79578"/>
                      <a:pt x="127882" y="79578"/>
                    </a:cubicBezTo>
                    <a:cubicBezTo>
                      <a:pt x="127882" y="79578"/>
                      <a:pt x="126807" y="80654"/>
                      <a:pt x="124658" y="81729"/>
                    </a:cubicBezTo>
                    <a:cubicBezTo>
                      <a:pt x="118210" y="84955"/>
                      <a:pt x="112837" y="86031"/>
                      <a:pt x="102090" y="86031"/>
                    </a:cubicBezTo>
                    <a:cubicBezTo>
                      <a:pt x="91344" y="86031"/>
                      <a:pt x="91344" y="86031"/>
                      <a:pt x="87045" y="83880"/>
                    </a:cubicBezTo>
                    <a:cubicBezTo>
                      <a:pt x="81672" y="80654"/>
                      <a:pt x="67702" y="68825"/>
                      <a:pt x="67702" y="64523"/>
                    </a:cubicBezTo>
                    <a:cubicBezTo>
                      <a:pt x="67702" y="64523"/>
                      <a:pt x="66628" y="64523"/>
                      <a:pt x="66628" y="64523"/>
                    </a:cubicBezTo>
                    <a:cubicBezTo>
                      <a:pt x="66628" y="64523"/>
                      <a:pt x="65553" y="64523"/>
                      <a:pt x="66628" y="64523"/>
                    </a:cubicBezTo>
                    <a:cubicBezTo>
                      <a:pt x="66628" y="64523"/>
                      <a:pt x="66628" y="63448"/>
                      <a:pt x="66628" y="62372"/>
                    </a:cubicBezTo>
                    <a:cubicBezTo>
                      <a:pt x="65553" y="60222"/>
                      <a:pt x="65553" y="56995"/>
                      <a:pt x="64478" y="50543"/>
                    </a:cubicBezTo>
                    <a:cubicBezTo>
                      <a:pt x="64478" y="44091"/>
                      <a:pt x="64478" y="44091"/>
                      <a:pt x="62329" y="44091"/>
                    </a:cubicBezTo>
                    <a:cubicBezTo>
                      <a:pt x="61254" y="44091"/>
                      <a:pt x="59105" y="48392"/>
                      <a:pt x="59105" y="50543"/>
                    </a:cubicBezTo>
                    <a:cubicBezTo>
                      <a:pt x="59105" y="50543"/>
                      <a:pt x="59105" y="51618"/>
                      <a:pt x="58031" y="51618"/>
                    </a:cubicBezTo>
                    <a:cubicBezTo>
                      <a:pt x="56956" y="51618"/>
                      <a:pt x="56956" y="52694"/>
                      <a:pt x="56956" y="52694"/>
                    </a:cubicBezTo>
                    <a:cubicBezTo>
                      <a:pt x="56956" y="53769"/>
                      <a:pt x="55881" y="54845"/>
                      <a:pt x="54806" y="55920"/>
                    </a:cubicBezTo>
                    <a:cubicBezTo>
                      <a:pt x="53732" y="56995"/>
                      <a:pt x="53732" y="58071"/>
                      <a:pt x="52657" y="58071"/>
                    </a:cubicBezTo>
                    <a:cubicBezTo>
                      <a:pt x="52657" y="58071"/>
                      <a:pt x="52657" y="58071"/>
                      <a:pt x="52657" y="58071"/>
                    </a:cubicBezTo>
                    <a:cubicBezTo>
                      <a:pt x="52657" y="58071"/>
                      <a:pt x="50508" y="59146"/>
                      <a:pt x="49433" y="61297"/>
                    </a:cubicBezTo>
                    <a:cubicBezTo>
                      <a:pt x="42985" y="69900"/>
                      <a:pt x="33313" y="78503"/>
                      <a:pt x="32239" y="78503"/>
                    </a:cubicBezTo>
                    <a:cubicBezTo>
                      <a:pt x="32239" y="78503"/>
                      <a:pt x="31165" y="79578"/>
                      <a:pt x="30090" y="79578"/>
                    </a:cubicBezTo>
                    <a:cubicBezTo>
                      <a:pt x="29015" y="80654"/>
                      <a:pt x="27940" y="80654"/>
                      <a:pt x="27940" y="80654"/>
                    </a:cubicBezTo>
                    <a:cubicBezTo>
                      <a:pt x="27940" y="80654"/>
                      <a:pt x="26866" y="80654"/>
                      <a:pt x="27940" y="80654"/>
                    </a:cubicBezTo>
                    <a:cubicBezTo>
                      <a:pt x="27940" y="81729"/>
                      <a:pt x="25792" y="83880"/>
                      <a:pt x="21493" y="84955"/>
                    </a:cubicBezTo>
                    <a:cubicBezTo>
                      <a:pt x="19343" y="84955"/>
                      <a:pt x="18269" y="86031"/>
                      <a:pt x="17194" y="86031"/>
                    </a:cubicBezTo>
                    <a:cubicBezTo>
                      <a:pt x="17194" y="86031"/>
                      <a:pt x="15045" y="86031"/>
                      <a:pt x="13970" y="86031"/>
                    </a:cubicBezTo>
                    <a:cubicBezTo>
                      <a:pt x="11821" y="86031"/>
                      <a:pt x="7523" y="82805"/>
                      <a:pt x="5373" y="78503"/>
                    </a:cubicBezTo>
                    <a:cubicBezTo>
                      <a:pt x="4299" y="77428"/>
                      <a:pt x="3224" y="76352"/>
                      <a:pt x="3224" y="76352"/>
                    </a:cubicBezTo>
                    <a:cubicBezTo>
                      <a:pt x="3224" y="76352"/>
                      <a:pt x="1074" y="75277"/>
                      <a:pt x="0" y="72051"/>
                    </a:cubicBezTo>
                    <a:cubicBezTo>
                      <a:pt x="0" y="68825"/>
                      <a:pt x="0" y="67749"/>
                      <a:pt x="0" y="64523"/>
                    </a:cubicBezTo>
                    <a:close/>
                    <a:moveTo>
                      <a:pt x="19343" y="67749"/>
                    </a:moveTo>
                    <a:cubicBezTo>
                      <a:pt x="19343" y="67749"/>
                      <a:pt x="24716" y="64523"/>
                      <a:pt x="29015" y="61297"/>
                    </a:cubicBezTo>
                    <a:cubicBezTo>
                      <a:pt x="31165" y="60222"/>
                      <a:pt x="40836" y="50543"/>
                      <a:pt x="51582" y="39789"/>
                    </a:cubicBezTo>
                    <a:cubicBezTo>
                      <a:pt x="70926" y="20432"/>
                      <a:pt x="72001" y="20432"/>
                      <a:pt x="68777" y="17206"/>
                    </a:cubicBezTo>
                    <a:cubicBezTo>
                      <a:pt x="67702" y="16131"/>
                      <a:pt x="66628" y="16131"/>
                      <a:pt x="64478" y="17206"/>
                    </a:cubicBezTo>
                    <a:cubicBezTo>
                      <a:pt x="62329" y="17206"/>
                      <a:pt x="61254" y="18282"/>
                      <a:pt x="61254" y="19357"/>
                    </a:cubicBezTo>
                    <a:cubicBezTo>
                      <a:pt x="61254" y="19357"/>
                      <a:pt x="61254" y="19357"/>
                      <a:pt x="60179" y="19357"/>
                    </a:cubicBezTo>
                    <a:cubicBezTo>
                      <a:pt x="54806" y="19357"/>
                      <a:pt x="27940" y="49468"/>
                      <a:pt x="27940" y="51618"/>
                    </a:cubicBezTo>
                    <a:cubicBezTo>
                      <a:pt x="27940" y="51618"/>
                      <a:pt x="26866" y="53769"/>
                      <a:pt x="25792" y="54845"/>
                    </a:cubicBezTo>
                    <a:cubicBezTo>
                      <a:pt x="23642" y="58071"/>
                      <a:pt x="19343" y="67749"/>
                      <a:pt x="19343" y="67749"/>
                    </a:cubicBezTo>
                    <a:close/>
                    <a:moveTo>
                      <a:pt x="121434" y="80654"/>
                    </a:moveTo>
                    <a:cubicBezTo>
                      <a:pt x="121434" y="80654"/>
                      <a:pt x="122509" y="80654"/>
                      <a:pt x="122509" y="80654"/>
                    </a:cubicBezTo>
                    <a:cubicBezTo>
                      <a:pt x="123583" y="79578"/>
                      <a:pt x="123583" y="79578"/>
                      <a:pt x="122509" y="79578"/>
                    </a:cubicBezTo>
                    <a:cubicBezTo>
                      <a:pt x="121434" y="79578"/>
                      <a:pt x="121434" y="79578"/>
                      <a:pt x="121434" y="80654"/>
                    </a:cubicBezTo>
                    <a:close/>
                    <a:moveTo>
                      <a:pt x="132180" y="72051"/>
                    </a:moveTo>
                    <a:cubicBezTo>
                      <a:pt x="133255" y="72051"/>
                      <a:pt x="134329" y="70975"/>
                      <a:pt x="134329" y="70975"/>
                    </a:cubicBezTo>
                    <a:cubicBezTo>
                      <a:pt x="134329" y="70975"/>
                      <a:pt x="133255" y="70975"/>
                      <a:pt x="132180" y="72051"/>
                    </a:cubicBezTo>
                    <a:cubicBezTo>
                      <a:pt x="131106" y="72051"/>
                      <a:pt x="131106" y="72051"/>
                      <a:pt x="132180" y="72051"/>
                    </a:cubicBezTo>
                    <a:close/>
                    <a:moveTo>
                      <a:pt x="142926" y="65598"/>
                    </a:moveTo>
                    <a:lnTo>
                      <a:pt x="145076" y="64523"/>
                    </a:lnTo>
                    <a:cubicBezTo>
                      <a:pt x="146150" y="63448"/>
                      <a:pt x="147225" y="63448"/>
                      <a:pt x="148300" y="62372"/>
                    </a:cubicBezTo>
                    <a:cubicBezTo>
                      <a:pt x="148300" y="62372"/>
                      <a:pt x="149375" y="61297"/>
                      <a:pt x="149375" y="61297"/>
                    </a:cubicBezTo>
                    <a:cubicBezTo>
                      <a:pt x="149375" y="60222"/>
                      <a:pt x="149375" y="60222"/>
                      <a:pt x="149375" y="61297"/>
                    </a:cubicBezTo>
                    <a:cubicBezTo>
                      <a:pt x="149375" y="62372"/>
                      <a:pt x="148300" y="62372"/>
                      <a:pt x="148300" y="62372"/>
                    </a:cubicBezTo>
                    <a:cubicBezTo>
                      <a:pt x="148300" y="62372"/>
                      <a:pt x="147225" y="63448"/>
                      <a:pt x="146150" y="64523"/>
                    </a:cubicBezTo>
                    <a:lnTo>
                      <a:pt x="142926" y="65598"/>
                    </a:ln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999" name="Freeform 998">
                <a:extLst>
                  <a:ext uri="{FF2B5EF4-FFF2-40B4-BE49-F238E27FC236}">
                    <a16:creationId xmlns:a16="http://schemas.microsoft.com/office/drawing/2014/main" id="{4F48B4AD-202A-9F97-27FB-3F0828930413}"/>
                  </a:ext>
                </a:extLst>
              </p:cNvPr>
              <p:cNvSpPr/>
              <p:nvPr/>
            </p:nvSpPr>
            <p:spPr>
              <a:xfrm>
                <a:off x="9063207" y="3099127"/>
                <a:ext cx="175841" cy="263469"/>
              </a:xfrm>
              <a:custGeom>
                <a:avLst/>
                <a:gdLst>
                  <a:gd name="connsiteX0" fmla="*/ 10347 w 175841"/>
                  <a:gd name="connsiteY0" fmla="*/ 187117 h 263469"/>
                  <a:gd name="connsiteX1" fmla="*/ 27542 w 175841"/>
                  <a:gd name="connsiteY1" fmla="*/ 154855 h 263469"/>
                  <a:gd name="connsiteX2" fmla="*/ 33989 w 175841"/>
                  <a:gd name="connsiteY2" fmla="*/ 144102 h 263469"/>
                  <a:gd name="connsiteX3" fmla="*/ 41512 w 175841"/>
                  <a:gd name="connsiteY3" fmla="*/ 134423 h 263469"/>
                  <a:gd name="connsiteX4" fmla="*/ 42586 w 175841"/>
                  <a:gd name="connsiteY4" fmla="*/ 132272 h 263469"/>
                  <a:gd name="connsiteX5" fmla="*/ 44735 w 175841"/>
                  <a:gd name="connsiteY5" fmla="*/ 129046 h 263469"/>
                  <a:gd name="connsiteX6" fmla="*/ 46885 w 175841"/>
                  <a:gd name="connsiteY6" fmla="*/ 125820 h 263469"/>
                  <a:gd name="connsiteX7" fmla="*/ 50109 w 175841"/>
                  <a:gd name="connsiteY7" fmla="*/ 119368 h 263469"/>
                  <a:gd name="connsiteX8" fmla="*/ 57631 w 175841"/>
                  <a:gd name="connsiteY8" fmla="*/ 107538 h 263469"/>
                  <a:gd name="connsiteX9" fmla="*/ 65154 w 175841"/>
                  <a:gd name="connsiteY9" fmla="*/ 96785 h 263469"/>
                  <a:gd name="connsiteX10" fmla="*/ 69452 w 175841"/>
                  <a:gd name="connsiteY10" fmla="*/ 88181 h 263469"/>
                  <a:gd name="connsiteX11" fmla="*/ 68378 w 175841"/>
                  <a:gd name="connsiteY11" fmla="*/ 88181 h 263469"/>
                  <a:gd name="connsiteX12" fmla="*/ 65154 w 175841"/>
                  <a:gd name="connsiteY12" fmla="*/ 89257 h 263469"/>
                  <a:gd name="connsiteX13" fmla="*/ 58706 w 175841"/>
                  <a:gd name="connsiteY13" fmla="*/ 90332 h 263469"/>
                  <a:gd name="connsiteX14" fmla="*/ 46885 w 175841"/>
                  <a:gd name="connsiteY14" fmla="*/ 93558 h 263469"/>
                  <a:gd name="connsiteX15" fmla="*/ 33989 w 175841"/>
                  <a:gd name="connsiteY15" fmla="*/ 94634 h 263469"/>
                  <a:gd name="connsiteX16" fmla="*/ 21093 w 175841"/>
                  <a:gd name="connsiteY16" fmla="*/ 82805 h 263469"/>
                  <a:gd name="connsiteX17" fmla="*/ 23243 w 175841"/>
                  <a:gd name="connsiteY17" fmla="*/ 81729 h 263469"/>
                  <a:gd name="connsiteX18" fmla="*/ 36138 w 175841"/>
                  <a:gd name="connsiteY18" fmla="*/ 79578 h 263469"/>
                  <a:gd name="connsiteX19" fmla="*/ 81273 w 175841"/>
                  <a:gd name="connsiteY19" fmla="*/ 69900 h 263469"/>
                  <a:gd name="connsiteX20" fmla="*/ 85571 w 175841"/>
                  <a:gd name="connsiteY20" fmla="*/ 67749 h 263469"/>
                  <a:gd name="connsiteX21" fmla="*/ 88796 w 175841"/>
                  <a:gd name="connsiteY21" fmla="*/ 64523 h 263469"/>
                  <a:gd name="connsiteX22" fmla="*/ 90945 w 175841"/>
                  <a:gd name="connsiteY22" fmla="*/ 61297 h 263469"/>
                  <a:gd name="connsiteX23" fmla="*/ 90945 w 175841"/>
                  <a:gd name="connsiteY23" fmla="*/ 60222 h 263469"/>
                  <a:gd name="connsiteX24" fmla="*/ 95243 w 175841"/>
                  <a:gd name="connsiteY24" fmla="*/ 59146 h 263469"/>
                  <a:gd name="connsiteX25" fmla="*/ 94169 w 175841"/>
                  <a:gd name="connsiteY25" fmla="*/ 59146 h 263469"/>
                  <a:gd name="connsiteX26" fmla="*/ 93094 w 175841"/>
                  <a:gd name="connsiteY26" fmla="*/ 59146 h 263469"/>
                  <a:gd name="connsiteX27" fmla="*/ 108139 w 175841"/>
                  <a:gd name="connsiteY27" fmla="*/ 38714 h 263469"/>
                  <a:gd name="connsiteX28" fmla="*/ 111363 w 175841"/>
                  <a:gd name="connsiteY28" fmla="*/ 34412 h 263469"/>
                  <a:gd name="connsiteX29" fmla="*/ 113512 w 175841"/>
                  <a:gd name="connsiteY29" fmla="*/ 31186 h 263469"/>
                  <a:gd name="connsiteX30" fmla="*/ 126408 w 175841"/>
                  <a:gd name="connsiteY30" fmla="*/ 16131 h 263469"/>
                  <a:gd name="connsiteX31" fmla="*/ 145751 w 175841"/>
                  <a:gd name="connsiteY31" fmla="*/ 0 h 263469"/>
                  <a:gd name="connsiteX32" fmla="*/ 151125 w 175841"/>
                  <a:gd name="connsiteY32" fmla="*/ 1075 h 263469"/>
                  <a:gd name="connsiteX33" fmla="*/ 158647 w 175841"/>
                  <a:gd name="connsiteY33" fmla="*/ 9678 h 263469"/>
                  <a:gd name="connsiteX34" fmla="*/ 158647 w 175841"/>
                  <a:gd name="connsiteY34" fmla="*/ 13980 h 263469"/>
                  <a:gd name="connsiteX35" fmla="*/ 157572 w 175841"/>
                  <a:gd name="connsiteY35" fmla="*/ 17206 h 263469"/>
                  <a:gd name="connsiteX36" fmla="*/ 154348 w 175841"/>
                  <a:gd name="connsiteY36" fmla="*/ 21508 h 263469"/>
                  <a:gd name="connsiteX37" fmla="*/ 144676 w 175841"/>
                  <a:gd name="connsiteY37" fmla="*/ 32262 h 263469"/>
                  <a:gd name="connsiteX38" fmla="*/ 135005 w 175841"/>
                  <a:gd name="connsiteY38" fmla="*/ 43015 h 263469"/>
                  <a:gd name="connsiteX39" fmla="*/ 125333 w 175841"/>
                  <a:gd name="connsiteY39" fmla="*/ 54845 h 263469"/>
                  <a:gd name="connsiteX40" fmla="*/ 122109 w 175841"/>
                  <a:gd name="connsiteY40" fmla="*/ 58071 h 263469"/>
                  <a:gd name="connsiteX41" fmla="*/ 118886 w 175841"/>
                  <a:gd name="connsiteY41" fmla="*/ 61297 h 263469"/>
                  <a:gd name="connsiteX42" fmla="*/ 118886 w 175841"/>
                  <a:gd name="connsiteY42" fmla="*/ 62372 h 263469"/>
                  <a:gd name="connsiteX43" fmla="*/ 129632 w 175841"/>
                  <a:gd name="connsiteY43" fmla="*/ 62372 h 263469"/>
                  <a:gd name="connsiteX44" fmla="*/ 168319 w 175841"/>
                  <a:gd name="connsiteY44" fmla="*/ 62372 h 263469"/>
                  <a:gd name="connsiteX45" fmla="*/ 175841 w 175841"/>
                  <a:gd name="connsiteY45" fmla="*/ 66674 h 263469"/>
                  <a:gd name="connsiteX46" fmla="*/ 167244 w 175841"/>
                  <a:gd name="connsiteY46" fmla="*/ 66674 h 263469"/>
                  <a:gd name="connsiteX47" fmla="*/ 136079 w 175841"/>
                  <a:gd name="connsiteY47" fmla="*/ 68825 h 263469"/>
                  <a:gd name="connsiteX48" fmla="*/ 126408 w 175841"/>
                  <a:gd name="connsiteY48" fmla="*/ 72051 h 263469"/>
                  <a:gd name="connsiteX49" fmla="*/ 124259 w 175841"/>
                  <a:gd name="connsiteY49" fmla="*/ 72051 h 263469"/>
                  <a:gd name="connsiteX50" fmla="*/ 121035 w 175841"/>
                  <a:gd name="connsiteY50" fmla="*/ 72051 h 263469"/>
                  <a:gd name="connsiteX51" fmla="*/ 118886 w 175841"/>
                  <a:gd name="connsiteY51" fmla="*/ 73126 h 263469"/>
                  <a:gd name="connsiteX52" fmla="*/ 110289 w 175841"/>
                  <a:gd name="connsiteY52" fmla="*/ 75277 h 263469"/>
                  <a:gd name="connsiteX53" fmla="*/ 109214 w 175841"/>
                  <a:gd name="connsiteY53" fmla="*/ 76352 h 263469"/>
                  <a:gd name="connsiteX54" fmla="*/ 107064 w 175841"/>
                  <a:gd name="connsiteY54" fmla="*/ 78503 h 263469"/>
                  <a:gd name="connsiteX55" fmla="*/ 103840 w 175841"/>
                  <a:gd name="connsiteY55" fmla="*/ 82805 h 263469"/>
                  <a:gd name="connsiteX56" fmla="*/ 97393 w 175841"/>
                  <a:gd name="connsiteY56" fmla="*/ 91408 h 263469"/>
                  <a:gd name="connsiteX57" fmla="*/ 88796 w 175841"/>
                  <a:gd name="connsiteY57" fmla="*/ 103237 h 263469"/>
                  <a:gd name="connsiteX58" fmla="*/ 87721 w 175841"/>
                  <a:gd name="connsiteY58" fmla="*/ 104312 h 263469"/>
                  <a:gd name="connsiteX59" fmla="*/ 82348 w 175841"/>
                  <a:gd name="connsiteY59" fmla="*/ 110765 h 263469"/>
                  <a:gd name="connsiteX60" fmla="*/ 76975 w 175841"/>
                  <a:gd name="connsiteY60" fmla="*/ 117217 h 263469"/>
                  <a:gd name="connsiteX61" fmla="*/ 69452 w 175841"/>
                  <a:gd name="connsiteY61" fmla="*/ 127971 h 263469"/>
                  <a:gd name="connsiteX62" fmla="*/ 63004 w 175841"/>
                  <a:gd name="connsiteY62" fmla="*/ 138725 h 263469"/>
                  <a:gd name="connsiteX63" fmla="*/ 57631 w 175841"/>
                  <a:gd name="connsiteY63" fmla="*/ 147328 h 263469"/>
                  <a:gd name="connsiteX64" fmla="*/ 40437 w 175841"/>
                  <a:gd name="connsiteY64" fmla="*/ 172061 h 263469"/>
                  <a:gd name="connsiteX65" fmla="*/ 40437 w 175841"/>
                  <a:gd name="connsiteY65" fmla="*/ 172061 h 263469"/>
                  <a:gd name="connsiteX66" fmla="*/ 39362 w 175841"/>
                  <a:gd name="connsiteY66" fmla="*/ 177438 h 263469"/>
                  <a:gd name="connsiteX67" fmla="*/ 32915 w 175841"/>
                  <a:gd name="connsiteY67" fmla="*/ 186041 h 263469"/>
                  <a:gd name="connsiteX68" fmla="*/ 32915 w 175841"/>
                  <a:gd name="connsiteY68" fmla="*/ 187117 h 263469"/>
                  <a:gd name="connsiteX69" fmla="*/ 32915 w 175841"/>
                  <a:gd name="connsiteY69" fmla="*/ 190343 h 263469"/>
                  <a:gd name="connsiteX70" fmla="*/ 28616 w 175841"/>
                  <a:gd name="connsiteY70" fmla="*/ 195720 h 263469"/>
                  <a:gd name="connsiteX71" fmla="*/ 27542 w 175841"/>
                  <a:gd name="connsiteY71" fmla="*/ 195720 h 263469"/>
                  <a:gd name="connsiteX72" fmla="*/ 26466 w 175841"/>
                  <a:gd name="connsiteY72" fmla="*/ 196795 h 263469"/>
                  <a:gd name="connsiteX73" fmla="*/ 26466 w 175841"/>
                  <a:gd name="connsiteY73" fmla="*/ 196795 h 263469"/>
                  <a:gd name="connsiteX74" fmla="*/ 25392 w 175841"/>
                  <a:gd name="connsiteY74" fmla="*/ 195720 h 263469"/>
                  <a:gd name="connsiteX75" fmla="*/ 23243 w 175841"/>
                  <a:gd name="connsiteY75" fmla="*/ 198946 h 263469"/>
                  <a:gd name="connsiteX76" fmla="*/ 22168 w 175841"/>
                  <a:gd name="connsiteY76" fmla="*/ 203248 h 263469"/>
                  <a:gd name="connsiteX77" fmla="*/ 23243 w 175841"/>
                  <a:gd name="connsiteY77" fmla="*/ 202172 h 263469"/>
                  <a:gd name="connsiteX78" fmla="*/ 24318 w 175841"/>
                  <a:gd name="connsiteY78" fmla="*/ 201097 h 263469"/>
                  <a:gd name="connsiteX79" fmla="*/ 25392 w 175841"/>
                  <a:gd name="connsiteY79" fmla="*/ 200021 h 263469"/>
                  <a:gd name="connsiteX80" fmla="*/ 26466 w 175841"/>
                  <a:gd name="connsiteY80" fmla="*/ 198946 h 263469"/>
                  <a:gd name="connsiteX81" fmla="*/ 27542 w 175841"/>
                  <a:gd name="connsiteY81" fmla="*/ 200021 h 263469"/>
                  <a:gd name="connsiteX82" fmla="*/ 27542 w 175841"/>
                  <a:gd name="connsiteY82" fmla="*/ 202172 h 263469"/>
                  <a:gd name="connsiteX83" fmla="*/ 26466 w 175841"/>
                  <a:gd name="connsiteY83" fmla="*/ 204323 h 263469"/>
                  <a:gd name="connsiteX84" fmla="*/ 26466 w 175841"/>
                  <a:gd name="connsiteY84" fmla="*/ 207549 h 263469"/>
                  <a:gd name="connsiteX85" fmla="*/ 25392 w 175841"/>
                  <a:gd name="connsiteY85" fmla="*/ 210775 h 263469"/>
                  <a:gd name="connsiteX86" fmla="*/ 20019 w 175841"/>
                  <a:gd name="connsiteY86" fmla="*/ 226906 h 263469"/>
                  <a:gd name="connsiteX87" fmla="*/ 17870 w 175841"/>
                  <a:gd name="connsiteY87" fmla="*/ 232283 h 263469"/>
                  <a:gd name="connsiteX88" fmla="*/ 16795 w 175841"/>
                  <a:gd name="connsiteY88" fmla="*/ 235509 h 263469"/>
                  <a:gd name="connsiteX89" fmla="*/ 17870 w 175841"/>
                  <a:gd name="connsiteY89" fmla="*/ 237660 h 263469"/>
                  <a:gd name="connsiteX90" fmla="*/ 17870 w 175841"/>
                  <a:gd name="connsiteY90" fmla="*/ 238735 h 263469"/>
                  <a:gd name="connsiteX91" fmla="*/ 18945 w 175841"/>
                  <a:gd name="connsiteY91" fmla="*/ 249489 h 263469"/>
                  <a:gd name="connsiteX92" fmla="*/ 28616 w 175841"/>
                  <a:gd name="connsiteY92" fmla="*/ 260243 h 263469"/>
                  <a:gd name="connsiteX93" fmla="*/ 28616 w 175841"/>
                  <a:gd name="connsiteY93" fmla="*/ 263469 h 263469"/>
                  <a:gd name="connsiteX94" fmla="*/ 11422 w 175841"/>
                  <a:gd name="connsiteY94" fmla="*/ 254866 h 263469"/>
                  <a:gd name="connsiteX95" fmla="*/ 10347 w 175841"/>
                  <a:gd name="connsiteY95" fmla="*/ 187117 h 263469"/>
                  <a:gd name="connsiteX96" fmla="*/ 10347 w 175841"/>
                  <a:gd name="connsiteY96" fmla="*/ 201097 h 263469"/>
                  <a:gd name="connsiteX97" fmla="*/ 11422 w 175841"/>
                  <a:gd name="connsiteY97" fmla="*/ 198946 h 263469"/>
                  <a:gd name="connsiteX98" fmla="*/ 10347 w 175841"/>
                  <a:gd name="connsiteY98" fmla="*/ 197871 h 263469"/>
                  <a:gd name="connsiteX99" fmla="*/ 10347 w 175841"/>
                  <a:gd name="connsiteY99" fmla="*/ 201097 h 263469"/>
                  <a:gd name="connsiteX100" fmla="*/ 14646 w 175841"/>
                  <a:gd name="connsiteY100" fmla="*/ 234434 h 263469"/>
                  <a:gd name="connsiteX101" fmla="*/ 15720 w 175841"/>
                  <a:gd name="connsiteY101" fmla="*/ 231208 h 263469"/>
                  <a:gd name="connsiteX102" fmla="*/ 16795 w 175841"/>
                  <a:gd name="connsiteY102" fmla="*/ 224755 h 263469"/>
                  <a:gd name="connsiteX103" fmla="*/ 16795 w 175841"/>
                  <a:gd name="connsiteY103" fmla="*/ 218303 h 263469"/>
                  <a:gd name="connsiteX104" fmla="*/ 14646 w 175841"/>
                  <a:gd name="connsiteY104" fmla="*/ 227981 h 263469"/>
                  <a:gd name="connsiteX105" fmla="*/ 14646 w 175841"/>
                  <a:gd name="connsiteY105" fmla="*/ 232283 h 263469"/>
                  <a:gd name="connsiteX106" fmla="*/ 14646 w 175841"/>
                  <a:gd name="connsiteY106" fmla="*/ 234434 h 263469"/>
                  <a:gd name="connsiteX107" fmla="*/ 15720 w 175841"/>
                  <a:gd name="connsiteY107" fmla="*/ 186041 h 263469"/>
                  <a:gd name="connsiteX108" fmla="*/ 17870 w 175841"/>
                  <a:gd name="connsiteY108" fmla="*/ 184966 h 263469"/>
                  <a:gd name="connsiteX109" fmla="*/ 16795 w 175841"/>
                  <a:gd name="connsiteY109" fmla="*/ 183891 h 263469"/>
                  <a:gd name="connsiteX110" fmla="*/ 16795 w 175841"/>
                  <a:gd name="connsiteY110" fmla="*/ 183891 h 263469"/>
                  <a:gd name="connsiteX111" fmla="*/ 15720 w 175841"/>
                  <a:gd name="connsiteY111" fmla="*/ 186041 h 263469"/>
                  <a:gd name="connsiteX112" fmla="*/ 15720 w 175841"/>
                  <a:gd name="connsiteY112" fmla="*/ 186041 h 263469"/>
                  <a:gd name="connsiteX113" fmla="*/ 20019 w 175841"/>
                  <a:gd name="connsiteY113" fmla="*/ 211851 h 263469"/>
                  <a:gd name="connsiteX114" fmla="*/ 21093 w 175841"/>
                  <a:gd name="connsiteY114" fmla="*/ 208625 h 263469"/>
                  <a:gd name="connsiteX115" fmla="*/ 20019 w 175841"/>
                  <a:gd name="connsiteY115" fmla="*/ 211851 h 263469"/>
                  <a:gd name="connsiteX116" fmla="*/ 20019 w 175841"/>
                  <a:gd name="connsiteY116" fmla="*/ 211851 h 263469"/>
                  <a:gd name="connsiteX117" fmla="*/ 20019 w 175841"/>
                  <a:gd name="connsiteY117" fmla="*/ 194645 h 263469"/>
                  <a:gd name="connsiteX118" fmla="*/ 21093 w 175841"/>
                  <a:gd name="connsiteY118" fmla="*/ 191418 h 263469"/>
                  <a:gd name="connsiteX119" fmla="*/ 20019 w 175841"/>
                  <a:gd name="connsiteY119" fmla="*/ 192494 h 263469"/>
                  <a:gd name="connsiteX120" fmla="*/ 20019 w 175841"/>
                  <a:gd name="connsiteY120" fmla="*/ 194645 h 263469"/>
                  <a:gd name="connsiteX121" fmla="*/ 21093 w 175841"/>
                  <a:gd name="connsiteY121" fmla="*/ 179589 h 263469"/>
                  <a:gd name="connsiteX122" fmla="*/ 21093 w 175841"/>
                  <a:gd name="connsiteY122" fmla="*/ 177438 h 263469"/>
                  <a:gd name="connsiteX123" fmla="*/ 21093 w 175841"/>
                  <a:gd name="connsiteY123" fmla="*/ 179589 h 263469"/>
                  <a:gd name="connsiteX124" fmla="*/ 21093 w 175841"/>
                  <a:gd name="connsiteY124" fmla="*/ 179589 h 263469"/>
                  <a:gd name="connsiteX125" fmla="*/ 21093 w 175841"/>
                  <a:gd name="connsiteY125" fmla="*/ 188192 h 263469"/>
                  <a:gd name="connsiteX126" fmla="*/ 23243 w 175841"/>
                  <a:gd name="connsiteY126" fmla="*/ 186041 h 263469"/>
                  <a:gd name="connsiteX127" fmla="*/ 24318 w 175841"/>
                  <a:gd name="connsiteY127" fmla="*/ 181740 h 263469"/>
                  <a:gd name="connsiteX128" fmla="*/ 22168 w 175841"/>
                  <a:gd name="connsiteY128" fmla="*/ 184966 h 263469"/>
                  <a:gd name="connsiteX129" fmla="*/ 21093 w 175841"/>
                  <a:gd name="connsiteY129" fmla="*/ 186041 h 263469"/>
                  <a:gd name="connsiteX130" fmla="*/ 21093 w 175841"/>
                  <a:gd name="connsiteY130" fmla="*/ 188192 h 263469"/>
                  <a:gd name="connsiteX131" fmla="*/ 22168 w 175841"/>
                  <a:gd name="connsiteY131" fmla="*/ 212926 h 263469"/>
                  <a:gd name="connsiteX132" fmla="*/ 23243 w 175841"/>
                  <a:gd name="connsiteY132" fmla="*/ 211851 h 263469"/>
                  <a:gd name="connsiteX133" fmla="*/ 22168 w 175841"/>
                  <a:gd name="connsiteY133" fmla="*/ 210775 h 263469"/>
                  <a:gd name="connsiteX134" fmla="*/ 22168 w 175841"/>
                  <a:gd name="connsiteY134" fmla="*/ 212926 h 263469"/>
                  <a:gd name="connsiteX135" fmla="*/ 22168 w 175841"/>
                  <a:gd name="connsiteY135" fmla="*/ 212926 h 263469"/>
                  <a:gd name="connsiteX136" fmla="*/ 27542 w 175841"/>
                  <a:gd name="connsiteY136" fmla="*/ 166685 h 263469"/>
                  <a:gd name="connsiteX137" fmla="*/ 28616 w 175841"/>
                  <a:gd name="connsiteY137" fmla="*/ 165609 h 263469"/>
                  <a:gd name="connsiteX138" fmla="*/ 27542 w 175841"/>
                  <a:gd name="connsiteY138" fmla="*/ 166685 h 263469"/>
                  <a:gd name="connsiteX139" fmla="*/ 26466 w 175841"/>
                  <a:gd name="connsiteY139" fmla="*/ 166685 h 263469"/>
                  <a:gd name="connsiteX140" fmla="*/ 27542 w 175841"/>
                  <a:gd name="connsiteY140" fmla="*/ 166685 h 263469"/>
                  <a:gd name="connsiteX141" fmla="*/ 26466 w 175841"/>
                  <a:gd name="connsiteY141" fmla="*/ 196795 h 263469"/>
                  <a:gd name="connsiteX142" fmla="*/ 29691 w 175841"/>
                  <a:gd name="connsiteY142" fmla="*/ 191418 h 263469"/>
                  <a:gd name="connsiteX143" fmla="*/ 30765 w 175841"/>
                  <a:gd name="connsiteY143" fmla="*/ 190343 h 263469"/>
                  <a:gd name="connsiteX144" fmla="*/ 31840 w 175841"/>
                  <a:gd name="connsiteY144" fmla="*/ 190343 h 263469"/>
                  <a:gd name="connsiteX145" fmla="*/ 30765 w 175841"/>
                  <a:gd name="connsiteY145" fmla="*/ 190343 h 263469"/>
                  <a:gd name="connsiteX146" fmla="*/ 29691 w 175841"/>
                  <a:gd name="connsiteY146" fmla="*/ 191418 h 263469"/>
                  <a:gd name="connsiteX147" fmla="*/ 29691 w 175841"/>
                  <a:gd name="connsiteY147" fmla="*/ 192494 h 263469"/>
                  <a:gd name="connsiteX148" fmla="*/ 28616 w 175841"/>
                  <a:gd name="connsiteY148" fmla="*/ 193569 h 263469"/>
                  <a:gd name="connsiteX149" fmla="*/ 26466 w 175841"/>
                  <a:gd name="connsiteY149" fmla="*/ 196795 h 263469"/>
                  <a:gd name="connsiteX150" fmla="*/ 26466 w 175841"/>
                  <a:gd name="connsiteY150" fmla="*/ 196795 h 263469"/>
                  <a:gd name="connsiteX151" fmla="*/ 27542 w 175841"/>
                  <a:gd name="connsiteY151" fmla="*/ 163458 h 263469"/>
                  <a:gd name="connsiteX152" fmla="*/ 28616 w 175841"/>
                  <a:gd name="connsiteY152" fmla="*/ 163458 h 263469"/>
                  <a:gd name="connsiteX153" fmla="*/ 29691 w 175841"/>
                  <a:gd name="connsiteY153" fmla="*/ 161308 h 263469"/>
                  <a:gd name="connsiteX154" fmla="*/ 28616 w 175841"/>
                  <a:gd name="connsiteY154" fmla="*/ 161308 h 263469"/>
                  <a:gd name="connsiteX155" fmla="*/ 27542 w 175841"/>
                  <a:gd name="connsiteY155" fmla="*/ 163458 h 263469"/>
                  <a:gd name="connsiteX156" fmla="*/ 28616 w 175841"/>
                  <a:gd name="connsiteY156" fmla="*/ 174212 h 263469"/>
                  <a:gd name="connsiteX157" fmla="*/ 29691 w 175841"/>
                  <a:gd name="connsiteY157" fmla="*/ 174212 h 263469"/>
                  <a:gd name="connsiteX158" fmla="*/ 28616 w 175841"/>
                  <a:gd name="connsiteY158" fmla="*/ 174212 h 263469"/>
                  <a:gd name="connsiteX159" fmla="*/ 28616 w 175841"/>
                  <a:gd name="connsiteY159" fmla="*/ 174212 h 263469"/>
                  <a:gd name="connsiteX160" fmla="*/ 30765 w 175841"/>
                  <a:gd name="connsiteY160" fmla="*/ 158081 h 263469"/>
                  <a:gd name="connsiteX161" fmla="*/ 35064 w 175841"/>
                  <a:gd name="connsiteY161" fmla="*/ 153780 h 263469"/>
                  <a:gd name="connsiteX162" fmla="*/ 33989 w 175841"/>
                  <a:gd name="connsiteY162" fmla="*/ 154855 h 263469"/>
                  <a:gd name="connsiteX163" fmla="*/ 32915 w 175841"/>
                  <a:gd name="connsiteY163" fmla="*/ 154855 h 263469"/>
                  <a:gd name="connsiteX164" fmla="*/ 30765 w 175841"/>
                  <a:gd name="connsiteY164" fmla="*/ 155931 h 263469"/>
                  <a:gd name="connsiteX165" fmla="*/ 30765 w 175841"/>
                  <a:gd name="connsiteY165" fmla="*/ 158081 h 263469"/>
                  <a:gd name="connsiteX166" fmla="*/ 31840 w 175841"/>
                  <a:gd name="connsiteY166" fmla="*/ 184966 h 263469"/>
                  <a:gd name="connsiteX167" fmla="*/ 33989 w 175841"/>
                  <a:gd name="connsiteY167" fmla="*/ 183891 h 263469"/>
                  <a:gd name="connsiteX168" fmla="*/ 31840 w 175841"/>
                  <a:gd name="connsiteY168" fmla="*/ 184966 h 263469"/>
                  <a:gd name="connsiteX169" fmla="*/ 31840 w 175841"/>
                  <a:gd name="connsiteY169" fmla="*/ 183891 h 263469"/>
                  <a:gd name="connsiteX170" fmla="*/ 31840 w 175841"/>
                  <a:gd name="connsiteY170" fmla="*/ 184966 h 263469"/>
                  <a:gd name="connsiteX171" fmla="*/ 31840 w 175841"/>
                  <a:gd name="connsiteY171" fmla="*/ 184966 h 263469"/>
                  <a:gd name="connsiteX172" fmla="*/ 31840 w 175841"/>
                  <a:gd name="connsiteY172" fmla="*/ 177438 h 263469"/>
                  <a:gd name="connsiteX173" fmla="*/ 32915 w 175841"/>
                  <a:gd name="connsiteY173" fmla="*/ 179589 h 263469"/>
                  <a:gd name="connsiteX174" fmla="*/ 33989 w 175841"/>
                  <a:gd name="connsiteY174" fmla="*/ 180665 h 263469"/>
                  <a:gd name="connsiteX175" fmla="*/ 35064 w 175841"/>
                  <a:gd name="connsiteY175" fmla="*/ 180665 h 263469"/>
                  <a:gd name="connsiteX176" fmla="*/ 36138 w 175841"/>
                  <a:gd name="connsiteY176" fmla="*/ 181740 h 263469"/>
                  <a:gd name="connsiteX177" fmla="*/ 33989 w 175841"/>
                  <a:gd name="connsiteY177" fmla="*/ 179589 h 263469"/>
                  <a:gd name="connsiteX178" fmla="*/ 31840 w 175841"/>
                  <a:gd name="connsiteY178" fmla="*/ 177438 h 263469"/>
                  <a:gd name="connsiteX179" fmla="*/ 31840 w 175841"/>
                  <a:gd name="connsiteY179" fmla="*/ 177438 h 263469"/>
                  <a:gd name="connsiteX180" fmla="*/ 32915 w 175841"/>
                  <a:gd name="connsiteY180" fmla="*/ 169911 h 263469"/>
                  <a:gd name="connsiteX181" fmla="*/ 33989 w 175841"/>
                  <a:gd name="connsiteY181" fmla="*/ 168835 h 263469"/>
                  <a:gd name="connsiteX182" fmla="*/ 33989 w 175841"/>
                  <a:gd name="connsiteY182" fmla="*/ 167760 h 263469"/>
                  <a:gd name="connsiteX183" fmla="*/ 32915 w 175841"/>
                  <a:gd name="connsiteY183" fmla="*/ 169911 h 263469"/>
                  <a:gd name="connsiteX184" fmla="*/ 32915 w 175841"/>
                  <a:gd name="connsiteY184" fmla="*/ 169911 h 263469"/>
                  <a:gd name="connsiteX185" fmla="*/ 32915 w 175841"/>
                  <a:gd name="connsiteY185" fmla="*/ 151629 h 263469"/>
                  <a:gd name="connsiteX186" fmla="*/ 32915 w 175841"/>
                  <a:gd name="connsiteY186" fmla="*/ 151629 h 263469"/>
                  <a:gd name="connsiteX187" fmla="*/ 33989 w 175841"/>
                  <a:gd name="connsiteY187" fmla="*/ 151629 h 263469"/>
                  <a:gd name="connsiteX188" fmla="*/ 32915 w 175841"/>
                  <a:gd name="connsiteY188" fmla="*/ 151629 h 263469"/>
                  <a:gd name="connsiteX189" fmla="*/ 32915 w 175841"/>
                  <a:gd name="connsiteY189" fmla="*/ 151629 h 263469"/>
                  <a:gd name="connsiteX190" fmla="*/ 32915 w 175841"/>
                  <a:gd name="connsiteY190" fmla="*/ 175288 h 263469"/>
                  <a:gd name="connsiteX191" fmla="*/ 33989 w 175841"/>
                  <a:gd name="connsiteY191" fmla="*/ 175288 h 263469"/>
                  <a:gd name="connsiteX192" fmla="*/ 37213 w 175841"/>
                  <a:gd name="connsiteY192" fmla="*/ 176363 h 263469"/>
                  <a:gd name="connsiteX193" fmla="*/ 38288 w 175841"/>
                  <a:gd name="connsiteY193" fmla="*/ 177438 h 263469"/>
                  <a:gd name="connsiteX194" fmla="*/ 39362 w 175841"/>
                  <a:gd name="connsiteY194" fmla="*/ 176363 h 263469"/>
                  <a:gd name="connsiteX195" fmla="*/ 39362 w 175841"/>
                  <a:gd name="connsiteY195" fmla="*/ 175288 h 263469"/>
                  <a:gd name="connsiteX196" fmla="*/ 37213 w 175841"/>
                  <a:gd name="connsiteY196" fmla="*/ 174212 h 263469"/>
                  <a:gd name="connsiteX197" fmla="*/ 37213 w 175841"/>
                  <a:gd name="connsiteY197" fmla="*/ 173137 h 263469"/>
                  <a:gd name="connsiteX198" fmla="*/ 32915 w 175841"/>
                  <a:gd name="connsiteY198" fmla="*/ 175288 h 263469"/>
                  <a:gd name="connsiteX199" fmla="*/ 35064 w 175841"/>
                  <a:gd name="connsiteY199" fmla="*/ 150554 h 263469"/>
                  <a:gd name="connsiteX200" fmla="*/ 37213 w 175841"/>
                  <a:gd name="connsiteY200" fmla="*/ 149478 h 263469"/>
                  <a:gd name="connsiteX201" fmla="*/ 39362 w 175841"/>
                  <a:gd name="connsiteY201" fmla="*/ 148403 h 263469"/>
                  <a:gd name="connsiteX202" fmla="*/ 39362 w 175841"/>
                  <a:gd name="connsiteY202" fmla="*/ 148403 h 263469"/>
                  <a:gd name="connsiteX203" fmla="*/ 37213 w 175841"/>
                  <a:gd name="connsiteY203" fmla="*/ 148403 h 263469"/>
                  <a:gd name="connsiteX204" fmla="*/ 35064 w 175841"/>
                  <a:gd name="connsiteY204" fmla="*/ 148403 h 263469"/>
                  <a:gd name="connsiteX205" fmla="*/ 35064 w 175841"/>
                  <a:gd name="connsiteY205" fmla="*/ 150554 h 263469"/>
                  <a:gd name="connsiteX206" fmla="*/ 33989 w 175841"/>
                  <a:gd name="connsiteY206" fmla="*/ 164534 h 263469"/>
                  <a:gd name="connsiteX207" fmla="*/ 33989 w 175841"/>
                  <a:gd name="connsiteY207" fmla="*/ 164534 h 263469"/>
                  <a:gd name="connsiteX208" fmla="*/ 36138 w 175841"/>
                  <a:gd name="connsiteY208" fmla="*/ 163458 h 263469"/>
                  <a:gd name="connsiteX209" fmla="*/ 35064 w 175841"/>
                  <a:gd name="connsiteY209" fmla="*/ 163458 h 263469"/>
                  <a:gd name="connsiteX210" fmla="*/ 33989 w 175841"/>
                  <a:gd name="connsiteY210" fmla="*/ 164534 h 263469"/>
                  <a:gd name="connsiteX211" fmla="*/ 36138 w 175841"/>
                  <a:gd name="connsiteY211" fmla="*/ 147328 h 263469"/>
                  <a:gd name="connsiteX212" fmla="*/ 37213 w 175841"/>
                  <a:gd name="connsiteY212" fmla="*/ 147328 h 263469"/>
                  <a:gd name="connsiteX213" fmla="*/ 38288 w 175841"/>
                  <a:gd name="connsiteY213" fmla="*/ 147328 h 263469"/>
                  <a:gd name="connsiteX214" fmla="*/ 39362 w 175841"/>
                  <a:gd name="connsiteY214" fmla="*/ 146252 h 263469"/>
                  <a:gd name="connsiteX215" fmla="*/ 39362 w 175841"/>
                  <a:gd name="connsiteY215" fmla="*/ 145177 h 263469"/>
                  <a:gd name="connsiteX216" fmla="*/ 38288 w 175841"/>
                  <a:gd name="connsiteY216" fmla="*/ 143026 h 263469"/>
                  <a:gd name="connsiteX217" fmla="*/ 39362 w 175841"/>
                  <a:gd name="connsiteY217" fmla="*/ 141951 h 263469"/>
                  <a:gd name="connsiteX218" fmla="*/ 42586 w 175841"/>
                  <a:gd name="connsiteY218" fmla="*/ 141951 h 263469"/>
                  <a:gd name="connsiteX219" fmla="*/ 43661 w 175841"/>
                  <a:gd name="connsiteY219" fmla="*/ 140875 h 263469"/>
                  <a:gd name="connsiteX220" fmla="*/ 43661 w 175841"/>
                  <a:gd name="connsiteY220" fmla="*/ 139800 h 263469"/>
                  <a:gd name="connsiteX221" fmla="*/ 43661 w 175841"/>
                  <a:gd name="connsiteY221" fmla="*/ 136574 h 263469"/>
                  <a:gd name="connsiteX222" fmla="*/ 43661 w 175841"/>
                  <a:gd name="connsiteY222" fmla="*/ 135498 h 263469"/>
                  <a:gd name="connsiteX223" fmla="*/ 45810 w 175841"/>
                  <a:gd name="connsiteY223" fmla="*/ 135498 h 263469"/>
                  <a:gd name="connsiteX224" fmla="*/ 45810 w 175841"/>
                  <a:gd name="connsiteY224" fmla="*/ 132272 h 263469"/>
                  <a:gd name="connsiteX225" fmla="*/ 46885 w 175841"/>
                  <a:gd name="connsiteY225" fmla="*/ 132272 h 263469"/>
                  <a:gd name="connsiteX226" fmla="*/ 47959 w 175841"/>
                  <a:gd name="connsiteY226" fmla="*/ 132272 h 263469"/>
                  <a:gd name="connsiteX227" fmla="*/ 46885 w 175841"/>
                  <a:gd name="connsiteY227" fmla="*/ 131197 h 263469"/>
                  <a:gd name="connsiteX228" fmla="*/ 45810 w 175841"/>
                  <a:gd name="connsiteY228" fmla="*/ 131197 h 263469"/>
                  <a:gd name="connsiteX229" fmla="*/ 47959 w 175841"/>
                  <a:gd name="connsiteY229" fmla="*/ 131197 h 263469"/>
                  <a:gd name="connsiteX230" fmla="*/ 50109 w 175841"/>
                  <a:gd name="connsiteY230" fmla="*/ 130121 h 263469"/>
                  <a:gd name="connsiteX231" fmla="*/ 51184 w 175841"/>
                  <a:gd name="connsiteY231" fmla="*/ 127971 h 263469"/>
                  <a:gd name="connsiteX232" fmla="*/ 52258 w 175841"/>
                  <a:gd name="connsiteY232" fmla="*/ 125820 h 263469"/>
                  <a:gd name="connsiteX233" fmla="*/ 53332 w 175841"/>
                  <a:gd name="connsiteY233" fmla="*/ 124745 h 263469"/>
                  <a:gd name="connsiteX234" fmla="*/ 54407 w 175841"/>
                  <a:gd name="connsiteY234" fmla="*/ 122594 h 263469"/>
                  <a:gd name="connsiteX235" fmla="*/ 55482 w 175841"/>
                  <a:gd name="connsiteY235" fmla="*/ 120443 h 263469"/>
                  <a:gd name="connsiteX236" fmla="*/ 55482 w 175841"/>
                  <a:gd name="connsiteY236" fmla="*/ 118292 h 263469"/>
                  <a:gd name="connsiteX237" fmla="*/ 52258 w 175841"/>
                  <a:gd name="connsiteY237" fmla="*/ 120443 h 263469"/>
                  <a:gd name="connsiteX238" fmla="*/ 50109 w 175841"/>
                  <a:gd name="connsiteY238" fmla="*/ 124745 h 263469"/>
                  <a:gd name="connsiteX239" fmla="*/ 49034 w 175841"/>
                  <a:gd name="connsiteY239" fmla="*/ 127971 h 263469"/>
                  <a:gd name="connsiteX240" fmla="*/ 49034 w 175841"/>
                  <a:gd name="connsiteY240" fmla="*/ 127971 h 263469"/>
                  <a:gd name="connsiteX241" fmla="*/ 50109 w 175841"/>
                  <a:gd name="connsiteY241" fmla="*/ 126895 h 263469"/>
                  <a:gd name="connsiteX242" fmla="*/ 49034 w 175841"/>
                  <a:gd name="connsiteY242" fmla="*/ 126895 h 263469"/>
                  <a:gd name="connsiteX243" fmla="*/ 49034 w 175841"/>
                  <a:gd name="connsiteY243" fmla="*/ 130121 h 263469"/>
                  <a:gd name="connsiteX244" fmla="*/ 49034 w 175841"/>
                  <a:gd name="connsiteY244" fmla="*/ 132272 h 263469"/>
                  <a:gd name="connsiteX245" fmla="*/ 47959 w 175841"/>
                  <a:gd name="connsiteY245" fmla="*/ 132272 h 263469"/>
                  <a:gd name="connsiteX246" fmla="*/ 47959 w 175841"/>
                  <a:gd name="connsiteY246" fmla="*/ 131197 h 263469"/>
                  <a:gd name="connsiteX247" fmla="*/ 44735 w 175841"/>
                  <a:gd name="connsiteY247" fmla="*/ 137649 h 263469"/>
                  <a:gd name="connsiteX248" fmla="*/ 44735 w 175841"/>
                  <a:gd name="connsiteY248" fmla="*/ 137649 h 263469"/>
                  <a:gd name="connsiteX249" fmla="*/ 42586 w 175841"/>
                  <a:gd name="connsiteY249" fmla="*/ 139800 h 263469"/>
                  <a:gd name="connsiteX250" fmla="*/ 41512 w 175841"/>
                  <a:gd name="connsiteY250" fmla="*/ 141951 h 263469"/>
                  <a:gd name="connsiteX251" fmla="*/ 36138 w 175841"/>
                  <a:gd name="connsiteY251" fmla="*/ 147328 h 263469"/>
                  <a:gd name="connsiteX252" fmla="*/ 37213 w 175841"/>
                  <a:gd name="connsiteY252" fmla="*/ 161308 h 263469"/>
                  <a:gd name="connsiteX253" fmla="*/ 39362 w 175841"/>
                  <a:gd name="connsiteY253" fmla="*/ 159157 h 263469"/>
                  <a:gd name="connsiteX254" fmla="*/ 38288 w 175841"/>
                  <a:gd name="connsiteY254" fmla="*/ 159157 h 263469"/>
                  <a:gd name="connsiteX255" fmla="*/ 37213 w 175841"/>
                  <a:gd name="connsiteY255" fmla="*/ 161308 h 263469"/>
                  <a:gd name="connsiteX256" fmla="*/ 38288 w 175841"/>
                  <a:gd name="connsiteY256" fmla="*/ 157006 h 263469"/>
                  <a:gd name="connsiteX257" fmla="*/ 39362 w 175841"/>
                  <a:gd name="connsiteY257" fmla="*/ 157006 h 263469"/>
                  <a:gd name="connsiteX258" fmla="*/ 40437 w 175841"/>
                  <a:gd name="connsiteY258" fmla="*/ 155931 h 263469"/>
                  <a:gd name="connsiteX259" fmla="*/ 39362 w 175841"/>
                  <a:gd name="connsiteY259" fmla="*/ 155931 h 263469"/>
                  <a:gd name="connsiteX260" fmla="*/ 38288 w 175841"/>
                  <a:gd name="connsiteY260" fmla="*/ 157006 h 263469"/>
                  <a:gd name="connsiteX261" fmla="*/ 38288 w 175841"/>
                  <a:gd name="connsiteY261" fmla="*/ 164534 h 263469"/>
                  <a:gd name="connsiteX262" fmla="*/ 38288 w 175841"/>
                  <a:gd name="connsiteY262" fmla="*/ 164534 h 263469"/>
                  <a:gd name="connsiteX263" fmla="*/ 39362 w 175841"/>
                  <a:gd name="connsiteY263" fmla="*/ 164534 h 263469"/>
                  <a:gd name="connsiteX264" fmla="*/ 38288 w 175841"/>
                  <a:gd name="connsiteY264" fmla="*/ 164534 h 263469"/>
                  <a:gd name="connsiteX265" fmla="*/ 38288 w 175841"/>
                  <a:gd name="connsiteY265" fmla="*/ 164534 h 263469"/>
                  <a:gd name="connsiteX266" fmla="*/ 39362 w 175841"/>
                  <a:gd name="connsiteY266" fmla="*/ 169911 h 263469"/>
                  <a:gd name="connsiteX267" fmla="*/ 39362 w 175841"/>
                  <a:gd name="connsiteY267" fmla="*/ 172061 h 263469"/>
                  <a:gd name="connsiteX268" fmla="*/ 39362 w 175841"/>
                  <a:gd name="connsiteY268" fmla="*/ 173137 h 263469"/>
                  <a:gd name="connsiteX269" fmla="*/ 40437 w 175841"/>
                  <a:gd name="connsiteY269" fmla="*/ 169911 h 263469"/>
                  <a:gd name="connsiteX270" fmla="*/ 39362 w 175841"/>
                  <a:gd name="connsiteY270" fmla="*/ 169911 h 263469"/>
                  <a:gd name="connsiteX271" fmla="*/ 39362 w 175841"/>
                  <a:gd name="connsiteY271" fmla="*/ 169911 h 263469"/>
                  <a:gd name="connsiteX272" fmla="*/ 41512 w 175841"/>
                  <a:gd name="connsiteY272" fmla="*/ 154855 h 263469"/>
                  <a:gd name="connsiteX273" fmla="*/ 41512 w 175841"/>
                  <a:gd name="connsiteY273" fmla="*/ 154855 h 263469"/>
                  <a:gd name="connsiteX274" fmla="*/ 41512 w 175841"/>
                  <a:gd name="connsiteY274" fmla="*/ 153780 h 263469"/>
                  <a:gd name="connsiteX275" fmla="*/ 41512 w 175841"/>
                  <a:gd name="connsiteY275" fmla="*/ 154855 h 263469"/>
                  <a:gd name="connsiteX276" fmla="*/ 41512 w 175841"/>
                  <a:gd name="connsiteY276" fmla="*/ 154855 h 263469"/>
                  <a:gd name="connsiteX277" fmla="*/ 41512 w 175841"/>
                  <a:gd name="connsiteY277" fmla="*/ 165609 h 263469"/>
                  <a:gd name="connsiteX278" fmla="*/ 41512 w 175841"/>
                  <a:gd name="connsiteY278" fmla="*/ 165609 h 263469"/>
                  <a:gd name="connsiteX279" fmla="*/ 41512 w 175841"/>
                  <a:gd name="connsiteY279" fmla="*/ 164534 h 263469"/>
                  <a:gd name="connsiteX280" fmla="*/ 41512 w 175841"/>
                  <a:gd name="connsiteY280" fmla="*/ 165609 h 263469"/>
                  <a:gd name="connsiteX281" fmla="*/ 41512 w 175841"/>
                  <a:gd name="connsiteY281" fmla="*/ 165609 h 263469"/>
                  <a:gd name="connsiteX282" fmla="*/ 42586 w 175841"/>
                  <a:gd name="connsiteY282" fmla="*/ 160232 h 263469"/>
                  <a:gd name="connsiteX283" fmla="*/ 43661 w 175841"/>
                  <a:gd name="connsiteY283" fmla="*/ 158081 h 263469"/>
                  <a:gd name="connsiteX284" fmla="*/ 43661 w 175841"/>
                  <a:gd name="connsiteY284" fmla="*/ 158081 h 263469"/>
                  <a:gd name="connsiteX285" fmla="*/ 42586 w 175841"/>
                  <a:gd name="connsiteY285" fmla="*/ 159157 h 263469"/>
                  <a:gd name="connsiteX286" fmla="*/ 41512 w 175841"/>
                  <a:gd name="connsiteY286" fmla="*/ 159157 h 263469"/>
                  <a:gd name="connsiteX287" fmla="*/ 42586 w 175841"/>
                  <a:gd name="connsiteY287" fmla="*/ 160232 h 263469"/>
                  <a:gd name="connsiteX288" fmla="*/ 45810 w 175841"/>
                  <a:gd name="connsiteY288" fmla="*/ 154855 h 263469"/>
                  <a:gd name="connsiteX289" fmla="*/ 47959 w 175841"/>
                  <a:gd name="connsiteY289" fmla="*/ 154855 h 263469"/>
                  <a:gd name="connsiteX290" fmla="*/ 47959 w 175841"/>
                  <a:gd name="connsiteY290" fmla="*/ 153780 h 263469"/>
                  <a:gd name="connsiteX291" fmla="*/ 46885 w 175841"/>
                  <a:gd name="connsiteY291" fmla="*/ 152705 h 263469"/>
                  <a:gd name="connsiteX292" fmla="*/ 47959 w 175841"/>
                  <a:gd name="connsiteY292" fmla="*/ 151629 h 263469"/>
                  <a:gd name="connsiteX293" fmla="*/ 49034 w 175841"/>
                  <a:gd name="connsiteY293" fmla="*/ 150554 h 263469"/>
                  <a:gd name="connsiteX294" fmla="*/ 44735 w 175841"/>
                  <a:gd name="connsiteY294" fmla="*/ 152705 h 263469"/>
                  <a:gd name="connsiteX295" fmla="*/ 45810 w 175841"/>
                  <a:gd name="connsiteY295" fmla="*/ 154855 h 263469"/>
                  <a:gd name="connsiteX296" fmla="*/ 51184 w 175841"/>
                  <a:gd name="connsiteY296" fmla="*/ 146252 h 263469"/>
                  <a:gd name="connsiteX297" fmla="*/ 53332 w 175841"/>
                  <a:gd name="connsiteY297" fmla="*/ 144102 h 263469"/>
                  <a:gd name="connsiteX298" fmla="*/ 52258 w 175841"/>
                  <a:gd name="connsiteY298" fmla="*/ 144102 h 263469"/>
                  <a:gd name="connsiteX299" fmla="*/ 50109 w 175841"/>
                  <a:gd name="connsiteY299" fmla="*/ 146252 h 263469"/>
                  <a:gd name="connsiteX300" fmla="*/ 51184 w 175841"/>
                  <a:gd name="connsiteY300" fmla="*/ 146252 h 263469"/>
                  <a:gd name="connsiteX301" fmla="*/ 50109 w 175841"/>
                  <a:gd name="connsiteY301" fmla="*/ 138725 h 263469"/>
                  <a:gd name="connsiteX302" fmla="*/ 52258 w 175841"/>
                  <a:gd name="connsiteY302" fmla="*/ 137649 h 263469"/>
                  <a:gd name="connsiteX303" fmla="*/ 53332 w 175841"/>
                  <a:gd name="connsiteY303" fmla="*/ 135498 h 263469"/>
                  <a:gd name="connsiteX304" fmla="*/ 51184 w 175841"/>
                  <a:gd name="connsiteY304" fmla="*/ 137649 h 263469"/>
                  <a:gd name="connsiteX305" fmla="*/ 50109 w 175841"/>
                  <a:gd name="connsiteY305" fmla="*/ 138725 h 263469"/>
                  <a:gd name="connsiteX306" fmla="*/ 54407 w 175841"/>
                  <a:gd name="connsiteY306" fmla="*/ 139800 h 263469"/>
                  <a:gd name="connsiteX307" fmla="*/ 56557 w 175841"/>
                  <a:gd name="connsiteY307" fmla="*/ 136574 h 263469"/>
                  <a:gd name="connsiteX308" fmla="*/ 55482 w 175841"/>
                  <a:gd name="connsiteY308" fmla="*/ 137649 h 263469"/>
                  <a:gd name="connsiteX309" fmla="*/ 54407 w 175841"/>
                  <a:gd name="connsiteY309" fmla="*/ 139800 h 263469"/>
                  <a:gd name="connsiteX310" fmla="*/ 55482 w 175841"/>
                  <a:gd name="connsiteY310" fmla="*/ 115066 h 263469"/>
                  <a:gd name="connsiteX311" fmla="*/ 57631 w 175841"/>
                  <a:gd name="connsiteY311" fmla="*/ 115066 h 263469"/>
                  <a:gd name="connsiteX312" fmla="*/ 58706 w 175841"/>
                  <a:gd name="connsiteY312" fmla="*/ 115066 h 263469"/>
                  <a:gd name="connsiteX313" fmla="*/ 58706 w 175841"/>
                  <a:gd name="connsiteY313" fmla="*/ 111840 h 263469"/>
                  <a:gd name="connsiteX314" fmla="*/ 56557 w 175841"/>
                  <a:gd name="connsiteY314" fmla="*/ 110765 h 263469"/>
                  <a:gd name="connsiteX315" fmla="*/ 56557 w 175841"/>
                  <a:gd name="connsiteY315" fmla="*/ 111840 h 263469"/>
                  <a:gd name="connsiteX316" fmla="*/ 56557 w 175841"/>
                  <a:gd name="connsiteY316" fmla="*/ 112915 h 263469"/>
                  <a:gd name="connsiteX317" fmla="*/ 55482 w 175841"/>
                  <a:gd name="connsiteY317" fmla="*/ 115066 h 263469"/>
                  <a:gd name="connsiteX318" fmla="*/ 55482 w 175841"/>
                  <a:gd name="connsiteY318" fmla="*/ 115066 h 263469"/>
                  <a:gd name="connsiteX319" fmla="*/ 56557 w 175841"/>
                  <a:gd name="connsiteY319" fmla="*/ 135498 h 263469"/>
                  <a:gd name="connsiteX320" fmla="*/ 61930 w 175841"/>
                  <a:gd name="connsiteY320" fmla="*/ 130121 h 263469"/>
                  <a:gd name="connsiteX321" fmla="*/ 61930 w 175841"/>
                  <a:gd name="connsiteY321" fmla="*/ 127971 h 263469"/>
                  <a:gd name="connsiteX322" fmla="*/ 60855 w 175841"/>
                  <a:gd name="connsiteY322" fmla="*/ 127971 h 263469"/>
                  <a:gd name="connsiteX323" fmla="*/ 58706 w 175841"/>
                  <a:gd name="connsiteY323" fmla="*/ 130121 h 263469"/>
                  <a:gd name="connsiteX324" fmla="*/ 56557 w 175841"/>
                  <a:gd name="connsiteY324" fmla="*/ 133348 h 263469"/>
                  <a:gd name="connsiteX325" fmla="*/ 56557 w 175841"/>
                  <a:gd name="connsiteY325" fmla="*/ 135498 h 263469"/>
                  <a:gd name="connsiteX326" fmla="*/ 61930 w 175841"/>
                  <a:gd name="connsiteY326" fmla="*/ 109689 h 263469"/>
                  <a:gd name="connsiteX327" fmla="*/ 61930 w 175841"/>
                  <a:gd name="connsiteY327" fmla="*/ 109689 h 263469"/>
                  <a:gd name="connsiteX328" fmla="*/ 59781 w 175841"/>
                  <a:gd name="connsiteY328" fmla="*/ 109689 h 263469"/>
                  <a:gd name="connsiteX329" fmla="*/ 61930 w 175841"/>
                  <a:gd name="connsiteY329" fmla="*/ 109689 h 263469"/>
                  <a:gd name="connsiteX330" fmla="*/ 59781 w 175841"/>
                  <a:gd name="connsiteY330" fmla="*/ 111840 h 263469"/>
                  <a:gd name="connsiteX331" fmla="*/ 59781 w 175841"/>
                  <a:gd name="connsiteY331" fmla="*/ 111840 h 263469"/>
                  <a:gd name="connsiteX332" fmla="*/ 60855 w 175841"/>
                  <a:gd name="connsiteY332" fmla="*/ 111840 h 263469"/>
                  <a:gd name="connsiteX333" fmla="*/ 59781 w 175841"/>
                  <a:gd name="connsiteY333" fmla="*/ 110765 h 263469"/>
                  <a:gd name="connsiteX334" fmla="*/ 59781 w 175841"/>
                  <a:gd name="connsiteY334" fmla="*/ 111840 h 263469"/>
                  <a:gd name="connsiteX335" fmla="*/ 61930 w 175841"/>
                  <a:gd name="connsiteY335" fmla="*/ 138725 h 263469"/>
                  <a:gd name="connsiteX336" fmla="*/ 61930 w 175841"/>
                  <a:gd name="connsiteY336" fmla="*/ 137649 h 263469"/>
                  <a:gd name="connsiteX337" fmla="*/ 61930 w 175841"/>
                  <a:gd name="connsiteY337" fmla="*/ 138725 h 263469"/>
                  <a:gd name="connsiteX338" fmla="*/ 61930 w 175841"/>
                  <a:gd name="connsiteY338" fmla="*/ 138725 h 263469"/>
                  <a:gd name="connsiteX339" fmla="*/ 61930 w 175841"/>
                  <a:gd name="connsiteY339" fmla="*/ 105388 h 263469"/>
                  <a:gd name="connsiteX340" fmla="*/ 65154 w 175841"/>
                  <a:gd name="connsiteY340" fmla="*/ 104312 h 263469"/>
                  <a:gd name="connsiteX341" fmla="*/ 65154 w 175841"/>
                  <a:gd name="connsiteY341" fmla="*/ 103237 h 263469"/>
                  <a:gd name="connsiteX342" fmla="*/ 61930 w 175841"/>
                  <a:gd name="connsiteY342" fmla="*/ 105388 h 263469"/>
                  <a:gd name="connsiteX343" fmla="*/ 61930 w 175841"/>
                  <a:gd name="connsiteY343" fmla="*/ 105388 h 263469"/>
                  <a:gd name="connsiteX344" fmla="*/ 64079 w 175841"/>
                  <a:gd name="connsiteY344" fmla="*/ 124745 h 263469"/>
                  <a:gd name="connsiteX345" fmla="*/ 64079 w 175841"/>
                  <a:gd name="connsiteY345" fmla="*/ 122594 h 263469"/>
                  <a:gd name="connsiteX346" fmla="*/ 63004 w 175841"/>
                  <a:gd name="connsiteY346" fmla="*/ 123669 h 263469"/>
                  <a:gd name="connsiteX347" fmla="*/ 64079 w 175841"/>
                  <a:gd name="connsiteY347" fmla="*/ 124745 h 263469"/>
                  <a:gd name="connsiteX348" fmla="*/ 65154 w 175841"/>
                  <a:gd name="connsiteY348" fmla="*/ 106463 h 263469"/>
                  <a:gd name="connsiteX349" fmla="*/ 65154 w 175841"/>
                  <a:gd name="connsiteY349" fmla="*/ 106463 h 263469"/>
                  <a:gd name="connsiteX350" fmla="*/ 65154 w 175841"/>
                  <a:gd name="connsiteY350" fmla="*/ 106463 h 263469"/>
                  <a:gd name="connsiteX351" fmla="*/ 65154 w 175841"/>
                  <a:gd name="connsiteY351" fmla="*/ 106463 h 263469"/>
                  <a:gd name="connsiteX352" fmla="*/ 65154 w 175841"/>
                  <a:gd name="connsiteY352" fmla="*/ 106463 h 263469"/>
                  <a:gd name="connsiteX353" fmla="*/ 64079 w 175841"/>
                  <a:gd name="connsiteY353" fmla="*/ 102162 h 263469"/>
                  <a:gd name="connsiteX354" fmla="*/ 66228 w 175841"/>
                  <a:gd name="connsiteY354" fmla="*/ 100011 h 263469"/>
                  <a:gd name="connsiteX355" fmla="*/ 65154 w 175841"/>
                  <a:gd name="connsiteY355" fmla="*/ 101086 h 263469"/>
                  <a:gd name="connsiteX356" fmla="*/ 64079 w 175841"/>
                  <a:gd name="connsiteY356" fmla="*/ 102162 h 263469"/>
                  <a:gd name="connsiteX357" fmla="*/ 67303 w 175841"/>
                  <a:gd name="connsiteY357" fmla="*/ 122594 h 263469"/>
                  <a:gd name="connsiteX358" fmla="*/ 68378 w 175841"/>
                  <a:gd name="connsiteY358" fmla="*/ 122594 h 263469"/>
                  <a:gd name="connsiteX359" fmla="*/ 67303 w 175841"/>
                  <a:gd name="connsiteY359" fmla="*/ 121518 h 263469"/>
                  <a:gd name="connsiteX360" fmla="*/ 67303 w 175841"/>
                  <a:gd name="connsiteY360" fmla="*/ 122594 h 263469"/>
                  <a:gd name="connsiteX361" fmla="*/ 67303 w 175841"/>
                  <a:gd name="connsiteY361" fmla="*/ 122594 h 263469"/>
                  <a:gd name="connsiteX362" fmla="*/ 67303 w 175841"/>
                  <a:gd name="connsiteY362" fmla="*/ 98935 h 263469"/>
                  <a:gd name="connsiteX363" fmla="*/ 69452 w 175841"/>
                  <a:gd name="connsiteY363" fmla="*/ 96785 h 263469"/>
                  <a:gd name="connsiteX364" fmla="*/ 70527 w 175841"/>
                  <a:gd name="connsiteY364" fmla="*/ 94634 h 263469"/>
                  <a:gd name="connsiteX365" fmla="*/ 70527 w 175841"/>
                  <a:gd name="connsiteY365" fmla="*/ 95709 h 263469"/>
                  <a:gd name="connsiteX366" fmla="*/ 70527 w 175841"/>
                  <a:gd name="connsiteY366" fmla="*/ 96785 h 263469"/>
                  <a:gd name="connsiteX367" fmla="*/ 75900 w 175841"/>
                  <a:gd name="connsiteY367" fmla="*/ 91408 h 263469"/>
                  <a:gd name="connsiteX368" fmla="*/ 74825 w 175841"/>
                  <a:gd name="connsiteY368" fmla="*/ 92483 h 263469"/>
                  <a:gd name="connsiteX369" fmla="*/ 72676 w 175841"/>
                  <a:gd name="connsiteY369" fmla="*/ 92483 h 263469"/>
                  <a:gd name="connsiteX370" fmla="*/ 70527 w 175841"/>
                  <a:gd name="connsiteY370" fmla="*/ 93558 h 263469"/>
                  <a:gd name="connsiteX371" fmla="*/ 69452 w 175841"/>
                  <a:gd name="connsiteY371" fmla="*/ 96785 h 263469"/>
                  <a:gd name="connsiteX372" fmla="*/ 67303 w 175841"/>
                  <a:gd name="connsiteY372" fmla="*/ 98935 h 263469"/>
                  <a:gd name="connsiteX373" fmla="*/ 67303 w 175841"/>
                  <a:gd name="connsiteY373" fmla="*/ 98935 h 263469"/>
                  <a:gd name="connsiteX374" fmla="*/ 68378 w 175841"/>
                  <a:gd name="connsiteY374" fmla="*/ 116141 h 263469"/>
                  <a:gd name="connsiteX375" fmla="*/ 68378 w 175841"/>
                  <a:gd name="connsiteY375" fmla="*/ 116141 h 263469"/>
                  <a:gd name="connsiteX376" fmla="*/ 69452 w 175841"/>
                  <a:gd name="connsiteY376" fmla="*/ 116141 h 263469"/>
                  <a:gd name="connsiteX377" fmla="*/ 68378 w 175841"/>
                  <a:gd name="connsiteY377" fmla="*/ 116141 h 263469"/>
                  <a:gd name="connsiteX378" fmla="*/ 68378 w 175841"/>
                  <a:gd name="connsiteY378" fmla="*/ 116141 h 263469"/>
                  <a:gd name="connsiteX379" fmla="*/ 72676 w 175841"/>
                  <a:gd name="connsiteY379" fmla="*/ 90332 h 263469"/>
                  <a:gd name="connsiteX380" fmla="*/ 72676 w 175841"/>
                  <a:gd name="connsiteY380" fmla="*/ 90332 h 263469"/>
                  <a:gd name="connsiteX381" fmla="*/ 73751 w 175841"/>
                  <a:gd name="connsiteY381" fmla="*/ 89257 h 263469"/>
                  <a:gd name="connsiteX382" fmla="*/ 72676 w 175841"/>
                  <a:gd name="connsiteY382" fmla="*/ 90332 h 263469"/>
                  <a:gd name="connsiteX383" fmla="*/ 73751 w 175841"/>
                  <a:gd name="connsiteY383" fmla="*/ 111840 h 263469"/>
                  <a:gd name="connsiteX384" fmla="*/ 74825 w 175841"/>
                  <a:gd name="connsiteY384" fmla="*/ 110765 h 263469"/>
                  <a:gd name="connsiteX385" fmla="*/ 73751 w 175841"/>
                  <a:gd name="connsiteY385" fmla="*/ 111840 h 263469"/>
                  <a:gd name="connsiteX386" fmla="*/ 73751 w 175841"/>
                  <a:gd name="connsiteY386" fmla="*/ 111840 h 263469"/>
                  <a:gd name="connsiteX387" fmla="*/ 86647 w 175841"/>
                  <a:gd name="connsiteY387" fmla="*/ 96785 h 263469"/>
                  <a:gd name="connsiteX388" fmla="*/ 86647 w 175841"/>
                  <a:gd name="connsiteY388" fmla="*/ 96785 h 263469"/>
                  <a:gd name="connsiteX389" fmla="*/ 86647 w 175841"/>
                  <a:gd name="connsiteY389" fmla="*/ 95709 h 263469"/>
                  <a:gd name="connsiteX390" fmla="*/ 86647 w 175841"/>
                  <a:gd name="connsiteY390" fmla="*/ 96785 h 263469"/>
                  <a:gd name="connsiteX391" fmla="*/ 86647 w 175841"/>
                  <a:gd name="connsiteY391" fmla="*/ 96785 h 263469"/>
                  <a:gd name="connsiteX392" fmla="*/ 89870 w 175841"/>
                  <a:gd name="connsiteY392" fmla="*/ 94634 h 263469"/>
                  <a:gd name="connsiteX393" fmla="*/ 89870 w 175841"/>
                  <a:gd name="connsiteY393" fmla="*/ 94634 h 263469"/>
                  <a:gd name="connsiteX394" fmla="*/ 89870 w 175841"/>
                  <a:gd name="connsiteY394" fmla="*/ 94634 h 263469"/>
                  <a:gd name="connsiteX395" fmla="*/ 89870 w 175841"/>
                  <a:gd name="connsiteY395" fmla="*/ 94634 h 263469"/>
                  <a:gd name="connsiteX396" fmla="*/ 92020 w 175841"/>
                  <a:gd name="connsiteY396" fmla="*/ 91408 h 263469"/>
                  <a:gd name="connsiteX397" fmla="*/ 93094 w 175841"/>
                  <a:gd name="connsiteY397" fmla="*/ 90332 h 263469"/>
                  <a:gd name="connsiteX398" fmla="*/ 92020 w 175841"/>
                  <a:gd name="connsiteY398" fmla="*/ 91408 h 263469"/>
                  <a:gd name="connsiteX399" fmla="*/ 92020 w 175841"/>
                  <a:gd name="connsiteY399" fmla="*/ 91408 h 263469"/>
                  <a:gd name="connsiteX400" fmla="*/ 93094 w 175841"/>
                  <a:gd name="connsiteY400" fmla="*/ 65598 h 263469"/>
                  <a:gd name="connsiteX401" fmla="*/ 93094 w 175841"/>
                  <a:gd name="connsiteY401" fmla="*/ 64523 h 263469"/>
                  <a:gd name="connsiteX402" fmla="*/ 92020 w 175841"/>
                  <a:gd name="connsiteY402" fmla="*/ 64523 h 263469"/>
                  <a:gd name="connsiteX403" fmla="*/ 93094 w 175841"/>
                  <a:gd name="connsiteY403" fmla="*/ 65598 h 263469"/>
                  <a:gd name="connsiteX404" fmla="*/ 93094 w 175841"/>
                  <a:gd name="connsiteY404" fmla="*/ 65598 h 263469"/>
                  <a:gd name="connsiteX405" fmla="*/ 99542 w 175841"/>
                  <a:gd name="connsiteY405" fmla="*/ 59146 h 263469"/>
                  <a:gd name="connsiteX406" fmla="*/ 99542 w 175841"/>
                  <a:gd name="connsiteY406" fmla="*/ 59146 h 263469"/>
                  <a:gd name="connsiteX407" fmla="*/ 98467 w 175841"/>
                  <a:gd name="connsiteY407" fmla="*/ 58071 h 263469"/>
                  <a:gd name="connsiteX408" fmla="*/ 99542 w 175841"/>
                  <a:gd name="connsiteY408" fmla="*/ 59146 h 263469"/>
                  <a:gd name="connsiteX409" fmla="*/ 101691 w 175841"/>
                  <a:gd name="connsiteY409" fmla="*/ 54845 h 263469"/>
                  <a:gd name="connsiteX410" fmla="*/ 102766 w 175841"/>
                  <a:gd name="connsiteY410" fmla="*/ 53769 h 263469"/>
                  <a:gd name="connsiteX411" fmla="*/ 102766 w 175841"/>
                  <a:gd name="connsiteY411" fmla="*/ 52694 h 263469"/>
                  <a:gd name="connsiteX412" fmla="*/ 102766 w 175841"/>
                  <a:gd name="connsiteY412" fmla="*/ 50543 h 263469"/>
                  <a:gd name="connsiteX413" fmla="*/ 101691 w 175841"/>
                  <a:gd name="connsiteY413" fmla="*/ 51618 h 263469"/>
                  <a:gd name="connsiteX414" fmla="*/ 101691 w 175841"/>
                  <a:gd name="connsiteY414" fmla="*/ 54845 h 263469"/>
                  <a:gd name="connsiteX415" fmla="*/ 101691 w 175841"/>
                  <a:gd name="connsiteY415" fmla="*/ 54845 h 2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175841" h="263469">
                    <a:moveTo>
                      <a:pt x="10347" y="187117"/>
                    </a:moveTo>
                    <a:cubicBezTo>
                      <a:pt x="13571" y="179589"/>
                      <a:pt x="24318" y="159157"/>
                      <a:pt x="27542" y="154855"/>
                    </a:cubicBezTo>
                    <a:cubicBezTo>
                      <a:pt x="28616" y="153780"/>
                      <a:pt x="31840" y="149478"/>
                      <a:pt x="33989" y="144102"/>
                    </a:cubicBezTo>
                    <a:cubicBezTo>
                      <a:pt x="37213" y="139800"/>
                      <a:pt x="40437" y="135498"/>
                      <a:pt x="41512" y="134423"/>
                    </a:cubicBezTo>
                    <a:cubicBezTo>
                      <a:pt x="42586" y="133348"/>
                      <a:pt x="43661" y="133348"/>
                      <a:pt x="42586" y="132272"/>
                    </a:cubicBezTo>
                    <a:cubicBezTo>
                      <a:pt x="42586" y="132272"/>
                      <a:pt x="42586" y="131197"/>
                      <a:pt x="44735" y="129046"/>
                    </a:cubicBezTo>
                    <a:cubicBezTo>
                      <a:pt x="45810" y="127971"/>
                      <a:pt x="46885" y="125820"/>
                      <a:pt x="46885" y="125820"/>
                    </a:cubicBezTo>
                    <a:cubicBezTo>
                      <a:pt x="46885" y="124745"/>
                      <a:pt x="49034" y="120443"/>
                      <a:pt x="50109" y="119368"/>
                    </a:cubicBezTo>
                    <a:cubicBezTo>
                      <a:pt x="51184" y="118292"/>
                      <a:pt x="57631" y="108614"/>
                      <a:pt x="57631" y="107538"/>
                    </a:cubicBezTo>
                    <a:cubicBezTo>
                      <a:pt x="57631" y="106463"/>
                      <a:pt x="65154" y="96785"/>
                      <a:pt x="65154" y="96785"/>
                    </a:cubicBezTo>
                    <a:cubicBezTo>
                      <a:pt x="65154" y="96785"/>
                      <a:pt x="69452" y="89257"/>
                      <a:pt x="69452" y="88181"/>
                    </a:cubicBezTo>
                    <a:cubicBezTo>
                      <a:pt x="69452" y="88181"/>
                      <a:pt x="68378" y="88181"/>
                      <a:pt x="68378" y="88181"/>
                    </a:cubicBezTo>
                    <a:cubicBezTo>
                      <a:pt x="67303" y="88181"/>
                      <a:pt x="66228" y="89257"/>
                      <a:pt x="65154" y="89257"/>
                    </a:cubicBezTo>
                    <a:cubicBezTo>
                      <a:pt x="64079" y="89257"/>
                      <a:pt x="61930" y="90332"/>
                      <a:pt x="58706" y="90332"/>
                    </a:cubicBezTo>
                    <a:cubicBezTo>
                      <a:pt x="57631" y="90332"/>
                      <a:pt x="47959" y="93558"/>
                      <a:pt x="46885" y="93558"/>
                    </a:cubicBezTo>
                    <a:cubicBezTo>
                      <a:pt x="45810" y="94634"/>
                      <a:pt x="38288" y="94634"/>
                      <a:pt x="33989" y="94634"/>
                    </a:cubicBezTo>
                    <a:cubicBezTo>
                      <a:pt x="26466" y="93558"/>
                      <a:pt x="20019" y="88181"/>
                      <a:pt x="21093" y="82805"/>
                    </a:cubicBezTo>
                    <a:cubicBezTo>
                      <a:pt x="21093" y="81729"/>
                      <a:pt x="22168" y="80654"/>
                      <a:pt x="23243" y="81729"/>
                    </a:cubicBezTo>
                    <a:cubicBezTo>
                      <a:pt x="24318" y="81729"/>
                      <a:pt x="29691" y="80654"/>
                      <a:pt x="36138" y="79578"/>
                    </a:cubicBezTo>
                    <a:cubicBezTo>
                      <a:pt x="52258" y="75277"/>
                      <a:pt x="55482" y="74202"/>
                      <a:pt x="81273" y="69900"/>
                    </a:cubicBezTo>
                    <a:cubicBezTo>
                      <a:pt x="83423" y="69900"/>
                      <a:pt x="84497" y="68825"/>
                      <a:pt x="85571" y="67749"/>
                    </a:cubicBezTo>
                    <a:cubicBezTo>
                      <a:pt x="85571" y="66674"/>
                      <a:pt x="87721" y="65598"/>
                      <a:pt x="88796" y="64523"/>
                    </a:cubicBezTo>
                    <a:cubicBezTo>
                      <a:pt x="89870" y="63448"/>
                      <a:pt x="90945" y="62372"/>
                      <a:pt x="90945" y="61297"/>
                    </a:cubicBezTo>
                    <a:cubicBezTo>
                      <a:pt x="90945" y="61297"/>
                      <a:pt x="90945" y="60222"/>
                      <a:pt x="90945" y="60222"/>
                    </a:cubicBezTo>
                    <a:cubicBezTo>
                      <a:pt x="93094" y="60222"/>
                      <a:pt x="95243" y="60222"/>
                      <a:pt x="95243" y="59146"/>
                    </a:cubicBezTo>
                    <a:cubicBezTo>
                      <a:pt x="95243" y="59146"/>
                      <a:pt x="94169" y="59146"/>
                      <a:pt x="94169" y="59146"/>
                    </a:cubicBezTo>
                    <a:cubicBezTo>
                      <a:pt x="93094" y="59146"/>
                      <a:pt x="93094" y="59146"/>
                      <a:pt x="93094" y="59146"/>
                    </a:cubicBezTo>
                    <a:cubicBezTo>
                      <a:pt x="93094" y="59146"/>
                      <a:pt x="105990" y="41940"/>
                      <a:pt x="108139" y="38714"/>
                    </a:cubicBezTo>
                    <a:cubicBezTo>
                      <a:pt x="109214" y="37638"/>
                      <a:pt x="111363" y="35488"/>
                      <a:pt x="111363" y="34412"/>
                    </a:cubicBezTo>
                    <a:cubicBezTo>
                      <a:pt x="112437" y="33337"/>
                      <a:pt x="113512" y="32262"/>
                      <a:pt x="113512" y="31186"/>
                    </a:cubicBezTo>
                    <a:cubicBezTo>
                      <a:pt x="115662" y="29035"/>
                      <a:pt x="124259" y="18282"/>
                      <a:pt x="126408" y="16131"/>
                    </a:cubicBezTo>
                    <a:cubicBezTo>
                      <a:pt x="129632" y="11829"/>
                      <a:pt x="139303" y="0"/>
                      <a:pt x="145751" y="0"/>
                    </a:cubicBezTo>
                    <a:cubicBezTo>
                      <a:pt x="146826" y="0"/>
                      <a:pt x="148975" y="0"/>
                      <a:pt x="151125" y="1075"/>
                    </a:cubicBezTo>
                    <a:cubicBezTo>
                      <a:pt x="156498" y="3226"/>
                      <a:pt x="158647" y="5377"/>
                      <a:pt x="158647" y="9678"/>
                    </a:cubicBezTo>
                    <a:cubicBezTo>
                      <a:pt x="158647" y="10754"/>
                      <a:pt x="158647" y="12905"/>
                      <a:pt x="158647" y="13980"/>
                    </a:cubicBezTo>
                    <a:cubicBezTo>
                      <a:pt x="158647" y="13980"/>
                      <a:pt x="158647" y="16131"/>
                      <a:pt x="157572" y="17206"/>
                    </a:cubicBezTo>
                    <a:cubicBezTo>
                      <a:pt x="156498" y="18282"/>
                      <a:pt x="155423" y="20432"/>
                      <a:pt x="154348" y="21508"/>
                    </a:cubicBezTo>
                    <a:cubicBezTo>
                      <a:pt x="154348" y="22583"/>
                      <a:pt x="148975" y="27960"/>
                      <a:pt x="144676" y="32262"/>
                    </a:cubicBezTo>
                    <a:cubicBezTo>
                      <a:pt x="139303" y="37638"/>
                      <a:pt x="135005" y="41940"/>
                      <a:pt x="135005" y="43015"/>
                    </a:cubicBezTo>
                    <a:cubicBezTo>
                      <a:pt x="133930" y="46241"/>
                      <a:pt x="126408" y="54845"/>
                      <a:pt x="125333" y="54845"/>
                    </a:cubicBezTo>
                    <a:cubicBezTo>
                      <a:pt x="125333" y="54845"/>
                      <a:pt x="123184" y="55920"/>
                      <a:pt x="122109" y="58071"/>
                    </a:cubicBezTo>
                    <a:cubicBezTo>
                      <a:pt x="121035" y="60222"/>
                      <a:pt x="119960" y="61297"/>
                      <a:pt x="118886" y="61297"/>
                    </a:cubicBezTo>
                    <a:cubicBezTo>
                      <a:pt x="118886" y="61297"/>
                      <a:pt x="118886" y="61297"/>
                      <a:pt x="118886" y="62372"/>
                    </a:cubicBezTo>
                    <a:cubicBezTo>
                      <a:pt x="118886" y="63448"/>
                      <a:pt x="122109" y="63448"/>
                      <a:pt x="129632" y="62372"/>
                    </a:cubicBezTo>
                    <a:cubicBezTo>
                      <a:pt x="144676" y="61297"/>
                      <a:pt x="162945" y="62372"/>
                      <a:pt x="168319" y="62372"/>
                    </a:cubicBezTo>
                    <a:cubicBezTo>
                      <a:pt x="172617" y="63448"/>
                      <a:pt x="175841" y="64523"/>
                      <a:pt x="175841" y="66674"/>
                    </a:cubicBezTo>
                    <a:cubicBezTo>
                      <a:pt x="175841" y="66674"/>
                      <a:pt x="171542" y="66674"/>
                      <a:pt x="167244" y="66674"/>
                    </a:cubicBezTo>
                    <a:cubicBezTo>
                      <a:pt x="159722" y="66674"/>
                      <a:pt x="147901" y="67749"/>
                      <a:pt x="136079" y="68825"/>
                    </a:cubicBezTo>
                    <a:cubicBezTo>
                      <a:pt x="131781" y="69900"/>
                      <a:pt x="126408" y="70975"/>
                      <a:pt x="126408" y="72051"/>
                    </a:cubicBezTo>
                    <a:cubicBezTo>
                      <a:pt x="126408" y="72051"/>
                      <a:pt x="125333" y="72051"/>
                      <a:pt x="124259" y="72051"/>
                    </a:cubicBezTo>
                    <a:cubicBezTo>
                      <a:pt x="123184" y="72051"/>
                      <a:pt x="121035" y="72051"/>
                      <a:pt x="121035" y="72051"/>
                    </a:cubicBezTo>
                    <a:cubicBezTo>
                      <a:pt x="121035" y="72051"/>
                      <a:pt x="119960" y="73126"/>
                      <a:pt x="118886" y="73126"/>
                    </a:cubicBezTo>
                    <a:cubicBezTo>
                      <a:pt x="114587" y="73126"/>
                      <a:pt x="110289" y="74202"/>
                      <a:pt x="110289" y="75277"/>
                    </a:cubicBezTo>
                    <a:cubicBezTo>
                      <a:pt x="110289" y="75277"/>
                      <a:pt x="109214" y="76352"/>
                      <a:pt x="109214" y="76352"/>
                    </a:cubicBezTo>
                    <a:cubicBezTo>
                      <a:pt x="108139" y="76352"/>
                      <a:pt x="107064" y="77428"/>
                      <a:pt x="107064" y="78503"/>
                    </a:cubicBezTo>
                    <a:cubicBezTo>
                      <a:pt x="107064" y="79578"/>
                      <a:pt x="105990" y="80654"/>
                      <a:pt x="103840" y="82805"/>
                    </a:cubicBezTo>
                    <a:cubicBezTo>
                      <a:pt x="101691" y="84955"/>
                      <a:pt x="99542" y="88181"/>
                      <a:pt x="97393" y="91408"/>
                    </a:cubicBezTo>
                    <a:cubicBezTo>
                      <a:pt x="93094" y="96785"/>
                      <a:pt x="93094" y="98935"/>
                      <a:pt x="88796" y="103237"/>
                    </a:cubicBezTo>
                    <a:cubicBezTo>
                      <a:pt x="88796" y="103237"/>
                      <a:pt x="87721" y="104312"/>
                      <a:pt x="87721" y="104312"/>
                    </a:cubicBezTo>
                    <a:cubicBezTo>
                      <a:pt x="87721" y="104312"/>
                      <a:pt x="85571" y="107538"/>
                      <a:pt x="82348" y="110765"/>
                    </a:cubicBezTo>
                    <a:cubicBezTo>
                      <a:pt x="79124" y="113991"/>
                      <a:pt x="76975" y="117217"/>
                      <a:pt x="76975" y="117217"/>
                    </a:cubicBezTo>
                    <a:cubicBezTo>
                      <a:pt x="76975" y="118292"/>
                      <a:pt x="70527" y="126895"/>
                      <a:pt x="69452" y="127971"/>
                    </a:cubicBezTo>
                    <a:cubicBezTo>
                      <a:pt x="69452" y="127971"/>
                      <a:pt x="63004" y="137649"/>
                      <a:pt x="63004" y="138725"/>
                    </a:cubicBezTo>
                    <a:cubicBezTo>
                      <a:pt x="61930" y="139800"/>
                      <a:pt x="60855" y="141951"/>
                      <a:pt x="57631" y="147328"/>
                    </a:cubicBezTo>
                    <a:cubicBezTo>
                      <a:pt x="47959" y="163458"/>
                      <a:pt x="41512" y="172061"/>
                      <a:pt x="40437" y="172061"/>
                    </a:cubicBezTo>
                    <a:cubicBezTo>
                      <a:pt x="39362" y="172061"/>
                      <a:pt x="39362" y="172061"/>
                      <a:pt x="40437" y="172061"/>
                    </a:cubicBezTo>
                    <a:cubicBezTo>
                      <a:pt x="41512" y="172061"/>
                      <a:pt x="41512" y="173137"/>
                      <a:pt x="39362" y="177438"/>
                    </a:cubicBezTo>
                    <a:cubicBezTo>
                      <a:pt x="36138" y="183891"/>
                      <a:pt x="33989" y="187117"/>
                      <a:pt x="32915" y="186041"/>
                    </a:cubicBezTo>
                    <a:cubicBezTo>
                      <a:pt x="32915" y="186041"/>
                      <a:pt x="32915" y="186041"/>
                      <a:pt x="32915" y="187117"/>
                    </a:cubicBezTo>
                    <a:cubicBezTo>
                      <a:pt x="32915" y="188192"/>
                      <a:pt x="32915" y="189268"/>
                      <a:pt x="32915" y="190343"/>
                    </a:cubicBezTo>
                    <a:cubicBezTo>
                      <a:pt x="30765" y="194645"/>
                      <a:pt x="28616" y="195720"/>
                      <a:pt x="28616" y="195720"/>
                    </a:cubicBezTo>
                    <a:cubicBezTo>
                      <a:pt x="28616" y="195720"/>
                      <a:pt x="27542" y="195720"/>
                      <a:pt x="27542" y="195720"/>
                    </a:cubicBezTo>
                    <a:cubicBezTo>
                      <a:pt x="27542" y="195720"/>
                      <a:pt x="27542" y="196795"/>
                      <a:pt x="26466" y="196795"/>
                    </a:cubicBezTo>
                    <a:cubicBezTo>
                      <a:pt x="26466" y="196795"/>
                      <a:pt x="25392" y="196795"/>
                      <a:pt x="26466" y="196795"/>
                    </a:cubicBezTo>
                    <a:cubicBezTo>
                      <a:pt x="26466" y="196795"/>
                      <a:pt x="26466" y="195720"/>
                      <a:pt x="25392" y="195720"/>
                    </a:cubicBezTo>
                    <a:cubicBezTo>
                      <a:pt x="24318" y="194645"/>
                      <a:pt x="24318" y="195720"/>
                      <a:pt x="23243" y="198946"/>
                    </a:cubicBezTo>
                    <a:cubicBezTo>
                      <a:pt x="22168" y="201097"/>
                      <a:pt x="22168" y="203248"/>
                      <a:pt x="22168" y="203248"/>
                    </a:cubicBezTo>
                    <a:cubicBezTo>
                      <a:pt x="22168" y="203248"/>
                      <a:pt x="23243" y="203248"/>
                      <a:pt x="23243" y="202172"/>
                    </a:cubicBezTo>
                    <a:cubicBezTo>
                      <a:pt x="23243" y="201097"/>
                      <a:pt x="24318" y="201097"/>
                      <a:pt x="24318" y="201097"/>
                    </a:cubicBezTo>
                    <a:cubicBezTo>
                      <a:pt x="25392" y="201097"/>
                      <a:pt x="25392" y="201097"/>
                      <a:pt x="25392" y="200021"/>
                    </a:cubicBezTo>
                    <a:cubicBezTo>
                      <a:pt x="25392" y="198946"/>
                      <a:pt x="25392" y="198946"/>
                      <a:pt x="26466" y="198946"/>
                    </a:cubicBezTo>
                    <a:cubicBezTo>
                      <a:pt x="27542" y="198946"/>
                      <a:pt x="27542" y="198946"/>
                      <a:pt x="27542" y="200021"/>
                    </a:cubicBezTo>
                    <a:cubicBezTo>
                      <a:pt x="27542" y="201097"/>
                      <a:pt x="27542" y="201097"/>
                      <a:pt x="27542" y="202172"/>
                    </a:cubicBezTo>
                    <a:cubicBezTo>
                      <a:pt x="27542" y="202172"/>
                      <a:pt x="26466" y="203248"/>
                      <a:pt x="26466" y="204323"/>
                    </a:cubicBezTo>
                    <a:cubicBezTo>
                      <a:pt x="25392" y="205398"/>
                      <a:pt x="25392" y="206474"/>
                      <a:pt x="26466" y="207549"/>
                    </a:cubicBezTo>
                    <a:cubicBezTo>
                      <a:pt x="27542" y="208625"/>
                      <a:pt x="27542" y="209700"/>
                      <a:pt x="25392" y="210775"/>
                    </a:cubicBezTo>
                    <a:cubicBezTo>
                      <a:pt x="23243" y="211851"/>
                      <a:pt x="20019" y="223680"/>
                      <a:pt x="20019" y="226906"/>
                    </a:cubicBezTo>
                    <a:cubicBezTo>
                      <a:pt x="20019" y="229057"/>
                      <a:pt x="18945" y="232283"/>
                      <a:pt x="17870" y="232283"/>
                    </a:cubicBezTo>
                    <a:cubicBezTo>
                      <a:pt x="17870" y="232283"/>
                      <a:pt x="16795" y="233358"/>
                      <a:pt x="16795" y="235509"/>
                    </a:cubicBezTo>
                    <a:cubicBezTo>
                      <a:pt x="16795" y="236585"/>
                      <a:pt x="16795" y="237660"/>
                      <a:pt x="17870" y="237660"/>
                    </a:cubicBezTo>
                    <a:cubicBezTo>
                      <a:pt x="18945" y="237660"/>
                      <a:pt x="18945" y="237660"/>
                      <a:pt x="17870" y="238735"/>
                    </a:cubicBezTo>
                    <a:cubicBezTo>
                      <a:pt x="16795" y="239811"/>
                      <a:pt x="16795" y="244112"/>
                      <a:pt x="18945" y="249489"/>
                    </a:cubicBezTo>
                    <a:cubicBezTo>
                      <a:pt x="21093" y="257017"/>
                      <a:pt x="23243" y="258092"/>
                      <a:pt x="28616" y="260243"/>
                    </a:cubicBezTo>
                    <a:cubicBezTo>
                      <a:pt x="33989" y="262394"/>
                      <a:pt x="33989" y="262394"/>
                      <a:pt x="28616" y="263469"/>
                    </a:cubicBezTo>
                    <a:cubicBezTo>
                      <a:pt x="23243" y="263469"/>
                      <a:pt x="15720" y="260243"/>
                      <a:pt x="11422" y="254866"/>
                    </a:cubicBezTo>
                    <a:cubicBezTo>
                      <a:pt x="-3623" y="241961"/>
                      <a:pt x="-3623" y="220454"/>
                      <a:pt x="10347" y="187117"/>
                    </a:cubicBezTo>
                    <a:close/>
                    <a:moveTo>
                      <a:pt x="10347" y="201097"/>
                    </a:moveTo>
                    <a:cubicBezTo>
                      <a:pt x="10347" y="201097"/>
                      <a:pt x="11422" y="200021"/>
                      <a:pt x="11422" y="198946"/>
                    </a:cubicBezTo>
                    <a:cubicBezTo>
                      <a:pt x="11422" y="197871"/>
                      <a:pt x="11422" y="197871"/>
                      <a:pt x="10347" y="197871"/>
                    </a:cubicBezTo>
                    <a:cubicBezTo>
                      <a:pt x="9273" y="200021"/>
                      <a:pt x="9273" y="202172"/>
                      <a:pt x="10347" y="201097"/>
                    </a:cubicBezTo>
                    <a:close/>
                    <a:moveTo>
                      <a:pt x="14646" y="234434"/>
                    </a:moveTo>
                    <a:cubicBezTo>
                      <a:pt x="14646" y="234434"/>
                      <a:pt x="15720" y="233358"/>
                      <a:pt x="15720" y="231208"/>
                    </a:cubicBezTo>
                    <a:cubicBezTo>
                      <a:pt x="15720" y="229057"/>
                      <a:pt x="16795" y="225831"/>
                      <a:pt x="16795" y="224755"/>
                    </a:cubicBezTo>
                    <a:cubicBezTo>
                      <a:pt x="17870" y="221529"/>
                      <a:pt x="17870" y="218303"/>
                      <a:pt x="16795" y="218303"/>
                    </a:cubicBezTo>
                    <a:cubicBezTo>
                      <a:pt x="15720" y="218303"/>
                      <a:pt x="14646" y="224755"/>
                      <a:pt x="14646" y="227981"/>
                    </a:cubicBezTo>
                    <a:cubicBezTo>
                      <a:pt x="14646" y="230132"/>
                      <a:pt x="14646" y="232283"/>
                      <a:pt x="14646" y="232283"/>
                    </a:cubicBezTo>
                    <a:cubicBezTo>
                      <a:pt x="14646" y="234434"/>
                      <a:pt x="14646" y="234434"/>
                      <a:pt x="14646" y="234434"/>
                    </a:cubicBezTo>
                    <a:close/>
                    <a:moveTo>
                      <a:pt x="15720" y="186041"/>
                    </a:moveTo>
                    <a:cubicBezTo>
                      <a:pt x="15720" y="186041"/>
                      <a:pt x="17870" y="186041"/>
                      <a:pt x="17870" y="184966"/>
                    </a:cubicBezTo>
                    <a:cubicBezTo>
                      <a:pt x="17870" y="184966"/>
                      <a:pt x="17870" y="184966"/>
                      <a:pt x="16795" y="183891"/>
                    </a:cubicBezTo>
                    <a:cubicBezTo>
                      <a:pt x="15720" y="182815"/>
                      <a:pt x="16795" y="183891"/>
                      <a:pt x="16795" y="183891"/>
                    </a:cubicBezTo>
                    <a:cubicBezTo>
                      <a:pt x="16795" y="184966"/>
                      <a:pt x="16795" y="186041"/>
                      <a:pt x="15720" y="186041"/>
                    </a:cubicBezTo>
                    <a:cubicBezTo>
                      <a:pt x="15720" y="186041"/>
                      <a:pt x="14646" y="186041"/>
                      <a:pt x="15720" y="186041"/>
                    </a:cubicBezTo>
                    <a:close/>
                    <a:moveTo>
                      <a:pt x="20019" y="211851"/>
                    </a:moveTo>
                    <a:cubicBezTo>
                      <a:pt x="21093" y="209700"/>
                      <a:pt x="22168" y="208625"/>
                      <a:pt x="21093" y="208625"/>
                    </a:cubicBezTo>
                    <a:cubicBezTo>
                      <a:pt x="21093" y="208625"/>
                      <a:pt x="20019" y="209700"/>
                      <a:pt x="20019" y="211851"/>
                    </a:cubicBezTo>
                    <a:cubicBezTo>
                      <a:pt x="17870" y="215077"/>
                      <a:pt x="17870" y="215077"/>
                      <a:pt x="20019" y="211851"/>
                    </a:cubicBezTo>
                    <a:close/>
                    <a:moveTo>
                      <a:pt x="20019" y="194645"/>
                    </a:moveTo>
                    <a:cubicBezTo>
                      <a:pt x="21093" y="194645"/>
                      <a:pt x="21093" y="192494"/>
                      <a:pt x="21093" y="191418"/>
                    </a:cubicBezTo>
                    <a:cubicBezTo>
                      <a:pt x="21093" y="191418"/>
                      <a:pt x="21093" y="191418"/>
                      <a:pt x="20019" y="192494"/>
                    </a:cubicBezTo>
                    <a:cubicBezTo>
                      <a:pt x="18945" y="194645"/>
                      <a:pt x="18945" y="194645"/>
                      <a:pt x="20019" y="194645"/>
                    </a:cubicBezTo>
                    <a:close/>
                    <a:moveTo>
                      <a:pt x="21093" y="179589"/>
                    </a:moveTo>
                    <a:cubicBezTo>
                      <a:pt x="22168" y="177438"/>
                      <a:pt x="22168" y="177438"/>
                      <a:pt x="21093" y="177438"/>
                    </a:cubicBezTo>
                    <a:cubicBezTo>
                      <a:pt x="20019" y="177438"/>
                      <a:pt x="20019" y="178514"/>
                      <a:pt x="21093" y="179589"/>
                    </a:cubicBezTo>
                    <a:cubicBezTo>
                      <a:pt x="20019" y="180665"/>
                      <a:pt x="20019" y="180665"/>
                      <a:pt x="21093" y="179589"/>
                    </a:cubicBezTo>
                    <a:close/>
                    <a:moveTo>
                      <a:pt x="21093" y="188192"/>
                    </a:moveTo>
                    <a:cubicBezTo>
                      <a:pt x="21093" y="190343"/>
                      <a:pt x="22168" y="189268"/>
                      <a:pt x="23243" y="186041"/>
                    </a:cubicBezTo>
                    <a:cubicBezTo>
                      <a:pt x="24318" y="183891"/>
                      <a:pt x="24318" y="181740"/>
                      <a:pt x="24318" y="181740"/>
                    </a:cubicBezTo>
                    <a:cubicBezTo>
                      <a:pt x="23243" y="181740"/>
                      <a:pt x="22168" y="184966"/>
                      <a:pt x="22168" y="184966"/>
                    </a:cubicBezTo>
                    <a:cubicBezTo>
                      <a:pt x="22168" y="184966"/>
                      <a:pt x="22168" y="186041"/>
                      <a:pt x="21093" y="186041"/>
                    </a:cubicBezTo>
                    <a:cubicBezTo>
                      <a:pt x="22168" y="187117"/>
                      <a:pt x="21093" y="188192"/>
                      <a:pt x="21093" y="188192"/>
                    </a:cubicBezTo>
                    <a:close/>
                    <a:moveTo>
                      <a:pt x="22168" y="212926"/>
                    </a:moveTo>
                    <a:cubicBezTo>
                      <a:pt x="23243" y="212926"/>
                      <a:pt x="23243" y="212926"/>
                      <a:pt x="23243" y="211851"/>
                    </a:cubicBezTo>
                    <a:cubicBezTo>
                      <a:pt x="23243" y="211851"/>
                      <a:pt x="23243" y="210775"/>
                      <a:pt x="22168" y="210775"/>
                    </a:cubicBezTo>
                    <a:cubicBezTo>
                      <a:pt x="22168" y="211851"/>
                      <a:pt x="22168" y="211851"/>
                      <a:pt x="22168" y="212926"/>
                    </a:cubicBezTo>
                    <a:cubicBezTo>
                      <a:pt x="21093" y="212926"/>
                      <a:pt x="22168" y="212926"/>
                      <a:pt x="22168" y="212926"/>
                    </a:cubicBezTo>
                    <a:close/>
                    <a:moveTo>
                      <a:pt x="27542" y="166685"/>
                    </a:moveTo>
                    <a:cubicBezTo>
                      <a:pt x="27542" y="166685"/>
                      <a:pt x="28616" y="165609"/>
                      <a:pt x="28616" y="165609"/>
                    </a:cubicBezTo>
                    <a:cubicBezTo>
                      <a:pt x="28616" y="164534"/>
                      <a:pt x="27542" y="165609"/>
                      <a:pt x="27542" y="166685"/>
                    </a:cubicBezTo>
                    <a:cubicBezTo>
                      <a:pt x="26466" y="165609"/>
                      <a:pt x="26466" y="166685"/>
                      <a:pt x="26466" y="166685"/>
                    </a:cubicBezTo>
                    <a:cubicBezTo>
                      <a:pt x="26466" y="166685"/>
                      <a:pt x="26466" y="166685"/>
                      <a:pt x="27542" y="166685"/>
                    </a:cubicBezTo>
                    <a:close/>
                    <a:moveTo>
                      <a:pt x="26466" y="196795"/>
                    </a:moveTo>
                    <a:cubicBezTo>
                      <a:pt x="27542" y="196795"/>
                      <a:pt x="29691" y="192494"/>
                      <a:pt x="29691" y="191418"/>
                    </a:cubicBezTo>
                    <a:cubicBezTo>
                      <a:pt x="29691" y="191418"/>
                      <a:pt x="29691" y="190343"/>
                      <a:pt x="30765" y="190343"/>
                    </a:cubicBezTo>
                    <a:cubicBezTo>
                      <a:pt x="30765" y="190343"/>
                      <a:pt x="31840" y="190343"/>
                      <a:pt x="31840" y="190343"/>
                    </a:cubicBezTo>
                    <a:cubicBezTo>
                      <a:pt x="31840" y="190343"/>
                      <a:pt x="30765" y="190343"/>
                      <a:pt x="30765" y="190343"/>
                    </a:cubicBezTo>
                    <a:cubicBezTo>
                      <a:pt x="29691" y="190343"/>
                      <a:pt x="29691" y="190343"/>
                      <a:pt x="29691" y="191418"/>
                    </a:cubicBezTo>
                    <a:cubicBezTo>
                      <a:pt x="29691" y="192494"/>
                      <a:pt x="29691" y="192494"/>
                      <a:pt x="29691" y="192494"/>
                    </a:cubicBezTo>
                    <a:cubicBezTo>
                      <a:pt x="29691" y="192494"/>
                      <a:pt x="28616" y="193569"/>
                      <a:pt x="28616" y="193569"/>
                    </a:cubicBezTo>
                    <a:cubicBezTo>
                      <a:pt x="27542" y="194645"/>
                      <a:pt x="26466" y="195720"/>
                      <a:pt x="26466" y="196795"/>
                    </a:cubicBezTo>
                    <a:cubicBezTo>
                      <a:pt x="26466" y="196795"/>
                      <a:pt x="26466" y="196795"/>
                      <a:pt x="26466" y="196795"/>
                    </a:cubicBezTo>
                    <a:close/>
                    <a:moveTo>
                      <a:pt x="27542" y="163458"/>
                    </a:moveTo>
                    <a:cubicBezTo>
                      <a:pt x="27542" y="164534"/>
                      <a:pt x="28616" y="164534"/>
                      <a:pt x="28616" y="163458"/>
                    </a:cubicBezTo>
                    <a:cubicBezTo>
                      <a:pt x="28616" y="162383"/>
                      <a:pt x="29691" y="161308"/>
                      <a:pt x="29691" y="161308"/>
                    </a:cubicBezTo>
                    <a:lnTo>
                      <a:pt x="28616" y="161308"/>
                    </a:lnTo>
                    <a:cubicBezTo>
                      <a:pt x="27542" y="160232"/>
                      <a:pt x="27542" y="161308"/>
                      <a:pt x="27542" y="163458"/>
                    </a:cubicBezTo>
                    <a:close/>
                    <a:moveTo>
                      <a:pt x="28616" y="174212"/>
                    </a:moveTo>
                    <a:cubicBezTo>
                      <a:pt x="28616" y="174212"/>
                      <a:pt x="29691" y="174212"/>
                      <a:pt x="29691" y="174212"/>
                    </a:cubicBezTo>
                    <a:cubicBezTo>
                      <a:pt x="30765" y="173137"/>
                      <a:pt x="30765" y="173137"/>
                      <a:pt x="28616" y="174212"/>
                    </a:cubicBezTo>
                    <a:cubicBezTo>
                      <a:pt x="28616" y="173137"/>
                      <a:pt x="28616" y="174212"/>
                      <a:pt x="28616" y="174212"/>
                    </a:cubicBezTo>
                    <a:close/>
                    <a:moveTo>
                      <a:pt x="30765" y="158081"/>
                    </a:moveTo>
                    <a:cubicBezTo>
                      <a:pt x="31840" y="158081"/>
                      <a:pt x="35064" y="154855"/>
                      <a:pt x="35064" y="153780"/>
                    </a:cubicBezTo>
                    <a:cubicBezTo>
                      <a:pt x="35064" y="153780"/>
                      <a:pt x="35064" y="153780"/>
                      <a:pt x="33989" y="154855"/>
                    </a:cubicBezTo>
                    <a:cubicBezTo>
                      <a:pt x="32915" y="155931"/>
                      <a:pt x="32915" y="155931"/>
                      <a:pt x="32915" y="154855"/>
                    </a:cubicBezTo>
                    <a:cubicBezTo>
                      <a:pt x="32915" y="152705"/>
                      <a:pt x="31840" y="153780"/>
                      <a:pt x="30765" y="155931"/>
                    </a:cubicBezTo>
                    <a:cubicBezTo>
                      <a:pt x="30765" y="157006"/>
                      <a:pt x="30765" y="158081"/>
                      <a:pt x="30765" y="158081"/>
                    </a:cubicBezTo>
                    <a:close/>
                    <a:moveTo>
                      <a:pt x="31840" y="184966"/>
                    </a:moveTo>
                    <a:cubicBezTo>
                      <a:pt x="33989" y="184966"/>
                      <a:pt x="33989" y="184966"/>
                      <a:pt x="33989" y="183891"/>
                    </a:cubicBezTo>
                    <a:cubicBezTo>
                      <a:pt x="33989" y="183891"/>
                      <a:pt x="33989" y="183891"/>
                      <a:pt x="31840" y="184966"/>
                    </a:cubicBezTo>
                    <a:cubicBezTo>
                      <a:pt x="32915" y="184966"/>
                      <a:pt x="31840" y="183891"/>
                      <a:pt x="31840" y="183891"/>
                    </a:cubicBezTo>
                    <a:cubicBezTo>
                      <a:pt x="31840" y="182815"/>
                      <a:pt x="31840" y="182815"/>
                      <a:pt x="31840" y="184966"/>
                    </a:cubicBezTo>
                    <a:cubicBezTo>
                      <a:pt x="30765" y="184966"/>
                      <a:pt x="30765" y="184966"/>
                      <a:pt x="31840" y="184966"/>
                    </a:cubicBezTo>
                    <a:close/>
                    <a:moveTo>
                      <a:pt x="31840" y="177438"/>
                    </a:moveTo>
                    <a:cubicBezTo>
                      <a:pt x="31840" y="177438"/>
                      <a:pt x="32915" y="178514"/>
                      <a:pt x="32915" y="179589"/>
                    </a:cubicBezTo>
                    <a:cubicBezTo>
                      <a:pt x="32915" y="180665"/>
                      <a:pt x="32915" y="180665"/>
                      <a:pt x="33989" y="180665"/>
                    </a:cubicBezTo>
                    <a:cubicBezTo>
                      <a:pt x="33989" y="179589"/>
                      <a:pt x="35064" y="179589"/>
                      <a:pt x="35064" y="180665"/>
                    </a:cubicBezTo>
                    <a:cubicBezTo>
                      <a:pt x="35064" y="180665"/>
                      <a:pt x="36138" y="181740"/>
                      <a:pt x="36138" y="181740"/>
                    </a:cubicBezTo>
                    <a:cubicBezTo>
                      <a:pt x="36138" y="181740"/>
                      <a:pt x="36138" y="180665"/>
                      <a:pt x="33989" y="179589"/>
                    </a:cubicBezTo>
                    <a:cubicBezTo>
                      <a:pt x="32915" y="177438"/>
                      <a:pt x="31840" y="176363"/>
                      <a:pt x="31840" y="177438"/>
                    </a:cubicBezTo>
                    <a:cubicBezTo>
                      <a:pt x="31840" y="177438"/>
                      <a:pt x="31840" y="177438"/>
                      <a:pt x="31840" y="177438"/>
                    </a:cubicBezTo>
                    <a:close/>
                    <a:moveTo>
                      <a:pt x="32915" y="169911"/>
                    </a:moveTo>
                    <a:cubicBezTo>
                      <a:pt x="33989" y="169911"/>
                      <a:pt x="33989" y="169911"/>
                      <a:pt x="33989" y="168835"/>
                    </a:cubicBezTo>
                    <a:cubicBezTo>
                      <a:pt x="33989" y="167760"/>
                      <a:pt x="33989" y="167760"/>
                      <a:pt x="33989" y="167760"/>
                    </a:cubicBezTo>
                    <a:cubicBezTo>
                      <a:pt x="32915" y="167760"/>
                      <a:pt x="32915" y="168835"/>
                      <a:pt x="32915" y="169911"/>
                    </a:cubicBezTo>
                    <a:cubicBezTo>
                      <a:pt x="31840" y="169911"/>
                      <a:pt x="31840" y="169911"/>
                      <a:pt x="32915" y="169911"/>
                    </a:cubicBezTo>
                    <a:close/>
                    <a:moveTo>
                      <a:pt x="32915" y="151629"/>
                    </a:moveTo>
                    <a:cubicBezTo>
                      <a:pt x="32915" y="152705"/>
                      <a:pt x="33989" y="152705"/>
                      <a:pt x="32915" y="151629"/>
                    </a:cubicBezTo>
                    <a:cubicBezTo>
                      <a:pt x="33989" y="151629"/>
                      <a:pt x="33989" y="151629"/>
                      <a:pt x="33989" y="151629"/>
                    </a:cubicBezTo>
                    <a:cubicBezTo>
                      <a:pt x="33989" y="151629"/>
                      <a:pt x="33989" y="150554"/>
                      <a:pt x="32915" y="151629"/>
                    </a:cubicBezTo>
                    <a:cubicBezTo>
                      <a:pt x="33989" y="150554"/>
                      <a:pt x="32915" y="151629"/>
                      <a:pt x="32915" y="151629"/>
                    </a:cubicBezTo>
                    <a:close/>
                    <a:moveTo>
                      <a:pt x="32915" y="175288"/>
                    </a:moveTo>
                    <a:cubicBezTo>
                      <a:pt x="32915" y="175288"/>
                      <a:pt x="33989" y="175288"/>
                      <a:pt x="33989" y="175288"/>
                    </a:cubicBezTo>
                    <a:cubicBezTo>
                      <a:pt x="35064" y="174212"/>
                      <a:pt x="37213" y="175288"/>
                      <a:pt x="37213" y="176363"/>
                    </a:cubicBezTo>
                    <a:cubicBezTo>
                      <a:pt x="37213" y="176363"/>
                      <a:pt x="37213" y="177438"/>
                      <a:pt x="38288" y="177438"/>
                    </a:cubicBezTo>
                    <a:cubicBezTo>
                      <a:pt x="38288" y="177438"/>
                      <a:pt x="39362" y="177438"/>
                      <a:pt x="39362" y="176363"/>
                    </a:cubicBezTo>
                    <a:cubicBezTo>
                      <a:pt x="39362" y="175288"/>
                      <a:pt x="39362" y="175288"/>
                      <a:pt x="39362" y="175288"/>
                    </a:cubicBezTo>
                    <a:cubicBezTo>
                      <a:pt x="38288" y="175288"/>
                      <a:pt x="37213" y="175288"/>
                      <a:pt x="37213" y="174212"/>
                    </a:cubicBezTo>
                    <a:cubicBezTo>
                      <a:pt x="37213" y="174212"/>
                      <a:pt x="37213" y="173137"/>
                      <a:pt x="37213" y="173137"/>
                    </a:cubicBezTo>
                    <a:cubicBezTo>
                      <a:pt x="33989" y="172061"/>
                      <a:pt x="32915" y="174212"/>
                      <a:pt x="32915" y="175288"/>
                    </a:cubicBezTo>
                    <a:close/>
                    <a:moveTo>
                      <a:pt x="35064" y="150554"/>
                    </a:moveTo>
                    <a:cubicBezTo>
                      <a:pt x="36138" y="151629"/>
                      <a:pt x="36138" y="151629"/>
                      <a:pt x="37213" y="149478"/>
                    </a:cubicBezTo>
                    <a:cubicBezTo>
                      <a:pt x="37213" y="148403"/>
                      <a:pt x="38288" y="148403"/>
                      <a:pt x="39362" y="148403"/>
                    </a:cubicBezTo>
                    <a:cubicBezTo>
                      <a:pt x="40437" y="148403"/>
                      <a:pt x="40437" y="148403"/>
                      <a:pt x="39362" y="148403"/>
                    </a:cubicBezTo>
                    <a:cubicBezTo>
                      <a:pt x="39362" y="147328"/>
                      <a:pt x="38288" y="147328"/>
                      <a:pt x="37213" y="148403"/>
                    </a:cubicBezTo>
                    <a:cubicBezTo>
                      <a:pt x="37213" y="148403"/>
                      <a:pt x="36138" y="149478"/>
                      <a:pt x="35064" y="148403"/>
                    </a:cubicBezTo>
                    <a:cubicBezTo>
                      <a:pt x="33989" y="148403"/>
                      <a:pt x="33989" y="149478"/>
                      <a:pt x="35064" y="150554"/>
                    </a:cubicBezTo>
                    <a:close/>
                    <a:moveTo>
                      <a:pt x="33989" y="164534"/>
                    </a:moveTo>
                    <a:cubicBezTo>
                      <a:pt x="33989" y="165609"/>
                      <a:pt x="35064" y="165609"/>
                      <a:pt x="33989" y="164534"/>
                    </a:cubicBezTo>
                    <a:cubicBezTo>
                      <a:pt x="35064" y="164534"/>
                      <a:pt x="36138" y="164534"/>
                      <a:pt x="36138" y="163458"/>
                    </a:cubicBezTo>
                    <a:cubicBezTo>
                      <a:pt x="36138" y="163458"/>
                      <a:pt x="36138" y="163458"/>
                      <a:pt x="35064" y="163458"/>
                    </a:cubicBezTo>
                    <a:cubicBezTo>
                      <a:pt x="35064" y="164534"/>
                      <a:pt x="35064" y="164534"/>
                      <a:pt x="33989" y="164534"/>
                    </a:cubicBezTo>
                    <a:close/>
                    <a:moveTo>
                      <a:pt x="36138" y="147328"/>
                    </a:moveTo>
                    <a:cubicBezTo>
                      <a:pt x="36138" y="147328"/>
                      <a:pt x="37213" y="147328"/>
                      <a:pt x="37213" y="147328"/>
                    </a:cubicBezTo>
                    <a:cubicBezTo>
                      <a:pt x="37213" y="147328"/>
                      <a:pt x="38288" y="146252"/>
                      <a:pt x="38288" y="147328"/>
                    </a:cubicBezTo>
                    <a:cubicBezTo>
                      <a:pt x="38288" y="147328"/>
                      <a:pt x="39362" y="147328"/>
                      <a:pt x="39362" y="146252"/>
                    </a:cubicBezTo>
                    <a:cubicBezTo>
                      <a:pt x="39362" y="145177"/>
                      <a:pt x="39362" y="145177"/>
                      <a:pt x="39362" y="145177"/>
                    </a:cubicBezTo>
                    <a:cubicBezTo>
                      <a:pt x="39362" y="145177"/>
                      <a:pt x="38288" y="145177"/>
                      <a:pt x="38288" y="143026"/>
                    </a:cubicBezTo>
                    <a:cubicBezTo>
                      <a:pt x="38288" y="140875"/>
                      <a:pt x="38288" y="140875"/>
                      <a:pt x="39362" y="141951"/>
                    </a:cubicBezTo>
                    <a:cubicBezTo>
                      <a:pt x="40437" y="143026"/>
                      <a:pt x="40437" y="143026"/>
                      <a:pt x="42586" y="141951"/>
                    </a:cubicBezTo>
                    <a:cubicBezTo>
                      <a:pt x="43661" y="140875"/>
                      <a:pt x="44735" y="140875"/>
                      <a:pt x="43661" y="140875"/>
                    </a:cubicBezTo>
                    <a:cubicBezTo>
                      <a:pt x="43661" y="140875"/>
                      <a:pt x="43661" y="139800"/>
                      <a:pt x="43661" y="139800"/>
                    </a:cubicBezTo>
                    <a:cubicBezTo>
                      <a:pt x="44735" y="138725"/>
                      <a:pt x="43661" y="137649"/>
                      <a:pt x="43661" y="136574"/>
                    </a:cubicBezTo>
                    <a:cubicBezTo>
                      <a:pt x="42586" y="135498"/>
                      <a:pt x="42586" y="135498"/>
                      <a:pt x="43661" y="135498"/>
                    </a:cubicBezTo>
                    <a:cubicBezTo>
                      <a:pt x="44735" y="136574"/>
                      <a:pt x="44735" y="136574"/>
                      <a:pt x="45810" y="135498"/>
                    </a:cubicBezTo>
                    <a:cubicBezTo>
                      <a:pt x="46885" y="134423"/>
                      <a:pt x="46885" y="132272"/>
                      <a:pt x="45810" y="132272"/>
                    </a:cubicBezTo>
                    <a:cubicBezTo>
                      <a:pt x="45810" y="132272"/>
                      <a:pt x="45810" y="132272"/>
                      <a:pt x="46885" y="132272"/>
                    </a:cubicBezTo>
                    <a:cubicBezTo>
                      <a:pt x="47959" y="132272"/>
                      <a:pt x="49034" y="132272"/>
                      <a:pt x="47959" y="132272"/>
                    </a:cubicBezTo>
                    <a:cubicBezTo>
                      <a:pt x="47959" y="132272"/>
                      <a:pt x="46885" y="131197"/>
                      <a:pt x="46885" y="131197"/>
                    </a:cubicBezTo>
                    <a:cubicBezTo>
                      <a:pt x="46885" y="131197"/>
                      <a:pt x="45810" y="131197"/>
                      <a:pt x="45810" y="131197"/>
                    </a:cubicBezTo>
                    <a:cubicBezTo>
                      <a:pt x="45810" y="131197"/>
                      <a:pt x="46885" y="130121"/>
                      <a:pt x="47959" y="131197"/>
                    </a:cubicBezTo>
                    <a:cubicBezTo>
                      <a:pt x="49034" y="131197"/>
                      <a:pt x="50109" y="131197"/>
                      <a:pt x="50109" y="130121"/>
                    </a:cubicBezTo>
                    <a:cubicBezTo>
                      <a:pt x="50109" y="129046"/>
                      <a:pt x="51184" y="127971"/>
                      <a:pt x="51184" y="127971"/>
                    </a:cubicBezTo>
                    <a:cubicBezTo>
                      <a:pt x="52258" y="127971"/>
                      <a:pt x="52258" y="126895"/>
                      <a:pt x="52258" y="125820"/>
                    </a:cubicBezTo>
                    <a:cubicBezTo>
                      <a:pt x="52258" y="125820"/>
                      <a:pt x="52258" y="124745"/>
                      <a:pt x="53332" y="124745"/>
                    </a:cubicBezTo>
                    <a:cubicBezTo>
                      <a:pt x="53332" y="124745"/>
                      <a:pt x="54407" y="123669"/>
                      <a:pt x="54407" y="122594"/>
                    </a:cubicBezTo>
                    <a:cubicBezTo>
                      <a:pt x="54407" y="121518"/>
                      <a:pt x="55482" y="120443"/>
                      <a:pt x="55482" y="120443"/>
                    </a:cubicBezTo>
                    <a:cubicBezTo>
                      <a:pt x="56557" y="120443"/>
                      <a:pt x="56557" y="118292"/>
                      <a:pt x="55482" y="118292"/>
                    </a:cubicBezTo>
                    <a:cubicBezTo>
                      <a:pt x="55482" y="118292"/>
                      <a:pt x="53332" y="119368"/>
                      <a:pt x="52258" y="120443"/>
                    </a:cubicBezTo>
                    <a:cubicBezTo>
                      <a:pt x="50109" y="122594"/>
                      <a:pt x="49034" y="123669"/>
                      <a:pt x="50109" y="124745"/>
                    </a:cubicBezTo>
                    <a:cubicBezTo>
                      <a:pt x="51184" y="126895"/>
                      <a:pt x="50109" y="127971"/>
                      <a:pt x="49034" y="127971"/>
                    </a:cubicBezTo>
                    <a:cubicBezTo>
                      <a:pt x="47959" y="127971"/>
                      <a:pt x="47959" y="127971"/>
                      <a:pt x="49034" y="127971"/>
                    </a:cubicBezTo>
                    <a:cubicBezTo>
                      <a:pt x="50109" y="127971"/>
                      <a:pt x="50109" y="126895"/>
                      <a:pt x="50109" y="126895"/>
                    </a:cubicBezTo>
                    <a:cubicBezTo>
                      <a:pt x="50109" y="125820"/>
                      <a:pt x="50109" y="125820"/>
                      <a:pt x="49034" y="126895"/>
                    </a:cubicBezTo>
                    <a:cubicBezTo>
                      <a:pt x="47959" y="127971"/>
                      <a:pt x="47959" y="130121"/>
                      <a:pt x="49034" y="130121"/>
                    </a:cubicBezTo>
                    <a:cubicBezTo>
                      <a:pt x="50109" y="130121"/>
                      <a:pt x="50109" y="131197"/>
                      <a:pt x="49034" y="132272"/>
                    </a:cubicBezTo>
                    <a:cubicBezTo>
                      <a:pt x="47959" y="132272"/>
                      <a:pt x="47959" y="132272"/>
                      <a:pt x="47959" y="132272"/>
                    </a:cubicBezTo>
                    <a:cubicBezTo>
                      <a:pt x="47959" y="132272"/>
                      <a:pt x="47959" y="131197"/>
                      <a:pt x="47959" y="131197"/>
                    </a:cubicBezTo>
                    <a:cubicBezTo>
                      <a:pt x="46885" y="131197"/>
                      <a:pt x="44735" y="136574"/>
                      <a:pt x="44735" y="137649"/>
                    </a:cubicBezTo>
                    <a:cubicBezTo>
                      <a:pt x="44735" y="137649"/>
                      <a:pt x="44735" y="138725"/>
                      <a:pt x="44735" y="137649"/>
                    </a:cubicBezTo>
                    <a:cubicBezTo>
                      <a:pt x="43661" y="137649"/>
                      <a:pt x="42586" y="138725"/>
                      <a:pt x="42586" y="139800"/>
                    </a:cubicBezTo>
                    <a:cubicBezTo>
                      <a:pt x="42586" y="139800"/>
                      <a:pt x="41512" y="141951"/>
                      <a:pt x="41512" y="141951"/>
                    </a:cubicBezTo>
                    <a:cubicBezTo>
                      <a:pt x="38288" y="140875"/>
                      <a:pt x="35064" y="146252"/>
                      <a:pt x="36138" y="147328"/>
                    </a:cubicBezTo>
                    <a:close/>
                    <a:moveTo>
                      <a:pt x="37213" y="161308"/>
                    </a:moveTo>
                    <a:cubicBezTo>
                      <a:pt x="37213" y="161308"/>
                      <a:pt x="39362" y="159157"/>
                      <a:pt x="39362" y="159157"/>
                    </a:cubicBezTo>
                    <a:cubicBezTo>
                      <a:pt x="39362" y="159157"/>
                      <a:pt x="38288" y="159157"/>
                      <a:pt x="38288" y="159157"/>
                    </a:cubicBezTo>
                    <a:cubicBezTo>
                      <a:pt x="37213" y="159157"/>
                      <a:pt x="36138" y="161308"/>
                      <a:pt x="37213" y="161308"/>
                    </a:cubicBezTo>
                    <a:close/>
                    <a:moveTo>
                      <a:pt x="38288" y="157006"/>
                    </a:moveTo>
                    <a:cubicBezTo>
                      <a:pt x="38288" y="157006"/>
                      <a:pt x="38288" y="157006"/>
                      <a:pt x="39362" y="157006"/>
                    </a:cubicBezTo>
                    <a:cubicBezTo>
                      <a:pt x="40437" y="157006"/>
                      <a:pt x="40437" y="157006"/>
                      <a:pt x="40437" y="155931"/>
                    </a:cubicBezTo>
                    <a:cubicBezTo>
                      <a:pt x="40437" y="155931"/>
                      <a:pt x="40437" y="155931"/>
                      <a:pt x="39362" y="155931"/>
                    </a:cubicBezTo>
                    <a:cubicBezTo>
                      <a:pt x="39362" y="155931"/>
                      <a:pt x="38288" y="157006"/>
                      <a:pt x="38288" y="157006"/>
                    </a:cubicBezTo>
                    <a:close/>
                    <a:moveTo>
                      <a:pt x="38288" y="164534"/>
                    </a:moveTo>
                    <a:cubicBezTo>
                      <a:pt x="38288" y="164534"/>
                      <a:pt x="38288" y="164534"/>
                      <a:pt x="38288" y="164534"/>
                    </a:cubicBezTo>
                    <a:cubicBezTo>
                      <a:pt x="39362" y="165609"/>
                      <a:pt x="39362" y="164534"/>
                      <a:pt x="39362" y="164534"/>
                    </a:cubicBezTo>
                    <a:cubicBezTo>
                      <a:pt x="40437" y="163458"/>
                      <a:pt x="39362" y="163458"/>
                      <a:pt x="38288" y="164534"/>
                    </a:cubicBezTo>
                    <a:cubicBezTo>
                      <a:pt x="38288" y="163458"/>
                      <a:pt x="38288" y="163458"/>
                      <a:pt x="38288" y="164534"/>
                    </a:cubicBezTo>
                    <a:close/>
                    <a:moveTo>
                      <a:pt x="39362" y="169911"/>
                    </a:moveTo>
                    <a:cubicBezTo>
                      <a:pt x="39362" y="169911"/>
                      <a:pt x="40437" y="170986"/>
                      <a:pt x="39362" y="172061"/>
                    </a:cubicBezTo>
                    <a:cubicBezTo>
                      <a:pt x="38288" y="173137"/>
                      <a:pt x="39362" y="173137"/>
                      <a:pt x="39362" y="173137"/>
                    </a:cubicBezTo>
                    <a:cubicBezTo>
                      <a:pt x="41512" y="174212"/>
                      <a:pt x="42586" y="172061"/>
                      <a:pt x="40437" y="169911"/>
                    </a:cubicBezTo>
                    <a:cubicBezTo>
                      <a:pt x="41512" y="168835"/>
                      <a:pt x="40437" y="168835"/>
                      <a:pt x="39362" y="169911"/>
                    </a:cubicBezTo>
                    <a:cubicBezTo>
                      <a:pt x="39362" y="168835"/>
                      <a:pt x="39362" y="168835"/>
                      <a:pt x="39362" y="169911"/>
                    </a:cubicBezTo>
                    <a:close/>
                    <a:moveTo>
                      <a:pt x="41512" y="154855"/>
                    </a:moveTo>
                    <a:cubicBezTo>
                      <a:pt x="42586" y="153780"/>
                      <a:pt x="42586" y="153780"/>
                      <a:pt x="41512" y="154855"/>
                    </a:cubicBezTo>
                    <a:cubicBezTo>
                      <a:pt x="42586" y="153780"/>
                      <a:pt x="41512" y="153780"/>
                      <a:pt x="41512" y="153780"/>
                    </a:cubicBezTo>
                    <a:cubicBezTo>
                      <a:pt x="41512" y="153780"/>
                      <a:pt x="40437" y="153780"/>
                      <a:pt x="41512" y="154855"/>
                    </a:cubicBezTo>
                    <a:cubicBezTo>
                      <a:pt x="40437" y="154855"/>
                      <a:pt x="41512" y="154855"/>
                      <a:pt x="41512" y="154855"/>
                    </a:cubicBezTo>
                    <a:close/>
                    <a:moveTo>
                      <a:pt x="41512" y="165609"/>
                    </a:moveTo>
                    <a:cubicBezTo>
                      <a:pt x="41512" y="165609"/>
                      <a:pt x="42586" y="165609"/>
                      <a:pt x="41512" y="165609"/>
                    </a:cubicBezTo>
                    <a:cubicBezTo>
                      <a:pt x="42586" y="164534"/>
                      <a:pt x="42586" y="164534"/>
                      <a:pt x="41512" y="164534"/>
                    </a:cubicBezTo>
                    <a:cubicBezTo>
                      <a:pt x="40437" y="164534"/>
                      <a:pt x="41512" y="164534"/>
                      <a:pt x="41512" y="165609"/>
                    </a:cubicBezTo>
                    <a:cubicBezTo>
                      <a:pt x="41512" y="165609"/>
                      <a:pt x="41512" y="165609"/>
                      <a:pt x="41512" y="165609"/>
                    </a:cubicBezTo>
                    <a:close/>
                    <a:moveTo>
                      <a:pt x="42586" y="160232"/>
                    </a:moveTo>
                    <a:cubicBezTo>
                      <a:pt x="43661" y="160232"/>
                      <a:pt x="43661" y="159157"/>
                      <a:pt x="43661" y="158081"/>
                    </a:cubicBezTo>
                    <a:cubicBezTo>
                      <a:pt x="43661" y="157006"/>
                      <a:pt x="43661" y="157006"/>
                      <a:pt x="43661" y="158081"/>
                    </a:cubicBezTo>
                    <a:cubicBezTo>
                      <a:pt x="43661" y="159157"/>
                      <a:pt x="42586" y="159157"/>
                      <a:pt x="42586" y="159157"/>
                    </a:cubicBezTo>
                    <a:cubicBezTo>
                      <a:pt x="42586" y="159157"/>
                      <a:pt x="41512" y="159157"/>
                      <a:pt x="41512" y="159157"/>
                    </a:cubicBezTo>
                    <a:cubicBezTo>
                      <a:pt x="41512" y="159157"/>
                      <a:pt x="41512" y="159157"/>
                      <a:pt x="42586" y="160232"/>
                    </a:cubicBezTo>
                    <a:close/>
                    <a:moveTo>
                      <a:pt x="45810" y="154855"/>
                    </a:moveTo>
                    <a:cubicBezTo>
                      <a:pt x="46885" y="154855"/>
                      <a:pt x="47959" y="154855"/>
                      <a:pt x="47959" y="154855"/>
                    </a:cubicBezTo>
                    <a:cubicBezTo>
                      <a:pt x="49034" y="153780"/>
                      <a:pt x="49034" y="153780"/>
                      <a:pt x="47959" y="153780"/>
                    </a:cubicBezTo>
                    <a:cubicBezTo>
                      <a:pt x="46885" y="153780"/>
                      <a:pt x="46885" y="153780"/>
                      <a:pt x="46885" y="152705"/>
                    </a:cubicBezTo>
                    <a:cubicBezTo>
                      <a:pt x="46885" y="151629"/>
                      <a:pt x="47959" y="151629"/>
                      <a:pt x="47959" y="151629"/>
                    </a:cubicBezTo>
                    <a:cubicBezTo>
                      <a:pt x="47959" y="151629"/>
                      <a:pt x="49034" y="150554"/>
                      <a:pt x="49034" y="150554"/>
                    </a:cubicBezTo>
                    <a:cubicBezTo>
                      <a:pt x="49034" y="148403"/>
                      <a:pt x="45810" y="150554"/>
                      <a:pt x="44735" y="152705"/>
                    </a:cubicBezTo>
                    <a:cubicBezTo>
                      <a:pt x="44735" y="154855"/>
                      <a:pt x="43661" y="154855"/>
                      <a:pt x="45810" y="154855"/>
                    </a:cubicBezTo>
                    <a:close/>
                    <a:moveTo>
                      <a:pt x="51184" y="146252"/>
                    </a:moveTo>
                    <a:cubicBezTo>
                      <a:pt x="52258" y="146252"/>
                      <a:pt x="52258" y="146252"/>
                      <a:pt x="53332" y="144102"/>
                    </a:cubicBezTo>
                    <a:cubicBezTo>
                      <a:pt x="53332" y="141951"/>
                      <a:pt x="53332" y="141951"/>
                      <a:pt x="52258" y="144102"/>
                    </a:cubicBezTo>
                    <a:cubicBezTo>
                      <a:pt x="51184" y="145177"/>
                      <a:pt x="50109" y="145177"/>
                      <a:pt x="50109" y="146252"/>
                    </a:cubicBezTo>
                    <a:cubicBezTo>
                      <a:pt x="50109" y="147328"/>
                      <a:pt x="50109" y="146252"/>
                      <a:pt x="51184" y="146252"/>
                    </a:cubicBezTo>
                    <a:close/>
                    <a:moveTo>
                      <a:pt x="50109" y="138725"/>
                    </a:moveTo>
                    <a:lnTo>
                      <a:pt x="52258" y="137649"/>
                    </a:lnTo>
                    <a:cubicBezTo>
                      <a:pt x="54407" y="136574"/>
                      <a:pt x="54407" y="135498"/>
                      <a:pt x="53332" y="135498"/>
                    </a:cubicBezTo>
                    <a:cubicBezTo>
                      <a:pt x="53332" y="135498"/>
                      <a:pt x="52258" y="136574"/>
                      <a:pt x="51184" y="137649"/>
                    </a:cubicBezTo>
                    <a:lnTo>
                      <a:pt x="50109" y="138725"/>
                    </a:lnTo>
                    <a:close/>
                    <a:moveTo>
                      <a:pt x="54407" y="139800"/>
                    </a:moveTo>
                    <a:cubicBezTo>
                      <a:pt x="54407" y="140875"/>
                      <a:pt x="55482" y="139800"/>
                      <a:pt x="56557" y="136574"/>
                    </a:cubicBezTo>
                    <a:cubicBezTo>
                      <a:pt x="56557" y="136574"/>
                      <a:pt x="56557" y="136574"/>
                      <a:pt x="55482" y="137649"/>
                    </a:cubicBezTo>
                    <a:cubicBezTo>
                      <a:pt x="54407" y="137649"/>
                      <a:pt x="54407" y="138725"/>
                      <a:pt x="54407" y="139800"/>
                    </a:cubicBezTo>
                    <a:close/>
                    <a:moveTo>
                      <a:pt x="55482" y="115066"/>
                    </a:moveTo>
                    <a:cubicBezTo>
                      <a:pt x="56557" y="113991"/>
                      <a:pt x="56557" y="113991"/>
                      <a:pt x="57631" y="115066"/>
                    </a:cubicBezTo>
                    <a:cubicBezTo>
                      <a:pt x="58706" y="116141"/>
                      <a:pt x="58706" y="115066"/>
                      <a:pt x="58706" y="115066"/>
                    </a:cubicBezTo>
                    <a:cubicBezTo>
                      <a:pt x="59781" y="113991"/>
                      <a:pt x="59781" y="113991"/>
                      <a:pt x="58706" y="111840"/>
                    </a:cubicBezTo>
                    <a:cubicBezTo>
                      <a:pt x="58706" y="111840"/>
                      <a:pt x="57631" y="110765"/>
                      <a:pt x="56557" y="110765"/>
                    </a:cubicBezTo>
                    <a:cubicBezTo>
                      <a:pt x="56557" y="110765"/>
                      <a:pt x="56557" y="110765"/>
                      <a:pt x="56557" y="111840"/>
                    </a:cubicBezTo>
                    <a:cubicBezTo>
                      <a:pt x="57631" y="112915"/>
                      <a:pt x="57631" y="112915"/>
                      <a:pt x="56557" y="112915"/>
                    </a:cubicBezTo>
                    <a:cubicBezTo>
                      <a:pt x="56557" y="112915"/>
                      <a:pt x="55482" y="113991"/>
                      <a:pt x="55482" y="115066"/>
                    </a:cubicBezTo>
                    <a:cubicBezTo>
                      <a:pt x="54407" y="116141"/>
                      <a:pt x="54407" y="116141"/>
                      <a:pt x="55482" y="115066"/>
                    </a:cubicBezTo>
                    <a:close/>
                    <a:moveTo>
                      <a:pt x="56557" y="135498"/>
                    </a:moveTo>
                    <a:cubicBezTo>
                      <a:pt x="57631" y="136574"/>
                      <a:pt x="60855" y="132272"/>
                      <a:pt x="61930" y="130121"/>
                    </a:cubicBezTo>
                    <a:cubicBezTo>
                      <a:pt x="61930" y="129046"/>
                      <a:pt x="61930" y="127971"/>
                      <a:pt x="61930" y="127971"/>
                    </a:cubicBezTo>
                    <a:cubicBezTo>
                      <a:pt x="61930" y="127971"/>
                      <a:pt x="61930" y="127971"/>
                      <a:pt x="60855" y="127971"/>
                    </a:cubicBezTo>
                    <a:cubicBezTo>
                      <a:pt x="59781" y="127971"/>
                      <a:pt x="59781" y="129046"/>
                      <a:pt x="58706" y="130121"/>
                    </a:cubicBezTo>
                    <a:cubicBezTo>
                      <a:pt x="58706" y="131197"/>
                      <a:pt x="57631" y="132272"/>
                      <a:pt x="56557" y="133348"/>
                    </a:cubicBezTo>
                    <a:cubicBezTo>
                      <a:pt x="56557" y="133348"/>
                      <a:pt x="56557" y="134423"/>
                      <a:pt x="56557" y="135498"/>
                    </a:cubicBezTo>
                    <a:close/>
                    <a:moveTo>
                      <a:pt x="61930" y="109689"/>
                    </a:moveTo>
                    <a:cubicBezTo>
                      <a:pt x="63004" y="108614"/>
                      <a:pt x="63004" y="108614"/>
                      <a:pt x="61930" y="109689"/>
                    </a:cubicBezTo>
                    <a:cubicBezTo>
                      <a:pt x="60855" y="108614"/>
                      <a:pt x="59781" y="108614"/>
                      <a:pt x="59781" y="109689"/>
                    </a:cubicBezTo>
                    <a:cubicBezTo>
                      <a:pt x="58706" y="109689"/>
                      <a:pt x="59781" y="109689"/>
                      <a:pt x="61930" y="109689"/>
                    </a:cubicBezTo>
                    <a:close/>
                    <a:moveTo>
                      <a:pt x="59781" y="111840"/>
                    </a:moveTo>
                    <a:cubicBezTo>
                      <a:pt x="59781" y="112915"/>
                      <a:pt x="60855" y="112915"/>
                      <a:pt x="59781" y="111840"/>
                    </a:cubicBezTo>
                    <a:cubicBezTo>
                      <a:pt x="60855" y="112915"/>
                      <a:pt x="60855" y="111840"/>
                      <a:pt x="60855" y="111840"/>
                    </a:cubicBezTo>
                    <a:cubicBezTo>
                      <a:pt x="60855" y="110765"/>
                      <a:pt x="60855" y="110765"/>
                      <a:pt x="59781" y="110765"/>
                    </a:cubicBezTo>
                    <a:cubicBezTo>
                      <a:pt x="60855" y="110765"/>
                      <a:pt x="59781" y="111840"/>
                      <a:pt x="59781" y="111840"/>
                    </a:cubicBezTo>
                    <a:close/>
                    <a:moveTo>
                      <a:pt x="61930" y="138725"/>
                    </a:moveTo>
                    <a:cubicBezTo>
                      <a:pt x="63004" y="137649"/>
                      <a:pt x="63004" y="137649"/>
                      <a:pt x="61930" y="137649"/>
                    </a:cubicBezTo>
                    <a:cubicBezTo>
                      <a:pt x="60855" y="136574"/>
                      <a:pt x="60855" y="137649"/>
                      <a:pt x="61930" y="138725"/>
                    </a:cubicBezTo>
                    <a:cubicBezTo>
                      <a:pt x="60855" y="139800"/>
                      <a:pt x="60855" y="139800"/>
                      <a:pt x="61930" y="138725"/>
                    </a:cubicBezTo>
                    <a:close/>
                    <a:moveTo>
                      <a:pt x="61930" y="105388"/>
                    </a:moveTo>
                    <a:cubicBezTo>
                      <a:pt x="63004" y="104312"/>
                      <a:pt x="64079" y="104312"/>
                      <a:pt x="65154" y="104312"/>
                    </a:cubicBezTo>
                    <a:cubicBezTo>
                      <a:pt x="67303" y="104312"/>
                      <a:pt x="67303" y="103237"/>
                      <a:pt x="65154" y="103237"/>
                    </a:cubicBezTo>
                    <a:cubicBezTo>
                      <a:pt x="64079" y="103237"/>
                      <a:pt x="63004" y="103237"/>
                      <a:pt x="61930" y="105388"/>
                    </a:cubicBezTo>
                    <a:cubicBezTo>
                      <a:pt x="60855" y="105388"/>
                      <a:pt x="60855" y="106463"/>
                      <a:pt x="61930" y="105388"/>
                    </a:cubicBezTo>
                    <a:close/>
                    <a:moveTo>
                      <a:pt x="64079" y="124745"/>
                    </a:moveTo>
                    <a:cubicBezTo>
                      <a:pt x="65154" y="124745"/>
                      <a:pt x="65154" y="122594"/>
                      <a:pt x="64079" y="122594"/>
                    </a:cubicBezTo>
                    <a:cubicBezTo>
                      <a:pt x="64079" y="122594"/>
                      <a:pt x="63004" y="122594"/>
                      <a:pt x="63004" y="123669"/>
                    </a:cubicBezTo>
                    <a:cubicBezTo>
                      <a:pt x="64079" y="124745"/>
                      <a:pt x="64079" y="124745"/>
                      <a:pt x="64079" y="124745"/>
                    </a:cubicBezTo>
                    <a:close/>
                    <a:moveTo>
                      <a:pt x="65154" y="106463"/>
                    </a:moveTo>
                    <a:cubicBezTo>
                      <a:pt x="65154" y="106463"/>
                      <a:pt x="66228" y="105388"/>
                      <a:pt x="65154" y="106463"/>
                    </a:cubicBezTo>
                    <a:cubicBezTo>
                      <a:pt x="66228" y="105388"/>
                      <a:pt x="65154" y="105388"/>
                      <a:pt x="65154" y="106463"/>
                    </a:cubicBezTo>
                    <a:cubicBezTo>
                      <a:pt x="64079" y="105388"/>
                      <a:pt x="64079" y="105388"/>
                      <a:pt x="65154" y="106463"/>
                    </a:cubicBezTo>
                    <a:cubicBezTo>
                      <a:pt x="64079" y="106463"/>
                      <a:pt x="64079" y="106463"/>
                      <a:pt x="65154" y="106463"/>
                    </a:cubicBezTo>
                    <a:close/>
                    <a:moveTo>
                      <a:pt x="64079" y="102162"/>
                    </a:moveTo>
                    <a:cubicBezTo>
                      <a:pt x="64079" y="102162"/>
                      <a:pt x="67303" y="100011"/>
                      <a:pt x="66228" y="100011"/>
                    </a:cubicBezTo>
                    <a:cubicBezTo>
                      <a:pt x="66228" y="100011"/>
                      <a:pt x="65154" y="100011"/>
                      <a:pt x="65154" y="101086"/>
                    </a:cubicBezTo>
                    <a:cubicBezTo>
                      <a:pt x="65154" y="102162"/>
                      <a:pt x="64079" y="102162"/>
                      <a:pt x="64079" y="102162"/>
                    </a:cubicBezTo>
                    <a:close/>
                    <a:moveTo>
                      <a:pt x="67303" y="122594"/>
                    </a:moveTo>
                    <a:cubicBezTo>
                      <a:pt x="68378" y="122594"/>
                      <a:pt x="68378" y="122594"/>
                      <a:pt x="68378" y="122594"/>
                    </a:cubicBezTo>
                    <a:cubicBezTo>
                      <a:pt x="68378" y="122594"/>
                      <a:pt x="68378" y="122594"/>
                      <a:pt x="67303" y="121518"/>
                    </a:cubicBezTo>
                    <a:cubicBezTo>
                      <a:pt x="67303" y="121518"/>
                      <a:pt x="67303" y="121518"/>
                      <a:pt x="67303" y="122594"/>
                    </a:cubicBezTo>
                    <a:cubicBezTo>
                      <a:pt x="66228" y="122594"/>
                      <a:pt x="67303" y="122594"/>
                      <a:pt x="67303" y="122594"/>
                    </a:cubicBezTo>
                    <a:close/>
                    <a:moveTo>
                      <a:pt x="67303" y="98935"/>
                    </a:moveTo>
                    <a:cubicBezTo>
                      <a:pt x="68378" y="100011"/>
                      <a:pt x="69452" y="98935"/>
                      <a:pt x="69452" y="96785"/>
                    </a:cubicBezTo>
                    <a:cubicBezTo>
                      <a:pt x="69452" y="95709"/>
                      <a:pt x="69452" y="94634"/>
                      <a:pt x="70527" y="94634"/>
                    </a:cubicBezTo>
                    <a:cubicBezTo>
                      <a:pt x="70527" y="94634"/>
                      <a:pt x="70527" y="94634"/>
                      <a:pt x="70527" y="95709"/>
                    </a:cubicBezTo>
                    <a:cubicBezTo>
                      <a:pt x="70527" y="96785"/>
                      <a:pt x="70527" y="96785"/>
                      <a:pt x="70527" y="96785"/>
                    </a:cubicBezTo>
                    <a:cubicBezTo>
                      <a:pt x="71601" y="96785"/>
                      <a:pt x="75900" y="92483"/>
                      <a:pt x="75900" y="91408"/>
                    </a:cubicBezTo>
                    <a:cubicBezTo>
                      <a:pt x="75900" y="91408"/>
                      <a:pt x="75900" y="91408"/>
                      <a:pt x="74825" y="92483"/>
                    </a:cubicBezTo>
                    <a:cubicBezTo>
                      <a:pt x="73751" y="94634"/>
                      <a:pt x="72676" y="94634"/>
                      <a:pt x="72676" y="92483"/>
                    </a:cubicBezTo>
                    <a:cubicBezTo>
                      <a:pt x="72676" y="91408"/>
                      <a:pt x="72676" y="91408"/>
                      <a:pt x="70527" y="93558"/>
                    </a:cubicBezTo>
                    <a:cubicBezTo>
                      <a:pt x="69452" y="94634"/>
                      <a:pt x="68378" y="95709"/>
                      <a:pt x="69452" y="96785"/>
                    </a:cubicBezTo>
                    <a:cubicBezTo>
                      <a:pt x="68378" y="96785"/>
                      <a:pt x="68378" y="97860"/>
                      <a:pt x="67303" y="98935"/>
                    </a:cubicBezTo>
                    <a:cubicBezTo>
                      <a:pt x="67303" y="97860"/>
                      <a:pt x="67303" y="97860"/>
                      <a:pt x="67303" y="98935"/>
                    </a:cubicBezTo>
                    <a:close/>
                    <a:moveTo>
                      <a:pt x="68378" y="116141"/>
                    </a:moveTo>
                    <a:cubicBezTo>
                      <a:pt x="68378" y="116141"/>
                      <a:pt x="69452" y="117217"/>
                      <a:pt x="68378" y="116141"/>
                    </a:cubicBezTo>
                    <a:cubicBezTo>
                      <a:pt x="69452" y="116141"/>
                      <a:pt x="69452" y="116141"/>
                      <a:pt x="69452" y="116141"/>
                    </a:cubicBezTo>
                    <a:cubicBezTo>
                      <a:pt x="69452" y="116141"/>
                      <a:pt x="70527" y="115066"/>
                      <a:pt x="68378" y="116141"/>
                    </a:cubicBezTo>
                    <a:cubicBezTo>
                      <a:pt x="69452" y="115066"/>
                      <a:pt x="68378" y="115066"/>
                      <a:pt x="68378" y="116141"/>
                    </a:cubicBezTo>
                    <a:close/>
                    <a:moveTo>
                      <a:pt x="72676" y="90332"/>
                    </a:moveTo>
                    <a:cubicBezTo>
                      <a:pt x="72676" y="91408"/>
                      <a:pt x="72676" y="91408"/>
                      <a:pt x="72676" y="90332"/>
                    </a:cubicBezTo>
                    <a:cubicBezTo>
                      <a:pt x="74825" y="88181"/>
                      <a:pt x="74825" y="88181"/>
                      <a:pt x="73751" y="89257"/>
                    </a:cubicBezTo>
                    <a:cubicBezTo>
                      <a:pt x="73751" y="89257"/>
                      <a:pt x="72676" y="90332"/>
                      <a:pt x="72676" y="90332"/>
                    </a:cubicBezTo>
                    <a:close/>
                    <a:moveTo>
                      <a:pt x="73751" y="111840"/>
                    </a:moveTo>
                    <a:cubicBezTo>
                      <a:pt x="74825" y="111840"/>
                      <a:pt x="75900" y="110765"/>
                      <a:pt x="74825" y="110765"/>
                    </a:cubicBezTo>
                    <a:cubicBezTo>
                      <a:pt x="74825" y="109689"/>
                      <a:pt x="74825" y="109689"/>
                      <a:pt x="73751" y="111840"/>
                    </a:cubicBezTo>
                    <a:cubicBezTo>
                      <a:pt x="73751" y="110765"/>
                      <a:pt x="73751" y="111840"/>
                      <a:pt x="73751" y="111840"/>
                    </a:cubicBezTo>
                    <a:close/>
                    <a:moveTo>
                      <a:pt x="86647" y="96785"/>
                    </a:moveTo>
                    <a:cubicBezTo>
                      <a:pt x="86647" y="96785"/>
                      <a:pt x="87721" y="96785"/>
                      <a:pt x="86647" y="96785"/>
                    </a:cubicBezTo>
                    <a:cubicBezTo>
                      <a:pt x="87721" y="95709"/>
                      <a:pt x="87721" y="95709"/>
                      <a:pt x="86647" y="95709"/>
                    </a:cubicBezTo>
                    <a:cubicBezTo>
                      <a:pt x="86647" y="95709"/>
                      <a:pt x="85571" y="95709"/>
                      <a:pt x="86647" y="96785"/>
                    </a:cubicBezTo>
                    <a:cubicBezTo>
                      <a:pt x="85571" y="96785"/>
                      <a:pt x="85571" y="96785"/>
                      <a:pt x="86647" y="96785"/>
                    </a:cubicBezTo>
                    <a:close/>
                    <a:moveTo>
                      <a:pt x="89870" y="94634"/>
                    </a:moveTo>
                    <a:cubicBezTo>
                      <a:pt x="89870" y="94634"/>
                      <a:pt x="90945" y="93558"/>
                      <a:pt x="89870" y="94634"/>
                    </a:cubicBezTo>
                    <a:cubicBezTo>
                      <a:pt x="89870" y="93558"/>
                      <a:pt x="89870" y="93558"/>
                      <a:pt x="89870" y="94634"/>
                    </a:cubicBezTo>
                    <a:cubicBezTo>
                      <a:pt x="88796" y="93558"/>
                      <a:pt x="88796" y="94634"/>
                      <a:pt x="89870" y="94634"/>
                    </a:cubicBezTo>
                    <a:close/>
                    <a:moveTo>
                      <a:pt x="92020" y="91408"/>
                    </a:moveTo>
                    <a:cubicBezTo>
                      <a:pt x="93094" y="90332"/>
                      <a:pt x="94169" y="90332"/>
                      <a:pt x="93094" y="90332"/>
                    </a:cubicBezTo>
                    <a:cubicBezTo>
                      <a:pt x="92020" y="89257"/>
                      <a:pt x="92020" y="90332"/>
                      <a:pt x="92020" y="91408"/>
                    </a:cubicBezTo>
                    <a:cubicBezTo>
                      <a:pt x="89870" y="92483"/>
                      <a:pt x="90945" y="92483"/>
                      <a:pt x="92020" y="91408"/>
                    </a:cubicBezTo>
                    <a:close/>
                    <a:moveTo>
                      <a:pt x="93094" y="65598"/>
                    </a:moveTo>
                    <a:cubicBezTo>
                      <a:pt x="94169" y="63448"/>
                      <a:pt x="94169" y="63448"/>
                      <a:pt x="93094" y="64523"/>
                    </a:cubicBezTo>
                    <a:cubicBezTo>
                      <a:pt x="93094" y="64523"/>
                      <a:pt x="92020" y="64523"/>
                      <a:pt x="92020" y="64523"/>
                    </a:cubicBezTo>
                    <a:cubicBezTo>
                      <a:pt x="93094" y="62372"/>
                      <a:pt x="92020" y="63448"/>
                      <a:pt x="93094" y="65598"/>
                    </a:cubicBezTo>
                    <a:cubicBezTo>
                      <a:pt x="92020" y="66674"/>
                      <a:pt x="93094" y="66674"/>
                      <a:pt x="93094" y="65598"/>
                    </a:cubicBezTo>
                    <a:close/>
                    <a:moveTo>
                      <a:pt x="99542" y="59146"/>
                    </a:moveTo>
                    <a:cubicBezTo>
                      <a:pt x="100617" y="58071"/>
                      <a:pt x="100617" y="58071"/>
                      <a:pt x="99542" y="59146"/>
                    </a:cubicBezTo>
                    <a:cubicBezTo>
                      <a:pt x="99542" y="58071"/>
                      <a:pt x="98467" y="58071"/>
                      <a:pt x="98467" y="58071"/>
                    </a:cubicBezTo>
                    <a:cubicBezTo>
                      <a:pt x="97393" y="59146"/>
                      <a:pt x="99542" y="59146"/>
                      <a:pt x="99542" y="59146"/>
                    </a:cubicBezTo>
                    <a:close/>
                    <a:moveTo>
                      <a:pt x="101691" y="54845"/>
                    </a:moveTo>
                    <a:cubicBezTo>
                      <a:pt x="101691" y="54845"/>
                      <a:pt x="102766" y="53769"/>
                      <a:pt x="102766" y="53769"/>
                    </a:cubicBezTo>
                    <a:cubicBezTo>
                      <a:pt x="102766" y="53769"/>
                      <a:pt x="102766" y="52694"/>
                      <a:pt x="102766" y="52694"/>
                    </a:cubicBezTo>
                    <a:cubicBezTo>
                      <a:pt x="103840" y="52694"/>
                      <a:pt x="103840" y="51618"/>
                      <a:pt x="102766" y="50543"/>
                    </a:cubicBezTo>
                    <a:cubicBezTo>
                      <a:pt x="102766" y="50543"/>
                      <a:pt x="101691" y="50543"/>
                      <a:pt x="101691" y="51618"/>
                    </a:cubicBezTo>
                    <a:cubicBezTo>
                      <a:pt x="102766" y="52694"/>
                      <a:pt x="101691" y="53769"/>
                      <a:pt x="101691" y="54845"/>
                    </a:cubicBezTo>
                    <a:cubicBezTo>
                      <a:pt x="99542" y="55920"/>
                      <a:pt x="99542" y="55920"/>
                      <a:pt x="101691" y="5484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0" name="Freeform 999">
                <a:extLst>
                  <a:ext uri="{FF2B5EF4-FFF2-40B4-BE49-F238E27FC236}">
                    <a16:creationId xmlns:a16="http://schemas.microsoft.com/office/drawing/2014/main" id="{EEFD9DBD-FD49-9C0A-9823-F7A2C029C1A5}"/>
                  </a:ext>
                </a:extLst>
              </p:cNvPr>
              <p:cNvSpPr/>
              <p:nvPr/>
            </p:nvSpPr>
            <p:spPr>
              <a:xfrm>
                <a:off x="9255963" y="3099989"/>
                <a:ext cx="38697" cy="40426"/>
              </a:xfrm>
              <a:custGeom>
                <a:avLst/>
                <a:gdLst>
                  <a:gd name="connsiteX0" fmla="*/ 279 w 38697"/>
                  <a:gd name="connsiteY0" fmla="*/ 37852 h 40426"/>
                  <a:gd name="connsiteX1" fmla="*/ 21772 w 38697"/>
                  <a:gd name="connsiteY1" fmla="*/ 214 h 40426"/>
                  <a:gd name="connsiteX2" fmla="*/ 34668 w 38697"/>
                  <a:gd name="connsiteY2" fmla="*/ 4515 h 40426"/>
                  <a:gd name="connsiteX3" fmla="*/ 35743 w 38697"/>
                  <a:gd name="connsiteY3" fmla="*/ 5591 h 40426"/>
                  <a:gd name="connsiteX4" fmla="*/ 37892 w 38697"/>
                  <a:gd name="connsiteY4" fmla="*/ 8817 h 40426"/>
                  <a:gd name="connsiteX5" fmla="*/ 37892 w 38697"/>
                  <a:gd name="connsiteY5" fmla="*/ 13118 h 40426"/>
                  <a:gd name="connsiteX6" fmla="*/ 30370 w 38697"/>
                  <a:gd name="connsiteY6" fmla="*/ 21721 h 40426"/>
                  <a:gd name="connsiteX7" fmla="*/ 29295 w 38697"/>
                  <a:gd name="connsiteY7" fmla="*/ 22797 h 40426"/>
                  <a:gd name="connsiteX8" fmla="*/ 28220 w 38697"/>
                  <a:gd name="connsiteY8" fmla="*/ 23872 h 40426"/>
                  <a:gd name="connsiteX9" fmla="*/ 26071 w 38697"/>
                  <a:gd name="connsiteY9" fmla="*/ 27098 h 40426"/>
                  <a:gd name="connsiteX10" fmla="*/ 23922 w 38697"/>
                  <a:gd name="connsiteY10" fmla="*/ 30324 h 40426"/>
                  <a:gd name="connsiteX11" fmla="*/ 21772 w 38697"/>
                  <a:gd name="connsiteY11" fmla="*/ 32475 h 40426"/>
                  <a:gd name="connsiteX12" fmla="*/ 14250 w 38697"/>
                  <a:gd name="connsiteY12" fmla="*/ 35701 h 40426"/>
                  <a:gd name="connsiteX13" fmla="*/ 4578 w 38697"/>
                  <a:gd name="connsiteY13" fmla="*/ 38927 h 40426"/>
                  <a:gd name="connsiteX14" fmla="*/ 279 w 38697"/>
                  <a:gd name="connsiteY14" fmla="*/ 37852 h 40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97" h="40426">
                    <a:moveTo>
                      <a:pt x="279" y="37852"/>
                    </a:moveTo>
                    <a:cubicBezTo>
                      <a:pt x="1354" y="34626"/>
                      <a:pt x="17474" y="1289"/>
                      <a:pt x="21772" y="214"/>
                    </a:cubicBezTo>
                    <a:cubicBezTo>
                      <a:pt x="24997" y="-862"/>
                      <a:pt x="33594" y="2364"/>
                      <a:pt x="34668" y="4515"/>
                    </a:cubicBezTo>
                    <a:cubicBezTo>
                      <a:pt x="34668" y="4515"/>
                      <a:pt x="35743" y="5591"/>
                      <a:pt x="35743" y="5591"/>
                    </a:cubicBezTo>
                    <a:cubicBezTo>
                      <a:pt x="35743" y="5591"/>
                      <a:pt x="36817" y="6666"/>
                      <a:pt x="37892" y="8817"/>
                    </a:cubicBezTo>
                    <a:cubicBezTo>
                      <a:pt x="38967" y="10967"/>
                      <a:pt x="38967" y="12043"/>
                      <a:pt x="37892" y="13118"/>
                    </a:cubicBezTo>
                    <a:cubicBezTo>
                      <a:pt x="36817" y="15269"/>
                      <a:pt x="31444" y="21721"/>
                      <a:pt x="30370" y="21721"/>
                    </a:cubicBezTo>
                    <a:cubicBezTo>
                      <a:pt x="30370" y="21721"/>
                      <a:pt x="29295" y="22797"/>
                      <a:pt x="29295" y="22797"/>
                    </a:cubicBezTo>
                    <a:cubicBezTo>
                      <a:pt x="29295" y="22797"/>
                      <a:pt x="29295" y="23872"/>
                      <a:pt x="28220" y="23872"/>
                    </a:cubicBezTo>
                    <a:cubicBezTo>
                      <a:pt x="28220" y="23872"/>
                      <a:pt x="26071" y="24947"/>
                      <a:pt x="26071" y="27098"/>
                    </a:cubicBezTo>
                    <a:cubicBezTo>
                      <a:pt x="24997" y="29249"/>
                      <a:pt x="23922" y="30324"/>
                      <a:pt x="23922" y="30324"/>
                    </a:cubicBezTo>
                    <a:cubicBezTo>
                      <a:pt x="23922" y="30324"/>
                      <a:pt x="22847" y="31400"/>
                      <a:pt x="21772" y="32475"/>
                    </a:cubicBezTo>
                    <a:cubicBezTo>
                      <a:pt x="20698" y="34626"/>
                      <a:pt x="17474" y="35701"/>
                      <a:pt x="14250" y="35701"/>
                    </a:cubicBezTo>
                    <a:cubicBezTo>
                      <a:pt x="12101" y="35701"/>
                      <a:pt x="11026" y="35701"/>
                      <a:pt x="4578" y="38927"/>
                    </a:cubicBezTo>
                    <a:cubicBezTo>
                      <a:pt x="1354" y="41078"/>
                      <a:pt x="-795" y="41078"/>
                      <a:pt x="279" y="3785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1" name="Freeform 1000">
                <a:extLst>
                  <a:ext uri="{FF2B5EF4-FFF2-40B4-BE49-F238E27FC236}">
                    <a16:creationId xmlns:a16="http://schemas.microsoft.com/office/drawing/2014/main" id="{C96035A6-0683-5018-8C56-E509115CA497}"/>
                  </a:ext>
                </a:extLst>
              </p:cNvPr>
              <p:cNvSpPr/>
              <p:nvPr/>
            </p:nvSpPr>
            <p:spPr>
              <a:xfrm>
                <a:off x="9206004" y="3214462"/>
                <a:ext cx="134157" cy="97591"/>
              </a:xfrm>
              <a:custGeom>
                <a:avLst/>
                <a:gdLst>
                  <a:gd name="connsiteX0" fmla="*/ 806 w 134157"/>
                  <a:gd name="connsiteY0" fmla="*/ 85762 h 97591"/>
                  <a:gd name="connsiteX1" fmla="*/ 12627 w 134157"/>
                  <a:gd name="connsiteY1" fmla="*/ 73933 h 97591"/>
                  <a:gd name="connsiteX2" fmla="*/ 26597 w 134157"/>
                  <a:gd name="connsiteY2" fmla="*/ 69631 h 97591"/>
                  <a:gd name="connsiteX3" fmla="*/ 28746 w 134157"/>
                  <a:gd name="connsiteY3" fmla="*/ 68556 h 97591"/>
                  <a:gd name="connsiteX4" fmla="*/ 26597 w 134157"/>
                  <a:gd name="connsiteY4" fmla="*/ 64254 h 97591"/>
                  <a:gd name="connsiteX5" fmla="*/ 24448 w 134157"/>
                  <a:gd name="connsiteY5" fmla="*/ 63179 h 97591"/>
                  <a:gd name="connsiteX6" fmla="*/ 22298 w 134157"/>
                  <a:gd name="connsiteY6" fmla="*/ 61028 h 97591"/>
                  <a:gd name="connsiteX7" fmla="*/ 20149 w 134157"/>
                  <a:gd name="connsiteY7" fmla="*/ 58877 h 97591"/>
                  <a:gd name="connsiteX8" fmla="*/ 18000 w 134157"/>
                  <a:gd name="connsiteY8" fmla="*/ 57802 h 97591"/>
                  <a:gd name="connsiteX9" fmla="*/ 14776 w 134157"/>
                  <a:gd name="connsiteY9" fmla="*/ 45973 h 97591"/>
                  <a:gd name="connsiteX10" fmla="*/ 13702 w 134157"/>
                  <a:gd name="connsiteY10" fmla="*/ 40596 h 97591"/>
                  <a:gd name="connsiteX11" fmla="*/ 21224 w 134157"/>
                  <a:gd name="connsiteY11" fmla="*/ 24465 h 97591"/>
                  <a:gd name="connsiteX12" fmla="*/ 57761 w 134157"/>
                  <a:gd name="connsiteY12" fmla="*/ 807 h 97591"/>
                  <a:gd name="connsiteX13" fmla="*/ 66358 w 134157"/>
                  <a:gd name="connsiteY13" fmla="*/ 807 h 97591"/>
                  <a:gd name="connsiteX14" fmla="*/ 72807 w 134157"/>
                  <a:gd name="connsiteY14" fmla="*/ 9410 h 97591"/>
                  <a:gd name="connsiteX15" fmla="*/ 62060 w 134157"/>
                  <a:gd name="connsiteY15" fmla="*/ 21239 h 97591"/>
                  <a:gd name="connsiteX16" fmla="*/ 24448 w 134157"/>
                  <a:gd name="connsiteY16" fmla="*/ 47048 h 97591"/>
                  <a:gd name="connsiteX17" fmla="*/ 26597 w 134157"/>
                  <a:gd name="connsiteY17" fmla="*/ 49199 h 97591"/>
                  <a:gd name="connsiteX18" fmla="*/ 29821 w 134157"/>
                  <a:gd name="connsiteY18" fmla="*/ 50274 h 97591"/>
                  <a:gd name="connsiteX19" fmla="*/ 37344 w 134157"/>
                  <a:gd name="connsiteY19" fmla="*/ 55651 h 97591"/>
                  <a:gd name="connsiteX20" fmla="*/ 42717 w 134157"/>
                  <a:gd name="connsiteY20" fmla="*/ 59953 h 97591"/>
                  <a:gd name="connsiteX21" fmla="*/ 45941 w 134157"/>
                  <a:gd name="connsiteY21" fmla="*/ 62103 h 97591"/>
                  <a:gd name="connsiteX22" fmla="*/ 57761 w 134157"/>
                  <a:gd name="connsiteY22" fmla="*/ 58877 h 97591"/>
                  <a:gd name="connsiteX23" fmla="*/ 122240 w 134157"/>
                  <a:gd name="connsiteY23" fmla="*/ 44897 h 97591"/>
                  <a:gd name="connsiteX24" fmla="*/ 132986 w 134157"/>
                  <a:gd name="connsiteY24" fmla="*/ 48123 h 97591"/>
                  <a:gd name="connsiteX25" fmla="*/ 131911 w 134157"/>
                  <a:gd name="connsiteY25" fmla="*/ 52425 h 97591"/>
                  <a:gd name="connsiteX26" fmla="*/ 105046 w 134157"/>
                  <a:gd name="connsiteY26" fmla="*/ 57802 h 97591"/>
                  <a:gd name="connsiteX27" fmla="*/ 100747 w 134157"/>
                  <a:gd name="connsiteY27" fmla="*/ 58877 h 97591"/>
                  <a:gd name="connsiteX28" fmla="*/ 97523 w 134157"/>
                  <a:gd name="connsiteY28" fmla="*/ 58877 h 97591"/>
                  <a:gd name="connsiteX29" fmla="*/ 96449 w 134157"/>
                  <a:gd name="connsiteY29" fmla="*/ 58877 h 97591"/>
                  <a:gd name="connsiteX30" fmla="*/ 94299 w 134157"/>
                  <a:gd name="connsiteY30" fmla="*/ 58877 h 97591"/>
                  <a:gd name="connsiteX31" fmla="*/ 92150 w 134157"/>
                  <a:gd name="connsiteY31" fmla="*/ 58877 h 97591"/>
                  <a:gd name="connsiteX32" fmla="*/ 86777 w 134157"/>
                  <a:gd name="connsiteY32" fmla="*/ 59953 h 97591"/>
                  <a:gd name="connsiteX33" fmla="*/ 84627 w 134157"/>
                  <a:gd name="connsiteY33" fmla="*/ 61028 h 97591"/>
                  <a:gd name="connsiteX34" fmla="*/ 77105 w 134157"/>
                  <a:gd name="connsiteY34" fmla="*/ 64254 h 97591"/>
                  <a:gd name="connsiteX35" fmla="*/ 73881 w 134157"/>
                  <a:gd name="connsiteY35" fmla="*/ 64254 h 97591"/>
                  <a:gd name="connsiteX36" fmla="*/ 72807 w 134157"/>
                  <a:gd name="connsiteY36" fmla="*/ 64254 h 97591"/>
                  <a:gd name="connsiteX37" fmla="*/ 71731 w 134157"/>
                  <a:gd name="connsiteY37" fmla="*/ 66405 h 97591"/>
                  <a:gd name="connsiteX38" fmla="*/ 69583 w 134157"/>
                  <a:gd name="connsiteY38" fmla="*/ 68556 h 97591"/>
                  <a:gd name="connsiteX39" fmla="*/ 67433 w 134157"/>
                  <a:gd name="connsiteY39" fmla="*/ 68556 h 97591"/>
                  <a:gd name="connsiteX40" fmla="*/ 66358 w 134157"/>
                  <a:gd name="connsiteY40" fmla="*/ 68556 h 97591"/>
                  <a:gd name="connsiteX41" fmla="*/ 64210 w 134157"/>
                  <a:gd name="connsiteY41" fmla="*/ 70707 h 97591"/>
                  <a:gd name="connsiteX42" fmla="*/ 63135 w 134157"/>
                  <a:gd name="connsiteY42" fmla="*/ 70707 h 97591"/>
                  <a:gd name="connsiteX43" fmla="*/ 60985 w 134157"/>
                  <a:gd name="connsiteY43" fmla="*/ 70707 h 97591"/>
                  <a:gd name="connsiteX44" fmla="*/ 60985 w 134157"/>
                  <a:gd name="connsiteY44" fmla="*/ 71782 h 97591"/>
                  <a:gd name="connsiteX45" fmla="*/ 58836 w 134157"/>
                  <a:gd name="connsiteY45" fmla="*/ 72857 h 97591"/>
                  <a:gd name="connsiteX46" fmla="*/ 54538 w 134157"/>
                  <a:gd name="connsiteY46" fmla="*/ 73933 h 97591"/>
                  <a:gd name="connsiteX47" fmla="*/ 51314 w 134157"/>
                  <a:gd name="connsiteY47" fmla="*/ 78234 h 97591"/>
                  <a:gd name="connsiteX48" fmla="*/ 21224 w 134157"/>
                  <a:gd name="connsiteY48" fmla="*/ 95440 h 97591"/>
                  <a:gd name="connsiteX49" fmla="*/ 14776 w 134157"/>
                  <a:gd name="connsiteY49" fmla="*/ 96516 h 97591"/>
                  <a:gd name="connsiteX50" fmla="*/ 8328 w 134157"/>
                  <a:gd name="connsiteY50" fmla="*/ 97591 h 97591"/>
                  <a:gd name="connsiteX51" fmla="*/ 1880 w 134157"/>
                  <a:gd name="connsiteY51" fmla="*/ 93290 h 97591"/>
                  <a:gd name="connsiteX52" fmla="*/ 806 w 134157"/>
                  <a:gd name="connsiteY52" fmla="*/ 91139 h 97591"/>
                  <a:gd name="connsiteX53" fmla="*/ 806 w 134157"/>
                  <a:gd name="connsiteY53" fmla="*/ 85762 h 97591"/>
                  <a:gd name="connsiteX54" fmla="*/ 55612 w 134157"/>
                  <a:gd name="connsiteY54" fmla="*/ 71782 h 97591"/>
                  <a:gd name="connsiteX55" fmla="*/ 56687 w 134157"/>
                  <a:gd name="connsiteY55" fmla="*/ 71782 h 97591"/>
                  <a:gd name="connsiteX56" fmla="*/ 57761 w 134157"/>
                  <a:gd name="connsiteY56" fmla="*/ 70707 h 97591"/>
                  <a:gd name="connsiteX57" fmla="*/ 56687 w 134157"/>
                  <a:gd name="connsiteY57" fmla="*/ 70707 h 97591"/>
                  <a:gd name="connsiteX58" fmla="*/ 55612 w 134157"/>
                  <a:gd name="connsiteY58" fmla="*/ 71782 h 97591"/>
                  <a:gd name="connsiteX59" fmla="*/ 68508 w 134157"/>
                  <a:gd name="connsiteY59" fmla="*/ 69631 h 97591"/>
                  <a:gd name="connsiteX60" fmla="*/ 68508 w 134157"/>
                  <a:gd name="connsiteY60" fmla="*/ 69631 h 97591"/>
                  <a:gd name="connsiteX61" fmla="*/ 68508 w 134157"/>
                  <a:gd name="connsiteY61" fmla="*/ 69631 h 97591"/>
                  <a:gd name="connsiteX62" fmla="*/ 68508 w 134157"/>
                  <a:gd name="connsiteY62" fmla="*/ 69631 h 97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157" h="97591">
                    <a:moveTo>
                      <a:pt x="806" y="85762"/>
                    </a:moveTo>
                    <a:cubicBezTo>
                      <a:pt x="2955" y="78234"/>
                      <a:pt x="4030" y="77159"/>
                      <a:pt x="12627" y="73933"/>
                    </a:cubicBezTo>
                    <a:cubicBezTo>
                      <a:pt x="13702" y="73933"/>
                      <a:pt x="25522" y="69631"/>
                      <a:pt x="26597" y="69631"/>
                    </a:cubicBezTo>
                    <a:cubicBezTo>
                      <a:pt x="26597" y="69631"/>
                      <a:pt x="27672" y="69631"/>
                      <a:pt x="28746" y="68556"/>
                    </a:cubicBezTo>
                    <a:cubicBezTo>
                      <a:pt x="29821" y="67480"/>
                      <a:pt x="28746" y="64254"/>
                      <a:pt x="26597" y="64254"/>
                    </a:cubicBezTo>
                    <a:cubicBezTo>
                      <a:pt x="25522" y="64254"/>
                      <a:pt x="24448" y="64254"/>
                      <a:pt x="24448" y="63179"/>
                    </a:cubicBezTo>
                    <a:cubicBezTo>
                      <a:pt x="24448" y="63179"/>
                      <a:pt x="23373" y="62103"/>
                      <a:pt x="22298" y="61028"/>
                    </a:cubicBezTo>
                    <a:cubicBezTo>
                      <a:pt x="21224" y="59953"/>
                      <a:pt x="20149" y="59953"/>
                      <a:pt x="20149" y="58877"/>
                    </a:cubicBezTo>
                    <a:cubicBezTo>
                      <a:pt x="20149" y="58877"/>
                      <a:pt x="19075" y="57802"/>
                      <a:pt x="18000" y="57802"/>
                    </a:cubicBezTo>
                    <a:cubicBezTo>
                      <a:pt x="15851" y="56727"/>
                      <a:pt x="14776" y="51350"/>
                      <a:pt x="14776" y="45973"/>
                    </a:cubicBezTo>
                    <a:cubicBezTo>
                      <a:pt x="14776" y="43822"/>
                      <a:pt x="14776" y="40596"/>
                      <a:pt x="13702" y="40596"/>
                    </a:cubicBezTo>
                    <a:cubicBezTo>
                      <a:pt x="11552" y="37370"/>
                      <a:pt x="15851" y="30917"/>
                      <a:pt x="21224" y="24465"/>
                    </a:cubicBezTo>
                    <a:cubicBezTo>
                      <a:pt x="28746" y="15862"/>
                      <a:pt x="47015" y="5108"/>
                      <a:pt x="57761" y="807"/>
                    </a:cubicBezTo>
                    <a:cubicBezTo>
                      <a:pt x="62060" y="-269"/>
                      <a:pt x="63135" y="-269"/>
                      <a:pt x="66358" y="807"/>
                    </a:cubicBezTo>
                    <a:cubicBezTo>
                      <a:pt x="70657" y="1882"/>
                      <a:pt x="72807" y="5108"/>
                      <a:pt x="72807" y="9410"/>
                    </a:cubicBezTo>
                    <a:cubicBezTo>
                      <a:pt x="72807" y="13711"/>
                      <a:pt x="67433" y="19088"/>
                      <a:pt x="62060" y="21239"/>
                    </a:cubicBezTo>
                    <a:cubicBezTo>
                      <a:pt x="52388" y="24465"/>
                      <a:pt x="24448" y="43822"/>
                      <a:pt x="24448" y="47048"/>
                    </a:cubicBezTo>
                    <a:cubicBezTo>
                      <a:pt x="24448" y="48123"/>
                      <a:pt x="25522" y="49199"/>
                      <a:pt x="26597" y="49199"/>
                    </a:cubicBezTo>
                    <a:cubicBezTo>
                      <a:pt x="27672" y="49199"/>
                      <a:pt x="28746" y="50274"/>
                      <a:pt x="29821" y="50274"/>
                    </a:cubicBezTo>
                    <a:cubicBezTo>
                      <a:pt x="29821" y="51350"/>
                      <a:pt x="30895" y="51350"/>
                      <a:pt x="37344" y="55651"/>
                    </a:cubicBezTo>
                    <a:cubicBezTo>
                      <a:pt x="39492" y="56727"/>
                      <a:pt x="41642" y="58877"/>
                      <a:pt x="42717" y="59953"/>
                    </a:cubicBezTo>
                    <a:cubicBezTo>
                      <a:pt x="43791" y="61028"/>
                      <a:pt x="45941" y="62103"/>
                      <a:pt x="45941" y="62103"/>
                    </a:cubicBezTo>
                    <a:cubicBezTo>
                      <a:pt x="47015" y="62103"/>
                      <a:pt x="51314" y="61028"/>
                      <a:pt x="57761" y="58877"/>
                    </a:cubicBezTo>
                    <a:cubicBezTo>
                      <a:pt x="78180" y="52425"/>
                      <a:pt x="100747" y="47048"/>
                      <a:pt x="122240" y="44897"/>
                    </a:cubicBezTo>
                    <a:cubicBezTo>
                      <a:pt x="126538" y="44897"/>
                      <a:pt x="130836" y="45973"/>
                      <a:pt x="132986" y="48123"/>
                    </a:cubicBezTo>
                    <a:cubicBezTo>
                      <a:pt x="135135" y="50274"/>
                      <a:pt x="134061" y="52425"/>
                      <a:pt x="131911" y="52425"/>
                    </a:cubicBezTo>
                    <a:cubicBezTo>
                      <a:pt x="127613" y="52425"/>
                      <a:pt x="103971" y="56727"/>
                      <a:pt x="105046" y="57802"/>
                    </a:cubicBezTo>
                    <a:cubicBezTo>
                      <a:pt x="105046" y="58877"/>
                      <a:pt x="102896" y="58877"/>
                      <a:pt x="100747" y="58877"/>
                    </a:cubicBezTo>
                    <a:cubicBezTo>
                      <a:pt x="98597" y="58877"/>
                      <a:pt x="97523" y="58877"/>
                      <a:pt x="97523" y="58877"/>
                    </a:cubicBezTo>
                    <a:cubicBezTo>
                      <a:pt x="97523" y="58877"/>
                      <a:pt x="96449" y="59953"/>
                      <a:pt x="96449" y="58877"/>
                    </a:cubicBezTo>
                    <a:cubicBezTo>
                      <a:pt x="96449" y="58877"/>
                      <a:pt x="95374" y="58877"/>
                      <a:pt x="94299" y="58877"/>
                    </a:cubicBezTo>
                    <a:cubicBezTo>
                      <a:pt x="94299" y="58877"/>
                      <a:pt x="93224" y="59953"/>
                      <a:pt x="92150" y="58877"/>
                    </a:cubicBezTo>
                    <a:cubicBezTo>
                      <a:pt x="90000" y="58877"/>
                      <a:pt x="88926" y="58877"/>
                      <a:pt x="86777" y="59953"/>
                    </a:cubicBezTo>
                    <a:cubicBezTo>
                      <a:pt x="85702" y="61028"/>
                      <a:pt x="84627" y="61028"/>
                      <a:pt x="84627" y="61028"/>
                    </a:cubicBezTo>
                    <a:cubicBezTo>
                      <a:pt x="84627" y="59953"/>
                      <a:pt x="79254" y="62103"/>
                      <a:pt x="77105" y="64254"/>
                    </a:cubicBezTo>
                    <a:cubicBezTo>
                      <a:pt x="74956" y="65330"/>
                      <a:pt x="73881" y="66405"/>
                      <a:pt x="73881" y="64254"/>
                    </a:cubicBezTo>
                    <a:cubicBezTo>
                      <a:pt x="73881" y="64254"/>
                      <a:pt x="73881" y="63179"/>
                      <a:pt x="72807" y="64254"/>
                    </a:cubicBezTo>
                    <a:cubicBezTo>
                      <a:pt x="72807" y="64254"/>
                      <a:pt x="71731" y="65330"/>
                      <a:pt x="71731" y="66405"/>
                    </a:cubicBezTo>
                    <a:cubicBezTo>
                      <a:pt x="71731" y="67480"/>
                      <a:pt x="70657" y="68556"/>
                      <a:pt x="69583" y="68556"/>
                    </a:cubicBezTo>
                    <a:cubicBezTo>
                      <a:pt x="66358" y="69631"/>
                      <a:pt x="66358" y="69631"/>
                      <a:pt x="67433" y="68556"/>
                    </a:cubicBezTo>
                    <a:cubicBezTo>
                      <a:pt x="67433" y="68556"/>
                      <a:pt x="67433" y="67480"/>
                      <a:pt x="66358" y="68556"/>
                    </a:cubicBezTo>
                    <a:cubicBezTo>
                      <a:pt x="65284" y="68556"/>
                      <a:pt x="64210" y="69631"/>
                      <a:pt x="64210" y="70707"/>
                    </a:cubicBezTo>
                    <a:cubicBezTo>
                      <a:pt x="64210" y="71782"/>
                      <a:pt x="64210" y="71782"/>
                      <a:pt x="63135" y="70707"/>
                    </a:cubicBezTo>
                    <a:cubicBezTo>
                      <a:pt x="63135" y="69631"/>
                      <a:pt x="62060" y="69631"/>
                      <a:pt x="60985" y="70707"/>
                    </a:cubicBezTo>
                    <a:cubicBezTo>
                      <a:pt x="59911" y="70707"/>
                      <a:pt x="59911" y="71782"/>
                      <a:pt x="60985" y="71782"/>
                    </a:cubicBezTo>
                    <a:cubicBezTo>
                      <a:pt x="62060" y="71782"/>
                      <a:pt x="59911" y="72857"/>
                      <a:pt x="58836" y="72857"/>
                    </a:cubicBezTo>
                    <a:cubicBezTo>
                      <a:pt x="58836" y="72857"/>
                      <a:pt x="56687" y="72857"/>
                      <a:pt x="54538" y="73933"/>
                    </a:cubicBezTo>
                    <a:cubicBezTo>
                      <a:pt x="52388" y="75008"/>
                      <a:pt x="51314" y="75008"/>
                      <a:pt x="51314" y="78234"/>
                    </a:cubicBezTo>
                    <a:cubicBezTo>
                      <a:pt x="50239" y="88988"/>
                      <a:pt x="29821" y="94365"/>
                      <a:pt x="21224" y="95440"/>
                    </a:cubicBezTo>
                    <a:cubicBezTo>
                      <a:pt x="19075" y="95440"/>
                      <a:pt x="15851" y="96516"/>
                      <a:pt x="14776" y="96516"/>
                    </a:cubicBezTo>
                    <a:cubicBezTo>
                      <a:pt x="12627" y="97591"/>
                      <a:pt x="10478" y="97591"/>
                      <a:pt x="8328" y="97591"/>
                    </a:cubicBezTo>
                    <a:cubicBezTo>
                      <a:pt x="6179" y="97591"/>
                      <a:pt x="1880" y="96516"/>
                      <a:pt x="1880" y="93290"/>
                    </a:cubicBezTo>
                    <a:cubicBezTo>
                      <a:pt x="1880" y="93290"/>
                      <a:pt x="1880" y="92214"/>
                      <a:pt x="806" y="91139"/>
                    </a:cubicBezTo>
                    <a:cubicBezTo>
                      <a:pt x="-269" y="92214"/>
                      <a:pt x="-269" y="91139"/>
                      <a:pt x="806" y="85762"/>
                    </a:cubicBezTo>
                    <a:close/>
                    <a:moveTo>
                      <a:pt x="55612" y="71782"/>
                    </a:moveTo>
                    <a:cubicBezTo>
                      <a:pt x="55612" y="71782"/>
                      <a:pt x="55612" y="71782"/>
                      <a:pt x="56687" y="71782"/>
                    </a:cubicBezTo>
                    <a:cubicBezTo>
                      <a:pt x="57761" y="71782"/>
                      <a:pt x="57761" y="71782"/>
                      <a:pt x="57761" y="70707"/>
                    </a:cubicBezTo>
                    <a:cubicBezTo>
                      <a:pt x="57761" y="70707"/>
                      <a:pt x="56687" y="69631"/>
                      <a:pt x="56687" y="70707"/>
                    </a:cubicBezTo>
                    <a:cubicBezTo>
                      <a:pt x="56687" y="71782"/>
                      <a:pt x="55612" y="71782"/>
                      <a:pt x="55612" y="71782"/>
                    </a:cubicBezTo>
                    <a:close/>
                    <a:moveTo>
                      <a:pt x="68508" y="69631"/>
                    </a:moveTo>
                    <a:cubicBezTo>
                      <a:pt x="69583" y="69631"/>
                      <a:pt x="70657" y="69631"/>
                      <a:pt x="68508" y="69631"/>
                    </a:cubicBezTo>
                    <a:cubicBezTo>
                      <a:pt x="69583" y="68556"/>
                      <a:pt x="68508" y="68556"/>
                      <a:pt x="68508" y="69631"/>
                    </a:cubicBezTo>
                    <a:cubicBezTo>
                      <a:pt x="67433" y="68556"/>
                      <a:pt x="67433" y="68556"/>
                      <a:pt x="68508" y="69631"/>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1002" name="Graphic 29">
            <a:extLst>
              <a:ext uri="{FF2B5EF4-FFF2-40B4-BE49-F238E27FC236}">
                <a16:creationId xmlns:a16="http://schemas.microsoft.com/office/drawing/2014/main" id="{37FC1189-A6E2-F32A-FFBF-8D8A491A517D}"/>
              </a:ext>
            </a:extLst>
          </p:cNvPr>
          <p:cNvGrpSpPr/>
          <p:nvPr/>
        </p:nvGrpSpPr>
        <p:grpSpPr>
          <a:xfrm>
            <a:off x="7147763" y="5374579"/>
            <a:ext cx="2636740" cy="724468"/>
            <a:chOff x="6372295" y="5448842"/>
            <a:chExt cx="2636740" cy="724468"/>
          </a:xfrm>
        </p:grpSpPr>
        <p:grpSp>
          <p:nvGrpSpPr>
            <p:cNvPr id="1003" name="Graphic 29">
              <a:extLst>
                <a:ext uri="{FF2B5EF4-FFF2-40B4-BE49-F238E27FC236}">
                  <a16:creationId xmlns:a16="http://schemas.microsoft.com/office/drawing/2014/main" id="{99B9CC9B-07C9-004B-78F4-F637085ADFB7}"/>
                </a:ext>
              </a:extLst>
            </p:cNvPr>
            <p:cNvGrpSpPr/>
            <p:nvPr/>
          </p:nvGrpSpPr>
          <p:grpSpPr>
            <a:xfrm>
              <a:off x="6372295" y="5759628"/>
              <a:ext cx="2636740" cy="413682"/>
              <a:chOff x="6372295" y="5759628"/>
              <a:chExt cx="2636740" cy="413682"/>
            </a:xfrm>
          </p:grpSpPr>
          <p:sp>
            <p:nvSpPr>
              <p:cNvPr id="1004" name="Freeform 1003">
                <a:extLst>
                  <a:ext uri="{FF2B5EF4-FFF2-40B4-BE49-F238E27FC236}">
                    <a16:creationId xmlns:a16="http://schemas.microsoft.com/office/drawing/2014/main" id="{BD5FF92E-DA8A-DE75-C6D9-CFD42324B73D}"/>
                  </a:ext>
                </a:extLst>
              </p:cNvPr>
              <p:cNvSpPr/>
              <p:nvPr/>
            </p:nvSpPr>
            <p:spPr>
              <a:xfrm>
                <a:off x="6372295" y="5989797"/>
                <a:ext cx="2636740" cy="183513"/>
              </a:xfrm>
              <a:custGeom>
                <a:avLst/>
                <a:gdLst>
                  <a:gd name="connsiteX0" fmla="*/ 1746283 w 1899956"/>
                  <a:gd name="connsiteY0" fmla="*/ 65560 h 132234"/>
                  <a:gd name="connsiteX1" fmla="*/ 1737686 w 1899956"/>
                  <a:gd name="connsiteY1" fmla="*/ 65560 h 132234"/>
                  <a:gd name="connsiteX2" fmla="*/ 1746283 w 1899956"/>
                  <a:gd name="connsiteY2" fmla="*/ 65560 h 132234"/>
                  <a:gd name="connsiteX3" fmla="*/ 1212189 w 1899956"/>
                  <a:gd name="connsiteY3" fmla="*/ 1037 h 132234"/>
                  <a:gd name="connsiteX4" fmla="*/ 1374460 w 1899956"/>
                  <a:gd name="connsiteY4" fmla="*/ 7489 h 132234"/>
                  <a:gd name="connsiteX5" fmla="*/ 1374460 w 1899956"/>
                  <a:gd name="connsiteY5" fmla="*/ 11791 h 132234"/>
                  <a:gd name="connsiteX6" fmla="*/ 1383057 w 1899956"/>
                  <a:gd name="connsiteY6" fmla="*/ 7489 h 132234"/>
                  <a:gd name="connsiteX7" fmla="*/ 1391654 w 1899956"/>
                  <a:gd name="connsiteY7" fmla="*/ 11791 h 132234"/>
                  <a:gd name="connsiteX8" fmla="*/ 1390579 w 1899956"/>
                  <a:gd name="connsiteY8" fmla="*/ 8565 h 132234"/>
                  <a:gd name="connsiteX9" fmla="*/ 1402400 w 1899956"/>
                  <a:gd name="connsiteY9" fmla="*/ 12866 h 132234"/>
                  <a:gd name="connsiteX10" fmla="*/ 1406699 w 1899956"/>
                  <a:gd name="connsiteY10" fmla="*/ 8565 h 132234"/>
                  <a:gd name="connsiteX11" fmla="*/ 1486221 w 1899956"/>
                  <a:gd name="connsiteY11" fmla="*/ 19319 h 132234"/>
                  <a:gd name="connsiteX12" fmla="*/ 1636670 w 1899956"/>
                  <a:gd name="connsiteY12" fmla="*/ 33299 h 132234"/>
                  <a:gd name="connsiteX13" fmla="*/ 1667835 w 1899956"/>
                  <a:gd name="connsiteY13" fmla="*/ 37600 h 132234"/>
                  <a:gd name="connsiteX14" fmla="*/ 1700074 w 1899956"/>
                  <a:gd name="connsiteY14" fmla="*/ 41902 h 132234"/>
                  <a:gd name="connsiteX15" fmla="*/ 1728014 w 1899956"/>
                  <a:gd name="connsiteY15" fmla="*/ 47279 h 132234"/>
                  <a:gd name="connsiteX16" fmla="*/ 1747358 w 1899956"/>
                  <a:gd name="connsiteY16" fmla="*/ 50505 h 132234"/>
                  <a:gd name="connsiteX17" fmla="*/ 1810762 w 1899956"/>
                  <a:gd name="connsiteY17" fmla="*/ 55882 h 132234"/>
                  <a:gd name="connsiteX18" fmla="*/ 1815060 w 1899956"/>
                  <a:gd name="connsiteY18" fmla="*/ 60183 h 132234"/>
                  <a:gd name="connsiteX19" fmla="*/ 1832254 w 1899956"/>
                  <a:gd name="connsiteY19" fmla="*/ 56957 h 132234"/>
                  <a:gd name="connsiteX20" fmla="*/ 1846224 w 1899956"/>
                  <a:gd name="connsiteY20" fmla="*/ 62334 h 132234"/>
                  <a:gd name="connsiteX21" fmla="*/ 1877389 w 1899956"/>
                  <a:gd name="connsiteY21" fmla="*/ 66636 h 132234"/>
                  <a:gd name="connsiteX22" fmla="*/ 1899956 w 1899956"/>
                  <a:gd name="connsiteY22" fmla="*/ 75239 h 132234"/>
                  <a:gd name="connsiteX23" fmla="*/ 1853747 w 1899956"/>
                  <a:gd name="connsiteY23" fmla="*/ 70937 h 132234"/>
                  <a:gd name="connsiteX24" fmla="*/ 1839777 w 1899956"/>
                  <a:gd name="connsiteY24" fmla="*/ 67711 h 132234"/>
                  <a:gd name="connsiteX25" fmla="*/ 1808612 w 1899956"/>
                  <a:gd name="connsiteY25" fmla="*/ 73088 h 132234"/>
                  <a:gd name="connsiteX26" fmla="*/ 1805388 w 1899956"/>
                  <a:gd name="connsiteY26" fmla="*/ 67711 h 132234"/>
                  <a:gd name="connsiteX27" fmla="*/ 1753806 w 1899956"/>
                  <a:gd name="connsiteY27" fmla="*/ 63410 h 132234"/>
                  <a:gd name="connsiteX28" fmla="*/ 1794642 w 1899956"/>
                  <a:gd name="connsiteY28" fmla="*/ 75239 h 132234"/>
                  <a:gd name="connsiteX29" fmla="*/ 1798941 w 1899956"/>
                  <a:gd name="connsiteY29" fmla="*/ 80616 h 132234"/>
                  <a:gd name="connsiteX30" fmla="*/ 1803239 w 1899956"/>
                  <a:gd name="connsiteY30" fmla="*/ 76314 h 132234"/>
                  <a:gd name="connsiteX31" fmla="*/ 1888135 w 1899956"/>
                  <a:gd name="connsiteY31" fmla="*/ 95671 h 132234"/>
                  <a:gd name="connsiteX32" fmla="*/ 1827955 w 1899956"/>
                  <a:gd name="connsiteY32" fmla="*/ 89219 h 132234"/>
                  <a:gd name="connsiteX33" fmla="*/ 1728014 w 1899956"/>
                  <a:gd name="connsiteY33" fmla="*/ 79540 h 132234"/>
                  <a:gd name="connsiteX34" fmla="*/ 1723716 w 1899956"/>
                  <a:gd name="connsiteY34" fmla="*/ 75239 h 132234"/>
                  <a:gd name="connsiteX35" fmla="*/ 1701149 w 1899956"/>
                  <a:gd name="connsiteY35" fmla="*/ 75239 h 132234"/>
                  <a:gd name="connsiteX36" fmla="*/ 1241205 w 1899956"/>
                  <a:gd name="connsiteY36" fmla="*/ 47279 h 132234"/>
                  <a:gd name="connsiteX37" fmla="*/ 780185 w 1899956"/>
                  <a:gd name="connsiteY37" fmla="*/ 48354 h 132234"/>
                  <a:gd name="connsiteX38" fmla="*/ 89195 w 1899956"/>
                  <a:gd name="connsiteY38" fmla="*/ 123631 h 132234"/>
                  <a:gd name="connsiteX39" fmla="*/ 30090 w 1899956"/>
                  <a:gd name="connsiteY39" fmla="*/ 132234 h 132234"/>
                  <a:gd name="connsiteX40" fmla="*/ 24716 w 1899956"/>
                  <a:gd name="connsiteY40" fmla="*/ 120405 h 132234"/>
                  <a:gd name="connsiteX41" fmla="*/ 5373 w 1899956"/>
                  <a:gd name="connsiteY41" fmla="*/ 120405 h 132234"/>
                  <a:gd name="connsiteX42" fmla="*/ 0 w 1899956"/>
                  <a:gd name="connsiteY42" fmla="*/ 108575 h 132234"/>
                  <a:gd name="connsiteX43" fmla="*/ 25792 w 1899956"/>
                  <a:gd name="connsiteY43" fmla="*/ 96746 h 132234"/>
                  <a:gd name="connsiteX44" fmla="*/ 25792 w 1899956"/>
                  <a:gd name="connsiteY44" fmla="*/ 90294 h 132234"/>
                  <a:gd name="connsiteX45" fmla="*/ 203106 w 1899956"/>
                  <a:gd name="connsiteY45" fmla="*/ 49429 h 132234"/>
                  <a:gd name="connsiteX46" fmla="*/ 516900 w 1899956"/>
                  <a:gd name="connsiteY46" fmla="*/ 17168 h 132234"/>
                  <a:gd name="connsiteX47" fmla="*/ 589975 w 1899956"/>
                  <a:gd name="connsiteY47" fmla="*/ 16093 h 132234"/>
                  <a:gd name="connsiteX48" fmla="*/ 706036 w 1899956"/>
                  <a:gd name="connsiteY48" fmla="*/ 11791 h 132234"/>
                  <a:gd name="connsiteX49" fmla="*/ 790932 w 1899956"/>
                  <a:gd name="connsiteY49" fmla="*/ 7489 h 132234"/>
                  <a:gd name="connsiteX50" fmla="*/ 1235831 w 1899956"/>
                  <a:gd name="connsiteY50" fmla="*/ 3188 h 132234"/>
                  <a:gd name="connsiteX51" fmla="*/ 1212189 w 1899956"/>
                  <a:gd name="connsiteY51" fmla="*/ 1037 h 13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99956" h="132234">
                    <a:moveTo>
                      <a:pt x="1746283" y="65560"/>
                    </a:moveTo>
                    <a:cubicBezTo>
                      <a:pt x="1743060" y="65560"/>
                      <a:pt x="1741985" y="65560"/>
                      <a:pt x="1737686" y="65560"/>
                    </a:cubicBezTo>
                    <a:cubicBezTo>
                      <a:pt x="1736611" y="69862"/>
                      <a:pt x="1746283" y="70937"/>
                      <a:pt x="1746283" y="65560"/>
                    </a:cubicBezTo>
                    <a:moveTo>
                      <a:pt x="1212189" y="1037"/>
                    </a:moveTo>
                    <a:cubicBezTo>
                      <a:pt x="1261623" y="-2189"/>
                      <a:pt x="1320728" y="9640"/>
                      <a:pt x="1374460" y="7489"/>
                    </a:cubicBezTo>
                    <a:cubicBezTo>
                      <a:pt x="1374460" y="8565"/>
                      <a:pt x="1374460" y="10716"/>
                      <a:pt x="1374460" y="11791"/>
                    </a:cubicBezTo>
                    <a:cubicBezTo>
                      <a:pt x="1378758" y="11791"/>
                      <a:pt x="1378758" y="7489"/>
                      <a:pt x="1383057" y="7489"/>
                    </a:cubicBezTo>
                    <a:cubicBezTo>
                      <a:pt x="1388430" y="6414"/>
                      <a:pt x="1383057" y="13942"/>
                      <a:pt x="1391654" y="11791"/>
                    </a:cubicBezTo>
                    <a:cubicBezTo>
                      <a:pt x="1394877" y="11791"/>
                      <a:pt x="1391654" y="8565"/>
                      <a:pt x="1390579" y="8565"/>
                    </a:cubicBezTo>
                    <a:cubicBezTo>
                      <a:pt x="1394877" y="8565"/>
                      <a:pt x="1400251" y="8565"/>
                      <a:pt x="1402400" y="12866"/>
                    </a:cubicBezTo>
                    <a:cubicBezTo>
                      <a:pt x="1407773" y="12866"/>
                      <a:pt x="1398101" y="7489"/>
                      <a:pt x="1406699" y="8565"/>
                    </a:cubicBezTo>
                    <a:cubicBezTo>
                      <a:pt x="1431415" y="13942"/>
                      <a:pt x="1460431" y="7489"/>
                      <a:pt x="1486221" y="19319"/>
                    </a:cubicBezTo>
                    <a:cubicBezTo>
                      <a:pt x="1533506" y="22545"/>
                      <a:pt x="1586162" y="25771"/>
                      <a:pt x="1636670" y="33299"/>
                    </a:cubicBezTo>
                    <a:cubicBezTo>
                      <a:pt x="1647417" y="34374"/>
                      <a:pt x="1658163" y="37600"/>
                      <a:pt x="1667835" y="37600"/>
                    </a:cubicBezTo>
                    <a:cubicBezTo>
                      <a:pt x="1676432" y="37600"/>
                      <a:pt x="1690402" y="40826"/>
                      <a:pt x="1700074" y="41902"/>
                    </a:cubicBezTo>
                    <a:cubicBezTo>
                      <a:pt x="1710821" y="42977"/>
                      <a:pt x="1720492" y="47279"/>
                      <a:pt x="1728014" y="47279"/>
                    </a:cubicBezTo>
                    <a:cubicBezTo>
                      <a:pt x="1723716" y="47279"/>
                      <a:pt x="1749507" y="42977"/>
                      <a:pt x="1747358" y="50505"/>
                    </a:cubicBezTo>
                    <a:cubicBezTo>
                      <a:pt x="1766702" y="46203"/>
                      <a:pt x="1790343" y="55882"/>
                      <a:pt x="1810762" y="55882"/>
                    </a:cubicBezTo>
                    <a:cubicBezTo>
                      <a:pt x="1815060" y="55882"/>
                      <a:pt x="1813985" y="59108"/>
                      <a:pt x="1815060" y="60183"/>
                    </a:cubicBezTo>
                    <a:cubicBezTo>
                      <a:pt x="1819359" y="55882"/>
                      <a:pt x="1829031" y="63410"/>
                      <a:pt x="1832254" y="56957"/>
                    </a:cubicBezTo>
                    <a:cubicBezTo>
                      <a:pt x="1833329" y="65560"/>
                      <a:pt x="1843001" y="53731"/>
                      <a:pt x="1846224" y="62334"/>
                    </a:cubicBezTo>
                    <a:cubicBezTo>
                      <a:pt x="1855896" y="56957"/>
                      <a:pt x="1865568" y="65560"/>
                      <a:pt x="1877389" y="66636"/>
                    </a:cubicBezTo>
                    <a:cubicBezTo>
                      <a:pt x="1885986" y="67711"/>
                      <a:pt x="1897807" y="65560"/>
                      <a:pt x="1899956" y="75239"/>
                    </a:cubicBezTo>
                    <a:cubicBezTo>
                      <a:pt x="1891359" y="75239"/>
                      <a:pt x="1879539" y="79540"/>
                      <a:pt x="1853747" y="70937"/>
                    </a:cubicBezTo>
                    <a:cubicBezTo>
                      <a:pt x="1858046" y="75239"/>
                      <a:pt x="1839777" y="75239"/>
                      <a:pt x="1839777" y="67711"/>
                    </a:cubicBezTo>
                    <a:cubicBezTo>
                      <a:pt x="1833329" y="76314"/>
                      <a:pt x="1813985" y="63410"/>
                      <a:pt x="1808612" y="73088"/>
                    </a:cubicBezTo>
                    <a:cubicBezTo>
                      <a:pt x="1804314" y="72012"/>
                      <a:pt x="1808612" y="68786"/>
                      <a:pt x="1805388" y="67711"/>
                    </a:cubicBezTo>
                    <a:cubicBezTo>
                      <a:pt x="1786045" y="70937"/>
                      <a:pt x="1773149" y="63410"/>
                      <a:pt x="1753806" y="63410"/>
                    </a:cubicBezTo>
                    <a:cubicBezTo>
                      <a:pt x="1764552" y="74163"/>
                      <a:pt x="1779597" y="75239"/>
                      <a:pt x="1794642" y="75239"/>
                    </a:cubicBezTo>
                    <a:cubicBezTo>
                      <a:pt x="1798941" y="75239"/>
                      <a:pt x="1794642" y="79540"/>
                      <a:pt x="1798941" y="80616"/>
                    </a:cubicBezTo>
                    <a:cubicBezTo>
                      <a:pt x="1804314" y="79540"/>
                      <a:pt x="1803239" y="77389"/>
                      <a:pt x="1803239" y="76314"/>
                    </a:cubicBezTo>
                    <a:cubicBezTo>
                      <a:pt x="1824732" y="85993"/>
                      <a:pt x="1865568" y="84917"/>
                      <a:pt x="1888135" y="95671"/>
                    </a:cubicBezTo>
                    <a:cubicBezTo>
                      <a:pt x="1868792" y="92445"/>
                      <a:pt x="1841926" y="96746"/>
                      <a:pt x="1827955" y="89219"/>
                    </a:cubicBezTo>
                    <a:cubicBezTo>
                      <a:pt x="1802165" y="89219"/>
                      <a:pt x="1760254" y="85993"/>
                      <a:pt x="1728014" y="79540"/>
                    </a:cubicBezTo>
                    <a:cubicBezTo>
                      <a:pt x="1724791" y="79540"/>
                      <a:pt x="1721567" y="80616"/>
                      <a:pt x="1723716" y="75239"/>
                    </a:cubicBezTo>
                    <a:cubicBezTo>
                      <a:pt x="1717268" y="79540"/>
                      <a:pt x="1709746" y="76314"/>
                      <a:pt x="1701149" y="75239"/>
                    </a:cubicBezTo>
                    <a:cubicBezTo>
                      <a:pt x="1552849" y="58033"/>
                      <a:pt x="1380907" y="50505"/>
                      <a:pt x="1241205" y="47279"/>
                    </a:cubicBezTo>
                    <a:cubicBezTo>
                      <a:pt x="1084308" y="42977"/>
                      <a:pt x="937083" y="41902"/>
                      <a:pt x="780185" y="48354"/>
                    </a:cubicBezTo>
                    <a:cubicBezTo>
                      <a:pt x="535169" y="58033"/>
                      <a:pt x="308421" y="92445"/>
                      <a:pt x="89195" y="123631"/>
                    </a:cubicBezTo>
                    <a:cubicBezTo>
                      <a:pt x="69851" y="126857"/>
                      <a:pt x="48359" y="130083"/>
                      <a:pt x="30090" y="132234"/>
                    </a:cubicBezTo>
                    <a:cubicBezTo>
                      <a:pt x="24716" y="131159"/>
                      <a:pt x="19343" y="123631"/>
                      <a:pt x="24716" y="120405"/>
                    </a:cubicBezTo>
                    <a:cubicBezTo>
                      <a:pt x="16120" y="119329"/>
                      <a:pt x="13970" y="121480"/>
                      <a:pt x="5373" y="120405"/>
                    </a:cubicBezTo>
                    <a:cubicBezTo>
                      <a:pt x="2149" y="116103"/>
                      <a:pt x="1074" y="111802"/>
                      <a:pt x="0" y="108575"/>
                    </a:cubicBezTo>
                    <a:cubicBezTo>
                      <a:pt x="6448" y="103199"/>
                      <a:pt x="15045" y="97822"/>
                      <a:pt x="25792" y="96746"/>
                    </a:cubicBezTo>
                    <a:cubicBezTo>
                      <a:pt x="30090" y="93520"/>
                      <a:pt x="25792" y="92445"/>
                      <a:pt x="25792" y="90294"/>
                    </a:cubicBezTo>
                    <a:cubicBezTo>
                      <a:pt x="78448" y="70937"/>
                      <a:pt x="139703" y="54806"/>
                      <a:pt x="203106" y="49429"/>
                    </a:cubicBezTo>
                    <a:cubicBezTo>
                      <a:pt x="308421" y="42977"/>
                      <a:pt x="413735" y="23620"/>
                      <a:pt x="516900" y="17168"/>
                    </a:cubicBezTo>
                    <a:cubicBezTo>
                      <a:pt x="542691" y="13942"/>
                      <a:pt x="564184" y="16093"/>
                      <a:pt x="589975" y="16093"/>
                    </a:cubicBezTo>
                    <a:cubicBezTo>
                      <a:pt x="623289" y="16093"/>
                      <a:pt x="665200" y="10716"/>
                      <a:pt x="706036" y="11791"/>
                    </a:cubicBezTo>
                    <a:cubicBezTo>
                      <a:pt x="731827" y="12866"/>
                      <a:pt x="760842" y="7489"/>
                      <a:pt x="790932" y="7489"/>
                    </a:cubicBezTo>
                    <a:cubicBezTo>
                      <a:pt x="931709" y="3188"/>
                      <a:pt x="1095054" y="1037"/>
                      <a:pt x="1235831" y="3188"/>
                    </a:cubicBezTo>
                    <a:cubicBezTo>
                      <a:pt x="1225085" y="-4340"/>
                      <a:pt x="1217562" y="4263"/>
                      <a:pt x="1212189" y="1037"/>
                    </a:cubicBezTo>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5" name="Freeform 1004">
                <a:extLst>
                  <a:ext uri="{FF2B5EF4-FFF2-40B4-BE49-F238E27FC236}">
                    <a16:creationId xmlns:a16="http://schemas.microsoft.com/office/drawing/2014/main" id="{5DB58AE3-E2F7-975D-6671-4291A6A26A2C}"/>
                  </a:ext>
                </a:extLst>
              </p:cNvPr>
              <p:cNvSpPr/>
              <p:nvPr/>
            </p:nvSpPr>
            <p:spPr>
              <a:xfrm>
                <a:off x="6400935" y="5765005"/>
                <a:ext cx="340659" cy="220453"/>
              </a:xfrm>
              <a:custGeom>
                <a:avLst/>
                <a:gdLst>
                  <a:gd name="connsiteX0" fmla="*/ 73075 w 340659"/>
                  <a:gd name="connsiteY0" fmla="*/ 220454 h 220453"/>
                  <a:gd name="connsiteX1" fmla="*/ 125732 w 340659"/>
                  <a:gd name="connsiteY1" fmla="*/ 220454 h 220453"/>
                  <a:gd name="connsiteX2" fmla="*/ 169792 w 340659"/>
                  <a:gd name="connsiteY2" fmla="*/ 95709 h 220453"/>
                  <a:gd name="connsiteX3" fmla="*/ 214927 w 340659"/>
                  <a:gd name="connsiteY3" fmla="*/ 220454 h 220453"/>
                  <a:gd name="connsiteX4" fmla="*/ 267584 w 340659"/>
                  <a:gd name="connsiteY4" fmla="*/ 220454 h 220453"/>
                  <a:gd name="connsiteX5" fmla="*/ 340659 w 340659"/>
                  <a:gd name="connsiteY5" fmla="*/ 1075 h 220453"/>
                  <a:gd name="connsiteX6" fmla="*/ 276181 w 340659"/>
                  <a:gd name="connsiteY6" fmla="*/ 1075 h 220453"/>
                  <a:gd name="connsiteX7" fmla="*/ 238569 w 340659"/>
                  <a:gd name="connsiteY7" fmla="*/ 126896 h 220453"/>
                  <a:gd name="connsiteX8" fmla="*/ 195583 w 340659"/>
                  <a:gd name="connsiteY8" fmla="*/ 0 h 220453"/>
                  <a:gd name="connsiteX9" fmla="*/ 145076 w 340659"/>
                  <a:gd name="connsiteY9" fmla="*/ 0 h 220453"/>
                  <a:gd name="connsiteX10" fmla="*/ 102090 w 340659"/>
                  <a:gd name="connsiteY10" fmla="*/ 126896 h 220453"/>
                  <a:gd name="connsiteX11" fmla="*/ 64478 w 340659"/>
                  <a:gd name="connsiteY11" fmla="*/ 1075 h 220453"/>
                  <a:gd name="connsiteX12" fmla="*/ 0 w 340659"/>
                  <a:gd name="connsiteY12" fmla="*/ 1075 h 22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0659" h="220453">
                    <a:moveTo>
                      <a:pt x="73075" y="220454"/>
                    </a:moveTo>
                    <a:lnTo>
                      <a:pt x="125732" y="220454"/>
                    </a:lnTo>
                    <a:lnTo>
                      <a:pt x="169792" y="95709"/>
                    </a:lnTo>
                    <a:lnTo>
                      <a:pt x="214927" y="220454"/>
                    </a:lnTo>
                    <a:lnTo>
                      <a:pt x="267584" y="220454"/>
                    </a:lnTo>
                    <a:lnTo>
                      <a:pt x="340659" y="1075"/>
                    </a:lnTo>
                    <a:lnTo>
                      <a:pt x="276181" y="1075"/>
                    </a:lnTo>
                    <a:lnTo>
                      <a:pt x="238569" y="126896"/>
                    </a:lnTo>
                    <a:lnTo>
                      <a:pt x="195583" y="0"/>
                    </a:lnTo>
                    <a:lnTo>
                      <a:pt x="145076" y="0"/>
                    </a:lnTo>
                    <a:lnTo>
                      <a:pt x="102090" y="126896"/>
                    </a:lnTo>
                    <a:lnTo>
                      <a:pt x="64478" y="1075"/>
                    </a:lnTo>
                    <a:lnTo>
                      <a:pt x="0" y="1075"/>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6" name="Freeform 1005">
                <a:extLst>
                  <a:ext uri="{FF2B5EF4-FFF2-40B4-BE49-F238E27FC236}">
                    <a16:creationId xmlns:a16="http://schemas.microsoft.com/office/drawing/2014/main" id="{6D12D774-31E2-75DC-7877-258FCDAFA103}"/>
                  </a:ext>
                </a:extLst>
              </p:cNvPr>
              <p:cNvSpPr/>
              <p:nvPr/>
            </p:nvSpPr>
            <p:spPr>
              <a:xfrm>
                <a:off x="6720102" y="5763929"/>
                <a:ext cx="245017" cy="220453"/>
              </a:xfrm>
              <a:custGeom>
                <a:avLst/>
                <a:gdLst>
                  <a:gd name="connsiteX0" fmla="*/ 95643 w 245017"/>
                  <a:gd name="connsiteY0" fmla="*/ 134423 h 220453"/>
                  <a:gd name="connsiteX1" fmla="*/ 121434 w 245017"/>
                  <a:gd name="connsiteY1" fmla="*/ 72051 h 220453"/>
                  <a:gd name="connsiteX2" fmla="*/ 146151 w 245017"/>
                  <a:gd name="connsiteY2" fmla="*/ 134423 h 220453"/>
                  <a:gd name="connsiteX3" fmla="*/ 95643 w 245017"/>
                  <a:gd name="connsiteY3" fmla="*/ 134423 h 220453"/>
                  <a:gd name="connsiteX4" fmla="*/ 0 w 245017"/>
                  <a:gd name="connsiteY4" fmla="*/ 220454 h 220453"/>
                  <a:gd name="connsiteX5" fmla="*/ 63404 w 245017"/>
                  <a:gd name="connsiteY5" fmla="*/ 220454 h 220453"/>
                  <a:gd name="connsiteX6" fmla="*/ 79523 w 245017"/>
                  <a:gd name="connsiteY6" fmla="*/ 179589 h 220453"/>
                  <a:gd name="connsiteX7" fmla="*/ 164420 w 245017"/>
                  <a:gd name="connsiteY7" fmla="*/ 179589 h 220453"/>
                  <a:gd name="connsiteX8" fmla="*/ 180539 w 245017"/>
                  <a:gd name="connsiteY8" fmla="*/ 220454 h 220453"/>
                  <a:gd name="connsiteX9" fmla="*/ 245018 w 245017"/>
                  <a:gd name="connsiteY9" fmla="*/ 220454 h 220453"/>
                  <a:gd name="connsiteX10" fmla="*/ 152598 w 245017"/>
                  <a:gd name="connsiteY10" fmla="*/ 0 h 220453"/>
                  <a:gd name="connsiteX11" fmla="*/ 94568 w 245017"/>
                  <a:gd name="connsiteY11" fmla="*/ 0 h 220453"/>
                  <a:gd name="connsiteX12" fmla="*/ 0 w 245017"/>
                  <a:gd name="connsiteY12" fmla="*/ 220454 h 22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5017" h="220453">
                    <a:moveTo>
                      <a:pt x="95643" y="134423"/>
                    </a:moveTo>
                    <a:lnTo>
                      <a:pt x="121434" y="72051"/>
                    </a:lnTo>
                    <a:lnTo>
                      <a:pt x="146151" y="134423"/>
                    </a:lnTo>
                    <a:lnTo>
                      <a:pt x="95643" y="134423"/>
                    </a:lnTo>
                    <a:close/>
                    <a:moveTo>
                      <a:pt x="0" y="220454"/>
                    </a:moveTo>
                    <a:lnTo>
                      <a:pt x="63404" y="220454"/>
                    </a:lnTo>
                    <a:lnTo>
                      <a:pt x="79523" y="179589"/>
                    </a:lnTo>
                    <a:lnTo>
                      <a:pt x="164420" y="179589"/>
                    </a:lnTo>
                    <a:lnTo>
                      <a:pt x="180539" y="220454"/>
                    </a:lnTo>
                    <a:lnTo>
                      <a:pt x="245018" y="220454"/>
                    </a:lnTo>
                    <a:lnTo>
                      <a:pt x="152598" y="0"/>
                    </a:lnTo>
                    <a:lnTo>
                      <a:pt x="94568" y="0"/>
                    </a:lnTo>
                    <a:lnTo>
                      <a:pt x="0" y="220454"/>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7" name="Freeform 1006">
                <a:extLst>
                  <a:ext uri="{FF2B5EF4-FFF2-40B4-BE49-F238E27FC236}">
                    <a16:creationId xmlns:a16="http://schemas.microsoft.com/office/drawing/2014/main" id="{2C7228D8-0237-B9AB-8D85-281AB284FD81}"/>
                  </a:ext>
                </a:extLst>
              </p:cNvPr>
              <p:cNvSpPr/>
              <p:nvPr/>
            </p:nvSpPr>
            <p:spPr>
              <a:xfrm>
                <a:off x="6931805" y="5766080"/>
                <a:ext cx="226748" cy="218303"/>
              </a:xfrm>
              <a:custGeom>
                <a:avLst/>
                <a:gdLst>
                  <a:gd name="connsiteX0" fmla="*/ 81673 w 226748"/>
                  <a:gd name="connsiteY0" fmla="*/ 218303 h 218303"/>
                  <a:gd name="connsiteX1" fmla="*/ 144001 w 226748"/>
                  <a:gd name="connsiteY1" fmla="*/ 218303 h 218303"/>
                  <a:gd name="connsiteX2" fmla="*/ 144001 w 226748"/>
                  <a:gd name="connsiteY2" fmla="*/ 134423 h 218303"/>
                  <a:gd name="connsiteX3" fmla="*/ 226749 w 226748"/>
                  <a:gd name="connsiteY3" fmla="*/ 0 h 218303"/>
                  <a:gd name="connsiteX4" fmla="*/ 159046 w 226748"/>
                  <a:gd name="connsiteY4" fmla="*/ 0 h 218303"/>
                  <a:gd name="connsiteX5" fmla="*/ 112837 w 226748"/>
                  <a:gd name="connsiteY5" fmla="*/ 79578 h 218303"/>
                  <a:gd name="connsiteX6" fmla="*/ 68777 w 226748"/>
                  <a:gd name="connsiteY6" fmla="*/ 0 h 218303"/>
                  <a:gd name="connsiteX7" fmla="*/ 0 w 226748"/>
                  <a:gd name="connsiteY7" fmla="*/ 0 h 218303"/>
                  <a:gd name="connsiteX8" fmla="*/ 81673 w 226748"/>
                  <a:gd name="connsiteY8" fmla="*/ 136574 h 21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748" h="218303">
                    <a:moveTo>
                      <a:pt x="81673" y="218303"/>
                    </a:moveTo>
                    <a:lnTo>
                      <a:pt x="144001" y="218303"/>
                    </a:lnTo>
                    <a:lnTo>
                      <a:pt x="144001" y="134423"/>
                    </a:lnTo>
                    <a:lnTo>
                      <a:pt x="226749" y="0"/>
                    </a:lnTo>
                    <a:lnTo>
                      <a:pt x="159046" y="0"/>
                    </a:lnTo>
                    <a:lnTo>
                      <a:pt x="112837" y="79578"/>
                    </a:lnTo>
                    <a:lnTo>
                      <a:pt x="68777" y="0"/>
                    </a:lnTo>
                    <a:lnTo>
                      <a:pt x="0" y="0"/>
                    </a:lnTo>
                    <a:lnTo>
                      <a:pt x="81673" y="136574"/>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8" name="Freeform 1007">
                <a:extLst>
                  <a:ext uri="{FF2B5EF4-FFF2-40B4-BE49-F238E27FC236}">
                    <a16:creationId xmlns:a16="http://schemas.microsoft.com/office/drawing/2014/main" id="{01E81CFC-FCE1-1F53-4C92-104ADAE8CEAE}"/>
                  </a:ext>
                </a:extLst>
              </p:cNvPr>
              <p:cNvSpPr/>
              <p:nvPr/>
            </p:nvSpPr>
            <p:spPr>
              <a:xfrm>
                <a:off x="7154255" y="5759628"/>
                <a:ext cx="188061" cy="229057"/>
              </a:xfrm>
              <a:custGeom>
                <a:avLst/>
                <a:gdLst>
                  <a:gd name="connsiteX0" fmla="*/ 98867 w 188061"/>
                  <a:gd name="connsiteY0" fmla="*/ 229057 h 229057"/>
                  <a:gd name="connsiteX1" fmla="*/ 188061 w 188061"/>
                  <a:gd name="connsiteY1" fmla="*/ 158082 h 229057"/>
                  <a:gd name="connsiteX2" fmla="*/ 188061 w 188061"/>
                  <a:gd name="connsiteY2" fmla="*/ 157006 h 229057"/>
                  <a:gd name="connsiteX3" fmla="*/ 106389 w 188061"/>
                  <a:gd name="connsiteY3" fmla="*/ 88182 h 229057"/>
                  <a:gd name="connsiteX4" fmla="*/ 67702 w 188061"/>
                  <a:gd name="connsiteY4" fmla="*/ 66674 h 229057"/>
                  <a:gd name="connsiteX5" fmla="*/ 67702 w 188061"/>
                  <a:gd name="connsiteY5" fmla="*/ 65599 h 229057"/>
                  <a:gd name="connsiteX6" fmla="*/ 89195 w 188061"/>
                  <a:gd name="connsiteY6" fmla="*/ 51619 h 229057"/>
                  <a:gd name="connsiteX7" fmla="*/ 151523 w 188061"/>
                  <a:gd name="connsiteY7" fmla="*/ 73126 h 229057"/>
                  <a:gd name="connsiteX8" fmla="*/ 182688 w 188061"/>
                  <a:gd name="connsiteY8" fmla="*/ 30111 h 229057"/>
                  <a:gd name="connsiteX9" fmla="*/ 92418 w 188061"/>
                  <a:gd name="connsiteY9" fmla="*/ 0 h 229057"/>
                  <a:gd name="connsiteX10" fmla="*/ 7523 w 188061"/>
                  <a:gd name="connsiteY10" fmla="*/ 69900 h 229057"/>
                  <a:gd name="connsiteX11" fmla="*/ 7523 w 188061"/>
                  <a:gd name="connsiteY11" fmla="*/ 70975 h 229057"/>
                  <a:gd name="connsiteX12" fmla="*/ 91344 w 188061"/>
                  <a:gd name="connsiteY12" fmla="*/ 139800 h 229057"/>
                  <a:gd name="connsiteX13" fmla="*/ 128956 w 188061"/>
                  <a:gd name="connsiteY13" fmla="*/ 161308 h 229057"/>
                  <a:gd name="connsiteX14" fmla="*/ 128956 w 188061"/>
                  <a:gd name="connsiteY14" fmla="*/ 162383 h 229057"/>
                  <a:gd name="connsiteX15" fmla="*/ 103165 w 188061"/>
                  <a:gd name="connsiteY15" fmla="*/ 177438 h 229057"/>
                  <a:gd name="connsiteX16" fmla="*/ 33313 w 188061"/>
                  <a:gd name="connsiteY16" fmla="*/ 151629 h 229057"/>
                  <a:gd name="connsiteX17" fmla="*/ 0 w 188061"/>
                  <a:gd name="connsiteY17" fmla="*/ 192494 h 229057"/>
                  <a:gd name="connsiteX18" fmla="*/ 98867 w 188061"/>
                  <a:gd name="connsiteY18" fmla="*/ 229057 h 22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8061" h="229057">
                    <a:moveTo>
                      <a:pt x="98867" y="229057"/>
                    </a:moveTo>
                    <a:cubicBezTo>
                      <a:pt x="152598" y="229057"/>
                      <a:pt x="188061" y="203248"/>
                      <a:pt x="188061" y="158082"/>
                    </a:cubicBezTo>
                    <a:lnTo>
                      <a:pt x="188061" y="157006"/>
                    </a:lnTo>
                    <a:cubicBezTo>
                      <a:pt x="188061" y="116142"/>
                      <a:pt x="155822" y="100011"/>
                      <a:pt x="106389" y="88182"/>
                    </a:cubicBezTo>
                    <a:cubicBezTo>
                      <a:pt x="75225" y="81729"/>
                      <a:pt x="67702" y="77428"/>
                      <a:pt x="67702" y="66674"/>
                    </a:cubicBezTo>
                    <a:lnTo>
                      <a:pt x="67702" y="65599"/>
                    </a:lnTo>
                    <a:cubicBezTo>
                      <a:pt x="67702" y="56996"/>
                      <a:pt x="74150" y="51619"/>
                      <a:pt x="89195" y="51619"/>
                    </a:cubicBezTo>
                    <a:cubicBezTo>
                      <a:pt x="108538" y="51619"/>
                      <a:pt x="130031" y="58071"/>
                      <a:pt x="151523" y="73126"/>
                    </a:cubicBezTo>
                    <a:lnTo>
                      <a:pt x="182688" y="30111"/>
                    </a:lnTo>
                    <a:cubicBezTo>
                      <a:pt x="157972" y="10754"/>
                      <a:pt x="128956" y="0"/>
                      <a:pt x="92418" y="0"/>
                    </a:cubicBezTo>
                    <a:cubicBezTo>
                      <a:pt x="39762" y="0"/>
                      <a:pt x="7523" y="30111"/>
                      <a:pt x="7523" y="69900"/>
                    </a:cubicBezTo>
                    <a:lnTo>
                      <a:pt x="7523" y="70975"/>
                    </a:lnTo>
                    <a:cubicBezTo>
                      <a:pt x="7523" y="115066"/>
                      <a:pt x="44060" y="129046"/>
                      <a:pt x="91344" y="139800"/>
                    </a:cubicBezTo>
                    <a:cubicBezTo>
                      <a:pt x="121434" y="146252"/>
                      <a:pt x="128956" y="150554"/>
                      <a:pt x="128956" y="161308"/>
                    </a:cubicBezTo>
                    <a:lnTo>
                      <a:pt x="128956" y="162383"/>
                    </a:lnTo>
                    <a:cubicBezTo>
                      <a:pt x="128956" y="172061"/>
                      <a:pt x="119284" y="177438"/>
                      <a:pt x="103165" y="177438"/>
                    </a:cubicBezTo>
                    <a:cubicBezTo>
                      <a:pt x="77374" y="177438"/>
                      <a:pt x="54806" y="167760"/>
                      <a:pt x="33313" y="151629"/>
                    </a:cubicBezTo>
                    <a:lnTo>
                      <a:pt x="0" y="192494"/>
                    </a:lnTo>
                    <a:cubicBezTo>
                      <a:pt x="22567" y="216152"/>
                      <a:pt x="58031" y="229057"/>
                      <a:pt x="98867" y="229057"/>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09" name="Freeform 1008">
                <a:extLst>
                  <a:ext uri="{FF2B5EF4-FFF2-40B4-BE49-F238E27FC236}">
                    <a16:creationId xmlns:a16="http://schemas.microsoft.com/office/drawing/2014/main" id="{A9CD2610-D374-AE15-6139-2C45152E8A06}"/>
                  </a:ext>
                </a:extLst>
              </p:cNvPr>
              <p:cNvSpPr/>
              <p:nvPr/>
            </p:nvSpPr>
            <p:spPr>
              <a:xfrm>
                <a:off x="7445481" y="5766080"/>
                <a:ext cx="192360" cy="218303"/>
              </a:xfrm>
              <a:custGeom>
                <a:avLst/>
                <a:gdLst>
                  <a:gd name="connsiteX0" fmla="*/ 65553 w 192360"/>
                  <a:gd name="connsiteY0" fmla="*/ 218303 h 218303"/>
                  <a:gd name="connsiteX1" fmla="*/ 124658 w 192360"/>
                  <a:gd name="connsiteY1" fmla="*/ 218303 h 218303"/>
                  <a:gd name="connsiteX2" fmla="*/ 124658 w 192360"/>
                  <a:gd name="connsiteY2" fmla="*/ 52694 h 218303"/>
                  <a:gd name="connsiteX3" fmla="*/ 192360 w 192360"/>
                  <a:gd name="connsiteY3" fmla="*/ 52694 h 218303"/>
                  <a:gd name="connsiteX4" fmla="*/ 192360 w 192360"/>
                  <a:gd name="connsiteY4" fmla="*/ 0 h 218303"/>
                  <a:gd name="connsiteX5" fmla="*/ 0 w 192360"/>
                  <a:gd name="connsiteY5" fmla="*/ 0 h 218303"/>
                  <a:gd name="connsiteX6" fmla="*/ 0 w 192360"/>
                  <a:gd name="connsiteY6" fmla="*/ 52694 h 218303"/>
                  <a:gd name="connsiteX7" fmla="*/ 65553 w 192360"/>
                  <a:gd name="connsiteY7" fmla="*/ 52694 h 21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360" h="218303">
                    <a:moveTo>
                      <a:pt x="65553" y="218303"/>
                    </a:moveTo>
                    <a:lnTo>
                      <a:pt x="124658" y="218303"/>
                    </a:lnTo>
                    <a:lnTo>
                      <a:pt x="124658" y="52694"/>
                    </a:lnTo>
                    <a:lnTo>
                      <a:pt x="192360" y="52694"/>
                    </a:lnTo>
                    <a:lnTo>
                      <a:pt x="192360" y="0"/>
                    </a:lnTo>
                    <a:lnTo>
                      <a:pt x="0" y="0"/>
                    </a:lnTo>
                    <a:lnTo>
                      <a:pt x="0" y="52694"/>
                    </a:lnTo>
                    <a:lnTo>
                      <a:pt x="65553" y="52694"/>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0" name="Freeform 1009">
                <a:extLst>
                  <a:ext uri="{FF2B5EF4-FFF2-40B4-BE49-F238E27FC236}">
                    <a16:creationId xmlns:a16="http://schemas.microsoft.com/office/drawing/2014/main" id="{1CB13519-9094-93EA-F32E-75F38DAF45C1}"/>
                  </a:ext>
                </a:extLst>
              </p:cNvPr>
              <p:cNvSpPr/>
              <p:nvPr/>
            </p:nvSpPr>
            <p:spPr>
              <a:xfrm>
                <a:off x="7647513" y="5759628"/>
                <a:ext cx="235344" cy="229057"/>
              </a:xfrm>
              <a:custGeom>
                <a:avLst/>
                <a:gdLst>
                  <a:gd name="connsiteX0" fmla="*/ 118210 w 235344"/>
                  <a:gd name="connsiteY0" fmla="*/ 175288 h 229057"/>
                  <a:gd name="connsiteX1" fmla="*/ 61254 w 235344"/>
                  <a:gd name="connsiteY1" fmla="*/ 116142 h 229057"/>
                  <a:gd name="connsiteX2" fmla="*/ 61254 w 235344"/>
                  <a:gd name="connsiteY2" fmla="*/ 115066 h 229057"/>
                  <a:gd name="connsiteX3" fmla="*/ 116061 w 235344"/>
                  <a:gd name="connsiteY3" fmla="*/ 56996 h 229057"/>
                  <a:gd name="connsiteX4" fmla="*/ 170867 w 235344"/>
                  <a:gd name="connsiteY4" fmla="*/ 116142 h 229057"/>
                  <a:gd name="connsiteX5" fmla="*/ 170867 w 235344"/>
                  <a:gd name="connsiteY5" fmla="*/ 117217 h 229057"/>
                  <a:gd name="connsiteX6" fmla="*/ 118210 w 235344"/>
                  <a:gd name="connsiteY6" fmla="*/ 175288 h 229057"/>
                  <a:gd name="connsiteX7" fmla="*/ 117135 w 235344"/>
                  <a:gd name="connsiteY7" fmla="*/ 229057 h 229057"/>
                  <a:gd name="connsiteX8" fmla="*/ 235345 w 235344"/>
                  <a:gd name="connsiteY8" fmla="*/ 115066 h 229057"/>
                  <a:gd name="connsiteX9" fmla="*/ 235345 w 235344"/>
                  <a:gd name="connsiteY9" fmla="*/ 113991 h 229057"/>
                  <a:gd name="connsiteX10" fmla="*/ 118210 w 235344"/>
                  <a:gd name="connsiteY10" fmla="*/ 0 h 229057"/>
                  <a:gd name="connsiteX11" fmla="*/ 0 w 235344"/>
                  <a:gd name="connsiteY11" fmla="*/ 113991 h 229057"/>
                  <a:gd name="connsiteX12" fmla="*/ 0 w 235344"/>
                  <a:gd name="connsiteY12" fmla="*/ 115066 h 229057"/>
                  <a:gd name="connsiteX13" fmla="*/ 117135 w 235344"/>
                  <a:gd name="connsiteY13" fmla="*/ 229057 h 22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344" h="229057">
                    <a:moveTo>
                      <a:pt x="118210" y="175288"/>
                    </a:moveTo>
                    <a:cubicBezTo>
                      <a:pt x="84896" y="175288"/>
                      <a:pt x="61254" y="148403"/>
                      <a:pt x="61254" y="116142"/>
                    </a:cubicBezTo>
                    <a:lnTo>
                      <a:pt x="61254" y="115066"/>
                    </a:lnTo>
                    <a:cubicBezTo>
                      <a:pt x="61254" y="82805"/>
                      <a:pt x="83821" y="56996"/>
                      <a:pt x="116061" y="56996"/>
                    </a:cubicBezTo>
                    <a:cubicBezTo>
                      <a:pt x="148300" y="56996"/>
                      <a:pt x="170867" y="83880"/>
                      <a:pt x="170867" y="116142"/>
                    </a:cubicBezTo>
                    <a:lnTo>
                      <a:pt x="170867" y="117217"/>
                    </a:lnTo>
                    <a:cubicBezTo>
                      <a:pt x="173016" y="146252"/>
                      <a:pt x="151523" y="175288"/>
                      <a:pt x="118210" y="175288"/>
                    </a:cubicBezTo>
                    <a:close/>
                    <a:moveTo>
                      <a:pt x="117135" y="229057"/>
                    </a:moveTo>
                    <a:cubicBezTo>
                      <a:pt x="184837" y="229057"/>
                      <a:pt x="235345" y="177438"/>
                      <a:pt x="235345" y="115066"/>
                    </a:cubicBezTo>
                    <a:lnTo>
                      <a:pt x="235345" y="113991"/>
                    </a:lnTo>
                    <a:cubicBezTo>
                      <a:pt x="235345" y="51619"/>
                      <a:pt x="185912" y="0"/>
                      <a:pt x="118210" y="0"/>
                    </a:cubicBezTo>
                    <a:cubicBezTo>
                      <a:pt x="50507" y="0"/>
                      <a:pt x="0" y="51619"/>
                      <a:pt x="0" y="113991"/>
                    </a:cubicBezTo>
                    <a:lnTo>
                      <a:pt x="0" y="115066"/>
                    </a:lnTo>
                    <a:cubicBezTo>
                      <a:pt x="0" y="178514"/>
                      <a:pt x="49433" y="229057"/>
                      <a:pt x="117135" y="229057"/>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1" name="Freeform 1010">
                <a:extLst>
                  <a:ext uri="{FF2B5EF4-FFF2-40B4-BE49-F238E27FC236}">
                    <a16:creationId xmlns:a16="http://schemas.microsoft.com/office/drawing/2014/main" id="{6DD19882-A4F5-6311-7D49-94D2C483B15D}"/>
                  </a:ext>
                </a:extLst>
              </p:cNvPr>
              <p:cNvSpPr/>
              <p:nvPr/>
            </p:nvSpPr>
            <p:spPr>
              <a:xfrm>
                <a:off x="8001068" y="5766080"/>
                <a:ext cx="232121" cy="218303"/>
              </a:xfrm>
              <a:custGeom>
                <a:avLst/>
                <a:gdLst>
                  <a:gd name="connsiteX0" fmla="*/ 0 w 232121"/>
                  <a:gd name="connsiteY0" fmla="*/ 218303 h 218303"/>
                  <a:gd name="connsiteX1" fmla="*/ 59105 w 232121"/>
                  <a:gd name="connsiteY1" fmla="*/ 218303 h 218303"/>
                  <a:gd name="connsiteX2" fmla="*/ 59105 w 232121"/>
                  <a:gd name="connsiteY2" fmla="*/ 92483 h 218303"/>
                  <a:gd name="connsiteX3" fmla="*/ 113912 w 232121"/>
                  <a:gd name="connsiteY3" fmla="*/ 177438 h 218303"/>
                  <a:gd name="connsiteX4" fmla="*/ 114986 w 232121"/>
                  <a:gd name="connsiteY4" fmla="*/ 177438 h 218303"/>
                  <a:gd name="connsiteX5" fmla="*/ 171942 w 232121"/>
                  <a:gd name="connsiteY5" fmla="*/ 92483 h 218303"/>
                  <a:gd name="connsiteX6" fmla="*/ 171942 w 232121"/>
                  <a:gd name="connsiteY6" fmla="*/ 218303 h 218303"/>
                  <a:gd name="connsiteX7" fmla="*/ 232122 w 232121"/>
                  <a:gd name="connsiteY7" fmla="*/ 218303 h 218303"/>
                  <a:gd name="connsiteX8" fmla="*/ 232122 w 232121"/>
                  <a:gd name="connsiteY8" fmla="*/ 0 h 218303"/>
                  <a:gd name="connsiteX9" fmla="*/ 167644 w 232121"/>
                  <a:gd name="connsiteY9" fmla="*/ 0 h 218303"/>
                  <a:gd name="connsiteX10" fmla="*/ 114986 w 232121"/>
                  <a:gd name="connsiteY10" fmla="*/ 83880 h 218303"/>
                  <a:gd name="connsiteX11" fmla="*/ 63404 w 232121"/>
                  <a:gd name="connsiteY11" fmla="*/ 0 h 218303"/>
                  <a:gd name="connsiteX12" fmla="*/ 0 w 232121"/>
                  <a:gd name="connsiteY12" fmla="*/ 0 h 21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121" h="218303">
                    <a:moveTo>
                      <a:pt x="0" y="218303"/>
                    </a:moveTo>
                    <a:lnTo>
                      <a:pt x="59105" y="218303"/>
                    </a:lnTo>
                    <a:lnTo>
                      <a:pt x="59105" y="92483"/>
                    </a:lnTo>
                    <a:lnTo>
                      <a:pt x="113912" y="177438"/>
                    </a:lnTo>
                    <a:lnTo>
                      <a:pt x="114986" y="177438"/>
                    </a:lnTo>
                    <a:lnTo>
                      <a:pt x="171942" y="92483"/>
                    </a:lnTo>
                    <a:lnTo>
                      <a:pt x="171942" y="218303"/>
                    </a:lnTo>
                    <a:lnTo>
                      <a:pt x="232122" y="218303"/>
                    </a:lnTo>
                    <a:lnTo>
                      <a:pt x="232122" y="0"/>
                    </a:lnTo>
                    <a:lnTo>
                      <a:pt x="167644" y="0"/>
                    </a:lnTo>
                    <a:lnTo>
                      <a:pt x="114986" y="83880"/>
                    </a:lnTo>
                    <a:lnTo>
                      <a:pt x="63404"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2" name="Freeform 1011">
                <a:extLst>
                  <a:ext uri="{FF2B5EF4-FFF2-40B4-BE49-F238E27FC236}">
                    <a16:creationId xmlns:a16="http://schemas.microsoft.com/office/drawing/2014/main" id="{7CD07C9A-5541-4D52-3F7B-C7C4991381B2}"/>
                  </a:ext>
                </a:extLst>
              </p:cNvPr>
              <p:cNvSpPr/>
              <p:nvPr/>
            </p:nvSpPr>
            <p:spPr>
              <a:xfrm>
                <a:off x="8272951" y="5766080"/>
                <a:ext cx="177314" cy="218303"/>
              </a:xfrm>
              <a:custGeom>
                <a:avLst/>
                <a:gdLst>
                  <a:gd name="connsiteX0" fmla="*/ 0 w 177314"/>
                  <a:gd name="connsiteY0" fmla="*/ 218303 h 218303"/>
                  <a:gd name="connsiteX1" fmla="*/ 177315 w 177314"/>
                  <a:gd name="connsiteY1" fmla="*/ 218303 h 218303"/>
                  <a:gd name="connsiteX2" fmla="*/ 177315 w 177314"/>
                  <a:gd name="connsiteY2" fmla="*/ 166685 h 218303"/>
                  <a:gd name="connsiteX3" fmla="*/ 60180 w 177314"/>
                  <a:gd name="connsiteY3" fmla="*/ 166685 h 218303"/>
                  <a:gd name="connsiteX4" fmla="*/ 60180 w 177314"/>
                  <a:gd name="connsiteY4" fmla="*/ 132272 h 218303"/>
                  <a:gd name="connsiteX5" fmla="*/ 163345 w 177314"/>
                  <a:gd name="connsiteY5" fmla="*/ 132272 h 218303"/>
                  <a:gd name="connsiteX6" fmla="*/ 163345 w 177314"/>
                  <a:gd name="connsiteY6" fmla="*/ 83880 h 218303"/>
                  <a:gd name="connsiteX7" fmla="*/ 60180 w 177314"/>
                  <a:gd name="connsiteY7" fmla="*/ 83880 h 218303"/>
                  <a:gd name="connsiteX8" fmla="*/ 60180 w 177314"/>
                  <a:gd name="connsiteY8" fmla="*/ 51619 h 218303"/>
                  <a:gd name="connsiteX9" fmla="*/ 176241 w 177314"/>
                  <a:gd name="connsiteY9" fmla="*/ 51619 h 218303"/>
                  <a:gd name="connsiteX10" fmla="*/ 176241 w 177314"/>
                  <a:gd name="connsiteY10" fmla="*/ 0 h 218303"/>
                  <a:gd name="connsiteX11" fmla="*/ 0 w 177314"/>
                  <a:gd name="connsiteY11" fmla="*/ 0 h 21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314" h="218303">
                    <a:moveTo>
                      <a:pt x="0" y="218303"/>
                    </a:moveTo>
                    <a:lnTo>
                      <a:pt x="177315" y="218303"/>
                    </a:lnTo>
                    <a:lnTo>
                      <a:pt x="177315" y="166685"/>
                    </a:lnTo>
                    <a:lnTo>
                      <a:pt x="60180" y="166685"/>
                    </a:lnTo>
                    <a:lnTo>
                      <a:pt x="60180" y="132272"/>
                    </a:lnTo>
                    <a:lnTo>
                      <a:pt x="163345" y="132272"/>
                    </a:lnTo>
                    <a:lnTo>
                      <a:pt x="163345" y="83880"/>
                    </a:lnTo>
                    <a:lnTo>
                      <a:pt x="60180" y="83880"/>
                    </a:lnTo>
                    <a:lnTo>
                      <a:pt x="60180" y="51619"/>
                    </a:lnTo>
                    <a:lnTo>
                      <a:pt x="176241" y="51619"/>
                    </a:lnTo>
                    <a:lnTo>
                      <a:pt x="17624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3" name="Freeform 1012">
                <a:extLst>
                  <a:ext uri="{FF2B5EF4-FFF2-40B4-BE49-F238E27FC236}">
                    <a16:creationId xmlns:a16="http://schemas.microsoft.com/office/drawing/2014/main" id="{81E4BE2C-3963-D340-E929-0FA996F85373}"/>
                  </a:ext>
                </a:extLst>
              </p:cNvPr>
              <p:cNvSpPr/>
              <p:nvPr/>
            </p:nvSpPr>
            <p:spPr>
              <a:xfrm>
                <a:off x="8481430" y="5766080"/>
                <a:ext cx="206330" cy="218303"/>
              </a:xfrm>
              <a:custGeom>
                <a:avLst/>
                <a:gdLst>
                  <a:gd name="connsiteX0" fmla="*/ 0 w 206330"/>
                  <a:gd name="connsiteY0" fmla="*/ 218303 h 218303"/>
                  <a:gd name="connsiteX1" fmla="*/ 60179 w 206330"/>
                  <a:gd name="connsiteY1" fmla="*/ 218303 h 218303"/>
                  <a:gd name="connsiteX2" fmla="*/ 60179 w 206330"/>
                  <a:gd name="connsiteY2" fmla="*/ 97860 h 218303"/>
                  <a:gd name="connsiteX3" fmla="*/ 152598 w 206330"/>
                  <a:gd name="connsiteY3" fmla="*/ 218303 h 218303"/>
                  <a:gd name="connsiteX4" fmla="*/ 206330 w 206330"/>
                  <a:gd name="connsiteY4" fmla="*/ 218303 h 218303"/>
                  <a:gd name="connsiteX5" fmla="*/ 206330 w 206330"/>
                  <a:gd name="connsiteY5" fmla="*/ 0 h 218303"/>
                  <a:gd name="connsiteX6" fmla="*/ 146150 w 206330"/>
                  <a:gd name="connsiteY6" fmla="*/ 0 h 218303"/>
                  <a:gd name="connsiteX7" fmla="*/ 146150 w 206330"/>
                  <a:gd name="connsiteY7" fmla="*/ 116142 h 218303"/>
                  <a:gd name="connsiteX8" fmla="*/ 56956 w 206330"/>
                  <a:gd name="connsiteY8" fmla="*/ 0 h 218303"/>
                  <a:gd name="connsiteX9" fmla="*/ 0 w 206330"/>
                  <a:gd name="connsiteY9" fmla="*/ 0 h 21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30" h="218303">
                    <a:moveTo>
                      <a:pt x="0" y="218303"/>
                    </a:moveTo>
                    <a:lnTo>
                      <a:pt x="60179" y="218303"/>
                    </a:lnTo>
                    <a:lnTo>
                      <a:pt x="60179" y="97860"/>
                    </a:lnTo>
                    <a:lnTo>
                      <a:pt x="152598" y="218303"/>
                    </a:lnTo>
                    <a:lnTo>
                      <a:pt x="206330" y="218303"/>
                    </a:lnTo>
                    <a:lnTo>
                      <a:pt x="206330" y="0"/>
                    </a:lnTo>
                    <a:lnTo>
                      <a:pt x="146150" y="0"/>
                    </a:lnTo>
                    <a:lnTo>
                      <a:pt x="146150" y="116142"/>
                    </a:lnTo>
                    <a:lnTo>
                      <a:pt x="56956"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4" name="Freeform 1013">
                <a:extLst>
                  <a:ext uri="{FF2B5EF4-FFF2-40B4-BE49-F238E27FC236}">
                    <a16:creationId xmlns:a16="http://schemas.microsoft.com/office/drawing/2014/main" id="{91FA77A1-5C89-BE7A-739B-E6E060D0A8AA}"/>
                  </a:ext>
                </a:extLst>
              </p:cNvPr>
              <p:cNvSpPr/>
              <p:nvPr/>
            </p:nvSpPr>
            <p:spPr>
              <a:xfrm>
                <a:off x="8721074" y="5766080"/>
                <a:ext cx="206330" cy="222604"/>
              </a:xfrm>
              <a:custGeom>
                <a:avLst/>
                <a:gdLst>
                  <a:gd name="connsiteX0" fmla="*/ 104240 w 206330"/>
                  <a:gd name="connsiteY0" fmla="*/ 222605 h 222604"/>
                  <a:gd name="connsiteX1" fmla="*/ 206330 w 206330"/>
                  <a:gd name="connsiteY1" fmla="*/ 121519 h 222604"/>
                  <a:gd name="connsiteX2" fmla="*/ 206330 w 206330"/>
                  <a:gd name="connsiteY2" fmla="*/ 0 h 222604"/>
                  <a:gd name="connsiteX3" fmla="*/ 144001 w 206330"/>
                  <a:gd name="connsiteY3" fmla="*/ 0 h 222604"/>
                  <a:gd name="connsiteX4" fmla="*/ 144001 w 206330"/>
                  <a:gd name="connsiteY4" fmla="*/ 122594 h 222604"/>
                  <a:gd name="connsiteX5" fmla="*/ 103165 w 206330"/>
                  <a:gd name="connsiteY5" fmla="*/ 168835 h 222604"/>
                  <a:gd name="connsiteX6" fmla="*/ 62329 w 206330"/>
                  <a:gd name="connsiteY6" fmla="*/ 121519 h 222604"/>
                  <a:gd name="connsiteX7" fmla="*/ 62329 w 206330"/>
                  <a:gd name="connsiteY7" fmla="*/ 0 h 222604"/>
                  <a:gd name="connsiteX8" fmla="*/ 0 w 206330"/>
                  <a:gd name="connsiteY8" fmla="*/ 0 h 222604"/>
                  <a:gd name="connsiteX9" fmla="*/ 0 w 206330"/>
                  <a:gd name="connsiteY9" fmla="*/ 122594 h 222604"/>
                  <a:gd name="connsiteX10" fmla="*/ 104240 w 206330"/>
                  <a:gd name="connsiteY10" fmla="*/ 222605 h 22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330" h="222604">
                    <a:moveTo>
                      <a:pt x="104240" y="222605"/>
                    </a:moveTo>
                    <a:cubicBezTo>
                      <a:pt x="166569" y="222605"/>
                      <a:pt x="206330" y="190343"/>
                      <a:pt x="206330" y="121519"/>
                    </a:cubicBezTo>
                    <a:lnTo>
                      <a:pt x="206330" y="0"/>
                    </a:lnTo>
                    <a:lnTo>
                      <a:pt x="144001" y="0"/>
                    </a:lnTo>
                    <a:lnTo>
                      <a:pt x="144001" y="122594"/>
                    </a:lnTo>
                    <a:cubicBezTo>
                      <a:pt x="144001" y="153780"/>
                      <a:pt x="127882" y="168835"/>
                      <a:pt x="103165" y="168835"/>
                    </a:cubicBezTo>
                    <a:cubicBezTo>
                      <a:pt x="78448" y="168835"/>
                      <a:pt x="62329" y="153780"/>
                      <a:pt x="62329" y="121519"/>
                    </a:cubicBezTo>
                    <a:lnTo>
                      <a:pt x="62329" y="0"/>
                    </a:lnTo>
                    <a:lnTo>
                      <a:pt x="0" y="0"/>
                    </a:lnTo>
                    <a:lnTo>
                      <a:pt x="0" y="122594"/>
                    </a:lnTo>
                    <a:cubicBezTo>
                      <a:pt x="3224" y="190343"/>
                      <a:pt x="41911" y="222605"/>
                      <a:pt x="104240" y="222605"/>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1015" name="Graphic 29">
              <a:extLst>
                <a:ext uri="{FF2B5EF4-FFF2-40B4-BE49-F238E27FC236}">
                  <a16:creationId xmlns:a16="http://schemas.microsoft.com/office/drawing/2014/main" id="{E3DF289D-C5C8-7A5A-7091-7CC49B128824}"/>
                </a:ext>
              </a:extLst>
            </p:cNvPr>
            <p:cNvGrpSpPr/>
            <p:nvPr/>
          </p:nvGrpSpPr>
          <p:grpSpPr>
            <a:xfrm>
              <a:off x="6947363" y="5448842"/>
              <a:ext cx="1385335" cy="244112"/>
              <a:chOff x="6947363" y="5448842"/>
              <a:chExt cx="1385335" cy="244112"/>
            </a:xfrm>
            <a:solidFill>
              <a:srgbClr val="93C83D"/>
            </a:solidFill>
          </p:grpSpPr>
          <p:sp>
            <p:nvSpPr>
              <p:cNvPr id="1016" name="Freeform 1015">
                <a:extLst>
                  <a:ext uri="{FF2B5EF4-FFF2-40B4-BE49-F238E27FC236}">
                    <a16:creationId xmlns:a16="http://schemas.microsoft.com/office/drawing/2014/main" id="{16D5E201-0D7B-6F9D-739A-EA4A78FC6E77}"/>
                  </a:ext>
                </a:extLst>
              </p:cNvPr>
              <p:cNvSpPr/>
              <p:nvPr/>
            </p:nvSpPr>
            <p:spPr>
              <a:xfrm>
                <a:off x="6947363" y="5571435"/>
                <a:ext cx="211034" cy="96187"/>
              </a:xfrm>
              <a:custGeom>
                <a:avLst/>
                <a:gdLst>
                  <a:gd name="connsiteX0" fmla="*/ 561 w 211034"/>
                  <a:gd name="connsiteY0" fmla="*/ 73126 h 96187"/>
                  <a:gd name="connsiteX1" fmla="*/ 1636 w 211034"/>
                  <a:gd name="connsiteY1" fmla="*/ 67749 h 96187"/>
                  <a:gd name="connsiteX2" fmla="*/ 4860 w 211034"/>
                  <a:gd name="connsiteY2" fmla="*/ 60222 h 96187"/>
                  <a:gd name="connsiteX3" fmla="*/ 27427 w 211034"/>
                  <a:gd name="connsiteY3" fmla="*/ 26885 h 96187"/>
                  <a:gd name="connsiteX4" fmla="*/ 32800 w 211034"/>
                  <a:gd name="connsiteY4" fmla="*/ 19357 h 96187"/>
                  <a:gd name="connsiteX5" fmla="*/ 52144 w 211034"/>
                  <a:gd name="connsiteY5" fmla="*/ 1075 h 96187"/>
                  <a:gd name="connsiteX6" fmla="*/ 61816 w 211034"/>
                  <a:gd name="connsiteY6" fmla="*/ 0 h 96187"/>
                  <a:gd name="connsiteX7" fmla="*/ 77935 w 211034"/>
                  <a:gd name="connsiteY7" fmla="*/ 2151 h 96187"/>
                  <a:gd name="connsiteX8" fmla="*/ 83308 w 211034"/>
                  <a:gd name="connsiteY8" fmla="*/ 4302 h 96187"/>
                  <a:gd name="connsiteX9" fmla="*/ 88682 w 211034"/>
                  <a:gd name="connsiteY9" fmla="*/ 7528 h 96187"/>
                  <a:gd name="connsiteX10" fmla="*/ 96204 w 211034"/>
                  <a:gd name="connsiteY10" fmla="*/ 10754 h 96187"/>
                  <a:gd name="connsiteX11" fmla="*/ 106951 w 211034"/>
                  <a:gd name="connsiteY11" fmla="*/ 15056 h 96187"/>
                  <a:gd name="connsiteX12" fmla="*/ 110174 w 211034"/>
                  <a:gd name="connsiteY12" fmla="*/ 20433 h 96187"/>
                  <a:gd name="connsiteX13" fmla="*/ 101577 w 211034"/>
                  <a:gd name="connsiteY13" fmla="*/ 38714 h 96187"/>
                  <a:gd name="connsiteX14" fmla="*/ 94055 w 211034"/>
                  <a:gd name="connsiteY14" fmla="*/ 52694 h 96187"/>
                  <a:gd name="connsiteX15" fmla="*/ 92980 w 211034"/>
                  <a:gd name="connsiteY15" fmla="*/ 76352 h 96187"/>
                  <a:gd name="connsiteX16" fmla="*/ 108025 w 211034"/>
                  <a:gd name="connsiteY16" fmla="*/ 79579 h 96187"/>
                  <a:gd name="connsiteX17" fmla="*/ 172503 w 211034"/>
                  <a:gd name="connsiteY17" fmla="*/ 51619 h 96187"/>
                  <a:gd name="connsiteX18" fmla="*/ 187548 w 211034"/>
                  <a:gd name="connsiteY18" fmla="*/ 41940 h 96187"/>
                  <a:gd name="connsiteX19" fmla="*/ 193996 w 211034"/>
                  <a:gd name="connsiteY19" fmla="*/ 37638 h 96187"/>
                  <a:gd name="connsiteX20" fmla="*/ 210115 w 211034"/>
                  <a:gd name="connsiteY20" fmla="*/ 27960 h 96187"/>
                  <a:gd name="connsiteX21" fmla="*/ 196145 w 211034"/>
                  <a:gd name="connsiteY21" fmla="*/ 47317 h 96187"/>
                  <a:gd name="connsiteX22" fmla="*/ 191846 w 211034"/>
                  <a:gd name="connsiteY22" fmla="*/ 51619 h 96187"/>
                  <a:gd name="connsiteX23" fmla="*/ 192921 w 211034"/>
                  <a:gd name="connsiteY23" fmla="*/ 51619 h 96187"/>
                  <a:gd name="connsiteX24" fmla="*/ 182175 w 211034"/>
                  <a:gd name="connsiteY24" fmla="*/ 60222 h 96187"/>
                  <a:gd name="connsiteX25" fmla="*/ 171429 w 211034"/>
                  <a:gd name="connsiteY25" fmla="*/ 67749 h 96187"/>
                  <a:gd name="connsiteX26" fmla="*/ 176802 w 211034"/>
                  <a:gd name="connsiteY26" fmla="*/ 65599 h 96187"/>
                  <a:gd name="connsiteX27" fmla="*/ 186473 w 211034"/>
                  <a:gd name="connsiteY27" fmla="*/ 60222 h 96187"/>
                  <a:gd name="connsiteX28" fmla="*/ 168205 w 211034"/>
                  <a:gd name="connsiteY28" fmla="*/ 76352 h 96187"/>
                  <a:gd name="connsiteX29" fmla="*/ 166056 w 211034"/>
                  <a:gd name="connsiteY29" fmla="*/ 77428 h 96187"/>
                  <a:gd name="connsiteX30" fmla="*/ 161757 w 211034"/>
                  <a:gd name="connsiteY30" fmla="*/ 80654 h 96187"/>
                  <a:gd name="connsiteX31" fmla="*/ 155309 w 211034"/>
                  <a:gd name="connsiteY31" fmla="*/ 83880 h 96187"/>
                  <a:gd name="connsiteX32" fmla="*/ 149936 w 211034"/>
                  <a:gd name="connsiteY32" fmla="*/ 86031 h 96187"/>
                  <a:gd name="connsiteX33" fmla="*/ 147787 w 211034"/>
                  <a:gd name="connsiteY33" fmla="*/ 88182 h 96187"/>
                  <a:gd name="connsiteX34" fmla="*/ 144563 w 211034"/>
                  <a:gd name="connsiteY34" fmla="*/ 91408 h 96187"/>
                  <a:gd name="connsiteX35" fmla="*/ 118771 w 211034"/>
                  <a:gd name="connsiteY35" fmla="*/ 95709 h 96187"/>
                  <a:gd name="connsiteX36" fmla="*/ 101577 w 211034"/>
                  <a:gd name="connsiteY36" fmla="*/ 92483 h 96187"/>
                  <a:gd name="connsiteX37" fmla="*/ 79010 w 211034"/>
                  <a:gd name="connsiteY37" fmla="*/ 69900 h 96187"/>
                  <a:gd name="connsiteX38" fmla="*/ 77935 w 211034"/>
                  <a:gd name="connsiteY38" fmla="*/ 69900 h 96187"/>
                  <a:gd name="connsiteX39" fmla="*/ 77935 w 211034"/>
                  <a:gd name="connsiteY39" fmla="*/ 69900 h 96187"/>
                  <a:gd name="connsiteX40" fmla="*/ 77935 w 211034"/>
                  <a:gd name="connsiteY40" fmla="*/ 67749 h 96187"/>
                  <a:gd name="connsiteX41" fmla="*/ 75786 w 211034"/>
                  <a:gd name="connsiteY41" fmla="*/ 53769 h 96187"/>
                  <a:gd name="connsiteX42" fmla="*/ 73636 w 211034"/>
                  <a:gd name="connsiteY42" fmla="*/ 46242 h 96187"/>
                  <a:gd name="connsiteX43" fmla="*/ 69338 w 211034"/>
                  <a:gd name="connsiteY43" fmla="*/ 52694 h 96187"/>
                  <a:gd name="connsiteX44" fmla="*/ 68263 w 211034"/>
                  <a:gd name="connsiteY44" fmla="*/ 53769 h 96187"/>
                  <a:gd name="connsiteX45" fmla="*/ 67189 w 211034"/>
                  <a:gd name="connsiteY45" fmla="*/ 54845 h 96187"/>
                  <a:gd name="connsiteX46" fmla="*/ 65040 w 211034"/>
                  <a:gd name="connsiteY46" fmla="*/ 58071 h 96187"/>
                  <a:gd name="connsiteX47" fmla="*/ 62890 w 211034"/>
                  <a:gd name="connsiteY47" fmla="*/ 61297 h 96187"/>
                  <a:gd name="connsiteX48" fmla="*/ 61816 w 211034"/>
                  <a:gd name="connsiteY48" fmla="*/ 62372 h 96187"/>
                  <a:gd name="connsiteX49" fmla="*/ 57517 w 211034"/>
                  <a:gd name="connsiteY49" fmla="*/ 66674 h 96187"/>
                  <a:gd name="connsiteX50" fmla="*/ 38174 w 211034"/>
                  <a:gd name="connsiteY50" fmla="*/ 86031 h 96187"/>
                  <a:gd name="connsiteX51" fmla="*/ 36024 w 211034"/>
                  <a:gd name="connsiteY51" fmla="*/ 88182 h 96187"/>
                  <a:gd name="connsiteX52" fmla="*/ 33875 w 211034"/>
                  <a:gd name="connsiteY52" fmla="*/ 89257 h 96187"/>
                  <a:gd name="connsiteX53" fmla="*/ 33875 w 211034"/>
                  <a:gd name="connsiteY53" fmla="*/ 89257 h 96187"/>
                  <a:gd name="connsiteX54" fmla="*/ 27427 w 211034"/>
                  <a:gd name="connsiteY54" fmla="*/ 93559 h 96187"/>
                  <a:gd name="connsiteX55" fmla="*/ 23129 w 211034"/>
                  <a:gd name="connsiteY55" fmla="*/ 95709 h 96187"/>
                  <a:gd name="connsiteX56" fmla="*/ 19905 w 211034"/>
                  <a:gd name="connsiteY56" fmla="*/ 95709 h 96187"/>
                  <a:gd name="connsiteX57" fmla="*/ 10233 w 211034"/>
                  <a:gd name="connsiteY57" fmla="*/ 87106 h 96187"/>
                  <a:gd name="connsiteX58" fmla="*/ 8084 w 211034"/>
                  <a:gd name="connsiteY58" fmla="*/ 83880 h 96187"/>
                  <a:gd name="connsiteX59" fmla="*/ 4860 w 211034"/>
                  <a:gd name="connsiteY59" fmla="*/ 79579 h 96187"/>
                  <a:gd name="connsiteX60" fmla="*/ 561 w 211034"/>
                  <a:gd name="connsiteY60" fmla="*/ 73126 h 96187"/>
                  <a:gd name="connsiteX61" fmla="*/ 22054 w 211034"/>
                  <a:gd name="connsiteY61" fmla="*/ 77428 h 96187"/>
                  <a:gd name="connsiteX62" fmla="*/ 32800 w 211034"/>
                  <a:gd name="connsiteY62" fmla="*/ 70975 h 96187"/>
                  <a:gd name="connsiteX63" fmla="*/ 58592 w 211034"/>
                  <a:gd name="connsiteY63" fmla="*/ 46242 h 96187"/>
                  <a:gd name="connsiteX64" fmla="*/ 77935 w 211034"/>
                  <a:gd name="connsiteY64" fmla="*/ 20433 h 96187"/>
                  <a:gd name="connsiteX65" fmla="*/ 72562 w 211034"/>
                  <a:gd name="connsiteY65" fmla="*/ 20433 h 96187"/>
                  <a:gd name="connsiteX66" fmla="*/ 68263 w 211034"/>
                  <a:gd name="connsiteY66" fmla="*/ 22583 h 96187"/>
                  <a:gd name="connsiteX67" fmla="*/ 67189 w 211034"/>
                  <a:gd name="connsiteY67" fmla="*/ 23659 h 96187"/>
                  <a:gd name="connsiteX68" fmla="*/ 30651 w 211034"/>
                  <a:gd name="connsiteY68" fmla="*/ 60222 h 96187"/>
                  <a:gd name="connsiteX69" fmla="*/ 27427 w 211034"/>
                  <a:gd name="connsiteY69" fmla="*/ 64523 h 96187"/>
                  <a:gd name="connsiteX70" fmla="*/ 22054 w 211034"/>
                  <a:gd name="connsiteY70" fmla="*/ 77428 h 96187"/>
                  <a:gd name="connsiteX71" fmla="*/ 139190 w 211034"/>
                  <a:gd name="connsiteY71" fmla="*/ 91408 h 96187"/>
                  <a:gd name="connsiteX72" fmla="*/ 140264 w 211034"/>
                  <a:gd name="connsiteY72" fmla="*/ 91408 h 96187"/>
                  <a:gd name="connsiteX73" fmla="*/ 139190 w 211034"/>
                  <a:gd name="connsiteY73" fmla="*/ 90333 h 96187"/>
                  <a:gd name="connsiteX74" fmla="*/ 139190 w 211034"/>
                  <a:gd name="connsiteY74" fmla="*/ 91408 h 96187"/>
                  <a:gd name="connsiteX75" fmla="*/ 152085 w 211034"/>
                  <a:gd name="connsiteY75" fmla="*/ 81729 h 96187"/>
                  <a:gd name="connsiteX76" fmla="*/ 154234 w 211034"/>
                  <a:gd name="connsiteY76" fmla="*/ 80654 h 96187"/>
                  <a:gd name="connsiteX77" fmla="*/ 152085 w 211034"/>
                  <a:gd name="connsiteY77" fmla="*/ 81729 h 96187"/>
                  <a:gd name="connsiteX78" fmla="*/ 152085 w 211034"/>
                  <a:gd name="connsiteY78" fmla="*/ 81729 h 96187"/>
                  <a:gd name="connsiteX79" fmla="*/ 163906 w 211034"/>
                  <a:gd name="connsiteY79" fmla="*/ 74202 h 96187"/>
                  <a:gd name="connsiteX80" fmla="*/ 166056 w 211034"/>
                  <a:gd name="connsiteY80" fmla="*/ 73126 h 96187"/>
                  <a:gd name="connsiteX81" fmla="*/ 169279 w 211034"/>
                  <a:gd name="connsiteY81" fmla="*/ 70975 h 96187"/>
                  <a:gd name="connsiteX82" fmla="*/ 170354 w 211034"/>
                  <a:gd name="connsiteY82" fmla="*/ 68825 h 96187"/>
                  <a:gd name="connsiteX83" fmla="*/ 170354 w 211034"/>
                  <a:gd name="connsiteY83" fmla="*/ 68825 h 96187"/>
                  <a:gd name="connsiteX84" fmla="*/ 169279 w 211034"/>
                  <a:gd name="connsiteY84" fmla="*/ 69900 h 96187"/>
                  <a:gd name="connsiteX85" fmla="*/ 166056 w 211034"/>
                  <a:gd name="connsiteY85" fmla="*/ 72051 h 96187"/>
                  <a:gd name="connsiteX86" fmla="*/ 163906 w 211034"/>
                  <a:gd name="connsiteY86" fmla="*/ 74202 h 9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11034" h="96187">
                    <a:moveTo>
                      <a:pt x="561" y="73126"/>
                    </a:moveTo>
                    <a:cubicBezTo>
                      <a:pt x="561" y="70975"/>
                      <a:pt x="1636" y="67749"/>
                      <a:pt x="1636" y="67749"/>
                    </a:cubicBezTo>
                    <a:cubicBezTo>
                      <a:pt x="2711" y="66674"/>
                      <a:pt x="3785" y="63448"/>
                      <a:pt x="4860" y="60222"/>
                    </a:cubicBezTo>
                    <a:cubicBezTo>
                      <a:pt x="9158" y="50543"/>
                      <a:pt x="18830" y="35488"/>
                      <a:pt x="27427" y="26885"/>
                    </a:cubicBezTo>
                    <a:cubicBezTo>
                      <a:pt x="28502" y="25809"/>
                      <a:pt x="31726" y="22583"/>
                      <a:pt x="32800" y="19357"/>
                    </a:cubicBezTo>
                    <a:cubicBezTo>
                      <a:pt x="38174" y="11829"/>
                      <a:pt x="46771" y="5377"/>
                      <a:pt x="52144" y="1075"/>
                    </a:cubicBezTo>
                    <a:cubicBezTo>
                      <a:pt x="53219" y="0"/>
                      <a:pt x="57517" y="0"/>
                      <a:pt x="61816" y="0"/>
                    </a:cubicBezTo>
                    <a:cubicBezTo>
                      <a:pt x="67189" y="0"/>
                      <a:pt x="74712" y="1075"/>
                      <a:pt x="77935" y="2151"/>
                    </a:cubicBezTo>
                    <a:cubicBezTo>
                      <a:pt x="80085" y="3226"/>
                      <a:pt x="82234" y="4302"/>
                      <a:pt x="83308" y="4302"/>
                    </a:cubicBezTo>
                    <a:cubicBezTo>
                      <a:pt x="84383" y="4302"/>
                      <a:pt x="86532" y="5377"/>
                      <a:pt x="88682" y="7528"/>
                    </a:cubicBezTo>
                    <a:cubicBezTo>
                      <a:pt x="91905" y="10754"/>
                      <a:pt x="92980" y="10754"/>
                      <a:pt x="96204" y="10754"/>
                    </a:cubicBezTo>
                    <a:cubicBezTo>
                      <a:pt x="100502" y="10754"/>
                      <a:pt x="102652" y="11829"/>
                      <a:pt x="106951" y="15056"/>
                    </a:cubicBezTo>
                    <a:cubicBezTo>
                      <a:pt x="109100" y="16131"/>
                      <a:pt x="110174" y="18282"/>
                      <a:pt x="110174" y="20433"/>
                    </a:cubicBezTo>
                    <a:cubicBezTo>
                      <a:pt x="111249" y="26885"/>
                      <a:pt x="109100" y="31186"/>
                      <a:pt x="101577" y="38714"/>
                    </a:cubicBezTo>
                    <a:cubicBezTo>
                      <a:pt x="99428" y="40865"/>
                      <a:pt x="95129" y="48392"/>
                      <a:pt x="94055" y="52694"/>
                    </a:cubicBezTo>
                    <a:cubicBezTo>
                      <a:pt x="92980" y="56996"/>
                      <a:pt x="91905" y="74202"/>
                      <a:pt x="92980" y="76352"/>
                    </a:cubicBezTo>
                    <a:cubicBezTo>
                      <a:pt x="94055" y="78503"/>
                      <a:pt x="100502" y="79579"/>
                      <a:pt x="108025" y="79579"/>
                    </a:cubicBezTo>
                    <a:cubicBezTo>
                      <a:pt x="131667" y="79579"/>
                      <a:pt x="153160" y="64523"/>
                      <a:pt x="172503" y="51619"/>
                    </a:cubicBezTo>
                    <a:cubicBezTo>
                      <a:pt x="178951" y="47317"/>
                      <a:pt x="186473" y="41940"/>
                      <a:pt x="187548" y="41940"/>
                    </a:cubicBezTo>
                    <a:cubicBezTo>
                      <a:pt x="188623" y="41940"/>
                      <a:pt x="191846" y="38714"/>
                      <a:pt x="193996" y="37638"/>
                    </a:cubicBezTo>
                    <a:cubicBezTo>
                      <a:pt x="197220" y="35488"/>
                      <a:pt x="206892" y="27960"/>
                      <a:pt x="210115" y="27960"/>
                    </a:cubicBezTo>
                    <a:cubicBezTo>
                      <a:pt x="214414" y="27960"/>
                      <a:pt x="202593" y="43015"/>
                      <a:pt x="196145" y="47317"/>
                    </a:cubicBezTo>
                    <a:cubicBezTo>
                      <a:pt x="189698" y="51619"/>
                      <a:pt x="189698" y="52694"/>
                      <a:pt x="191846" y="51619"/>
                    </a:cubicBezTo>
                    <a:cubicBezTo>
                      <a:pt x="192921" y="51619"/>
                      <a:pt x="192921" y="51619"/>
                      <a:pt x="192921" y="51619"/>
                    </a:cubicBezTo>
                    <a:cubicBezTo>
                      <a:pt x="192921" y="52694"/>
                      <a:pt x="187548" y="56996"/>
                      <a:pt x="182175" y="60222"/>
                    </a:cubicBezTo>
                    <a:cubicBezTo>
                      <a:pt x="177876" y="62372"/>
                      <a:pt x="169279" y="67749"/>
                      <a:pt x="171429" y="67749"/>
                    </a:cubicBezTo>
                    <a:cubicBezTo>
                      <a:pt x="173578" y="67749"/>
                      <a:pt x="175727" y="66674"/>
                      <a:pt x="176802" y="65599"/>
                    </a:cubicBezTo>
                    <a:cubicBezTo>
                      <a:pt x="178951" y="63448"/>
                      <a:pt x="186473" y="59146"/>
                      <a:pt x="186473" y="60222"/>
                    </a:cubicBezTo>
                    <a:cubicBezTo>
                      <a:pt x="186473" y="61297"/>
                      <a:pt x="169279" y="76352"/>
                      <a:pt x="168205" y="76352"/>
                    </a:cubicBezTo>
                    <a:cubicBezTo>
                      <a:pt x="168205" y="76352"/>
                      <a:pt x="167130" y="77428"/>
                      <a:pt x="166056" y="77428"/>
                    </a:cubicBezTo>
                    <a:cubicBezTo>
                      <a:pt x="164981" y="77428"/>
                      <a:pt x="162832" y="79579"/>
                      <a:pt x="161757" y="80654"/>
                    </a:cubicBezTo>
                    <a:cubicBezTo>
                      <a:pt x="160682" y="81729"/>
                      <a:pt x="157459" y="82805"/>
                      <a:pt x="155309" y="83880"/>
                    </a:cubicBezTo>
                    <a:cubicBezTo>
                      <a:pt x="154234" y="84956"/>
                      <a:pt x="151010" y="86031"/>
                      <a:pt x="149936" y="86031"/>
                    </a:cubicBezTo>
                    <a:cubicBezTo>
                      <a:pt x="147787" y="86031"/>
                      <a:pt x="146712" y="87106"/>
                      <a:pt x="147787" y="88182"/>
                    </a:cubicBezTo>
                    <a:cubicBezTo>
                      <a:pt x="147787" y="89257"/>
                      <a:pt x="146712" y="90333"/>
                      <a:pt x="144563" y="91408"/>
                    </a:cubicBezTo>
                    <a:cubicBezTo>
                      <a:pt x="137040" y="94634"/>
                      <a:pt x="130593" y="95709"/>
                      <a:pt x="118771" y="95709"/>
                    </a:cubicBezTo>
                    <a:cubicBezTo>
                      <a:pt x="105876" y="95709"/>
                      <a:pt x="105876" y="95709"/>
                      <a:pt x="101577" y="92483"/>
                    </a:cubicBezTo>
                    <a:cubicBezTo>
                      <a:pt x="96204" y="89257"/>
                      <a:pt x="79010" y="75277"/>
                      <a:pt x="79010" y="69900"/>
                    </a:cubicBezTo>
                    <a:cubicBezTo>
                      <a:pt x="79010" y="69900"/>
                      <a:pt x="77935" y="68825"/>
                      <a:pt x="77935" y="69900"/>
                    </a:cubicBezTo>
                    <a:cubicBezTo>
                      <a:pt x="76861" y="70975"/>
                      <a:pt x="76861" y="69900"/>
                      <a:pt x="77935" y="69900"/>
                    </a:cubicBezTo>
                    <a:cubicBezTo>
                      <a:pt x="77935" y="69900"/>
                      <a:pt x="77935" y="68825"/>
                      <a:pt x="77935" y="67749"/>
                    </a:cubicBezTo>
                    <a:cubicBezTo>
                      <a:pt x="76861" y="65599"/>
                      <a:pt x="75786" y="62372"/>
                      <a:pt x="75786" y="53769"/>
                    </a:cubicBezTo>
                    <a:cubicBezTo>
                      <a:pt x="75786" y="47317"/>
                      <a:pt x="74712" y="46242"/>
                      <a:pt x="73636" y="46242"/>
                    </a:cubicBezTo>
                    <a:cubicBezTo>
                      <a:pt x="72562" y="46242"/>
                      <a:pt x="69338" y="51619"/>
                      <a:pt x="69338" y="52694"/>
                    </a:cubicBezTo>
                    <a:cubicBezTo>
                      <a:pt x="69338" y="53769"/>
                      <a:pt x="69338" y="53769"/>
                      <a:pt x="68263" y="53769"/>
                    </a:cubicBezTo>
                    <a:cubicBezTo>
                      <a:pt x="67189" y="53769"/>
                      <a:pt x="67189" y="54845"/>
                      <a:pt x="67189" y="54845"/>
                    </a:cubicBezTo>
                    <a:cubicBezTo>
                      <a:pt x="67189" y="55920"/>
                      <a:pt x="66115" y="56996"/>
                      <a:pt x="65040" y="58071"/>
                    </a:cubicBezTo>
                    <a:cubicBezTo>
                      <a:pt x="63965" y="59146"/>
                      <a:pt x="62890" y="60222"/>
                      <a:pt x="62890" y="61297"/>
                    </a:cubicBezTo>
                    <a:cubicBezTo>
                      <a:pt x="62890" y="61297"/>
                      <a:pt x="62890" y="62372"/>
                      <a:pt x="61816" y="62372"/>
                    </a:cubicBezTo>
                    <a:cubicBezTo>
                      <a:pt x="61816" y="62372"/>
                      <a:pt x="59666" y="63448"/>
                      <a:pt x="57517" y="66674"/>
                    </a:cubicBezTo>
                    <a:cubicBezTo>
                      <a:pt x="49995" y="76352"/>
                      <a:pt x="39249" y="86031"/>
                      <a:pt x="38174" y="86031"/>
                    </a:cubicBezTo>
                    <a:cubicBezTo>
                      <a:pt x="37099" y="86031"/>
                      <a:pt x="36024" y="87106"/>
                      <a:pt x="36024" y="88182"/>
                    </a:cubicBezTo>
                    <a:cubicBezTo>
                      <a:pt x="34950" y="89257"/>
                      <a:pt x="33875" y="89257"/>
                      <a:pt x="33875" y="89257"/>
                    </a:cubicBezTo>
                    <a:cubicBezTo>
                      <a:pt x="32800" y="89257"/>
                      <a:pt x="32800" y="89257"/>
                      <a:pt x="33875" y="89257"/>
                    </a:cubicBezTo>
                    <a:cubicBezTo>
                      <a:pt x="34950" y="90333"/>
                      <a:pt x="31726" y="92483"/>
                      <a:pt x="27427" y="93559"/>
                    </a:cubicBezTo>
                    <a:cubicBezTo>
                      <a:pt x="25278" y="94634"/>
                      <a:pt x="23129" y="94634"/>
                      <a:pt x="23129" y="95709"/>
                    </a:cubicBezTo>
                    <a:cubicBezTo>
                      <a:pt x="23129" y="95709"/>
                      <a:pt x="20980" y="96785"/>
                      <a:pt x="19905" y="95709"/>
                    </a:cubicBezTo>
                    <a:cubicBezTo>
                      <a:pt x="16681" y="95709"/>
                      <a:pt x="13457" y="91408"/>
                      <a:pt x="10233" y="87106"/>
                    </a:cubicBezTo>
                    <a:cubicBezTo>
                      <a:pt x="9158" y="84956"/>
                      <a:pt x="8084" y="83880"/>
                      <a:pt x="8084" y="83880"/>
                    </a:cubicBezTo>
                    <a:cubicBezTo>
                      <a:pt x="7010" y="83880"/>
                      <a:pt x="5935" y="81729"/>
                      <a:pt x="4860" y="79579"/>
                    </a:cubicBezTo>
                    <a:cubicBezTo>
                      <a:pt x="-513" y="77428"/>
                      <a:pt x="-513" y="76352"/>
                      <a:pt x="561" y="73126"/>
                    </a:cubicBezTo>
                    <a:close/>
                    <a:moveTo>
                      <a:pt x="22054" y="77428"/>
                    </a:moveTo>
                    <a:cubicBezTo>
                      <a:pt x="22054" y="77428"/>
                      <a:pt x="28502" y="74202"/>
                      <a:pt x="32800" y="70975"/>
                    </a:cubicBezTo>
                    <a:cubicBezTo>
                      <a:pt x="34950" y="69900"/>
                      <a:pt x="46771" y="58071"/>
                      <a:pt x="58592" y="46242"/>
                    </a:cubicBezTo>
                    <a:cubicBezTo>
                      <a:pt x="81159" y="23659"/>
                      <a:pt x="81159" y="23659"/>
                      <a:pt x="77935" y="20433"/>
                    </a:cubicBezTo>
                    <a:cubicBezTo>
                      <a:pt x="76861" y="19357"/>
                      <a:pt x="75786" y="19357"/>
                      <a:pt x="72562" y="20433"/>
                    </a:cubicBezTo>
                    <a:cubicBezTo>
                      <a:pt x="70413" y="21508"/>
                      <a:pt x="68263" y="21508"/>
                      <a:pt x="68263" y="22583"/>
                    </a:cubicBezTo>
                    <a:cubicBezTo>
                      <a:pt x="68263" y="22583"/>
                      <a:pt x="67189" y="23659"/>
                      <a:pt x="67189" y="23659"/>
                    </a:cubicBezTo>
                    <a:cubicBezTo>
                      <a:pt x="60741" y="23659"/>
                      <a:pt x="30651" y="58071"/>
                      <a:pt x="30651" y="60222"/>
                    </a:cubicBezTo>
                    <a:cubicBezTo>
                      <a:pt x="30651" y="60222"/>
                      <a:pt x="29577" y="62372"/>
                      <a:pt x="27427" y="64523"/>
                    </a:cubicBezTo>
                    <a:cubicBezTo>
                      <a:pt x="27427" y="65599"/>
                      <a:pt x="22054" y="76352"/>
                      <a:pt x="22054" y="77428"/>
                    </a:cubicBezTo>
                    <a:close/>
                    <a:moveTo>
                      <a:pt x="139190" y="91408"/>
                    </a:moveTo>
                    <a:cubicBezTo>
                      <a:pt x="139190" y="91408"/>
                      <a:pt x="140264" y="91408"/>
                      <a:pt x="140264" y="91408"/>
                    </a:cubicBezTo>
                    <a:cubicBezTo>
                      <a:pt x="141339" y="90333"/>
                      <a:pt x="141339" y="89257"/>
                      <a:pt x="139190" y="90333"/>
                    </a:cubicBezTo>
                    <a:cubicBezTo>
                      <a:pt x="139190" y="90333"/>
                      <a:pt x="138115" y="90333"/>
                      <a:pt x="139190" y="91408"/>
                    </a:cubicBezTo>
                    <a:close/>
                    <a:moveTo>
                      <a:pt x="152085" y="81729"/>
                    </a:moveTo>
                    <a:cubicBezTo>
                      <a:pt x="153160" y="81729"/>
                      <a:pt x="155309" y="80654"/>
                      <a:pt x="154234" y="80654"/>
                    </a:cubicBezTo>
                    <a:cubicBezTo>
                      <a:pt x="154234" y="80654"/>
                      <a:pt x="153160" y="80654"/>
                      <a:pt x="152085" y="81729"/>
                    </a:cubicBezTo>
                    <a:cubicBezTo>
                      <a:pt x="151010" y="81729"/>
                      <a:pt x="149936" y="81729"/>
                      <a:pt x="152085" y="81729"/>
                    </a:cubicBezTo>
                    <a:close/>
                    <a:moveTo>
                      <a:pt x="163906" y="74202"/>
                    </a:moveTo>
                    <a:lnTo>
                      <a:pt x="166056" y="73126"/>
                    </a:lnTo>
                    <a:cubicBezTo>
                      <a:pt x="167130" y="72051"/>
                      <a:pt x="169279" y="72051"/>
                      <a:pt x="169279" y="70975"/>
                    </a:cubicBezTo>
                    <a:cubicBezTo>
                      <a:pt x="169279" y="69900"/>
                      <a:pt x="170354" y="69900"/>
                      <a:pt x="170354" y="68825"/>
                    </a:cubicBezTo>
                    <a:cubicBezTo>
                      <a:pt x="170354" y="67749"/>
                      <a:pt x="170354" y="67749"/>
                      <a:pt x="170354" y="68825"/>
                    </a:cubicBezTo>
                    <a:cubicBezTo>
                      <a:pt x="170354" y="69900"/>
                      <a:pt x="169279" y="69900"/>
                      <a:pt x="169279" y="69900"/>
                    </a:cubicBezTo>
                    <a:cubicBezTo>
                      <a:pt x="169279" y="69900"/>
                      <a:pt x="168205" y="70975"/>
                      <a:pt x="166056" y="72051"/>
                    </a:cubicBezTo>
                    <a:lnTo>
                      <a:pt x="163906" y="74202"/>
                    </a:ln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7" name="Freeform 1016">
                <a:extLst>
                  <a:ext uri="{FF2B5EF4-FFF2-40B4-BE49-F238E27FC236}">
                    <a16:creationId xmlns:a16="http://schemas.microsoft.com/office/drawing/2014/main" id="{4D49C07A-049E-53F2-C4FC-A1B640353321}"/>
                  </a:ext>
                </a:extLst>
              </p:cNvPr>
              <p:cNvSpPr/>
              <p:nvPr/>
            </p:nvSpPr>
            <p:spPr>
              <a:xfrm>
                <a:off x="7243449" y="5551481"/>
                <a:ext cx="246897" cy="118889"/>
              </a:xfrm>
              <a:custGeom>
                <a:avLst/>
                <a:gdLst>
                  <a:gd name="connsiteX0" fmla="*/ 8597 w 246897"/>
                  <a:gd name="connsiteY0" fmla="*/ 89854 h 118889"/>
                  <a:gd name="connsiteX1" fmla="*/ 12896 w 246897"/>
                  <a:gd name="connsiteY1" fmla="*/ 82327 h 118889"/>
                  <a:gd name="connsiteX2" fmla="*/ 13970 w 246897"/>
                  <a:gd name="connsiteY2" fmla="*/ 81251 h 118889"/>
                  <a:gd name="connsiteX3" fmla="*/ 21493 w 246897"/>
                  <a:gd name="connsiteY3" fmla="*/ 70497 h 118889"/>
                  <a:gd name="connsiteX4" fmla="*/ 24716 w 246897"/>
                  <a:gd name="connsiteY4" fmla="*/ 64045 h 118889"/>
                  <a:gd name="connsiteX5" fmla="*/ 25792 w 246897"/>
                  <a:gd name="connsiteY5" fmla="*/ 62970 h 118889"/>
                  <a:gd name="connsiteX6" fmla="*/ 31165 w 246897"/>
                  <a:gd name="connsiteY6" fmla="*/ 53291 h 118889"/>
                  <a:gd name="connsiteX7" fmla="*/ 42985 w 246897"/>
                  <a:gd name="connsiteY7" fmla="*/ 32859 h 118889"/>
                  <a:gd name="connsiteX8" fmla="*/ 54807 w 246897"/>
                  <a:gd name="connsiteY8" fmla="*/ 13502 h 118889"/>
                  <a:gd name="connsiteX9" fmla="*/ 64478 w 246897"/>
                  <a:gd name="connsiteY9" fmla="*/ 597 h 118889"/>
                  <a:gd name="connsiteX10" fmla="*/ 77374 w 246897"/>
                  <a:gd name="connsiteY10" fmla="*/ 3824 h 118889"/>
                  <a:gd name="connsiteX11" fmla="*/ 81673 w 246897"/>
                  <a:gd name="connsiteY11" fmla="*/ 9200 h 118889"/>
                  <a:gd name="connsiteX12" fmla="*/ 79523 w 246897"/>
                  <a:gd name="connsiteY12" fmla="*/ 18879 h 118889"/>
                  <a:gd name="connsiteX13" fmla="*/ 76300 w 246897"/>
                  <a:gd name="connsiteY13" fmla="*/ 24256 h 118889"/>
                  <a:gd name="connsiteX14" fmla="*/ 63404 w 246897"/>
                  <a:gd name="connsiteY14" fmla="*/ 43613 h 118889"/>
                  <a:gd name="connsiteX15" fmla="*/ 60180 w 246897"/>
                  <a:gd name="connsiteY15" fmla="*/ 50065 h 118889"/>
                  <a:gd name="connsiteX16" fmla="*/ 56956 w 246897"/>
                  <a:gd name="connsiteY16" fmla="*/ 55442 h 118889"/>
                  <a:gd name="connsiteX17" fmla="*/ 47284 w 246897"/>
                  <a:gd name="connsiteY17" fmla="*/ 71573 h 118889"/>
                  <a:gd name="connsiteX18" fmla="*/ 46209 w 246897"/>
                  <a:gd name="connsiteY18" fmla="*/ 73723 h 118889"/>
                  <a:gd name="connsiteX19" fmla="*/ 51582 w 246897"/>
                  <a:gd name="connsiteY19" fmla="*/ 68347 h 118889"/>
                  <a:gd name="connsiteX20" fmla="*/ 91344 w 246897"/>
                  <a:gd name="connsiteY20" fmla="*/ 31784 h 118889"/>
                  <a:gd name="connsiteX21" fmla="*/ 102090 w 246897"/>
                  <a:gd name="connsiteY21" fmla="*/ 23181 h 118889"/>
                  <a:gd name="connsiteX22" fmla="*/ 118210 w 246897"/>
                  <a:gd name="connsiteY22" fmla="*/ 11351 h 118889"/>
                  <a:gd name="connsiteX23" fmla="*/ 125733 w 246897"/>
                  <a:gd name="connsiteY23" fmla="*/ 10276 h 118889"/>
                  <a:gd name="connsiteX24" fmla="*/ 128956 w 246897"/>
                  <a:gd name="connsiteY24" fmla="*/ 11351 h 118889"/>
                  <a:gd name="connsiteX25" fmla="*/ 131106 w 246897"/>
                  <a:gd name="connsiteY25" fmla="*/ 12427 h 118889"/>
                  <a:gd name="connsiteX26" fmla="*/ 134329 w 246897"/>
                  <a:gd name="connsiteY26" fmla="*/ 14577 h 118889"/>
                  <a:gd name="connsiteX27" fmla="*/ 137553 w 246897"/>
                  <a:gd name="connsiteY27" fmla="*/ 18879 h 118889"/>
                  <a:gd name="connsiteX28" fmla="*/ 134329 w 246897"/>
                  <a:gd name="connsiteY28" fmla="*/ 38236 h 118889"/>
                  <a:gd name="connsiteX29" fmla="*/ 132180 w 246897"/>
                  <a:gd name="connsiteY29" fmla="*/ 43613 h 118889"/>
                  <a:gd name="connsiteX30" fmla="*/ 138628 w 246897"/>
                  <a:gd name="connsiteY30" fmla="*/ 40387 h 118889"/>
                  <a:gd name="connsiteX31" fmla="*/ 165494 w 246897"/>
                  <a:gd name="connsiteY31" fmla="*/ 29633 h 118889"/>
                  <a:gd name="connsiteX32" fmla="*/ 167644 w 246897"/>
                  <a:gd name="connsiteY32" fmla="*/ 29633 h 118889"/>
                  <a:gd name="connsiteX33" fmla="*/ 174091 w 246897"/>
                  <a:gd name="connsiteY33" fmla="*/ 31784 h 118889"/>
                  <a:gd name="connsiteX34" fmla="*/ 182688 w 246897"/>
                  <a:gd name="connsiteY34" fmla="*/ 45764 h 118889"/>
                  <a:gd name="connsiteX35" fmla="*/ 179464 w 246897"/>
                  <a:gd name="connsiteY35" fmla="*/ 58668 h 118889"/>
                  <a:gd name="connsiteX36" fmla="*/ 174091 w 246897"/>
                  <a:gd name="connsiteY36" fmla="*/ 72648 h 118889"/>
                  <a:gd name="connsiteX37" fmla="*/ 169792 w 246897"/>
                  <a:gd name="connsiteY37" fmla="*/ 84477 h 118889"/>
                  <a:gd name="connsiteX38" fmla="*/ 167644 w 246897"/>
                  <a:gd name="connsiteY38" fmla="*/ 99533 h 118889"/>
                  <a:gd name="connsiteX39" fmla="*/ 170867 w 246897"/>
                  <a:gd name="connsiteY39" fmla="*/ 100608 h 118889"/>
                  <a:gd name="connsiteX40" fmla="*/ 181614 w 246897"/>
                  <a:gd name="connsiteY40" fmla="*/ 97382 h 118889"/>
                  <a:gd name="connsiteX41" fmla="*/ 190211 w 246897"/>
                  <a:gd name="connsiteY41" fmla="*/ 94156 h 118889"/>
                  <a:gd name="connsiteX42" fmla="*/ 214927 w 246897"/>
                  <a:gd name="connsiteY42" fmla="*/ 81251 h 118889"/>
                  <a:gd name="connsiteX43" fmla="*/ 220300 w 246897"/>
                  <a:gd name="connsiteY43" fmla="*/ 76950 h 118889"/>
                  <a:gd name="connsiteX44" fmla="*/ 235346 w 246897"/>
                  <a:gd name="connsiteY44" fmla="*/ 66196 h 118889"/>
                  <a:gd name="connsiteX45" fmla="*/ 246092 w 246897"/>
                  <a:gd name="connsiteY45" fmla="*/ 58668 h 118889"/>
                  <a:gd name="connsiteX46" fmla="*/ 246092 w 246897"/>
                  <a:gd name="connsiteY46" fmla="*/ 62970 h 118889"/>
                  <a:gd name="connsiteX47" fmla="*/ 245017 w 246897"/>
                  <a:gd name="connsiteY47" fmla="*/ 66196 h 118889"/>
                  <a:gd name="connsiteX48" fmla="*/ 223524 w 246897"/>
                  <a:gd name="connsiteY48" fmla="*/ 90930 h 118889"/>
                  <a:gd name="connsiteX49" fmla="*/ 223524 w 246897"/>
                  <a:gd name="connsiteY49" fmla="*/ 92005 h 118889"/>
                  <a:gd name="connsiteX50" fmla="*/ 231047 w 246897"/>
                  <a:gd name="connsiteY50" fmla="*/ 87704 h 118889"/>
                  <a:gd name="connsiteX51" fmla="*/ 235346 w 246897"/>
                  <a:gd name="connsiteY51" fmla="*/ 85553 h 118889"/>
                  <a:gd name="connsiteX52" fmla="*/ 219226 w 246897"/>
                  <a:gd name="connsiteY52" fmla="*/ 97382 h 118889"/>
                  <a:gd name="connsiteX53" fmla="*/ 213853 w 246897"/>
                  <a:gd name="connsiteY53" fmla="*/ 100608 h 118889"/>
                  <a:gd name="connsiteX54" fmla="*/ 219226 w 246897"/>
                  <a:gd name="connsiteY54" fmla="*/ 98458 h 118889"/>
                  <a:gd name="connsiteX55" fmla="*/ 225674 w 246897"/>
                  <a:gd name="connsiteY55" fmla="*/ 95231 h 118889"/>
                  <a:gd name="connsiteX56" fmla="*/ 224599 w 246897"/>
                  <a:gd name="connsiteY56" fmla="*/ 96307 h 118889"/>
                  <a:gd name="connsiteX57" fmla="*/ 213853 w 246897"/>
                  <a:gd name="connsiteY57" fmla="*/ 104910 h 118889"/>
                  <a:gd name="connsiteX58" fmla="*/ 212778 w 246897"/>
                  <a:gd name="connsiteY58" fmla="*/ 104910 h 118889"/>
                  <a:gd name="connsiteX59" fmla="*/ 207405 w 246897"/>
                  <a:gd name="connsiteY59" fmla="*/ 107060 h 118889"/>
                  <a:gd name="connsiteX60" fmla="*/ 199883 w 246897"/>
                  <a:gd name="connsiteY60" fmla="*/ 110287 h 118889"/>
                  <a:gd name="connsiteX61" fmla="*/ 196658 w 246897"/>
                  <a:gd name="connsiteY61" fmla="*/ 112437 h 118889"/>
                  <a:gd name="connsiteX62" fmla="*/ 193434 w 246897"/>
                  <a:gd name="connsiteY62" fmla="*/ 113513 h 118889"/>
                  <a:gd name="connsiteX63" fmla="*/ 188061 w 246897"/>
                  <a:gd name="connsiteY63" fmla="*/ 114588 h 118889"/>
                  <a:gd name="connsiteX64" fmla="*/ 163345 w 246897"/>
                  <a:gd name="connsiteY64" fmla="*/ 107060 h 118889"/>
                  <a:gd name="connsiteX65" fmla="*/ 155822 w 246897"/>
                  <a:gd name="connsiteY65" fmla="*/ 99533 h 118889"/>
                  <a:gd name="connsiteX66" fmla="*/ 146151 w 246897"/>
                  <a:gd name="connsiteY66" fmla="*/ 84477 h 118889"/>
                  <a:gd name="connsiteX67" fmla="*/ 150449 w 246897"/>
                  <a:gd name="connsiteY67" fmla="*/ 60819 h 118889"/>
                  <a:gd name="connsiteX68" fmla="*/ 153673 w 246897"/>
                  <a:gd name="connsiteY68" fmla="*/ 53291 h 118889"/>
                  <a:gd name="connsiteX69" fmla="*/ 154748 w 246897"/>
                  <a:gd name="connsiteY69" fmla="*/ 52216 h 118889"/>
                  <a:gd name="connsiteX70" fmla="*/ 155822 w 246897"/>
                  <a:gd name="connsiteY70" fmla="*/ 48990 h 118889"/>
                  <a:gd name="connsiteX71" fmla="*/ 153673 w 246897"/>
                  <a:gd name="connsiteY71" fmla="*/ 50065 h 118889"/>
                  <a:gd name="connsiteX72" fmla="*/ 145076 w 246897"/>
                  <a:gd name="connsiteY72" fmla="*/ 55442 h 118889"/>
                  <a:gd name="connsiteX73" fmla="*/ 138628 w 246897"/>
                  <a:gd name="connsiteY73" fmla="*/ 60819 h 118889"/>
                  <a:gd name="connsiteX74" fmla="*/ 133255 w 246897"/>
                  <a:gd name="connsiteY74" fmla="*/ 66196 h 118889"/>
                  <a:gd name="connsiteX75" fmla="*/ 130031 w 246897"/>
                  <a:gd name="connsiteY75" fmla="*/ 70497 h 118889"/>
                  <a:gd name="connsiteX76" fmla="*/ 128956 w 246897"/>
                  <a:gd name="connsiteY76" fmla="*/ 71573 h 118889"/>
                  <a:gd name="connsiteX77" fmla="*/ 125733 w 246897"/>
                  <a:gd name="connsiteY77" fmla="*/ 74799 h 118889"/>
                  <a:gd name="connsiteX78" fmla="*/ 122509 w 246897"/>
                  <a:gd name="connsiteY78" fmla="*/ 79100 h 118889"/>
                  <a:gd name="connsiteX79" fmla="*/ 121434 w 246897"/>
                  <a:gd name="connsiteY79" fmla="*/ 81251 h 118889"/>
                  <a:gd name="connsiteX80" fmla="*/ 112837 w 246897"/>
                  <a:gd name="connsiteY80" fmla="*/ 94156 h 118889"/>
                  <a:gd name="connsiteX81" fmla="*/ 105314 w 246897"/>
                  <a:gd name="connsiteY81" fmla="*/ 98458 h 118889"/>
                  <a:gd name="connsiteX82" fmla="*/ 101016 w 246897"/>
                  <a:gd name="connsiteY82" fmla="*/ 95231 h 118889"/>
                  <a:gd name="connsiteX83" fmla="*/ 97792 w 246897"/>
                  <a:gd name="connsiteY83" fmla="*/ 92005 h 118889"/>
                  <a:gd name="connsiteX84" fmla="*/ 94568 w 246897"/>
                  <a:gd name="connsiteY84" fmla="*/ 89854 h 118889"/>
                  <a:gd name="connsiteX85" fmla="*/ 91344 w 246897"/>
                  <a:gd name="connsiteY85" fmla="*/ 86628 h 118889"/>
                  <a:gd name="connsiteX86" fmla="*/ 91344 w 246897"/>
                  <a:gd name="connsiteY86" fmla="*/ 69422 h 118889"/>
                  <a:gd name="connsiteX87" fmla="*/ 103165 w 246897"/>
                  <a:gd name="connsiteY87" fmla="*/ 37160 h 118889"/>
                  <a:gd name="connsiteX88" fmla="*/ 103165 w 246897"/>
                  <a:gd name="connsiteY88" fmla="*/ 33934 h 118889"/>
                  <a:gd name="connsiteX89" fmla="*/ 101016 w 246897"/>
                  <a:gd name="connsiteY89" fmla="*/ 33934 h 118889"/>
                  <a:gd name="connsiteX90" fmla="*/ 96717 w 246897"/>
                  <a:gd name="connsiteY90" fmla="*/ 35010 h 118889"/>
                  <a:gd name="connsiteX91" fmla="*/ 96717 w 246897"/>
                  <a:gd name="connsiteY91" fmla="*/ 38236 h 118889"/>
                  <a:gd name="connsiteX92" fmla="*/ 96717 w 246897"/>
                  <a:gd name="connsiteY92" fmla="*/ 39311 h 118889"/>
                  <a:gd name="connsiteX93" fmla="*/ 94568 w 246897"/>
                  <a:gd name="connsiteY93" fmla="*/ 39311 h 118889"/>
                  <a:gd name="connsiteX94" fmla="*/ 91344 w 246897"/>
                  <a:gd name="connsiteY94" fmla="*/ 40387 h 118889"/>
                  <a:gd name="connsiteX95" fmla="*/ 87046 w 246897"/>
                  <a:gd name="connsiteY95" fmla="*/ 43613 h 118889"/>
                  <a:gd name="connsiteX96" fmla="*/ 83821 w 246897"/>
                  <a:gd name="connsiteY96" fmla="*/ 45764 h 118889"/>
                  <a:gd name="connsiteX97" fmla="*/ 82747 w 246897"/>
                  <a:gd name="connsiteY97" fmla="*/ 48990 h 118889"/>
                  <a:gd name="connsiteX98" fmla="*/ 83821 w 246897"/>
                  <a:gd name="connsiteY98" fmla="*/ 50065 h 118889"/>
                  <a:gd name="connsiteX99" fmla="*/ 76300 w 246897"/>
                  <a:gd name="connsiteY99" fmla="*/ 53291 h 118889"/>
                  <a:gd name="connsiteX100" fmla="*/ 67702 w 246897"/>
                  <a:gd name="connsiteY100" fmla="*/ 60819 h 118889"/>
                  <a:gd name="connsiteX101" fmla="*/ 62329 w 246897"/>
                  <a:gd name="connsiteY101" fmla="*/ 67271 h 118889"/>
                  <a:gd name="connsiteX102" fmla="*/ 61254 w 246897"/>
                  <a:gd name="connsiteY102" fmla="*/ 68347 h 118889"/>
                  <a:gd name="connsiteX103" fmla="*/ 59105 w 246897"/>
                  <a:gd name="connsiteY103" fmla="*/ 71573 h 118889"/>
                  <a:gd name="connsiteX104" fmla="*/ 58031 w 246897"/>
                  <a:gd name="connsiteY104" fmla="*/ 75874 h 118889"/>
                  <a:gd name="connsiteX105" fmla="*/ 56956 w 246897"/>
                  <a:gd name="connsiteY105" fmla="*/ 79100 h 118889"/>
                  <a:gd name="connsiteX106" fmla="*/ 55881 w 246897"/>
                  <a:gd name="connsiteY106" fmla="*/ 79100 h 118889"/>
                  <a:gd name="connsiteX107" fmla="*/ 54807 w 246897"/>
                  <a:gd name="connsiteY107" fmla="*/ 80176 h 118889"/>
                  <a:gd name="connsiteX108" fmla="*/ 53732 w 246897"/>
                  <a:gd name="connsiteY108" fmla="*/ 80176 h 118889"/>
                  <a:gd name="connsiteX109" fmla="*/ 50508 w 246897"/>
                  <a:gd name="connsiteY109" fmla="*/ 81251 h 118889"/>
                  <a:gd name="connsiteX110" fmla="*/ 49434 w 246897"/>
                  <a:gd name="connsiteY110" fmla="*/ 84477 h 118889"/>
                  <a:gd name="connsiteX111" fmla="*/ 45135 w 246897"/>
                  <a:gd name="connsiteY111" fmla="*/ 89854 h 118889"/>
                  <a:gd name="connsiteX112" fmla="*/ 38687 w 246897"/>
                  <a:gd name="connsiteY112" fmla="*/ 98458 h 118889"/>
                  <a:gd name="connsiteX113" fmla="*/ 15045 w 246897"/>
                  <a:gd name="connsiteY113" fmla="*/ 118890 h 118889"/>
                  <a:gd name="connsiteX114" fmla="*/ 6448 w 246897"/>
                  <a:gd name="connsiteY114" fmla="*/ 113513 h 118889"/>
                  <a:gd name="connsiteX115" fmla="*/ 0 w 246897"/>
                  <a:gd name="connsiteY115" fmla="*/ 102759 h 118889"/>
                  <a:gd name="connsiteX116" fmla="*/ 8597 w 246897"/>
                  <a:gd name="connsiteY116" fmla="*/ 89854 h 118889"/>
                  <a:gd name="connsiteX117" fmla="*/ 23642 w 246897"/>
                  <a:gd name="connsiteY117" fmla="*/ 79100 h 118889"/>
                  <a:gd name="connsiteX118" fmla="*/ 23642 w 246897"/>
                  <a:gd name="connsiteY118" fmla="*/ 79100 h 118889"/>
                  <a:gd name="connsiteX119" fmla="*/ 24716 w 246897"/>
                  <a:gd name="connsiteY119" fmla="*/ 76950 h 118889"/>
                  <a:gd name="connsiteX120" fmla="*/ 23642 w 246897"/>
                  <a:gd name="connsiteY120" fmla="*/ 79100 h 118889"/>
                  <a:gd name="connsiteX121" fmla="*/ 32239 w 246897"/>
                  <a:gd name="connsiteY121" fmla="*/ 62970 h 118889"/>
                  <a:gd name="connsiteX122" fmla="*/ 32239 w 246897"/>
                  <a:gd name="connsiteY122" fmla="*/ 62970 h 118889"/>
                  <a:gd name="connsiteX123" fmla="*/ 33314 w 246897"/>
                  <a:gd name="connsiteY123" fmla="*/ 61895 h 118889"/>
                  <a:gd name="connsiteX124" fmla="*/ 32239 w 246897"/>
                  <a:gd name="connsiteY124" fmla="*/ 62970 h 118889"/>
                  <a:gd name="connsiteX125" fmla="*/ 96717 w 246897"/>
                  <a:gd name="connsiteY125" fmla="*/ 62970 h 118889"/>
                  <a:gd name="connsiteX126" fmla="*/ 98867 w 246897"/>
                  <a:gd name="connsiteY126" fmla="*/ 62970 h 118889"/>
                  <a:gd name="connsiteX127" fmla="*/ 97792 w 246897"/>
                  <a:gd name="connsiteY127" fmla="*/ 60819 h 118889"/>
                  <a:gd name="connsiteX128" fmla="*/ 96717 w 246897"/>
                  <a:gd name="connsiteY128" fmla="*/ 62970 h 118889"/>
                  <a:gd name="connsiteX129" fmla="*/ 99941 w 246897"/>
                  <a:gd name="connsiteY129" fmla="*/ 58668 h 118889"/>
                  <a:gd name="connsiteX130" fmla="*/ 98867 w 246897"/>
                  <a:gd name="connsiteY130" fmla="*/ 56518 h 118889"/>
                  <a:gd name="connsiteX131" fmla="*/ 97792 w 246897"/>
                  <a:gd name="connsiteY131" fmla="*/ 58668 h 118889"/>
                  <a:gd name="connsiteX132" fmla="*/ 99941 w 246897"/>
                  <a:gd name="connsiteY132" fmla="*/ 58668 h 118889"/>
                  <a:gd name="connsiteX133" fmla="*/ 101016 w 246897"/>
                  <a:gd name="connsiteY133" fmla="*/ 38236 h 118889"/>
                  <a:gd name="connsiteX134" fmla="*/ 105314 w 246897"/>
                  <a:gd name="connsiteY134" fmla="*/ 35010 h 118889"/>
                  <a:gd name="connsiteX135" fmla="*/ 103165 w 246897"/>
                  <a:gd name="connsiteY135" fmla="*/ 35010 h 118889"/>
                  <a:gd name="connsiteX136" fmla="*/ 101016 w 246897"/>
                  <a:gd name="connsiteY136" fmla="*/ 38236 h 118889"/>
                  <a:gd name="connsiteX137" fmla="*/ 103165 w 246897"/>
                  <a:gd name="connsiteY137" fmla="*/ 51141 h 118889"/>
                  <a:gd name="connsiteX138" fmla="*/ 103165 w 246897"/>
                  <a:gd name="connsiteY138" fmla="*/ 51141 h 118889"/>
                  <a:gd name="connsiteX139" fmla="*/ 104240 w 246897"/>
                  <a:gd name="connsiteY139" fmla="*/ 48990 h 118889"/>
                  <a:gd name="connsiteX140" fmla="*/ 103165 w 246897"/>
                  <a:gd name="connsiteY140" fmla="*/ 51141 h 118889"/>
                  <a:gd name="connsiteX141" fmla="*/ 214927 w 246897"/>
                  <a:gd name="connsiteY141" fmla="*/ 96307 h 118889"/>
                  <a:gd name="connsiteX142" fmla="*/ 214927 w 246897"/>
                  <a:gd name="connsiteY142" fmla="*/ 96307 h 118889"/>
                  <a:gd name="connsiteX143" fmla="*/ 214927 w 246897"/>
                  <a:gd name="connsiteY143" fmla="*/ 96307 h 118889"/>
                  <a:gd name="connsiteX144" fmla="*/ 214927 w 246897"/>
                  <a:gd name="connsiteY144" fmla="*/ 96307 h 11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246897" h="118889">
                    <a:moveTo>
                      <a:pt x="8597" y="89854"/>
                    </a:moveTo>
                    <a:cubicBezTo>
                      <a:pt x="10746" y="86628"/>
                      <a:pt x="12896" y="82327"/>
                      <a:pt x="12896" y="82327"/>
                    </a:cubicBezTo>
                    <a:cubicBezTo>
                      <a:pt x="12896" y="81251"/>
                      <a:pt x="12896" y="81251"/>
                      <a:pt x="13970" y="81251"/>
                    </a:cubicBezTo>
                    <a:cubicBezTo>
                      <a:pt x="15045" y="81251"/>
                      <a:pt x="20418" y="70497"/>
                      <a:pt x="21493" y="70497"/>
                    </a:cubicBezTo>
                    <a:cubicBezTo>
                      <a:pt x="23642" y="67271"/>
                      <a:pt x="24716" y="65121"/>
                      <a:pt x="24716" y="64045"/>
                    </a:cubicBezTo>
                    <a:cubicBezTo>
                      <a:pt x="24716" y="64045"/>
                      <a:pt x="24716" y="62970"/>
                      <a:pt x="25792" y="62970"/>
                    </a:cubicBezTo>
                    <a:cubicBezTo>
                      <a:pt x="25792" y="62970"/>
                      <a:pt x="29015" y="58668"/>
                      <a:pt x="31165" y="53291"/>
                    </a:cubicBezTo>
                    <a:cubicBezTo>
                      <a:pt x="34388" y="47914"/>
                      <a:pt x="38687" y="39311"/>
                      <a:pt x="42985" y="32859"/>
                    </a:cubicBezTo>
                    <a:lnTo>
                      <a:pt x="54807" y="13502"/>
                    </a:lnTo>
                    <a:cubicBezTo>
                      <a:pt x="55881" y="10276"/>
                      <a:pt x="61254" y="597"/>
                      <a:pt x="64478" y="597"/>
                    </a:cubicBezTo>
                    <a:cubicBezTo>
                      <a:pt x="72001" y="-478"/>
                      <a:pt x="73075" y="-478"/>
                      <a:pt x="77374" y="3824"/>
                    </a:cubicBezTo>
                    <a:cubicBezTo>
                      <a:pt x="79523" y="5974"/>
                      <a:pt x="81673" y="8125"/>
                      <a:pt x="81673" y="9200"/>
                    </a:cubicBezTo>
                    <a:cubicBezTo>
                      <a:pt x="82747" y="11351"/>
                      <a:pt x="81673" y="15653"/>
                      <a:pt x="79523" y="18879"/>
                    </a:cubicBezTo>
                    <a:cubicBezTo>
                      <a:pt x="78448" y="19954"/>
                      <a:pt x="77374" y="22105"/>
                      <a:pt x="76300" y="24256"/>
                    </a:cubicBezTo>
                    <a:lnTo>
                      <a:pt x="63404" y="43613"/>
                    </a:lnTo>
                    <a:cubicBezTo>
                      <a:pt x="62329" y="45764"/>
                      <a:pt x="60180" y="48990"/>
                      <a:pt x="60180" y="50065"/>
                    </a:cubicBezTo>
                    <a:cubicBezTo>
                      <a:pt x="60180" y="51141"/>
                      <a:pt x="58031" y="54367"/>
                      <a:pt x="56956" y="55442"/>
                    </a:cubicBezTo>
                    <a:cubicBezTo>
                      <a:pt x="54807" y="58668"/>
                      <a:pt x="47284" y="70497"/>
                      <a:pt x="47284" y="71573"/>
                    </a:cubicBezTo>
                    <a:cubicBezTo>
                      <a:pt x="47284" y="71573"/>
                      <a:pt x="46209" y="72648"/>
                      <a:pt x="46209" y="73723"/>
                    </a:cubicBezTo>
                    <a:cubicBezTo>
                      <a:pt x="45135" y="74799"/>
                      <a:pt x="47284" y="72648"/>
                      <a:pt x="51582" y="68347"/>
                    </a:cubicBezTo>
                    <a:cubicBezTo>
                      <a:pt x="64478" y="55442"/>
                      <a:pt x="77374" y="43613"/>
                      <a:pt x="91344" y="31784"/>
                    </a:cubicBezTo>
                    <a:cubicBezTo>
                      <a:pt x="93493" y="29633"/>
                      <a:pt x="99941" y="25331"/>
                      <a:pt x="102090" y="23181"/>
                    </a:cubicBezTo>
                    <a:cubicBezTo>
                      <a:pt x="106389" y="18879"/>
                      <a:pt x="116061" y="12427"/>
                      <a:pt x="118210" y="11351"/>
                    </a:cubicBezTo>
                    <a:cubicBezTo>
                      <a:pt x="120359" y="10276"/>
                      <a:pt x="124658" y="9200"/>
                      <a:pt x="125733" y="10276"/>
                    </a:cubicBezTo>
                    <a:cubicBezTo>
                      <a:pt x="126807" y="10276"/>
                      <a:pt x="127882" y="11351"/>
                      <a:pt x="128956" y="11351"/>
                    </a:cubicBezTo>
                    <a:cubicBezTo>
                      <a:pt x="130031" y="11351"/>
                      <a:pt x="131106" y="12427"/>
                      <a:pt x="131106" y="12427"/>
                    </a:cubicBezTo>
                    <a:cubicBezTo>
                      <a:pt x="131106" y="12427"/>
                      <a:pt x="133255" y="13502"/>
                      <a:pt x="134329" y="14577"/>
                    </a:cubicBezTo>
                    <a:cubicBezTo>
                      <a:pt x="135405" y="15653"/>
                      <a:pt x="137553" y="16728"/>
                      <a:pt x="137553" y="18879"/>
                    </a:cubicBezTo>
                    <a:cubicBezTo>
                      <a:pt x="138628" y="23181"/>
                      <a:pt x="137553" y="32859"/>
                      <a:pt x="134329" y="38236"/>
                    </a:cubicBezTo>
                    <a:cubicBezTo>
                      <a:pt x="133255" y="40387"/>
                      <a:pt x="131106" y="43613"/>
                      <a:pt x="132180" y="43613"/>
                    </a:cubicBezTo>
                    <a:cubicBezTo>
                      <a:pt x="132180" y="44688"/>
                      <a:pt x="135405" y="42537"/>
                      <a:pt x="138628" y="40387"/>
                    </a:cubicBezTo>
                    <a:cubicBezTo>
                      <a:pt x="148300" y="31784"/>
                      <a:pt x="163345" y="26407"/>
                      <a:pt x="165494" y="29633"/>
                    </a:cubicBezTo>
                    <a:cubicBezTo>
                      <a:pt x="165494" y="29633"/>
                      <a:pt x="166569" y="30708"/>
                      <a:pt x="167644" y="29633"/>
                    </a:cubicBezTo>
                    <a:cubicBezTo>
                      <a:pt x="168718" y="29633"/>
                      <a:pt x="171942" y="30708"/>
                      <a:pt x="174091" y="31784"/>
                    </a:cubicBezTo>
                    <a:cubicBezTo>
                      <a:pt x="180539" y="35010"/>
                      <a:pt x="182688" y="38236"/>
                      <a:pt x="182688" y="45764"/>
                    </a:cubicBezTo>
                    <a:cubicBezTo>
                      <a:pt x="182688" y="48990"/>
                      <a:pt x="182688" y="52216"/>
                      <a:pt x="179464" y="58668"/>
                    </a:cubicBezTo>
                    <a:cubicBezTo>
                      <a:pt x="177315" y="64045"/>
                      <a:pt x="175166" y="69422"/>
                      <a:pt x="174091" y="72648"/>
                    </a:cubicBezTo>
                    <a:cubicBezTo>
                      <a:pt x="173017" y="75874"/>
                      <a:pt x="170867" y="81251"/>
                      <a:pt x="169792" y="84477"/>
                    </a:cubicBezTo>
                    <a:cubicBezTo>
                      <a:pt x="166569" y="90930"/>
                      <a:pt x="166569" y="97382"/>
                      <a:pt x="167644" y="99533"/>
                    </a:cubicBezTo>
                    <a:cubicBezTo>
                      <a:pt x="168718" y="100608"/>
                      <a:pt x="169792" y="100608"/>
                      <a:pt x="170867" y="100608"/>
                    </a:cubicBezTo>
                    <a:cubicBezTo>
                      <a:pt x="174091" y="100608"/>
                      <a:pt x="177315" y="99533"/>
                      <a:pt x="181614" y="97382"/>
                    </a:cubicBezTo>
                    <a:cubicBezTo>
                      <a:pt x="184838" y="96307"/>
                      <a:pt x="189136" y="94156"/>
                      <a:pt x="190211" y="94156"/>
                    </a:cubicBezTo>
                    <a:cubicBezTo>
                      <a:pt x="192360" y="94156"/>
                      <a:pt x="212778" y="83402"/>
                      <a:pt x="214927" y="81251"/>
                    </a:cubicBezTo>
                    <a:cubicBezTo>
                      <a:pt x="216002" y="80176"/>
                      <a:pt x="218151" y="79100"/>
                      <a:pt x="220300" y="76950"/>
                    </a:cubicBezTo>
                    <a:cubicBezTo>
                      <a:pt x="222450" y="75874"/>
                      <a:pt x="228897" y="70497"/>
                      <a:pt x="235346" y="66196"/>
                    </a:cubicBezTo>
                    <a:cubicBezTo>
                      <a:pt x="240719" y="61895"/>
                      <a:pt x="246092" y="58668"/>
                      <a:pt x="246092" y="58668"/>
                    </a:cubicBezTo>
                    <a:cubicBezTo>
                      <a:pt x="247166" y="58668"/>
                      <a:pt x="247166" y="61895"/>
                      <a:pt x="246092" y="62970"/>
                    </a:cubicBezTo>
                    <a:cubicBezTo>
                      <a:pt x="245017" y="62970"/>
                      <a:pt x="245017" y="64045"/>
                      <a:pt x="245017" y="66196"/>
                    </a:cubicBezTo>
                    <a:cubicBezTo>
                      <a:pt x="245017" y="70497"/>
                      <a:pt x="226749" y="90930"/>
                      <a:pt x="223524" y="90930"/>
                    </a:cubicBezTo>
                    <a:cubicBezTo>
                      <a:pt x="222450" y="90930"/>
                      <a:pt x="222450" y="90930"/>
                      <a:pt x="223524" y="92005"/>
                    </a:cubicBezTo>
                    <a:cubicBezTo>
                      <a:pt x="223524" y="93081"/>
                      <a:pt x="227823" y="90930"/>
                      <a:pt x="231047" y="87704"/>
                    </a:cubicBezTo>
                    <a:cubicBezTo>
                      <a:pt x="233196" y="85553"/>
                      <a:pt x="235346" y="84477"/>
                      <a:pt x="235346" y="85553"/>
                    </a:cubicBezTo>
                    <a:cubicBezTo>
                      <a:pt x="235346" y="86628"/>
                      <a:pt x="224599" y="95231"/>
                      <a:pt x="219226" y="97382"/>
                    </a:cubicBezTo>
                    <a:cubicBezTo>
                      <a:pt x="217077" y="98458"/>
                      <a:pt x="214927" y="99533"/>
                      <a:pt x="213853" y="100608"/>
                    </a:cubicBezTo>
                    <a:cubicBezTo>
                      <a:pt x="213853" y="101684"/>
                      <a:pt x="216002" y="99533"/>
                      <a:pt x="219226" y="98458"/>
                    </a:cubicBezTo>
                    <a:cubicBezTo>
                      <a:pt x="222450" y="96307"/>
                      <a:pt x="225674" y="95231"/>
                      <a:pt x="225674" y="95231"/>
                    </a:cubicBezTo>
                    <a:cubicBezTo>
                      <a:pt x="225674" y="95231"/>
                      <a:pt x="225674" y="96307"/>
                      <a:pt x="224599" y="96307"/>
                    </a:cubicBezTo>
                    <a:cubicBezTo>
                      <a:pt x="219226" y="99533"/>
                      <a:pt x="213853" y="103834"/>
                      <a:pt x="213853" y="104910"/>
                    </a:cubicBezTo>
                    <a:cubicBezTo>
                      <a:pt x="213853" y="105985"/>
                      <a:pt x="212778" y="105985"/>
                      <a:pt x="212778" y="104910"/>
                    </a:cubicBezTo>
                    <a:cubicBezTo>
                      <a:pt x="212778" y="103834"/>
                      <a:pt x="210629" y="105985"/>
                      <a:pt x="207405" y="107060"/>
                    </a:cubicBezTo>
                    <a:cubicBezTo>
                      <a:pt x="204181" y="109211"/>
                      <a:pt x="200957" y="110287"/>
                      <a:pt x="199883" y="110287"/>
                    </a:cubicBezTo>
                    <a:cubicBezTo>
                      <a:pt x="198808" y="110287"/>
                      <a:pt x="197733" y="111362"/>
                      <a:pt x="196658" y="112437"/>
                    </a:cubicBezTo>
                    <a:cubicBezTo>
                      <a:pt x="196658" y="113513"/>
                      <a:pt x="194510" y="113513"/>
                      <a:pt x="193434" y="113513"/>
                    </a:cubicBezTo>
                    <a:cubicBezTo>
                      <a:pt x="192360" y="113513"/>
                      <a:pt x="190211" y="114588"/>
                      <a:pt x="188061" y="114588"/>
                    </a:cubicBezTo>
                    <a:cubicBezTo>
                      <a:pt x="181614" y="116739"/>
                      <a:pt x="168718" y="113513"/>
                      <a:pt x="163345" y="107060"/>
                    </a:cubicBezTo>
                    <a:cubicBezTo>
                      <a:pt x="162270" y="104910"/>
                      <a:pt x="157972" y="101684"/>
                      <a:pt x="155822" y="99533"/>
                    </a:cubicBezTo>
                    <a:cubicBezTo>
                      <a:pt x="148300" y="93081"/>
                      <a:pt x="147225" y="89854"/>
                      <a:pt x="146151" y="84477"/>
                    </a:cubicBezTo>
                    <a:cubicBezTo>
                      <a:pt x="145076" y="78025"/>
                      <a:pt x="146151" y="69422"/>
                      <a:pt x="150449" y="60819"/>
                    </a:cubicBezTo>
                    <a:cubicBezTo>
                      <a:pt x="151524" y="57593"/>
                      <a:pt x="153673" y="53291"/>
                      <a:pt x="153673" y="53291"/>
                    </a:cubicBezTo>
                    <a:cubicBezTo>
                      <a:pt x="153673" y="52216"/>
                      <a:pt x="153673" y="52216"/>
                      <a:pt x="154748" y="52216"/>
                    </a:cubicBezTo>
                    <a:cubicBezTo>
                      <a:pt x="155822" y="52216"/>
                      <a:pt x="156897" y="48990"/>
                      <a:pt x="155822" y="48990"/>
                    </a:cubicBezTo>
                    <a:cubicBezTo>
                      <a:pt x="155822" y="48990"/>
                      <a:pt x="154748" y="48990"/>
                      <a:pt x="153673" y="50065"/>
                    </a:cubicBezTo>
                    <a:cubicBezTo>
                      <a:pt x="150449" y="53291"/>
                      <a:pt x="146151" y="55442"/>
                      <a:pt x="145076" y="55442"/>
                    </a:cubicBezTo>
                    <a:cubicBezTo>
                      <a:pt x="144001" y="55442"/>
                      <a:pt x="141852" y="56518"/>
                      <a:pt x="138628" y="60819"/>
                    </a:cubicBezTo>
                    <a:cubicBezTo>
                      <a:pt x="137553" y="61895"/>
                      <a:pt x="135405" y="64045"/>
                      <a:pt x="133255" y="66196"/>
                    </a:cubicBezTo>
                    <a:cubicBezTo>
                      <a:pt x="131106" y="68347"/>
                      <a:pt x="130031" y="69422"/>
                      <a:pt x="130031" y="70497"/>
                    </a:cubicBezTo>
                    <a:cubicBezTo>
                      <a:pt x="130031" y="71573"/>
                      <a:pt x="130031" y="71573"/>
                      <a:pt x="128956" y="71573"/>
                    </a:cubicBezTo>
                    <a:cubicBezTo>
                      <a:pt x="127882" y="71573"/>
                      <a:pt x="126807" y="73723"/>
                      <a:pt x="125733" y="74799"/>
                    </a:cubicBezTo>
                    <a:cubicBezTo>
                      <a:pt x="124658" y="76950"/>
                      <a:pt x="123583" y="79100"/>
                      <a:pt x="122509" y="79100"/>
                    </a:cubicBezTo>
                    <a:cubicBezTo>
                      <a:pt x="121434" y="79100"/>
                      <a:pt x="121434" y="80176"/>
                      <a:pt x="121434" y="81251"/>
                    </a:cubicBezTo>
                    <a:cubicBezTo>
                      <a:pt x="121434" y="83402"/>
                      <a:pt x="120359" y="86628"/>
                      <a:pt x="112837" y="94156"/>
                    </a:cubicBezTo>
                    <a:cubicBezTo>
                      <a:pt x="108539" y="99533"/>
                      <a:pt x="108539" y="99533"/>
                      <a:pt x="105314" y="98458"/>
                    </a:cubicBezTo>
                    <a:cubicBezTo>
                      <a:pt x="103165" y="97382"/>
                      <a:pt x="101016" y="96307"/>
                      <a:pt x="101016" y="95231"/>
                    </a:cubicBezTo>
                    <a:cubicBezTo>
                      <a:pt x="99941" y="94156"/>
                      <a:pt x="98867" y="92005"/>
                      <a:pt x="97792" y="92005"/>
                    </a:cubicBezTo>
                    <a:cubicBezTo>
                      <a:pt x="96717" y="92005"/>
                      <a:pt x="95643" y="90930"/>
                      <a:pt x="94568" y="89854"/>
                    </a:cubicBezTo>
                    <a:cubicBezTo>
                      <a:pt x="94568" y="88779"/>
                      <a:pt x="92419" y="86628"/>
                      <a:pt x="91344" y="86628"/>
                    </a:cubicBezTo>
                    <a:cubicBezTo>
                      <a:pt x="89195" y="84477"/>
                      <a:pt x="89195" y="80176"/>
                      <a:pt x="91344" y="69422"/>
                    </a:cubicBezTo>
                    <a:cubicBezTo>
                      <a:pt x="92419" y="62970"/>
                      <a:pt x="99941" y="45764"/>
                      <a:pt x="103165" y="37160"/>
                    </a:cubicBezTo>
                    <a:cubicBezTo>
                      <a:pt x="105314" y="33934"/>
                      <a:pt x="105314" y="33934"/>
                      <a:pt x="103165" y="33934"/>
                    </a:cubicBezTo>
                    <a:cubicBezTo>
                      <a:pt x="102090" y="35010"/>
                      <a:pt x="101016" y="35010"/>
                      <a:pt x="101016" y="33934"/>
                    </a:cubicBezTo>
                    <a:cubicBezTo>
                      <a:pt x="101016" y="31784"/>
                      <a:pt x="98867" y="32859"/>
                      <a:pt x="96717" y="35010"/>
                    </a:cubicBezTo>
                    <a:cubicBezTo>
                      <a:pt x="94568" y="37160"/>
                      <a:pt x="94568" y="38236"/>
                      <a:pt x="96717" y="38236"/>
                    </a:cubicBezTo>
                    <a:cubicBezTo>
                      <a:pt x="96717" y="38236"/>
                      <a:pt x="96717" y="38236"/>
                      <a:pt x="96717" y="39311"/>
                    </a:cubicBezTo>
                    <a:cubicBezTo>
                      <a:pt x="96717" y="40387"/>
                      <a:pt x="95643" y="40387"/>
                      <a:pt x="94568" y="39311"/>
                    </a:cubicBezTo>
                    <a:cubicBezTo>
                      <a:pt x="93493" y="39311"/>
                      <a:pt x="92419" y="39311"/>
                      <a:pt x="91344" y="40387"/>
                    </a:cubicBezTo>
                    <a:cubicBezTo>
                      <a:pt x="88120" y="42537"/>
                      <a:pt x="88120" y="43613"/>
                      <a:pt x="87046" y="43613"/>
                    </a:cubicBezTo>
                    <a:cubicBezTo>
                      <a:pt x="85971" y="43613"/>
                      <a:pt x="85971" y="44688"/>
                      <a:pt x="83821" y="45764"/>
                    </a:cubicBezTo>
                    <a:cubicBezTo>
                      <a:pt x="81673" y="47914"/>
                      <a:pt x="81673" y="48990"/>
                      <a:pt x="82747" y="48990"/>
                    </a:cubicBezTo>
                    <a:cubicBezTo>
                      <a:pt x="83821" y="50065"/>
                      <a:pt x="83821" y="50065"/>
                      <a:pt x="83821" y="50065"/>
                    </a:cubicBezTo>
                    <a:cubicBezTo>
                      <a:pt x="82747" y="48990"/>
                      <a:pt x="78448" y="51141"/>
                      <a:pt x="76300" y="53291"/>
                    </a:cubicBezTo>
                    <a:cubicBezTo>
                      <a:pt x="75225" y="54367"/>
                      <a:pt x="72001" y="57593"/>
                      <a:pt x="67702" y="60819"/>
                    </a:cubicBezTo>
                    <a:cubicBezTo>
                      <a:pt x="64478" y="64045"/>
                      <a:pt x="61254" y="67271"/>
                      <a:pt x="62329" y="67271"/>
                    </a:cubicBezTo>
                    <a:cubicBezTo>
                      <a:pt x="63404" y="67271"/>
                      <a:pt x="62329" y="68347"/>
                      <a:pt x="61254" y="68347"/>
                    </a:cubicBezTo>
                    <a:cubicBezTo>
                      <a:pt x="60180" y="68347"/>
                      <a:pt x="59105" y="70497"/>
                      <a:pt x="59105" y="71573"/>
                    </a:cubicBezTo>
                    <a:cubicBezTo>
                      <a:pt x="59105" y="72648"/>
                      <a:pt x="59105" y="74799"/>
                      <a:pt x="58031" y="75874"/>
                    </a:cubicBezTo>
                    <a:cubicBezTo>
                      <a:pt x="56956" y="76950"/>
                      <a:pt x="56956" y="78025"/>
                      <a:pt x="56956" y="79100"/>
                    </a:cubicBezTo>
                    <a:cubicBezTo>
                      <a:pt x="58031" y="80176"/>
                      <a:pt x="56956" y="80176"/>
                      <a:pt x="55881" y="79100"/>
                    </a:cubicBezTo>
                    <a:cubicBezTo>
                      <a:pt x="54807" y="78025"/>
                      <a:pt x="54807" y="78025"/>
                      <a:pt x="54807" y="80176"/>
                    </a:cubicBezTo>
                    <a:cubicBezTo>
                      <a:pt x="54807" y="80176"/>
                      <a:pt x="54807" y="80176"/>
                      <a:pt x="53732" y="80176"/>
                    </a:cubicBezTo>
                    <a:cubicBezTo>
                      <a:pt x="52657" y="80176"/>
                      <a:pt x="51582" y="81251"/>
                      <a:pt x="50508" y="81251"/>
                    </a:cubicBezTo>
                    <a:cubicBezTo>
                      <a:pt x="49434" y="82327"/>
                      <a:pt x="48359" y="83402"/>
                      <a:pt x="49434" y="84477"/>
                    </a:cubicBezTo>
                    <a:cubicBezTo>
                      <a:pt x="50508" y="84477"/>
                      <a:pt x="48359" y="87704"/>
                      <a:pt x="45135" y="89854"/>
                    </a:cubicBezTo>
                    <a:cubicBezTo>
                      <a:pt x="41911" y="93081"/>
                      <a:pt x="39762" y="96307"/>
                      <a:pt x="38687" y="98458"/>
                    </a:cubicBezTo>
                    <a:cubicBezTo>
                      <a:pt x="36538" y="103834"/>
                      <a:pt x="21493" y="118890"/>
                      <a:pt x="15045" y="118890"/>
                    </a:cubicBezTo>
                    <a:cubicBezTo>
                      <a:pt x="12896" y="118890"/>
                      <a:pt x="10746" y="117814"/>
                      <a:pt x="6448" y="113513"/>
                    </a:cubicBezTo>
                    <a:cubicBezTo>
                      <a:pt x="0" y="108136"/>
                      <a:pt x="0" y="107060"/>
                      <a:pt x="0" y="102759"/>
                    </a:cubicBezTo>
                    <a:cubicBezTo>
                      <a:pt x="0" y="105985"/>
                      <a:pt x="1075" y="102759"/>
                      <a:pt x="8597" y="89854"/>
                    </a:cubicBezTo>
                    <a:close/>
                    <a:moveTo>
                      <a:pt x="23642" y="79100"/>
                    </a:moveTo>
                    <a:cubicBezTo>
                      <a:pt x="23642" y="80176"/>
                      <a:pt x="23642" y="80176"/>
                      <a:pt x="23642" y="79100"/>
                    </a:cubicBezTo>
                    <a:cubicBezTo>
                      <a:pt x="25792" y="78025"/>
                      <a:pt x="25792" y="75874"/>
                      <a:pt x="24716" y="76950"/>
                    </a:cubicBezTo>
                    <a:cubicBezTo>
                      <a:pt x="23642" y="76950"/>
                      <a:pt x="23642" y="78025"/>
                      <a:pt x="23642" y="79100"/>
                    </a:cubicBezTo>
                    <a:close/>
                    <a:moveTo>
                      <a:pt x="32239" y="62970"/>
                    </a:moveTo>
                    <a:cubicBezTo>
                      <a:pt x="32239" y="64045"/>
                      <a:pt x="32239" y="64045"/>
                      <a:pt x="32239" y="62970"/>
                    </a:cubicBezTo>
                    <a:cubicBezTo>
                      <a:pt x="34388" y="60819"/>
                      <a:pt x="34388" y="60819"/>
                      <a:pt x="33314" y="61895"/>
                    </a:cubicBezTo>
                    <a:cubicBezTo>
                      <a:pt x="32239" y="61895"/>
                      <a:pt x="32239" y="62970"/>
                      <a:pt x="32239" y="62970"/>
                    </a:cubicBezTo>
                    <a:close/>
                    <a:moveTo>
                      <a:pt x="96717" y="62970"/>
                    </a:moveTo>
                    <a:cubicBezTo>
                      <a:pt x="97792" y="66196"/>
                      <a:pt x="98867" y="66196"/>
                      <a:pt x="98867" y="62970"/>
                    </a:cubicBezTo>
                    <a:cubicBezTo>
                      <a:pt x="98867" y="61895"/>
                      <a:pt x="97792" y="60819"/>
                      <a:pt x="97792" y="60819"/>
                    </a:cubicBezTo>
                    <a:cubicBezTo>
                      <a:pt x="96717" y="60819"/>
                      <a:pt x="96717" y="61895"/>
                      <a:pt x="96717" y="62970"/>
                    </a:cubicBezTo>
                    <a:close/>
                    <a:moveTo>
                      <a:pt x="99941" y="58668"/>
                    </a:moveTo>
                    <a:cubicBezTo>
                      <a:pt x="101016" y="57593"/>
                      <a:pt x="101016" y="55442"/>
                      <a:pt x="98867" y="56518"/>
                    </a:cubicBezTo>
                    <a:cubicBezTo>
                      <a:pt x="97792" y="56518"/>
                      <a:pt x="97792" y="57593"/>
                      <a:pt x="97792" y="58668"/>
                    </a:cubicBezTo>
                    <a:cubicBezTo>
                      <a:pt x="97792" y="59744"/>
                      <a:pt x="98867" y="59744"/>
                      <a:pt x="99941" y="58668"/>
                    </a:cubicBezTo>
                    <a:close/>
                    <a:moveTo>
                      <a:pt x="101016" y="38236"/>
                    </a:moveTo>
                    <a:cubicBezTo>
                      <a:pt x="101016" y="38236"/>
                      <a:pt x="105314" y="35010"/>
                      <a:pt x="105314" y="35010"/>
                    </a:cubicBezTo>
                    <a:cubicBezTo>
                      <a:pt x="105314" y="35010"/>
                      <a:pt x="104240" y="35010"/>
                      <a:pt x="103165" y="35010"/>
                    </a:cubicBezTo>
                    <a:cubicBezTo>
                      <a:pt x="102090" y="36085"/>
                      <a:pt x="101016" y="38236"/>
                      <a:pt x="101016" y="38236"/>
                    </a:cubicBezTo>
                    <a:close/>
                    <a:moveTo>
                      <a:pt x="103165" y="51141"/>
                    </a:moveTo>
                    <a:cubicBezTo>
                      <a:pt x="103165" y="51141"/>
                      <a:pt x="103165" y="51141"/>
                      <a:pt x="103165" y="51141"/>
                    </a:cubicBezTo>
                    <a:cubicBezTo>
                      <a:pt x="104240" y="48990"/>
                      <a:pt x="105314" y="48990"/>
                      <a:pt x="104240" y="48990"/>
                    </a:cubicBezTo>
                    <a:cubicBezTo>
                      <a:pt x="103165" y="50065"/>
                      <a:pt x="103165" y="50065"/>
                      <a:pt x="103165" y="51141"/>
                    </a:cubicBezTo>
                    <a:close/>
                    <a:moveTo>
                      <a:pt x="214927" y="96307"/>
                    </a:moveTo>
                    <a:cubicBezTo>
                      <a:pt x="216002" y="96307"/>
                      <a:pt x="217077" y="95231"/>
                      <a:pt x="214927" y="96307"/>
                    </a:cubicBezTo>
                    <a:cubicBezTo>
                      <a:pt x="216002" y="95231"/>
                      <a:pt x="214927" y="95231"/>
                      <a:pt x="214927" y="96307"/>
                    </a:cubicBezTo>
                    <a:cubicBezTo>
                      <a:pt x="213853" y="97382"/>
                      <a:pt x="213853" y="97382"/>
                      <a:pt x="214927" y="96307"/>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8" name="Freeform 1017">
                <a:extLst>
                  <a:ext uri="{FF2B5EF4-FFF2-40B4-BE49-F238E27FC236}">
                    <a16:creationId xmlns:a16="http://schemas.microsoft.com/office/drawing/2014/main" id="{3BFA4B06-2529-1B49-7BC9-BE96E0638488}"/>
                  </a:ext>
                </a:extLst>
              </p:cNvPr>
              <p:cNvSpPr/>
              <p:nvPr/>
            </p:nvSpPr>
            <p:spPr>
              <a:xfrm>
                <a:off x="7469123" y="5497234"/>
                <a:ext cx="149787" cy="173780"/>
              </a:xfrm>
              <a:custGeom>
                <a:avLst/>
                <a:gdLst>
                  <a:gd name="connsiteX0" fmla="*/ 0 w 149787"/>
                  <a:gd name="connsiteY0" fmla="*/ 143026 h 173780"/>
                  <a:gd name="connsiteX1" fmla="*/ 2149 w 149787"/>
                  <a:gd name="connsiteY1" fmla="*/ 129046 h 173780"/>
                  <a:gd name="connsiteX2" fmla="*/ 11821 w 149787"/>
                  <a:gd name="connsiteY2" fmla="*/ 109689 h 173780"/>
                  <a:gd name="connsiteX3" fmla="*/ 11821 w 149787"/>
                  <a:gd name="connsiteY3" fmla="*/ 108614 h 173780"/>
                  <a:gd name="connsiteX4" fmla="*/ 12896 w 149787"/>
                  <a:gd name="connsiteY4" fmla="*/ 106463 h 173780"/>
                  <a:gd name="connsiteX5" fmla="*/ 13970 w 149787"/>
                  <a:gd name="connsiteY5" fmla="*/ 104312 h 173780"/>
                  <a:gd name="connsiteX6" fmla="*/ 17195 w 149787"/>
                  <a:gd name="connsiteY6" fmla="*/ 97860 h 173780"/>
                  <a:gd name="connsiteX7" fmla="*/ 20418 w 149787"/>
                  <a:gd name="connsiteY7" fmla="*/ 92483 h 173780"/>
                  <a:gd name="connsiteX8" fmla="*/ 22568 w 149787"/>
                  <a:gd name="connsiteY8" fmla="*/ 90332 h 173780"/>
                  <a:gd name="connsiteX9" fmla="*/ 27941 w 149787"/>
                  <a:gd name="connsiteY9" fmla="*/ 82805 h 173780"/>
                  <a:gd name="connsiteX10" fmla="*/ 41911 w 149787"/>
                  <a:gd name="connsiteY10" fmla="*/ 74201 h 173780"/>
                  <a:gd name="connsiteX11" fmla="*/ 56956 w 149787"/>
                  <a:gd name="connsiteY11" fmla="*/ 82805 h 173780"/>
                  <a:gd name="connsiteX12" fmla="*/ 53732 w 149787"/>
                  <a:gd name="connsiteY12" fmla="*/ 95709 h 173780"/>
                  <a:gd name="connsiteX13" fmla="*/ 51582 w 149787"/>
                  <a:gd name="connsiteY13" fmla="*/ 100011 h 173780"/>
                  <a:gd name="connsiteX14" fmla="*/ 48359 w 149787"/>
                  <a:gd name="connsiteY14" fmla="*/ 104312 h 173780"/>
                  <a:gd name="connsiteX15" fmla="*/ 32239 w 149787"/>
                  <a:gd name="connsiteY15" fmla="*/ 126896 h 173780"/>
                  <a:gd name="connsiteX16" fmla="*/ 29015 w 149787"/>
                  <a:gd name="connsiteY16" fmla="*/ 130122 h 173780"/>
                  <a:gd name="connsiteX17" fmla="*/ 29015 w 149787"/>
                  <a:gd name="connsiteY17" fmla="*/ 131197 h 173780"/>
                  <a:gd name="connsiteX18" fmla="*/ 30090 w 149787"/>
                  <a:gd name="connsiteY18" fmla="*/ 133348 h 173780"/>
                  <a:gd name="connsiteX19" fmla="*/ 27941 w 149787"/>
                  <a:gd name="connsiteY19" fmla="*/ 133348 h 173780"/>
                  <a:gd name="connsiteX20" fmla="*/ 22568 w 149787"/>
                  <a:gd name="connsiteY20" fmla="*/ 139800 h 173780"/>
                  <a:gd name="connsiteX21" fmla="*/ 19343 w 149787"/>
                  <a:gd name="connsiteY21" fmla="*/ 153780 h 173780"/>
                  <a:gd name="connsiteX22" fmla="*/ 21493 w 149787"/>
                  <a:gd name="connsiteY22" fmla="*/ 154855 h 173780"/>
                  <a:gd name="connsiteX23" fmla="*/ 20418 w 149787"/>
                  <a:gd name="connsiteY23" fmla="*/ 158082 h 173780"/>
                  <a:gd name="connsiteX24" fmla="*/ 26866 w 149787"/>
                  <a:gd name="connsiteY24" fmla="*/ 159157 h 173780"/>
                  <a:gd name="connsiteX25" fmla="*/ 101016 w 149787"/>
                  <a:gd name="connsiteY25" fmla="*/ 125820 h 173780"/>
                  <a:gd name="connsiteX26" fmla="*/ 114986 w 149787"/>
                  <a:gd name="connsiteY26" fmla="*/ 116142 h 173780"/>
                  <a:gd name="connsiteX27" fmla="*/ 148300 w 149787"/>
                  <a:gd name="connsiteY27" fmla="*/ 96785 h 173780"/>
                  <a:gd name="connsiteX28" fmla="*/ 140778 w 149787"/>
                  <a:gd name="connsiteY28" fmla="*/ 107538 h 173780"/>
                  <a:gd name="connsiteX29" fmla="*/ 119285 w 149787"/>
                  <a:gd name="connsiteY29" fmla="*/ 124745 h 173780"/>
                  <a:gd name="connsiteX30" fmla="*/ 113912 w 149787"/>
                  <a:gd name="connsiteY30" fmla="*/ 130122 h 173780"/>
                  <a:gd name="connsiteX31" fmla="*/ 112837 w 149787"/>
                  <a:gd name="connsiteY31" fmla="*/ 132272 h 173780"/>
                  <a:gd name="connsiteX32" fmla="*/ 111762 w 149787"/>
                  <a:gd name="connsiteY32" fmla="*/ 135498 h 173780"/>
                  <a:gd name="connsiteX33" fmla="*/ 110687 w 149787"/>
                  <a:gd name="connsiteY33" fmla="*/ 137649 h 173780"/>
                  <a:gd name="connsiteX34" fmla="*/ 103165 w 149787"/>
                  <a:gd name="connsiteY34" fmla="*/ 143026 h 173780"/>
                  <a:gd name="connsiteX35" fmla="*/ 94568 w 149787"/>
                  <a:gd name="connsiteY35" fmla="*/ 149478 h 173780"/>
                  <a:gd name="connsiteX36" fmla="*/ 91344 w 149787"/>
                  <a:gd name="connsiteY36" fmla="*/ 152705 h 173780"/>
                  <a:gd name="connsiteX37" fmla="*/ 90270 w 149787"/>
                  <a:gd name="connsiteY37" fmla="*/ 153780 h 173780"/>
                  <a:gd name="connsiteX38" fmla="*/ 80598 w 149787"/>
                  <a:gd name="connsiteY38" fmla="*/ 159157 h 173780"/>
                  <a:gd name="connsiteX39" fmla="*/ 65553 w 149787"/>
                  <a:gd name="connsiteY39" fmla="*/ 167760 h 173780"/>
                  <a:gd name="connsiteX40" fmla="*/ 55881 w 149787"/>
                  <a:gd name="connsiteY40" fmla="*/ 170986 h 173780"/>
                  <a:gd name="connsiteX41" fmla="*/ 39762 w 149787"/>
                  <a:gd name="connsiteY41" fmla="*/ 173137 h 173780"/>
                  <a:gd name="connsiteX42" fmla="*/ 24716 w 149787"/>
                  <a:gd name="connsiteY42" fmla="*/ 170986 h 173780"/>
                  <a:gd name="connsiteX43" fmla="*/ 15045 w 149787"/>
                  <a:gd name="connsiteY43" fmla="*/ 165609 h 173780"/>
                  <a:gd name="connsiteX44" fmla="*/ 15045 w 149787"/>
                  <a:gd name="connsiteY44" fmla="*/ 166685 h 173780"/>
                  <a:gd name="connsiteX45" fmla="*/ 0 w 149787"/>
                  <a:gd name="connsiteY45" fmla="*/ 143026 h 173780"/>
                  <a:gd name="connsiteX46" fmla="*/ 82747 w 149787"/>
                  <a:gd name="connsiteY46" fmla="*/ 1075 h 173780"/>
                  <a:gd name="connsiteX47" fmla="*/ 87046 w 149787"/>
                  <a:gd name="connsiteY47" fmla="*/ 0 h 173780"/>
                  <a:gd name="connsiteX48" fmla="*/ 97792 w 149787"/>
                  <a:gd name="connsiteY48" fmla="*/ 13980 h 173780"/>
                  <a:gd name="connsiteX49" fmla="*/ 95643 w 149787"/>
                  <a:gd name="connsiteY49" fmla="*/ 21508 h 173780"/>
                  <a:gd name="connsiteX50" fmla="*/ 77374 w 149787"/>
                  <a:gd name="connsiteY50" fmla="*/ 34412 h 173780"/>
                  <a:gd name="connsiteX51" fmla="*/ 69851 w 149787"/>
                  <a:gd name="connsiteY51" fmla="*/ 39789 h 173780"/>
                  <a:gd name="connsiteX52" fmla="*/ 64478 w 149787"/>
                  <a:gd name="connsiteY52" fmla="*/ 44091 h 173780"/>
                  <a:gd name="connsiteX53" fmla="*/ 60180 w 149787"/>
                  <a:gd name="connsiteY53" fmla="*/ 47317 h 173780"/>
                  <a:gd name="connsiteX54" fmla="*/ 58031 w 149787"/>
                  <a:gd name="connsiteY54" fmla="*/ 48392 h 173780"/>
                  <a:gd name="connsiteX55" fmla="*/ 55881 w 149787"/>
                  <a:gd name="connsiteY55" fmla="*/ 47317 h 173780"/>
                  <a:gd name="connsiteX56" fmla="*/ 82747 w 149787"/>
                  <a:gd name="connsiteY56" fmla="*/ 1075 h 17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49787" h="173780">
                    <a:moveTo>
                      <a:pt x="0" y="143026"/>
                    </a:moveTo>
                    <a:cubicBezTo>
                      <a:pt x="0" y="139800"/>
                      <a:pt x="1075" y="131197"/>
                      <a:pt x="2149" y="129046"/>
                    </a:cubicBezTo>
                    <a:cubicBezTo>
                      <a:pt x="3224" y="125820"/>
                      <a:pt x="10746" y="109689"/>
                      <a:pt x="11821" y="109689"/>
                    </a:cubicBezTo>
                    <a:cubicBezTo>
                      <a:pt x="11821" y="109689"/>
                      <a:pt x="12896" y="109689"/>
                      <a:pt x="11821" y="108614"/>
                    </a:cubicBezTo>
                    <a:cubicBezTo>
                      <a:pt x="11821" y="108614"/>
                      <a:pt x="11821" y="107538"/>
                      <a:pt x="12896" y="106463"/>
                    </a:cubicBezTo>
                    <a:cubicBezTo>
                      <a:pt x="13970" y="105388"/>
                      <a:pt x="13970" y="105388"/>
                      <a:pt x="13970" y="104312"/>
                    </a:cubicBezTo>
                    <a:cubicBezTo>
                      <a:pt x="13970" y="103237"/>
                      <a:pt x="15045" y="101086"/>
                      <a:pt x="17195" y="97860"/>
                    </a:cubicBezTo>
                    <a:cubicBezTo>
                      <a:pt x="19343" y="94634"/>
                      <a:pt x="20418" y="92483"/>
                      <a:pt x="20418" y="92483"/>
                    </a:cubicBezTo>
                    <a:cubicBezTo>
                      <a:pt x="20418" y="92483"/>
                      <a:pt x="21493" y="91408"/>
                      <a:pt x="22568" y="90332"/>
                    </a:cubicBezTo>
                    <a:cubicBezTo>
                      <a:pt x="23642" y="89257"/>
                      <a:pt x="25792" y="86031"/>
                      <a:pt x="27941" y="82805"/>
                    </a:cubicBezTo>
                    <a:cubicBezTo>
                      <a:pt x="32239" y="76352"/>
                      <a:pt x="34388" y="74201"/>
                      <a:pt x="41911" y="74201"/>
                    </a:cubicBezTo>
                    <a:cubicBezTo>
                      <a:pt x="48359" y="74201"/>
                      <a:pt x="54807" y="77428"/>
                      <a:pt x="56956" y="82805"/>
                    </a:cubicBezTo>
                    <a:cubicBezTo>
                      <a:pt x="59105" y="86031"/>
                      <a:pt x="58031" y="88182"/>
                      <a:pt x="53732" y="95709"/>
                    </a:cubicBezTo>
                    <a:cubicBezTo>
                      <a:pt x="52657" y="96785"/>
                      <a:pt x="52657" y="97860"/>
                      <a:pt x="51582" y="100011"/>
                    </a:cubicBezTo>
                    <a:cubicBezTo>
                      <a:pt x="50508" y="101086"/>
                      <a:pt x="49434" y="103237"/>
                      <a:pt x="48359" y="104312"/>
                    </a:cubicBezTo>
                    <a:cubicBezTo>
                      <a:pt x="46209" y="105388"/>
                      <a:pt x="35463" y="120443"/>
                      <a:pt x="32239" y="126896"/>
                    </a:cubicBezTo>
                    <a:cubicBezTo>
                      <a:pt x="31165" y="129046"/>
                      <a:pt x="30090" y="130122"/>
                      <a:pt x="29015" y="130122"/>
                    </a:cubicBezTo>
                    <a:cubicBezTo>
                      <a:pt x="27941" y="130122"/>
                      <a:pt x="27941" y="131197"/>
                      <a:pt x="29015" y="131197"/>
                    </a:cubicBezTo>
                    <a:cubicBezTo>
                      <a:pt x="30090" y="131197"/>
                      <a:pt x="30090" y="132272"/>
                      <a:pt x="30090" y="133348"/>
                    </a:cubicBezTo>
                    <a:cubicBezTo>
                      <a:pt x="30090" y="134423"/>
                      <a:pt x="29015" y="134423"/>
                      <a:pt x="27941" y="133348"/>
                    </a:cubicBezTo>
                    <a:cubicBezTo>
                      <a:pt x="26866" y="132272"/>
                      <a:pt x="25792" y="133348"/>
                      <a:pt x="22568" y="139800"/>
                    </a:cubicBezTo>
                    <a:cubicBezTo>
                      <a:pt x="17195" y="148403"/>
                      <a:pt x="17195" y="153780"/>
                      <a:pt x="19343" y="153780"/>
                    </a:cubicBezTo>
                    <a:cubicBezTo>
                      <a:pt x="20418" y="153780"/>
                      <a:pt x="21493" y="154855"/>
                      <a:pt x="21493" y="154855"/>
                    </a:cubicBezTo>
                    <a:cubicBezTo>
                      <a:pt x="21493" y="155931"/>
                      <a:pt x="20418" y="157006"/>
                      <a:pt x="20418" y="158082"/>
                    </a:cubicBezTo>
                    <a:cubicBezTo>
                      <a:pt x="21493" y="159157"/>
                      <a:pt x="22568" y="159157"/>
                      <a:pt x="26866" y="159157"/>
                    </a:cubicBezTo>
                    <a:cubicBezTo>
                      <a:pt x="51582" y="158082"/>
                      <a:pt x="80598" y="139800"/>
                      <a:pt x="101016" y="125820"/>
                    </a:cubicBezTo>
                    <a:cubicBezTo>
                      <a:pt x="105314" y="122594"/>
                      <a:pt x="110687" y="119368"/>
                      <a:pt x="114986" y="116142"/>
                    </a:cubicBezTo>
                    <a:cubicBezTo>
                      <a:pt x="120359" y="112915"/>
                      <a:pt x="144001" y="94634"/>
                      <a:pt x="148300" y="96785"/>
                    </a:cubicBezTo>
                    <a:cubicBezTo>
                      <a:pt x="153673" y="98935"/>
                      <a:pt x="142926" y="106463"/>
                      <a:pt x="140778" y="107538"/>
                    </a:cubicBezTo>
                    <a:cubicBezTo>
                      <a:pt x="133255" y="112915"/>
                      <a:pt x="126807" y="120443"/>
                      <a:pt x="119285" y="124745"/>
                    </a:cubicBezTo>
                    <a:cubicBezTo>
                      <a:pt x="112837" y="129046"/>
                      <a:pt x="117136" y="125820"/>
                      <a:pt x="113912" y="130122"/>
                    </a:cubicBezTo>
                    <a:cubicBezTo>
                      <a:pt x="110687" y="133348"/>
                      <a:pt x="114986" y="129046"/>
                      <a:pt x="112837" y="132272"/>
                    </a:cubicBezTo>
                    <a:cubicBezTo>
                      <a:pt x="111762" y="133348"/>
                      <a:pt x="111762" y="134423"/>
                      <a:pt x="111762" y="135498"/>
                    </a:cubicBezTo>
                    <a:cubicBezTo>
                      <a:pt x="111762" y="136574"/>
                      <a:pt x="110687" y="136574"/>
                      <a:pt x="110687" y="137649"/>
                    </a:cubicBezTo>
                    <a:cubicBezTo>
                      <a:pt x="109613" y="138725"/>
                      <a:pt x="106389" y="140875"/>
                      <a:pt x="103165" y="143026"/>
                    </a:cubicBezTo>
                    <a:cubicBezTo>
                      <a:pt x="99941" y="145177"/>
                      <a:pt x="95643" y="148403"/>
                      <a:pt x="94568" y="149478"/>
                    </a:cubicBezTo>
                    <a:cubicBezTo>
                      <a:pt x="92419" y="150554"/>
                      <a:pt x="91344" y="151629"/>
                      <a:pt x="91344" y="152705"/>
                    </a:cubicBezTo>
                    <a:cubicBezTo>
                      <a:pt x="91344" y="152705"/>
                      <a:pt x="91344" y="153780"/>
                      <a:pt x="90270" y="153780"/>
                    </a:cubicBezTo>
                    <a:cubicBezTo>
                      <a:pt x="89195" y="153780"/>
                      <a:pt x="84897" y="155931"/>
                      <a:pt x="80598" y="159157"/>
                    </a:cubicBezTo>
                    <a:cubicBezTo>
                      <a:pt x="77374" y="162383"/>
                      <a:pt x="68777" y="167760"/>
                      <a:pt x="65553" y="167760"/>
                    </a:cubicBezTo>
                    <a:cubicBezTo>
                      <a:pt x="64478" y="167760"/>
                      <a:pt x="60180" y="169911"/>
                      <a:pt x="55881" y="170986"/>
                    </a:cubicBezTo>
                    <a:cubicBezTo>
                      <a:pt x="47284" y="174212"/>
                      <a:pt x="45135" y="174212"/>
                      <a:pt x="39762" y="173137"/>
                    </a:cubicBezTo>
                    <a:cubicBezTo>
                      <a:pt x="36538" y="172061"/>
                      <a:pt x="32239" y="172061"/>
                      <a:pt x="24716" y="170986"/>
                    </a:cubicBezTo>
                    <a:cubicBezTo>
                      <a:pt x="22568" y="170986"/>
                      <a:pt x="17195" y="167760"/>
                      <a:pt x="15045" y="165609"/>
                    </a:cubicBezTo>
                    <a:lnTo>
                      <a:pt x="15045" y="166685"/>
                    </a:lnTo>
                    <a:cubicBezTo>
                      <a:pt x="11821" y="163459"/>
                      <a:pt x="0" y="150554"/>
                      <a:pt x="0" y="143026"/>
                    </a:cubicBezTo>
                    <a:close/>
                    <a:moveTo>
                      <a:pt x="82747" y="1075"/>
                    </a:moveTo>
                    <a:cubicBezTo>
                      <a:pt x="83821" y="0"/>
                      <a:pt x="84897" y="0"/>
                      <a:pt x="87046" y="0"/>
                    </a:cubicBezTo>
                    <a:cubicBezTo>
                      <a:pt x="92419" y="0"/>
                      <a:pt x="96717" y="6452"/>
                      <a:pt x="97792" y="13980"/>
                    </a:cubicBezTo>
                    <a:cubicBezTo>
                      <a:pt x="97792" y="17206"/>
                      <a:pt x="97792" y="18282"/>
                      <a:pt x="95643" y="21508"/>
                    </a:cubicBezTo>
                    <a:cubicBezTo>
                      <a:pt x="90270" y="29036"/>
                      <a:pt x="81673" y="34412"/>
                      <a:pt x="77374" y="34412"/>
                    </a:cubicBezTo>
                    <a:cubicBezTo>
                      <a:pt x="76300" y="34412"/>
                      <a:pt x="70926" y="37638"/>
                      <a:pt x="69851" y="39789"/>
                    </a:cubicBezTo>
                    <a:cubicBezTo>
                      <a:pt x="68777" y="40865"/>
                      <a:pt x="66628" y="43015"/>
                      <a:pt x="64478" y="44091"/>
                    </a:cubicBezTo>
                    <a:cubicBezTo>
                      <a:pt x="62329" y="45166"/>
                      <a:pt x="60180" y="46242"/>
                      <a:pt x="60180" y="47317"/>
                    </a:cubicBezTo>
                    <a:cubicBezTo>
                      <a:pt x="60180" y="48392"/>
                      <a:pt x="59105" y="48392"/>
                      <a:pt x="58031" y="48392"/>
                    </a:cubicBezTo>
                    <a:cubicBezTo>
                      <a:pt x="55881" y="49468"/>
                      <a:pt x="55881" y="49468"/>
                      <a:pt x="55881" y="47317"/>
                    </a:cubicBezTo>
                    <a:cubicBezTo>
                      <a:pt x="54807" y="44091"/>
                      <a:pt x="79523" y="4301"/>
                      <a:pt x="82747" y="107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19" name="Freeform 1018">
                <a:extLst>
                  <a:ext uri="{FF2B5EF4-FFF2-40B4-BE49-F238E27FC236}">
                    <a16:creationId xmlns:a16="http://schemas.microsoft.com/office/drawing/2014/main" id="{4F53D751-D8E4-EBEF-6A8D-6D7D9A43A68F}"/>
                  </a:ext>
                </a:extLst>
              </p:cNvPr>
              <p:cNvSpPr/>
              <p:nvPr/>
            </p:nvSpPr>
            <p:spPr>
              <a:xfrm>
                <a:off x="7589214" y="5448842"/>
                <a:ext cx="175434" cy="244112"/>
              </a:xfrm>
              <a:custGeom>
                <a:avLst/>
                <a:gdLst>
                  <a:gd name="connsiteX0" fmla="*/ 269 w 175434"/>
                  <a:gd name="connsiteY0" fmla="*/ 201097 h 244112"/>
                  <a:gd name="connsiteX1" fmla="*/ 3492 w 175434"/>
                  <a:gd name="connsiteY1" fmla="*/ 181740 h 244112"/>
                  <a:gd name="connsiteX2" fmla="*/ 4567 w 175434"/>
                  <a:gd name="connsiteY2" fmla="*/ 176363 h 244112"/>
                  <a:gd name="connsiteX3" fmla="*/ 11015 w 175434"/>
                  <a:gd name="connsiteY3" fmla="*/ 158082 h 244112"/>
                  <a:gd name="connsiteX4" fmla="*/ 13164 w 175434"/>
                  <a:gd name="connsiteY4" fmla="*/ 152705 h 244112"/>
                  <a:gd name="connsiteX5" fmla="*/ 26060 w 175434"/>
                  <a:gd name="connsiteY5" fmla="*/ 123669 h 244112"/>
                  <a:gd name="connsiteX6" fmla="*/ 35731 w 175434"/>
                  <a:gd name="connsiteY6" fmla="*/ 105388 h 244112"/>
                  <a:gd name="connsiteX7" fmla="*/ 40030 w 175434"/>
                  <a:gd name="connsiteY7" fmla="*/ 98935 h 244112"/>
                  <a:gd name="connsiteX8" fmla="*/ 48627 w 175434"/>
                  <a:gd name="connsiteY8" fmla="*/ 82805 h 244112"/>
                  <a:gd name="connsiteX9" fmla="*/ 61523 w 175434"/>
                  <a:gd name="connsiteY9" fmla="*/ 62372 h 244112"/>
                  <a:gd name="connsiteX10" fmla="*/ 65821 w 175434"/>
                  <a:gd name="connsiteY10" fmla="*/ 56996 h 244112"/>
                  <a:gd name="connsiteX11" fmla="*/ 74419 w 175434"/>
                  <a:gd name="connsiteY11" fmla="*/ 43015 h 244112"/>
                  <a:gd name="connsiteX12" fmla="*/ 77643 w 175434"/>
                  <a:gd name="connsiteY12" fmla="*/ 39789 h 244112"/>
                  <a:gd name="connsiteX13" fmla="*/ 116329 w 175434"/>
                  <a:gd name="connsiteY13" fmla="*/ 0 h 244112"/>
                  <a:gd name="connsiteX14" fmla="*/ 121702 w 175434"/>
                  <a:gd name="connsiteY14" fmla="*/ 3226 h 244112"/>
                  <a:gd name="connsiteX15" fmla="*/ 132449 w 175434"/>
                  <a:gd name="connsiteY15" fmla="*/ 8603 h 244112"/>
                  <a:gd name="connsiteX16" fmla="*/ 122777 w 175434"/>
                  <a:gd name="connsiteY16" fmla="*/ 62372 h 244112"/>
                  <a:gd name="connsiteX17" fmla="*/ 117404 w 175434"/>
                  <a:gd name="connsiteY17" fmla="*/ 69900 h 244112"/>
                  <a:gd name="connsiteX18" fmla="*/ 33582 w 175434"/>
                  <a:gd name="connsiteY18" fmla="*/ 163459 h 244112"/>
                  <a:gd name="connsiteX19" fmla="*/ 30358 w 175434"/>
                  <a:gd name="connsiteY19" fmla="*/ 168835 h 244112"/>
                  <a:gd name="connsiteX20" fmla="*/ 29284 w 175434"/>
                  <a:gd name="connsiteY20" fmla="*/ 170986 h 244112"/>
                  <a:gd name="connsiteX21" fmla="*/ 27134 w 175434"/>
                  <a:gd name="connsiteY21" fmla="*/ 176363 h 244112"/>
                  <a:gd name="connsiteX22" fmla="*/ 24985 w 175434"/>
                  <a:gd name="connsiteY22" fmla="*/ 179589 h 244112"/>
                  <a:gd name="connsiteX23" fmla="*/ 23911 w 175434"/>
                  <a:gd name="connsiteY23" fmla="*/ 182815 h 244112"/>
                  <a:gd name="connsiteX24" fmla="*/ 22836 w 175434"/>
                  <a:gd name="connsiteY24" fmla="*/ 188192 h 244112"/>
                  <a:gd name="connsiteX25" fmla="*/ 21761 w 175434"/>
                  <a:gd name="connsiteY25" fmla="*/ 191419 h 244112"/>
                  <a:gd name="connsiteX26" fmla="*/ 20687 w 175434"/>
                  <a:gd name="connsiteY26" fmla="*/ 194645 h 244112"/>
                  <a:gd name="connsiteX27" fmla="*/ 19612 w 175434"/>
                  <a:gd name="connsiteY27" fmla="*/ 202172 h 244112"/>
                  <a:gd name="connsiteX28" fmla="*/ 19612 w 175434"/>
                  <a:gd name="connsiteY28" fmla="*/ 225831 h 244112"/>
                  <a:gd name="connsiteX29" fmla="*/ 34657 w 175434"/>
                  <a:gd name="connsiteY29" fmla="*/ 232283 h 244112"/>
                  <a:gd name="connsiteX30" fmla="*/ 75493 w 175434"/>
                  <a:gd name="connsiteY30" fmla="*/ 219378 h 244112"/>
                  <a:gd name="connsiteX31" fmla="*/ 78717 w 175434"/>
                  <a:gd name="connsiteY31" fmla="*/ 217228 h 244112"/>
                  <a:gd name="connsiteX32" fmla="*/ 85165 w 175434"/>
                  <a:gd name="connsiteY32" fmla="*/ 212926 h 244112"/>
                  <a:gd name="connsiteX33" fmla="*/ 90538 w 175434"/>
                  <a:gd name="connsiteY33" fmla="*/ 208624 h 244112"/>
                  <a:gd name="connsiteX34" fmla="*/ 151792 w 175434"/>
                  <a:gd name="connsiteY34" fmla="*/ 163459 h 244112"/>
                  <a:gd name="connsiteX35" fmla="*/ 175434 w 175434"/>
                  <a:gd name="connsiteY35" fmla="*/ 147328 h 244112"/>
                  <a:gd name="connsiteX36" fmla="*/ 171136 w 175434"/>
                  <a:gd name="connsiteY36" fmla="*/ 151629 h 244112"/>
                  <a:gd name="connsiteX37" fmla="*/ 165763 w 175434"/>
                  <a:gd name="connsiteY37" fmla="*/ 158082 h 244112"/>
                  <a:gd name="connsiteX38" fmla="*/ 163613 w 175434"/>
                  <a:gd name="connsiteY38" fmla="*/ 161308 h 244112"/>
                  <a:gd name="connsiteX39" fmla="*/ 157165 w 175434"/>
                  <a:gd name="connsiteY39" fmla="*/ 166685 h 244112"/>
                  <a:gd name="connsiteX40" fmla="*/ 153941 w 175434"/>
                  <a:gd name="connsiteY40" fmla="*/ 168835 h 244112"/>
                  <a:gd name="connsiteX41" fmla="*/ 150718 w 175434"/>
                  <a:gd name="connsiteY41" fmla="*/ 170986 h 244112"/>
                  <a:gd name="connsiteX42" fmla="*/ 147494 w 175434"/>
                  <a:gd name="connsiteY42" fmla="*/ 174212 h 244112"/>
                  <a:gd name="connsiteX43" fmla="*/ 143195 w 175434"/>
                  <a:gd name="connsiteY43" fmla="*/ 177438 h 244112"/>
                  <a:gd name="connsiteX44" fmla="*/ 137822 w 175434"/>
                  <a:gd name="connsiteY44" fmla="*/ 182815 h 244112"/>
                  <a:gd name="connsiteX45" fmla="*/ 135672 w 175434"/>
                  <a:gd name="connsiteY45" fmla="*/ 186042 h 244112"/>
                  <a:gd name="connsiteX46" fmla="*/ 134598 w 175434"/>
                  <a:gd name="connsiteY46" fmla="*/ 186042 h 244112"/>
                  <a:gd name="connsiteX47" fmla="*/ 132449 w 175434"/>
                  <a:gd name="connsiteY47" fmla="*/ 187117 h 244112"/>
                  <a:gd name="connsiteX48" fmla="*/ 130299 w 175434"/>
                  <a:gd name="connsiteY48" fmla="*/ 188192 h 244112"/>
                  <a:gd name="connsiteX49" fmla="*/ 128151 w 175434"/>
                  <a:gd name="connsiteY49" fmla="*/ 189268 h 244112"/>
                  <a:gd name="connsiteX50" fmla="*/ 124926 w 175434"/>
                  <a:gd name="connsiteY50" fmla="*/ 192494 h 244112"/>
                  <a:gd name="connsiteX51" fmla="*/ 119553 w 175434"/>
                  <a:gd name="connsiteY51" fmla="*/ 197871 h 244112"/>
                  <a:gd name="connsiteX52" fmla="*/ 117404 w 175434"/>
                  <a:gd name="connsiteY52" fmla="*/ 201097 h 244112"/>
                  <a:gd name="connsiteX53" fmla="*/ 115255 w 175434"/>
                  <a:gd name="connsiteY53" fmla="*/ 204323 h 244112"/>
                  <a:gd name="connsiteX54" fmla="*/ 115255 w 175434"/>
                  <a:gd name="connsiteY54" fmla="*/ 204323 h 244112"/>
                  <a:gd name="connsiteX55" fmla="*/ 112031 w 175434"/>
                  <a:gd name="connsiteY55" fmla="*/ 204323 h 244112"/>
                  <a:gd name="connsiteX56" fmla="*/ 112031 w 175434"/>
                  <a:gd name="connsiteY56" fmla="*/ 206474 h 244112"/>
                  <a:gd name="connsiteX57" fmla="*/ 110956 w 175434"/>
                  <a:gd name="connsiteY57" fmla="*/ 207549 h 244112"/>
                  <a:gd name="connsiteX58" fmla="*/ 107732 w 175434"/>
                  <a:gd name="connsiteY58" fmla="*/ 208624 h 244112"/>
                  <a:gd name="connsiteX59" fmla="*/ 106658 w 175434"/>
                  <a:gd name="connsiteY59" fmla="*/ 209700 h 244112"/>
                  <a:gd name="connsiteX60" fmla="*/ 104508 w 175434"/>
                  <a:gd name="connsiteY60" fmla="*/ 211851 h 244112"/>
                  <a:gd name="connsiteX61" fmla="*/ 103433 w 175434"/>
                  <a:gd name="connsiteY61" fmla="*/ 212926 h 244112"/>
                  <a:gd name="connsiteX62" fmla="*/ 99135 w 175434"/>
                  <a:gd name="connsiteY62" fmla="*/ 216152 h 244112"/>
                  <a:gd name="connsiteX63" fmla="*/ 86239 w 175434"/>
                  <a:gd name="connsiteY63" fmla="*/ 225831 h 244112"/>
                  <a:gd name="connsiteX64" fmla="*/ 73344 w 175434"/>
                  <a:gd name="connsiteY64" fmla="*/ 233359 h 244112"/>
                  <a:gd name="connsiteX65" fmla="*/ 69046 w 175434"/>
                  <a:gd name="connsiteY65" fmla="*/ 236585 h 244112"/>
                  <a:gd name="connsiteX66" fmla="*/ 67971 w 175434"/>
                  <a:gd name="connsiteY66" fmla="*/ 236585 h 244112"/>
                  <a:gd name="connsiteX67" fmla="*/ 65821 w 175434"/>
                  <a:gd name="connsiteY67" fmla="*/ 237660 h 244112"/>
                  <a:gd name="connsiteX68" fmla="*/ 57224 w 175434"/>
                  <a:gd name="connsiteY68" fmla="*/ 240886 h 244112"/>
                  <a:gd name="connsiteX69" fmla="*/ 52926 w 175434"/>
                  <a:gd name="connsiteY69" fmla="*/ 241961 h 244112"/>
                  <a:gd name="connsiteX70" fmla="*/ 40030 w 175434"/>
                  <a:gd name="connsiteY70" fmla="*/ 244112 h 244112"/>
                  <a:gd name="connsiteX71" fmla="*/ 32508 w 175434"/>
                  <a:gd name="connsiteY71" fmla="*/ 243037 h 244112"/>
                  <a:gd name="connsiteX72" fmla="*/ 28209 w 175434"/>
                  <a:gd name="connsiteY72" fmla="*/ 240886 h 244112"/>
                  <a:gd name="connsiteX73" fmla="*/ 20687 w 175434"/>
                  <a:gd name="connsiteY73" fmla="*/ 236585 h 244112"/>
                  <a:gd name="connsiteX74" fmla="*/ 19612 w 175434"/>
                  <a:gd name="connsiteY74" fmla="*/ 235509 h 244112"/>
                  <a:gd name="connsiteX75" fmla="*/ 19612 w 175434"/>
                  <a:gd name="connsiteY75" fmla="*/ 236585 h 244112"/>
                  <a:gd name="connsiteX76" fmla="*/ 18538 w 175434"/>
                  <a:gd name="connsiteY76" fmla="*/ 235509 h 244112"/>
                  <a:gd name="connsiteX77" fmla="*/ 13164 w 175434"/>
                  <a:gd name="connsiteY77" fmla="*/ 229057 h 244112"/>
                  <a:gd name="connsiteX78" fmla="*/ 6716 w 175434"/>
                  <a:gd name="connsiteY78" fmla="*/ 220454 h 244112"/>
                  <a:gd name="connsiteX79" fmla="*/ 269 w 175434"/>
                  <a:gd name="connsiteY79" fmla="*/ 201097 h 244112"/>
                  <a:gd name="connsiteX80" fmla="*/ 11015 w 175434"/>
                  <a:gd name="connsiteY80" fmla="*/ 183891 h 244112"/>
                  <a:gd name="connsiteX81" fmla="*/ 11015 w 175434"/>
                  <a:gd name="connsiteY81" fmla="*/ 183891 h 244112"/>
                  <a:gd name="connsiteX82" fmla="*/ 13164 w 175434"/>
                  <a:gd name="connsiteY82" fmla="*/ 183891 h 244112"/>
                  <a:gd name="connsiteX83" fmla="*/ 11015 w 175434"/>
                  <a:gd name="connsiteY83" fmla="*/ 183891 h 244112"/>
                  <a:gd name="connsiteX84" fmla="*/ 11015 w 175434"/>
                  <a:gd name="connsiteY84" fmla="*/ 183891 h 244112"/>
                  <a:gd name="connsiteX85" fmla="*/ 13164 w 175434"/>
                  <a:gd name="connsiteY85" fmla="*/ 181740 h 244112"/>
                  <a:gd name="connsiteX86" fmla="*/ 13164 w 175434"/>
                  <a:gd name="connsiteY86" fmla="*/ 176363 h 244112"/>
                  <a:gd name="connsiteX87" fmla="*/ 13164 w 175434"/>
                  <a:gd name="connsiteY87" fmla="*/ 178514 h 244112"/>
                  <a:gd name="connsiteX88" fmla="*/ 13164 w 175434"/>
                  <a:gd name="connsiteY88" fmla="*/ 179589 h 244112"/>
                  <a:gd name="connsiteX89" fmla="*/ 12089 w 175434"/>
                  <a:gd name="connsiteY89" fmla="*/ 180665 h 244112"/>
                  <a:gd name="connsiteX90" fmla="*/ 13164 w 175434"/>
                  <a:gd name="connsiteY90" fmla="*/ 181740 h 244112"/>
                  <a:gd name="connsiteX91" fmla="*/ 14239 w 175434"/>
                  <a:gd name="connsiteY91" fmla="*/ 173137 h 244112"/>
                  <a:gd name="connsiteX92" fmla="*/ 14239 w 175434"/>
                  <a:gd name="connsiteY92" fmla="*/ 173137 h 244112"/>
                  <a:gd name="connsiteX93" fmla="*/ 15314 w 175434"/>
                  <a:gd name="connsiteY93" fmla="*/ 172061 h 244112"/>
                  <a:gd name="connsiteX94" fmla="*/ 14239 w 175434"/>
                  <a:gd name="connsiteY94" fmla="*/ 173137 h 244112"/>
                  <a:gd name="connsiteX95" fmla="*/ 18538 w 175434"/>
                  <a:gd name="connsiteY95" fmla="*/ 160232 h 244112"/>
                  <a:gd name="connsiteX96" fmla="*/ 18538 w 175434"/>
                  <a:gd name="connsiteY96" fmla="*/ 160232 h 244112"/>
                  <a:gd name="connsiteX97" fmla="*/ 23911 w 175434"/>
                  <a:gd name="connsiteY97" fmla="*/ 152705 h 244112"/>
                  <a:gd name="connsiteX98" fmla="*/ 18538 w 175434"/>
                  <a:gd name="connsiteY98" fmla="*/ 160232 h 244112"/>
                  <a:gd name="connsiteX99" fmla="*/ 22836 w 175434"/>
                  <a:gd name="connsiteY99" fmla="*/ 151629 h 244112"/>
                  <a:gd name="connsiteX100" fmla="*/ 23911 w 175434"/>
                  <a:gd name="connsiteY100" fmla="*/ 152705 h 244112"/>
                  <a:gd name="connsiteX101" fmla="*/ 26060 w 175434"/>
                  <a:gd name="connsiteY101" fmla="*/ 149478 h 244112"/>
                  <a:gd name="connsiteX102" fmla="*/ 30358 w 175434"/>
                  <a:gd name="connsiteY102" fmla="*/ 141951 h 244112"/>
                  <a:gd name="connsiteX103" fmla="*/ 29284 w 175434"/>
                  <a:gd name="connsiteY103" fmla="*/ 138725 h 244112"/>
                  <a:gd name="connsiteX104" fmla="*/ 22836 w 175434"/>
                  <a:gd name="connsiteY104" fmla="*/ 151629 h 244112"/>
                  <a:gd name="connsiteX105" fmla="*/ 32508 w 175434"/>
                  <a:gd name="connsiteY105" fmla="*/ 133348 h 244112"/>
                  <a:gd name="connsiteX106" fmla="*/ 33582 w 175434"/>
                  <a:gd name="connsiteY106" fmla="*/ 131197 h 244112"/>
                  <a:gd name="connsiteX107" fmla="*/ 32508 w 175434"/>
                  <a:gd name="connsiteY107" fmla="*/ 133348 h 244112"/>
                  <a:gd name="connsiteX108" fmla="*/ 34657 w 175434"/>
                  <a:gd name="connsiteY108" fmla="*/ 127971 h 244112"/>
                  <a:gd name="connsiteX109" fmla="*/ 34657 w 175434"/>
                  <a:gd name="connsiteY109" fmla="*/ 127971 h 244112"/>
                  <a:gd name="connsiteX110" fmla="*/ 34657 w 175434"/>
                  <a:gd name="connsiteY110" fmla="*/ 127971 h 244112"/>
                  <a:gd name="connsiteX111" fmla="*/ 50777 w 175434"/>
                  <a:gd name="connsiteY111" fmla="*/ 136574 h 244112"/>
                  <a:gd name="connsiteX112" fmla="*/ 123852 w 175434"/>
                  <a:gd name="connsiteY112" fmla="*/ 32262 h 244112"/>
                  <a:gd name="connsiteX113" fmla="*/ 122777 w 175434"/>
                  <a:gd name="connsiteY113" fmla="*/ 27960 h 244112"/>
                  <a:gd name="connsiteX114" fmla="*/ 95911 w 175434"/>
                  <a:gd name="connsiteY114" fmla="*/ 56996 h 244112"/>
                  <a:gd name="connsiteX115" fmla="*/ 49702 w 175434"/>
                  <a:gd name="connsiteY115" fmla="*/ 126896 h 244112"/>
                  <a:gd name="connsiteX116" fmla="*/ 41105 w 175434"/>
                  <a:gd name="connsiteY116" fmla="*/ 143026 h 244112"/>
                  <a:gd name="connsiteX117" fmla="*/ 50777 w 175434"/>
                  <a:gd name="connsiteY117" fmla="*/ 136574 h 244112"/>
                  <a:gd name="connsiteX118" fmla="*/ 109882 w 175434"/>
                  <a:gd name="connsiteY118" fmla="*/ 207549 h 244112"/>
                  <a:gd name="connsiteX119" fmla="*/ 109882 w 175434"/>
                  <a:gd name="connsiteY119" fmla="*/ 207549 h 244112"/>
                  <a:gd name="connsiteX120" fmla="*/ 109882 w 175434"/>
                  <a:gd name="connsiteY120" fmla="*/ 206474 h 244112"/>
                  <a:gd name="connsiteX121" fmla="*/ 109882 w 175434"/>
                  <a:gd name="connsiteY121" fmla="*/ 207549 h 244112"/>
                  <a:gd name="connsiteX122" fmla="*/ 113105 w 175434"/>
                  <a:gd name="connsiteY122" fmla="*/ 205398 h 244112"/>
                  <a:gd name="connsiteX123" fmla="*/ 114180 w 175434"/>
                  <a:gd name="connsiteY123" fmla="*/ 203248 h 244112"/>
                  <a:gd name="connsiteX124" fmla="*/ 113105 w 175434"/>
                  <a:gd name="connsiteY124" fmla="*/ 205398 h 244112"/>
                  <a:gd name="connsiteX125" fmla="*/ 113105 w 175434"/>
                  <a:gd name="connsiteY125" fmla="*/ 205398 h 244112"/>
                  <a:gd name="connsiteX126" fmla="*/ 116329 w 175434"/>
                  <a:gd name="connsiteY126" fmla="*/ 202172 h 244112"/>
                  <a:gd name="connsiteX127" fmla="*/ 117404 w 175434"/>
                  <a:gd name="connsiteY127" fmla="*/ 201097 h 244112"/>
                  <a:gd name="connsiteX128" fmla="*/ 117404 w 175434"/>
                  <a:gd name="connsiteY128" fmla="*/ 200022 h 244112"/>
                  <a:gd name="connsiteX129" fmla="*/ 116329 w 175434"/>
                  <a:gd name="connsiteY129" fmla="*/ 201097 h 244112"/>
                  <a:gd name="connsiteX130" fmla="*/ 116329 w 175434"/>
                  <a:gd name="connsiteY130" fmla="*/ 202172 h 2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75434" h="244112">
                    <a:moveTo>
                      <a:pt x="269" y="201097"/>
                    </a:moveTo>
                    <a:cubicBezTo>
                      <a:pt x="1343" y="191419"/>
                      <a:pt x="2418" y="182815"/>
                      <a:pt x="3492" y="181740"/>
                    </a:cubicBezTo>
                    <a:cubicBezTo>
                      <a:pt x="3492" y="181740"/>
                      <a:pt x="4567" y="178514"/>
                      <a:pt x="4567" y="176363"/>
                    </a:cubicBezTo>
                    <a:cubicBezTo>
                      <a:pt x="5642" y="170986"/>
                      <a:pt x="7791" y="164534"/>
                      <a:pt x="11015" y="158082"/>
                    </a:cubicBezTo>
                    <a:cubicBezTo>
                      <a:pt x="12089" y="155931"/>
                      <a:pt x="13164" y="152705"/>
                      <a:pt x="13164" y="152705"/>
                    </a:cubicBezTo>
                    <a:cubicBezTo>
                      <a:pt x="15314" y="144101"/>
                      <a:pt x="21761" y="132272"/>
                      <a:pt x="26060" y="123669"/>
                    </a:cubicBezTo>
                    <a:cubicBezTo>
                      <a:pt x="29284" y="118292"/>
                      <a:pt x="33582" y="110765"/>
                      <a:pt x="35731" y="105388"/>
                    </a:cubicBezTo>
                    <a:cubicBezTo>
                      <a:pt x="36806" y="102162"/>
                      <a:pt x="38955" y="102162"/>
                      <a:pt x="40030" y="98935"/>
                    </a:cubicBezTo>
                    <a:cubicBezTo>
                      <a:pt x="43254" y="92483"/>
                      <a:pt x="44328" y="88182"/>
                      <a:pt x="48627" y="82805"/>
                    </a:cubicBezTo>
                    <a:cubicBezTo>
                      <a:pt x="54000" y="76352"/>
                      <a:pt x="57224" y="69900"/>
                      <a:pt x="61523" y="62372"/>
                    </a:cubicBezTo>
                    <a:cubicBezTo>
                      <a:pt x="62597" y="61297"/>
                      <a:pt x="65821" y="58071"/>
                      <a:pt x="65821" y="56996"/>
                    </a:cubicBezTo>
                    <a:cubicBezTo>
                      <a:pt x="65821" y="54845"/>
                      <a:pt x="72269" y="46242"/>
                      <a:pt x="74419" y="43015"/>
                    </a:cubicBezTo>
                    <a:cubicBezTo>
                      <a:pt x="75493" y="40865"/>
                      <a:pt x="77643" y="39789"/>
                      <a:pt x="77643" y="39789"/>
                    </a:cubicBezTo>
                    <a:cubicBezTo>
                      <a:pt x="85165" y="26885"/>
                      <a:pt x="101285" y="2151"/>
                      <a:pt x="116329" y="0"/>
                    </a:cubicBezTo>
                    <a:cubicBezTo>
                      <a:pt x="118479" y="0"/>
                      <a:pt x="119553" y="2151"/>
                      <a:pt x="121702" y="3226"/>
                    </a:cubicBezTo>
                    <a:cubicBezTo>
                      <a:pt x="126001" y="4301"/>
                      <a:pt x="128151" y="7528"/>
                      <a:pt x="132449" y="8603"/>
                    </a:cubicBezTo>
                    <a:cubicBezTo>
                      <a:pt x="145344" y="11829"/>
                      <a:pt x="129225" y="48392"/>
                      <a:pt x="122777" y="62372"/>
                    </a:cubicBezTo>
                    <a:cubicBezTo>
                      <a:pt x="121702" y="65599"/>
                      <a:pt x="118479" y="67749"/>
                      <a:pt x="117404" y="69900"/>
                    </a:cubicBezTo>
                    <a:cubicBezTo>
                      <a:pt x="99135" y="104312"/>
                      <a:pt x="65821" y="143026"/>
                      <a:pt x="33582" y="163459"/>
                    </a:cubicBezTo>
                    <a:cubicBezTo>
                      <a:pt x="30358" y="165609"/>
                      <a:pt x="32508" y="167760"/>
                      <a:pt x="30358" y="168835"/>
                    </a:cubicBezTo>
                    <a:cubicBezTo>
                      <a:pt x="28209" y="169911"/>
                      <a:pt x="31433" y="169911"/>
                      <a:pt x="29284" y="170986"/>
                    </a:cubicBezTo>
                    <a:cubicBezTo>
                      <a:pt x="27134" y="173137"/>
                      <a:pt x="30358" y="172061"/>
                      <a:pt x="27134" y="176363"/>
                    </a:cubicBezTo>
                    <a:cubicBezTo>
                      <a:pt x="26060" y="177438"/>
                      <a:pt x="24985" y="179589"/>
                      <a:pt x="24985" y="179589"/>
                    </a:cubicBezTo>
                    <a:cubicBezTo>
                      <a:pt x="24985" y="180665"/>
                      <a:pt x="24985" y="181740"/>
                      <a:pt x="23911" y="182815"/>
                    </a:cubicBezTo>
                    <a:cubicBezTo>
                      <a:pt x="22836" y="183891"/>
                      <a:pt x="22836" y="186042"/>
                      <a:pt x="22836" y="188192"/>
                    </a:cubicBezTo>
                    <a:cubicBezTo>
                      <a:pt x="22836" y="190343"/>
                      <a:pt x="22836" y="191419"/>
                      <a:pt x="21761" y="191419"/>
                    </a:cubicBezTo>
                    <a:cubicBezTo>
                      <a:pt x="20687" y="192494"/>
                      <a:pt x="20687" y="192494"/>
                      <a:pt x="20687" y="194645"/>
                    </a:cubicBezTo>
                    <a:cubicBezTo>
                      <a:pt x="20687" y="195720"/>
                      <a:pt x="19612" y="198946"/>
                      <a:pt x="19612" y="202172"/>
                    </a:cubicBezTo>
                    <a:cubicBezTo>
                      <a:pt x="18538" y="208624"/>
                      <a:pt x="17463" y="221529"/>
                      <a:pt x="19612" y="225831"/>
                    </a:cubicBezTo>
                    <a:cubicBezTo>
                      <a:pt x="21761" y="232283"/>
                      <a:pt x="23911" y="233359"/>
                      <a:pt x="34657" y="232283"/>
                    </a:cubicBezTo>
                    <a:cubicBezTo>
                      <a:pt x="48627" y="232283"/>
                      <a:pt x="64747" y="227982"/>
                      <a:pt x="75493" y="219378"/>
                    </a:cubicBezTo>
                    <a:cubicBezTo>
                      <a:pt x="76567" y="218303"/>
                      <a:pt x="78717" y="217228"/>
                      <a:pt x="78717" y="217228"/>
                    </a:cubicBezTo>
                    <a:cubicBezTo>
                      <a:pt x="79792" y="218303"/>
                      <a:pt x="80866" y="217228"/>
                      <a:pt x="85165" y="212926"/>
                    </a:cubicBezTo>
                    <a:cubicBezTo>
                      <a:pt x="87314" y="210775"/>
                      <a:pt x="90538" y="208624"/>
                      <a:pt x="90538" y="208624"/>
                    </a:cubicBezTo>
                    <a:cubicBezTo>
                      <a:pt x="91613" y="208624"/>
                      <a:pt x="108807" y="196796"/>
                      <a:pt x="151792" y="163459"/>
                    </a:cubicBezTo>
                    <a:cubicBezTo>
                      <a:pt x="167912" y="150554"/>
                      <a:pt x="174360" y="147328"/>
                      <a:pt x="175434" y="147328"/>
                    </a:cubicBezTo>
                    <a:cubicBezTo>
                      <a:pt x="175434" y="147328"/>
                      <a:pt x="174360" y="149478"/>
                      <a:pt x="171136" y="151629"/>
                    </a:cubicBezTo>
                    <a:cubicBezTo>
                      <a:pt x="168987" y="153780"/>
                      <a:pt x="166837" y="157006"/>
                      <a:pt x="165763" y="158082"/>
                    </a:cubicBezTo>
                    <a:cubicBezTo>
                      <a:pt x="165763" y="160232"/>
                      <a:pt x="164688" y="161308"/>
                      <a:pt x="163613" y="161308"/>
                    </a:cubicBezTo>
                    <a:cubicBezTo>
                      <a:pt x="162538" y="161308"/>
                      <a:pt x="160390" y="163459"/>
                      <a:pt x="157165" y="166685"/>
                    </a:cubicBezTo>
                    <a:cubicBezTo>
                      <a:pt x="156091" y="167760"/>
                      <a:pt x="155016" y="168835"/>
                      <a:pt x="153941" y="168835"/>
                    </a:cubicBezTo>
                    <a:cubicBezTo>
                      <a:pt x="153941" y="168835"/>
                      <a:pt x="152867" y="169911"/>
                      <a:pt x="150718" y="170986"/>
                    </a:cubicBezTo>
                    <a:cubicBezTo>
                      <a:pt x="149643" y="173137"/>
                      <a:pt x="147494" y="174212"/>
                      <a:pt x="147494" y="174212"/>
                    </a:cubicBezTo>
                    <a:cubicBezTo>
                      <a:pt x="146419" y="174212"/>
                      <a:pt x="144270" y="176363"/>
                      <a:pt x="143195" y="177438"/>
                    </a:cubicBezTo>
                    <a:cubicBezTo>
                      <a:pt x="142121" y="178514"/>
                      <a:pt x="138897" y="180665"/>
                      <a:pt x="137822" y="182815"/>
                    </a:cubicBezTo>
                    <a:cubicBezTo>
                      <a:pt x="136747" y="183891"/>
                      <a:pt x="135672" y="184966"/>
                      <a:pt x="135672" y="186042"/>
                    </a:cubicBezTo>
                    <a:cubicBezTo>
                      <a:pt x="135672" y="186042"/>
                      <a:pt x="135672" y="187117"/>
                      <a:pt x="134598" y="186042"/>
                    </a:cubicBezTo>
                    <a:cubicBezTo>
                      <a:pt x="133524" y="186042"/>
                      <a:pt x="132449" y="186042"/>
                      <a:pt x="132449" y="187117"/>
                    </a:cubicBezTo>
                    <a:cubicBezTo>
                      <a:pt x="131374" y="188192"/>
                      <a:pt x="131374" y="188192"/>
                      <a:pt x="130299" y="188192"/>
                    </a:cubicBezTo>
                    <a:cubicBezTo>
                      <a:pt x="129225" y="188192"/>
                      <a:pt x="128151" y="189268"/>
                      <a:pt x="128151" y="189268"/>
                    </a:cubicBezTo>
                    <a:cubicBezTo>
                      <a:pt x="127075" y="190343"/>
                      <a:pt x="126001" y="191419"/>
                      <a:pt x="124926" y="192494"/>
                    </a:cubicBezTo>
                    <a:cubicBezTo>
                      <a:pt x="121702" y="193569"/>
                      <a:pt x="118479" y="197871"/>
                      <a:pt x="119553" y="197871"/>
                    </a:cubicBezTo>
                    <a:cubicBezTo>
                      <a:pt x="121702" y="197871"/>
                      <a:pt x="120628" y="200022"/>
                      <a:pt x="117404" y="201097"/>
                    </a:cubicBezTo>
                    <a:cubicBezTo>
                      <a:pt x="115255" y="202172"/>
                      <a:pt x="114180" y="203248"/>
                      <a:pt x="115255" y="204323"/>
                    </a:cubicBezTo>
                    <a:cubicBezTo>
                      <a:pt x="115255" y="205398"/>
                      <a:pt x="115255" y="205398"/>
                      <a:pt x="115255" y="204323"/>
                    </a:cubicBezTo>
                    <a:cubicBezTo>
                      <a:pt x="114180" y="203248"/>
                      <a:pt x="114180" y="203248"/>
                      <a:pt x="112031" y="204323"/>
                    </a:cubicBezTo>
                    <a:cubicBezTo>
                      <a:pt x="109882" y="206474"/>
                      <a:pt x="109882" y="207549"/>
                      <a:pt x="112031" y="206474"/>
                    </a:cubicBezTo>
                    <a:cubicBezTo>
                      <a:pt x="113105" y="206474"/>
                      <a:pt x="113105" y="206474"/>
                      <a:pt x="110956" y="207549"/>
                    </a:cubicBezTo>
                    <a:cubicBezTo>
                      <a:pt x="108807" y="208624"/>
                      <a:pt x="108807" y="208624"/>
                      <a:pt x="107732" y="208624"/>
                    </a:cubicBezTo>
                    <a:cubicBezTo>
                      <a:pt x="107732" y="207549"/>
                      <a:pt x="106658" y="208624"/>
                      <a:pt x="106658" y="209700"/>
                    </a:cubicBezTo>
                    <a:cubicBezTo>
                      <a:pt x="105583" y="210775"/>
                      <a:pt x="105583" y="211851"/>
                      <a:pt x="104508" y="211851"/>
                    </a:cubicBezTo>
                    <a:cubicBezTo>
                      <a:pt x="103433" y="211851"/>
                      <a:pt x="103433" y="211851"/>
                      <a:pt x="103433" y="212926"/>
                    </a:cubicBezTo>
                    <a:cubicBezTo>
                      <a:pt x="103433" y="212926"/>
                      <a:pt x="102359" y="215077"/>
                      <a:pt x="99135" y="216152"/>
                    </a:cubicBezTo>
                    <a:cubicBezTo>
                      <a:pt x="92687" y="219378"/>
                      <a:pt x="86239" y="224755"/>
                      <a:pt x="86239" y="225831"/>
                    </a:cubicBezTo>
                    <a:cubicBezTo>
                      <a:pt x="86239" y="226906"/>
                      <a:pt x="80866" y="230132"/>
                      <a:pt x="73344" y="233359"/>
                    </a:cubicBezTo>
                    <a:cubicBezTo>
                      <a:pt x="69046" y="234434"/>
                      <a:pt x="67971" y="235509"/>
                      <a:pt x="69046" y="236585"/>
                    </a:cubicBezTo>
                    <a:cubicBezTo>
                      <a:pt x="70120" y="237660"/>
                      <a:pt x="69046" y="237660"/>
                      <a:pt x="67971" y="236585"/>
                    </a:cubicBezTo>
                    <a:cubicBezTo>
                      <a:pt x="66896" y="235509"/>
                      <a:pt x="66896" y="235509"/>
                      <a:pt x="65821" y="237660"/>
                    </a:cubicBezTo>
                    <a:cubicBezTo>
                      <a:pt x="64747" y="239811"/>
                      <a:pt x="58299" y="241961"/>
                      <a:pt x="57224" y="240886"/>
                    </a:cubicBezTo>
                    <a:cubicBezTo>
                      <a:pt x="56150" y="240886"/>
                      <a:pt x="55075" y="240886"/>
                      <a:pt x="52926" y="241961"/>
                    </a:cubicBezTo>
                    <a:cubicBezTo>
                      <a:pt x="49702" y="243037"/>
                      <a:pt x="44328" y="244112"/>
                      <a:pt x="40030" y="244112"/>
                    </a:cubicBezTo>
                    <a:cubicBezTo>
                      <a:pt x="36806" y="244112"/>
                      <a:pt x="34657" y="244112"/>
                      <a:pt x="32508" y="243037"/>
                    </a:cubicBezTo>
                    <a:cubicBezTo>
                      <a:pt x="31433" y="241961"/>
                      <a:pt x="29284" y="241961"/>
                      <a:pt x="28209" y="240886"/>
                    </a:cubicBezTo>
                    <a:cubicBezTo>
                      <a:pt x="26060" y="240886"/>
                      <a:pt x="20687" y="237660"/>
                      <a:pt x="20687" y="236585"/>
                    </a:cubicBezTo>
                    <a:cubicBezTo>
                      <a:pt x="20687" y="236585"/>
                      <a:pt x="20687" y="235509"/>
                      <a:pt x="19612" y="235509"/>
                    </a:cubicBezTo>
                    <a:cubicBezTo>
                      <a:pt x="18538" y="235509"/>
                      <a:pt x="18538" y="235509"/>
                      <a:pt x="19612" y="236585"/>
                    </a:cubicBezTo>
                    <a:cubicBezTo>
                      <a:pt x="20687" y="237660"/>
                      <a:pt x="19612" y="237660"/>
                      <a:pt x="18538" y="235509"/>
                    </a:cubicBezTo>
                    <a:cubicBezTo>
                      <a:pt x="17463" y="234434"/>
                      <a:pt x="15314" y="231208"/>
                      <a:pt x="13164" y="229057"/>
                    </a:cubicBezTo>
                    <a:cubicBezTo>
                      <a:pt x="11015" y="226906"/>
                      <a:pt x="8866" y="222605"/>
                      <a:pt x="6716" y="220454"/>
                    </a:cubicBezTo>
                    <a:cubicBezTo>
                      <a:pt x="1343" y="217228"/>
                      <a:pt x="-806" y="209700"/>
                      <a:pt x="269" y="201097"/>
                    </a:cubicBezTo>
                    <a:close/>
                    <a:moveTo>
                      <a:pt x="11015" y="183891"/>
                    </a:moveTo>
                    <a:cubicBezTo>
                      <a:pt x="11015" y="184966"/>
                      <a:pt x="11015" y="184966"/>
                      <a:pt x="11015" y="183891"/>
                    </a:cubicBezTo>
                    <a:cubicBezTo>
                      <a:pt x="12089" y="183891"/>
                      <a:pt x="13164" y="183891"/>
                      <a:pt x="13164" y="183891"/>
                    </a:cubicBezTo>
                    <a:cubicBezTo>
                      <a:pt x="12089" y="183891"/>
                      <a:pt x="12089" y="183891"/>
                      <a:pt x="11015" y="183891"/>
                    </a:cubicBezTo>
                    <a:cubicBezTo>
                      <a:pt x="11015" y="183891"/>
                      <a:pt x="11015" y="183891"/>
                      <a:pt x="11015" y="183891"/>
                    </a:cubicBezTo>
                    <a:close/>
                    <a:moveTo>
                      <a:pt x="13164" y="181740"/>
                    </a:moveTo>
                    <a:cubicBezTo>
                      <a:pt x="14239" y="180665"/>
                      <a:pt x="15314" y="176363"/>
                      <a:pt x="13164" y="176363"/>
                    </a:cubicBezTo>
                    <a:cubicBezTo>
                      <a:pt x="13164" y="176363"/>
                      <a:pt x="12089" y="177438"/>
                      <a:pt x="13164" y="178514"/>
                    </a:cubicBezTo>
                    <a:cubicBezTo>
                      <a:pt x="13164" y="179589"/>
                      <a:pt x="13164" y="179589"/>
                      <a:pt x="13164" y="179589"/>
                    </a:cubicBezTo>
                    <a:cubicBezTo>
                      <a:pt x="12089" y="179589"/>
                      <a:pt x="12089" y="179589"/>
                      <a:pt x="12089" y="180665"/>
                    </a:cubicBezTo>
                    <a:cubicBezTo>
                      <a:pt x="12089" y="182815"/>
                      <a:pt x="12089" y="182815"/>
                      <a:pt x="13164" y="181740"/>
                    </a:cubicBezTo>
                    <a:close/>
                    <a:moveTo>
                      <a:pt x="14239" y="173137"/>
                    </a:moveTo>
                    <a:cubicBezTo>
                      <a:pt x="15314" y="173137"/>
                      <a:pt x="15314" y="173137"/>
                      <a:pt x="14239" y="173137"/>
                    </a:cubicBezTo>
                    <a:cubicBezTo>
                      <a:pt x="15314" y="173137"/>
                      <a:pt x="15314" y="173137"/>
                      <a:pt x="15314" y="172061"/>
                    </a:cubicBezTo>
                    <a:cubicBezTo>
                      <a:pt x="15314" y="173137"/>
                      <a:pt x="15314" y="173137"/>
                      <a:pt x="14239" y="173137"/>
                    </a:cubicBezTo>
                    <a:close/>
                    <a:moveTo>
                      <a:pt x="18538" y="160232"/>
                    </a:moveTo>
                    <a:lnTo>
                      <a:pt x="18538" y="160232"/>
                    </a:lnTo>
                    <a:cubicBezTo>
                      <a:pt x="19612" y="160232"/>
                      <a:pt x="23911" y="153780"/>
                      <a:pt x="23911" y="152705"/>
                    </a:cubicBezTo>
                    <a:cubicBezTo>
                      <a:pt x="21761" y="152705"/>
                      <a:pt x="19612" y="158082"/>
                      <a:pt x="18538" y="160232"/>
                    </a:cubicBezTo>
                    <a:close/>
                    <a:moveTo>
                      <a:pt x="22836" y="151629"/>
                    </a:moveTo>
                    <a:cubicBezTo>
                      <a:pt x="22836" y="152705"/>
                      <a:pt x="23911" y="152705"/>
                      <a:pt x="23911" y="152705"/>
                    </a:cubicBezTo>
                    <a:cubicBezTo>
                      <a:pt x="24985" y="152705"/>
                      <a:pt x="26060" y="149478"/>
                      <a:pt x="26060" y="149478"/>
                    </a:cubicBezTo>
                    <a:cubicBezTo>
                      <a:pt x="27134" y="145177"/>
                      <a:pt x="29284" y="144101"/>
                      <a:pt x="30358" y="141951"/>
                    </a:cubicBezTo>
                    <a:cubicBezTo>
                      <a:pt x="30358" y="140875"/>
                      <a:pt x="29284" y="138725"/>
                      <a:pt x="29284" y="138725"/>
                    </a:cubicBezTo>
                    <a:cubicBezTo>
                      <a:pt x="29284" y="138725"/>
                      <a:pt x="23911" y="149478"/>
                      <a:pt x="22836" y="151629"/>
                    </a:cubicBezTo>
                    <a:close/>
                    <a:moveTo>
                      <a:pt x="32508" y="133348"/>
                    </a:moveTo>
                    <a:cubicBezTo>
                      <a:pt x="32508" y="132272"/>
                      <a:pt x="33582" y="132272"/>
                      <a:pt x="33582" y="131197"/>
                    </a:cubicBezTo>
                    <a:cubicBezTo>
                      <a:pt x="32508" y="127971"/>
                      <a:pt x="31433" y="135498"/>
                      <a:pt x="32508" y="133348"/>
                    </a:cubicBezTo>
                    <a:close/>
                    <a:moveTo>
                      <a:pt x="34657" y="127971"/>
                    </a:moveTo>
                    <a:lnTo>
                      <a:pt x="34657" y="127971"/>
                    </a:lnTo>
                    <a:cubicBezTo>
                      <a:pt x="36806" y="127971"/>
                      <a:pt x="35731" y="125820"/>
                      <a:pt x="34657" y="127971"/>
                    </a:cubicBezTo>
                    <a:close/>
                    <a:moveTo>
                      <a:pt x="50777" y="136574"/>
                    </a:moveTo>
                    <a:cubicBezTo>
                      <a:pt x="72269" y="115066"/>
                      <a:pt x="118479" y="58071"/>
                      <a:pt x="123852" y="32262"/>
                    </a:cubicBezTo>
                    <a:cubicBezTo>
                      <a:pt x="124926" y="29036"/>
                      <a:pt x="123852" y="27960"/>
                      <a:pt x="122777" y="27960"/>
                    </a:cubicBezTo>
                    <a:cubicBezTo>
                      <a:pt x="117404" y="27960"/>
                      <a:pt x="96986" y="56996"/>
                      <a:pt x="95911" y="56996"/>
                    </a:cubicBezTo>
                    <a:cubicBezTo>
                      <a:pt x="76567" y="81729"/>
                      <a:pt x="64747" y="100011"/>
                      <a:pt x="49702" y="126896"/>
                    </a:cubicBezTo>
                    <a:cubicBezTo>
                      <a:pt x="46478" y="131197"/>
                      <a:pt x="43254" y="139800"/>
                      <a:pt x="41105" y="143026"/>
                    </a:cubicBezTo>
                    <a:cubicBezTo>
                      <a:pt x="35731" y="151629"/>
                      <a:pt x="50777" y="137649"/>
                      <a:pt x="50777" y="136574"/>
                    </a:cubicBezTo>
                    <a:close/>
                    <a:moveTo>
                      <a:pt x="109882" y="207549"/>
                    </a:moveTo>
                    <a:cubicBezTo>
                      <a:pt x="109882" y="208624"/>
                      <a:pt x="109882" y="208624"/>
                      <a:pt x="109882" y="207549"/>
                    </a:cubicBezTo>
                    <a:cubicBezTo>
                      <a:pt x="109882" y="206474"/>
                      <a:pt x="109882" y="205398"/>
                      <a:pt x="109882" y="206474"/>
                    </a:cubicBezTo>
                    <a:cubicBezTo>
                      <a:pt x="108807" y="206474"/>
                      <a:pt x="108807" y="206474"/>
                      <a:pt x="109882" y="207549"/>
                    </a:cubicBezTo>
                    <a:close/>
                    <a:moveTo>
                      <a:pt x="113105" y="205398"/>
                    </a:moveTo>
                    <a:cubicBezTo>
                      <a:pt x="114180" y="204323"/>
                      <a:pt x="115255" y="203248"/>
                      <a:pt x="114180" y="203248"/>
                    </a:cubicBezTo>
                    <a:cubicBezTo>
                      <a:pt x="114180" y="203248"/>
                      <a:pt x="113105" y="204323"/>
                      <a:pt x="113105" y="205398"/>
                    </a:cubicBezTo>
                    <a:cubicBezTo>
                      <a:pt x="110956" y="206474"/>
                      <a:pt x="110956" y="207549"/>
                      <a:pt x="113105" y="205398"/>
                    </a:cubicBezTo>
                    <a:close/>
                    <a:moveTo>
                      <a:pt x="116329" y="202172"/>
                    </a:moveTo>
                    <a:cubicBezTo>
                      <a:pt x="117404" y="202172"/>
                      <a:pt x="117404" y="202172"/>
                      <a:pt x="117404" y="201097"/>
                    </a:cubicBezTo>
                    <a:cubicBezTo>
                      <a:pt x="117404" y="200022"/>
                      <a:pt x="117404" y="200022"/>
                      <a:pt x="117404" y="200022"/>
                    </a:cubicBezTo>
                    <a:cubicBezTo>
                      <a:pt x="117404" y="200022"/>
                      <a:pt x="116329" y="201097"/>
                      <a:pt x="116329" y="201097"/>
                    </a:cubicBezTo>
                    <a:cubicBezTo>
                      <a:pt x="115255" y="202172"/>
                      <a:pt x="115255" y="202172"/>
                      <a:pt x="116329" y="20217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0" name="Freeform 1019">
                <a:extLst>
                  <a:ext uri="{FF2B5EF4-FFF2-40B4-BE49-F238E27FC236}">
                    <a16:creationId xmlns:a16="http://schemas.microsoft.com/office/drawing/2014/main" id="{B9AB3B40-FE3B-8CD9-DD8A-6638BE1E070C}"/>
                  </a:ext>
                </a:extLst>
              </p:cNvPr>
              <p:cNvSpPr/>
              <p:nvPr/>
            </p:nvSpPr>
            <p:spPr>
              <a:xfrm>
                <a:off x="7732140" y="5448842"/>
                <a:ext cx="175434" cy="244112"/>
              </a:xfrm>
              <a:custGeom>
                <a:avLst/>
                <a:gdLst>
                  <a:gd name="connsiteX0" fmla="*/ 269 w 175434"/>
                  <a:gd name="connsiteY0" fmla="*/ 201097 h 244112"/>
                  <a:gd name="connsiteX1" fmla="*/ 3492 w 175434"/>
                  <a:gd name="connsiteY1" fmla="*/ 181740 h 244112"/>
                  <a:gd name="connsiteX2" fmla="*/ 4567 w 175434"/>
                  <a:gd name="connsiteY2" fmla="*/ 176363 h 244112"/>
                  <a:gd name="connsiteX3" fmla="*/ 11015 w 175434"/>
                  <a:gd name="connsiteY3" fmla="*/ 158082 h 244112"/>
                  <a:gd name="connsiteX4" fmla="*/ 13164 w 175434"/>
                  <a:gd name="connsiteY4" fmla="*/ 152705 h 244112"/>
                  <a:gd name="connsiteX5" fmla="*/ 26060 w 175434"/>
                  <a:gd name="connsiteY5" fmla="*/ 123669 h 244112"/>
                  <a:gd name="connsiteX6" fmla="*/ 35731 w 175434"/>
                  <a:gd name="connsiteY6" fmla="*/ 105388 h 244112"/>
                  <a:gd name="connsiteX7" fmla="*/ 40030 w 175434"/>
                  <a:gd name="connsiteY7" fmla="*/ 98935 h 244112"/>
                  <a:gd name="connsiteX8" fmla="*/ 48627 w 175434"/>
                  <a:gd name="connsiteY8" fmla="*/ 82805 h 244112"/>
                  <a:gd name="connsiteX9" fmla="*/ 61523 w 175434"/>
                  <a:gd name="connsiteY9" fmla="*/ 62372 h 244112"/>
                  <a:gd name="connsiteX10" fmla="*/ 65822 w 175434"/>
                  <a:gd name="connsiteY10" fmla="*/ 56996 h 244112"/>
                  <a:gd name="connsiteX11" fmla="*/ 74419 w 175434"/>
                  <a:gd name="connsiteY11" fmla="*/ 43015 h 244112"/>
                  <a:gd name="connsiteX12" fmla="*/ 77642 w 175434"/>
                  <a:gd name="connsiteY12" fmla="*/ 39789 h 244112"/>
                  <a:gd name="connsiteX13" fmla="*/ 116329 w 175434"/>
                  <a:gd name="connsiteY13" fmla="*/ 0 h 244112"/>
                  <a:gd name="connsiteX14" fmla="*/ 121702 w 175434"/>
                  <a:gd name="connsiteY14" fmla="*/ 3226 h 244112"/>
                  <a:gd name="connsiteX15" fmla="*/ 132449 w 175434"/>
                  <a:gd name="connsiteY15" fmla="*/ 8603 h 244112"/>
                  <a:gd name="connsiteX16" fmla="*/ 122777 w 175434"/>
                  <a:gd name="connsiteY16" fmla="*/ 62372 h 244112"/>
                  <a:gd name="connsiteX17" fmla="*/ 117404 w 175434"/>
                  <a:gd name="connsiteY17" fmla="*/ 69900 h 244112"/>
                  <a:gd name="connsiteX18" fmla="*/ 33583 w 175434"/>
                  <a:gd name="connsiteY18" fmla="*/ 163459 h 244112"/>
                  <a:gd name="connsiteX19" fmla="*/ 30358 w 175434"/>
                  <a:gd name="connsiteY19" fmla="*/ 168835 h 244112"/>
                  <a:gd name="connsiteX20" fmla="*/ 29284 w 175434"/>
                  <a:gd name="connsiteY20" fmla="*/ 170986 h 244112"/>
                  <a:gd name="connsiteX21" fmla="*/ 27134 w 175434"/>
                  <a:gd name="connsiteY21" fmla="*/ 176363 h 244112"/>
                  <a:gd name="connsiteX22" fmla="*/ 24985 w 175434"/>
                  <a:gd name="connsiteY22" fmla="*/ 179589 h 244112"/>
                  <a:gd name="connsiteX23" fmla="*/ 23911 w 175434"/>
                  <a:gd name="connsiteY23" fmla="*/ 182815 h 244112"/>
                  <a:gd name="connsiteX24" fmla="*/ 22836 w 175434"/>
                  <a:gd name="connsiteY24" fmla="*/ 188192 h 244112"/>
                  <a:gd name="connsiteX25" fmla="*/ 21761 w 175434"/>
                  <a:gd name="connsiteY25" fmla="*/ 191419 h 244112"/>
                  <a:gd name="connsiteX26" fmla="*/ 20687 w 175434"/>
                  <a:gd name="connsiteY26" fmla="*/ 194645 h 244112"/>
                  <a:gd name="connsiteX27" fmla="*/ 19612 w 175434"/>
                  <a:gd name="connsiteY27" fmla="*/ 202172 h 244112"/>
                  <a:gd name="connsiteX28" fmla="*/ 19612 w 175434"/>
                  <a:gd name="connsiteY28" fmla="*/ 225831 h 244112"/>
                  <a:gd name="connsiteX29" fmla="*/ 34657 w 175434"/>
                  <a:gd name="connsiteY29" fmla="*/ 232283 h 244112"/>
                  <a:gd name="connsiteX30" fmla="*/ 75493 w 175434"/>
                  <a:gd name="connsiteY30" fmla="*/ 219378 h 244112"/>
                  <a:gd name="connsiteX31" fmla="*/ 78717 w 175434"/>
                  <a:gd name="connsiteY31" fmla="*/ 217228 h 244112"/>
                  <a:gd name="connsiteX32" fmla="*/ 85165 w 175434"/>
                  <a:gd name="connsiteY32" fmla="*/ 212926 h 244112"/>
                  <a:gd name="connsiteX33" fmla="*/ 90538 w 175434"/>
                  <a:gd name="connsiteY33" fmla="*/ 208624 h 244112"/>
                  <a:gd name="connsiteX34" fmla="*/ 151793 w 175434"/>
                  <a:gd name="connsiteY34" fmla="*/ 163459 h 244112"/>
                  <a:gd name="connsiteX35" fmla="*/ 175434 w 175434"/>
                  <a:gd name="connsiteY35" fmla="*/ 147328 h 244112"/>
                  <a:gd name="connsiteX36" fmla="*/ 171136 w 175434"/>
                  <a:gd name="connsiteY36" fmla="*/ 151629 h 244112"/>
                  <a:gd name="connsiteX37" fmla="*/ 165763 w 175434"/>
                  <a:gd name="connsiteY37" fmla="*/ 158082 h 244112"/>
                  <a:gd name="connsiteX38" fmla="*/ 163613 w 175434"/>
                  <a:gd name="connsiteY38" fmla="*/ 161308 h 244112"/>
                  <a:gd name="connsiteX39" fmla="*/ 157166 w 175434"/>
                  <a:gd name="connsiteY39" fmla="*/ 166685 h 244112"/>
                  <a:gd name="connsiteX40" fmla="*/ 153941 w 175434"/>
                  <a:gd name="connsiteY40" fmla="*/ 168835 h 244112"/>
                  <a:gd name="connsiteX41" fmla="*/ 150718 w 175434"/>
                  <a:gd name="connsiteY41" fmla="*/ 170986 h 244112"/>
                  <a:gd name="connsiteX42" fmla="*/ 147494 w 175434"/>
                  <a:gd name="connsiteY42" fmla="*/ 174212 h 244112"/>
                  <a:gd name="connsiteX43" fmla="*/ 143195 w 175434"/>
                  <a:gd name="connsiteY43" fmla="*/ 177438 h 244112"/>
                  <a:gd name="connsiteX44" fmla="*/ 137822 w 175434"/>
                  <a:gd name="connsiteY44" fmla="*/ 182815 h 244112"/>
                  <a:gd name="connsiteX45" fmla="*/ 135673 w 175434"/>
                  <a:gd name="connsiteY45" fmla="*/ 186042 h 244112"/>
                  <a:gd name="connsiteX46" fmla="*/ 134598 w 175434"/>
                  <a:gd name="connsiteY46" fmla="*/ 186042 h 244112"/>
                  <a:gd name="connsiteX47" fmla="*/ 132449 w 175434"/>
                  <a:gd name="connsiteY47" fmla="*/ 187117 h 244112"/>
                  <a:gd name="connsiteX48" fmla="*/ 130300 w 175434"/>
                  <a:gd name="connsiteY48" fmla="*/ 188192 h 244112"/>
                  <a:gd name="connsiteX49" fmla="*/ 128150 w 175434"/>
                  <a:gd name="connsiteY49" fmla="*/ 189268 h 244112"/>
                  <a:gd name="connsiteX50" fmla="*/ 124927 w 175434"/>
                  <a:gd name="connsiteY50" fmla="*/ 192494 h 244112"/>
                  <a:gd name="connsiteX51" fmla="*/ 119554 w 175434"/>
                  <a:gd name="connsiteY51" fmla="*/ 197871 h 244112"/>
                  <a:gd name="connsiteX52" fmla="*/ 117404 w 175434"/>
                  <a:gd name="connsiteY52" fmla="*/ 201097 h 244112"/>
                  <a:gd name="connsiteX53" fmla="*/ 115255 w 175434"/>
                  <a:gd name="connsiteY53" fmla="*/ 204323 h 244112"/>
                  <a:gd name="connsiteX54" fmla="*/ 115255 w 175434"/>
                  <a:gd name="connsiteY54" fmla="*/ 204323 h 244112"/>
                  <a:gd name="connsiteX55" fmla="*/ 112031 w 175434"/>
                  <a:gd name="connsiteY55" fmla="*/ 204323 h 244112"/>
                  <a:gd name="connsiteX56" fmla="*/ 112031 w 175434"/>
                  <a:gd name="connsiteY56" fmla="*/ 206474 h 244112"/>
                  <a:gd name="connsiteX57" fmla="*/ 110956 w 175434"/>
                  <a:gd name="connsiteY57" fmla="*/ 207549 h 244112"/>
                  <a:gd name="connsiteX58" fmla="*/ 107732 w 175434"/>
                  <a:gd name="connsiteY58" fmla="*/ 208624 h 244112"/>
                  <a:gd name="connsiteX59" fmla="*/ 106658 w 175434"/>
                  <a:gd name="connsiteY59" fmla="*/ 209700 h 244112"/>
                  <a:gd name="connsiteX60" fmla="*/ 104508 w 175434"/>
                  <a:gd name="connsiteY60" fmla="*/ 211851 h 244112"/>
                  <a:gd name="connsiteX61" fmla="*/ 103434 w 175434"/>
                  <a:gd name="connsiteY61" fmla="*/ 212926 h 244112"/>
                  <a:gd name="connsiteX62" fmla="*/ 99135 w 175434"/>
                  <a:gd name="connsiteY62" fmla="*/ 216152 h 244112"/>
                  <a:gd name="connsiteX63" fmla="*/ 86239 w 175434"/>
                  <a:gd name="connsiteY63" fmla="*/ 225831 h 244112"/>
                  <a:gd name="connsiteX64" fmla="*/ 73344 w 175434"/>
                  <a:gd name="connsiteY64" fmla="*/ 233359 h 244112"/>
                  <a:gd name="connsiteX65" fmla="*/ 69046 w 175434"/>
                  <a:gd name="connsiteY65" fmla="*/ 236585 h 244112"/>
                  <a:gd name="connsiteX66" fmla="*/ 67970 w 175434"/>
                  <a:gd name="connsiteY66" fmla="*/ 236585 h 244112"/>
                  <a:gd name="connsiteX67" fmla="*/ 65822 w 175434"/>
                  <a:gd name="connsiteY67" fmla="*/ 237660 h 244112"/>
                  <a:gd name="connsiteX68" fmla="*/ 57224 w 175434"/>
                  <a:gd name="connsiteY68" fmla="*/ 240886 h 244112"/>
                  <a:gd name="connsiteX69" fmla="*/ 52926 w 175434"/>
                  <a:gd name="connsiteY69" fmla="*/ 241961 h 244112"/>
                  <a:gd name="connsiteX70" fmla="*/ 40030 w 175434"/>
                  <a:gd name="connsiteY70" fmla="*/ 244112 h 244112"/>
                  <a:gd name="connsiteX71" fmla="*/ 32508 w 175434"/>
                  <a:gd name="connsiteY71" fmla="*/ 243037 h 244112"/>
                  <a:gd name="connsiteX72" fmla="*/ 28209 w 175434"/>
                  <a:gd name="connsiteY72" fmla="*/ 240886 h 244112"/>
                  <a:gd name="connsiteX73" fmla="*/ 20687 w 175434"/>
                  <a:gd name="connsiteY73" fmla="*/ 236585 h 244112"/>
                  <a:gd name="connsiteX74" fmla="*/ 19612 w 175434"/>
                  <a:gd name="connsiteY74" fmla="*/ 235509 h 244112"/>
                  <a:gd name="connsiteX75" fmla="*/ 19612 w 175434"/>
                  <a:gd name="connsiteY75" fmla="*/ 236585 h 244112"/>
                  <a:gd name="connsiteX76" fmla="*/ 18537 w 175434"/>
                  <a:gd name="connsiteY76" fmla="*/ 235509 h 244112"/>
                  <a:gd name="connsiteX77" fmla="*/ 13164 w 175434"/>
                  <a:gd name="connsiteY77" fmla="*/ 229057 h 244112"/>
                  <a:gd name="connsiteX78" fmla="*/ 6717 w 175434"/>
                  <a:gd name="connsiteY78" fmla="*/ 220454 h 244112"/>
                  <a:gd name="connsiteX79" fmla="*/ 269 w 175434"/>
                  <a:gd name="connsiteY79" fmla="*/ 201097 h 244112"/>
                  <a:gd name="connsiteX80" fmla="*/ 11015 w 175434"/>
                  <a:gd name="connsiteY80" fmla="*/ 183891 h 244112"/>
                  <a:gd name="connsiteX81" fmla="*/ 11015 w 175434"/>
                  <a:gd name="connsiteY81" fmla="*/ 183891 h 244112"/>
                  <a:gd name="connsiteX82" fmla="*/ 13164 w 175434"/>
                  <a:gd name="connsiteY82" fmla="*/ 183891 h 244112"/>
                  <a:gd name="connsiteX83" fmla="*/ 11015 w 175434"/>
                  <a:gd name="connsiteY83" fmla="*/ 183891 h 244112"/>
                  <a:gd name="connsiteX84" fmla="*/ 11015 w 175434"/>
                  <a:gd name="connsiteY84" fmla="*/ 183891 h 244112"/>
                  <a:gd name="connsiteX85" fmla="*/ 13164 w 175434"/>
                  <a:gd name="connsiteY85" fmla="*/ 181740 h 244112"/>
                  <a:gd name="connsiteX86" fmla="*/ 13164 w 175434"/>
                  <a:gd name="connsiteY86" fmla="*/ 176363 h 244112"/>
                  <a:gd name="connsiteX87" fmla="*/ 13164 w 175434"/>
                  <a:gd name="connsiteY87" fmla="*/ 178514 h 244112"/>
                  <a:gd name="connsiteX88" fmla="*/ 13164 w 175434"/>
                  <a:gd name="connsiteY88" fmla="*/ 179589 h 244112"/>
                  <a:gd name="connsiteX89" fmla="*/ 12090 w 175434"/>
                  <a:gd name="connsiteY89" fmla="*/ 180665 h 244112"/>
                  <a:gd name="connsiteX90" fmla="*/ 13164 w 175434"/>
                  <a:gd name="connsiteY90" fmla="*/ 181740 h 244112"/>
                  <a:gd name="connsiteX91" fmla="*/ 14239 w 175434"/>
                  <a:gd name="connsiteY91" fmla="*/ 173137 h 244112"/>
                  <a:gd name="connsiteX92" fmla="*/ 14239 w 175434"/>
                  <a:gd name="connsiteY92" fmla="*/ 173137 h 244112"/>
                  <a:gd name="connsiteX93" fmla="*/ 15314 w 175434"/>
                  <a:gd name="connsiteY93" fmla="*/ 172061 h 244112"/>
                  <a:gd name="connsiteX94" fmla="*/ 14239 w 175434"/>
                  <a:gd name="connsiteY94" fmla="*/ 173137 h 244112"/>
                  <a:gd name="connsiteX95" fmla="*/ 18537 w 175434"/>
                  <a:gd name="connsiteY95" fmla="*/ 160232 h 244112"/>
                  <a:gd name="connsiteX96" fmla="*/ 18537 w 175434"/>
                  <a:gd name="connsiteY96" fmla="*/ 160232 h 244112"/>
                  <a:gd name="connsiteX97" fmla="*/ 23911 w 175434"/>
                  <a:gd name="connsiteY97" fmla="*/ 152705 h 244112"/>
                  <a:gd name="connsiteX98" fmla="*/ 18537 w 175434"/>
                  <a:gd name="connsiteY98" fmla="*/ 160232 h 244112"/>
                  <a:gd name="connsiteX99" fmla="*/ 22836 w 175434"/>
                  <a:gd name="connsiteY99" fmla="*/ 151629 h 244112"/>
                  <a:gd name="connsiteX100" fmla="*/ 23911 w 175434"/>
                  <a:gd name="connsiteY100" fmla="*/ 152705 h 244112"/>
                  <a:gd name="connsiteX101" fmla="*/ 26060 w 175434"/>
                  <a:gd name="connsiteY101" fmla="*/ 149478 h 244112"/>
                  <a:gd name="connsiteX102" fmla="*/ 30358 w 175434"/>
                  <a:gd name="connsiteY102" fmla="*/ 141951 h 244112"/>
                  <a:gd name="connsiteX103" fmla="*/ 29284 w 175434"/>
                  <a:gd name="connsiteY103" fmla="*/ 138725 h 244112"/>
                  <a:gd name="connsiteX104" fmla="*/ 22836 w 175434"/>
                  <a:gd name="connsiteY104" fmla="*/ 151629 h 244112"/>
                  <a:gd name="connsiteX105" fmla="*/ 32508 w 175434"/>
                  <a:gd name="connsiteY105" fmla="*/ 133348 h 244112"/>
                  <a:gd name="connsiteX106" fmla="*/ 33583 w 175434"/>
                  <a:gd name="connsiteY106" fmla="*/ 131197 h 244112"/>
                  <a:gd name="connsiteX107" fmla="*/ 32508 w 175434"/>
                  <a:gd name="connsiteY107" fmla="*/ 133348 h 244112"/>
                  <a:gd name="connsiteX108" fmla="*/ 34657 w 175434"/>
                  <a:gd name="connsiteY108" fmla="*/ 127971 h 244112"/>
                  <a:gd name="connsiteX109" fmla="*/ 34657 w 175434"/>
                  <a:gd name="connsiteY109" fmla="*/ 127971 h 244112"/>
                  <a:gd name="connsiteX110" fmla="*/ 34657 w 175434"/>
                  <a:gd name="connsiteY110" fmla="*/ 127971 h 244112"/>
                  <a:gd name="connsiteX111" fmla="*/ 50777 w 175434"/>
                  <a:gd name="connsiteY111" fmla="*/ 136574 h 244112"/>
                  <a:gd name="connsiteX112" fmla="*/ 123852 w 175434"/>
                  <a:gd name="connsiteY112" fmla="*/ 32262 h 244112"/>
                  <a:gd name="connsiteX113" fmla="*/ 122777 w 175434"/>
                  <a:gd name="connsiteY113" fmla="*/ 27960 h 244112"/>
                  <a:gd name="connsiteX114" fmla="*/ 95911 w 175434"/>
                  <a:gd name="connsiteY114" fmla="*/ 56996 h 244112"/>
                  <a:gd name="connsiteX115" fmla="*/ 49702 w 175434"/>
                  <a:gd name="connsiteY115" fmla="*/ 126896 h 244112"/>
                  <a:gd name="connsiteX116" fmla="*/ 41105 w 175434"/>
                  <a:gd name="connsiteY116" fmla="*/ 143026 h 244112"/>
                  <a:gd name="connsiteX117" fmla="*/ 50777 w 175434"/>
                  <a:gd name="connsiteY117" fmla="*/ 136574 h 244112"/>
                  <a:gd name="connsiteX118" fmla="*/ 109882 w 175434"/>
                  <a:gd name="connsiteY118" fmla="*/ 207549 h 244112"/>
                  <a:gd name="connsiteX119" fmla="*/ 109882 w 175434"/>
                  <a:gd name="connsiteY119" fmla="*/ 207549 h 244112"/>
                  <a:gd name="connsiteX120" fmla="*/ 109882 w 175434"/>
                  <a:gd name="connsiteY120" fmla="*/ 206474 h 244112"/>
                  <a:gd name="connsiteX121" fmla="*/ 109882 w 175434"/>
                  <a:gd name="connsiteY121" fmla="*/ 207549 h 244112"/>
                  <a:gd name="connsiteX122" fmla="*/ 113105 w 175434"/>
                  <a:gd name="connsiteY122" fmla="*/ 205398 h 244112"/>
                  <a:gd name="connsiteX123" fmla="*/ 114180 w 175434"/>
                  <a:gd name="connsiteY123" fmla="*/ 203248 h 244112"/>
                  <a:gd name="connsiteX124" fmla="*/ 113105 w 175434"/>
                  <a:gd name="connsiteY124" fmla="*/ 205398 h 244112"/>
                  <a:gd name="connsiteX125" fmla="*/ 113105 w 175434"/>
                  <a:gd name="connsiteY125" fmla="*/ 205398 h 244112"/>
                  <a:gd name="connsiteX126" fmla="*/ 116329 w 175434"/>
                  <a:gd name="connsiteY126" fmla="*/ 202172 h 244112"/>
                  <a:gd name="connsiteX127" fmla="*/ 117404 w 175434"/>
                  <a:gd name="connsiteY127" fmla="*/ 201097 h 244112"/>
                  <a:gd name="connsiteX128" fmla="*/ 117404 w 175434"/>
                  <a:gd name="connsiteY128" fmla="*/ 200022 h 244112"/>
                  <a:gd name="connsiteX129" fmla="*/ 116329 w 175434"/>
                  <a:gd name="connsiteY129" fmla="*/ 201097 h 244112"/>
                  <a:gd name="connsiteX130" fmla="*/ 116329 w 175434"/>
                  <a:gd name="connsiteY130" fmla="*/ 202172 h 2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75434" h="244112">
                    <a:moveTo>
                      <a:pt x="269" y="201097"/>
                    </a:moveTo>
                    <a:cubicBezTo>
                      <a:pt x="1344" y="191419"/>
                      <a:pt x="2418" y="182815"/>
                      <a:pt x="3492" y="181740"/>
                    </a:cubicBezTo>
                    <a:cubicBezTo>
                      <a:pt x="3492" y="181740"/>
                      <a:pt x="4567" y="178514"/>
                      <a:pt x="4567" y="176363"/>
                    </a:cubicBezTo>
                    <a:cubicBezTo>
                      <a:pt x="5642" y="170986"/>
                      <a:pt x="7791" y="164534"/>
                      <a:pt x="11015" y="158082"/>
                    </a:cubicBezTo>
                    <a:cubicBezTo>
                      <a:pt x="12090" y="155931"/>
                      <a:pt x="13164" y="152705"/>
                      <a:pt x="13164" y="152705"/>
                    </a:cubicBezTo>
                    <a:cubicBezTo>
                      <a:pt x="15314" y="144101"/>
                      <a:pt x="21761" y="132272"/>
                      <a:pt x="26060" y="123669"/>
                    </a:cubicBezTo>
                    <a:cubicBezTo>
                      <a:pt x="29284" y="118292"/>
                      <a:pt x="33583" y="110765"/>
                      <a:pt x="35731" y="105388"/>
                    </a:cubicBezTo>
                    <a:cubicBezTo>
                      <a:pt x="36806" y="102162"/>
                      <a:pt x="38956" y="102162"/>
                      <a:pt x="40030" y="98935"/>
                    </a:cubicBezTo>
                    <a:cubicBezTo>
                      <a:pt x="43254" y="92483"/>
                      <a:pt x="44329" y="88182"/>
                      <a:pt x="48627" y="82805"/>
                    </a:cubicBezTo>
                    <a:cubicBezTo>
                      <a:pt x="54000" y="76352"/>
                      <a:pt x="57224" y="69900"/>
                      <a:pt x="61523" y="62372"/>
                    </a:cubicBezTo>
                    <a:cubicBezTo>
                      <a:pt x="62597" y="61297"/>
                      <a:pt x="65822" y="58071"/>
                      <a:pt x="65822" y="56996"/>
                    </a:cubicBezTo>
                    <a:cubicBezTo>
                      <a:pt x="65822" y="54845"/>
                      <a:pt x="72269" y="46242"/>
                      <a:pt x="74419" y="43015"/>
                    </a:cubicBezTo>
                    <a:cubicBezTo>
                      <a:pt x="75493" y="40865"/>
                      <a:pt x="77642" y="39789"/>
                      <a:pt x="77642" y="39789"/>
                    </a:cubicBezTo>
                    <a:cubicBezTo>
                      <a:pt x="85165" y="26885"/>
                      <a:pt x="101285" y="2151"/>
                      <a:pt x="116329" y="0"/>
                    </a:cubicBezTo>
                    <a:cubicBezTo>
                      <a:pt x="118478" y="0"/>
                      <a:pt x="119554" y="2151"/>
                      <a:pt x="121702" y="3226"/>
                    </a:cubicBezTo>
                    <a:cubicBezTo>
                      <a:pt x="126001" y="4301"/>
                      <a:pt x="128150" y="7528"/>
                      <a:pt x="132449" y="8603"/>
                    </a:cubicBezTo>
                    <a:cubicBezTo>
                      <a:pt x="145344" y="11829"/>
                      <a:pt x="129225" y="48392"/>
                      <a:pt x="122777" y="62372"/>
                    </a:cubicBezTo>
                    <a:cubicBezTo>
                      <a:pt x="121702" y="65599"/>
                      <a:pt x="118478" y="67749"/>
                      <a:pt x="117404" y="69900"/>
                    </a:cubicBezTo>
                    <a:cubicBezTo>
                      <a:pt x="99135" y="104312"/>
                      <a:pt x="65822" y="143026"/>
                      <a:pt x="33583" y="163459"/>
                    </a:cubicBezTo>
                    <a:cubicBezTo>
                      <a:pt x="30358" y="165609"/>
                      <a:pt x="32508" y="167760"/>
                      <a:pt x="30358" y="168835"/>
                    </a:cubicBezTo>
                    <a:cubicBezTo>
                      <a:pt x="28209" y="169911"/>
                      <a:pt x="31433" y="169911"/>
                      <a:pt x="29284" y="170986"/>
                    </a:cubicBezTo>
                    <a:cubicBezTo>
                      <a:pt x="27134" y="173137"/>
                      <a:pt x="30358" y="172061"/>
                      <a:pt x="27134" y="176363"/>
                    </a:cubicBezTo>
                    <a:cubicBezTo>
                      <a:pt x="26060" y="177438"/>
                      <a:pt x="24985" y="179589"/>
                      <a:pt x="24985" y="179589"/>
                    </a:cubicBezTo>
                    <a:cubicBezTo>
                      <a:pt x="24985" y="180665"/>
                      <a:pt x="24985" y="181740"/>
                      <a:pt x="23911" y="182815"/>
                    </a:cubicBezTo>
                    <a:cubicBezTo>
                      <a:pt x="22836" y="183891"/>
                      <a:pt x="22836" y="186042"/>
                      <a:pt x="22836" y="188192"/>
                    </a:cubicBezTo>
                    <a:cubicBezTo>
                      <a:pt x="22836" y="190343"/>
                      <a:pt x="22836" y="191419"/>
                      <a:pt x="21761" y="191419"/>
                    </a:cubicBezTo>
                    <a:cubicBezTo>
                      <a:pt x="20687" y="192494"/>
                      <a:pt x="20687" y="192494"/>
                      <a:pt x="20687" y="194645"/>
                    </a:cubicBezTo>
                    <a:cubicBezTo>
                      <a:pt x="20687" y="195720"/>
                      <a:pt x="19612" y="198946"/>
                      <a:pt x="19612" y="202172"/>
                    </a:cubicBezTo>
                    <a:cubicBezTo>
                      <a:pt x="18537" y="208624"/>
                      <a:pt x="17463" y="221529"/>
                      <a:pt x="19612" y="225831"/>
                    </a:cubicBezTo>
                    <a:cubicBezTo>
                      <a:pt x="21761" y="232283"/>
                      <a:pt x="23911" y="233359"/>
                      <a:pt x="34657" y="232283"/>
                    </a:cubicBezTo>
                    <a:cubicBezTo>
                      <a:pt x="48627" y="232283"/>
                      <a:pt x="64747" y="227982"/>
                      <a:pt x="75493" y="219378"/>
                    </a:cubicBezTo>
                    <a:cubicBezTo>
                      <a:pt x="76568" y="218303"/>
                      <a:pt x="78717" y="217228"/>
                      <a:pt x="78717" y="217228"/>
                    </a:cubicBezTo>
                    <a:cubicBezTo>
                      <a:pt x="79792" y="218303"/>
                      <a:pt x="80866" y="217228"/>
                      <a:pt x="85165" y="212926"/>
                    </a:cubicBezTo>
                    <a:cubicBezTo>
                      <a:pt x="87314" y="210775"/>
                      <a:pt x="90538" y="208624"/>
                      <a:pt x="90538" y="208624"/>
                    </a:cubicBezTo>
                    <a:cubicBezTo>
                      <a:pt x="91613" y="208624"/>
                      <a:pt x="108807" y="196796"/>
                      <a:pt x="151793" y="163459"/>
                    </a:cubicBezTo>
                    <a:cubicBezTo>
                      <a:pt x="167912" y="150554"/>
                      <a:pt x="174360" y="147328"/>
                      <a:pt x="175434" y="147328"/>
                    </a:cubicBezTo>
                    <a:cubicBezTo>
                      <a:pt x="175434" y="147328"/>
                      <a:pt x="174360" y="149478"/>
                      <a:pt x="171136" y="151629"/>
                    </a:cubicBezTo>
                    <a:cubicBezTo>
                      <a:pt x="168987" y="153780"/>
                      <a:pt x="166837" y="157006"/>
                      <a:pt x="165763" y="158082"/>
                    </a:cubicBezTo>
                    <a:cubicBezTo>
                      <a:pt x="165763" y="160232"/>
                      <a:pt x="164688" y="161308"/>
                      <a:pt x="163613" y="161308"/>
                    </a:cubicBezTo>
                    <a:cubicBezTo>
                      <a:pt x="162539" y="161308"/>
                      <a:pt x="160390" y="163459"/>
                      <a:pt x="157166" y="166685"/>
                    </a:cubicBezTo>
                    <a:cubicBezTo>
                      <a:pt x="156091" y="167760"/>
                      <a:pt x="155016" y="168835"/>
                      <a:pt x="153941" y="168835"/>
                    </a:cubicBezTo>
                    <a:cubicBezTo>
                      <a:pt x="153941" y="168835"/>
                      <a:pt x="152867" y="169911"/>
                      <a:pt x="150718" y="170986"/>
                    </a:cubicBezTo>
                    <a:cubicBezTo>
                      <a:pt x="149643" y="173137"/>
                      <a:pt x="147494" y="174212"/>
                      <a:pt x="147494" y="174212"/>
                    </a:cubicBezTo>
                    <a:cubicBezTo>
                      <a:pt x="146419" y="174212"/>
                      <a:pt x="144270" y="176363"/>
                      <a:pt x="143195" y="177438"/>
                    </a:cubicBezTo>
                    <a:cubicBezTo>
                      <a:pt x="142121" y="178514"/>
                      <a:pt x="138897" y="180665"/>
                      <a:pt x="137822" y="182815"/>
                    </a:cubicBezTo>
                    <a:cubicBezTo>
                      <a:pt x="136747" y="183891"/>
                      <a:pt x="135673" y="184966"/>
                      <a:pt x="135673" y="186042"/>
                    </a:cubicBezTo>
                    <a:cubicBezTo>
                      <a:pt x="135673" y="186042"/>
                      <a:pt x="135673" y="187117"/>
                      <a:pt x="134598" y="186042"/>
                    </a:cubicBezTo>
                    <a:cubicBezTo>
                      <a:pt x="133524" y="186042"/>
                      <a:pt x="132449" y="186042"/>
                      <a:pt x="132449" y="187117"/>
                    </a:cubicBezTo>
                    <a:cubicBezTo>
                      <a:pt x="131374" y="188192"/>
                      <a:pt x="131374" y="188192"/>
                      <a:pt x="130300" y="188192"/>
                    </a:cubicBezTo>
                    <a:cubicBezTo>
                      <a:pt x="129225" y="188192"/>
                      <a:pt x="128150" y="189268"/>
                      <a:pt x="128150" y="189268"/>
                    </a:cubicBezTo>
                    <a:cubicBezTo>
                      <a:pt x="127075" y="190343"/>
                      <a:pt x="126001" y="191419"/>
                      <a:pt x="124927" y="192494"/>
                    </a:cubicBezTo>
                    <a:cubicBezTo>
                      <a:pt x="121702" y="193569"/>
                      <a:pt x="118478" y="197871"/>
                      <a:pt x="119554" y="197871"/>
                    </a:cubicBezTo>
                    <a:cubicBezTo>
                      <a:pt x="121702" y="197871"/>
                      <a:pt x="120628" y="200022"/>
                      <a:pt x="117404" y="201097"/>
                    </a:cubicBezTo>
                    <a:cubicBezTo>
                      <a:pt x="115255" y="202172"/>
                      <a:pt x="114180" y="203248"/>
                      <a:pt x="115255" y="204323"/>
                    </a:cubicBezTo>
                    <a:cubicBezTo>
                      <a:pt x="115255" y="205398"/>
                      <a:pt x="115255" y="205398"/>
                      <a:pt x="115255" y="204323"/>
                    </a:cubicBezTo>
                    <a:cubicBezTo>
                      <a:pt x="114180" y="203248"/>
                      <a:pt x="114180" y="203248"/>
                      <a:pt x="112031" y="204323"/>
                    </a:cubicBezTo>
                    <a:cubicBezTo>
                      <a:pt x="109882" y="206474"/>
                      <a:pt x="109882" y="207549"/>
                      <a:pt x="112031" y="206474"/>
                    </a:cubicBezTo>
                    <a:cubicBezTo>
                      <a:pt x="113105" y="206474"/>
                      <a:pt x="113105" y="206474"/>
                      <a:pt x="110956" y="207549"/>
                    </a:cubicBezTo>
                    <a:cubicBezTo>
                      <a:pt x="108807" y="208624"/>
                      <a:pt x="108807" y="208624"/>
                      <a:pt x="107732" y="208624"/>
                    </a:cubicBezTo>
                    <a:cubicBezTo>
                      <a:pt x="107732" y="207549"/>
                      <a:pt x="106658" y="208624"/>
                      <a:pt x="106658" y="209700"/>
                    </a:cubicBezTo>
                    <a:cubicBezTo>
                      <a:pt x="105583" y="210775"/>
                      <a:pt x="105583" y="211851"/>
                      <a:pt x="104508" y="211851"/>
                    </a:cubicBezTo>
                    <a:cubicBezTo>
                      <a:pt x="103434" y="211851"/>
                      <a:pt x="103434" y="211851"/>
                      <a:pt x="103434" y="212926"/>
                    </a:cubicBezTo>
                    <a:cubicBezTo>
                      <a:pt x="103434" y="212926"/>
                      <a:pt x="102359" y="215077"/>
                      <a:pt x="99135" y="216152"/>
                    </a:cubicBezTo>
                    <a:cubicBezTo>
                      <a:pt x="92688" y="219378"/>
                      <a:pt x="86239" y="224755"/>
                      <a:pt x="86239" y="225831"/>
                    </a:cubicBezTo>
                    <a:cubicBezTo>
                      <a:pt x="86239" y="226906"/>
                      <a:pt x="80866" y="230132"/>
                      <a:pt x="73344" y="233359"/>
                    </a:cubicBezTo>
                    <a:cubicBezTo>
                      <a:pt x="69046" y="234434"/>
                      <a:pt x="67970" y="235509"/>
                      <a:pt x="69046" y="236585"/>
                    </a:cubicBezTo>
                    <a:cubicBezTo>
                      <a:pt x="70120" y="237660"/>
                      <a:pt x="69046" y="237660"/>
                      <a:pt x="67970" y="236585"/>
                    </a:cubicBezTo>
                    <a:cubicBezTo>
                      <a:pt x="66896" y="235509"/>
                      <a:pt x="66896" y="235509"/>
                      <a:pt x="65822" y="237660"/>
                    </a:cubicBezTo>
                    <a:cubicBezTo>
                      <a:pt x="64747" y="239811"/>
                      <a:pt x="58299" y="241961"/>
                      <a:pt x="57224" y="240886"/>
                    </a:cubicBezTo>
                    <a:cubicBezTo>
                      <a:pt x="56150" y="240886"/>
                      <a:pt x="55075" y="240886"/>
                      <a:pt x="52926" y="241961"/>
                    </a:cubicBezTo>
                    <a:cubicBezTo>
                      <a:pt x="49702" y="243037"/>
                      <a:pt x="44329" y="244112"/>
                      <a:pt x="40030" y="244112"/>
                    </a:cubicBezTo>
                    <a:cubicBezTo>
                      <a:pt x="36806" y="244112"/>
                      <a:pt x="34657" y="244112"/>
                      <a:pt x="32508" y="243037"/>
                    </a:cubicBezTo>
                    <a:cubicBezTo>
                      <a:pt x="31433" y="241961"/>
                      <a:pt x="29284" y="241961"/>
                      <a:pt x="28209" y="240886"/>
                    </a:cubicBezTo>
                    <a:cubicBezTo>
                      <a:pt x="26060" y="240886"/>
                      <a:pt x="20687" y="237660"/>
                      <a:pt x="20687" y="236585"/>
                    </a:cubicBezTo>
                    <a:cubicBezTo>
                      <a:pt x="20687" y="236585"/>
                      <a:pt x="20687" y="235509"/>
                      <a:pt x="19612" y="235509"/>
                    </a:cubicBezTo>
                    <a:cubicBezTo>
                      <a:pt x="18537" y="235509"/>
                      <a:pt x="18537" y="235509"/>
                      <a:pt x="19612" y="236585"/>
                    </a:cubicBezTo>
                    <a:cubicBezTo>
                      <a:pt x="20687" y="237660"/>
                      <a:pt x="19612" y="237660"/>
                      <a:pt x="18537" y="235509"/>
                    </a:cubicBezTo>
                    <a:cubicBezTo>
                      <a:pt x="17463" y="234434"/>
                      <a:pt x="15314" y="231208"/>
                      <a:pt x="13164" y="229057"/>
                    </a:cubicBezTo>
                    <a:cubicBezTo>
                      <a:pt x="11015" y="226906"/>
                      <a:pt x="8865" y="222605"/>
                      <a:pt x="6717" y="220454"/>
                    </a:cubicBezTo>
                    <a:cubicBezTo>
                      <a:pt x="1344" y="217228"/>
                      <a:pt x="-806" y="209700"/>
                      <a:pt x="269" y="201097"/>
                    </a:cubicBezTo>
                    <a:close/>
                    <a:moveTo>
                      <a:pt x="11015" y="183891"/>
                    </a:moveTo>
                    <a:cubicBezTo>
                      <a:pt x="11015" y="184966"/>
                      <a:pt x="11015" y="184966"/>
                      <a:pt x="11015" y="183891"/>
                    </a:cubicBezTo>
                    <a:cubicBezTo>
                      <a:pt x="12090" y="183891"/>
                      <a:pt x="13164" y="183891"/>
                      <a:pt x="13164" y="183891"/>
                    </a:cubicBezTo>
                    <a:cubicBezTo>
                      <a:pt x="12090" y="183891"/>
                      <a:pt x="12090" y="183891"/>
                      <a:pt x="11015" y="183891"/>
                    </a:cubicBezTo>
                    <a:cubicBezTo>
                      <a:pt x="11015" y="183891"/>
                      <a:pt x="11015" y="183891"/>
                      <a:pt x="11015" y="183891"/>
                    </a:cubicBezTo>
                    <a:close/>
                    <a:moveTo>
                      <a:pt x="13164" y="181740"/>
                    </a:moveTo>
                    <a:cubicBezTo>
                      <a:pt x="14239" y="180665"/>
                      <a:pt x="15314" y="176363"/>
                      <a:pt x="13164" y="176363"/>
                    </a:cubicBezTo>
                    <a:cubicBezTo>
                      <a:pt x="13164" y="176363"/>
                      <a:pt x="12090" y="177438"/>
                      <a:pt x="13164" y="178514"/>
                    </a:cubicBezTo>
                    <a:cubicBezTo>
                      <a:pt x="13164" y="179589"/>
                      <a:pt x="13164" y="179589"/>
                      <a:pt x="13164" y="179589"/>
                    </a:cubicBezTo>
                    <a:cubicBezTo>
                      <a:pt x="12090" y="179589"/>
                      <a:pt x="12090" y="179589"/>
                      <a:pt x="12090" y="180665"/>
                    </a:cubicBezTo>
                    <a:cubicBezTo>
                      <a:pt x="12090" y="182815"/>
                      <a:pt x="12090" y="182815"/>
                      <a:pt x="13164" y="181740"/>
                    </a:cubicBezTo>
                    <a:close/>
                    <a:moveTo>
                      <a:pt x="14239" y="173137"/>
                    </a:moveTo>
                    <a:cubicBezTo>
                      <a:pt x="14239" y="173137"/>
                      <a:pt x="15314" y="173137"/>
                      <a:pt x="14239" y="173137"/>
                    </a:cubicBezTo>
                    <a:cubicBezTo>
                      <a:pt x="15314" y="173137"/>
                      <a:pt x="15314" y="173137"/>
                      <a:pt x="15314" y="172061"/>
                    </a:cubicBezTo>
                    <a:cubicBezTo>
                      <a:pt x="15314" y="173137"/>
                      <a:pt x="15314" y="173137"/>
                      <a:pt x="14239" y="173137"/>
                    </a:cubicBezTo>
                    <a:close/>
                    <a:moveTo>
                      <a:pt x="18537" y="160232"/>
                    </a:moveTo>
                    <a:lnTo>
                      <a:pt x="18537" y="160232"/>
                    </a:lnTo>
                    <a:cubicBezTo>
                      <a:pt x="19612" y="160232"/>
                      <a:pt x="23911" y="153780"/>
                      <a:pt x="23911" y="152705"/>
                    </a:cubicBezTo>
                    <a:cubicBezTo>
                      <a:pt x="21761" y="152705"/>
                      <a:pt x="19612" y="158082"/>
                      <a:pt x="18537" y="160232"/>
                    </a:cubicBezTo>
                    <a:close/>
                    <a:moveTo>
                      <a:pt x="22836" y="151629"/>
                    </a:moveTo>
                    <a:cubicBezTo>
                      <a:pt x="22836" y="152705"/>
                      <a:pt x="23911" y="152705"/>
                      <a:pt x="23911" y="152705"/>
                    </a:cubicBezTo>
                    <a:cubicBezTo>
                      <a:pt x="24985" y="152705"/>
                      <a:pt x="26060" y="149478"/>
                      <a:pt x="26060" y="149478"/>
                    </a:cubicBezTo>
                    <a:cubicBezTo>
                      <a:pt x="27134" y="145177"/>
                      <a:pt x="29284" y="144101"/>
                      <a:pt x="30358" y="141951"/>
                    </a:cubicBezTo>
                    <a:cubicBezTo>
                      <a:pt x="30358" y="140875"/>
                      <a:pt x="29284" y="138725"/>
                      <a:pt x="29284" y="138725"/>
                    </a:cubicBezTo>
                    <a:cubicBezTo>
                      <a:pt x="28209" y="138725"/>
                      <a:pt x="23911" y="149478"/>
                      <a:pt x="22836" y="151629"/>
                    </a:cubicBezTo>
                    <a:close/>
                    <a:moveTo>
                      <a:pt x="32508" y="133348"/>
                    </a:moveTo>
                    <a:cubicBezTo>
                      <a:pt x="32508" y="132272"/>
                      <a:pt x="33583" y="132272"/>
                      <a:pt x="33583" y="131197"/>
                    </a:cubicBezTo>
                    <a:cubicBezTo>
                      <a:pt x="32508" y="127971"/>
                      <a:pt x="31433" y="135498"/>
                      <a:pt x="32508" y="133348"/>
                    </a:cubicBezTo>
                    <a:close/>
                    <a:moveTo>
                      <a:pt x="34657" y="127971"/>
                    </a:moveTo>
                    <a:lnTo>
                      <a:pt x="34657" y="127971"/>
                    </a:lnTo>
                    <a:cubicBezTo>
                      <a:pt x="36806" y="127971"/>
                      <a:pt x="35731" y="125820"/>
                      <a:pt x="34657" y="127971"/>
                    </a:cubicBezTo>
                    <a:close/>
                    <a:moveTo>
                      <a:pt x="50777" y="136574"/>
                    </a:moveTo>
                    <a:cubicBezTo>
                      <a:pt x="72269" y="115066"/>
                      <a:pt x="118478" y="58071"/>
                      <a:pt x="123852" y="32262"/>
                    </a:cubicBezTo>
                    <a:cubicBezTo>
                      <a:pt x="124927" y="29036"/>
                      <a:pt x="123852" y="27960"/>
                      <a:pt x="122777" y="27960"/>
                    </a:cubicBezTo>
                    <a:cubicBezTo>
                      <a:pt x="117404" y="27960"/>
                      <a:pt x="96986" y="56996"/>
                      <a:pt x="95911" y="56996"/>
                    </a:cubicBezTo>
                    <a:cubicBezTo>
                      <a:pt x="76568" y="81729"/>
                      <a:pt x="64747" y="100011"/>
                      <a:pt x="49702" y="126896"/>
                    </a:cubicBezTo>
                    <a:cubicBezTo>
                      <a:pt x="46478" y="131197"/>
                      <a:pt x="43254" y="139800"/>
                      <a:pt x="41105" y="143026"/>
                    </a:cubicBezTo>
                    <a:cubicBezTo>
                      <a:pt x="35731" y="151629"/>
                      <a:pt x="50777" y="137649"/>
                      <a:pt x="50777" y="136574"/>
                    </a:cubicBezTo>
                    <a:close/>
                    <a:moveTo>
                      <a:pt x="109882" y="207549"/>
                    </a:moveTo>
                    <a:cubicBezTo>
                      <a:pt x="109882" y="208624"/>
                      <a:pt x="109882" y="208624"/>
                      <a:pt x="109882" y="207549"/>
                    </a:cubicBezTo>
                    <a:cubicBezTo>
                      <a:pt x="109882" y="206474"/>
                      <a:pt x="109882" y="205398"/>
                      <a:pt x="109882" y="206474"/>
                    </a:cubicBezTo>
                    <a:cubicBezTo>
                      <a:pt x="108807" y="206474"/>
                      <a:pt x="108807" y="206474"/>
                      <a:pt x="109882" y="207549"/>
                    </a:cubicBezTo>
                    <a:close/>
                    <a:moveTo>
                      <a:pt x="113105" y="205398"/>
                    </a:moveTo>
                    <a:cubicBezTo>
                      <a:pt x="114180" y="204323"/>
                      <a:pt x="115255" y="203248"/>
                      <a:pt x="114180" y="203248"/>
                    </a:cubicBezTo>
                    <a:cubicBezTo>
                      <a:pt x="114180" y="203248"/>
                      <a:pt x="113105" y="204323"/>
                      <a:pt x="113105" y="205398"/>
                    </a:cubicBezTo>
                    <a:cubicBezTo>
                      <a:pt x="109882" y="206474"/>
                      <a:pt x="110956" y="207549"/>
                      <a:pt x="113105" y="205398"/>
                    </a:cubicBezTo>
                    <a:close/>
                    <a:moveTo>
                      <a:pt x="116329" y="202172"/>
                    </a:moveTo>
                    <a:cubicBezTo>
                      <a:pt x="117404" y="202172"/>
                      <a:pt x="117404" y="202172"/>
                      <a:pt x="117404" y="201097"/>
                    </a:cubicBezTo>
                    <a:cubicBezTo>
                      <a:pt x="117404" y="200022"/>
                      <a:pt x="117404" y="200022"/>
                      <a:pt x="117404" y="200022"/>
                    </a:cubicBezTo>
                    <a:cubicBezTo>
                      <a:pt x="117404" y="200022"/>
                      <a:pt x="116329" y="201097"/>
                      <a:pt x="116329" y="201097"/>
                    </a:cubicBezTo>
                    <a:cubicBezTo>
                      <a:pt x="115255" y="202172"/>
                      <a:pt x="115255" y="202172"/>
                      <a:pt x="116329" y="20217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1" name="Freeform 1020">
                <a:extLst>
                  <a:ext uri="{FF2B5EF4-FFF2-40B4-BE49-F238E27FC236}">
                    <a16:creationId xmlns:a16="http://schemas.microsoft.com/office/drawing/2014/main" id="{91772CE9-025D-FFDD-6BC4-224C91A72FC0}"/>
                  </a:ext>
                </a:extLst>
              </p:cNvPr>
              <p:cNvSpPr/>
              <p:nvPr/>
            </p:nvSpPr>
            <p:spPr>
              <a:xfrm>
                <a:off x="7876410" y="5497234"/>
                <a:ext cx="149787" cy="173780"/>
              </a:xfrm>
              <a:custGeom>
                <a:avLst/>
                <a:gdLst>
                  <a:gd name="connsiteX0" fmla="*/ 0 w 149787"/>
                  <a:gd name="connsiteY0" fmla="*/ 143026 h 173780"/>
                  <a:gd name="connsiteX1" fmla="*/ 2149 w 149787"/>
                  <a:gd name="connsiteY1" fmla="*/ 129046 h 173780"/>
                  <a:gd name="connsiteX2" fmla="*/ 11821 w 149787"/>
                  <a:gd name="connsiteY2" fmla="*/ 109689 h 173780"/>
                  <a:gd name="connsiteX3" fmla="*/ 11821 w 149787"/>
                  <a:gd name="connsiteY3" fmla="*/ 108614 h 173780"/>
                  <a:gd name="connsiteX4" fmla="*/ 12896 w 149787"/>
                  <a:gd name="connsiteY4" fmla="*/ 106463 h 173780"/>
                  <a:gd name="connsiteX5" fmla="*/ 13970 w 149787"/>
                  <a:gd name="connsiteY5" fmla="*/ 104312 h 173780"/>
                  <a:gd name="connsiteX6" fmla="*/ 17194 w 149787"/>
                  <a:gd name="connsiteY6" fmla="*/ 97860 h 173780"/>
                  <a:gd name="connsiteX7" fmla="*/ 20418 w 149787"/>
                  <a:gd name="connsiteY7" fmla="*/ 92483 h 173780"/>
                  <a:gd name="connsiteX8" fmla="*/ 22567 w 149787"/>
                  <a:gd name="connsiteY8" fmla="*/ 90332 h 173780"/>
                  <a:gd name="connsiteX9" fmla="*/ 27940 w 149787"/>
                  <a:gd name="connsiteY9" fmla="*/ 82805 h 173780"/>
                  <a:gd name="connsiteX10" fmla="*/ 41910 w 149787"/>
                  <a:gd name="connsiteY10" fmla="*/ 74201 h 173780"/>
                  <a:gd name="connsiteX11" fmla="*/ 56956 w 149787"/>
                  <a:gd name="connsiteY11" fmla="*/ 82805 h 173780"/>
                  <a:gd name="connsiteX12" fmla="*/ 53732 w 149787"/>
                  <a:gd name="connsiteY12" fmla="*/ 95709 h 173780"/>
                  <a:gd name="connsiteX13" fmla="*/ 51582 w 149787"/>
                  <a:gd name="connsiteY13" fmla="*/ 100011 h 173780"/>
                  <a:gd name="connsiteX14" fmla="*/ 48359 w 149787"/>
                  <a:gd name="connsiteY14" fmla="*/ 104312 h 173780"/>
                  <a:gd name="connsiteX15" fmla="*/ 32239 w 149787"/>
                  <a:gd name="connsiteY15" fmla="*/ 126896 h 173780"/>
                  <a:gd name="connsiteX16" fmla="*/ 29015 w 149787"/>
                  <a:gd name="connsiteY16" fmla="*/ 130122 h 173780"/>
                  <a:gd name="connsiteX17" fmla="*/ 29015 w 149787"/>
                  <a:gd name="connsiteY17" fmla="*/ 131197 h 173780"/>
                  <a:gd name="connsiteX18" fmla="*/ 30090 w 149787"/>
                  <a:gd name="connsiteY18" fmla="*/ 133348 h 173780"/>
                  <a:gd name="connsiteX19" fmla="*/ 27940 w 149787"/>
                  <a:gd name="connsiteY19" fmla="*/ 133348 h 173780"/>
                  <a:gd name="connsiteX20" fmla="*/ 22567 w 149787"/>
                  <a:gd name="connsiteY20" fmla="*/ 139800 h 173780"/>
                  <a:gd name="connsiteX21" fmla="*/ 19343 w 149787"/>
                  <a:gd name="connsiteY21" fmla="*/ 153780 h 173780"/>
                  <a:gd name="connsiteX22" fmla="*/ 21493 w 149787"/>
                  <a:gd name="connsiteY22" fmla="*/ 154855 h 173780"/>
                  <a:gd name="connsiteX23" fmla="*/ 20418 w 149787"/>
                  <a:gd name="connsiteY23" fmla="*/ 158082 h 173780"/>
                  <a:gd name="connsiteX24" fmla="*/ 26866 w 149787"/>
                  <a:gd name="connsiteY24" fmla="*/ 159157 h 173780"/>
                  <a:gd name="connsiteX25" fmla="*/ 101015 w 149787"/>
                  <a:gd name="connsiteY25" fmla="*/ 125820 h 173780"/>
                  <a:gd name="connsiteX26" fmla="*/ 114986 w 149787"/>
                  <a:gd name="connsiteY26" fmla="*/ 116142 h 173780"/>
                  <a:gd name="connsiteX27" fmla="*/ 148300 w 149787"/>
                  <a:gd name="connsiteY27" fmla="*/ 96785 h 173780"/>
                  <a:gd name="connsiteX28" fmla="*/ 140777 w 149787"/>
                  <a:gd name="connsiteY28" fmla="*/ 107538 h 173780"/>
                  <a:gd name="connsiteX29" fmla="*/ 119284 w 149787"/>
                  <a:gd name="connsiteY29" fmla="*/ 124745 h 173780"/>
                  <a:gd name="connsiteX30" fmla="*/ 113911 w 149787"/>
                  <a:gd name="connsiteY30" fmla="*/ 130122 h 173780"/>
                  <a:gd name="connsiteX31" fmla="*/ 112837 w 149787"/>
                  <a:gd name="connsiteY31" fmla="*/ 132272 h 173780"/>
                  <a:gd name="connsiteX32" fmla="*/ 111762 w 149787"/>
                  <a:gd name="connsiteY32" fmla="*/ 135498 h 173780"/>
                  <a:gd name="connsiteX33" fmla="*/ 110687 w 149787"/>
                  <a:gd name="connsiteY33" fmla="*/ 137649 h 173780"/>
                  <a:gd name="connsiteX34" fmla="*/ 103165 w 149787"/>
                  <a:gd name="connsiteY34" fmla="*/ 143026 h 173780"/>
                  <a:gd name="connsiteX35" fmla="*/ 94568 w 149787"/>
                  <a:gd name="connsiteY35" fmla="*/ 149478 h 173780"/>
                  <a:gd name="connsiteX36" fmla="*/ 91344 w 149787"/>
                  <a:gd name="connsiteY36" fmla="*/ 152705 h 173780"/>
                  <a:gd name="connsiteX37" fmla="*/ 90269 w 149787"/>
                  <a:gd name="connsiteY37" fmla="*/ 153780 h 173780"/>
                  <a:gd name="connsiteX38" fmla="*/ 80598 w 149787"/>
                  <a:gd name="connsiteY38" fmla="*/ 159157 h 173780"/>
                  <a:gd name="connsiteX39" fmla="*/ 65553 w 149787"/>
                  <a:gd name="connsiteY39" fmla="*/ 167760 h 173780"/>
                  <a:gd name="connsiteX40" fmla="*/ 55881 w 149787"/>
                  <a:gd name="connsiteY40" fmla="*/ 170986 h 173780"/>
                  <a:gd name="connsiteX41" fmla="*/ 39762 w 149787"/>
                  <a:gd name="connsiteY41" fmla="*/ 173137 h 173780"/>
                  <a:gd name="connsiteX42" fmla="*/ 24716 w 149787"/>
                  <a:gd name="connsiteY42" fmla="*/ 170986 h 173780"/>
                  <a:gd name="connsiteX43" fmla="*/ 15045 w 149787"/>
                  <a:gd name="connsiteY43" fmla="*/ 165609 h 173780"/>
                  <a:gd name="connsiteX44" fmla="*/ 15045 w 149787"/>
                  <a:gd name="connsiteY44" fmla="*/ 166685 h 173780"/>
                  <a:gd name="connsiteX45" fmla="*/ 0 w 149787"/>
                  <a:gd name="connsiteY45" fmla="*/ 143026 h 173780"/>
                  <a:gd name="connsiteX46" fmla="*/ 82747 w 149787"/>
                  <a:gd name="connsiteY46" fmla="*/ 1075 h 173780"/>
                  <a:gd name="connsiteX47" fmla="*/ 87045 w 149787"/>
                  <a:gd name="connsiteY47" fmla="*/ 0 h 173780"/>
                  <a:gd name="connsiteX48" fmla="*/ 97792 w 149787"/>
                  <a:gd name="connsiteY48" fmla="*/ 13980 h 173780"/>
                  <a:gd name="connsiteX49" fmla="*/ 95642 w 149787"/>
                  <a:gd name="connsiteY49" fmla="*/ 21508 h 173780"/>
                  <a:gd name="connsiteX50" fmla="*/ 77374 w 149787"/>
                  <a:gd name="connsiteY50" fmla="*/ 34412 h 173780"/>
                  <a:gd name="connsiteX51" fmla="*/ 69851 w 149787"/>
                  <a:gd name="connsiteY51" fmla="*/ 39789 h 173780"/>
                  <a:gd name="connsiteX52" fmla="*/ 64478 w 149787"/>
                  <a:gd name="connsiteY52" fmla="*/ 44091 h 173780"/>
                  <a:gd name="connsiteX53" fmla="*/ 60179 w 149787"/>
                  <a:gd name="connsiteY53" fmla="*/ 47317 h 173780"/>
                  <a:gd name="connsiteX54" fmla="*/ 58030 w 149787"/>
                  <a:gd name="connsiteY54" fmla="*/ 48392 h 173780"/>
                  <a:gd name="connsiteX55" fmla="*/ 55881 w 149787"/>
                  <a:gd name="connsiteY55" fmla="*/ 47317 h 173780"/>
                  <a:gd name="connsiteX56" fmla="*/ 82747 w 149787"/>
                  <a:gd name="connsiteY56" fmla="*/ 1075 h 17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49787" h="173780">
                    <a:moveTo>
                      <a:pt x="0" y="143026"/>
                    </a:moveTo>
                    <a:cubicBezTo>
                      <a:pt x="0" y="139800"/>
                      <a:pt x="1074" y="131197"/>
                      <a:pt x="2149" y="129046"/>
                    </a:cubicBezTo>
                    <a:cubicBezTo>
                      <a:pt x="3224" y="125820"/>
                      <a:pt x="10746" y="109689"/>
                      <a:pt x="11821" y="109689"/>
                    </a:cubicBezTo>
                    <a:cubicBezTo>
                      <a:pt x="11821" y="109689"/>
                      <a:pt x="12896" y="109689"/>
                      <a:pt x="11821" y="108614"/>
                    </a:cubicBezTo>
                    <a:cubicBezTo>
                      <a:pt x="11821" y="108614"/>
                      <a:pt x="11821" y="107538"/>
                      <a:pt x="12896" y="106463"/>
                    </a:cubicBezTo>
                    <a:cubicBezTo>
                      <a:pt x="13970" y="105388"/>
                      <a:pt x="13970" y="105388"/>
                      <a:pt x="13970" y="104312"/>
                    </a:cubicBezTo>
                    <a:cubicBezTo>
                      <a:pt x="13970" y="103237"/>
                      <a:pt x="15045" y="101086"/>
                      <a:pt x="17194" y="97860"/>
                    </a:cubicBezTo>
                    <a:cubicBezTo>
                      <a:pt x="19343" y="94634"/>
                      <a:pt x="20418" y="92483"/>
                      <a:pt x="20418" y="92483"/>
                    </a:cubicBezTo>
                    <a:cubicBezTo>
                      <a:pt x="20418" y="92483"/>
                      <a:pt x="21493" y="91408"/>
                      <a:pt x="22567" y="90332"/>
                    </a:cubicBezTo>
                    <a:cubicBezTo>
                      <a:pt x="23642" y="89257"/>
                      <a:pt x="25791" y="86031"/>
                      <a:pt x="27940" y="82805"/>
                    </a:cubicBezTo>
                    <a:cubicBezTo>
                      <a:pt x="32239" y="76352"/>
                      <a:pt x="34388" y="74201"/>
                      <a:pt x="41910" y="74201"/>
                    </a:cubicBezTo>
                    <a:cubicBezTo>
                      <a:pt x="48359" y="74201"/>
                      <a:pt x="54806" y="77428"/>
                      <a:pt x="56956" y="82805"/>
                    </a:cubicBezTo>
                    <a:cubicBezTo>
                      <a:pt x="59105" y="86031"/>
                      <a:pt x="58030" y="88182"/>
                      <a:pt x="53732" y="95709"/>
                    </a:cubicBezTo>
                    <a:cubicBezTo>
                      <a:pt x="52657" y="96785"/>
                      <a:pt x="52657" y="97860"/>
                      <a:pt x="51582" y="100011"/>
                    </a:cubicBezTo>
                    <a:cubicBezTo>
                      <a:pt x="50508" y="101086"/>
                      <a:pt x="49433" y="103237"/>
                      <a:pt x="48359" y="104312"/>
                    </a:cubicBezTo>
                    <a:cubicBezTo>
                      <a:pt x="46209" y="105388"/>
                      <a:pt x="35463" y="120443"/>
                      <a:pt x="32239" y="126896"/>
                    </a:cubicBezTo>
                    <a:cubicBezTo>
                      <a:pt x="31164" y="129046"/>
                      <a:pt x="30090" y="130122"/>
                      <a:pt x="29015" y="130122"/>
                    </a:cubicBezTo>
                    <a:cubicBezTo>
                      <a:pt x="27940" y="130122"/>
                      <a:pt x="27940" y="131197"/>
                      <a:pt x="29015" y="131197"/>
                    </a:cubicBezTo>
                    <a:cubicBezTo>
                      <a:pt x="30090" y="131197"/>
                      <a:pt x="30090" y="132272"/>
                      <a:pt x="30090" y="133348"/>
                    </a:cubicBezTo>
                    <a:cubicBezTo>
                      <a:pt x="30090" y="134423"/>
                      <a:pt x="29015" y="134423"/>
                      <a:pt x="27940" y="133348"/>
                    </a:cubicBezTo>
                    <a:cubicBezTo>
                      <a:pt x="26866" y="132272"/>
                      <a:pt x="25791" y="133348"/>
                      <a:pt x="22567" y="139800"/>
                    </a:cubicBezTo>
                    <a:cubicBezTo>
                      <a:pt x="17194" y="148403"/>
                      <a:pt x="17194" y="153780"/>
                      <a:pt x="19343" y="153780"/>
                    </a:cubicBezTo>
                    <a:cubicBezTo>
                      <a:pt x="20418" y="153780"/>
                      <a:pt x="21493" y="154855"/>
                      <a:pt x="21493" y="154855"/>
                    </a:cubicBezTo>
                    <a:cubicBezTo>
                      <a:pt x="21493" y="155931"/>
                      <a:pt x="20418" y="157006"/>
                      <a:pt x="20418" y="158082"/>
                    </a:cubicBezTo>
                    <a:cubicBezTo>
                      <a:pt x="21493" y="159157"/>
                      <a:pt x="22567" y="159157"/>
                      <a:pt x="26866" y="159157"/>
                    </a:cubicBezTo>
                    <a:cubicBezTo>
                      <a:pt x="51582" y="158082"/>
                      <a:pt x="80598" y="139800"/>
                      <a:pt x="101015" y="125820"/>
                    </a:cubicBezTo>
                    <a:cubicBezTo>
                      <a:pt x="105314" y="122594"/>
                      <a:pt x="110687" y="119368"/>
                      <a:pt x="114986" y="116142"/>
                    </a:cubicBezTo>
                    <a:cubicBezTo>
                      <a:pt x="120359" y="112915"/>
                      <a:pt x="144001" y="94634"/>
                      <a:pt x="148300" y="96785"/>
                    </a:cubicBezTo>
                    <a:cubicBezTo>
                      <a:pt x="153673" y="98935"/>
                      <a:pt x="142926" y="106463"/>
                      <a:pt x="140777" y="107538"/>
                    </a:cubicBezTo>
                    <a:cubicBezTo>
                      <a:pt x="133254" y="112915"/>
                      <a:pt x="126807" y="120443"/>
                      <a:pt x="119284" y="124745"/>
                    </a:cubicBezTo>
                    <a:cubicBezTo>
                      <a:pt x="112837" y="129046"/>
                      <a:pt x="117135" y="125820"/>
                      <a:pt x="113911" y="130122"/>
                    </a:cubicBezTo>
                    <a:cubicBezTo>
                      <a:pt x="110687" y="134423"/>
                      <a:pt x="114986" y="129046"/>
                      <a:pt x="112837" y="132272"/>
                    </a:cubicBezTo>
                    <a:cubicBezTo>
                      <a:pt x="111762" y="133348"/>
                      <a:pt x="111762" y="134423"/>
                      <a:pt x="111762" y="135498"/>
                    </a:cubicBezTo>
                    <a:cubicBezTo>
                      <a:pt x="111762" y="136574"/>
                      <a:pt x="110687" y="136574"/>
                      <a:pt x="110687" y="137649"/>
                    </a:cubicBezTo>
                    <a:cubicBezTo>
                      <a:pt x="109613" y="138725"/>
                      <a:pt x="106389" y="140875"/>
                      <a:pt x="103165" y="143026"/>
                    </a:cubicBezTo>
                    <a:cubicBezTo>
                      <a:pt x="99941" y="145177"/>
                      <a:pt x="95642" y="148403"/>
                      <a:pt x="94568" y="149478"/>
                    </a:cubicBezTo>
                    <a:cubicBezTo>
                      <a:pt x="92418" y="150554"/>
                      <a:pt x="91344" y="151629"/>
                      <a:pt x="91344" y="152705"/>
                    </a:cubicBezTo>
                    <a:cubicBezTo>
                      <a:pt x="91344" y="152705"/>
                      <a:pt x="91344" y="153780"/>
                      <a:pt x="90269" y="153780"/>
                    </a:cubicBezTo>
                    <a:cubicBezTo>
                      <a:pt x="89195" y="153780"/>
                      <a:pt x="84896" y="155931"/>
                      <a:pt x="80598" y="159157"/>
                    </a:cubicBezTo>
                    <a:cubicBezTo>
                      <a:pt x="77374" y="162383"/>
                      <a:pt x="68776" y="167760"/>
                      <a:pt x="65553" y="167760"/>
                    </a:cubicBezTo>
                    <a:cubicBezTo>
                      <a:pt x="64478" y="167760"/>
                      <a:pt x="60179" y="169911"/>
                      <a:pt x="55881" y="170986"/>
                    </a:cubicBezTo>
                    <a:cubicBezTo>
                      <a:pt x="47284" y="174212"/>
                      <a:pt x="45135" y="174212"/>
                      <a:pt x="39762" y="173137"/>
                    </a:cubicBezTo>
                    <a:cubicBezTo>
                      <a:pt x="36537" y="172061"/>
                      <a:pt x="32239" y="172061"/>
                      <a:pt x="24716" y="170986"/>
                    </a:cubicBezTo>
                    <a:cubicBezTo>
                      <a:pt x="22567" y="170986"/>
                      <a:pt x="17194" y="167760"/>
                      <a:pt x="15045" y="165609"/>
                    </a:cubicBezTo>
                    <a:lnTo>
                      <a:pt x="15045" y="166685"/>
                    </a:lnTo>
                    <a:cubicBezTo>
                      <a:pt x="10746" y="163459"/>
                      <a:pt x="0" y="150554"/>
                      <a:pt x="0" y="143026"/>
                    </a:cubicBezTo>
                    <a:close/>
                    <a:moveTo>
                      <a:pt x="82747" y="1075"/>
                    </a:moveTo>
                    <a:cubicBezTo>
                      <a:pt x="83821" y="0"/>
                      <a:pt x="84896" y="0"/>
                      <a:pt x="87045" y="0"/>
                    </a:cubicBezTo>
                    <a:cubicBezTo>
                      <a:pt x="92418" y="0"/>
                      <a:pt x="96717" y="6452"/>
                      <a:pt x="97792" y="13980"/>
                    </a:cubicBezTo>
                    <a:cubicBezTo>
                      <a:pt x="97792" y="17206"/>
                      <a:pt x="97792" y="18282"/>
                      <a:pt x="95642" y="21508"/>
                    </a:cubicBezTo>
                    <a:cubicBezTo>
                      <a:pt x="90269" y="29036"/>
                      <a:pt x="81672" y="34412"/>
                      <a:pt x="77374" y="34412"/>
                    </a:cubicBezTo>
                    <a:cubicBezTo>
                      <a:pt x="76299" y="34412"/>
                      <a:pt x="70926" y="37638"/>
                      <a:pt x="69851" y="39789"/>
                    </a:cubicBezTo>
                    <a:cubicBezTo>
                      <a:pt x="68776" y="40865"/>
                      <a:pt x="66628" y="43015"/>
                      <a:pt x="64478" y="44091"/>
                    </a:cubicBezTo>
                    <a:cubicBezTo>
                      <a:pt x="62329" y="45166"/>
                      <a:pt x="60179" y="46242"/>
                      <a:pt x="60179" y="47317"/>
                    </a:cubicBezTo>
                    <a:cubicBezTo>
                      <a:pt x="60179" y="48392"/>
                      <a:pt x="59105" y="48392"/>
                      <a:pt x="58030" y="48392"/>
                    </a:cubicBezTo>
                    <a:cubicBezTo>
                      <a:pt x="55881" y="49468"/>
                      <a:pt x="55881" y="49468"/>
                      <a:pt x="55881" y="47317"/>
                    </a:cubicBezTo>
                    <a:cubicBezTo>
                      <a:pt x="53732" y="44091"/>
                      <a:pt x="78448" y="4301"/>
                      <a:pt x="82747" y="107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2" name="Freeform 1021">
                <a:extLst>
                  <a:ext uri="{FF2B5EF4-FFF2-40B4-BE49-F238E27FC236}">
                    <a16:creationId xmlns:a16="http://schemas.microsoft.com/office/drawing/2014/main" id="{812CD5FE-0DA8-B327-3FC9-D41BA0C2337D}"/>
                  </a:ext>
                </a:extLst>
              </p:cNvPr>
              <p:cNvSpPr/>
              <p:nvPr/>
            </p:nvSpPr>
            <p:spPr>
              <a:xfrm>
                <a:off x="7990321" y="5574662"/>
                <a:ext cx="162473" cy="98935"/>
              </a:xfrm>
              <a:custGeom>
                <a:avLst/>
                <a:gdLst>
                  <a:gd name="connsiteX0" fmla="*/ 4299 w 162473"/>
                  <a:gd name="connsiteY0" fmla="*/ 59146 h 98935"/>
                  <a:gd name="connsiteX1" fmla="*/ 6448 w 162473"/>
                  <a:gd name="connsiteY1" fmla="*/ 52694 h 98935"/>
                  <a:gd name="connsiteX2" fmla="*/ 7523 w 162473"/>
                  <a:gd name="connsiteY2" fmla="*/ 50543 h 98935"/>
                  <a:gd name="connsiteX3" fmla="*/ 23642 w 162473"/>
                  <a:gd name="connsiteY3" fmla="*/ 26885 h 98935"/>
                  <a:gd name="connsiteX4" fmla="*/ 50508 w 162473"/>
                  <a:gd name="connsiteY4" fmla="*/ 12904 h 98935"/>
                  <a:gd name="connsiteX5" fmla="*/ 60180 w 162473"/>
                  <a:gd name="connsiteY5" fmla="*/ 30111 h 98935"/>
                  <a:gd name="connsiteX6" fmla="*/ 39762 w 162473"/>
                  <a:gd name="connsiteY6" fmla="*/ 47317 h 98935"/>
                  <a:gd name="connsiteX7" fmla="*/ 38687 w 162473"/>
                  <a:gd name="connsiteY7" fmla="*/ 48392 h 98935"/>
                  <a:gd name="connsiteX8" fmla="*/ 20418 w 162473"/>
                  <a:gd name="connsiteY8" fmla="*/ 75277 h 98935"/>
                  <a:gd name="connsiteX9" fmla="*/ 19343 w 162473"/>
                  <a:gd name="connsiteY9" fmla="*/ 84955 h 98935"/>
                  <a:gd name="connsiteX10" fmla="*/ 47284 w 162473"/>
                  <a:gd name="connsiteY10" fmla="*/ 67749 h 98935"/>
                  <a:gd name="connsiteX11" fmla="*/ 73075 w 162473"/>
                  <a:gd name="connsiteY11" fmla="*/ 34412 h 98935"/>
                  <a:gd name="connsiteX12" fmla="*/ 68777 w 162473"/>
                  <a:gd name="connsiteY12" fmla="*/ 18281 h 98935"/>
                  <a:gd name="connsiteX13" fmla="*/ 67702 w 162473"/>
                  <a:gd name="connsiteY13" fmla="*/ 1075 h 98935"/>
                  <a:gd name="connsiteX14" fmla="*/ 70926 w 162473"/>
                  <a:gd name="connsiteY14" fmla="*/ 0 h 98935"/>
                  <a:gd name="connsiteX15" fmla="*/ 83821 w 162473"/>
                  <a:gd name="connsiteY15" fmla="*/ 4301 h 98935"/>
                  <a:gd name="connsiteX16" fmla="*/ 91344 w 162473"/>
                  <a:gd name="connsiteY16" fmla="*/ 24734 h 98935"/>
                  <a:gd name="connsiteX17" fmla="*/ 92419 w 162473"/>
                  <a:gd name="connsiteY17" fmla="*/ 24734 h 98935"/>
                  <a:gd name="connsiteX18" fmla="*/ 91344 w 162473"/>
                  <a:gd name="connsiteY18" fmla="*/ 27960 h 98935"/>
                  <a:gd name="connsiteX19" fmla="*/ 92419 w 162473"/>
                  <a:gd name="connsiteY19" fmla="*/ 33337 h 98935"/>
                  <a:gd name="connsiteX20" fmla="*/ 94568 w 162473"/>
                  <a:gd name="connsiteY20" fmla="*/ 27960 h 98935"/>
                  <a:gd name="connsiteX21" fmla="*/ 93493 w 162473"/>
                  <a:gd name="connsiteY21" fmla="*/ 34412 h 98935"/>
                  <a:gd name="connsiteX22" fmla="*/ 110687 w 162473"/>
                  <a:gd name="connsiteY22" fmla="*/ 37638 h 98935"/>
                  <a:gd name="connsiteX23" fmla="*/ 159046 w 162473"/>
                  <a:gd name="connsiteY23" fmla="*/ 23658 h 98935"/>
                  <a:gd name="connsiteX24" fmla="*/ 160121 w 162473"/>
                  <a:gd name="connsiteY24" fmla="*/ 22583 h 98935"/>
                  <a:gd name="connsiteX25" fmla="*/ 162270 w 162473"/>
                  <a:gd name="connsiteY25" fmla="*/ 21508 h 98935"/>
                  <a:gd name="connsiteX26" fmla="*/ 153673 w 162473"/>
                  <a:gd name="connsiteY26" fmla="*/ 30111 h 98935"/>
                  <a:gd name="connsiteX27" fmla="*/ 98867 w 162473"/>
                  <a:gd name="connsiteY27" fmla="*/ 52694 h 98935"/>
                  <a:gd name="connsiteX28" fmla="*/ 84897 w 162473"/>
                  <a:gd name="connsiteY28" fmla="*/ 49468 h 98935"/>
                  <a:gd name="connsiteX29" fmla="*/ 81673 w 162473"/>
                  <a:gd name="connsiteY29" fmla="*/ 53769 h 98935"/>
                  <a:gd name="connsiteX30" fmla="*/ 75225 w 162473"/>
                  <a:gd name="connsiteY30" fmla="*/ 63448 h 98935"/>
                  <a:gd name="connsiteX31" fmla="*/ 74150 w 162473"/>
                  <a:gd name="connsiteY31" fmla="*/ 66674 h 98935"/>
                  <a:gd name="connsiteX32" fmla="*/ 42985 w 162473"/>
                  <a:gd name="connsiteY32" fmla="*/ 93558 h 98935"/>
                  <a:gd name="connsiteX33" fmla="*/ 37612 w 162473"/>
                  <a:gd name="connsiteY33" fmla="*/ 95709 h 98935"/>
                  <a:gd name="connsiteX34" fmla="*/ 25792 w 162473"/>
                  <a:gd name="connsiteY34" fmla="*/ 98935 h 98935"/>
                  <a:gd name="connsiteX35" fmla="*/ 6448 w 162473"/>
                  <a:gd name="connsiteY35" fmla="*/ 90332 h 98935"/>
                  <a:gd name="connsiteX36" fmla="*/ 4299 w 162473"/>
                  <a:gd name="connsiteY36" fmla="*/ 87106 h 98935"/>
                  <a:gd name="connsiteX37" fmla="*/ 0 w 162473"/>
                  <a:gd name="connsiteY37" fmla="*/ 78503 h 98935"/>
                  <a:gd name="connsiteX38" fmla="*/ 4299 w 162473"/>
                  <a:gd name="connsiteY38" fmla="*/ 59146 h 9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8935">
                    <a:moveTo>
                      <a:pt x="4299" y="59146"/>
                    </a:moveTo>
                    <a:cubicBezTo>
                      <a:pt x="5373" y="55920"/>
                      <a:pt x="6448" y="52694"/>
                      <a:pt x="6448" y="52694"/>
                    </a:cubicBezTo>
                    <a:cubicBezTo>
                      <a:pt x="6448" y="52694"/>
                      <a:pt x="7523" y="51618"/>
                      <a:pt x="7523" y="50543"/>
                    </a:cubicBezTo>
                    <a:cubicBezTo>
                      <a:pt x="12896" y="41940"/>
                      <a:pt x="17195" y="34412"/>
                      <a:pt x="23642" y="26885"/>
                    </a:cubicBezTo>
                    <a:cubicBezTo>
                      <a:pt x="32239" y="17206"/>
                      <a:pt x="36538" y="12904"/>
                      <a:pt x="50508" y="12904"/>
                    </a:cubicBezTo>
                    <a:cubicBezTo>
                      <a:pt x="62329" y="12904"/>
                      <a:pt x="70926" y="19357"/>
                      <a:pt x="60180" y="30111"/>
                    </a:cubicBezTo>
                    <a:cubicBezTo>
                      <a:pt x="53732" y="36563"/>
                      <a:pt x="47284" y="39789"/>
                      <a:pt x="39762" y="47317"/>
                    </a:cubicBezTo>
                    <a:lnTo>
                      <a:pt x="38687" y="48392"/>
                    </a:lnTo>
                    <a:cubicBezTo>
                      <a:pt x="31165" y="53769"/>
                      <a:pt x="23642" y="66674"/>
                      <a:pt x="20418" y="75277"/>
                    </a:cubicBezTo>
                    <a:cubicBezTo>
                      <a:pt x="18269" y="81729"/>
                      <a:pt x="18269" y="84955"/>
                      <a:pt x="19343" y="84955"/>
                    </a:cubicBezTo>
                    <a:cubicBezTo>
                      <a:pt x="26866" y="83880"/>
                      <a:pt x="41911" y="74201"/>
                      <a:pt x="47284" y="67749"/>
                    </a:cubicBezTo>
                    <a:cubicBezTo>
                      <a:pt x="51582" y="63448"/>
                      <a:pt x="74150" y="38714"/>
                      <a:pt x="73075" y="34412"/>
                    </a:cubicBezTo>
                    <a:cubicBezTo>
                      <a:pt x="72001" y="30111"/>
                      <a:pt x="69851" y="23658"/>
                      <a:pt x="68777" y="18281"/>
                    </a:cubicBezTo>
                    <a:cubicBezTo>
                      <a:pt x="67702" y="15055"/>
                      <a:pt x="65553" y="3226"/>
                      <a:pt x="67702" y="1075"/>
                    </a:cubicBezTo>
                    <a:cubicBezTo>
                      <a:pt x="68777" y="0"/>
                      <a:pt x="69851" y="0"/>
                      <a:pt x="70926" y="0"/>
                    </a:cubicBezTo>
                    <a:cubicBezTo>
                      <a:pt x="75225" y="0"/>
                      <a:pt x="80598" y="2151"/>
                      <a:pt x="83821" y="4301"/>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70" y="34412"/>
                      <a:pt x="92419" y="33337"/>
                    </a:cubicBezTo>
                    <a:cubicBezTo>
                      <a:pt x="93493" y="33337"/>
                      <a:pt x="94568" y="16131"/>
                      <a:pt x="94568" y="27960"/>
                    </a:cubicBezTo>
                    <a:cubicBezTo>
                      <a:pt x="94568" y="30111"/>
                      <a:pt x="93493" y="32262"/>
                      <a:pt x="93493" y="34412"/>
                    </a:cubicBezTo>
                    <a:cubicBezTo>
                      <a:pt x="98867" y="36563"/>
                      <a:pt x="105314" y="37638"/>
                      <a:pt x="110687" y="37638"/>
                    </a:cubicBezTo>
                    <a:cubicBezTo>
                      <a:pt x="127882" y="37638"/>
                      <a:pt x="145076" y="31186"/>
                      <a:pt x="159046" y="23658"/>
                    </a:cubicBezTo>
                    <a:lnTo>
                      <a:pt x="160121" y="22583"/>
                    </a:lnTo>
                    <a:cubicBezTo>
                      <a:pt x="161195" y="21508"/>
                      <a:pt x="162270" y="21508"/>
                      <a:pt x="162270" y="21508"/>
                    </a:cubicBezTo>
                    <a:cubicBezTo>
                      <a:pt x="163345" y="21508"/>
                      <a:pt x="160121" y="24734"/>
                      <a:pt x="153673" y="30111"/>
                    </a:cubicBezTo>
                    <a:cubicBezTo>
                      <a:pt x="140778" y="39789"/>
                      <a:pt x="118210" y="52694"/>
                      <a:pt x="98867" y="52694"/>
                    </a:cubicBezTo>
                    <a:cubicBezTo>
                      <a:pt x="94568" y="52694"/>
                      <a:pt x="89195" y="51618"/>
                      <a:pt x="84897" y="49468"/>
                    </a:cubicBezTo>
                    <a:cubicBezTo>
                      <a:pt x="83821" y="50543"/>
                      <a:pt x="82747" y="51618"/>
                      <a:pt x="81673" y="53769"/>
                    </a:cubicBezTo>
                    <a:cubicBezTo>
                      <a:pt x="78448" y="60222"/>
                      <a:pt x="76300" y="61297"/>
                      <a:pt x="75225" y="63448"/>
                    </a:cubicBezTo>
                    <a:cubicBezTo>
                      <a:pt x="74150" y="64523"/>
                      <a:pt x="74150" y="65599"/>
                      <a:pt x="74150" y="66674"/>
                    </a:cubicBezTo>
                    <a:cubicBezTo>
                      <a:pt x="74150" y="70975"/>
                      <a:pt x="48359" y="91408"/>
                      <a:pt x="42985" y="93558"/>
                    </a:cubicBezTo>
                    <a:cubicBezTo>
                      <a:pt x="41911" y="93558"/>
                      <a:pt x="39762" y="94634"/>
                      <a:pt x="37612" y="95709"/>
                    </a:cubicBezTo>
                    <a:cubicBezTo>
                      <a:pt x="33314" y="97860"/>
                      <a:pt x="29015" y="98935"/>
                      <a:pt x="25792" y="98935"/>
                    </a:cubicBezTo>
                    <a:cubicBezTo>
                      <a:pt x="19343" y="98935"/>
                      <a:pt x="11821" y="95709"/>
                      <a:pt x="6448" y="90332"/>
                    </a:cubicBezTo>
                    <a:cubicBezTo>
                      <a:pt x="5373" y="88181"/>
                      <a:pt x="4299" y="87106"/>
                      <a:pt x="4299" y="87106"/>
                    </a:cubicBezTo>
                    <a:cubicBezTo>
                      <a:pt x="3224" y="88181"/>
                      <a:pt x="1075" y="84955"/>
                      <a:pt x="0" y="78503"/>
                    </a:cubicBezTo>
                    <a:cubicBezTo>
                      <a:pt x="1075" y="72051"/>
                      <a:pt x="1075" y="68825"/>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3" name="Freeform 1022">
                <a:extLst>
                  <a:ext uri="{FF2B5EF4-FFF2-40B4-BE49-F238E27FC236}">
                    <a16:creationId xmlns:a16="http://schemas.microsoft.com/office/drawing/2014/main" id="{2810533A-888A-6765-ABA2-5F1142878A0E}"/>
                  </a:ext>
                </a:extLst>
              </p:cNvPr>
              <p:cNvSpPr/>
              <p:nvPr/>
            </p:nvSpPr>
            <p:spPr>
              <a:xfrm>
                <a:off x="8113739" y="5573586"/>
                <a:ext cx="218960" cy="94907"/>
              </a:xfrm>
              <a:custGeom>
                <a:avLst/>
                <a:gdLst>
                  <a:gd name="connsiteX0" fmla="*/ 1241 w 218960"/>
                  <a:gd name="connsiteY0" fmla="*/ 73126 h 94907"/>
                  <a:gd name="connsiteX1" fmla="*/ 5539 w 218960"/>
                  <a:gd name="connsiteY1" fmla="*/ 62372 h 94907"/>
                  <a:gd name="connsiteX2" fmla="*/ 6614 w 218960"/>
                  <a:gd name="connsiteY2" fmla="*/ 60222 h 94907"/>
                  <a:gd name="connsiteX3" fmla="*/ 10912 w 218960"/>
                  <a:gd name="connsiteY3" fmla="*/ 52694 h 94907"/>
                  <a:gd name="connsiteX4" fmla="*/ 16286 w 218960"/>
                  <a:gd name="connsiteY4" fmla="*/ 43015 h 94907"/>
                  <a:gd name="connsiteX5" fmla="*/ 18435 w 218960"/>
                  <a:gd name="connsiteY5" fmla="*/ 38714 h 94907"/>
                  <a:gd name="connsiteX6" fmla="*/ 21659 w 218960"/>
                  <a:gd name="connsiteY6" fmla="*/ 33337 h 94907"/>
                  <a:gd name="connsiteX7" fmla="*/ 24883 w 218960"/>
                  <a:gd name="connsiteY7" fmla="*/ 27960 h 94907"/>
                  <a:gd name="connsiteX8" fmla="*/ 27032 w 218960"/>
                  <a:gd name="connsiteY8" fmla="*/ 24734 h 94907"/>
                  <a:gd name="connsiteX9" fmla="*/ 33480 w 218960"/>
                  <a:gd name="connsiteY9" fmla="*/ 15055 h 94907"/>
                  <a:gd name="connsiteX10" fmla="*/ 44226 w 218960"/>
                  <a:gd name="connsiteY10" fmla="*/ 2151 h 94907"/>
                  <a:gd name="connsiteX11" fmla="*/ 46375 w 218960"/>
                  <a:gd name="connsiteY11" fmla="*/ 1075 h 94907"/>
                  <a:gd name="connsiteX12" fmla="*/ 48525 w 218960"/>
                  <a:gd name="connsiteY12" fmla="*/ 0 h 94907"/>
                  <a:gd name="connsiteX13" fmla="*/ 62495 w 218960"/>
                  <a:gd name="connsiteY13" fmla="*/ 10754 h 94907"/>
                  <a:gd name="connsiteX14" fmla="*/ 57122 w 218960"/>
                  <a:gd name="connsiteY14" fmla="*/ 23659 h 94907"/>
                  <a:gd name="connsiteX15" fmla="*/ 53898 w 218960"/>
                  <a:gd name="connsiteY15" fmla="*/ 29036 h 94907"/>
                  <a:gd name="connsiteX16" fmla="*/ 50674 w 218960"/>
                  <a:gd name="connsiteY16" fmla="*/ 34412 h 94907"/>
                  <a:gd name="connsiteX17" fmla="*/ 43151 w 218960"/>
                  <a:gd name="connsiteY17" fmla="*/ 45166 h 94907"/>
                  <a:gd name="connsiteX18" fmla="*/ 44226 w 218960"/>
                  <a:gd name="connsiteY18" fmla="*/ 47317 h 94907"/>
                  <a:gd name="connsiteX19" fmla="*/ 94734 w 218960"/>
                  <a:gd name="connsiteY19" fmla="*/ 19357 h 94907"/>
                  <a:gd name="connsiteX20" fmla="*/ 102256 w 218960"/>
                  <a:gd name="connsiteY20" fmla="*/ 20432 h 94907"/>
                  <a:gd name="connsiteX21" fmla="*/ 106555 w 218960"/>
                  <a:gd name="connsiteY21" fmla="*/ 22583 h 94907"/>
                  <a:gd name="connsiteX22" fmla="*/ 117302 w 218960"/>
                  <a:gd name="connsiteY22" fmla="*/ 35488 h 94907"/>
                  <a:gd name="connsiteX23" fmla="*/ 117302 w 218960"/>
                  <a:gd name="connsiteY23" fmla="*/ 48392 h 94907"/>
                  <a:gd name="connsiteX24" fmla="*/ 117302 w 218960"/>
                  <a:gd name="connsiteY24" fmla="*/ 62372 h 94907"/>
                  <a:gd name="connsiteX25" fmla="*/ 124824 w 218960"/>
                  <a:gd name="connsiteY25" fmla="*/ 63448 h 94907"/>
                  <a:gd name="connsiteX26" fmla="*/ 192526 w 218960"/>
                  <a:gd name="connsiteY26" fmla="*/ 37638 h 94907"/>
                  <a:gd name="connsiteX27" fmla="*/ 198974 w 218960"/>
                  <a:gd name="connsiteY27" fmla="*/ 34412 h 94907"/>
                  <a:gd name="connsiteX28" fmla="*/ 214019 w 218960"/>
                  <a:gd name="connsiteY28" fmla="*/ 25809 h 94907"/>
                  <a:gd name="connsiteX29" fmla="*/ 218317 w 218960"/>
                  <a:gd name="connsiteY29" fmla="*/ 24734 h 94907"/>
                  <a:gd name="connsiteX30" fmla="*/ 216168 w 218960"/>
                  <a:gd name="connsiteY30" fmla="*/ 27960 h 94907"/>
                  <a:gd name="connsiteX31" fmla="*/ 211869 w 218960"/>
                  <a:gd name="connsiteY31" fmla="*/ 31186 h 94907"/>
                  <a:gd name="connsiteX32" fmla="*/ 211869 w 218960"/>
                  <a:gd name="connsiteY32" fmla="*/ 32262 h 94907"/>
                  <a:gd name="connsiteX33" fmla="*/ 196824 w 218960"/>
                  <a:gd name="connsiteY33" fmla="*/ 47317 h 94907"/>
                  <a:gd name="connsiteX34" fmla="*/ 192526 w 218960"/>
                  <a:gd name="connsiteY34" fmla="*/ 50543 h 94907"/>
                  <a:gd name="connsiteX35" fmla="*/ 187153 w 218960"/>
                  <a:gd name="connsiteY35" fmla="*/ 53769 h 94907"/>
                  <a:gd name="connsiteX36" fmla="*/ 186078 w 218960"/>
                  <a:gd name="connsiteY36" fmla="*/ 54845 h 94907"/>
                  <a:gd name="connsiteX37" fmla="*/ 187153 w 218960"/>
                  <a:gd name="connsiteY37" fmla="*/ 55920 h 94907"/>
                  <a:gd name="connsiteX38" fmla="*/ 185004 w 218960"/>
                  <a:gd name="connsiteY38" fmla="*/ 56995 h 94907"/>
                  <a:gd name="connsiteX39" fmla="*/ 181780 w 218960"/>
                  <a:gd name="connsiteY39" fmla="*/ 59146 h 94907"/>
                  <a:gd name="connsiteX40" fmla="*/ 176407 w 218960"/>
                  <a:gd name="connsiteY40" fmla="*/ 62372 h 94907"/>
                  <a:gd name="connsiteX41" fmla="*/ 171033 w 218960"/>
                  <a:gd name="connsiteY41" fmla="*/ 65599 h 94907"/>
                  <a:gd name="connsiteX42" fmla="*/ 172108 w 218960"/>
                  <a:gd name="connsiteY42" fmla="*/ 66674 h 94907"/>
                  <a:gd name="connsiteX43" fmla="*/ 180705 w 218960"/>
                  <a:gd name="connsiteY43" fmla="*/ 63448 h 94907"/>
                  <a:gd name="connsiteX44" fmla="*/ 181780 w 218960"/>
                  <a:gd name="connsiteY44" fmla="*/ 63448 h 94907"/>
                  <a:gd name="connsiteX45" fmla="*/ 164585 w 218960"/>
                  <a:gd name="connsiteY45" fmla="*/ 72051 h 94907"/>
                  <a:gd name="connsiteX46" fmla="*/ 157063 w 218960"/>
                  <a:gd name="connsiteY46" fmla="*/ 76352 h 94907"/>
                  <a:gd name="connsiteX47" fmla="*/ 131272 w 218960"/>
                  <a:gd name="connsiteY47" fmla="*/ 79578 h 94907"/>
                  <a:gd name="connsiteX48" fmla="*/ 125899 w 218960"/>
                  <a:gd name="connsiteY48" fmla="*/ 78503 h 94907"/>
                  <a:gd name="connsiteX49" fmla="*/ 97958 w 218960"/>
                  <a:gd name="connsiteY49" fmla="*/ 52694 h 94907"/>
                  <a:gd name="connsiteX50" fmla="*/ 96883 w 218960"/>
                  <a:gd name="connsiteY50" fmla="*/ 43015 h 94907"/>
                  <a:gd name="connsiteX51" fmla="*/ 94734 w 218960"/>
                  <a:gd name="connsiteY51" fmla="*/ 35488 h 94907"/>
                  <a:gd name="connsiteX52" fmla="*/ 92585 w 218960"/>
                  <a:gd name="connsiteY52" fmla="*/ 35488 h 94907"/>
                  <a:gd name="connsiteX53" fmla="*/ 88286 w 218960"/>
                  <a:gd name="connsiteY53" fmla="*/ 37638 h 94907"/>
                  <a:gd name="connsiteX54" fmla="*/ 81839 w 218960"/>
                  <a:gd name="connsiteY54" fmla="*/ 40864 h 94907"/>
                  <a:gd name="connsiteX55" fmla="*/ 78614 w 218960"/>
                  <a:gd name="connsiteY55" fmla="*/ 43015 h 94907"/>
                  <a:gd name="connsiteX56" fmla="*/ 77540 w 218960"/>
                  <a:gd name="connsiteY56" fmla="*/ 44091 h 94907"/>
                  <a:gd name="connsiteX57" fmla="*/ 76466 w 218960"/>
                  <a:gd name="connsiteY57" fmla="*/ 45166 h 94907"/>
                  <a:gd name="connsiteX58" fmla="*/ 75391 w 218960"/>
                  <a:gd name="connsiteY58" fmla="*/ 46241 h 94907"/>
                  <a:gd name="connsiteX59" fmla="*/ 73241 w 218960"/>
                  <a:gd name="connsiteY59" fmla="*/ 47317 h 94907"/>
                  <a:gd name="connsiteX60" fmla="*/ 70017 w 218960"/>
                  <a:gd name="connsiteY60" fmla="*/ 48392 h 94907"/>
                  <a:gd name="connsiteX61" fmla="*/ 64644 w 218960"/>
                  <a:gd name="connsiteY61" fmla="*/ 52694 h 94907"/>
                  <a:gd name="connsiteX62" fmla="*/ 36704 w 218960"/>
                  <a:gd name="connsiteY62" fmla="*/ 77428 h 94907"/>
                  <a:gd name="connsiteX63" fmla="*/ 17361 w 218960"/>
                  <a:gd name="connsiteY63" fmla="*/ 94634 h 94907"/>
                  <a:gd name="connsiteX64" fmla="*/ 8763 w 218960"/>
                  <a:gd name="connsiteY64" fmla="*/ 89257 h 94907"/>
                  <a:gd name="connsiteX65" fmla="*/ 5539 w 218960"/>
                  <a:gd name="connsiteY65" fmla="*/ 86031 h 94907"/>
                  <a:gd name="connsiteX66" fmla="*/ 1241 w 218960"/>
                  <a:gd name="connsiteY66" fmla="*/ 77428 h 94907"/>
                  <a:gd name="connsiteX67" fmla="*/ 1241 w 218960"/>
                  <a:gd name="connsiteY67" fmla="*/ 73126 h 94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8960" h="94907">
                    <a:moveTo>
                      <a:pt x="1241" y="73126"/>
                    </a:moveTo>
                    <a:cubicBezTo>
                      <a:pt x="5539" y="64523"/>
                      <a:pt x="5539" y="63448"/>
                      <a:pt x="5539" y="62372"/>
                    </a:cubicBezTo>
                    <a:cubicBezTo>
                      <a:pt x="5539" y="62372"/>
                      <a:pt x="6614" y="61297"/>
                      <a:pt x="6614" y="60222"/>
                    </a:cubicBezTo>
                    <a:cubicBezTo>
                      <a:pt x="7689" y="59146"/>
                      <a:pt x="9838" y="55920"/>
                      <a:pt x="10912" y="52694"/>
                    </a:cubicBezTo>
                    <a:cubicBezTo>
                      <a:pt x="11987" y="49468"/>
                      <a:pt x="15211" y="45166"/>
                      <a:pt x="16286" y="43015"/>
                    </a:cubicBezTo>
                    <a:cubicBezTo>
                      <a:pt x="17361" y="40864"/>
                      <a:pt x="18435" y="39789"/>
                      <a:pt x="18435" y="38714"/>
                    </a:cubicBezTo>
                    <a:cubicBezTo>
                      <a:pt x="18435" y="38714"/>
                      <a:pt x="19509" y="35488"/>
                      <a:pt x="21659" y="33337"/>
                    </a:cubicBezTo>
                    <a:cubicBezTo>
                      <a:pt x="23808" y="31186"/>
                      <a:pt x="24883" y="27960"/>
                      <a:pt x="24883" y="27960"/>
                    </a:cubicBezTo>
                    <a:cubicBezTo>
                      <a:pt x="24883" y="26885"/>
                      <a:pt x="25958" y="25809"/>
                      <a:pt x="27032" y="24734"/>
                    </a:cubicBezTo>
                    <a:cubicBezTo>
                      <a:pt x="28107" y="23659"/>
                      <a:pt x="30256" y="19357"/>
                      <a:pt x="33480" y="15055"/>
                    </a:cubicBezTo>
                    <a:cubicBezTo>
                      <a:pt x="39928" y="4301"/>
                      <a:pt x="42077" y="2151"/>
                      <a:pt x="44226" y="2151"/>
                    </a:cubicBezTo>
                    <a:cubicBezTo>
                      <a:pt x="45301" y="2151"/>
                      <a:pt x="46375" y="2151"/>
                      <a:pt x="46375" y="1075"/>
                    </a:cubicBezTo>
                    <a:cubicBezTo>
                      <a:pt x="46375" y="0"/>
                      <a:pt x="47450" y="0"/>
                      <a:pt x="48525" y="0"/>
                    </a:cubicBezTo>
                    <a:cubicBezTo>
                      <a:pt x="54973" y="0"/>
                      <a:pt x="62495" y="4301"/>
                      <a:pt x="62495" y="10754"/>
                    </a:cubicBezTo>
                    <a:cubicBezTo>
                      <a:pt x="62495" y="17206"/>
                      <a:pt x="60346" y="19357"/>
                      <a:pt x="57122" y="23659"/>
                    </a:cubicBezTo>
                    <a:cubicBezTo>
                      <a:pt x="56047" y="24734"/>
                      <a:pt x="53898" y="27960"/>
                      <a:pt x="53898" y="29036"/>
                    </a:cubicBezTo>
                    <a:cubicBezTo>
                      <a:pt x="52823" y="31186"/>
                      <a:pt x="51748" y="33337"/>
                      <a:pt x="50674" y="34412"/>
                    </a:cubicBezTo>
                    <a:cubicBezTo>
                      <a:pt x="48525" y="36563"/>
                      <a:pt x="45301" y="40864"/>
                      <a:pt x="43151" y="45166"/>
                    </a:cubicBezTo>
                    <a:cubicBezTo>
                      <a:pt x="41002" y="49468"/>
                      <a:pt x="41002" y="49468"/>
                      <a:pt x="44226" y="47317"/>
                    </a:cubicBezTo>
                    <a:cubicBezTo>
                      <a:pt x="56047" y="37638"/>
                      <a:pt x="78614" y="19357"/>
                      <a:pt x="94734" y="19357"/>
                    </a:cubicBezTo>
                    <a:cubicBezTo>
                      <a:pt x="99033" y="19357"/>
                      <a:pt x="101182" y="19357"/>
                      <a:pt x="102256" y="20432"/>
                    </a:cubicBezTo>
                    <a:cubicBezTo>
                      <a:pt x="103331" y="21508"/>
                      <a:pt x="104406" y="21508"/>
                      <a:pt x="106555" y="22583"/>
                    </a:cubicBezTo>
                    <a:cubicBezTo>
                      <a:pt x="110853" y="23659"/>
                      <a:pt x="115152" y="29036"/>
                      <a:pt x="117302" y="35488"/>
                    </a:cubicBezTo>
                    <a:cubicBezTo>
                      <a:pt x="118376" y="39789"/>
                      <a:pt x="118376" y="41940"/>
                      <a:pt x="117302" y="48392"/>
                    </a:cubicBezTo>
                    <a:cubicBezTo>
                      <a:pt x="116227" y="56995"/>
                      <a:pt x="116227" y="61297"/>
                      <a:pt x="117302" y="62372"/>
                    </a:cubicBezTo>
                    <a:cubicBezTo>
                      <a:pt x="118376" y="63448"/>
                      <a:pt x="121600" y="63448"/>
                      <a:pt x="124824" y="63448"/>
                    </a:cubicBezTo>
                    <a:cubicBezTo>
                      <a:pt x="143092" y="63448"/>
                      <a:pt x="178556" y="48392"/>
                      <a:pt x="192526" y="37638"/>
                    </a:cubicBezTo>
                    <a:cubicBezTo>
                      <a:pt x="193601" y="36563"/>
                      <a:pt x="195750" y="35488"/>
                      <a:pt x="198974" y="34412"/>
                    </a:cubicBezTo>
                    <a:cubicBezTo>
                      <a:pt x="208646" y="30111"/>
                      <a:pt x="209720" y="27960"/>
                      <a:pt x="214019" y="25809"/>
                    </a:cubicBezTo>
                    <a:cubicBezTo>
                      <a:pt x="216168" y="24734"/>
                      <a:pt x="218317" y="23659"/>
                      <a:pt x="218317" y="24734"/>
                    </a:cubicBezTo>
                    <a:cubicBezTo>
                      <a:pt x="219392" y="24734"/>
                      <a:pt x="219392" y="25809"/>
                      <a:pt x="216168" y="27960"/>
                    </a:cubicBezTo>
                    <a:cubicBezTo>
                      <a:pt x="214019" y="29036"/>
                      <a:pt x="211869" y="31186"/>
                      <a:pt x="211869" y="31186"/>
                    </a:cubicBezTo>
                    <a:cubicBezTo>
                      <a:pt x="210795" y="31186"/>
                      <a:pt x="210795" y="31186"/>
                      <a:pt x="211869" y="32262"/>
                    </a:cubicBezTo>
                    <a:cubicBezTo>
                      <a:pt x="211869" y="33337"/>
                      <a:pt x="198974" y="47317"/>
                      <a:pt x="196824" y="47317"/>
                    </a:cubicBezTo>
                    <a:cubicBezTo>
                      <a:pt x="195750" y="47317"/>
                      <a:pt x="194676" y="48392"/>
                      <a:pt x="192526" y="50543"/>
                    </a:cubicBezTo>
                    <a:cubicBezTo>
                      <a:pt x="190377" y="52694"/>
                      <a:pt x="188227" y="53769"/>
                      <a:pt x="187153" y="53769"/>
                    </a:cubicBezTo>
                    <a:cubicBezTo>
                      <a:pt x="186078" y="53769"/>
                      <a:pt x="186078" y="53769"/>
                      <a:pt x="186078" y="54845"/>
                    </a:cubicBezTo>
                    <a:cubicBezTo>
                      <a:pt x="186078" y="55920"/>
                      <a:pt x="187153" y="55920"/>
                      <a:pt x="187153" y="55920"/>
                    </a:cubicBezTo>
                    <a:cubicBezTo>
                      <a:pt x="188227" y="55920"/>
                      <a:pt x="187153" y="56995"/>
                      <a:pt x="185004" y="56995"/>
                    </a:cubicBezTo>
                    <a:cubicBezTo>
                      <a:pt x="182854" y="58071"/>
                      <a:pt x="181780" y="59146"/>
                      <a:pt x="181780" y="59146"/>
                    </a:cubicBezTo>
                    <a:cubicBezTo>
                      <a:pt x="181780" y="59146"/>
                      <a:pt x="179630" y="61297"/>
                      <a:pt x="176407" y="62372"/>
                    </a:cubicBezTo>
                    <a:cubicBezTo>
                      <a:pt x="173183" y="63448"/>
                      <a:pt x="171033" y="64523"/>
                      <a:pt x="171033" y="65599"/>
                    </a:cubicBezTo>
                    <a:cubicBezTo>
                      <a:pt x="171033" y="66674"/>
                      <a:pt x="171033" y="66674"/>
                      <a:pt x="172108" y="66674"/>
                    </a:cubicBezTo>
                    <a:cubicBezTo>
                      <a:pt x="175332" y="65599"/>
                      <a:pt x="177481" y="64523"/>
                      <a:pt x="180705" y="63448"/>
                    </a:cubicBezTo>
                    <a:cubicBezTo>
                      <a:pt x="183929" y="62372"/>
                      <a:pt x="183929" y="62372"/>
                      <a:pt x="181780" y="63448"/>
                    </a:cubicBezTo>
                    <a:cubicBezTo>
                      <a:pt x="179630" y="65599"/>
                      <a:pt x="174257" y="67749"/>
                      <a:pt x="164585" y="72051"/>
                    </a:cubicBezTo>
                    <a:cubicBezTo>
                      <a:pt x="161361" y="73126"/>
                      <a:pt x="158138" y="75277"/>
                      <a:pt x="157063" y="76352"/>
                    </a:cubicBezTo>
                    <a:cubicBezTo>
                      <a:pt x="154914" y="78503"/>
                      <a:pt x="133421" y="81729"/>
                      <a:pt x="131272" y="79578"/>
                    </a:cubicBezTo>
                    <a:cubicBezTo>
                      <a:pt x="130197" y="79578"/>
                      <a:pt x="128048" y="78503"/>
                      <a:pt x="125899" y="78503"/>
                    </a:cubicBezTo>
                    <a:cubicBezTo>
                      <a:pt x="117302" y="77428"/>
                      <a:pt x="100107" y="60222"/>
                      <a:pt x="97958" y="52694"/>
                    </a:cubicBezTo>
                    <a:cubicBezTo>
                      <a:pt x="97958" y="51618"/>
                      <a:pt x="96883" y="47317"/>
                      <a:pt x="96883" y="43015"/>
                    </a:cubicBezTo>
                    <a:cubicBezTo>
                      <a:pt x="95809" y="35488"/>
                      <a:pt x="95809" y="35488"/>
                      <a:pt x="94734" y="35488"/>
                    </a:cubicBezTo>
                    <a:cubicBezTo>
                      <a:pt x="93659" y="35488"/>
                      <a:pt x="92585" y="35488"/>
                      <a:pt x="92585" y="35488"/>
                    </a:cubicBezTo>
                    <a:cubicBezTo>
                      <a:pt x="92585" y="35488"/>
                      <a:pt x="90436" y="36563"/>
                      <a:pt x="88286" y="37638"/>
                    </a:cubicBezTo>
                    <a:cubicBezTo>
                      <a:pt x="86137" y="38714"/>
                      <a:pt x="82913" y="39789"/>
                      <a:pt x="81839" y="40864"/>
                    </a:cubicBezTo>
                    <a:cubicBezTo>
                      <a:pt x="80764" y="41940"/>
                      <a:pt x="79689" y="43015"/>
                      <a:pt x="78614" y="43015"/>
                    </a:cubicBezTo>
                    <a:cubicBezTo>
                      <a:pt x="77540" y="43015"/>
                      <a:pt x="77540" y="43015"/>
                      <a:pt x="77540" y="44091"/>
                    </a:cubicBezTo>
                    <a:cubicBezTo>
                      <a:pt x="77540" y="44091"/>
                      <a:pt x="76466" y="45166"/>
                      <a:pt x="76466" y="45166"/>
                    </a:cubicBezTo>
                    <a:cubicBezTo>
                      <a:pt x="76466" y="45166"/>
                      <a:pt x="75391" y="45166"/>
                      <a:pt x="75391" y="46241"/>
                    </a:cubicBezTo>
                    <a:cubicBezTo>
                      <a:pt x="75391" y="46241"/>
                      <a:pt x="74316" y="47317"/>
                      <a:pt x="73241" y="47317"/>
                    </a:cubicBezTo>
                    <a:cubicBezTo>
                      <a:pt x="72167" y="47317"/>
                      <a:pt x="71092" y="48392"/>
                      <a:pt x="70017" y="48392"/>
                    </a:cubicBezTo>
                    <a:cubicBezTo>
                      <a:pt x="68943" y="49468"/>
                      <a:pt x="66794" y="51618"/>
                      <a:pt x="64644" y="52694"/>
                    </a:cubicBezTo>
                    <a:cubicBezTo>
                      <a:pt x="57122" y="58071"/>
                      <a:pt x="42077" y="70975"/>
                      <a:pt x="36704" y="77428"/>
                    </a:cubicBezTo>
                    <a:cubicBezTo>
                      <a:pt x="31331" y="84955"/>
                      <a:pt x="20584" y="93559"/>
                      <a:pt x="17361" y="94634"/>
                    </a:cubicBezTo>
                    <a:cubicBezTo>
                      <a:pt x="14136" y="95709"/>
                      <a:pt x="9838" y="93559"/>
                      <a:pt x="8763" y="89257"/>
                    </a:cubicBezTo>
                    <a:cubicBezTo>
                      <a:pt x="7689" y="87106"/>
                      <a:pt x="6614" y="86031"/>
                      <a:pt x="5539" y="86031"/>
                    </a:cubicBezTo>
                    <a:cubicBezTo>
                      <a:pt x="4465" y="86031"/>
                      <a:pt x="2315" y="81729"/>
                      <a:pt x="1241" y="77428"/>
                    </a:cubicBezTo>
                    <a:cubicBezTo>
                      <a:pt x="-908" y="78503"/>
                      <a:pt x="166" y="76352"/>
                      <a:pt x="1241" y="7312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768" name="Graphic 29">
            <a:extLst>
              <a:ext uri="{FF2B5EF4-FFF2-40B4-BE49-F238E27FC236}">
                <a16:creationId xmlns:a16="http://schemas.microsoft.com/office/drawing/2014/main" id="{1B51489F-BC3A-3108-5F9F-DEAC0C845C9F}"/>
              </a:ext>
            </a:extLst>
          </p:cNvPr>
          <p:cNvGrpSpPr/>
          <p:nvPr/>
        </p:nvGrpSpPr>
        <p:grpSpPr>
          <a:xfrm>
            <a:off x="1939832" y="5654179"/>
            <a:ext cx="3969387" cy="454012"/>
            <a:chOff x="1551616" y="5728442"/>
            <a:chExt cx="3969387" cy="454012"/>
          </a:xfrm>
        </p:grpSpPr>
        <p:grpSp>
          <p:nvGrpSpPr>
            <p:cNvPr id="769" name="Graphic 29">
              <a:extLst>
                <a:ext uri="{FF2B5EF4-FFF2-40B4-BE49-F238E27FC236}">
                  <a16:creationId xmlns:a16="http://schemas.microsoft.com/office/drawing/2014/main" id="{6AE19F46-D94A-F77F-D2B6-175CF1F365E2}"/>
                </a:ext>
              </a:extLst>
            </p:cNvPr>
            <p:cNvGrpSpPr/>
            <p:nvPr/>
          </p:nvGrpSpPr>
          <p:grpSpPr>
            <a:xfrm>
              <a:off x="2921264" y="5762854"/>
              <a:ext cx="2599739" cy="419600"/>
              <a:chOff x="2921264" y="5762854"/>
              <a:chExt cx="2599739" cy="419600"/>
            </a:xfrm>
          </p:grpSpPr>
          <p:sp>
            <p:nvSpPr>
              <p:cNvPr id="770" name="Freeform 769">
                <a:extLst>
                  <a:ext uri="{FF2B5EF4-FFF2-40B4-BE49-F238E27FC236}">
                    <a16:creationId xmlns:a16="http://schemas.microsoft.com/office/drawing/2014/main" id="{B520742E-9974-2216-4807-9202A4D8351E}"/>
                  </a:ext>
                </a:extLst>
              </p:cNvPr>
              <p:cNvSpPr/>
              <p:nvPr/>
            </p:nvSpPr>
            <p:spPr>
              <a:xfrm>
                <a:off x="2943637" y="6003719"/>
                <a:ext cx="2577366" cy="178735"/>
              </a:xfrm>
              <a:custGeom>
                <a:avLst/>
                <a:gdLst>
                  <a:gd name="connsiteX0" fmla="*/ 1747358 w 1899956"/>
                  <a:gd name="connsiteY0" fmla="*/ 66160 h 131758"/>
                  <a:gd name="connsiteX1" fmla="*/ 1738761 w 1899956"/>
                  <a:gd name="connsiteY1" fmla="*/ 66160 h 131758"/>
                  <a:gd name="connsiteX2" fmla="*/ 1747358 w 1899956"/>
                  <a:gd name="connsiteY2" fmla="*/ 66160 h 131758"/>
                  <a:gd name="connsiteX3" fmla="*/ 1212189 w 1899956"/>
                  <a:gd name="connsiteY3" fmla="*/ 561 h 131758"/>
                  <a:gd name="connsiteX4" fmla="*/ 1374459 w 1899956"/>
                  <a:gd name="connsiteY4" fmla="*/ 7013 h 131758"/>
                  <a:gd name="connsiteX5" fmla="*/ 1374459 w 1899956"/>
                  <a:gd name="connsiteY5" fmla="*/ 11315 h 131758"/>
                  <a:gd name="connsiteX6" fmla="*/ 1383056 w 1899956"/>
                  <a:gd name="connsiteY6" fmla="*/ 7013 h 131758"/>
                  <a:gd name="connsiteX7" fmla="*/ 1391654 w 1899956"/>
                  <a:gd name="connsiteY7" fmla="*/ 11315 h 131758"/>
                  <a:gd name="connsiteX8" fmla="*/ 1390579 w 1899956"/>
                  <a:gd name="connsiteY8" fmla="*/ 8089 h 131758"/>
                  <a:gd name="connsiteX9" fmla="*/ 1402400 w 1899956"/>
                  <a:gd name="connsiteY9" fmla="*/ 12390 h 131758"/>
                  <a:gd name="connsiteX10" fmla="*/ 1406698 w 1899956"/>
                  <a:gd name="connsiteY10" fmla="*/ 8089 h 131758"/>
                  <a:gd name="connsiteX11" fmla="*/ 1486221 w 1899956"/>
                  <a:gd name="connsiteY11" fmla="*/ 18843 h 131758"/>
                  <a:gd name="connsiteX12" fmla="*/ 1636670 w 1899956"/>
                  <a:gd name="connsiteY12" fmla="*/ 32823 h 131758"/>
                  <a:gd name="connsiteX13" fmla="*/ 1667835 w 1899956"/>
                  <a:gd name="connsiteY13" fmla="*/ 37124 h 131758"/>
                  <a:gd name="connsiteX14" fmla="*/ 1700074 w 1899956"/>
                  <a:gd name="connsiteY14" fmla="*/ 41426 h 131758"/>
                  <a:gd name="connsiteX15" fmla="*/ 1728014 w 1899956"/>
                  <a:gd name="connsiteY15" fmla="*/ 46803 h 131758"/>
                  <a:gd name="connsiteX16" fmla="*/ 1747358 w 1899956"/>
                  <a:gd name="connsiteY16" fmla="*/ 50029 h 131758"/>
                  <a:gd name="connsiteX17" fmla="*/ 1810762 w 1899956"/>
                  <a:gd name="connsiteY17" fmla="*/ 55406 h 131758"/>
                  <a:gd name="connsiteX18" fmla="*/ 1815060 w 1899956"/>
                  <a:gd name="connsiteY18" fmla="*/ 59707 h 131758"/>
                  <a:gd name="connsiteX19" fmla="*/ 1832254 w 1899956"/>
                  <a:gd name="connsiteY19" fmla="*/ 56481 h 131758"/>
                  <a:gd name="connsiteX20" fmla="*/ 1846224 w 1899956"/>
                  <a:gd name="connsiteY20" fmla="*/ 61858 h 131758"/>
                  <a:gd name="connsiteX21" fmla="*/ 1877389 w 1899956"/>
                  <a:gd name="connsiteY21" fmla="*/ 66160 h 131758"/>
                  <a:gd name="connsiteX22" fmla="*/ 1899956 w 1899956"/>
                  <a:gd name="connsiteY22" fmla="*/ 74763 h 131758"/>
                  <a:gd name="connsiteX23" fmla="*/ 1853747 w 1899956"/>
                  <a:gd name="connsiteY23" fmla="*/ 70461 h 131758"/>
                  <a:gd name="connsiteX24" fmla="*/ 1839777 w 1899956"/>
                  <a:gd name="connsiteY24" fmla="*/ 67235 h 131758"/>
                  <a:gd name="connsiteX25" fmla="*/ 1808612 w 1899956"/>
                  <a:gd name="connsiteY25" fmla="*/ 72612 h 131758"/>
                  <a:gd name="connsiteX26" fmla="*/ 1805388 w 1899956"/>
                  <a:gd name="connsiteY26" fmla="*/ 67235 h 131758"/>
                  <a:gd name="connsiteX27" fmla="*/ 1753806 w 1899956"/>
                  <a:gd name="connsiteY27" fmla="*/ 62933 h 131758"/>
                  <a:gd name="connsiteX28" fmla="*/ 1794642 w 1899956"/>
                  <a:gd name="connsiteY28" fmla="*/ 74763 h 131758"/>
                  <a:gd name="connsiteX29" fmla="*/ 1798941 w 1899956"/>
                  <a:gd name="connsiteY29" fmla="*/ 80140 h 131758"/>
                  <a:gd name="connsiteX30" fmla="*/ 1803239 w 1899956"/>
                  <a:gd name="connsiteY30" fmla="*/ 75838 h 131758"/>
                  <a:gd name="connsiteX31" fmla="*/ 1888135 w 1899956"/>
                  <a:gd name="connsiteY31" fmla="*/ 95195 h 131758"/>
                  <a:gd name="connsiteX32" fmla="*/ 1827955 w 1899956"/>
                  <a:gd name="connsiteY32" fmla="*/ 88743 h 131758"/>
                  <a:gd name="connsiteX33" fmla="*/ 1728014 w 1899956"/>
                  <a:gd name="connsiteY33" fmla="*/ 79064 h 131758"/>
                  <a:gd name="connsiteX34" fmla="*/ 1723716 w 1899956"/>
                  <a:gd name="connsiteY34" fmla="*/ 74763 h 131758"/>
                  <a:gd name="connsiteX35" fmla="*/ 1701149 w 1899956"/>
                  <a:gd name="connsiteY35" fmla="*/ 74763 h 131758"/>
                  <a:gd name="connsiteX36" fmla="*/ 1241205 w 1899956"/>
                  <a:gd name="connsiteY36" fmla="*/ 46803 h 131758"/>
                  <a:gd name="connsiteX37" fmla="*/ 780185 w 1899956"/>
                  <a:gd name="connsiteY37" fmla="*/ 47878 h 131758"/>
                  <a:gd name="connsiteX38" fmla="*/ 89195 w 1899956"/>
                  <a:gd name="connsiteY38" fmla="*/ 123155 h 131758"/>
                  <a:gd name="connsiteX39" fmla="*/ 30090 w 1899956"/>
                  <a:gd name="connsiteY39" fmla="*/ 131758 h 131758"/>
                  <a:gd name="connsiteX40" fmla="*/ 24716 w 1899956"/>
                  <a:gd name="connsiteY40" fmla="*/ 119929 h 131758"/>
                  <a:gd name="connsiteX41" fmla="*/ 5373 w 1899956"/>
                  <a:gd name="connsiteY41" fmla="*/ 119929 h 131758"/>
                  <a:gd name="connsiteX42" fmla="*/ 0 w 1899956"/>
                  <a:gd name="connsiteY42" fmla="*/ 108100 h 131758"/>
                  <a:gd name="connsiteX43" fmla="*/ 25791 w 1899956"/>
                  <a:gd name="connsiteY43" fmla="*/ 96270 h 131758"/>
                  <a:gd name="connsiteX44" fmla="*/ 25791 w 1899956"/>
                  <a:gd name="connsiteY44" fmla="*/ 89818 h 131758"/>
                  <a:gd name="connsiteX45" fmla="*/ 203106 w 1899956"/>
                  <a:gd name="connsiteY45" fmla="*/ 48954 h 131758"/>
                  <a:gd name="connsiteX46" fmla="*/ 516900 w 1899956"/>
                  <a:gd name="connsiteY46" fmla="*/ 16692 h 131758"/>
                  <a:gd name="connsiteX47" fmla="*/ 589975 w 1899956"/>
                  <a:gd name="connsiteY47" fmla="*/ 15617 h 131758"/>
                  <a:gd name="connsiteX48" fmla="*/ 706036 w 1899956"/>
                  <a:gd name="connsiteY48" fmla="*/ 11315 h 131758"/>
                  <a:gd name="connsiteX49" fmla="*/ 790932 w 1899956"/>
                  <a:gd name="connsiteY49" fmla="*/ 7013 h 131758"/>
                  <a:gd name="connsiteX50" fmla="*/ 1235831 w 1899956"/>
                  <a:gd name="connsiteY50" fmla="*/ 2712 h 131758"/>
                  <a:gd name="connsiteX51" fmla="*/ 1212189 w 1899956"/>
                  <a:gd name="connsiteY51" fmla="*/ 561 h 13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99956" h="131758">
                    <a:moveTo>
                      <a:pt x="1747358" y="66160"/>
                    </a:moveTo>
                    <a:cubicBezTo>
                      <a:pt x="1744134" y="66160"/>
                      <a:pt x="1743059" y="66160"/>
                      <a:pt x="1738761" y="66160"/>
                    </a:cubicBezTo>
                    <a:cubicBezTo>
                      <a:pt x="1736611" y="70461"/>
                      <a:pt x="1747358" y="71536"/>
                      <a:pt x="1747358" y="66160"/>
                    </a:cubicBezTo>
                    <a:moveTo>
                      <a:pt x="1212189" y="561"/>
                    </a:moveTo>
                    <a:cubicBezTo>
                      <a:pt x="1261623" y="-2665"/>
                      <a:pt x="1320728" y="9164"/>
                      <a:pt x="1374459" y="7013"/>
                    </a:cubicBezTo>
                    <a:cubicBezTo>
                      <a:pt x="1374459" y="8089"/>
                      <a:pt x="1374459" y="10240"/>
                      <a:pt x="1374459" y="11315"/>
                    </a:cubicBezTo>
                    <a:cubicBezTo>
                      <a:pt x="1378758" y="11315"/>
                      <a:pt x="1378758" y="7013"/>
                      <a:pt x="1383056" y="7013"/>
                    </a:cubicBezTo>
                    <a:cubicBezTo>
                      <a:pt x="1388429" y="5938"/>
                      <a:pt x="1383056" y="13466"/>
                      <a:pt x="1391654" y="11315"/>
                    </a:cubicBezTo>
                    <a:cubicBezTo>
                      <a:pt x="1394877" y="11315"/>
                      <a:pt x="1391654" y="8089"/>
                      <a:pt x="1390579" y="8089"/>
                    </a:cubicBezTo>
                    <a:cubicBezTo>
                      <a:pt x="1394877" y="8089"/>
                      <a:pt x="1400251" y="8089"/>
                      <a:pt x="1402400" y="12390"/>
                    </a:cubicBezTo>
                    <a:cubicBezTo>
                      <a:pt x="1407773" y="12390"/>
                      <a:pt x="1398101" y="7013"/>
                      <a:pt x="1406698" y="8089"/>
                    </a:cubicBezTo>
                    <a:cubicBezTo>
                      <a:pt x="1431415" y="13466"/>
                      <a:pt x="1460430" y="7013"/>
                      <a:pt x="1486221" y="18843"/>
                    </a:cubicBezTo>
                    <a:cubicBezTo>
                      <a:pt x="1533505" y="22069"/>
                      <a:pt x="1586162" y="25295"/>
                      <a:pt x="1636670" y="32823"/>
                    </a:cubicBezTo>
                    <a:cubicBezTo>
                      <a:pt x="1647417" y="33898"/>
                      <a:pt x="1658163" y="37124"/>
                      <a:pt x="1667835" y="37124"/>
                    </a:cubicBezTo>
                    <a:cubicBezTo>
                      <a:pt x="1676432" y="37124"/>
                      <a:pt x="1690402" y="40350"/>
                      <a:pt x="1700074" y="41426"/>
                    </a:cubicBezTo>
                    <a:cubicBezTo>
                      <a:pt x="1710820" y="42501"/>
                      <a:pt x="1720492" y="46803"/>
                      <a:pt x="1728014" y="46803"/>
                    </a:cubicBezTo>
                    <a:cubicBezTo>
                      <a:pt x="1723716" y="46803"/>
                      <a:pt x="1749507" y="42501"/>
                      <a:pt x="1747358" y="50029"/>
                    </a:cubicBezTo>
                    <a:cubicBezTo>
                      <a:pt x="1766701" y="45727"/>
                      <a:pt x="1790343" y="55406"/>
                      <a:pt x="1810762" y="55406"/>
                    </a:cubicBezTo>
                    <a:cubicBezTo>
                      <a:pt x="1815060" y="55406"/>
                      <a:pt x="1813985" y="58632"/>
                      <a:pt x="1815060" y="59707"/>
                    </a:cubicBezTo>
                    <a:cubicBezTo>
                      <a:pt x="1819359" y="55406"/>
                      <a:pt x="1829030" y="62933"/>
                      <a:pt x="1832254" y="56481"/>
                    </a:cubicBezTo>
                    <a:cubicBezTo>
                      <a:pt x="1833329" y="65084"/>
                      <a:pt x="1843001" y="53255"/>
                      <a:pt x="1846224" y="61858"/>
                    </a:cubicBezTo>
                    <a:cubicBezTo>
                      <a:pt x="1855896" y="56481"/>
                      <a:pt x="1865568" y="65084"/>
                      <a:pt x="1877389" y="66160"/>
                    </a:cubicBezTo>
                    <a:cubicBezTo>
                      <a:pt x="1885986" y="67235"/>
                      <a:pt x="1897807" y="65084"/>
                      <a:pt x="1899956" y="74763"/>
                    </a:cubicBezTo>
                    <a:cubicBezTo>
                      <a:pt x="1891359" y="74763"/>
                      <a:pt x="1879538" y="79064"/>
                      <a:pt x="1853747" y="70461"/>
                    </a:cubicBezTo>
                    <a:cubicBezTo>
                      <a:pt x="1858045" y="74763"/>
                      <a:pt x="1839777" y="74763"/>
                      <a:pt x="1839777" y="67235"/>
                    </a:cubicBezTo>
                    <a:cubicBezTo>
                      <a:pt x="1833329" y="75838"/>
                      <a:pt x="1813985" y="62933"/>
                      <a:pt x="1808612" y="72612"/>
                    </a:cubicBezTo>
                    <a:cubicBezTo>
                      <a:pt x="1804314" y="71536"/>
                      <a:pt x="1808612" y="68310"/>
                      <a:pt x="1805388" y="67235"/>
                    </a:cubicBezTo>
                    <a:cubicBezTo>
                      <a:pt x="1786045" y="70461"/>
                      <a:pt x="1773149" y="62933"/>
                      <a:pt x="1753806" y="62933"/>
                    </a:cubicBezTo>
                    <a:cubicBezTo>
                      <a:pt x="1764552" y="73687"/>
                      <a:pt x="1779597" y="74763"/>
                      <a:pt x="1794642" y="74763"/>
                    </a:cubicBezTo>
                    <a:cubicBezTo>
                      <a:pt x="1798941" y="74763"/>
                      <a:pt x="1794642" y="79064"/>
                      <a:pt x="1798941" y="80140"/>
                    </a:cubicBezTo>
                    <a:cubicBezTo>
                      <a:pt x="1804314" y="79064"/>
                      <a:pt x="1803239" y="76913"/>
                      <a:pt x="1803239" y="75838"/>
                    </a:cubicBezTo>
                    <a:cubicBezTo>
                      <a:pt x="1824732" y="85517"/>
                      <a:pt x="1865568" y="84441"/>
                      <a:pt x="1888135" y="95195"/>
                    </a:cubicBezTo>
                    <a:cubicBezTo>
                      <a:pt x="1868792" y="91969"/>
                      <a:pt x="1841926" y="96270"/>
                      <a:pt x="1827955" y="88743"/>
                    </a:cubicBezTo>
                    <a:cubicBezTo>
                      <a:pt x="1802164" y="88743"/>
                      <a:pt x="1760254" y="85517"/>
                      <a:pt x="1728014" y="79064"/>
                    </a:cubicBezTo>
                    <a:cubicBezTo>
                      <a:pt x="1724791" y="79064"/>
                      <a:pt x="1721567" y="80140"/>
                      <a:pt x="1723716" y="74763"/>
                    </a:cubicBezTo>
                    <a:cubicBezTo>
                      <a:pt x="1717268" y="79064"/>
                      <a:pt x="1709746" y="75838"/>
                      <a:pt x="1701149" y="74763"/>
                    </a:cubicBezTo>
                    <a:cubicBezTo>
                      <a:pt x="1552849" y="57557"/>
                      <a:pt x="1380907" y="50029"/>
                      <a:pt x="1241205" y="46803"/>
                    </a:cubicBezTo>
                    <a:cubicBezTo>
                      <a:pt x="1084308" y="42501"/>
                      <a:pt x="937082" y="41426"/>
                      <a:pt x="780185" y="47878"/>
                    </a:cubicBezTo>
                    <a:cubicBezTo>
                      <a:pt x="535169" y="57557"/>
                      <a:pt x="308420" y="91969"/>
                      <a:pt x="89195" y="123155"/>
                    </a:cubicBezTo>
                    <a:cubicBezTo>
                      <a:pt x="69851" y="126381"/>
                      <a:pt x="48359" y="129607"/>
                      <a:pt x="30090" y="131758"/>
                    </a:cubicBezTo>
                    <a:cubicBezTo>
                      <a:pt x="24716" y="130683"/>
                      <a:pt x="19343" y="123155"/>
                      <a:pt x="24716" y="119929"/>
                    </a:cubicBezTo>
                    <a:cubicBezTo>
                      <a:pt x="16120" y="118854"/>
                      <a:pt x="13970" y="121004"/>
                      <a:pt x="5373" y="119929"/>
                    </a:cubicBezTo>
                    <a:cubicBezTo>
                      <a:pt x="2149" y="115627"/>
                      <a:pt x="1074" y="111326"/>
                      <a:pt x="0" y="108100"/>
                    </a:cubicBezTo>
                    <a:cubicBezTo>
                      <a:pt x="6448" y="102723"/>
                      <a:pt x="15045" y="97346"/>
                      <a:pt x="25791" y="96270"/>
                    </a:cubicBezTo>
                    <a:cubicBezTo>
                      <a:pt x="30090" y="93044"/>
                      <a:pt x="25791" y="91969"/>
                      <a:pt x="25791" y="89818"/>
                    </a:cubicBezTo>
                    <a:cubicBezTo>
                      <a:pt x="78448" y="70461"/>
                      <a:pt x="139703" y="54331"/>
                      <a:pt x="203106" y="48954"/>
                    </a:cubicBezTo>
                    <a:cubicBezTo>
                      <a:pt x="308420" y="42501"/>
                      <a:pt x="413735" y="23144"/>
                      <a:pt x="516900" y="16692"/>
                    </a:cubicBezTo>
                    <a:cubicBezTo>
                      <a:pt x="542691" y="13466"/>
                      <a:pt x="564184" y="15617"/>
                      <a:pt x="589975" y="15617"/>
                    </a:cubicBezTo>
                    <a:cubicBezTo>
                      <a:pt x="623289" y="15617"/>
                      <a:pt x="665200" y="10240"/>
                      <a:pt x="706036" y="11315"/>
                    </a:cubicBezTo>
                    <a:cubicBezTo>
                      <a:pt x="731827" y="12390"/>
                      <a:pt x="760842" y="7013"/>
                      <a:pt x="790932" y="7013"/>
                    </a:cubicBezTo>
                    <a:cubicBezTo>
                      <a:pt x="931709" y="2712"/>
                      <a:pt x="1095054" y="561"/>
                      <a:pt x="1235831" y="2712"/>
                    </a:cubicBezTo>
                    <a:cubicBezTo>
                      <a:pt x="1226159" y="-3740"/>
                      <a:pt x="1217562" y="4863"/>
                      <a:pt x="1212189" y="561"/>
                    </a:cubicBezTo>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1" name="Freeform 770">
                <a:extLst>
                  <a:ext uri="{FF2B5EF4-FFF2-40B4-BE49-F238E27FC236}">
                    <a16:creationId xmlns:a16="http://schemas.microsoft.com/office/drawing/2014/main" id="{D479E4CF-04F6-41FF-112F-BB80BE3BBD29}"/>
                  </a:ext>
                </a:extLst>
              </p:cNvPr>
              <p:cNvSpPr/>
              <p:nvPr/>
            </p:nvSpPr>
            <p:spPr>
              <a:xfrm>
                <a:off x="2921264" y="5769306"/>
                <a:ext cx="341734" cy="220453"/>
              </a:xfrm>
              <a:custGeom>
                <a:avLst/>
                <a:gdLst>
                  <a:gd name="connsiteX0" fmla="*/ 74150 w 341734"/>
                  <a:gd name="connsiteY0" fmla="*/ 220454 h 220453"/>
                  <a:gd name="connsiteX1" fmla="*/ 126807 w 341734"/>
                  <a:gd name="connsiteY1" fmla="*/ 220454 h 220453"/>
                  <a:gd name="connsiteX2" fmla="*/ 170867 w 341734"/>
                  <a:gd name="connsiteY2" fmla="*/ 93558 h 220453"/>
                  <a:gd name="connsiteX3" fmla="*/ 214927 w 341734"/>
                  <a:gd name="connsiteY3" fmla="*/ 220454 h 220453"/>
                  <a:gd name="connsiteX4" fmla="*/ 267584 w 341734"/>
                  <a:gd name="connsiteY4" fmla="*/ 220454 h 220453"/>
                  <a:gd name="connsiteX5" fmla="*/ 341734 w 341734"/>
                  <a:gd name="connsiteY5" fmla="*/ 0 h 220453"/>
                  <a:gd name="connsiteX6" fmla="*/ 277256 w 341734"/>
                  <a:gd name="connsiteY6" fmla="*/ 0 h 220453"/>
                  <a:gd name="connsiteX7" fmla="*/ 240718 w 341734"/>
                  <a:gd name="connsiteY7" fmla="*/ 127971 h 220453"/>
                  <a:gd name="connsiteX8" fmla="*/ 197733 w 341734"/>
                  <a:gd name="connsiteY8" fmla="*/ 0 h 220453"/>
                  <a:gd name="connsiteX9" fmla="*/ 145076 w 341734"/>
                  <a:gd name="connsiteY9" fmla="*/ 0 h 220453"/>
                  <a:gd name="connsiteX10" fmla="*/ 102090 w 341734"/>
                  <a:gd name="connsiteY10" fmla="*/ 127971 h 220453"/>
                  <a:gd name="connsiteX11" fmla="*/ 64478 w 341734"/>
                  <a:gd name="connsiteY11" fmla="*/ 0 h 220453"/>
                  <a:gd name="connsiteX12" fmla="*/ 0 w 341734"/>
                  <a:gd name="connsiteY12" fmla="*/ 0 h 22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734" h="220453">
                    <a:moveTo>
                      <a:pt x="74150" y="220454"/>
                    </a:moveTo>
                    <a:lnTo>
                      <a:pt x="126807" y="220454"/>
                    </a:lnTo>
                    <a:lnTo>
                      <a:pt x="170867" y="93558"/>
                    </a:lnTo>
                    <a:lnTo>
                      <a:pt x="214927" y="220454"/>
                    </a:lnTo>
                    <a:lnTo>
                      <a:pt x="267584" y="220454"/>
                    </a:lnTo>
                    <a:lnTo>
                      <a:pt x="341734" y="0"/>
                    </a:lnTo>
                    <a:lnTo>
                      <a:pt x="277256" y="0"/>
                    </a:lnTo>
                    <a:lnTo>
                      <a:pt x="240718" y="127971"/>
                    </a:lnTo>
                    <a:lnTo>
                      <a:pt x="197733" y="0"/>
                    </a:lnTo>
                    <a:lnTo>
                      <a:pt x="145076" y="0"/>
                    </a:lnTo>
                    <a:lnTo>
                      <a:pt x="102090" y="127971"/>
                    </a:lnTo>
                    <a:lnTo>
                      <a:pt x="64478"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2" name="Freeform 771">
                <a:extLst>
                  <a:ext uri="{FF2B5EF4-FFF2-40B4-BE49-F238E27FC236}">
                    <a16:creationId xmlns:a16="http://schemas.microsoft.com/office/drawing/2014/main" id="{1BC77E44-FE19-10A2-366A-B64D73B61A2E}"/>
                  </a:ext>
                </a:extLst>
              </p:cNvPr>
              <p:cNvSpPr/>
              <p:nvPr/>
            </p:nvSpPr>
            <p:spPr>
              <a:xfrm>
                <a:off x="3241505" y="5768231"/>
                <a:ext cx="245017" cy="220453"/>
              </a:xfrm>
              <a:custGeom>
                <a:avLst/>
                <a:gdLst>
                  <a:gd name="connsiteX0" fmla="*/ 96717 w 245017"/>
                  <a:gd name="connsiteY0" fmla="*/ 134423 h 220453"/>
                  <a:gd name="connsiteX1" fmla="*/ 122508 w 245017"/>
                  <a:gd name="connsiteY1" fmla="*/ 72051 h 220453"/>
                  <a:gd name="connsiteX2" fmla="*/ 147225 w 245017"/>
                  <a:gd name="connsiteY2" fmla="*/ 134423 h 220453"/>
                  <a:gd name="connsiteX3" fmla="*/ 96717 w 245017"/>
                  <a:gd name="connsiteY3" fmla="*/ 134423 h 220453"/>
                  <a:gd name="connsiteX4" fmla="*/ 0 w 245017"/>
                  <a:gd name="connsiteY4" fmla="*/ 220454 h 220453"/>
                  <a:gd name="connsiteX5" fmla="*/ 63403 w 245017"/>
                  <a:gd name="connsiteY5" fmla="*/ 220454 h 220453"/>
                  <a:gd name="connsiteX6" fmla="*/ 79523 w 245017"/>
                  <a:gd name="connsiteY6" fmla="*/ 179589 h 220453"/>
                  <a:gd name="connsiteX7" fmla="*/ 164419 w 245017"/>
                  <a:gd name="connsiteY7" fmla="*/ 179589 h 220453"/>
                  <a:gd name="connsiteX8" fmla="*/ 180539 w 245017"/>
                  <a:gd name="connsiteY8" fmla="*/ 220454 h 220453"/>
                  <a:gd name="connsiteX9" fmla="*/ 245017 w 245017"/>
                  <a:gd name="connsiteY9" fmla="*/ 220454 h 220453"/>
                  <a:gd name="connsiteX10" fmla="*/ 152598 w 245017"/>
                  <a:gd name="connsiteY10" fmla="*/ 0 h 220453"/>
                  <a:gd name="connsiteX11" fmla="*/ 94568 w 245017"/>
                  <a:gd name="connsiteY11" fmla="*/ 0 h 220453"/>
                  <a:gd name="connsiteX12" fmla="*/ 0 w 245017"/>
                  <a:gd name="connsiteY12" fmla="*/ 220454 h 22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5017" h="220453">
                    <a:moveTo>
                      <a:pt x="96717" y="134423"/>
                    </a:moveTo>
                    <a:lnTo>
                      <a:pt x="122508" y="72051"/>
                    </a:lnTo>
                    <a:lnTo>
                      <a:pt x="147225" y="134423"/>
                    </a:lnTo>
                    <a:lnTo>
                      <a:pt x="96717" y="134423"/>
                    </a:lnTo>
                    <a:close/>
                    <a:moveTo>
                      <a:pt x="0" y="220454"/>
                    </a:moveTo>
                    <a:lnTo>
                      <a:pt x="63403" y="220454"/>
                    </a:lnTo>
                    <a:lnTo>
                      <a:pt x="79523" y="179589"/>
                    </a:lnTo>
                    <a:lnTo>
                      <a:pt x="164419" y="179589"/>
                    </a:lnTo>
                    <a:lnTo>
                      <a:pt x="180539" y="220454"/>
                    </a:lnTo>
                    <a:lnTo>
                      <a:pt x="245017" y="220454"/>
                    </a:lnTo>
                    <a:lnTo>
                      <a:pt x="152598" y="0"/>
                    </a:lnTo>
                    <a:lnTo>
                      <a:pt x="94568" y="0"/>
                    </a:lnTo>
                    <a:lnTo>
                      <a:pt x="0" y="220454"/>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3" name="Freeform 772">
                <a:extLst>
                  <a:ext uri="{FF2B5EF4-FFF2-40B4-BE49-F238E27FC236}">
                    <a16:creationId xmlns:a16="http://schemas.microsoft.com/office/drawing/2014/main" id="{C11E58CD-68CE-F12D-F575-3242EBC0DD0E}"/>
                  </a:ext>
                </a:extLst>
              </p:cNvPr>
              <p:cNvSpPr/>
              <p:nvPr/>
            </p:nvSpPr>
            <p:spPr>
              <a:xfrm>
                <a:off x="3452134" y="5769306"/>
                <a:ext cx="227822" cy="219378"/>
              </a:xfrm>
              <a:custGeom>
                <a:avLst/>
                <a:gdLst>
                  <a:gd name="connsiteX0" fmla="*/ 83821 w 227822"/>
                  <a:gd name="connsiteY0" fmla="*/ 219378 h 219378"/>
                  <a:gd name="connsiteX1" fmla="*/ 144001 w 227822"/>
                  <a:gd name="connsiteY1" fmla="*/ 219378 h 219378"/>
                  <a:gd name="connsiteX2" fmla="*/ 144001 w 227822"/>
                  <a:gd name="connsiteY2" fmla="*/ 136574 h 219378"/>
                  <a:gd name="connsiteX3" fmla="*/ 227823 w 227822"/>
                  <a:gd name="connsiteY3" fmla="*/ 0 h 219378"/>
                  <a:gd name="connsiteX4" fmla="*/ 159046 w 227822"/>
                  <a:gd name="connsiteY4" fmla="*/ 0 h 219378"/>
                  <a:gd name="connsiteX5" fmla="*/ 112837 w 227822"/>
                  <a:gd name="connsiteY5" fmla="*/ 78503 h 219378"/>
                  <a:gd name="connsiteX6" fmla="*/ 68777 w 227822"/>
                  <a:gd name="connsiteY6" fmla="*/ 0 h 219378"/>
                  <a:gd name="connsiteX7" fmla="*/ 0 w 227822"/>
                  <a:gd name="connsiteY7" fmla="*/ 0 h 219378"/>
                  <a:gd name="connsiteX8" fmla="*/ 83821 w 227822"/>
                  <a:gd name="connsiteY8" fmla="*/ 136574 h 21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822" h="219378">
                    <a:moveTo>
                      <a:pt x="83821" y="219378"/>
                    </a:moveTo>
                    <a:lnTo>
                      <a:pt x="144001" y="219378"/>
                    </a:lnTo>
                    <a:lnTo>
                      <a:pt x="144001" y="136574"/>
                    </a:lnTo>
                    <a:lnTo>
                      <a:pt x="227823" y="0"/>
                    </a:lnTo>
                    <a:lnTo>
                      <a:pt x="159046" y="0"/>
                    </a:lnTo>
                    <a:lnTo>
                      <a:pt x="112837" y="78503"/>
                    </a:lnTo>
                    <a:lnTo>
                      <a:pt x="68777" y="0"/>
                    </a:lnTo>
                    <a:lnTo>
                      <a:pt x="0" y="0"/>
                    </a:lnTo>
                    <a:lnTo>
                      <a:pt x="83821" y="136574"/>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4" name="Freeform 773">
                <a:extLst>
                  <a:ext uri="{FF2B5EF4-FFF2-40B4-BE49-F238E27FC236}">
                    <a16:creationId xmlns:a16="http://schemas.microsoft.com/office/drawing/2014/main" id="{0326D9BB-D942-B769-4658-042C18A588C1}"/>
                  </a:ext>
                </a:extLst>
              </p:cNvPr>
              <p:cNvSpPr/>
              <p:nvPr/>
            </p:nvSpPr>
            <p:spPr>
              <a:xfrm>
                <a:off x="3674584" y="5762854"/>
                <a:ext cx="188061" cy="229056"/>
              </a:xfrm>
              <a:custGeom>
                <a:avLst/>
                <a:gdLst>
                  <a:gd name="connsiteX0" fmla="*/ 98866 w 188061"/>
                  <a:gd name="connsiteY0" fmla="*/ 229057 h 229056"/>
                  <a:gd name="connsiteX1" fmla="*/ 188061 w 188061"/>
                  <a:gd name="connsiteY1" fmla="*/ 158081 h 229056"/>
                  <a:gd name="connsiteX2" fmla="*/ 188061 w 188061"/>
                  <a:gd name="connsiteY2" fmla="*/ 157006 h 229056"/>
                  <a:gd name="connsiteX3" fmla="*/ 106389 w 188061"/>
                  <a:gd name="connsiteY3" fmla="*/ 88181 h 229056"/>
                  <a:gd name="connsiteX4" fmla="*/ 67702 w 188061"/>
                  <a:gd name="connsiteY4" fmla="*/ 66674 h 229056"/>
                  <a:gd name="connsiteX5" fmla="*/ 67702 w 188061"/>
                  <a:gd name="connsiteY5" fmla="*/ 65599 h 229056"/>
                  <a:gd name="connsiteX6" fmla="*/ 89195 w 188061"/>
                  <a:gd name="connsiteY6" fmla="*/ 51618 h 229056"/>
                  <a:gd name="connsiteX7" fmla="*/ 151523 w 188061"/>
                  <a:gd name="connsiteY7" fmla="*/ 73126 h 229056"/>
                  <a:gd name="connsiteX8" fmla="*/ 182688 w 188061"/>
                  <a:gd name="connsiteY8" fmla="*/ 30111 h 229056"/>
                  <a:gd name="connsiteX9" fmla="*/ 92418 w 188061"/>
                  <a:gd name="connsiteY9" fmla="*/ 0 h 229056"/>
                  <a:gd name="connsiteX10" fmla="*/ 7522 w 188061"/>
                  <a:gd name="connsiteY10" fmla="*/ 69900 h 229056"/>
                  <a:gd name="connsiteX11" fmla="*/ 7522 w 188061"/>
                  <a:gd name="connsiteY11" fmla="*/ 70975 h 229056"/>
                  <a:gd name="connsiteX12" fmla="*/ 91344 w 188061"/>
                  <a:gd name="connsiteY12" fmla="*/ 139800 h 229056"/>
                  <a:gd name="connsiteX13" fmla="*/ 128956 w 188061"/>
                  <a:gd name="connsiteY13" fmla="*/ 161308 h 229056"/>
                  <a:gd name="connsiteX14" fmla="*/ 128956 w 188061"/>
                  <a:gd name="connsiteY14" fmla="*/ 162383 h 229056"/>
                  <a:gd name="connsiteX15" fmla="*/ 103165 w 188061"/>
                  <a:gd name="connsiteY15" fmla="*/ 177438 h 229056"/>
                  <a:gd name="connsiteX16" fmla="*/ 33313 w 188061"/>
                  <a:gd name="connsiteY16" fmla="*/ 151629 h 229056"/>
                  <a:gd name="connsiteX17" fmla="*/ 0 w 188061"/>
                  <a:gd name="connsiteY17" fmla="*/ 192494 h 229056"/>
                  <a:gd name="connsiteX18" fmla="*/ 98866 w 188061"/>
                  <a:gd name="connsiteY18" fmla="*/ 229057 h 22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8061" h="229056">
                    <a:moveTo>
                      <a:pt x="98866" y="229057"/>
                    </a:moveTo>
                    <a:cubicBezTo>
                      <a:pt x="152598" y="229057"/>
                      <a:pt x="188061" y="203248"/>
                      <a:pt x="188061" y="158081"/>
                    </a:cubicBezTo>
                    <a:lnTo>
                      <a:pt x="188061" y="157006"/>
                    </a:lnTo>
                    <a:cubicBezTo>
                      <a:pt x="188061" y="116141"/>
                      <a:pt x="155822" y="100011"/>
                      <a:pt x="106389" y="88181"/>
                    </a:cubicBezTo>
                    <a:cubicBezTo>
                      <a:pt x="75225" y="81729"/>
                      <a:pt x="67702" y="77427"/>
                      <a:pt x="67702" y="66674"/>
                    </a:cubicBezTo>
                    <a:lnTo>
                      <a:pt x="67702" y="65599"/>
                    </a:lnTo>
                    <a:cubicBezTo>
                      <a:pt x="67702" y="56995"/>
                      <a:pt x="74150" y="51618"/>
                      <a:pt x="89195" y="51618"/>
                    </a:cubicBezTo>
                    <a:cubicBezTo>
                      <a:pt x="108538" y="51618"/>
                      <a:pt x="130031" y="58071"/>
                      <a:pt x="151523" y="73126"/>
                    </a:cubicBezTo>
                    <a:lnTo>
                      <a:pt x="182688" y="30111"/>
                    </a:lnTo>
                    <a:cubicBezTo>
                      <a:pt x="157971" y="10754"/>
                      <a:pt x="128956" y="0"/>
                      <a:pt x="92418" y="0"/>
                    </a:cubicBezTo>
                    <a:cubicBezTo>
                      <a:pt x="39761" y="0"/>
                      <a:pt x="7522" y="30111"/>
                      <a:pt x="7522" y="69900"/>
                    </a:cubicBezTo>
                    <a:lnTo>
                      <a:pt x="7522" y="70975"/>
                    </a:lnTo>
                    <a:cubicBezTo>
                      <a:pt x="7522" y="115066"/>
                      <a:pt x="44060" y="129046"/>
                      <a:pt x="91344" y="139800"/>
                    </a:cubicBezTo>
                    <a:cubicBezTo>
                      <a:pt x="121434" y="146252"/>
                      <a:pt x="128956" y="150554"/>
                      <a:pt x="128956" y="161308"/>
                    </a:cubicBezTo>
                    <a:lnTo>
                      <a:pt x="128956" y="162383"/>
                    </a:lnTo>
                    <a:cubicBezTo>
                      <a:pt x="128956" y="172061"/>
                      <a:pt x="119284" y="177438"/>
                      <a:pt x="103165" y="177438"/>
                    </a:cubicBezTo>
                    <a:cubicBezTo>
                      <a:pt x="77374" y="177438"/>
                      <a:pt x="54806" y="167760"/>
                      <a:pt x="33313" y="151629"/>
                    </a:cubicBezTo>
                    <a:lnTo>
                      <a:pt x="0" y="192494"/>
                    </a:lnTo>
                    <a:cubicBezTo>
                      <a:pt x="22567" y="217227"/>
                      <a:pt x="60179" y="229057"/>
                      <a:pt x="98866" y="229057"/>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5" name="Freeform 774">
                <a:extLst>
                  <a:ext uri="{FF2B5EF4-FFF2-40B4-BE49-F238E27FC236}">
                    <a16:creationId xmlns:a16="http://schemas.microsoft.com/office/drawing/2014/main" id="{54551D6F-7426-6F7E-F83D-02F4D4D5AF2A}"/>
                  </a:ext>
                </a:extLst>
              </p:cNvPr>
              <p:cNvSpPr/>
              <p:nvPr/>
            </p:nvSpPr>
            <p:spPr>
              <a:xfrm>
                <a:off x="3965810" y="5769306"/>
                <a:ext cx="192360" cy="219378"/>
              </a:xfrm>
              <a:custGeom>
                <a:avLst/>
                <a:gdLst>
                  <a:gd name="connsiteX0" fmla="*/ 66628 w 192360"/>
                  <a:gd name="connsiteY0" fmla="*/ 219378 h 219378"/>
                  <a:gd name="connsiteX1" fmla="*/ 126807 w 192360"/>
                  <a:gd name="connsiteY1" fmla="*/ 219378 h 219378"/>
                  <a:gd name="connsiteX2" fmla="*/ 126807 w 192360"/>
                  <a:gd name="connsiteY2" fmla="*/ 53769 h 219378"/>
                  <a:gd name="connsiteX3" fmla="*/ 192360 w 192360"/>
                  <a:gd name="connsiteY3" fmla="*/ 53769 h 219378"/>
                  <a:gd name="connsiteX4" fmla="*/ 192360 w 192360"/>
                  <a:gd name="connsiteY4" fmla="*/ 0 h 219378"/>
                  <a:gd name="connsiteX5" fmla="*/ 0 w 192360"/>
                  <a:gd name="connsiteY5" fmla="*/ 0 h 219378"/>
                  <a:gd name="connsiteX6" fmla="*/ 0 w 192360"/>
                  <a:gd name="connsiteY6" fmla="*/ 53769 h 219378"/>
                  <a:gd name="connsiteX7" fmla="*/ 66628 w 192360"/>
                  <a:gd name="connsiteY7" fmla="*/ 53769 h 21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360" h="219378">
                    <a:moveTo>
                      <a:pt x="66628" y="219378"/>
                    </a:moveTo>
                    <a:lnTo>
                      <a:pt x="126807" y="219378"/>
                    </a:lnTo>
                    <a:lnTo>
                      <a:pt x="126807" y="53769"/>
                    </a:lnTo>
                    <a:lnTo>
                      <a:pt x="192360" y="53769"/>
                    </a:lnTo>
                    <a:lnTo>
                      <a:pt x="192360" y="0"/>
                    </a:lnTo>
                    <a:lnTo>
                      <a:pt x="0" y="0"/>
                    </a:lnTo>
                    <a:lnTo>
                      <a:pt x="0" y="53769"/>
                    </a:lnTo>
                    <a:lnTo>
                      <a:pt x="66628" y="53769"/>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6" name="Freeform 775">
                <a:extLst>
                  <a:ext uri="{FF2B5EF4-FFF2-40B4-BE49-F238E27FC236}">
                    <a16:creationId xmlns:a16="http://schemas.microsoft.com/office/drawing/2014/main" id="{8DCD3F57-24EA-A4FD-7375-45EF41947A83}"/>
                  </a:ext>
                </a:extLst>
              </p:cNvPr>
              <p:cNvSpPr/>
              <p:nvPr/>
            </p:nvSpPr>
            <p:spPr>
              <a:xfrm>
                <a:off x="4167842" y="5765005"/>
                <a:ext cx="235345" cy="229057"/>
              </a:xfrm>
              <a:custGeom>
                <a:avLst/>
                <a:gdLst>
                  <a:gd name="connsiteX0" fmla="*/ 118210 w 235345"/>
                  <a:gd name="connsiteY0" fmla="*/ 173137 h 229057"/>
                  <a:gd name="connsiteX1" fmla="*/ 61254 w 235345"/>
                  <a:gd name="connsiteY1" fmla="*/ 113991 h 229057"/>
                  <a:gd name="connsiteX2" fmla="*/ 61254 w 235345"/>
                  <a:gd name="connsiteY2" fmla="*/ 112915 h 229057"/>
                  <a:gd name="connsiteX3" fmla="*/ 116061 w 235345"/>
                  <a:gd name="connsiteY3" fmla="*/ 54845 h 229057"/>
                  <a:gd name="connsiteX4" fmla="*/ 170867 w 235345"/>
                  <a:gd name="connsiteY4" fmla="*/ 113991 h 229057"/>
                  <a:gd name="connsiteX5" fmla="*/ 170867 w 235345"/>
                  <a:gd name="connsiteY5" fmla="*/ 115066 h 229057"/>
                  <a:gd name="connsiteX6" fmla="*/ 118210 w 235345"/>
                  <a:gd name="connsiteY6" fmla="*/ 173137 h 229057"/>
                  <a:gd name="connsiteX7" fmla="*/ 117135 w 235345"/>
                  <a:gd name="connsiteY7" fmla="*/ 229057 h 229057"/>
                  <a:gd name="connsiteX8" fmla="*/ 235345 w 235345"/>
                  <a:gd name="connsiteY8" fmla="*/ 115066 h 229057"/>
                  <a:gd name="connsiteX9" fmla="*/ 235345 w 235345"/>
                  <a:gd name="connsiteY9" fmla="*/ 113991 h 229057"/>
                  <a:gd name="connsiteX10" fmla="*/ 118210 w 235345"/>
                  <a:gd name="connsiteY10" fmla="*/ 0 h 229057"/>
                  <a:gd name="connsiteX11" fmla="*/ 0 w 235345"/>
                  <a:gd name="connsiteY11" fmla="*/ 113991 h 229057"/>
                  <a:gd name="connsiteX12" fmla="*/ 0 w 235345"/>
                  <a:gd name="connsiteY12" fmla="*/ 115066 h 229057"/>
                  <a:gd name="connsiteX13" fmla="*/ 117135 w 235345"/>
                  <a:gd name="connsiteY13" fmla="*/ 229057 h 22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345" h="229057">
                    <a:moveTo>
                      <a:pt x="118210" y="173137"/>
                    </a:moveTo>
                    <a:cubicBezTo>
                      <a:pt x="84896" y="173137"/>
                      <a:pt x="61254" y="146252"/>
                      <a:pt x="61254" y="113991"/>
                    </a:cubicBezTo>
                    <a:lnTo>
                      <a:pt x="61254" y="112915"/>
                    </a:lnTo>
                    <a:cubicBezTo>
                      <a:pt x="61254" y="80654"/>
                      <a:pt x="83821" y="54845"/>
                      <a:pt x="116061" y="54845"/>
                    </a:cubicBezTo>
                    <a:cubicBezTo>
                      <a:pt x="149374" y="54845"/>
                      <a:pt x="170867" y="81729"/>
                      <a:pt x="170867" y="113991"/>
                    </a:cubicBezTo>
                    <a:lnTo>
                      <a:pt x="170867" y="115066"/>
                    </a:lnTo>
                    <a:cubicBezTo>
                      <a:pt x="175166" y="146252"/>
                      <a:pt x="152598" y="173137"/>
                      <a:pt x="118210" y="173137"/>
                    </a:cubicBezTo>
                    <a:close/>
                    <a:moveTo>
                      <a:pt x="117135" y="229057"/>
                    </a:moveTo>
                    <a:cubicBezTo>
                      <a:pt x="184837" y="229057"/>
                      <a:pt x="235345" y="177438"/>
                      <a:pt x="235345" y="115066"/>
                    </a:cubicBezTo>
                    <a:lnTo>
                      <a:pt x="235345" y="113991"/>
                    </a:lnTo>
                    <a:cubicBezTo>
                      <a:pt x="235345" y="51619"/>
                      <a:pt x="185912" y="0"/>
                      <a:pt x="118210" y="0"/>
                    </a:cubicBezTo>
                    <a:cubicBezTo>
                      <a:pt x="50508" y="0"/>
                      <a:pt x="0" y="51619"/>
                      <a:pt x="0" y="113991"/>
                    </a:cubicBezTo>
                    <a:lnTo>
                      <a:pt x="0" y="115066"/>
                    </a:lnTo>
                    <a:cubicBezTo>
                      <a:pt x="0" y="177438"/>
                      <a:pt x="49433" y="229057"/>
                      <a:pt x="117135" y="229057"/>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7" name="Freeform 776">
                <a:extLst>
                  <a:ext uri="{FF2B5EF4-FFF2-40B4-BE49-F238E27FC236}">
                    <a16:creationId xmlns:a16="http://schemas.microsoft.com/office/drawing/2014/main" id="{90C274A6-7FD1-12A6-56D1-ED5C9DD941F6}"/>
                  </a:ext>
                </a:extLst>
              </p:cNvPr>
              <p:cNvSpPr/>
              <p:nvPr/>
            </p:nvSpPr>
            <p:spPr>
              <a:xfrm>
                <a:off x="4521397" y="5769306"/>
                <a:ext cx="233196" cy="219378"/>
              </a:xfrm>
              <a:custGeom>
                <a:avLst/>
                <a:gdLst>
                  <a:gd name="connsiteX0" fmla="*/ 0 w 233196"/>
                  <a:gd name="connsiteY0" fmla="*/ 219378 h 219378"/>
                  <a:gd name="connsiteX1" fmla="*/ 59105 w 233196"/>
                  <a:gd name="connsiteY1" fmla="*/ 219378 h 219378"/>
                  <a:gd name="connsiteX2" fmla="*/ 59105 w 233196"/>
                  <a:gd name="connsiteY2" fmla="*/ 93558 h 219378"/>
                  <a:gd name="connsiteX3" fmla="*/ 114986 w 233196"/>
                  <a:gd name="connsiteY3" fmla="*/ 179589 h 219378"/>
                  <a:gd name="connsiteX4" fmla="*/ 116061 w 233196"/>
                  <a:gd name="connsiteY4" fmla="*/ 179589 h 219378"/>
                  <a:gd name="connsiteX5" fmla="*/ 174091 w 233196"/>
                  <a:gd name="connsiteY5" fmla="*/ 92483 h 219378"/>
                  <a:gd name="connsiteX6" fmla="*/ 174091 w 233196"/>
                  <a:gd name="connsiteY6" fmla="*/ 219378 h 219378"/>
                  <a:gd name="connsiteX7" fmla="*/ 233196 w 233196"/>
                  <a:gd name="connsiteY7" fmla="*/ 219378 h 219378"/>
                  <a:gd name="connsiteX8" fmla="*/ 233196 w 233196"/>
                  <a:gd name="connsiteY8" fmla="*/ 0 h 219378"/>
                  <a:gd name="connsiteX9" fmla="*/ 168718 w 233196"/>
                  <a:gd name="connsiteY9" fmla="*/ 0 h 219378"/>
                  <a:gd name="connsiteX10" fmla="*/ 116061 w 233196"/>
                  <a:gd name="connsiteY10" fmla="*/ 86031 h 219378"/>
                  <a:gd name="connsiteX11" fmla="*/ 64478 w 233196"/>
                  <a:gd name="connsiteY11" fmla="*/ 0 h 219378"/>
                  <a:gd name="connsiteX12" fmla="*/ 0 w 233196"/>
                  <a:gd name="connsiteY12" fmla="*/ 0 h 21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196" h="219378">
                    <a:moveTo>
                      <a:pt x="0" y="219378"/>
                    </a:moveTo>
                    <a:lnTo>
                      <a:pt x="59105" y="219378"/>
                    </a:lnTo>
                    <a:lnTo>
                      <a:pt x="59105" y="93558"/>
                    </a:lnTo>
                    <a:lnTo>
                      <a:pt x="114986" y="179589"/>
                    </a:lnTo>
                    <a:lnTo>
                      <a:pt x="116061" y="179589"/>
                    </a:lnTo>
                    <a:lnTo>
                      <a:pt x="174091" y="92483"/>
                    </a:lnTo>
                    <a:lnTo>
                      <a:pt x="174091" y="219378"/>
                    </a:lnTo>
                    <a:lnTo>
                      <a:pt x="233196" y="219378"/>
                    </a:lnTo>
                    <a:lnTo>
                      <a:pt x="233196" y="0"/>
                    </a:lnTo>
                    <a:lnTo>
                      <a:pt x="168718" y="0"/>
                    </a:lnTo>
                    <a:lnTo>
                      <a:pt x="116061" y="86031"/>
                    </a:lnTo>
                    <a:lnTo>
                      <a:pt x="64478"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8" name="Freeform 777">
                <a:extLst>
                  <a:ext uri="{FF2B5EF4-FFF2-40B4-BE49-F238E27FC236}">
                    <a16:creationId xmlns:a16="http://schemas.microsoft.com/office/drawing/2014/main" id="{251E6E23-CA2E-BF60-B506-289045C736B9}"/>
                  </a:ext>
                </a:extLst>
              </p:cNvPr>
              <p:cNvSpPr/>
              <p:nvPr/>
            </p:nvSpPr>
            <p:spPr>
              <a:xfrm>
                <a:off x="4793280" y="5769306"/>
                <a:ext cx="177314" cy="219378"/>
              </a:xfrm>
              <a:custGeom>
                <a:avLst/>
                <a:gdLst>
                  <a:gd name="connsiteX0" fmla="*/ 0 w 177314"/>
                  <a:gd name="connsiteY0" fmla="*/ 219378 h 219378"/>
                  <a:gd name="connsiteX1" fmla="*/ 177315 w 177314"/>
                  <a:gd name="connsiteY1" fmla="*/ 219378 h 219378"/>
                  <a:gd name="connsiteX2" fmla="*/ 177315 w 177314"/>
                  <a:gd name="connsiteY2" fmla="*/ 167760 h 219378"/>
                  <a:gd name="connsiteX3" fmla="*/ 60180 w 177314"/>
                  <a:gd name="connsiteY3" fmla="*/ 167760 h 219378"/>
                  <a:gd name="connsiteX4" fmla="*/ 60180 w 177314"/>
                  <a:gd name="connsiteY4" fmla="*/ 133348 h 219378"/>
                  <a:gd name="connsiteX5" fmla="*/ 165494 w 177314"/>
                  <a:gd name="connsiteY5" fmla="*/ 133348 h 219378"/>
                  <a:gd name="connsiteX6" fmla="*/ 165494 w 177314"/>
                  <a:gd name="connsiteY6" fmla="*/ 86031 h 219378"/>
                  <a:gd name="connsiteX7" fmla="*/ 60180 w 177314"/>
                  <a:gd name="connsiteY7" fmla="*/ 86031 h 219378"/>
                  <a:gd name="connsiteX8" fmla="*/ 60180 w 177314"/>
                  <a:gd name="connsiteY8" fmla="*/ 50543 h 219378"/>
                  <a:gd name="connsiteX9" fmla="*/ 176241 w 177314"/>
                  <a:gd name="connsiteY9" fmla="*/ 50543 h 219378"/>
                  <a:gd name="connsiteX10" fmla="*/ 176241 w 177314"/>
                  <a:gd name="connsiteY10" fmla="*/ 0 h 219378"/>
                  <a:gd name="connsiteX11" fmla="*/ 0 w 177314"/>
                  <a:gd name="connsiteY11" fmla="*/ 0 h 21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314" h="219378">
                    <a:moveTo>
                      <a:pt x="0" y="219378"/>
                    </a:moveTo>
                    <a:lnTo>
                      <a:pt x="177315" y="219378"/>
                    </a:lnTo>
                    <a:lnTo>
                      <a:pt x="177315" y="167760"/>
                    </a:lnTo>
                    <a:lnTo>
                      <a:pt x="60180" y="167760"/>
                    </a:lnTo>
                    <a:lnTo>
                      <a:pt x="60180" y="133348"/>
                    </a:lnTo>
                    <a:lnTo>
                      <a:pt x="165494" y="133348"/>
                    </a:lnTo>
                    <a:lnTo>
                      <a:pt x="165494" y="86031"/>
                    </a:lnTo>
                    <a:lnTo>
                      <a:pt x="60180" y="86031"/>
                    </a:lnTo>
                    <a:lnTo>
                      <a:pt x="60180" y="50543"/>
                    </a:lnTo>
                    <a:lnTo>
                      <a:pt x="176241" y="50543"/>
                    </a:lnTo>
                    <a:lnTo>
                      <a:pt x="176241"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79" name="Freeform 778">
                <a:extLst>
                  <a:ext uri="{FF2B5EF4-FFF2-40B4-BE49-F238E27FC236}">
                    <a16:creationId xmlns:a16="http://schemas.microsoft.com/office/drawing/2014/main" id="{1AC2072C-7F03-4E0F-EF31-B42AA8AECAA1}"/>
                  </a:ext>
                </a:extLst>
              </p:cNvPr>
              <p:cNvSpPr/>
              <p:nvPr/>
            </p:nvSpPr>
            <p:spPr>
              <a:xfrm>
                <a:off x="5002834" y="5769306"/>
                <a:ext cx="206330" cy="219378"/>
              </a:xfrm>
              <a:custGeom>
                <a:avLst/>
                <a:gdLst>
                  <a:gd name="connsiteX0" fmla="*/ 0 w 206330"/>
                  <a:gd name="connsiteY0" fmla="*/ 219378 h 219378"/>
                  <a:gd name="connsiteX1" fmla="*/ 59105 w 206330"/>
                  <a:gd name="connsiteY1" fmla="*/ 219378 h 219378"/>
                  <a:gd name="connsiteX2" fmla="*/ 59105 w 206330"/>
                  <a:gd name="connsiteY2" fmla="*/ 98935 h 219378"/>
                  <a:gd name="connsiteX3" fmla="*/ 153673 w 206330"/>
                  <a:gd name="connsiteY3" fmla="*/ 219378 h 219378"/>
                  <a:gd name="connsiteX4" fmla="*/ 206330 w 206330"/>
                  <a:gd name="connsiteY4" fmla="*/ 219378 h 219378"/>
                  <a:gd name="connsiteX5" fmla="*/ 206330 w 206330"/>
                  <a:gd name="connsiteY5" fmla="*/ 0 h 219378"/>
                  <a:gd name="connsiteX6" fmla="*/ 147225 w 206330"/>
                  <a:gd name="connsiteY6" fmla="*/ 0 h 219378"/>
                  <a:gd name="connsiteX7" fmla="*/ 147225 w 206330"/>
                  <a:gd name="connsiteY7" fmla="*/ 115066 h 219378"/>
                  <a:gd name="connsiteX8" fmla="*/ 56956 w 206330"/>
                  <a:gd name="connsiteY8" fmla="*/ 0 h 219378"/>
                  <a:gd name="connsiteX9" fmla="*/ 0 w 206330"/>
                  <a:gd name="connsiteY9" fmla="*/ 0 h 21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30" h="219378">
                    <a:moveTo>
                      <a:pt x="0" y="219378"/>
                    </a:moveTo>
                    <a:lnTo>
                      <a:pt x="59105" y="219378"/>
                    </a:lnTo>
                    <a:lnTo>
                      <a:pt x="59105" y="98935"/>
                    </a:lnTo>
                    <a:lnTo>
                      <a:pt x="153673" y="219378"/>
                    </a:lnTo>
                    <a:lnTo>
                      <a:pt x="206330" y="219378"/>
                    </a:lnTo>
                    <a:lnTo>
                      <a:pt x="206330" y="0"/>
                    </a:lnTo>
                    <a:lnTo>
                      <a:pt x="147225" y="0"/>
                    </a:lnTo>
                    <a:lnTo>
                      <a:pt x="147225" y="115066"/>
                    </a:lnTo>
                    <a:lnTo>
                      <a:pt x="56956"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0" name="Freeform 779">
                <a:extLst>
                  <a:ext uri="{FF2B5EF4-FFF2-40B4-BE49-F238E27FC236}">
                    <a16:creationId xmlns:a16="http://schemas.microsoft.com/office/drawing/2014/main" id="{B877D504-F9C3-0C95-6A22-DD8682965BB4}"/>
                  </a:ext>
                </a:extLst>
              </p:cNvPr>
              <p:cNvSpPr/>
              <p:nvPr/>
            </p:nvSpPr>
            <p:spPr>
              <a:xfrm>
                <a:off x="5243552" y="5771457"/>
                <a:ext cx="206329" cy="222604"/>
              </a:xfrm>
              <a:custGeom>
                <a:avLst/>
                <a:gdLst>
                  <a:gd name="connsiteX0" fmla="*/ 104239 w 206329"/>
                  <a:gd name="connsiteY0" fmla="*/ 222605 h 222604"/>
                  <a:gd name="connsiteX1" fmla="*/ 206330 w 206329"/>
                  <a:gd name="connsiteY1" fmla="*/ 121519 h 222604"/>
                  <a:gd name="connsiteX2" fmla="*/ 206330 w 206329"/>
                  <a:gd name="connsiteY2" fmla="*/ 0 h 222604"/>
                  <a:gd name="connsiteX3" fmla="*/ 144001 w 206329"/>
                  <a:gd name="connsiteY3" fmla="*/ 0 h 222604"/>
                  <a:gd name="connsiteX4" fmla="*/ 144001 w 206329"/>
                  <a:gd name="connsiteY4" fmla="*/ 122594 h 222604"/>
                  <a:gd name="connsiteX5" fmla="*/ 103165 w 206329"/>
                  <a:gd name="connsiteY5" fmla="*/ 168835 h 222604"/>
                  <a:gd name="connsiteX6" fmla="*/ 62329 w 206329"/>
                  <a:gd name="connsiteY6" fmla="*/ 121519 h 222604"/>
                  <a:gd name="connsiteX7" fmla="*/ 62329 w 206329"/>
                  <a:gd name="connsiteY7" fmla="*/ 0 h 222604"/>
                  <a:gd name="connsiteX8" fmla="*/ 0 w 206329"/>
                  <a:gd name="connsiteY8" fmla="*/ 0 h 222604"/>
                  <a:gd name="connsiteX9" fmla="*/ 0 w 206329"/>
                  <a:gd name="connsiteY9" fmla="*/ 122594 h 222604"/>
                  <a:gd name="connsiteX10" fmla="*/ 104239 w 206329"/>
                  <a:gd name="connsiteY10" fmla="*/ 222605 h 22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329" h="222604">
                    <a:moveTo>
                      <a:pt x="104239" y="222605"/>
                    </a:moveTo>
                    <a:cubicBezTo>
                      <a:pt x="166569" y="222605"/>
                      <a:pt x="206330" y="190343"/>
                      <a:pt x="206330" y="121519"/>
                    </a:cubicBezTo>
                    <a:lnTo>
                      <a:pt x="206330" y="0"/>
                    </a:lnTo>
                    <a:lnTo>
                      <a:pt x="144001" y="0"/>
                    </a:lnTo>
                    <a:lnTo>
                      <a:pt x="144001" y="122594"/>
                    </a:lnTo>
                    <a:cubicBezTo>
                      <a:pt x="144001" y="153780"/>
                      <a:pt x="127882" y="168835"/>
                      <a:pt x="103165" y="168835"/>
                    </a:cubicBezTo>
                    <a:cubicBezTo>
                      <a:pt x="78448" y="168835"/>
                      <a:pt x="62329" y="153780"/>
                      <a:pt x="62329" y="121519"/>
                    </a:cubicBezTo>
                    <a:lnTo>
                      <a:pt x="62329" y="0"/>
                    </a:lnTo>
                    <a:lnTo>
                      <a:pt x="0" y="0"/>
                    </a:lnTo>
                    <a:lnTo>
                      <a:pt x="0" y="122594"/>
                    </a:lnTo>
                    <a:cubicBezTo>
                      <a:pt x="2149" y="190343"/>
                      <a:pt x="40836" y="222605"/>
                      <a:pt x="104239" y="222605"/>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781" name="Graphic 29">
              <a:extLst>
                <a:ext uri="{FF2B5EF4-FFF2-40B4-BE49-F238E27FC236}">
                  <a16:creationId xmlns:a16="http://schemas.microsoft.com/office/drawing/2014/main" id="{CD61FAE2-5F78-C0C0-58CF-ABA2E53E606F}"/>
                </a:ext>
              </a:extLst>
            </p:cNvPr>
            <p:cNvGrpSpPr/>
            <p:nvPr/>
          </p:nvGrpSpPr>
          <p:grpSpPr>
            <a:xfrm>
              <a:off x="1551616" y="5728442"/>
              <a:ext cx="1385335" cy="244112"/>
              <a:chOff x="1551616" y="5728442"/>
              <a:chExt cx="1385335" cy="244112"/>
            </a:xfrm>
            <a:solidFill>
              <a:srgbClr val="93C83D"/>
            </a:solidFill>
          </p:grpSpPr>
          <p:sp>
            <p:nvSpPr>
              <p:cNvPr id="782" name="Freeform 781">
                <a:extLst>
                  <a:ext uri="{FF2B5EF4-FFF2-40B4-BE49-F238E27FC236}">
                    <a16:creationId xmlns:a16="http://schemas.microsoft.com/office/drawing/2014/main" id="{34CC3B0A-45CA-2A76-8F74-702E1F1DF4CA}"/>
                  </a:ext>
                </a:extLst>
              </p:cNvPr>
              <p:cNvSpPr/>
              <p:nvPr/>
            </p:nvSpPr>
            <p:spPr>
              <a:xfrm>
                <a:off x="1551616" y="5851035"/>
                <a:ext cx="211034" cy="96187"/>
              </a:xfrm>
              <a:custGeom>
                <a:avLst/>
                <a:gdLst>
                  <a:gd name="connsiteX0" fmla="*/ 562 w 211034"/>
                  <a:gd name="connsiteY0" fmla="*/ 73126 h 96187"/>
                  <a:gd name="connsiteX1" fmla="*/ 1636 w 211034"/>
                  <a:gd name="connsiteY1" fmla="*/ 67749 h 96187"/>
                  <a:gd name="connsiteX2" fmla="*/ 4860 w 211034"/>
                  <a:gd name="connsiteY2" fmla="*/ 60222 h 96187"/>
                  <a:gd name="connsiteX3" fmla="*/ 27427 w 211034"/>
                  <a:gd name="connsiteY3" fmla="*/ 26885 h 96187"/>
                  <a:gd name="connsiteX4" fmla="*/ 32801 w 211034"/>
                  <a:gd name="connsiteY4" fmla="*/ 19357 h 96187"/>
                  <a:gd name="connsiteX5" fmla="*/ 52144 w 211034"/>
                  <a:gd name="connsiteY5" fmla="*/ 1075 h 96187"/>
                  <a:gd name="connsiteX6" fmla="*/ 61816 w 211034"/>
                  <a:gd name="connsiteY6" fmla="*/ 0 h 96187"/>
                  <a:gd name="connsiteX7" fmla="*/ 77935 w 211034"/>
                  <a:gd name="connsiteY7" fmla="*/ 2151 h 96187"/>
                  <a:gd name="connsiteX8" fmla="*/ 83309 w 211034"/>
                  <a:gd name="connsiteY8" fmla="*/ 4302 h 96187"/>
                  <a:gd name="connsiteX9" fmla="*/ 88682 w 211034"/>
                  <a:gd name="connsiteY9" fmla="*/ 7528 h 96187"/>
                  <a:gd name="connsiteX10" fmla="*/ 96204 w 211034"/>
                  <a:gd name="connsiteY10" fmla="*/ 10754 h 96187"/>
                  <a:gd name="connsiteX11" fmla="*/ 106951 w 211034"/>
                  <a:gd name="connsiteY11" fmla="*/ 15056 h 96187"/>
                  <a:gd name="connsiteX12" fmla="*/ 110174 w 211034"/>
                  <a:gd name="connsiteY12" fmla="*/ 20433 h 96187"/>
                  <a:gd name="connsiteX13" fmla="*/ 101577 w 211034"/>
                  <a:gd name="connsiteY13" fmla="*/ 38714 h 96187"/>
                  <a:gd name="connsiteX14" fmla="*/ 94055 w 211034"/>
                  <a:gd name="connsiteY14" fmla="*/ 52694 h 96187"/>
                  <a:gd name="connsiteX15" fmla="*/ 92980 w 211034"/>
                  <a:gd name="connsiteY15" fmla="*/ 76352 h 96187"/>
                  <a:gd name="connsiteX16" fmla="*/ 108025 w 211034"/>
                  <a:gd name="connsiteY16" fmla="*/ 79579 h 96187"/>
                  <a:gd name="connsiteX17" fmla="*/ 172503 w 211034"/>
                  <a:gd name="connsiteY17" fmla="*/ 51619 h 96187"/>
                  <a:gd name="connsiteX18" fmla="*/ 187548 w 211034"/>
                  <a:gd name="connsiteY18" fmla="*/ 41940 h 96187"/>
                  <a:gd name="connsiteX19" fmla="*/ 193996 w 211034"/>
                  <a:gd name="connsiteY19" fmla="*/ 37638 h 96187"/>
                  <a:gd name="connsiteX20" fmla="*/ 210116 w 211034"/>
                  <a:gd name="connsiteY20" fmla="*/ 27960 h 96187"/>
                  <a:gd name="connsiteX21" fmla="*/ 196145 w 211034"/>
                  <a:gd name="connsiteY21" fmla="*/ 47317 h 96187"/>
                  <a:gd name="connsiteX22" fmla="*/ 191847 w 211034"/>
                  <a:gd name="connsiteY22" fmla="*/ 51619 h 96187"/>
                  <a:gd name="connsiteX23" fmla="*/ 192921 w 211034"/>
                  <a:gd name="connsiteY23" fmla="*/ 51619 h 96187"/>
                  <a:gd name="connsiteX24" fmla="*/ 182175 w 211034"/>
                  <a:gd name="connsiteY24" fmla="*/ 60222 h 96187"/>
                  <a:gd name="connsiteX25" fmla="*/ 171429 w 211034"/>
                  <a:gd name="connsiteY25" fmla="*/ 67749 h 96187"/>
                  <a:gd name="connsiteX26" fmla="*/ 176802 w 211034"/>
                  <a:gd name="connsiteY26" fmla="*/ 65599 h 96187"/>
                  <a:gd name="connsiteX27" fmla="*/ 186474 w 211034"/>
                  <a:gd name="connsiteY27" fmla="*/ 60222 h 96187"/>
                  <a:gd name="connsiteX28" fmla="*/ 168205 w 211034"/>
                  <a:gd name="connsiteY28" fmla="*/ 76352 h 96187"/>
                  <a:gd name="connsiteX29" fmla="*/ 166055 w 211034"/>
                  <a:gd name="connsiteY29" fmla="*/ 77428 h 96187"/>
                  <a:gd name="connsiteX30" fmla="*/ 161757 w 211034"/>
                  <a:gd name="connsiteY30" fmla="*/ 80654 h 96187"/>
                  <a:gd name="connsiteX31" fmla="*/ 155309 w 211034"/>
                  <a:gd name="connsiteY31" fmla="*/ 83880 h 96187"/>
                  <a:gd name="connsiteX32" fmla="*/ 149936 w 211034"/>
                  <a:gd name="connsiteY32" fmla="*/ 86031 h 96187"/>
                  <a:gd name="connsiteX33" fmla="*/ 147787 w 211034"/>
                  <a:gd name="connsiteY33" fmla="*/ 88182 h 96187"/>
                  <a:gd name="connsiteX34" fmla="*/ 144563 w 211034"/>
                  <a:gd name="connsiteY34" fmla="*/ 91408 h 96187"/>
                  <a:gd name="connsiteX35" fmla="*/ 118771 w 211034"/>
                  <a:gd name="connsiteY35" fmla="*/ 95709 h 96187"/>
                  <a:gd name="connsiteX36" fmla="*/ 101577 w 211034"/>
                  <a:gd name="connsiteY36" fmla="*/ 92483 h 96187"/>
                  <a:gd name="connsiteX37" fmla="*/ 79010 w 211034"/>
                  <a:gd name="connsiteY37" fmla="*/ 69900 h 96187"/>
                  <a:gd name="connsiteX38" fmla="*/ 77935 w 211034"/>
                  <a:gd name="connsiteY38" fmla="*/ 69900 h 96187"/>
                  <a:gd name="connsiteX39" fmla="*/ 77935 w 211034"/>
                  <a:gd name="connsiteY39" fmla="*/ 69900 h 96187"/>
                  <a:gd name="connsiteX40" fmla="*/ 77935 w 211034"/>
                  <a:gd name="connsiteY40" fmla="*/ 67749 h 96187"/>
                  <a:gd name="connsiteX41" fmla="*/ 75786 w 211034"/>
                  <a:gd name="connsiteY41" fmla="*/ 53769 h 96187"/>
                  <a:gd name="connsiteX42" fmla="*/ 73637 w 211034"/>
                  <a:gd name="connsiteY42" fmla="*/ 46242 h 96187"/>
                  <a:gd name="connsiteX43" fmla="*/ 69338 w 211034"/>
                  <a:gd name="connsiteY43" fmla="*/ 52694 h 96187"/>
                  <a:gd name="connsiteX44" fmla="*/ 68264 w 211034"/>
                  <a:gd name="connsiteY44" fmla="*/ 53769 h 96187"/>
                  <a:gd name="connsiteX45" fmla="*/ 67189 w 211034"/>
                  <a:gd name="connsiteY45" fmla="*/ 54845 h 96187"/>
                  <a:gd name="connsiteX46" fmla="*/ 65040 w 211034"/>
                  <a:gd name="connsiteY46" fmla="*/ 58071 h 96187"/>
                  <a:gd name="connsiteX47" fmla="*/ 62890 w 211034"/>
                  <a:gd name="connsiteY47" fmla="*/ 61297 h 96187"/>
                  <a:gd name="connsiteX48" fmla="*/ 61816 w 211034"/>
                  <a:gd name="connsiteY48" fmla="*/ 62372 h 96187"/>
                  <a:gd name="connsiteX49" fmla="*/ 57517 w 211034"/>
                  <a:gd name="connsiteY49" fmla="*/ 66674 h 96187"/>
                  <a:gd name="connsiteX50" fmla="*/ 38174 w 211034"/>
                  <a:gd name="connsiteY50" fmla="*/ 86031 h 96187"/>
                  <a:gd name="connsiteX51" fmla="*/ 36025 w 211034"/>
                  <a:gd name="connsiteY51" fmla="*/ 88182 h 96187"/>
                  <a:gd name="connsiteX52" fmla="*/ 33875 w 211034"/>
                  <a:gd name="connsiteY52" fmla="*/ 89257 h 96187"/>
                  <a:gd name="connsiteX53" fmla="*/ 33875 w 211034"/>
                  <a:gd name="connsiteY53" fmla="*/ 89257 h 96187"/>
                  <a:gd name="connsiteX54" fmla="*/ 27427 w 211034"/>
                  <a:gd name="connsiteY54" fmla="*/ 93559 h 96187"/>
                  <a:gd name="connsiteX55" fmla="*/ 23129 w 211034"/>
                  <a:gd name="connsiteY55" fmla="*/ 95709 h 96187"/>
                  <a:gd name="connsiteX56" fmla="*/ 19905 w 211034"/>
                  <a:gd name="connsiteY56" fmla="*/ 95709 h 96187"/>
                  <a:gd name="connsiteX57" fmla="*/ 10233 w 211034"/>
                  <a:gd name="connsiteY57" fmla="*/ 87106 h 96187"/>
                  <a:gd name="connsiteX58" fmla="*/ 8084 w 211034"/>
                  <a:gd name="connsiteY58" fmla="*/ 83880 h 96187"/>
                  <a:gd name="connsiteX59" fmla="*/ 4860 w 211034"/>
                  <a:gd name="connsiteY59" fmla="*/ 79579 h 96187"/>
                  <a:gd name="connsiteX60" fmla="*/ 562 w 211034"/>
                  <a:gd name="connsiteY60" fmla="*/ 73126 h 96187"/>
                  <a:gd name="connsiteX61" fmla="*/ 22054 w 211034"/>
                  <a:gd name="connsiteY61" fmla="*/ 77428 h 96187"/>
                  <a:gd name="connsiteX62" fmla="*/ 32801 w 211034"/>
                  <a:gd name="connsiteY62" fmla="*/ 70975 h 96187"/>
                  <a:gd name="connsiteX63" fmla="*/ 58592 w 211034"/>
                  <a:gd name="connsiteY63" fmla="*/ 46242 h 96187"/>
                  <a:gd name="connsiteX64" fmla="*/ 77935 w 211034"/>
                  <a:gd name="connsiteY64" fmla="*/ 20433 h 96187"/>
                  <a:gd name="connsiteX65" fmla="*/ 72562 w 211034"/>
                  <a:gd name="connsiteY65" fmla="*/ 20433 h 96187"/>
                  <a:gd name="connsiteX66" fmla="*/ 68264 w 211034"/>
                  <a:gd name="connsiteY66" fmla="*/ 22583 h 96187"/>
                  <a:gd name="connsiteX67" fmla="*/ 67189 w 211034"/>
                  <a:gd name="connsiteY67" fmla="*/ 23659 h 96187"/>
                  <a:gd name="connsiteX68" fmla="*/ 30651 w 211034"/>
                  <a:gd name="connsiteY68" fmla="*/ 60222 h 96187"/>
                  <a:gd name="connsiteX69" fmla="*/ 27427 w 211034"/>
                  <a:gd name="connsiteY69" fmla="*/ 64523 h 96187"/>
                  <a:gd name="connsiteX70" fmla="*/ 22054 w 211034"/>
                  <a:gd name="connsiteY70" fmla="*/ 77428 h 96187"/>
                  <a:gd name="connsiteX71" fmla="*/ 139190 w 211034"/>
                  <a:gd name="connsiteY71" fmla="*/ 91408 h 96187"/>
                  <a:gd name="connsiteX72" fmla="*/ 140264 w 211034"/>
                  <a:gd name="connsiteY72" fmla="*/ 91408 h 96187"/>
                  <a:gd name="connsiteX73" fmla="*/ 139190 w 211034"/>
                  <a:gd name="connsiteY73" fmla="*/ 90333 h 96187"/>
                  <a:gd name="connsiteX74" fmla="*/ 139190 w 211034"/>
                  <a:gd name="connsiteY74" fmla="*/ 91408 h 96187"/>
                  <a:gd name="connsiteX75" fmla="*/ 152085 w 211034"/>
                  <a:gd name="connsiteY75" fmla="*/ 82805 h 96187"/>
                  <a:gd name="connsiteX76" fmla="*/ 154235 w 211034"/>
                  <a:gd name="connsiteY76" fmla="*/ 81729 h 96187"/>
                  <a:gd name="connsiteX77" fmla="*/ 152085 w 211034"/>
                  <a:gd name="connsiteY77" fmla="*/ 82805 h 96187"/>
                  <a:gd name="connsiteX78" fmla="*/ 152085 w 211034"/>
                  <a:gd name="connsiteY78" fmla="*/ 82805 h 96187"/>
                  <a:gd name="connsiteX79" fmla="*/ 163906 w 211034"/>
                  <a:gd name="connsiteY79" fmla="*/ 75277 h 96187"/>
                  <a:gd name="connsiteX80" fmla="*/ 166055 w 211034"/>
                  <a:gd name="connsiteY80" fmla="*/ 74202 h 96187"/>
                  <a:gd name="connsiteX81" fmla="*/ 169279 w 211034"/>
                  <a:gd name="connsiteY81" fmla="*/ 72051 h 96187"/>
                  <a:gd name="connsiteX82" fmla="*/ 170354 w 211034"/>
                  <a:gd name="connsiteY82" fmla="*/ 69900 h 96187"/>
                  <a:gd name="connsiteX83" fmla="*/ 170354 w 211034"/>
                  <a:gd name="connsiteY83" fmla="*/ 69900 h 96187"/>
                  <a:gd name="connsiteX84" fmla="*/ 169279 w 211034"/>
                  <a:gd name="connsiteY84" fmla="*/ 70975 h 96187"/>
                  <a:gd name="connsiteX85" fmla="*/ 166055 w 211034"/>
                  <a:gd name="connsiteY85" fmla="*/ 73126 h 96187"/>
                  <a:gd name="connsiteX86" fmla="*/ 163906 w 211034"/>
                  <a:gd name="connsiteY86" fmla="*/ 75277 h 9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11034" h="96187">
                    <a:moveTo>
                      <a:pt x="562" y="73126"/>
                    </a:moveTo>
                    <a:cubicBezTo>
                      <a:pt x="562" y="70975"/>
                      <a:pt x="1636" y="67749"/>
                      <a:pt x="1636" y="67749"/>
                    </a:cubicBezTo>
                    <a:cubicBezTo>
                      <a:pt x="2711" y="66674"/>
                      <a:pt x="3785" y="63448"/>
                      <a:pt x="4860" y="60222"/>
                    </a:cubicBezTo>
                    <a:cubicBezTo>
                      <a:pt x="9159" y="50543"/>
                      <a:pt x="18830" y="35488"/>
                      <a:pt x="27427" y="26885"/>
                    </a:cubicBezTo>
                    <a:cubicBezTo>
                      <a:pt x="28502" y="25809"/>
                      <a:pt x="31726" y="22583"/>
                      <a:pt x="32801" y="19357"/>
                    </a:cubicBezTo>
                    <a:cubicBezTo>
                      <a:pt x="38174" y="11829"/>
                      <a:pt x="46771" y="5377"/>
                      <a:pt x="52144" y="1075"/>
                    </a:cubicBezTo>
                    <a:cubicBezTo>
                      <a:pt x="53219" y="0"/>
                      <a:pt x="57517" y="0"/>
                      <a:pt x="61816" y="0"/>
                    </a:cubicBezTo>
                    <a:cubicBezTo>
                      <a:pt x="67189" y="0"/>
                      <a:pt x="74711" y="1075"/>
                      <a:pt x="77935" y="2151"/>
                    </a:cubicBezTo>
                    <a:cubicBezTo>
                      <a:pt x="80085" y="3226"/>
                      <a:pt x="82234" y="4302"/>
                      <a:pt x="83309" y="4302"/>
                    </a:cubicBezTo>
                    <a:cubicBezTo>
                      <a:pt x="84383" y="4302"/>
                      <a:pt x="86532" y="5377"/>
                      <a:pt x="88682" y="7528"/>
                    </a:cubicBezTo>
                    <a:cubicBezTo>
                      <a:pt x="91906" y="10754"/>
                      <a:pt x="92980" y="10754"/>
                      <a:pt x="96204" y="10754"/>
                    </a:cubicBezTo>
                    <a:cubicBezTo>
                      <a:pt x="100503" y="10754"/>
                      <a:pt x="102652" y="11829"/>
                      <a:pt x="106951" y="15056"/>
                    </a:cubicBezTo>
                    <a:cubicBezTo>
                      <a:pt x="109100" y="16131"/>
                      <a:pt x="110174" y="18282"/>
                      <a:pt x="110174" y="20433"/>
                    </a:cubicBezTo>
                    <a:cubicBezTo>
                      <a:pt x="111249" y="26885"/>
                      <a:pt x="109100" y="31186"/>
                      <a:pt x="101577" y="38714"/>
                    </a:cubicBezTo>
                    <a:cubicBezTo>
                      <a:pt x="99428" y="40865"/>
                      <a:pt x="95130" y="48392"/>
                      <a:pt x="94055" y="52694"/>
                    </a:cubicBezTo>
                    <a:cubicBezTo>
                      <a:pt x="92980" y="56996"/>
                      <a:pt x="91906" y="74202"/>
                      <a:pt x="92980" y="76352"/>
                    </a:cubicBezTo>
                    <a:cubicBezTo>
                      <a:pt x="94055" y="78503"/>
                      <a:pt x="100503" y="79579"/>
                      <a:pt x="108025" y="79579"/>
                    </a:cubicBezTo>
                    <a:cubicBezTo>
                      <a:pt x="131667" y="79579"/>
                      <a:pt x="153160" y="64523"/>
                      <a:pt x="172503" y="51619"/>
                    </a:cubicBezTo>
                    <a:cubicBezTo>
                      <a:pt x="178951" y="47317"/>
                      <a:pt x="186474" y="41940"/>
                      <a:pt x="187548" y="41940"/>
                    </a:cubicBezTo>
                    <a:cubicBezTo>
                      <a:pt x="188623" y="41940"/>
                      <a:pt x="191847" y="38714"/>
                      <a:pt x="193996" y="37638"/>
                    </a:cubicBezTo>
                    <a:cubicBezTo>
                      <a:pt x="197220" y="35488"/>
                      <a:pt x="206892" y="27960"/>
                      <a:pt x="210116" y="27960"/>
                    </a:cubicBezTo>
                    <a:cubicBezTo>
                      <a:pt x="214414" y="27960"/>
                      <a:pt x="202593" y="43015"/>
                      <a:pt x="196145" y="47317"/>
                    </a:cubicBezTo>
                    <a:cubicBezTo>
                      <a:pt x="189698" y="51619"/>
                      <a:pt x="189698" y="52694"/>
                      <a:pt x="191847" y="51619"/>
                    </a:cubicBezTo>
                    <a:cubicBezTo>
                      <a:pt x="192921" y="51619"/>
                      <a:pt x="192921" y="51619"/>
                      <a:pt x="192921" y="51619"/>
                    </a:cubicBezTo>
                    <a:cubicBezTo>
                      <a:pt x="192921" y="52694"/>
                      <a:pt x="187548" y="56996"/>
                      <a:pt x="182175" y="60222"/>
                    </a:cubicBezTo>
                    <a:cubicBezTo>
                      <a:pt x="177876" y="62372"/>
                      <a:pt x="169279" y="67749"/>
                      <a:pt x="171429" y="67749"/>
                    </a:cubicBezTo>
                    <a:cubicBezTo>
                      <a:pt x="173578" y="67749"/>
                      <a:pt x="175727" y="66674"/>
                      <a:pt x="176802" y="65599"/>
                    </a:cubicBezTo>
                    <a:cubicBezTo>
                      <a:pt x="178951" y="63448"/>
                      <a:pt x="186474" y="59146"/>
                      <a:pt x="186474" y="60222"/>
                    </a:cubicBezTo>
                    <a:cubicBezTo>
                      <a:pt x="186474" y="61297"/>
                      <a:pt x="169279" y="76352"/>
                      <a:pt x="168205" y="76352"/>
                    </a:cubicBezTo>
                    <a:cubicBezTo>
                      <a:pt x="168205" y="76352"/>
                      <a:pt x="167130" y="77428"/>
                      <a:pt x="166055" y="77428"/>
                    </a:cubicBezTo>
                    <a:cubicBezTo>
                      <a:pt x="164981" y="77428"/>
                      <a:pt x="162832" y="79579"/>
                      <a:pt x="161757" y="80654"/>
                    </a:cubicBezTo>
                    <a:cubicBezTo>
                      <a:pt x="160682" y="81729"/>
                      <a:pt x="157458" y="82805"/>
                      <a:pt x="155309" y="83880"/>
                    </a:cubicBezTo>
                    <a:cubicBezTo>
                      <a:pt x="154235" y="84956"/>
                      <a:pt x="151011" y="86031"/>
                      <a:pt x="149936" y="86031"/>
                    </a:cubicBezTo>
                    <a:cubicBezTo>
                      <a:pt x="147787" y="86031"/>
                      <a:pt x="146712" y="87106"/>
                      <a:pt x="147787" y="88182"/>
                    </a:cubicBezTo>
                    <a:cubicBezTo>
                      <a:pt x="147787" y="89257"/>
                      <a:pt x="146712" y="90333"/>
                      <a:pt x="144563" y="91408"/>
                    </a:cubicBezTo>
                    <a:cubicBezTo>
                      <a:pt x="137040" y="94634"/>
                      <a:pt x="130593" y="95709"/>
                      <a:pt x="118771" y="95709"/>
                    </a:cubicBezTo>
                    <a:cubicBezTo>
                      <a:pt x="105876" y="95709"/>
                      <a:pt x="105876" y="95709"/>
                      <a:pt x="101577" y="92483"/>
                    </a:cubicBezTo>
                    <a:cubicBezTo>
                      <a:pt x="96204" y="89257"/>
                      <a:pt x="79010" y="75277"/>
                      <a:pt x="79010" y="69900"/>
                    </a:cubicBezTo>
                    <a:cubicBezTo>
                      <a:pt x="79010" y="69900"/>
                      <a:pt x="77935" y="68825"/>
                      <a:pt x="77935" y="69900"/>
                    </a:cubicBezTo>
                    <a:cubicBezTo>
                      <a:pt x="76861" y="70975"/>
                      <a:pt x="76861" y="69900"/>
                      <a:pt x="77935" y="69900"/>
                    </a:cubicBezTo>
                    <a:cubicBezTo>
                      <a:pt x="77935" y="69900"/>
                      <a:pt x="77935" y="68825"/>
                      <a:pt x="77935" y="67749"/>
                    </a:cubicBezTo>
                    <a:cubicBezTo>
                      <a:pt x="76861" y="65599"/>
                      <a:pt x="75786" y="62372"/>
                      <a:pt x="75786" y="53769"/>
                    </a:cubicBezTo>
                    <a:cubicBezTo>
                      <a:pt x="75786" y="47317"/>
                      <a:pt x="74711" y="46242"/>
                      <a:pt x="73637" y="46242"/>
                    </a:cubicBezTo>
                    <a:cubicBezTo>
                      <a:pt x="72562" y="46242"/>
                      <a:pt x="69338" y="51619"/>
                      <a:pt x="69338" y="52694"/>
                    </a:cubicBezTo>
                    <a:cubicBezTo>
                      <a:pt x="69338" y="53769"/>
                      <a:pt x="69338" y="53769"/>
                      <a:pt x="68264" y="53769"/>
                    </a:cubicBezTo>
                    <a:cubicBezTo>
                      <a:pt x="67189" y="53769"/>
                      <a:pt x="67189" y="54845"/>
                      <a:pt x="67189" y="54845"/>
                    </a:cubicBezTo>
                    <a:cubicBezTo>
                      <a:pt x="67189" y="55920"/>
                      <a:pt x="66114" y="56996"/>
                      <a:pt x="65040" y="58071"/>
                    </a:cubicBezTo>
                    <a:cubicBezTo>
                      <a:pt x="63965" y="59146"/>
                      <a:pt x="62890" y="60222"/>
                      <a:pt x="62890" y="61297"/>
                    </a:cubicBezTo>
                    <a:cubicBezTo>
                      <a:pt x="62890" y="61297"/>
                      <a:pt x="62890" y="62372"/>
                      <a:pt x="61816" y="62372"/>
                    </a:cubicBezTo>
                    <a:cubicBezTo>
                      <a:pt x="61816" y="62372"/>
                      <a:pt x="59667" y="63448"/>
                      <a:pt x="57517" y="66674"/>
                    </a:cubicBezTo>
                    <a:cubicBezTo>
                      <a:pt x="49995" y="76352"/>
                      <a:pt x="39248" y="86031"/>
                      <a:pt x="38174" y="86031"/>
                    </a:cubicBezTo>
                    <a:cubicBezTo>
                      <a:pt x="37099" y="86031"/>
                      <a:pt x="36025" y="87106"/>
                      <a:pt x="36025" y="88182"/>
                    </a:cubicBezTo>
                    <a:cubicBezTo>
                      <a:pt x="34950" y="89257"/>
                      <a:pt x="33875" y="89257"/>
                      <a:pt x="33875" y="89257"/>
                    </a:cubicBezTo>
                    <a:cubicBezTo>
                      <a:pt x="32801" y="89257"/>
                      <a:pt x="32801" y="89257"/>
                      <a:pt x="33875" y="89257"/>
                    </a:cubicBezTo>
                    <a:cubicBezTo>
                      <a:pt x="34950" y="90333"/>
                      <a:pt x="31726" y="92483"/>
                      <a:pt x="27427" y="93559"/>
                    </a:cubicBezTo>
                    <a:cubicBezTo>
                      <a:pt x="25278" y="94634"/>
                      <a:pt x="23129" y="94634"/>
                      <a:pt x="23129" y="95709"/>
                    </a:cubicBezTo>
                    <a:cubicBezTo>
                      <a:pt x="23129" y="95709"/>
                      <a:pt x="20980" y="96785"/>
                      <a:pt x="19905" y="95709"/>
                    </a:cubicBezTo>
                    <a:cubicBezTo>
                      <a:pt x="16681" y="95709"/>
                      <a:pt x="13457" y="91408"/>
                      <a:pt x="10233" y="87106"/>
                    </a:cubicBezTo>
                    <a:cubicBezTo>
                      <a:pt x="9159" y="84956"/>
                      <a:pt x="8084" y="83880"/>
                      <a:pt x="8084" y="83880"/>
                    </a:cubicBezTo>
                    <a:cubicBezTo>
                      <a:pt x="7009" y="83880"/>
                      <a:pt x="5935" y="81729"/>
                      <a:pt x="4860" y="79579"/>
                    </a:cubicBezTo>
                    <a:cubicBezTo>
                      <a:pt x="-513" y="78503"/>
                      <a:pt x="-513" y="76352"/>
                      <a:pt x="562" y="73126"/>
                    </a:cubicBezTo>
                    <a:close/>
                    <a:moveTo>
                      <a:pt x="22054" y="77428"/>
                    </a:moveTo>
                    <a:cubicBezTo>
                      <a:pt x="22054" y="77428"/>
                      <a:pt x="28502" y="74202"/>
                      <a:pt x="32801" y="70975"/>
                    </a:cubicBezTo>
                    <a:cubicBezTo>
                      <a:pt x="34950" y="69900"/>
                      <a:pt x="46771" y="58071"/>
                      <a:pt x="58592" y="46242"/>
                    </a:cubicBezTo>
                    <a:cubicBezTo>
                      <a:pt x="81159" y="23659"/>
                      <a:pt x="81159" y="23659"/>
                      <a:pt x="77935" y="20433"/>
                    </a:cubicBezTo>
                    <a:cubicBezTo>
                      <a:pt x="76861" y="19357"/>
                      <a:pt x="75786" y="19357"/>
                      <a:pt x="72562" y="20433"/>
                    </a:cubicBezTo>
                    <a:cubicBezTo>
                      <a:pt x="70413" y="21508"/>
                      <a:pt x="68264" y="21508"/>
                      <a:pt x="68264" y="22583"/>
                    </a:cubicBezTo>
                    <a:cubicBezTo>
                      <a:pt x="68264" y="22583"/>
                      <a:pt x="67189" y="23659"/>
                      <a:pt x="67189" y="23659"/>
                    </a:cubicBezTo>
                    <a:cubicBezTo>
                      <a:pt x="60741" y="23659"/>
                      <a:pt x="30651" y="58071"/>
                      <a:pt x="30651" y="60222"/>
                    </a:cubicBezTo>
                    <a:cubicBezTo>
                      <a:pt x="30651" y="60222"/>
                      <a:pt x="29577" y="62372"/>
                      <a:pt x="27427" y="64523"/>
                    </a:cubicBezTo>
                    <a:cubicBezTo>
                      <a:pt x="27427" y="66674"/>
                      <a:pt x="22054" y="76352"/>
                      <a:pt x="22054" y="77428"/>
                    </a:cubicBezTo>
                    <a:close/>
                    <a:moveTo>
                      <a:pt x="139190" y="91408"/>
                    </a:moveTo>
                    <a:cubicBezTo>
                      <a:pt x="139190" y="91408"/>
                      <a:pt x="140264" y="91408"/>
                      <a:pt x="140264" y="91408"/>
                    </a:cubicBezTo>
                    <a:cubicBezTo>
                      <a:pt x="141339" y="90333"/>
                      <a:pt x="141339" y="89257"/>
                      <a:pt x="139190" y="90333"/>
                    </a:cubicBezTo>
                    <a:cubicBezTo>
                      <a:pt x="139190" y="90333"/>
                      <a:pt x="138115" y="91408"/>
                      <a:pt x="139190" y="91408"/>
                    </a:cubicBezTo>
                    <a:close/>
                    <a:moveTo>
                      <a:pt x="152085" y="82805"/>
                    </a:moveTo>
                    <a:cubicBezTo>
                      <a:pt x="153160" y="82805"/>
                      <a:pt x="155309" y="81729"/>
                      <a:pt x="154235" y="81729"/>
                    </a:cubicBezTo>
                    <a:cubicBezTo>
                      <a:pt x="154235" y="80654"/>
                      <a:pt x="153160" y="80654"/>
                      <a:pt x="152085" y="82805"/>
                    </a:cubicBezTo>
                    <a:cubicBezTo>
                      <a:pt x="151011" y="81729"/>
                      <a:pt x="149936" y="82805"/>
                      <a:pt x="152085" y="82805"/>
                    </a:cubicBezTo>
                    <a:close/>
                    <a:moveTo>
                      <a:pt x="163906" y="75277"/>
                    </a:moveTo>
                    <a:lnTo>
                      <a:pt x="166055" y="74202"/>
                    </a:lnTo>
                    <a:cubicBezTo>
                      <a:pt x="167130" y="73126"/>
                      <a:pt x="169279" y="73126"/>
                      <a:pt x="169279" y="72051"/>
                    </a:cubicBezTo>
                    <a:cubicBezTo>
                      <a:pt x="169279" y="70975"/>
                      <a:pt x="170354" y="70975"/>
                      <a:pt x="170354" y="69900"/>
                    </a:cubicBezTo>
                    <a:cubicBezTo>
                      <a:pt x="170354" y="68825"/>
                      <a:pt x="170354" y="68825"/>
                      <a:pt x="170354" y="69900"/>
                    </a:cubicBezTo>
                    <a:cubicBezTo>
                      <a:pt x="170354" y="70975"/>
                      <a:pt x="169279" y="70975"/>
                      <a:pt x="169279" y="70975"/>
                    </a:cubicBezTo>
                    <a:cubicBezTo>
                      <a:pt x="169279" y="70975"/>
                      <a:pt x="168205" y="72051"/>
                      <a:pt x="166055" y="73126"/>
                    </a:cubicBezTo>
                    <a:lnTo>
                      <a:pt x="163906" y="75277"/>
                    </a:ln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3" name="Freeform 782">
                <a:extLst>
                  <a:ext uri="{FF2B5EF4-FFF2-40B4-BE49-F238E27FC236}">
                    <a16:creationId xmlns:a16="http://schemas.microsoft.com/office/drawing/2014/main" id="{445981D8-B74F-A01F-9ABC-9229D6D0C964}"/>
                  </a:ext>
                </a:extLst>
              </p:cNvPr>
              <p:cNvSpPr/>
              <p:nvPr/>
            </p:nvSpPr>
            <p:spPr>
              <a:xfrm>
                <a:off x="1847703" y="5832156"/>
                <a:ext cx="246897" cy="118889"/>
              </a:xfrm>
              <a:custGeom>
                <a:avLst/>
                <a:gdLst>
                  <a:gd name="connsiteX0" fmla="*/ 8597 w 246897"/>
                  <a:gd name="connsiteY0" fmla="*/ 89854 h 118889"/>
                  <a:gd name="connsiteX1" fmla="*/ 12896 w 246897"/>
                  <a:gd name="connsiteY1" fmla="*/ 82327 h 118889"/>
                  <a:gd name="connsiteX2" fmla="*/ 13970 w 246897"/>
                  <a:gd name="connsiteY2" fmla="*/ 81251 h 118889"/>
                  <a:gd name="connsiteX3" fmla="*/ 21493 w 246897"/>
                  <a:gd name="connsiteY3" fmla="*/ 70497 h 118889"/>
                  <a:gd name="connsiteX4" fmla="*/ 24717 w 246897"/>
                  <a:gd name="connsiteY4" fmla="*/ 64045 h 118889"/>
                  <a:gd name="connsiteX5" fmla="*/ 25791 w 246897"/>
                  <a:gd name="connsiteY5" fmla="*/ 62970 h 118889"/>
                  <a:gd name="connsiteX6" fmla="*/ 31165 w 246897"/>
                  <a:gd name="connsiteY6" fmla="*/ 53291 h 118889"/>
                  <a:gd name="connsiteX7" fmla="*/ 42985 w 246897"/>
                  <a:gd name="connsiteY7" fmla="*/ 32859 h 118889"/>
                  <a:gd name="connsiteX8" fmla="*/ 54806 w 246897"/>
                  <a:gd name="connsiteY8" fmla="*/ 13502 h 118889"/>
                  <a:gd name="connsiteX9" fmla="*/ 64478 w 246897"/>
                  <a:gd name="connsiteY9" fmla="*/ 597 h 118889"/>
                  <a:gd name="connsiteX10" fmla="*/ 77374 w 246897"/>
                  <a:gd name="connsiteY10" fmla="*/ 3824 h 118889"/>
                  <a:gd name="connsiteX11" fmla="*/ 81672 w 246897"/>
                  <a:gd name="connsiteY11" fmla="*/ 9200 h 118889"/>
                  <a:gd name="connsiteX12" fmla="*/ 79523 w 246897"/>
                  <a:gd name="connsiteY12" fmla="*/ 18879 h 118889"/>
                  <a:gd name="connsiteX13" fmla="*/ 76299 w 246897"/>
                  <a:gd name="connsiteY13" fmla="*/ 24256 h 118889"/>
                  <a:gd name="connsiteX14" fmla="*/ 63404 w 246897"/>
                  <a:gd name="connsiteY14" fmla="*/ 43613 h 118889"/>
                  <a:gd name="connsiteX15" fmla="*/ 60180 w 246897"/>
                  <a:gd name="connsiteY15" fmla="*/ 50065 h 118889"/>
                  <a:gd name="connsiteX16" fmla="*/ 56956 w 246897"/>
                  <a:gd name="connsiteY16" fmla="*/ 55442 h 118889"/>
                  <a:gd name="connsiteX17" fmla="*/ 47284 w 246897"/>
                  <a:gd name="connsiteY17" fmla="*/ 71573 h 118889"/>
                  <a:gd name="connsiteX18" fmla="*/ 46209 w 246897"/>
                  <a:gd name="connsiteY18" fmla="*/ 73723 h 118889"/>
                  <a:gd name="connsiteX19" fmla="*/ 51583 w 246897"/>
                  <a:gd name="connsiteY19" fmla="*/ 68347 h 118889"/>
                  <a:gd name="connsiteX20" fmla="*/ 91344 w 246897"/>
                  <a:gd name="connsiteY20" fmla="*/ 31784 h 118889"/>
                  <a:gd name="connsiteX21" fmla="*/ 102090 w 246897"/>
                  <a:gd name="connsiteY21" fmla="*/ 23181 h 118889"/>
                  <a:gd name="connsiteX22" fmla="*/ 118210 w 246897"/>
                  <a:gd name="connsiteY22" fmla="*/ 11351 h 118889"/>
                  <a:gd name="connsiteX23" fmla="*/ 125732 w 246897"/>
                  <a:gd name="connsiteY23" fmla="*/ 10276 h 118889"/>
                  <a:gd name="connsiteX24" fmla="*/ 128956 w 246897"/>
                  <a:gd name="connsiteY24" fmla="*/ 11351 h 118889"/>
                  <a:gd name="connsiteX25" fmla="*/ 131106 w 246897"/>
                  <a:gd name="connsiteY25" fmla="*/ 12427 h 118889"/>
                  <a:gd name="connsiteX26" fmla="*/ 134329 w 246897"/>
                  <a:gd name="connsiteY26" fmla="*/ 14577 h 118889"/>
                  <a:gd name="connsiteX27" fmla="*/ 137553 w 246897"/>
                  <a:gd name="connsiteY27" fmla="*/ 18879 h 118889"/>
                  <a:gd name="connsiteX28" fmla="*/ 134329 w 246897"/>
                  <a:gd name="connsiteY28" fmla="*/ 38236 h 118889"/>
                  <a:gd name="connsiteX29" fmla="*/ 132180 w 246897"/>
                  <a:gd name="connsiteY29" fmla="*/ 43613 h 118889"/>
                  <a:gd name="connsiteX30" fmla="*/ 138628 w 246897"/>
                  <a:gd name="connsiteY30" fmla="*/ 40387 h 118889"/>
                  <a:gd name="connsiteX31" fmla="*/ 165494 w 246897"/>
                  <a:gd name="connsiteY31" fmla="*/ 29633 h 118889"/>
                  <a:gd name="connsiteX32" fmla="*/ 167643 w 246897"/>
                  <a:gd name="connsiteY32" fmla="*/ 29633 h 118889"/>
                  <a:gd name="connsiteX33" fmla="*/ 174091 w 246897"/>
                  <a:gd name="connsiteY33" fmla="*/ 31784 h 118889"/>
                  <a:gd name="connsiteX34" fmla="*/ 182688 w 246897"/>
                  <a:gd name="connsiteY34" fmla="*/ 45763 h 118889"/>
                  <a:gd name="connsiteX35" fmla="*/ 179464 w 246897"/>
                  <a:gd name="connsiteY35" fmla="*/ 58668 h 118889"/>
                  <a:gd name="connsiteX36" fmla="*/ 174091 w 246897"/>
                  <a:gd name="connsiteY36" fmla="*/ 72648 h 118889"/>
                  <a:gd name="connsiteX37" fmla="*/ 169793 w 246897"/>
                  <a:gd name="connsiteY37" fmla="*/ 84477 h 118889"/>
                  <a:gd name="connsiteX38" fmla="*/ 167643 w 246897"/>
                  <a:gd name="connsiteY38" fmla="*/ 99533 h 118889"/>
                  <a:gd name="connsiteX39" fmla="*/ 170867 w 246897"/>
                  <a:gd name="connsiteY39" fmla="*/ 100608 h 118889"/>
                  <a:gd name="connsiteX40" fmla="*/ 181614 w 246897"/>
                  <a:gd name="connsiteY40" fmla="*/ 97382 h 118889"/>
                  <a:gd name="connsiteX41" fmla="*/ 190211 w 246897"/>
                  <a:gd name="connsiteY41" fmla="*/ 94156 h 118889"/>
                  <a:gd name="connsiteX42" fmla="*/ 214927 w 246897"/>
                  <a:gd name="connsiteY42" fmla="*/ 81251 h 118889"/>
                  <a:gd name="connsiteX43" fmla="*/ 220300 w 246897"/>
                  <a:gd name="connsiteY43" fmla="*/ 76950 h 118889"/>
                  <a:gd name="connsiteX44" fmla="*/ 235345 w 246897"/>
                  <a:gd name="connsiteY44" fmla="*/ 66196 h 118889"/>
                  <a:gd name="connsiteX45" fmla="*/ 246092 w 246897"/>
                  <a:gd name="connsiteY45" fmla="*/ 58668 h 118889"/>
                  <a:gd name="connsiteX46" fmla="*/ 246092 w 246897"/>
                  <a:gd name="connsiteY46" fmla="*/ 62970 h 118889"/>
                  <a:gd name="connsiteX47" fmla="*/ 245017 w 246897"/>
                  <a:gd name="connsiteY47" fmla="*/ 66196 h 118889"/>
                  <a:gd name="connsiteX48" fmla="*/ 223524 w 246897"/>
                  <a:gd name="connsiteY48" fmla="*/ 90930 h 118889"/>
                  <a:gd name="connsiteX49" fmla="*/ 223524 w 246897"/>
                  <a:gd name="connsiteY49" fmla="*/ 92005 h 118889"/>
                  <a:gd name="connsiteX50" fmla="*/ 231047 w 246897"/>
                  <a:gd name="connsiteY50" fmla="*/ 87704 h 118889"/>
                  <a:gd name="connsiteX51" fmla="*/ 235345 w 246897"/>
                  <a:gd name="connsiteY51" fmla="*/ 85553 h 118889"/>
                  <a:gd name="connsiteX52" fmla="*/ 219226 w 246897"/>
                  <a:gd name="connsiteY52" fmla="*/ 97382 h 118889"/>
                  <a:gd name="connsiteX53" fmla="*/ 213853 w 246897"/>
                  <a:gd name="connsiteY53" fmla="*/ 100608 h 118889"/>
                  <a:gd name="connsiteX54" fmla="*/ 219226 w 246897"/>
                  <a:gd name="connsiteY54" fmla="*/ 98458 h 118889"/>
                  <a:gd name="connsiteX55" fmla="*/ 225674 w 246897"/>
                  <a:gd name="connsiteY55" fmla="*/ 95231 h 118889"/>
                  <a:gd name="connsiteX56" fmla="*/ 224599 w 246897"/>
                  <a:gd name="connsiteY56" fmla="*/ 96307 h 118889"/>
                  <a:gd name="connsiteX57" fmla="*/ 213853 w 246897"/>
                  <a:gd name="connsiteY57" fmla="*/ 104910 h 118889"/>
                  <a:gd name="connsiteX58" fmla="*/ 212778 w 246897"/>
                  <a:gd name="connsiteY58" fmla="*/ 104910 h 118889"/>
                  <a:gd name="connsiteX59" fmla="*/ 207405 w 246897"/>
                  <a:gd name="connsiteY59" fmla="*/ 107060 h 118889"/>
                  <a:gd name="connsiteX60" fmla="*/ 199882 w 246897"/>
                  <a:gd name="connsiteY60" fmla="*/ 110286 h 118889"/>
                  <a:gd name="connsiteX61" fmla="*/ 196658 w 246897"/>
                  <a:gd name="connsiteY61" fmla="*/ 112437 h 118889"/>
                  <a:gd name="connsiteX62" fmla="*/ 193434 w 246897"/>
                  <a:gd name="connsiteY62" fmla="*/ 113513 h 118889"/>
                  <a:gd name="connsiteX63" fmla="*/ 188061 w 246897"/>
                  <a:gd name="connsiteY63" fmla="*/ 114588 h 118889"/>
                  <a:gd name="connsiteX64" fmla="*/ 163345 w 246897"/>
                  <a:gd name="connsiteY64" fmla="*/ 107060 h 118889"/>
                  <a:gd name="connsiteX65" fmla="*/ 155822 w 246897"/>
                  <a:gd name="connsiteY65" fmla="*/ 99533 h 118889"/>
                  <a:gd name="connsiteX66" fmla="*/ 146151 w 246897"/>
                  <a:gd name="connsiteY66" fmla="*/ 84477 h 118889"/>
                  <a:gd name="connsiteX67" fmla="*/ 150449 w 246897"/>
                  <a:gd name="connsiteY67" fmla="*/ 60819 h 118889"/>
                  <a:gd name="connsiteX68" fmla="*/ 153673 w 246897"/>
                  <a:gd name="connsiteY68" fmla="*/ 53291 h 118889"/>
                  <a:gd name="connsiteX69" fmla="*/ 154748 w 246897"/>
                  <a:gd name="connsiteY69" fmla="*/ 52216 h 118889"/>
                  <a:gd name="connsiteX70" fmla="*/ 155822 w 246897"/>
                  <a:gd name="connsiteY70" fmla="*/ 48990 h 118889"/>
                  <a:gd name="connsiteX71" fmla="*/ 153673 w 246897"/>
                  <a:gd name="connsiteY71" fmla="*/ 50065 h 118889"/>
                  <a:gd name="connsiteX72" fmla="*/ 145076 w 246897"/>
                  <a:gd name="connsiteY72" fmla="*/ 55442 h 118889"/>
                  <a:gd name="connsiteX73" fmla="*/ 138628 w 246897"/>
                  <a:gd name="connsiteY73" fmla="*/ 60819 h 118889"/>
                  <a:gd name="connsiteX74" fmla="*/ 133255 w 246897"/>
                  <a:gd name="connsiteY74" fmla="*/ 66196 h 118889"/>
                  <a:gd name="connsiteX75" fmla="*/ 130031 w 246897"/>
                  <a:gd name="connsiteY75" fmla="*/ 70497 h 118889"/>
                  <a:gd name="connsiteX76" fmla="*/ 128956 w 246897"/>
                  <a:gd name="connsiteY76" fmla="*/ 71573 h 118889"/>
                  <a:gd name="connsiteX77" fmla="*/ 125732 w 246897"/>
                  <a:gd name="connsiteY77" fmla="*/ 74799 h 118889"/>
                  <a:gd name="connsiteX78" fmla="*/ 122509 w 246897"/>
                  <a:gd name="connsiteY78" fmla="*/ 79100 h 118889"/>
                  <a:gd name="connsiteX79" fmla="*/ 121434 w 246897"/>
                  <a:gd name="connsiteY79" fmla="*/ 81251 h 118889"/>
                  <a:gd name="connsiteX80" fmla="*/ 112837 w 246897"/>
                  <a:gd name="connsiteY80" fmla="*/ 94156 h 118889"/>
                  <a:gd name="connsiteX81" fmla="*/ 105314 w 246897"/>
                  <a:gd name="connsiteY81" fmla="*/ 98458 h 118889"/>
                  <a:gd name="connsiteX82" fmla="*/ 101016 w 246897"/>
                  <a:gd name="connsiteY82" fmla="*/ 95231 h 118889"/>
                  <a:gd name="connsiteX83" fmla="*/ 97792 w 246897"/>
                  <a:gd name="connsiteY83" fmla="*/ 92005 h 118889"/>
                  <a:gd name="connsiteX84" fmla="*/ 94568 w 246897"/>
                  <a:gd name="connsiteY84" fmla="*/ 89854 h 118889"/>
                  <a:gd name="connsiteX85" fmla="*/ 91344 w 246897"/>
                  <a:gd name="connsiteY85" fmla="*/ 86628 h 118889"/>
                  <a:gd name="connsiteX86" fmla="*/ 91344 w 246897"/>
                  <a:gd name="connsiteY86" fmla="*/ 69422 h 118889"/>
                  <a:gd name="connsiteX87" fmla="*/ 103165 w 246897"/>
                  <a:gd name="connsiteY87" fmla="*/ 37160 h 118889"/>
                  <a:gd name="connsiteX88" fmla="*/ 103165 w 246897"/>
                  <a:gd name="connsiteY88" fmla="*/ 33934 h 118889"/>
                  <a:gd name="connsiteX89" fmla="*/ 101016 w 246897"/>
                  <a:gd name="connsiteY89" fmla="*/ 33934 h 118889"/>
                  <a:gd name="connsiteX90" fmla="*/ 96717 w 246897"/>
                  <a:gd name="connsiteY90" fmla="*/ 35010 h 118889"/>
                  <a:gd name="connsiteX91" fmla="*/ 96717 w 246897"/>
                  <a:gd name="connsiteY91" fmla="*/ 38236 h 118889"/>
                  <a:gd name="connsiteX92" fmla="*/ 96717 w 246897"/>
                  <a:gd name="connsiteY92" fmla="*/ 39311 h 118889"/>
                  <a:gd name="connsiteX93" fmla="*/ 94568 w 246897"/>
                  <a:gd name="connsiteY93" fmla="*/ 39311 h 118889"/>
                  <a:gd name="connsiteX94" fmla="*/ 91344 w 246897"/>
                  <a:gd name="connsiteY94" fmla="*/ 40387 h 118889"/>
                  <a:gd name="connsiteX95" fmla="*/ 87046 w 246897"/>
                  <a:gd name="connsiteY95" fmla="*/ 43613 h 118889"/>
                  <a:gd name="connsiteX96" fmla="*/ 83822 w 246897"/>
                  <a:gd name="connsiteY96" fmla="*/ 45763 h 118889"/>
                  <a:gd name="connsiteX97" fmla="*/ 82747 w 246897"/>
                  <a:gd name="connsiteY97" fmla="*/ 48990 h 118889"/>
                  <a:gd name="connsiteX98" fmla="*/ 83822 w 246897"/>
                  <a:gd name="connsiteY98" fmla="*/ 50065 h 118889"/>
                  <a:gd name="connsiteX99" fmla="*/ 76299 w 246897"/>
                  <a:gd name="connsiteY99" fmla="*/ 53291 h 118889"/>
                  <a:gd name="connsiteX100" fmla="*/ 67702 w 246897"/>
                  <a:gd name="connsiteY100" fmla="*/ 60819 h 118889"/>
                  <a:gd name="connsiteX101" fmla="*/ 62329 w 246897"/>
                  <a:gd name="connsiteY101" fmla="*/ 67271 h 118889"/>
                  <a:gd name="connsiteX102" fmla="*/ 61254 w 246897"/>
                  <a:gd name="connsiteY102" fmla="*/ 68347 h 118889"/>
                  <a:gd name="connsiteX103" fmla="*/ 59105 w 246897"/>
                  <a:gd name="connsiteY103" fmla="*/ 71573 h 118889"/>
                  <a:gd name="connsiteX104" fmla="*/ 58030 w 246897"/>
                  <a:gd name="connsiteY104" fmla="*/ 75874 h 118889"/>
                  <a:gd name="connsiteX105" fmla="*/ 56956 w 246897"/>
                  <a:gd name="connsiteY105" fmla="*/ 79100 h 118889"/>
                  <a:gd name="connsiteX106" fmla="*/ 55881 w 246897"/>
                  <a:gd name="connsiteY106" fmla="*/ 79100 h 118889"/>
                  <a:gd name="connsiteX107" fmla="*/ 54806 w 246897"/>
                  <a:gd name="connsiteY107" fmla="*/ 80176 h 118889"/>
                  <a:gd name="connsiteX108" fmla="*/ 53732 w 246897"/>
                  <a:gd name="connsiteY108" fmla="*/ 80176 h 118889"/>
                  <a:gd name="connsiteX109" fmla="*/ 50508 w 246897"/>
                  <a:gd name="connsiteY109" fmla="*/ 81251 h 118889"/>
                  <a:gd name="connsiteX110" fmla="*/ 49433 w 246897"/>
                  <a:gd name="connsiteY110" fmla="*/ 84477 h 118889"/>
                  <a:gd name="connsiteX111" fmla="*/ 45135 w 246897"/>
                  <a:gd name="connsiteY111" fmla="*/ 89854 h 118889"/>
                  <a:gd name="connsiteX112" fmla="*/ 38687 w 246897"/>
                  <a:gd name="connsiteY112" fmla="*/ 98458 h 118889"/>
                  <a:gd name="connsiteX113" fmla="*/ 15045 w 246897"/>
                  <a:gd name="connsiteY113" fmla="*/ 118890 h 118889"/>
                  <a:gd name="connsiteX114" fmla="*/ 6448 w 246897"/>
                  <a:gd name="connsiteY114" fmla="*/ 113513 h 118889"/>
                  <a:gd name="connsiteX115" fmla="*/ 0 w 246897"/>
                  <a:gd name="connsiteY115" fmla="*/ 102759 h 118889"/>
                  <a:gd name="connsiteX116" fmla="*/ 8597 w 246897"/>
                  <a:gd name="connsiteY116" fmla="*/ 89854 h 118889"/>
                  <a:gd name="connsiteX117" fmla="*/ 23642 w 246897"/>
                  <a:gd name="connsiteY117" fmla="*/ 78025 h 118889"/>
                  <a:gd name="connsiteX118" fmla="*/ 23642 w 246897"/>
                  <a:gd name="connsiteY118" fmla="*/ 78025 h 118889"/>
                  <a:gd name="connsiteX119" fmla="*/ 24717 w 246897"/>
                  <a:gd name="connsiteY119" fmla="*/ 75874 h 118889"/>
                  <a:gd name="connsiteX120" fmla="*/ 23642 w 246897"/>
                  <a:gd name="connsiteY120" fmla="*/ 78025 h 118889"/>
                  <a:gd name="connsiteX121" fmla="*/ 32239 w 246897"/>
                  <a:gd name="connsiteY121" fmla="*/ 62970 h 118889"/>
                  <a:gd name="connsiteX122" fmla="*/ 32239 w 246897"/>
                  <a:gd name="connsiteY122" fmla="*/ 62970 h 118889"/>
                  <a:gd name="connsiteX123" fmla="*/ 33314 w 246897"/>
                  <a:gd name="connsiteY123" fmla="*/ 61894 h 118889"/>
                  <a:gd name="connsiteX124" fmla="*/ 32239 w 246897"/>
                  <a:gd name="connsiteY124" fmla="*/ 62970 h 118889"/>
                  <a:gd name="connsiteX125" fmla="*/ 96717 w 246897"/>
                  <a:gd name="connsiteY125" fmla="*/ 61894 h 118889"/>
                  <a:gd name="connsiteX126" fmla="*/ 98866 w 246897"/>
                  <a:gd name="connsiteY126" fmla="*/ 61894 h 118889"/>
                  <a:gd name="connsiteX127" fmla="*/ 97792 w 246897"/>
                  <a:gd name="connsiteY127" fmla="*/ 59744 h 118889"/>
                  <a:gd name="connsiteX128" fmla="*/ 96717 w 246897"/>
                  <a:gd name="connsiteY128" fmla="*/ 61894 h 118889"/>
                  <a:gd name="connsiteX129" fmla="*/ 99941 w 246897"/>
                  <a:gd name="connsiteY129" fmla="*/ 57593 h 118889"/>
                  <a:gd name="connsiteX130" fmla="*/ 98866 w 246897"/>
                  <a:gd name="connsiteY130" fmla="*/ 55442 h 118889"/>
                  <a:gd name="connsiteX131" fmla="*/ 97792 w 246897"/>
                  <a:gd name="connsiteY131" fmla="*/ 57593 h 118889"/>
                  <a:gd name="connsiteX132" fmla="*/ 99941 w 246897"/>
                  <a:gd name="connsiteY132" fmla="*/ 57593 h 118889"/>
                  <a:gd name="connsiteX133" fmla="*/ 101016 w 246897"/>
                  <a:gd name="connsiteY133" fmla="*/ 38236 h 118889"/>
                  <a:gd name="connsiteX134" fmla="*/ 105314 w 246897"/>
                  <a:gd name="connsiteY134" fmla="*/ 35010 h 118889"/>
                  <a:gd name="connsiteX135" fmla="*/ 103165 w 246897"/>
                  <a:gd name="connsiteY135" fmla="*/ 35010 h 118889"/>
                  <a:gd name="connsiteX136" fmla="*/ 101016 w 246897"/>
                  <a:gd name="connsiteY136" fmla="*/ 38236 h 118889"/>
                  <a:gd name="connsiteX137" fmla="*/ 103165 w 246897"/>
                  <a:gd name="connsiteY137" fmla="*/ 50065 h 118889"/>
                  <a:gd name="connsiteX138" fmla="*/ 103165 w 246897"/>
                  <a:gd name="connsiteY138" fmla="*/ 50065 h 118889"/>
                  <a:gd name="connsiteX139" fmla="*/ 104240 w 246897"/>
                  <a:gd name="connsiteY139" fmla="*/ 47914 h 118889"/>
                  <a:gd name="connsiteX140" fmla="*/ 103165 w 246897"/>
                  <a:gd name="connsiteY140" fmla="*/ 50065 h 118889"/>
                  <a:gd name="connsiteX141" fmla="*/ 214927 w 246897"/>
                  <a:gd name="connsiteY141" fmla="*/ 96307 h 118889"/>
                  <a:gd name="connsiteX142" fmla="*/ 214927 w 246897"/>
                  <a:gd name="connsiteY142" fmla="*/ 96307 h 118889"/>
                  <a:gd name="connsiteX143" fmla="*/ 214927 w 246897"/>
                  <a:gd name="connsiteY143" fmla="*/ 96307 h 118889"/>
                  <a:gd name="connsiteX144" fmla="*/ 214927 w 246897"/>
                  <a:gd name="connsiteY144" fmla="*/ 96307 h 11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246897" h="118889">
                    <a:moveTo>
                      <a:pt x="8597" y="89854"/>
                    </a:moveTo>
                    <a:cubicBezTo>
                      <a:pt x="10746" y="86628"/>
                      <a:pt x="12896" y="82327"/>
                      <a:pt x="12896" y="82327"/>
                    </a:cubicBezTo>
                    <a:cubicBezTo>
                      <a:pt x="12896" y="81251"/>
                      <a:pt x="12896" y="81251"/>
                      <a:pt x="13970" y="81251"/>
                    </a:cubicBezTo>
                    <a:cubicBezTo>
                      <a:pt x="15045" y="81251"/>
                      <a:pt x="20418" y="70497"/>
                      <a:pt x="21493" y="70497"/>
                    </a:cubicBezTo>
                    <a:cubicBezTo>
                      <a:pt x="23642" y="67271"/>
                      <a:pt x="24717" y="65121"/>
                      <a:pt x="24717" y="64045"/>
                    </a:cubicBezTo>
                    <a:cubicBezTo>
                      <a:pt x="24717" y="64045"/>
                      <a:pt x="24717" y="62970"/>
                      <a:pt x="25791" y="62970"/>
                    </a:cubicBezTo>
                    <a:cubicBezTo>
                      <a:pt x="25791" y="62970"/>
                      <a:pt x="29015" y="58668"/>
                      <a:pt x="31165" y="53291"/>
                    </a:cubicBezTo>
                    <a:cubicBezTo>
                      <a:pt x="34388" y="47914"/>
                      <a:pt x="38687" y="39311"/>
                      <a:pt x="42985" y="32859"/>
                    </a:cubicBezTo>
                    <a:lnTo>
                      <a:pt x="54806" y="13502"/>
                    </a:lnTo>
                    <a:cubicBezTo>
                      <a:pt x="55881" y="10276"/>
                      <a:pt x="61254" y="597"/>
                      <a:pt x="64478" y="597"/>
                    </a:cubicBezTo>
                    <a:cubicBezTo>
                      <a:pt x="72001" y="-478"/>
                      <a:pt x="73075" y="-478"/>
                      <a:pt x="77374" y="3824"/>
                    </a:cubicBezTo>
                    <a:cubicBezTo>
                      <a:pt x="79523" y="5974"/>
                      <a:pt x="81672" y="8125"/>
                      <a:pt x="81672" y="9200"/>
                    </a:cubicBezTo>
                    <a:cubicBezTo>
                      <a:pt x="82747" y="11351"/>
                      <a:pt x="81672" y="15653"/>
                      <a:pt x="79523" y="18879"/>
                    </a:cubicBezTo>
                    <a:cubicBezTo>
                      <a:pt x="78448" y="19954"/>
                      <a:pt x="77374" y="22105"/>
                      <a:pt x="76299" y="24256"/>
                    </a:cubicBezTo>
                    <a:lnTo>
                      <a:pt x="63404" y="43613"/>
                    </a:lnTo>
                    <a:cubicBezTo>
                      <a:pt x="62329" y="45763"/>
                      <a:pt x="60180" y="48990"/>
                      <a:pt x="60180" y="50065"/>
                    </a:cubicBezTo>
                    <a:cubicBezTo>
                      <a:pt x="60180" y="51140"/>
                      <a:pt x="58030" y="54367"/>
                      <a:pt x="56956" y="55442"/>
                    </a:cubicBezTo>
                    <a:cubicBezTo>
                      <a:pt x="54806" y="58668"/>
                      <a:pt x="47284" y="70497"/>
                      <a:pt x="47284" y="71573"/>
                    </a:cubicBezTo>
                    <a:cubicBezTo>
                      <a:pt x="47284" y="71573"/>
                      <a:pt x="46209" y="72648"/>
                      <a:pt x="46209" y="73723"/>
                    </a:cubicBezTo>
                    <a:cubicBezTo>
                      <a:pt x="45135" y="74799"/>
                      <a:pt x="47284" y="72648"/>
                      <a:pt x="51583" y="68347"/>
                    </a:cubicBezTo>
                    <a:cubicBezTo>
                      <a:pt x="64478" y="55442"/>
                      <a:pt x="77374" y="43613"/>
                      <a:pt x="91344" y="31784"/>
                    </a:cubicBezTo>
                    <a:cubicBezTo>
                      <a:pt x="93493" y="29633"/>
                      <a:pt x="99941" y="25331"/>
                      <a:pt x="102090" y="23181"/>
                    </a:cubicBezTo>
                    <a:cubicBezTo>
                      <a:pt x="106389" y="18879"/>
                      <a:pt x="116061" y="12427"/>
                      <a:pt x="118210" y="11351"/>
                    </a:cubicBezTo>
                    <a:cubicBezTo>
                      <a:pt x="120359" y="10276"/>
                      <a:pt x="124658" y="9200"/>
                      <a:pt x="125732" y="10276"/>
                    </a:cubicBezTo>
                    <a:cubicBezTo>
                      <a:pt x="126807" y="10276"/>
                      <a:pt x="127882" y="11351"/>
                      <a:pt x="128956" y="11351"/>
                    </a:cubicBezTo>
                    <a:cubicBezTo>
                      <a:pt x="130031" y="11351"/>
                      <a:pt x="131106" y="12427"/>
                      <a:pt x="131106" y="12427"/>
                    </a:cubicBezTo>
                    <a:cubicBezTo>
                      <a:pt x="131106" y="12427"/>
                      <a:pt x="133255" y="13502"/>
                      <a:pt x="134329" y="14577"/>
                    </a:cubicBezTo>
                    <a:cubicBezTo>
                      <a:pt x="135404" y="15653"/>
                      <a:pt x="137553" y="16728"/>
                      <a:pt x="137553" y="18879"/>
                    </a:cubicBezTo>
                    <a:cubicBezTo>
                      <a:pt x="138628" y="23181"/>
                      <a:pt x="137553" y="32859"/>
                      <a:pt x="134329" y="38236"/>
                    </a:cubicBezTo>
                    <a:cubicBezTo>
                      <a:pt x="133255" y="40387"/>
                      <a:pt x="131106" y="43613"/>
                      <a:pt x="132180" y="43613"/>
                    </a:cubicBezTo>
                    <a:cubicBezTo>
                      <a:pt x="132180" y="44688"/>
                      <a:pt x="135404" y="42537"/>
                      <a:pt x="138628" y="40387"/>
                    </a:cubicBezTo>
                    <a:cubicBezTo>
                      <a:pt x="148300" y="31784"/>
                      <a:pt x="163345" y="26407"/>
                      <a:pt x="165494" y="29633"/>
                    </a:cubicBezTo>
                    <a:cubicBezTo>
                      <a:pt x="165494" y="29633"/>
                      <a:pt x="166569" y="30708"/>
                      <a:pt x="167643" y="29633"/>
                    </a:cubicBezTo>
                    <a:cubicBezTo>
                      <a:pt x="168718" y="29633"/>
                      <a:pt x="171942" y="30708"/>
                      <a:pt x="174091" y="31784"/>
                    </a:cubicBezTo>
                    <a:cubicBezTo>
                      <a:pt x="180539" y="35010"/>
                      <a:pt x="182688" y="38236"/>
                      <a:pt x="182688" y="45763"/>
                    </a:cubicBezTo>
                    <a:cubicBezTo>
                      <a:pt x="182688" y="48990"/>
                      <a:pt x="182688" y="52216"/>
                      <a:pt x="179464" y="58668"/>
                    </a:cubicBezTo>
                    <a:cubicBezTo>
                      <a:pt x="177315" y="64045"/>
                      <a:pt x="175166" y="69422"/>
                      <a:pt x="174091" y="72648"/>
                    </a:cubicBezTo>
                    <a:cubicBezTo>
                      <a:pt x="173016" y="75874"/>
                      <a:pt x="170867" y="81251"/>
                      <a:pt x="169793" y="84477"/>
                    </a:cubicBezTo>
                    <a:cubicBezTo>
                      <a:pt x="166569" y="90930"/>
                      <a:pt x="166569" y="97382"/>
                      <a:pt x="167643" y="99533"/>
                    </a:cubicBezTo>
                    <a:cubicBezTo>
                      <a:pt x="168718" y="100608"/>
                      <a:pt x="169793" y="100608"/>
                      <a:pt x="170867" y="100608"/>
                    </a:cubicBezTo>
                    <a:cubicBezTo>
                      <a:pt x="174091" y="100608"/>
                      <a:pt x="177315" y="99533"/>
                      <a:pt x="181614" y="97382"/>
                    </a:cubicBezTo>
                    <a:cubicBezTo>
                      <a:pt x="184837" y="96307"/>
                      <a:pt x="189136" y="94156"/>
                      <a:pt x="190211" y="94156"/>
                    </a:cubicBezTo>
                    <a:cubicBezTo>
                      <a:pt x="192360" y="94156"/>
                      <a:pt x="212778" y="83402"/>
                      <a:pt x="214927" y="81251"/>
                    </a:cubicBezTo>
                    <a:cubicBezTo>
                      <a:pt x="216002" y="80176"/>
                      <a:pt x="218151" y="79100"/>
                      <a:pt x="220300" y="76950"/>
                    </a:cubicBezTo>
                    <a:cubicBezTo>
                      <a:pt x="222450" y="74799"/>
                      <a:pt x="228897" y="70497"/>
                      <a:pt x="235345" y="66196"/>
                    </a:cubicBezTo>
                    <a:cubicBezTo>
                      <a:pt x="240719" y="61894"/>
                      <a:pt x="246092" y="58668"/>
                      <a:pt x="246092" y="58668"/>
                    </a:cubicBezTo>
                    <a:cubicBezTo>
                      <a:pt x="247166" y="58668"/>
                      <a:pt x="247166" y="61894"/>
                      <a:pt x="246092" y="62970"/>
                    </a:cubicBezTo>
                    <a:cubicBezTo>
                      <a:pt x="245017" y="62970"/>
                      <a:pt x="245017" y="64045"/>
                      <a:pt x="245017" y="66196"/>
                    </a:cubicBezTo>
                    <a:cubicBezTo>
                      <a:pt x="245017" y="70497"/>
                      <a:pt x="226748" y="90930"/>
                      <a:pt x="223524" y="90930"/>
                    </a:cubicBezTo>
                    <a:cubicBezTo>
                      <a:pt x="222450" y="90930"/>
                      <a:pt x="222450" y="90930"/>
                      <a:pt x="223524" y="92005"/>
                    </a:cubicBezTo>
                    <a:cubicBezTo>
                      <a:pt x="223524" y="93081"/>
                      <a:pt x="227823" y="90930"/>
                      <a:pt x="231047" y="87704"/>
                    </a:cubicBezTo>
                    <a:cubicBezTo>
                      <a:pt x="233196" y="85553"/>
                      <a:pt x="235345" y="84477"/>
                      <a:pt x="235345" y="85553"/>
                    </a:cubicBezTo>
                    <a:cubicBezTo>
                      <a:pt x="235345" y="86628"/>
                      <a:pt x="224599" y="95231"/>
                      <a:pt x="219226" y="97382"/>
                    </a:cubicBezTo>
                    <a:cubicBezTo>
                      <a:pt x="217076" y="98458"/>
                      <a:pt x="214927" y="99533"/>
                      <a:pt x="213853" y="100608"/>
                    </a:cubicBezTo>
                    <a:cubicBezTo>
                      <a:pt x="213853" y="101684"/>
                      <a:pt x="216002" y="99533"/>
                      <a:pt x="219226" y="98458"/>
                    </a:cubicBezTo>
                    <a:cubicBezTo>
                      <a:pt x="222450" y="96307"/>
                      <a:pt x="225674" y="95231"/>
                      <a:pt x="225674" y="95231"/>
                    </a:cubicBezTo>
                    <a:cubicBezTo>
                      <a:pt x="225674" y="95231"/>
                      <a:pt x="225674" y="96307"/>
                      <a:pt x="224599" y="96307"/>
                    </a:cubicBezTo>
                    <a:cubicBezTo>
                      <a:pt x="219226" y="99533"/>
                      <a:pt x="213853" y="103834"/>
                      <a:pt x="213853" y="104910"/>
                    </a:cubicBezTo>
                    <a:cubicBezTo>
                      <a:pt x="213853" y="105985"/>
                      <a:pt x="212778" y="105985"/>
                      <a:pt x="212778" y="104910"/>
                    </a:cubicBezTo>
                    <a:cubicBezTo>
                      <a:pt x="212778" y="103834"/>
                      <a:pt x="210629" y="105985"/>
                      <a:pt x="207405" y="107060"/>
                    </a:cubicBezTo>
                    <a:cubicBezTo>
                      <a:pt x="204181" y="109211"/>
                      <a:pt x="200957" y="110286"/>
                      <a:pt x="199882" y="110286"/>
                    </a:cubicBezTo>
                    <a:cubicBezTo>
                      <a:pt x="198808" y="110286"/>
                      <a:pt x="197733" y="111362"/>
                      <a:pt x="196658" y="112437"/>
                    </a:cubicBezTo>
                    <a:cubicBezTo>
                      <a:pt x="196658" y="113513"/>
                      <a:pt x="194509" y="113513"/>
                      <a:pt x="193434" y="113513"/>
                    </a:cubicBezTo>
                    <a:cubicBezTo>
                      <a:pt x="192360" y="113513"/>
                      <a:pt x="190211" y="114588"/>
                      <a:pt x="188061" y="114588"/>
                    </a:cubicBezTo>
                    <a:cubicBezTo>
                      <a:pt x="181614" y="116739"/>
                      <a:pt x="168718" y="113513"/>
                      <a:pt x="163345" y="107060"/>
                    </a:cubicBezTo>
                    <a:cubicBezTo>
                      <a:pt x="162270" y="104910"/>
                      <a:pt x="157971" y="101684"/>
                      <a:pt x="155822" y="99533"/>
                    </a:cubicBezTo>
                    <a:cubicBezTo>
                      <a:pt x="148300" y="93081"/>
                      <a:pt x="147225" y="89854"/>
                      <a:pt x="146151" y="84477"/>
                    </a:cubicBezTo>
                    <a:cubicBezTo>
                      <a:pt x="145076" y="78025"/>
                      <a:pt x="146151" y="69422"/>
                      <a:pt x="150449" y="60819"/>
                    </a:cubicBezTo>
                    <a:cubicBezTo>
                      <a:pt x="151524" y="57593"/>
                      <a:pt x="153673" y="53291"/>
                      <a:pt x="153673" y="53291"/>
                    </a:cubicBezTo>
                    <a:cubicBezTo>
                      <a:pt x="153673" y="52216"/>
                      <a:pt x="153673" y="52216"/>
                      <a:pt x="154748" y="52216"/>
                    </a:cubicBezTo>
                    <a:cubicBezTo>
                      <a:pt x="155822" y="52216"/>
                      <a:pt x="156897" y="48990"/>
                      <a:pt x="155822" y="48990"/>
                    </a:cubicBezTo>
                    <a:cubicBezTo>
                      <a:pt x="155822" y="48990"/>
                      <a:pt x="154748" y="48990"/>
                      <a:pt x="153673" y="50065"/>
                    </a:cubicBezTo>
                    <a:cubicBezTo>
                      <a:pt x="150449" y="53291"/>
                      <a:pt x="146151" y="55442"/>
                      <a:pt x="145076" y="55442"/>
                    </a:cubicBezTo>
                    <a:cubicBezTo>
                      <a:pt x="144001" y="55442"/>
                      <a:pt x="141852" y="56517"/>
                      <a:pt x="138628" y="60819"/>
                    </a:cubicBezTo>
                    <a:cubicBezTo>
                      <a:pt x="137553" y="61894"/>
                      <a:pt x="135404" y="64045"/>
                      <a:pt x="133255" y="66196"/>
                    </a:cubicBezTo>
                    <a:cubicBezTo>
                      <a:pt x="131106" y="68347"/>
                      <a:pt x="130031" y="69422"/>
                      <a:pt x="130031" y="70497"/>
                    </a:cubicBezTo>
                    <a:cubicBezTo>
                      <a:pt x="130031" y="71573"/>
                      <a:pt x="130031" y="71573"/>
                      <a:pt x="128956" y="71573"/>
                    </a:cubicBezTo>
                    <a:cubicBezTo>
                      <a:pt x="127882" y="71573"/>
                      <a:pt x="126807" y="73723"/>
                      <a:pt x="125732" y="74799"/>
                    </a:cubicBezTo>
                    <a:cubicBezTo>
                      <a:pt x="124658" y="76950"/>
                      <a:pt x="123583" y="79100"/>
                      <a:pt x="122509" y="79100"/>
                    </a:cubicBezTo>
                    <a:cubicBezTo>
                      <a:pt x="121434" y="79100"/>
                      <a:pt x="121434" y="80176"/>
                      <a:pt x="121434" y="81251"/>
                    </a:cubicBezTo>
                    <a:cubicBezTo>
                      <a:pt x="121434" y="83402"/>
                      <a:pt x="120359" y="86628"/>
                      <a:pt x="112837" y="94156"/>
                    </a:cubicBezTo>
                    <a:cubicBezTo>
                      <a:pt x="108538" y="99533"/>
                      <a:pt x="108538" y="99533"/>
                      <a:pt x="105314" y="98458"/>
                    </a:cubicBezTo>
                    <a:cubicBezTo>
                      <a:pt x="103165" y="97382"/>
                      <a:pt x="101016" y="96307"/>
                      <a:pt x="101016" y="95231"/>
                    </a:cubicBezTo>
                    <a:cubicBezTo>
                      <a:pt x="99941" y="94156"/>
                      <a:pt x="98866" y="92005"/>
                      <a:pt x="97792" y="92005"/>
                    </a:cubicBezTo>
                    <a:cubicBezTo>
                      <a:pt x="96717" y="92005"/>
                      <a:pt x="95643" y="90930"/>
                      <a:pt x="94568" y="89854"/>
                    </a:cubicBezTo>
                    <a:cubicBezTo>
                      <a:pt x="94568" y="88779"/>
                      <a:pt x="92419" y="86628"/>
                      <a:pt x="91344" y="86628"/>
                    </a:cubicBezTo>
                    <a:cubicBezTo>
                      <a:pt x="89195" y="84477"/>
                      <a:pt x="89195" y="80176"/>
                      <a:pt x="91344" y="69422"/>
                    </a:cubicBezTo>
                    <a:cubicBezTo>
                      <a:pt x="92419" y="62970"/>
                      <a:pt x="99941" y="45763"/>
                      <a:pt x="103165" y="37160"/>
                    </a:cubicBezTo>
                    <a:cubicBezTo>
                      <a:pt x="105314" y="33934"/>
                      <a:pt x="105314" y="33934"/>
                      <a:pt x="103165" y="33934"/>
                    </a:cubicBezTo>
                    <a:cubicBezTo>
                      <a:pt x="102090" y="35010"/>
                      <a:pt x="101016" y="35010"/>
                      <a:pt x="101016" y="33934"/>
                    </a:cubicBezTo>
                    <a:cubicBezTo>
                      <a:pt x="101016" y="31784"/>
                      <a:pt x="98866" y="32859"/>
                      <a:pt x="96717" y="35010"/>
                    </a:cubicBezTo>
                    <a:cubicBezTo>
                      <a:pt x="94568" y="37160"/>
                      <a:pt x="94568" y="38236"/>
                      <a:pt x="96717" y="38236"/>
                    </a:cubicBezTo>
                    <a:cubicBezTo>
                      <a:pt x="96717" y="38236"/>
                      <a:pt x="96717" y="38236"/>
                      <a:pt x="96717" y="39311"/>
                    </a:cubicBezTo>
                    <a:cubicBezTo>
                      <a:pt x="96717" y="40387"/>
                      <a:pt x="95643" y="40387"/>
                      <a:pt x="94568" y="39311"/>
                    </a:cubicBezTo>
                    <a:cubicBezTo>
                      <a:pt x="93493" y="39311"/>
                      <a:pt x="92419" y="39311"/>
                      <a:pt x="91344" y="40387"/>
                    </a:cubicBezTo>
                    <a:cubicBezTo>
                      <a:pt x="88120" y="42537"/>
                      <a:pt x="88120" y="43613"/>
                      <a:pt x="87046" y="43613"/>
                    </a:cubicBezTo>
                    <a:cubicBezTo>
                      <a:pt x="85971" y="43613"/>
                      <a:pt x="85971" y="44688"/>
                      <a:pt x="83822" y="45763"/>
                    </a:cubicBezTo>
                    <a:cubicBezTo>
                      <a:pt x="81672" y="47914"/>
                      <a:pt x="81672" y="48990"/>
                      <a:pt x="82747" y="48990"/>
                    </a:cubicBezTo>
                    <a:cubicBezTo>
                      <a:pt x="83822" y="50065"/>
                      <a:pt x="83822" y="50065"/>
                      <a:pt x="83822" y="50065"/>
                    </a:cubicBezTo>
                    <a:cubicBezTo>
                      <a:pt x="82747" y="48990"/>
                      <a:pt x="78448" y="51140"/>
                      <a:pt x="76299" y="53291"/>
                    </a:cubicBezTo>
                    <a:cubicBezTo>
                      <a:pt x="75225" y="54367"/>
                      <a:pt x="72001" y="57593"/>
                      <a:pt x="67702" y="60819"/>
                    </a:cubicBezTo>
                    <a:cubicBezTo>
                      <a:pt x="64478" y="64045"/>
                      <a:pt x="61254" y="67271"/>
                      <a:pt x="62329" y="67271"/>
                    </a:cubicBezTo>
                    <a:cubicBezTo>
                      <a:pt x="63404" y="67271"/>
                      <a:pt x="62329" y="68347"/>
                      <a:pt x="61254" y="68347"/>
                    </a:cubicBezTo>
                    <a:cubicBezTo>
                      <a:pt x="60180" y="68347"/>
                      <a:pt x="59105" y="70497"/>
                      <a:pt x="59105" y="71573"/>
                    </a:cubicBezTo>
                    <a:cubicBezTo>
                      <a:pt x="59105" y="72648"/>
                      <a:pt x="59105" y="74799"/>
                      <a:pt x="58030" y="75874"/>
                    </a:cubicBezTo>
                    <a:cubicBezTo>
                      <a:pt x="56956" y="76950"/>
                      <a:pt x="56956" y="78025"/>
                      <a:pt x="56956" y="79100"/>
                    </a:cubicBezTo>
                    <a:cubicBezTo>
                      <a:pt x="58030" y="80176"/>
                      <a:pt x="56956" y="80176"/>
                      <a:pt x="55881" y="79100"/>
                    </a:cubicBezTo>
                    <a:cubicBezTo>
                      <a:pt x="54806" y="78025"/>
                      <a:pt x="54806" y="78025"/>
                      <a:pt x="54806" y="80176"/>
                    </a:cubicBezTo>
                    <a:cubicBezTo>
                      <a:pt x="54806" y="80176"/>
                      <a:pt x="54806" y="80176"/>
                      <a:pt x="53732" y="80176"/>
                    </a:cubicBezTo>
                    <a:cubicBezTo>
                      <a:pt x="52657" y="80176"/>
                      <a:pt x="51583" y="81251"/>
                      <a:pt x="50508" y="81251"/>
                    </a:cubicBezTo>
                    <a:cubicBezTo>
                      <a:pt x="49433" y="82327"/>
                      <a:pt x="48359" y="83402"/>
                      <a:pt x="49433" y="84477"/>
                    </a:cubicBezTo>
                    <a:cubicBezTo>
                      <a:pt x="50508" y="85553"/>
                      <a:pt x="48359" y="87704"/>
                      <a:pt x="45135" y="89854"/>
                    </a:cubicBezTo>
                    <a:cubicBezTo>
                      <a:pt x="41911" y="93081"/>
                      <a:pt x="39761" y="96307"/>
                      <a:pt x="38687" y="98458"/>
                    </a:cubicBezTo>
                    <a:cubicBezTo>
                      <a:pt x="36538" y="103834"/>
                      <a:pt x="21493" y="118890"/>
                      <a:pt x="15045" y="118890"/>
                    </a:cubicBezTo>
                    <a:cubicBezTo>
                      <a:pt x="12896" y="118890"/>
                      <a:pt x="10746" y="117814"/>
                      <a:pt x="6448" y="113513"/>
                    </a:cubicBezTo>
                    <a:cubicBezTo>
                      <a:pt x="0" y="108136"/>
                      <a:pt x="0" y="107060"/>
                      <a:pt x="0" y="102759"/>
                    </a:cubicBezTo>
                    <a:cubicBezTo>
                      <a:pt x="0" y="104910"/>
                      <a:pt x="1075" y="101684"/>
                      <a:pt x="8597" y="89854"/>
                    </a:cubicBezTo>
                    <a:close/>
                    <a:moveTo>
                      <a:pt x="23642" y="78025"/>
                    </a:moveTo>
                    <a:cubicBezTo>
                      <a:pt x="23642" y="79100"/>
                      <a:pt x="23642" y="79100"/>
                      <a:pt x="23642" y="78025"/>
                    </a:cubicBezTo>
                    <a:cubicBezTo>
                      <a:pt x="25791" y="76950"/>
                      <a:pt x="25791" y="74799"/>
                      <a:pt x="24717" y="75874"/>
                    </a:cubicBezTo>
                    <a:cubicBezTo>
                      <a:pt x="23642" y="75874"/>
                      <a:pt x="23642" y="76950"/>
                      <a:pt x="23642" y="78025"/>
                    </a:cubicBezTo>
                    <a:close/>
                    <a:moveTo>
                      <a:pt x="32239" y="62970"/>
                    </a:moveTo>
                    <a:cubicBezTo>
                      <a:pt x="32239" y="62970"/>
                      <a:pt x="32239" y="62970"/>
                      <a:pt x="32239" y="62970"/>
                    </a:cubicBezTo>
                    <a:cubicBezTo>
                      <a:pt x="34388" y="60819"/>
                      <a:pt x="34388" y="60819"/>
                      <a:pt x="33314" y="61894"/>
                    </a:cubicBezTo>
                    <a:cubicBezTo>
                      <a:pt x="32239" y="60819"/>
                      <a:pt x="32239" y="61894"/>
                      <a:pt x="32239" y="62970"/>
                    </a:cubicBezTo>
                    <a:close/>
                    <a:moveTo>
                      <a:pt x="96717" y="61894"/>
                    </a:moveTo>
                    <a:cubicBezTo>
                      <a:pt x="97792" y="65121"/>
                      <a:pt x="98866" y="65121"/>
                      <a:pt x="98866" y="61894"/>
                    </a:cubicBezTo>
                    <a:cubicBezTo>
                      <a:pt x="98866" y="60819"/>
                      <a:pt x="97792" y="59744"/>
                      <a:pt x="97792" y="59744"/>
                    </a:cubicBezTo>
                    <a:cubicBezTo>
                      <a:pt x="96717" y="59744"/>
                      <a:pt x="96717" y="60819"/>
                      <a:pt x="96717" y="61894"/>
                    </a:cubicBezTo>
                    <a:close/>
                    <a:moveTo>
                      <a:pt x="99941" y="57593"/>
                    </a:moveTo>
                    <a:cubicBezTo>
                      <a:pt x="101016" y="56517"/>
                      <a:pt x="101016" y="54367"/>
                      <a:pt x="98866" y="55442"/>
                    </a:cubicBezTo>
                    <a:cubicBezTo>
                      <a:pt x="97792" y="55442"/>
                      <a:pt x="97792" y="56517"/>
                      <a:pt x="97792" y="57593"/>
                    </a:cubicBezTo>
                    <a:cubicBezTo>
                      <a:pt x="97792" y="59744"/>
                      <a:pt x="98866" y="59744"/>
                      <a:pt x="99941" y="57593"/>
                    </a:cubicBezTo>
                    <a:close/>
                    <a:moveTo>
                      <a:pt x="101016" y="38236"/>
                    </a:moveTo>
                    <a:cubicBezTo>
                      <a:pt x="101016" y="38236"/>
                      <a:pt x="105314" y="35010"/>
                      <a:pt x="105314" y="35010"/>
                    </a:cubicBezTo>
                    <a:cubicBezTo>
                      <a:pt x="105314" y="35010"/>
                      <a:pt x="104240" y="35010"/>
                      <a:pt x="103165" y="35010"/>
                    </a:cubicBezTo>
                    <a:cubicBezTo>
                      <a:pt x="102090" y="35010"/>
                      <a:pt x="101016" y="37160"/>
                      <a:pt x="101016" y="38236"/>
                    </a:cubicBezTo>
                    <a:close/>
                    <a:moveTo>
                      <a:pt x="103165" y="50065"/>
                    </a:moveTo>
                    <a:cubicBezTo>
                      <a:pt x="103165" y="51140"/>
                      <a:pt x="103165" y="51140"/>
                      <a:pt x="103165" y="50065"/>
                    </a:cubicBezTo>
                    <a:cubicBezTo>
                      <a:pt x="104240" y="47914"/>
                      <a:pt x="105314" y="47914"/>
                      <a:pt x="104240" y="47914"/>
                    </a:cubicBezTo>
                    <a:cubicBezTo>
                      <a:pt x="103165" y="48990"/>
                      <a:pt x="103165" y="50065"/>
                      <a:pt x="103165" y="50065"/>
                    </a:cubicBezTo>
                    <a:close/>
                    <a:moveTo>
                      <a:pt x="214927" y="96307"/>
                    </a:moveTo>
                    <a:cubicBezTo>
                      <a:pt x="216002" y="95231"/>
                      <a:pt x="217076" y="95231"/>
                      <a:pt x="214927" y="96307"/>
                    </a:cubicBezTo>
                    <a:cubicBezTo>
                      <a:pt x="216002" y="94156"/>
                      <a:pt x="214927" y="95231"/>
                      <a:pt x="214927" y="96307"/>
                    </a:cubicBezTo>
                    <a:cubicBezTo>
                      <a:pt x="213853" y="96307"/>
                      <a:pt x="213853" y="96307"/>
                      <a:pt x="214927" y="96307"/>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4" name="Freeform 783">
                <a:extLst>
                  <a:ext uri="{FF2B5EF4-FFF2-40B4-BE49-F238E27FC236}">
                    <a16:creationId xmlns:a16="http://schemas.microsoft.com/office/drawing/2014/main" id="{B1A89ABC-F475-FEFD-CB7A-57B77CD76C65}"/>
                  </a:ext>
                </a:extLst>
              </p:cNvPr>
              <p:cNvSpPr/>
              <p:nvPr/>
            </p:nvSpPr>
            <p:spPr>
              <a:xfrm>
                <a:off x="2073376" y="5777909"/>
                <a:ext cx="149787" cy="172704"/>
              </a:xfrm>
              <a:custGeom>
                <a:avLst/>
                <a:gdLst>
                  <a:gd name="connsiteX0" fmla="*/ 0 w 149787"/>
                  <a:gd name="connsiteY0" fmla="*/ 141951 h 172704"/>
                  <a:gd name="connsiteX1" fmla="*/ 2149 w 149787"/>
                  <a:gd name="connsiteY1" fmla="*/ 127971 h 172704"/>
                  <a:gd name="connsiteX2" fmla="*/ 11821 w 149787"/>
                  <a:gd name="connsiteY2" fmla="*/ 108614 h 172704"/>
                  <a:gd name="connsiteX3" fmla="*/ 11821 w 149787"/>
                  <a:gd name="connsiteY3" fmla="*/ 107538 h 172704"/>
                  <a:gd name="connsiteX4" fmla="*/ 12896 w 149787"/>
                  <a:gd name="connsiteY4" fmla="*/ 105388 h 172704"/>
                  <a:gd name="connsiteX5" fmla="*/ 13970 w 149787"/>
                  <a:gd name="connsiteY5" fmla="*/ 103237 h 172704"/>
                  <a:gd name="connsiteX6" fmla="*/ 17194 w 149787"/>
                  <a:gd name="connsiteY6" fmla="*/ 96785 h 172704"/>
                  <a:gd name="connsiteX7" fmla="*/ 20418 w 149787"/>
                  <a:gd name="connsiteY7" fmla="*/ 91408 h 172704"/>
                  <a:gd name="connsiteX8" fmla="*/ 22567 w 149787"/>
                  <a:gd name="connsiteY8" fmla="*/ 89257 h 172704"/>
                  <a:gd name="connsiteX9" fmla="*/ 27941 w 149787"/>
                  <a:gd name="connsiteY9" fmla="*/ 81729 h 172704"/>
                  <a:gd name="connsiteX10" fmla="*/ 41911 w 149787"/>
                  <a:gd name="connsiteY10" fmla="*/ 73126 h 172704"/>
                  <a:gd name="connsiteX11" fmla="*/ 56956 w 149787"/>
                  <a:gd name="connsiteY11" fmla="*/ 81729 h 172704"/>
                  <a:gd name="connsiteX12" fmla="*/ 53732 w 149787"/>
                  <a:gd name="connsiteY12" fmla="*/ 94634 h 172704"/>
                  <a:gd name="connsiteX13" fmla="*/ 51583 w 149787"/>
                  <a:gd name="connsiteY13" fmla="*/ 98935 h 172704"/>
                  <a:gd name="connsiteX14" fmla="*/ 48359 w 149787"/>
                  <a:gd name="connsiteY14" fmla="*/ 103237 h 172704"/>
                  <a:gd name="connsiteX15" fmla="*/ 32239 w 149787"/>
                  <a:gd name="connsiteY15" fmla="*/ 125820 h 172704"/>
                  <a:gd name="connsiteX16" fmla="*/ 29015 w 149787"/>
                  <a:gd name="connsiteY16" fmla="*/ 129046 h 172704"/>
                  <a:gd name="connsiteX17" fmla="*/ 29015 w 149787"/>
                  <a:gd name="connsiteY17" fmla="*/ 130122 h 172704"/>
                  <a:gd name="connsiteX18" fmla="*/ 30090 w 149787"/>
                  <a:gd name="connsiteY18" fmla="*/ 132272 h 172704"/>
                  <a:gd name="connsiteX19" fmla="*/ 27941 w 149787"/>
                  <a:gd name="connsiteY19" fmla="*/ 132272 h 172704"/>
                  <a:gd name="connsiteX20" fmla="*/ 22567 w 149787"/>
                  <a:gd name="connsiteY20" fmla="*/ 138725 h 172704"/>
                  <a:gd name="connsiteX21" fmla="*/ 19343 w 149787"/>
                  <a:gd name="connsiteY21" fmla="*/ 152705 h 172704"/>
                  <a:gd name="connsiteX22" fmla="*/ 21493 w 149787"/>
                  <a:gd name="connsiteY22" fmla="*/ 153780 h 172704"/>
                  <a:gd name="connsiteX23" fmla="*/ 20418 w 149787"/>
                  <a:gd name="connsiteY23" fmla="*/ 157006 h 172704"/>
                  <a:gd name="connsiteX24" fmla="*/ 26866 w 149787"/>
                  <a:gd name="connsiteY24" fmla="*/ 158082 h 172704"/>
                  <a:gd name="connsiteX25" fmla="*/ 101016 w 149787"/>
                  <a:gd name="connsiteY25" fmla="*/ 124745 h 172704"/>
                  <a:gd name="connsiteX26" fmla="*/ 114986 w 149787"/>
                  <a:gd name="connsiteY26" fmla="*/ 115066 h 172704"/>
                  <a:gd name="connsiteX27" fmla="*/ 148300 w 149787"/>
                  <a:gd name="connsiteY27" fmla="*/ 95709 h 172704"/>
                  <a:gd name="connsiteX28" fmla="*/ 140777 w 149787"/>
                  <a:gd name="connsiteY28" fmla="*/ 106463 h 172704"/>
                  <a:gd name="connsiteX29" fmla="*/ 119285 w 149787"/>
                  <a:gd name="connsiteY29" fmla="*/ 123669 h 172704"/>
                  <a:gd name="connsiteX30" fmla="*/ 113911 w 149787"/>
                  <a:gd name="connsiteY30" fmla="*/ 129046 h 172704"/>
                  <a:gd name="connsiteX31" fmla="*/ 112837 w 149787"/>
                  <a:gd name="connsiteY31" fmla="*/ 131197 h 172704"/>
                  <a:gd name="connsiteX32" fmla="*/ 111762 w 149787"/>
                  <a:gd name="connsiteY32" fmla="*/ 134423 h 172704"/>
                  <a:gd name="connsiteX33" fmla="*/ 110688 w 149787"/>
                  <a:gd name="connsiteY33" fmla="*/ 136574 h 172704"/>
                  <a:gd name="connsiteX34" fmla="*/ 103165 w 149787"/>
                  <a:gd name="connsiteY34" fmla="*/ 141951 h 172704"/>
                  <a:gd name="connsiteX35" fmla="*/ 94568 w 149787"/>
                  <a:gd name="connsiteY35" fmla="*/ 148403 h 172704"/>
                  <a:gd name="connsiteX36" fmla="*/ 91344 w 149787"/>
                  <a:gd name="connsiteY36" fmla="*/ 151629 h 172704"/>
                  <a:gd name="connsiteX37" fmla="*/ 90270 w 149787"/>
                  <a:gd name="connsiteY37" fmla="*/ 152705 h 172704"/>
                  <a:gd name="connsiteX38" fmla="*/ 80598 w 149787"/>
                  <a:gd name="connsiteY38" fmla="*/ 158082 h 172704"/>
                  <a:gd name="connsiteX39" fmla="*/ 65553 w 149787"/>
                  <a:gd name="connsiteY39" fmla="*/ 166685 h 172704"/>
                  <a:gd name="connsiteX40" fmla="*/ 55881 w 149787"/>
                  <a:gd name="connsiteY40" fmla="*/ 169911 h 172704"/>
                  <a:gd name="connsiteX41" fmla="*/ 39761 w 149787"/>
                  <a:gd name="connsiteY41" fmla="*/ 172061 h 172704"/>
                  <a:gd name="connsiteX42" fmla="*/ 24717 w 149787"/>
                  <a:gd name="connsiteY42" fmla="*/ 169911 h 172704"/>
                  <a:gd name="connsiteX43" fmla="*/ 15045 w 149787"/>
                  <a:gd name="connsiteY43" fmla="*/ 164534 h 172704"/>
                  <a:gd name="connsiteX44" fmla="*/ 15045 w 149787"/>
                  <a:gd name="connsiteY44" fmla="*/ 165609 h 172704"/>
                  <a:gd name="connsiteX45" fmla="*/ 0 w 149787"/>
                  <a:gd name="connsiteY45" fmla="*/ 141951 h 172704"/>
                  <a:gd name="connsiteX46" fmla="*/ 82747 w 149787"/>
                  <a:gd name="connsiteY46" fmla="*/ 1075 h 172704"/>
                  <a:gd name="connsiteX47" fmla="*/ 87046 w 149787"/>
                  <a:gd name="connsiteY47" fmla="*/ 0 h 172704"/>
                  <a:gd name="connsiteX48" fmla="*/ 97792 w 149787"/>
                  <a:gd name="connsiteY48" fmla="*/ 13980 h 172704"/>
                  <a:gd name="connsiteX49" fmla="*/ 95643 w 149787"/>
                  <a:gd name="connsiteY49" fmla="*/ 21508 h 172704"/>
                  <a:gd name="connsiteX50" fmla="*/ 77374 w 149787"/>
                  <a:gd name="connsiteY50" fmla="*/ 34412 h 172704"/>
                  <a:gd name="connsiteX51" fmla="*/ 69851 w 149787"/>
                  <a:gd name="connsiteY51" fmla="*/ 39789 h 172704"/>
                  <a:gd name="connsiteX52" fmla="*/ 64478 w 149787"/>
                  <a:gd name="connsiteY52" fmla="*/ 44091 h 172704"/>
                  <a:gd name="connsiteX53" fmla="*/ 60180 w 149787"/>
                  <a:gd name="connsiteY53" fmla="*/ 47317 h 172704"/>
                  <a:gd name="connsiteX54" fmla="*/ 58030 w 149787"/>
                  <a:gd name="connsiteY54" fmla="*/ 48392 h 172704"/>
                  <a:gd name="connsiteX55" fmla="*/ 55881 w 149787"/>
                  <a:gd name="connsiteY55" fmla="*/ 47317 h 172704"/>
                  <a:gd name="connsiteX56" fmla="*/ 82747 w 149787"/>
                  <a:gd name="connsiteY56" fmla="*/ 1075 h 17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49787" h="172704">
                    <a:moveTo>
                      <a:pt x="0" y="141951"/>
                    </a:moveTo>
                    <a:cubicBezTo>
                      <a:pt x="0" y="138725"/>
                      <a:pt x="1075" y="130122"/>
                      <a:pt x="2149" y="127971"/>
                    </a:cubicBezTo>
                    <a:cubicBezTo>
                      <a:pt x="3224" y="124745"/>
                      <a:pt x="10746" y="108614"/>
                      <a:pt x="11821" y="108614"/>
                    </a:cubicBezTo>
                    <a:cubicBezTo>
                      <a:pt x="11821" y="108614"/>
                      <a:pt x="12896" y="108614"/>
                      <a:pt x="11821" y="107538"/>
                    </a:cubicBezTo>
                    <a:cubicBezTo>
                      <a:pt x="11821" y="107538"/>
                      <a:pt x="11821" y="106463"/>
                      <a:pt x="12896" y="105388"/>
                    </a:cubicBezTo>
                    <a:cubicBezTo>
                      <a:pt x="13970" y="104312"/>
                      <a:pt x="13970" y="104312"/>
                      <a:pt x="13970" y="103237"/>
                    </a:cubicBezTo>
                    <a:cubicBezTo>
                      <a:pt x="13970" y="102162"/>
                      <a:pt x="15045" y="100011"/>
                      <a:pt x="17194" y="96785"/>
                    </a:cubicBezTo>
                    <a:cubicBezTo>
                      <a:pt x="19343" y="93559"/>
                      <a:pt x="20418" y="91408"/>
                      <a:pt x="20418" y="91408"/>
                    </a:cubicBezTo>
                    <a:cubicBezTo>
                      <a:pt x="20418" y="91408"/>
                      <a:pt x="21493" y="90332"/>
                      <a:pt x="22567" y="89257"/>
                    </a:cubicBezTo>
                    <a:cubicBezTo>
                      <a:pt x="23642" y="88182"/>
                      <a:pt x="25791" y="84955"/>
                      <a:pt x="27941" y="81729"/>
                    </a:cubicBezTo>
                    <a:cubicBezTo>
                      <a:pt x="32239" y="75277"/>
                      <a:pt x="34388" y="73126"/>
                      <a:pt x="41911" y="73126"/>
                    </a:cubicBezTo>
                    <a:cubicBezTo>
                      <a:pt x="48359" y="73126"/>
                      <a:pt x="54806" y="76352"/>
                      <a:pt x="56956" y="81729"/>
                    </a:cubicBezTo>
                    <a:cubicBezTo>
                      <a:pt x="59105" y="84955"/>
                      <a:pt x="58030" y="87106"/>
                      <a:pt x="53732" y="94634"/>
                    </a:cubicBezTo>
                    <a:cubicBezTo>
                      <a:pt x="52657" y="95709"/>
                      <a:pt x="52657" y="96785"/>
                      <a:pt x="51583" y="98935"/>
                    </a:cubicBezTo>
                    <a:cubicBezTo>
                      <a:pt x="50508" y="100011"/>
                      <a:pt x="49433" y="102162"/>
                      <a:pt x="48359" y="103237"/>
                    </a:cubicBezTo>
                    <a:cubicBezTo>
                      <a:pt x="46209" y="104312"/>
                      <a:pt x="35463" y="119368"/>
                      <a:pt x="32239" y="125820"/>
                    </a:cubicBezTo>
                    <a:cubicBezTo>
                      <a:pt x="31165" y="127971"/>
                      <a:pt x="30090" y="129046"/>
                      <a:pt x="29015" y="129046"/>
                    </a:cubicBezTo>
                    <a:cubicBezTo>
                      <a:pt x="27941" y="129046"/>
                      <a:pt x="27941" y="130122"/>
                      <a:pt x="29015" y="130122"/>
                    </a:cubicBezTo>
                    <a:cubicBezTo>
                      <a:pt x="30090" y="130122"/>
                      <a:pt x="30090" y="131197"/>
                      <a:pt x="30090" y="132272"/>
                    </a:cubicBezTo>
                    <a:cubicBezTo>
                      <a:pt x="30090" y="133348"/>
                      <a:pt x="29015" y="133348"/>
                      <a:pt x="27941" y="132272"/>
                    </a:cubicBezTo>
                    <a:cubicBezTo>
                      <a:pt x="26866" y="131197"/>
                      <a:pt x="25791" y="132272"/>
                      <a:pt x="22567" y="138725"/>
                    </a:cubicBezTo>
                    <a:cubicBezTo>
                      <a:pt x="17194" y="147328"/>
                      <a:pt x="17194" y="152705"/>
                      <a:pt x="19343" y="152705"/>
                    </a:cubicBezTo>
                    <a:cubicBezTo>
                      <a:pt x="20418" y="152705"/>
                      <a:pt x="21493" y="153780"/>
                      <a:pt x="21493" y="153780"/>
                    </a:cubicBezTo>
                    <a:cubicBezTo>
                      <a:pt x="21493" y="154855"/>
                      <a:pt x="20418" y="155931"/>
                      <a:pt x="20418" y="157006"/>
                    </a:cubicBezTo>
                    <a:cubicBezTo>
                      <a:pt x="21493" y="158082"/>
                      <a:pt x="22567" y="158082"/>
                      <a:pt x="26866" y="158082"/>
                    </a:cubicBezTo>
                    <a:cubicBezTo>
                      <a:pt x="51583" y="157006"/>
                      <a:pt x="80598" y="138725"/>
                      <a:pt x="101016" y="124745"/>
                    </a:cubicBezTo>
                    <a:cubicBezTo>
                      <a:pt x="105314" y="121518"/>
                      <a:pt x="110688" y="118292"/>
                      <a:pt x="114986" y="115066"/>
                    </a:cubicBezTo>
                    <a:cubicBezTo>
                      <a:pt x="120359" y="111840"/>
                      <a:pt x="144001" y="93559"/>
                      <a:pt x="148300" y="95709"/>
                    </a:cubicBezTo>
                    <a:cubicBezTo>
                      <a:pt x="153673" y="97860"/>
                      <a:pt x="142927" y="105388"/>
                      <a:pt x="140777" y="106463"/>
                    </a:cubicBezTo>
                    <a:cubicBezTo>
                      <a:pt x="133255" y="111840"/>
                      <a:pt x="126807" y="119368"/>
                      <a:pt x="119285" y="123669"/>
                    </a:cubicBezTo>
                    <a:cubicBezTo>
                      <a:pt x="112837" y="127971"/>
                      <a:pt x="117135" y="124745"/>
                      <a:pt x="113911" y="129046"/>
                    </a:cubicBezTo>
                    <a:cubicBezTo>
                      <a:pt x="110688" y="132272"/>
                      <a:pt x="114986" y="127971"/>
                      <a:pt x="112837" y="131197"/>
                    </a:cubicBezTo>
                    <a:cubicBezTo>
                      <a:pt x="111762" y="132272"/>
                      <a:pt x="111762" y="133348"/>
                      <a:pt x="111762" y="134423"/>
                    </a:cubicBezTo>
                    <a:cubicBezTo>
                      <a:pt x="111762" y="135498"/>
                      <a:pt x="110688" y="135498"/>
                      <a:pt x="110688" y="136574"/>
                    </a:cubicBezTo>
                    <a:cubicBezTo>
                      <a:pt x="109613" y="137649"/>
                      <a:pt x="106389" y="139800"/>
                      <a:pt x="103165" y="141951"/>
                    </a:cubicBezTo>
                    <a:cubicBezTo>
                      <a:pt x="99941" y="144101"/>
                      <a:pt x="95643" y="147328"/>
                      <a:pt x="94568" y="148403"/>
                    </a:cubicBezTo>
                    <a:cubicBezTo>
                      <a:pt x="92419" y="149478"/>
                      <a:pt x="91344" y="150554"/>
                      <a:pt x="91344" y="151629"/>
                    </a:cubicBezTo>
                    <a:cubicBezTo>
                      <a:pt x="91344" y="151629"/>
                      <a:pt x="91344" y="152705"/>
                      <a:pt x="90270" y="152705"/>
                    </a:cubicBezTo>
                    <a:cubicBezTo>
                      <a:pt x="89195" y="152705"/>
                      <a:pt x="84896" y="154855"/>
                      <a:pt x="80598" y="158082"/>
                    </a:cubicBezTo>
                    <a:cubicBezTo>
                      <a:pt x="77374" y="161308"/>
                      <a:pt x="68777" y="166685"/>
                      <a:pt x="65553" y="166685"/>
                    </a:cubicBezTo>
                    <a:cubicBezTo>
                      <a:pt x="64478" y="166685"/>
                      <a:pt x="60180" y="168835"/>
                      <a:pt x="55881" y="169911"/>
                    </a:cubicBezTo>
                    <a:cubicBezTo>
                      <a:pt x="47284" y="173137"/>
                      <a:pt x="45135" y="173137"/>
                      <a:pt x="39761" y="172061"/>
                    </a:cubicBezTo>
                    <a:cubicBezTo>
                      <a:pt x="36538" y="170986"/>
                      <a:pt x="32239" y="170986"/>
                      <a:pt x="24717" y="169911"/>
                    </a:cubicBezTo>
                    <a:cubicBezTo>
                      <a:pt x="22567" y="169911"/>
                      <a:pt x="17194" y="166685"/>
                      <a:pt x="15045" y="164534"/>
                    </a:cubicBezTo>
                    <a:lnTo>
                      <a:pt x="15045" y="165609"/>
                    </a:lnTo>
                    <a:cubicBezTo>
                      <a:pt x="11821" y="162383"/>
                      <a:pt x="0" y="150554"/>
                      <a:pt x="0" y="141951"/>
                    </a:cubicBezTo>
                    <a:close/>
                    <a:moveTo>
                      <a:pt x="82747" y="1075"/>
                    </a:moveTo>
                    <a:cubicBezTo>
                      <a:pt x="83822" y="0"/>
                      <a:pt x="84896" y="0"/>
                      <a:pt x="87046" y="0"/>
                    </a:cubicBezTo>
                    <a:cubicBezTo>
                      <a:pt x="92419" y="0"/>
                      <a:pt x="96717" y="6452"/>
                      <a:pt x="97792" y="13980"/>
                    </a:cubicBezTo>
                    <a:cubicBezTo>
                      <a:pt x="97792" y="17206"/>
                      <a:pt x="97792" y="18282"/>
                      <a:pt x="95643" y="21508"/>
                    </a:cubicBezTo>
                    <a:cubicBezTo>
                      <a:pt x="90270" y="29036"/>
                      <a:pt x="81672" y="34412"/>
                      <a:pt x="77374" y="34412"/>
                    </a:cubicBezTo>
                    <a:cubicBezTo>
                      <a:pt x="76299" y="34412"/>
                      <a:pt x="70926" y="37638"/>
                      <a:pt x="69851" y="39789"/>
                    </a:cubicBezTo>
                    <a:cubicBezTo>
                      <a:pt x="68777" y="40864"/>
                      <a:pt x="66627" y="43015"/>
                      <a:pt x="64478" y="44091"/>
                    </a:cubicBezTo>
                    <a:cubicBezTo>
                      <a:pt x="62329" y="45166"/>
                      <a:pt x="60180" y="46241"/>
                      <a:pt x="60180" y="47317"/>
                    </a:cubicBezTo>
                    <a:cubicBezTo>
                      <a:pt x="60180" y="48392"/>
                      <a:pt x="59105" y="48392"/>
                      <a:pt x="58030" y="48392"/>
                    </a:cubicBezTo>
                    <a:cubicBezTo>
                      <a:pt x="55881" y="49468"/>
                      <a:pt x="55881" y="49468"/>
                      <a:pt x="55881" y="47317"/>
                    </a:cubicBezTo>
                    <a:cubicBezTo>
                      <a:pt x="54806" y="44091"/>
                      <a:pt x="79523" y="4301"/>
                      <a:pt x="82747" y="107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5" name="Freeform 784">
                <a:extLst>
                  <a:ext uri="{FF2B5EF4-FFF2-40B4-BE49-F238E27FC236}">
                    <a16:creationId xmlns:a16="http://schemas.microsoft.com/office/drawing/2014/main" id="{7529BDCA-3D96-0FEE-884C-97F79BFC9958}"/>
                  </a:ext>
                </a:extLst>
              </p:cNvPr>
              <p:cNvSpPr/>
              <p:nvPr/>
            </p:nvSpPr>
            <p:spPr>
              <a:xfrm>
                <a:off x="2193467" y="5728442"/>
                <a:ext cx="175434" cy="244112"/>
              </a:xfrm>
              <a:custGeom>
                <a:avLst/>
                <a:gdLst>
                  <a:gd name="connsiteX0" fmla="*/ 269 w 175434"/>
                  <a:gd name="connsiteY0" fmla="*/ 201097 h 244112"/>
                  <a:gd name="connsiteX1" fmla="*/ 3493 w 175434"/>
                  <a:gd name="connsiteY1" fmla="*/ 181740 h 244112"/>
                  <a:gd name="connsiteX2" fmla="*/ 4567 w 175434"/>
                  <a:gd name="connsiteY2" fmla="*/ 176363 h 244112"/>
                  <a:gd name="connsiteX3" fmla="*/ 11015 w 175434"/>
                  <a:gd name="connsiteY3" fmla="*/ 158082 h 244112"/>
                  <a:gd name="connsiteX4" fmla="*/ 13164 w 175434"/>
                  <a:gd name="connsiteY4" fmla="*/ 152705 h 244112"/>
                  <a:gd name="connsiteX5" fmla="*/ 26060 w 175434"/>
                  <a:gd name="connsiteY5" fmla="*/ 123669 h 244112"/>
                  <a:gd name="connsiteX6" fmla="*/ 35732 w 175434"/>
                  <a:gd name="connsiteY6" fmla="*/ 105388 h 244112"/>
                  <a:gd name="connsiteX7" fmla="*/ 40030 w 175434"/>
                  <a:gd name="connsiteY7" fmla="*/ 98935 h 244112"/>
                  <a:gd name="connsiteX8" fmla="*/ 48627 w 175434"/>
                  <a:gd name="connsiteY8" fmla="*/ 82805 h 244112"/>
                  <a:gd name="connsiteX9" fmla="*/ 61523 w 175434"/>
                  <a:gd name="connsiteY9" fmla="*/ 62372 h 244112"/>
                  <a:gd name="connsiteX10" fmla="*/ 65821 w 175434"/>
                  <a:gd name="connsiteY10" fmla="*/ 56996 h 244112"/>
                  <a:gd name="connsiteX11" fmla="*/ 74419 w 175434"/>
                  <a:gd name="connsiteY11" fmla="*/ 43015 h 244112"/>
                  <a:gd name="connsiteX12" fmla="*/ 77643 w 175434"/>
                  <a:gd name="connsiteY12" fmla="*/ 39789 h 244112"/>
                  <a:gd name="connsiteX13" fmla="*/ 116329 w 175434"/>
                  <a:gd name="connsiteY13" fmla="*/ 0 h 244112"/>
                  <a:gd name="connsiteX14" fmla="*/ 121703 w 175434"/>
                  <a:gd name="connsiteY14" fmla="*/ 3226 h 244112"/>
                  <a:gd name="connsiteX15" fmla="*/ 132449 w 175434"/>
                  <a:gd name="connsiteY15" fmla="*/ 8603 h 244112"/>
                  <a:gd name="connsiteX16" fmla="*/ 122777 w 175434"/>
                  <a:gd name="connsiteY16" fmla="*/ 62372 h 244112"/>
                  <a:gd name="connsiteX17" fmla="*/ 117404 w 175434"/>
                  <a:gd name="connsiteY17" fmla="*/ 69900 h 244112"/>
                  <a:gd name="connsiteX18" fmla="*/ 33582 w 175434"/>
                  <a:gd name="connsiteY18" fmla="*/ 163459 h 244112"/>
                  <a:gd name="connsiteX19" fmla="*/ 30358 w 175434"/>
                  <a:gd name="connsiteY19" fmla="*/ 168835 h 244112"/>
                  <a:gd name="connsiteX20" fmla="*/ 29284 w 175434"/>
                  <a:gd name="connsiteY20" fmla="*/ 170986 h 244112"/>
                  <a:gd name="connsiteX21" fmla="*/ 27135 w 175434"/>
                  <a:gd name="connsiteY21" fmla="*/ 176363 h 244112"/>
                  <a:gd name="connsiteX22" fmla="*/ 24985 w 175434"/>
                  <a:gd name="connsiteY22" fmla="*/ 179589 h 244112"/>
                  <a:gd name="connsiteX23" fmla="*/ 23911 w 175434"/>
                  <a:gd name="connsiteY23" fmla="*/ 182815 h 244112"/>
                  <a:gd name="connsiteX24" fmla="*/ 22836 w 175434"/>
                  <a:gd name="connsiteY24" fmla="*/ 188192 h 244112"/>
                  <a:gd name="connsiteX25" fmla="*/ 21761 w 175434"/>
                  <a:gd name="connsiteY25" fmla="*/ 191419 h 244112"/>
                  <a:gd name="connsiteX26" fmla="*/ 20687 w 175434"/>
                  <a:gd name="connsiteY26" fmla="*/ 194645 h 244112"/>
                  <a:gd name="connsiteX27" fmla="*/ 19612 w 175434"/>
                  <a:gd name="connsiteY27" fmla="*/ 202172 h 244112"/>
                  <a:gd name="connsiteX28" fmla="*/ 19612 w 175434"/>
                  <a:gd name="connsiteY28" fmla="*/ 225831 h 244112"/>
                  <a:gd name="connsiteX29" fmla="*/ 34657 w 175434"/>
                  <a:gd name="connsiteY29" fmla="*/ 232283 h 244112"/>
                  <a:gd name="connsiteX30" fmla="*/ 75493 w 175434"/>
                  <a:gd name="connsiteY30" fmla="*/ 219378 h 244112"/>
                  <a:gd name="connsiteX31" fmla="*/ 78717 w 175434"/>
                  <a:gd name="connsiteY31" fmla="*/ 217228 h 244112"/>
                  <a:gd name="connsiteX32" fmla="*/ 85165 w 175434"/>
                  <a:gd name="connsiteY32" fmla="*/ 212926 h 244112"/>
                  <a:gd name="connsiteX33" fmla="*/ 90538 w 175434"/>
                  <a:gd name="connsiteY33" fmla="*/ 208624 h 244112"/>
                  <a:gd name="connsiteX34" fmla="*/ 151792 w 175434"/>
                  <a:gd name="connsiteY34" fmla="*/ 163459 h 244112"/>
                  <a:gd name="connsiteX35" fmla="*/ 175434 w 175434"/>
                  <a:gd name="connsiteY35" fmla="*/ 147328 h 244112"/>
                  <a:gd name="connsiteX36" fmla="*/ 171136 w 175434"/>
                  <a:gd name="connsiteY36" fmla="*/ 151629 h 244112"/>
                  <a:gd name="connsiteX37" fmla="*/ 165763 w 175434"/>
                  <a:gd name="connsiteY37" fmla="*/ 158082 h 244112"/>
                  <a:gd name="connsiteX38" fmla="*/ 163613 w 175434"/>
                  <a:gd name="connsiteY38" fmla="*/ 161308 h 244112"/>
                  <a:gd name="connsiteX39" fmla="*/ 157166 w 175434"/>
                  <a:gd name="connsiteY39" fmla="*/ 166685 h 244112"/>
                  <a:gd name="connsiteX40" fmla="*/ 153942 w 175434"/>
                  <a:gd name="connsiteY40" fmla="*/ 168835 h 244112"/>
                  <a:gd name="connsiteX41" fmla="*/ 150718 w 175434"/>
                  <a:gd name="connsiteY41" fmla="*/ 170986 h 244112"/>
                  <a:gd name="connsiteX42" fmla="*/ 147494 w 175434"/>
                  <a:gd name="connsiteY42" fmla="*/ 174212 h 244112"/>
                  <a:gd name="connsiteX43" fmla="*/ 143195 w 175434"/>
                  <a:gd name="connsiteY43" fmla="*/ 177438 h 244112"/>
                  <a:gd name="connsiteX44" fmla="*/ 137822 w 175434"/>
                  <a:gd name="connsiteY44" fmla="*/ 182815 h 244112"/>
                  <a:gd name="connsiteX45" fmla="*/ 135673 w 175434"/>
                  <a:gd name="connsiteY45" fmla="*/ 186042 h 244112"/>
                  <a:gd name="connsiteX46" fmla="*/ 134598 w 175434"/>
                  <a:gd name="connsiteY46" fmla="*/ 186042 h 244112"/>
                  <a:gd name="connsiteX47" fmla="*/ 132449 w 175434"/>
                  <a:gd name="connsiteY47" fmla="*/ 187117 h 244112"/>
                  <a:gd name="connsiteX48" fmla="*/ 130300 w 175434"/>
                  <a:gd name="connsiteY48" fmla="*/ 188192 h 244112"/>
                  <a:gd name="connsiteX49" fmla="*/ 128150 w 175434"/>
                  <a:gd name="connsiteY49" fmla="*/ 189268 h 244112"/>
                  <a:gd name="connsiteX50" fmla="*/ 124926 w 175434"/>
                  <a:gd name="connsiteY50" fmla="*/ 192494 h 244112"/>
                  <a:gd name="connsiteX51" fmla="*/ 119553 w 175434"/>
                  <a:gd name="connsiteY51" fmla="*/ 197871 h 244112"/>
                  <a:gd name="connsiteX52" fmla="*/ 117404 w 175434"/>
                  <a:gd name="connsiteY52" fmla="*/ 201097 h 244112"/>
                  <a:gd name="connsiteX53" fmla="*/ 115255 w 175434"/>
                  <a:gd name="connsiteY53" fmla="*/ 204323 h 244112"/>
                  <a:gd name="connsiteX54" fmla="*/ 115255 w 175434"/>
                  <a:gd name="connsiteY54" fmla="*/ 204323 h 244112"/>
                  <a:gd name="connsiteX55" fmla="*/ 112031 w 175434"/>
                  <a:gd name="connsiteY55" fmla="*/ 204323 h 244112"/>
                  <a:gd name="connsiteX56" fmla="*/ 112031 w 175434"/>
                  <a:gd name="connsiteY56" fmla="*/ 206474 h 244112"/>
                  <a:gd name="connsiteX57" fmla="*/ 110956 w 175434"/>
                  <a:gd name="connsiteY57" fmla="*/ 207549 h 244112"/>
                  <a:gd name="connsiteX58" fmla="*/ 107732 w 175434"/>
                  <a:gd name="connsiteY58" fmla="*/ 208624 h 244112"/>
                  <a:gd name="connsiteX59" fmla="*/ 106658 w 175434"/>
                  <a:gd name="connsiteY59" fmla="*/ 209700 h 244112"/>
                  <a:gd name="connsiteX60" fmla="*/ 104508 w 175434"/>
                  <a:gd name="connsiteY60" fmla="*/ 211851 h 244112"/>
                  <a:gd name="connsiteX61" fmla="*/ 103434 w 175434"/>
                  <a:gd name="connsiteY61" fmla="*/ 212926 h 244112"/>
                  <a:gd name="connsiteX62" fmla="*/ 99135 w 175434"/>
                  <a:gd name="connsiteY62" fmla="*/ 216152 h 244112"/>
                  <a:gd name="connsiteX63" fmla="*/ 86239 w 175434"/>
                  <a:gd name="connsiteY63" fmla="*/ 225831 h 244112"/>
                  <a:gd name="connsiteX64" fmla="*/ 73344 w 175434"/>
                  <a:gd name="connsiteY64" fmla="*/ 233359 h 244112"/>
                  <a:gd name="connsiteX65" fmla="*/ 69045 w 175434"/>
                  <a:gd name="connsiteY65" fmla="*/ 236585 h 244112"/>
                  <a:gd name="connsiteX66" fmla="*/ 67971 w 175434"/>
                  <a:gd name="connsiteY66" fmla="*/ 236585 h 244112"/>
                  <a:gd name="connsiteX67" fmla="*/ 65821 w 175434"/>
                  <a:gd name="connsiteY67" fmla="*/ 237660 h 244112"/>
                  <a:gd name="connsiteX68" fmla="*/ 57224 w 175434"/>
                  <a:gd name="connsiteY68" fmla="*/ 240886 h 244112"/>
                  <a:gd name="connsiteX69" fmla="*/ 52926 w 175434"/>
                  <a:gd name="connsiteY69" fmla="*/ 241961 h 244112"/>
                  <a:gd name="connsiteX70" fmla="*/ 40030 w 175434"/>
                  <a:gd name="connsiteY70" fmla="*/ 244112 h 244112"/>
                  <a:gd name="connsiteX71" fmla="*/ 32508 w 175434"/>
                  <a:gd name="connsiteY71" fmla="*/ 243037 h 244112"/>
                  <a:gd name="connsiteX72" fmla="*/ 28209 w 175434"/>
                  <a:gd name="connsiteY72" fmla="*/ 240886 h 244112"/>
                  <a:gd name="connsiteX73" fmla="*/ 20687 w 175434"/>
                  <a:gd name="connsiteY73" fmla="*/ 236585 h 244112"/>
                  <a:gd name="connsiteX74" fmla="*/ 19612 w 175434"/>
                  <a:gd name="connsiteY74" fmla="*/ 235509 h 244112"/>
                  <a:gd name="connsiteX75" fmla="*/ 19612 w 175434"/>
                  <a:gd name="connsiteY75" fmla="*/ 236585 h 244112"/>
                  <a:gd name="connsiteX76" fmla="*/ 18538 w 175434"/>
                  <a:gd name="connsiteY76" fmla="*/ 235509 h 244112"/>
                  <a:gd name="connsiteX77" fmla="*/ 13164 w 175434"/>
                  <a:gd name="connsiteY77" fmla="*/ 229057 h 244112"/>
                  <a:gd name="connsiteX78" fmla="*/ 6717 w 175434"/>
                  <a:gd name="connsiteY78" fmla="*/ 220454 h 244112"/>
                  <a:gd name="connsiteX79" fmla="*/ 269 w 175434"/>
                  <a:gd name="connsiteY79" fmla="*/ 201097 h 244112"/>
                  <a:gd name="connsiteX80" fmla="*/ 11015 w 175434"/>
                  <a:gd name="connsiteY80" fmla="*/ 184966 h 244112"/>
                  <a:gd name="connsiteX81" fmla="*/ 11015 w 175434"/>
                  <a:gd name="connsiteY81" fmla="*/ 184966 h 244112"/>
                  <a:gd name="connsiteX82" fmla="*/ 13164 w 175434"/>
                  <a:gd name="connsiteY82" fmla="*/ 184966 h 244112"/>
                  <a:gd name="connsiteX83" fmla="*/ 11015 w 175434"/>
                  <a:gd name="connsiteY83" fmla="*/ 184966 h 244112"/>
                  <a:gd name="connsiteX84" fmla="*/ 11015 w 175434"/>
                  <a:gd name="connsiteY84" fmla="*/ 184966 h 244112"/>
                  <a:gd name="connsiteX85" fmla="*/ 13164 w 175434"/>
                  <a:gd name="connsiteY85" fmla="*/ 181740 h 244112"/>
                  <a:gd name="connsiteX86" fmla="*/ 13164 w 175434"/>
                  <a:gd name="connsiteY86" fmla="*/ 176363 h 244112"/>
                  <a:gd name="connsiteX87" fmla="*/ 13164 w 175434"/>
                  <a:gd name="connsiteY87" fmla="*/ 178514 h 244112"/>
                  <a:gd name="connsiteX88" fmla="*/ 13164 w 175434"/>
                  <a:gd name="connsiteY88" fmla="*/ 179589 h 244112"/>
                  <a:gd name="connsiteX89" fmla="*/ 12090 w 175434"/>
                  <a:gd name="connsiteY89" fmla="*/ 180665 h 244112"/>
                  <a:gd name="connsiteX90" fmla="*/ 13164 w 175434"/>
                  <a:gd name="connsiteY90" fmla="*/ 181740 h 244112"/>
                  <a:gd name="connsiteX91" fmla="*/ 14239 w 175434"/>
                  <a:gd name="connsiteY91" fmla="*/ 174212 h 244112"/>
                  <a:gd name="connsiteX92" fmla="*/ 14239 w 175434"/>
                  <a:gd name="connsiteY92" fmla="*/ 174212 h 244112"/>
                  <a:gd name="connsiteX93" fmla="*/ 15314 w 175434"/>
                  <a:gd name="connsiteY93" fmla="*/ 173137 h 244112"/>
                  <a:gd name="connsiteX94" fmla="*/ 14239 w 175434"/>
                  <a:gd name="connsiteY94" fmla="*/ 174212 h 244112"/>
                  <a:gd name="connsiteX95" fmla="*/ 18538 w 175434"/>
                  <a:gd name="connsiteY95" fmla="*/ 161308 h 244112"/>
                  <a:gd name="connsiteX96" fmla="*/ 18538 w 175434"/>
                  <a:gd name="connsiteY96" fmla="*/ 161308 h 244112"/>
                  <a:gd name="connsiteX97" fmla="*/ 23911 w 175434"/>
                  <a:gd name="connsiteY97" fmla="*/ 153780 h 244112"/>
                  <a:gd name="connsiteX98" fmla="*/ 18538 w 175434"/>
                  <a:gd name="connsiteY98" fmla="*/ 161308 h 244112"/>
                  <a:gd name="connsiteX99" fmla="*/ 22836 w 175434"/>
                  <a:gd name="connsiteY99" fmla="*/ 151629 h 244112"/>
                  <a:gd name="connsiteX100" fmla="*/ 23911 w 175434"/>
                  <a:gd name="connsiteY100" fmla="*/ 152705 h 244112"/>
                  <a:gd name="connsiteX101" fmla="*/ 26060 w 175434"/>
                  <a:gd name="connsiteY101" fmla="*/ 149478 h 244112"/>
                  <a:gd name="connsiteX102" fmla="*/ 30358 w 175434"/>
                  <a:gd name="connsiteY102" fmla="*/ 141951 h 244112"/>
                  <a:gd name="connsiteX103" fmla="*/ 29284 w 175434"/>
                  <a:gd name="connsiteY103" fmla="*/ 138725 h 244112"/>
                  <a:gd name="connsiteX104" fmla="*/ 22836 w 175434"/>
                  <a:gd name="connsiteY104" fmla="*/ 151629 h 244112"/>
                  <a:gd name="connsiteX105" fmla="*/ 32508 w 175434"/>
                  <a:gd name="connsiteY105" fmla="*/ 134423 h 244112"/>
                  <a:gd name="connsiteX106" fmla="*/ 33582 w 175434"/>
                  <a:gd name="connsiteY106" fmla="*/ 132272 h 244112"/>
                  <a:gd name="connsiteX107" fmla="*/ 32508 w 175434"/>
                  <a:gd name="connsiteY107" fmla="*/ 134423 h 244112"/>
                  <a:gd name="connsiteX108" fmla="*/ 34657 w 175434"/>
                  <a:gd name="connsiteY108" fmla="*/ 127971 h 244112"/>
                  <a:gd name="connsiteX109" fmla="*/ 34657 w 175434"/>
                  <a:gd name="connsiteY109" fmla="*/ 127971 h 244112"/>
                  <a:gd name="connsiteX110" fmla="*/ 34657 w 175434"/>
                  <a:gd name="connsiteY110" fmla="*/ 127971 h 244112"/>
                  <a:gd name="connsiteX111" fmla="*/ 50777 w 175434"/>
                  <a:gd name="connsiteY111" fmla="*/ 137649 h 244112"/>
                  <a:gd name="connsiteX112" fmla="*/ 123852 w 175434"/>
                  <a:gd name="connsiteY112" fmla="*/ 33337 h 244112"/>
                  <a:gd name="connsiteX113" fmla="*/ 122777 w 175434"/>
                  <a:gd name="connsiteY113" fmla="*/ 29036 h 244112"/>
                  <a:gd name="connsiteX114" fmla="*/ 95911 w 175434"/>
                  <a:gd name="connsiteY114" fmla="*/ 58071 h 244112"/>
                  <a:gd name="connsiteX115" fmla="*/ 49702 w 175434"/>
                  <a:gd name="connsiteY115" fmla="*/ 127971 h 244112"/>
                  <a:gd name="connsiteX116" fmla="*/ 41105 w 175434"/>
                  <a:gd name="connsiteY116" fmla="*/ 144101 h 244112"/>
                  <a:gd name="connsiteX117" fmla="*/ 50777 w 175434"/>
                  <a:gd name="connsiteY117" fmla="*/ 137649 h 244112"/>
                  <a:gd name="connsiteX118" fmla="*/ 109882 w 175434"/>
                  <a:gd name="connsiteY118" fmla="*/ 207549 h 244112"/>
                  <a:gd name="connsiteX119" fmla="*/ 109882 w 175434"/>
                  <a:gd name="connsiteY119" fmla="*/ 207549 h 244112"/>
                  <a:gd name="connsiteX120" fmla="*/ 109882 w 175434"/>
                  <a:gd name="connsiteY120" fmla="*/ 206474 h 244112"/>
                  <a:gd name="connsiteX121" fmla="*/ 109882 w 175434"/>
                  <a:gd name="connsiteY121" fmla="*/ 207549 h 244112"/>
                  <a:gd name="connsiteX122" fmla="*/ 113105 w 175434"/>
                  <a:gd name="connsiteY122" fmla="*/ 205398 h 244112"/>
                  <a:gd name="connsiteX123" fmla="*/ 114180 w 175434"/>
                  <a:gd name="connsiteY123" fmla="*/ 203248 h 244112"/>
                  <a:gd name="connsiteX124" fmla="*/ 113105 w 175434"/>
                  <a:gd name="connsiteY124" fmla="*/ 205398 h 244112"/>
                  <a:gd name="connsiteX125" fmla="*/ 113105 w 175434"/>
                  <a:gd name="connsiteY125" fmla="*/ 205398 h 244112"/>
                  <a:gd name="connsiteX126" fmla="*/ 116329 w 175434"/>
                  <a:gd name="connsiteY126" fmla="*/ 203248 h 244112"/>
                  <a:gd name="connsiteX127" fmla="*/ 117404 w 175434"/>
                  <a:gd name="connsiteY127" fmla="*/ 202172 h 244112"/>
                  <a:gd name="connsiteX128" fmla="*/ 117404 w 175434"/>
                  <a:gd name="connsiteY128" fmla="*/ 201097 h 244112"/>
                  <a:gd name="connsiteX129" fmla="*/ 116329 w 175434"/>
                  <a:gd name="connsiteY129" fmla="*/ 202172 h 244112"/>
                  <a:gd name="connsiteX130" fmla="*/ 116329 w 175434"/>
                  <a:gd name="connsiteY130" fmla="*/ 203248 h 2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75434" h="244112">
                    <a:moveTo>
                      <a:pt x="269" y="201097"/>
                    </a:moveTo>
                    <a:cubicBezTo>
                      <a:pt x="1343" y="191419"/>
                      <a:pt x="2418" y="182815"/>
                      <a:pt x="3493" y="181740"/>
                    </a:cubicBezTo>
                    <a:cubicBezTo>
                      <a:pt x="3493" y="181740"/>
                      <a:pt x="4567" y="178514"/>
                      <a:pt x="4567" y="176363"/>
                    </a:cubicBezTo>
                    <a:cubicBezTo>
                      <a:pt x="5642" y="170986"/>
                      <a:pt x="7791" y="164534"/>
                      <a:pt x="11015" y="158082"/>
                    </a:cubicBezTo>
                    <a:cubicBezTo>
                      <a:pt x="12090" y="155931"/>
                      <a:pt x="13164" y="152705"/>
                      <a:pt x="13164" y="152705"/>
                    </a:cubicBezTo>
                    <a:cubicBezTo>
                      <a:pt x="15314" y="144101"/>
                      <a:pt x="21761" y="132272"/>
                      <a:pt x="26060" y="123669"/>
                    </a:cubicBezTo>
                    <a:cubicBezTo>
                      <a:pt x="29284" y="118292"/>
                      <a:pt x="33582" y="110765"/>
                      <a:pt x="35732" y="105388"/>
                    </a:cubicBezTo>
                    <a:cubicBezTo>
                      <a:pt x="36806" y="102162"/>
                      <a:pt x="38956" y="102162"/>
                      <a:pt x="40030" y="98935"/>
                    </a:cubicBezTo>
                    <a:cubicBezTo>
                      <a:pt x="43254" y="92483"/>
                      <a:pt x="44329" y="88182"/>
                      <a:pt x="48627" y="82805"/>
                    </a:cubicBezTo>
                    <a:cubicBezTo>
                      <a:pt x="54000" y="76352"/>
                      <a:pt x="57224" y="69900"/>
                      <a:pt x="61523" y="62372"/>
                    </a:cubicBezTo>
                    <a:cubicBezTo>
                      <a:pt x="62598" y="61297"/>
                      <a:pt x="65821" y="58071"/>
                      <a:pt x="65821" y="56996"/>
                    </a:cubicBezTo>
                    <a:cubicBezTo>
                      <a:pt x="65821" y="54845"/>
                      <a:pt x="72269" y="46242"/>
                      <a:pt x="74419" y="43015"/>
                    </a:cubicBezTo>
                    <a:cubicBezTo>
                      <a:pt x="75493" y="40865"/>
                      <a:pt x="77643" y="39789"/>
                      <a:pt x="77643" y="39789"/>
                    </a:cubicBezTo>
                    <a:cubicBezTo>
                      <a:pt x="85165" y="26885"/>
                      <a:pt x="101284" y="2151"/>
                      <a:pt x="116329" y="0"/>
                    </a:cubicBezTo>
                    <a:cubicBezTo>
                      <a:pt x="118479" y="0"/>
                      <a:pt x="119553" y="2151"/>
                      <a:pt x="121703" y="3226"/>
                    </a:cubicBezTo>
                    <a:cubicBezTo>
                      <a:pt x="126001" y="4301"/>
                      <a:pt x="128150" y="7528"/>
                      <a:pt x="132449" y="8603"/>
                    </a:cubicBezTo>
                    <a:cubicBezTo>
                      <a:pt x="145344" y="11829"/>
                      <a:pt x="129225" y="48392"/>
                      <a:pt x="122777" y="62372"/>
                    </a:cubicBezTo>
                    <a:cubicBezTo>
                      <a:pt x="121703" y="65599"/>
                      <a:pt x="118479" y="67749"/>
                      <a:pt x="117404" y="69900"/>
                    </a:cubicBezTo>
                    <a:cubicBezTo>
                      <a:pt x="99135" y="104312"/>
                      <a:pt x="65821" y="143026"/>
                      <a:pt x="33582" y="163459"/>
                    </a:cubicBezTo>
                    <a:cubicBezTo>
                      <a:pt x="30358" y="165609"/>
                      <a:pt x="32508" y="167760"/>
                      <a:pt x="30358" y="168835"/>
                    </a:cubicBezTo>
                    <a:cubicBezTo>
                      <a:pt x="28209" y="169911"/>
                      <a:pt x="31433" y="169911"/>
                      <a:pt x="29284" y="170986"/>
                    </a:cubicBezTo>
                    <a:cubicBezTo>
                      <a:pt x="27135" y="173137"/>
                      <a:pt x="30358" y="172061"/>
                      <a:pt x="27135" y="176363"/>
                    </a:cubicBezTo>
                    <a:cubicBezTo>
                      <a:pt x="26060" y="177438"/>
                      <a:pt x="24985" y="179589"/>
                      <a:pt x="24985" y="179589"/>
                    </a:cubicBezTo>
                    <a:cubicBezTo>
                      <a:pt x="24985" y="180665"/>
                      <a:pt x="24985" y="181740"/>
                      <a:pt x="23911" y="182815"/>
                    </a:cubicBezTo>
                    <a:cubicBezTo>
                      <a:pt x="22836" y="183891"/>
                      <a:pt x="22836" y="186042"/>
                      <a:pt x="22836" y="188192"/>
                    </a:cubicBezTo>
                    <a:cubicBezTo>
                      <a:pt x="22836" y="190343"/>
                      <a:pt x="22836" y="191419"/>
                      <a:pt x="21761" y="191419"/>
                    </a:cubicBezTo>
                    <a:cubicBezTo>
                      <a:pt x="20687" y="192494"/>
                      <a:pt x="20687" y="192494"/>
                      <a:pt x="20687" y="194645"/>
                    </a:cubicBezTo>
                    <a:cubicBezTo>
                      <a:pt x="20687" y="195720"/>
                      <a:pt x="19612" y="198946"/>
                      <a:pt x="19612" y="202172"/>
                    </a:cubicBezTo>
                    <a:cubicBezTo>
                      <a:pt x="18538" y="208624"/>
                      <a:pt x="17463" y="221529"/>
                      <a:pt x="19612" y="225831"/>
                    </a:cubicBezTo>
                    <a:cubicBezTo>
                      <a:pt x="21761" y="232283"/>
                      <a:pt x="23911" y="233359"/>
                      <a:pt x="34657" y="232283"/>
                    </a:cubicBezTo>
                    <a:cubicBezTo>
                      <a:pt x="48627" y="232283"/>
                      <a:pt x="64747" y="227982"/>
                      <a:pt x="75493" y="219378"/>
                    </a:cubicBezTo>
                    <a:cubicBezTo>
                      <a:pt x="76568" y="218303"/>
                      <a:pt x="78717" y="217228"/>
                      <a:pt x="78717" y="217228"/>
                    </a:cubicBezTo>
                    <a:cubicBezTo>
                      <a:pt x="79792" y="218303"/>
                      <a:pt x="80866" y="217228"/>
                      <a:pt x="85165" y="212926"/>
                    </a:cubicBezTo>
                    <a:cubicBezTo>
                      <a:pt x="87314" y="210775"/>
                      <a:pt x="90538" y="208624"/>
                      <a:pt x="90538" y="208624"/>
                    </a:cubicBezTo>
                    <a:cubicBezTo>
                      <a:pt x="91613" y="208624"/>
                      <a:pt x="108807" y="196796"/>
                      <a:pt x="151792" y="163459"/>
                    </a:cubicBezTo>
                    <a:cubicBezTo>
                      <a:pt x="167912" y="150554"/>
                      <a:pt x="174360" y="147328"/>
                      <a:pt x="175434" y="147328"/>
                    </a:cubicBezTo>
                    <a:cubicBezTo>
                      <a:pt x="175434" y="147328"/>
                      <a:pt x="174360" y="149478"/>
                      <a:pt x="171136" y="151629"/>
                    </a:cubicBezTo>
                    <a:cubicBezTo>
                      <a:pt x="168987" y="153780"/>
                      <a:pt x="166837" y="157006"/>
                      <a:pt x="165763" y="158082"/>
                    </a:cubicBezTo>
                    <a:cubicBezTo>
                      <a:pt x="165763" y="160232"/>
                      <a:pt x="164688" y="161308"/>
                      <a:pt x="163613" y="161308"/>
                    </a:cubicBezTo>
                    <a:cubicBezTo>
                      <a:pt x="162539" y="161308"/>
                      <a:pt x="160389" y="163459"/>
                      <a:pt x="157166" y="166685"/>
                    </a:cubicBezTo>
                    <a:cubicBezTo>
                      <a:pt x="156091" y="167760"/>
                      <a:pt x="155016" y="168835"/>
                      <a:pt x="153942" y="168835"/>
                    </a:cubicBezTo>
                    <a:cubicBezTo>
                      <a:pt x="152867" y="168835"/>
                      <a:pt x="152867" y="169911"/>
                      <a:pt x="150718" y="170986"/>
                    </a:cubicBezTo>
                    <a:cubicBezTo>
                      <a:pt x="149643" y="173137"/>
                      <a:pt x="147494" y="174212"/>
                      <a:pt x="147494" y="174212"/>
                    </a:cubicBezTo>
                    <a:cubicBezTo>
                      <a:pt x="146419" y="174212"/>
                      <a:pt x="144270" y="176363"/>
                      <a:pt x="143195" y="177438"/>
                    </a:cubicBezTo>
                    <a:cubicBezTo>
                      <a:pt x="142121" y="178514"/>
                      <a:pt x="138897" y="180665"/>
                      <a:pt x="137822" y="182815"/>
                    </a:cubicBezTo>
                    <a:cubicBezTo>
                      <a:pt x="136748" y="183891"/>
                      <a:pt x="135673" y="184966"/>
                      <a:pt x="135673" y="186042"/>
                    </a:cubicBezTo>
                    <a:cubicBezTo>
                      <a:pt x="135673" y="186042"/>
                      <a:pt x="135673" y="187117"/>
                      <a:pt x="134598" y="186042"/>
                    </a:cubicBezTo>
                    <a:cubicBezTo>
                      <a:pt x="133524" y="186042"/>
                      <a:pt x="132449" y="186042"/>
                      <a:pt x="132449" y="187117"/>
                    </a:cubicBezTo>
                    <a:cubicBezTo>
                      <a:pt x="131374" y="188192"/>
                      <a:pt x="131374" y="188192"/>
                      <a:pt x="130300" y="188192"/>
                    </a:cubicBezTo>
                    <a:cubicBezTo>
                      <a:pt x="129225" y="188192"/>
                      <a:pt x="128150" y="189268"/>
                      <a:pt x="128150" y="189268"/>
                    </a:cubicBezTo>
                    <a:cubicBezTo>
                      <a:pt x="127076" y="190343"/>
                      <a:pt x="126001" y="191419"/>
                      <a:pt x="124926" y="192494"/>
                    </a:cubicBezTo>
                    <a:cubicBezTo>
                      <a:pt x="121703" y="193569"/>
                      <a:pt x="118479" y="197871"/>
                      <a:pt x="119553" y="197871"/>
                    </a:cubicBezTo>
                    <a:cubicBezTo>
                      <a:pt x="121703" y="197871"/>
                      <a:pt x="120628" y="200022"/>
                      <a:pt x="117404" y="201097"/>
                    </a:cubicBezTo>
                    <a:cubicBezTo>
                      <a:pt x="115255" y="202172"/>
                      <a:pt x="114180" y="203248"/>
                      <a:pt x="115255" y="204323"/>
                    </a:cubicBezTo>
                    <a:cubicBezTo>
                      <a:pt x="115255" y="205398"/>
                      <a:pt x="115255" y="205398"/>
                      <a:pt x="115255" y="204323"/>
                    </a:cubicBezTo>
                    <a:cubicBezTo>
                      <a:pt x="114180" y="203248"/>
                      <a:pt x="114180" y="203248"/>
                      <a:pt x="112031" y="204323"/>
                    </a:cubicBezTo>
                    <a:cubicBezTo>
                      <a:pt x="109882" y="206474"/>
                      <a:pt x="109882" y="207549"/>
                      <a:pt x="112031" y="206474"/>
                    </a:cubicBezTo>
                    <a:cubicBezTo>
                      <a:pt x="113105" y="206474"/>
                      <a:pt x="113105" y="206474"/>
                      <a:pt x="110956" y="207549"/>
                    </a:cubicBezTo>
                    <a:cubicBezTo>
                      <a:pt x="108807" y="208624"/>
                      <a:pt x="108807" y="208624"/>
                      <a:pt x="107732" y="208624"/>
                    </a:cubicBezTo>
                    <a:cubicBezTo>
                      <a:pt x="107732" y="207549"/>
                      <a:pt x="106658" y="208624"/>
                      <a:pt x="106658" y="209700"/>
                    </a:cubicBezTo>
                    <a:cubicBezTo>
                      <a:pt x="106658" y="210775"/>
                      <a:pt x="105583" y="211851"/>
                      <a:pt x="104508" y="211851"/>
                    </a:cubicBezTo>
                    <a:cubicBezTo>
                      <a:pt x="103434" y="211851"/>
                      <a:pt x="103434" y="211851"/>
                      <a:pt x="103434" y="212926"/>
                    </a:cubicBezTo>
                    <a:cubicBezTo>
                      <a:pt x="103434" y="212926"/>
                      <a:pt x="102359" y="215077"/>
                      <a:pt x="99135" y="216152"/>
                    </a:cubicBezTo>
                    <a:cubicBezTo>
                      <a:pt x="92687" y="219378"/>
                      <a:pt x="86239" y="224755"/>
                      <a:pt x="86239" y="225831"/>
                    </a:cubicBezTo>
                    <a:cubicBezTo>
                      <a:pt x="86239" y="226906"/>
                      <a:pt x="80866" y="230132"/>
                      <a:pt x="73344" y="233359"/>
                    </a:cubicBezTo>
                    <a:cubicBezTo>
                      <a:pt x="69045" y="234434"/>
                      <a:pt x="67971" y="235509"/>
                      <a:pt x="69045" y="236585"/>
                    </a:cubicBezTo>
                    <a:cubicBezTo>
                      <a:pt x="70120" y="237660"/>
                      <a:pt x="69045" y="237660"/>
                      <a:pt x="67971" y="236585"/>
                    </a:cubicBezTo>
                    <a:cubicBezTo>
                      <a:pt x="66896" y="235509"/>
                      <a:pt x="66896" y="235509"/>
                      <a:pt x="65821" y="237660"/>
                    </a:cubicBezTo>
                    <a:cubicBezTo>
                      <a:pt x="64747" y="239811"/>
                      <a:pt x="58299" y="241961"/>
                      <a:pt x="57224" y="240886"/>
                    </a:cubicBezTo>
                    <a:cubicBezTo>
                      <a:pt x="56150" y="240886"/>
                      <a:pt x="55075" y="240886"/>
                      <a:pt x="52926" y="241961"/>
                    </a:cubicBezTo>
                    <a:cubicBezTo>
                      <a:pt x="49702" y="243037"/>
                      <a:pt x="44329" y="244112"/>
                      <a:pt x="40030" y="244112"/>
                    </a:cubicBezTo>
                    <a:cubicBezTo>
                      <a:pt x="36806" y="244112"/>
                      <a:pt x="34657" y="244112"/>
                      <a:pt x="32508" y="243037"/>
                    </a:cubicBezTo>
                    <a:cubicBezTo>
                      <a:pt x="31433" y="241961"/>
                      <a:pt x="29284" y="241961"/>
                      <a:pt x="28209" y="240886"/>
                    </a:cubicBezTo>
                    <a:cubicBezTo>
                      <a:pt x="26060" y="240886"/>
                      <a:pt x="20687" y="237660"/>
                      <a:pt x="20687" y="236585"/>
                    </a:cubicBezTo>
                    <a:cubicBezTo>
                      <a:pt x="20687" y="236585"/>
                      <a:pt x="20687" y="235509"/>
                      <a:pt x="19612" y="235509"/>
                    </a:cubicBezTo>
                    <a:cubicBezTo>
                      <a:pt x="18538" y="235509"/>
                      <a:pt x="18538" y="235509"/>
                      <a:pt x="19612" y="236585"/>
                    </a:cubicBezTo>
                    <a:cubicBezTo>
                      <a:pt x="20687" y="237660"/>
                      <a:pt x="19612" y="237660"/>
                      <a:pt x="18538" y="235509"/>
                    </a:cubicBezTo>
                    <a:cubicBezTo>
                      <a:pt x="17463" y="234434"/>
                      <a:pt x="15314" y="231208"/>
                      <a:pt x="13164" y="229057"/>
                    </a:cubicBezTo>
                    <a:cubicBezTo>
                      <a:pt x="11015" y="226906"/>
                      <a:pt x="8866" y="222605"/>
                      <a:pt x="6717" y="220454"/>
                    </a:cubicBezTo>
                    <a:cubicBezTo>
                      <a:pt x="1343" y="217228"/>
                      <a:pt x="-806" y="209700"/>
                      <a:pt x="269" y="201097"/>
                    </a:cubicBezTo>
                    <a:close/>
                    <a:moveTo>
                      <a:pt x="11015" y="184966"/>
                    </a:moveTo>
                    <a:cubicBezTo>
                      <a:pt x="11015" y="184966"/>
                      <a:pt x="11015" y="184966"/>
                      <a:pt x="11015" y="184966"/>
                    </a:cubicBezTo>
                    <a:cubicBezTo>
                      <a:pt x="12090" y="184966"/>
                      <a:pt x="13164" y="184966"/>
                      <a:pt x="13164" y="184966"/>
                    </a:cubicBezTo>
                    <a:cubicBezTo>
                      <a:pt x="12090" y="183891"/>
                      <a:pt x="12090" y="183891"/>
                      <a:pt x="11015" y="184966"/>
                    </a:cubicBezTo>
                    <a:cubicBezTo>
                      <a:pt x="11015" y="183891"/>
                      <a:pt x="11015" y="183891"/>
                      <a:pt x="11015" y="184966"/>
                    </a:cubicBezTo>
                    <a:close/>
                    <a:moveTo>
                      <a:pt x="13164" y="181740"/>
                    </a:moveTo>
                    <a:cubicBezTo>
                      <a:pt x="14239" y="180665"/>
                      <a:pt x="15314" y="176363"/>
                      <a:pt x="13164" y="176363"/>
                    </a:cubicBezTo>
                    <a:cubicBezTo>
                      <a:pt x="13164" y="176363"/>
                      <a:pt x="12090" y="177438"/>
                      <a:pt x="13164" y="178514"/>
                    </a:cubicBezTo>
                    <a:cubicBezTo>
                      <a:pt x="13164" y="179589"/>
                      <a:pt x="13164" y="179589"/>
                      <a:pt x="13164" y="179589"/>
                    </a:cubicBezTo>
                    <a:cubicBezTo>
                      <a:pt x="12090" y="179589"/>
                      <a:pt x="12090" y="179589"/>
                      <a:pt x="12090" y="180665"/>
                    </a:cubicBezTo>
                    <a:cubicBezTo>
                      <a:pt x="12090" y="182815"/>
                      <a:pt x="12090" y="182815"/>
                      <a:pt x="13164" y="181740"/>
                    </a:cubicBezTo>
                    <a:close/>
                    <a:moveTo>
                      <a:pt x="14239" y="174212"/>
                    </a:moveTo>
                    <a:cubicBezTo>
                      <a:pt x="15314" y="174212"/>
                      <a:pt x="15314" y="174212"/>
                      <a:pt x="14239" y="174212"/>
                    </a:cubicBezTo>
                    <a:cubicBezTo>
                      <a:pt x="15314" y="174212"/>
                      <a:pt x="15314" y="174212"/>
                      <a:pt x="15314" y="173137"/>
                    </a:cubicBezTo>
                    <a:cubicBezTo>
                      <a:pt x="15314" y="173137"/>
                      <a:pt x="15314" y="173137"/>
                      <a:pt x="14239" y="174212"/>
                    </a:cubicBezTo>
                    <a:close/>
                    <a:moveTo>
                      <a:pt x="18538" y="161308"/>
                    </a:moveTo>
                    <a:lnTo>
                      <a:pt x="18538" y="161308"/>
                    </a:lnTo>
                    <a:cubicBezTo>
                      <a:pt x="19612" y="161308"/>
                      <a:pt x="23911" y="154855"/>
                      <a:pt x="23911" y="153780"/>
                    </a:cubicBezTo>
                    <a:cubicBezTo>
                      <a:pt x="21761" y="153780"/>
                      <a:pt x="19612" y="159157"/>
                      <a:pt x="18538" y="161308"/>
                    </a:cubicBezTo>
                    <a:close/>
                    <a:moveTo>
                      <a:pt x="22836" y="151629"/>
                    </a:moveTo>
                    <a:cubicBezTo>
                      <a:pt x="22836" y="152705"/>
                      <a:pt x="23911" y="152705"/>
                      <a:pt x="23911" y="152705"/>
                    </a:cubicBezTo>
                    <a:cubicBezTo>
                      <a:pt x="24985" y="152705"/>
                      <a:pt x="26060" y="149478"/>
                      <a:pt x="26060" y="149478"/>
                    </a:cubicBezTo>
                    <a:cubicBezTo>
                      <a:pt x="27135" y="145177"/>
                      <a:pt x="29284" y="144101"/>
                      <a:pt x="30358" y="141951"/>
                    </a:cubicBezTo>
                    <a:cubicBezTo>
                      <a:pt x="30358" y="140875"/>
                      <a:pt x="29284" y="138725"/>
                      <a:pt x="29284" y="138725"/>
                    </a:cubicBezTo>
                    <a:cubicBezTo>
                      <a:pt x="29284" y="138725"/>
                      <a:pt x="23911" y="150554"/>
                      <a:pt x="22836" y="151629"/>
                    </a:cubicBezTo>
                    <a:close/>
                    <a:moveTo>
                      <a:pt x="32508" y="134423"/>
                    </a:moveTo>
                    <a:cubicBezTo>
                      <a:pt x="32508" y="133348"/>
                      <a:pt x="33582" y="133348"/>
                      <a:pt x="33582" y="132272"/>
                    </a:cubicBezTo>
                    <a:cubicBezTo>
                      <a:pt x="32508" y="129046"/>
                      <a:pt x="31433" y="135498"/>
                      <a:pt x="32508" y="134423"/>
                    </a:cubicBezTo>
                    <a:close/>
                    <a:moveTo>
                      <a:pt x="34657" y="127971"/>
                    </a:moveTo>
                    <a:lnTo>
                      <a:pt x="34657" y="127971"/>
                    </a:lnTo>
                    <a:cubicBezTo>
                      <a:pt x="36806" y="129046"/>
                      <a:pt x="35732" y="125820"/>
                      <a:pt x="34657" y="127971"/>
                    </a:cubicBezTo>
                    <a:close/>
                    <a:moveTo>
                      <a:pt x="50777" y="137649"/>
                    </a:moveTo>
                    <a:cubicBezTo>
                      <a:pt x="72269" y="116142"/>
                      <a:pt x="118479" y="59146"/>
                      <a:pt x="123852" y="33337"/>
                    </a:cubicBezTo>
                    <a:cubicBezTo>
                      <a:pt x="124926" y="30111"/>
                      <a:pt x="123852" y="29036"/>
                      <a:pt x="122777" y="29036"/>
                    </a:cubicBezTo>
                    <a:cubicBezTo>
                      <a:pt x="117404" y="29036"/>
                      <a:pt x="96986" y="58071"/>
                      <a:pt x="95911" y="58071"/>
                    </a:cubicBezTo>
                    <a:cubicBezTo>
                      <a:pt x="76568" y="82805"/>
                      <a:pt x="64747" y="101086"/>
                      <a:pt x="49702" y="127971"/>
                    </a:cubicBezTo>
                    <a:cubicBezTo>
                      <a:pt x="46478" y="132272"/>
                      <a:pt x="43254" y="140875"/>
                      <a:pt x="41105" y="144101"/>
                    </a:cubicBezTo>
                    <a:cubicBezTo>
                      <a:pt x="35732" y="151629"/>
                      <a:pt x="50777" y="137649"/>
                      <a:pt x="50777" y="137649"/>
                    </a:cubicBezTo>
                    <a:close/>
                    <a:moveTo>
                      <a:pt x="109882" y="207549"/>
                    </a:moveTo>
                    <a:cubicBezTo>
                      <a:pt x="109882" y="208624"/>
                      <a:pt x="109882" y="208624"/>
                      <a:pt x="109882" y="207549"/>
                    </a:cubicBezTo>
                    <a:cubicBezTo>
                      <a:pt x="109882" y="206474"/>
                      <a:pt x="109882" y="205398"/>
                      <a:pt x="109882" y="206474"/>
                    </a:cubicBezTo>
                    <a:cubicBezTo>
                      <a:pt x="108807" y="206474"/>
                      <a:pt x="108807" y="207549"/>
                      <a:pt x="109882" y="207549"/>
                    </a:cubicBezTo>
                    <a:close/>
                    <a:moveTo>
                      <a:pt x="113105" y="205398"/>
                    </a:moveTo>
                    <a:cubicBezTo>
                      <a:pt x="114180" y="204323"/>
                      <a:pt x="115255" y="203248"/>
                      <a:pt x="114180" y="203248"/>
                    </a:cubicBezTo>
                    <a:cubicBezTo>
                      <a:pt x="114180" y="203248"/>
                      <a:pt x="113105" y="204323"/>
                      <a:pt x="113105" y="205398"/>
                    </a:cubicBezTo>
                    <a:cubicBezTo>
                      <a:pt x="110956" y="207549"/>
                      <a:pt x="110956" y="207549"/>
                      <a:pt x="113105" y="205398"/>
                    </a:cubicBezTo>
                    <a:close/>
                    <a:moveTo>
                      <a:pt x="116329" y="203248"/>
                    </a:moveTo>
                    <a:cubicBezTo>
                      <a:pt x="117404" y="203248"/>
                      <a:pt x="117404" y="203248"/>
                      <a:pt x="117404" y="202172"/>
                    </a:cubicBezTo>
                    <a:cubicBezTo>
                      <a:pt x="117404" y="201097"/>
                      <a:pt x="117404" y="201097"/>
                      <a:pt x="117404" y="201097"/>
                    </a:cubicBezTo>
                    <a:cubicBezTo>
                      <a:pt x="117404" y="201097"/>
                      <a:pt x="116329" y="202172"/>
                      <a:pt x="116329" y="202172"/>
                    </a:cubicBezTo>
                    <a:cubicBezTo>
                      <a:pt x="115255" y="203248"/>
                      <a:pt x="115255" y="203248"/>
                      <a:pt x="116329" y="20324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6" name="Freeform 785">
                <a:extLst>
                  <a:ext uri="{FF2B5EF4-FFF2-40B4-BE49-F238E27FC236}">
                    <a16:creationId xmlns:a16="http://schemas.microsoft.com/office/drawing/2014/main" id="{0F93610C-FAF9-D317-A953-3061B6955ED9}"/>
                  </a:ext>
                </a:extLst>
              </p:cNvPr>
              <p:cNvSpPr/>
              <p:nvPr/>
            </p:nvSpPr>
            <p:spPr>
              <a:xfrm>
                <a:off x="2336393" y="5728442"/>
                <a:ext cx="175434" cy="244112"/>
              </a:xfrm>
              <a:custGeom>
                <a:avLst/>
                <a:gdLst>
                  <a:gd name="connsiteX0" fmla="*/ 269 w 175434"/>
                  <a:gd name="connsiteY0" fmla="*/ 201097 h 244112"/>
                  <a:gd name="connsiteX1" fmla="*/ 3493 w 175434"/>
                  <a:gd name="connsiteY1" fmla="*/ 181740 h 244112"/>
                  <a:gd name="connsiteX2" fmla="*/ 4567 w 175434"/>
                  <a:gd name="connsiteY2" fmla="*/ 176363 h 244112"/>
                  <a:gd name="connsiteX3" fmla="*/ 11015 w 175434"/>
                  <a:gd name="connsiteY3" fmla="*/ 158082 h 244112"/>
                  <a:gd name="connsiteX4" fmla="*/ 13164 w 175434"/>
                  <a:gd name="connsiteY4" fmla="*/ 152705 h 244112"/>
                  <a:gd name="connsiteX5" fmla="*/ 26060 w 175434"/>
                  <a:gd name="connsiteY5" fmla="*/ 123669 h 244112"/>
                  <a:gd name="connsiteX6" fmla="*/ 35732 w 175434"/>
                  <a:gd name="connsiteY6" fmla="*/ 105388 h 244112"/>
                  <a:gd name="connsiteX7" fmla="*/ 40030 w 175434"/>
                  <a:gd name="connsiteY7" fmla="*/ 98935 h 244112"/>
                  <a:gd name="connsiteX8" fmla="*/ 48627 w 175434"/>
                  <a:gd name="connsiteY8" fmla="*/ 82805 h 244112"/>
                  <a:gd name="connsiteX9" fmla="*/ 61523 w 175434"/>
                  <a:gd name="connsiteY9" fmla="*/ 62372 h 244112"/>
                  <a:gd name="connsiteX10" fmla="*/ 65821 w 175434"/>
                  <a:gd name="connsiteY10" fmla="*/ 56996 h 244112"/>
                  <a:gd name="connsiteX11" fmla="*/ 74419 w 175434"/>
                  <a:gd name="connsiteY11" fmla="*/ 43015 h 244112"/>
                  <a:gd name="connsiteX12" fmla="*/ 77642 w 175434"/>
                  <a:gd name="connsiteY12" fmla="*/ 39789 h 244112"/>
                  <a:gd name="connsiteX13" fmla="*/ 116329 w 175434"/>
                  <a:gd name="connsiteY13" fmla="*/ 0 h 244112"/>
                  <a:gd name="connsiteX14" fmla="*/ 121703 w 175434"/>
                  <a:gd name="connsiteY14" fmla="*/ 3226 h 244112"/>
                  <a:gd name="connsiteX15" fmla="*/ 132449 w 175434"/>
                  <a:gd name="connsiteY15" fmla="*/ 8603 h 244112"/>
                  <a:gd name="connsiteX16" fmla="*/ 122777 w 175434"/>
                  <a:gd name="connsiteY16" fmla="*/ 62372 h 244112"/>
                  <a:gd name="connsiteX17" fmla="*/ 117404 w 175434"/>
                  <a:gd name="connsiteY17" fmla="*/ 69900 h 244112"/>
                  <a:gd name="connsiteX18" fmla="*/ 33582 w 175434"/>
                  <a:gd name="connsiteY18" fmla="*/ 163459 h 244112"/>
                  <a:gd name="connsiteX19" fmla="*/ 30358 w 175434"/>
                  <a:gd name="connsiteY19" fmla="*/ 168835 h 244112"/>
                  <a:gd name="connsiteX20" fmla="*/ 29284 w 175434"/>
                  <a:gd name="connsiteY20" fmla="*/ 170986 h 244112"/>
                  <a:gd name="connsiteX21" fmla="*/ 27135 w 175434"/>
                  <a:gd name="connsiteY21" fmla="*/ 176363 h 244112"/>
                  <a:gd name="connsiteX22" fmla="*/ 24985 w 175434"/>
                  <a:gd name="connsiteY22" fmla="*/ 179589 h 244112"/>
                  <a:gd name="connsiteX23" fmla="*/ 23911 w 175434"/>
                  <a:gd name="connsiteY23" fmla="*/ 182815 h 244112"/>
                  <a:gd name="connsiteX24" fmla="*/ 22836 w 175434"/>
                  <a:gd name="connsiteY24" fmla="*/ 188192 h 244112"/>
                  <a:gd name="connsiteX25" fmla="*/ 21761 w 175434"/>
                  <a:gd name="connsiteY25" fmla="*/ 191419 h 244112"/>
                  <a:gd name="connsiteX26" fmla="*/ 20687 w 175434"/>
                  <a:gd name="connsiteY26" fmla="*/ 194645 h 244112"/>
                  <a:gd name="connsiteX27" fmla="*/ 19612 w 175434"/>
                  <a:gd name="connsiteY27" fmla="*/ 202172 h 244112"/>
                  <a:gd name="connsiteX28" fmla="*/ 19612 w 175434"/>
                  <a:gd name="connsiteY28" fmla="*/ 225831 h 244112"/>
                  <a:gd name="connsiteX29" fmla="*/ 34657 w 175434"/>
                  <a:gd name="connsiteY29" fmla="*/ 232283 h 244112"/>
                  <a:gd name="connsiteX30" fmla="*/ 75493 w 175434"/>
                  <a:gd name="connsiteY30" fmla="*/ 219378 h 244112"/>
                  <a:gd name="connsiteX31" fmla="*/ 78717 w 175434"/>
                  <a:gd name="connsiteY31" fmla="*/ 217228 h 244112"/>
                  <a:gd name="connsiteX32" fmla="*/ 85165 w 175434"/>
                  <a:gd name="connsiteY32" fmla="*/ 212926 h 244112"/>
                  <a:gd name="connsiteX33" fmla="*/ 90538 w 175434"/>
                  <a:gd name="connsiteY33" fmla="*/ 208624 h 244112"/>
                  <a:gd name="connsiteX34" fmla="*/ 151792 w 175434"/>
                  <a:gd name="connsiteY34" fmla="*/ 163459 h 244112"/>
                  <a:gd name="connsiteX35" fmla="*/ 175434 w 175434"/>
                  <a:gd name="connsiteY35" fmla="*/ 147328 h 244112"/>
                  <a:gd name="connsiteX36" fmla="*/ 171136 w 175434"/>
                  <a:gd name="connsiteY36" fmla="*/ 151629 h 244112"/>
                  <a:gd name="connsiteX37" fmla="*/ 165763 w 175434"/>
                  <a:gd name="connsiteY37" fmla="*/ 158082 h 244112"/>
                  <a:gd name="connsiteX38" fmla="*/ 163613 w 175434"/>
                  <a:gd name="connsiteY38" fmla="*/ 161308 h 244112"/>
                  <a:gd name="connsiteX39" fmla="*/ 157166 w 175434"/>
                  <a:gd name="connsiteY39" fmla="*/ 166685 h 244112"/>
                  <a:gd name="connsiteX40" fmla="*/ 153942 w 175434"/>
                  <a:gd name="connsiteY40" fmla="*/ 168835 h 244112"/>
                  <a:gd name="connsiteX41" fmla="*/ 150718 w 175434"/>
                  <a:gd name="connsiteY41" fmla="*/ 170986 h 244112"/>
                  <a:gd name="connsiteX42" fmla="*/ 147494 w 175434"/>
                  <a:gd name="connsiteY42" fmla="*/ 174212 h 244112"/>
                  <a:gd name="connsiteX43" fmla="*/ 143195 w 175434"/>
                  <a:gd name="connsiteY43" fmla="*/ 177438 h 244112"/>
                  <a:gd name="connsiteX44" fmla="*/ 137822 w 175434"/>
                  <a:gd name="connsiteY44" fmla="*/ 182815 h 244112"/>
                  <a:gd name="connsiteX45" fmla="*/ 135673 w 175434"/>
                  <a:gd name="connsiteY45" fmla="*/ 186042 h 244112"/>
                  <a:gd name="connsiteX46" fmla="*/ 134598 w 175434"/>
                  <a:gd name="connsiteY46" fmla="*/ 186042 h 244112"/>
                  <a:gd name="connsiteX47" fmla="*/ 132449 w 175434"/>
                  <a:gd name="connsiteY47" fmla="*/ 187117 h 244112"/>
                  <a:gd name="connsiteX48" fmla="*/ 130300 w 175434"/>
                  <a:gd name="connsiteY48" fmla="*/ 188192 h 244112"/>
                  <a:gd name="connsiteX49" fmla="*/ 128150 w 175434"/>
                  <a:gd name="connsiteY49" fmla="*/ 189268 h 244112"/>
                  <a:gd name="connsiteX50" fmla="*/ 124926 w 175434"/>
                  <a:gd name="connsiteY50" fmla="*/ 192494 h 244112"/>
                  <a:gd name="connsiteX51" fmla="*/ 119553 w 175434"/>
                  <a:gd name="connsiteY51" fmla="*/ 197871 h 244112"/>
                  <a:gd name="connsiteX52" fmla="*/ 117404 w 175434"/>
                  <a:gd name="connsiteY52" fmla="*/ 201097 h 244112"/>
                  <a:gd name="connsiteX53" fmla="*/ 115255 w 175434"/>
                  <a:gd name="connsiteY53" fmla="*/ 204323 h 244112"/>
                  <a:gd name="connsiteX54" fmla="*/ 115255 w 175434"/>
                  <a:gd name="connsiteY54" fmla="*/ 204323 h 244112"/>
                  <a:gd name="connsiteX55" fmla="*/ 112031 w 175434"/>
                  <a:gd name="connsiteY55" fmla="*/ 204323 h 244112"/>
                  <a:gd name="connsiteX56" fmla="*/ 112031 w 175434"/>
                  <a:gd name="connsiteY56" fmla="*/ 206474 h 244112"/>
                  <a:gd name="connsiteX57" fmla="*/ 110956 w 175434"/>
                  <a:gd name="connsiteY57" fmla="*/ 207549 h 244112"/>
                  <a:gd name="connsiteX58" fmla="*/ 107732 w 175434"/>
                  <a:gd name="connsiteY58" fmla="*/ 208624 h 244112"/>
                  <a:gd name="connsiteX59" fmla="*/ 106658 w 175434"/>
                  <a:gd name="connsiteY59" fmla="*/ 209700 h 244112"/>
                  <a:gd name="connsiteX60" fmla="*/ 104508 w 175434"/>
                  <a:gd name="connsiteY60" fmla="*/ 211851 h 244112"/>
                  <a:gd name="connsiteX61" fmla="*/ 103434 w 175434"/>
                  <a:gd name="connsiteY61" fmla="*/ 212926 h 244112"/>
                  <a:gd name="connsiteX62" fmla="*/ 99135 w 175434"/>
                  <a:gd name="connsiteY62" fmla="*/ 216152 h 244112"/>
                  <a:gd name="connsiteX63" fmla="*/ 86239 w 175434"/>
                  <a:gd name="connsiteY63" fmla="*/ 225831 h 244112"/>
                  <a:gd name="connsiteX64" fmla="*/ 73344 w 175434"/>
                  <a:gd name="connsiteY64" fmla="*/ 233359 h 244112"/>
                  <a:gd name="connsiteX65" fmla="*/ 69045 w 175434"/>
                  <a:gd name="connsiteY65" fmla="*/ 236585 h 244112"/>
                  <a:gd name="connsiteX66" fmla="*/ 67971 w 175434"/>
                  <a:gd name="connsiteY66" fmla="*/ 236585 h 244112"/>
                  <a:gd name="connsiteX67" fmla="*/ 65821 w 175434"/>
                  <a:gd name="connsiteY67" fmla="*/ 237660 h 244112"/>
                  <a:gd name="connsiteX68" fmla="*/ 57224 w 175434"/>
                  <a:gd name="connsiteY68" fmla="*/ 240886 h 244112"/>
                  <a:gd name="connsiteX69" fmla="*/ 52926 w 175434"/>
                  <a:gd name="connsiteY69" fmla="*/ 241961 h 244112"/>
                  <a:gd name="connsiteX70" fmla="*/ 40030 w 175434"/>
                  <a:gd name="connsiteY70" fmla="*/ 244112 h 244112"/>
                  <a:gd name="connsiteX71" fmla="*/ 32508 w 175434"/>
                  <a:gd name="connsiteY71" fmla="*/ 243037 h 244112"/>
                  <a:gd name="connsiteX72" fmla="*/ 28209 w 175434"/>
                  <a:gd name="connsiteY72" fmla="*/ 240886 h 244112"/>
                  <a:gd name="connsiteX73" fmla="*/ 20687 w 175434"/>
                  <a:gd name="connsiteY73" fmla="*/ 236585 h 244112"/>
                  <a:gd name="connsiteX74" fmla="*/ 19612 w 175434"/>
                  <a:gd name="connsiteY74" fmla="*/ 235509 h 244112"/>
                  <a:gd name="connsiteX75" fmla="*/ 19612 w 175434"/>
                  <a:gd name="connsiteY75" fmla="*/ 236585 h 244112"/>
                  <a:gd name="connsiteX76" fmla="*/ 18537 w 175434"/>
                  <a:gd name="connsiteY76" fmla="*/ 235509 h 244112"/>
                  <a:gd name="connsiteX77" fmla="*/ 13164 w 175434"/>
                  <a:gd name="connsiteY77" fmla="*/ 229057 h 244112"/>
                  <a:gd name="connsiteX78" fmla="*/ 6717 w 175434"/>
                  <a:gd name="connsiteY78" fmla="*/ 220454 h 244112"/>
                  <a:gd name="connsiteX79" fmla="*/ 269 w 175434"/>
                  <a:gd name="connsiteY79" fmla="*/ 201097 h 244112"/>
                  <a:gd name="connsiteX80" fmla="*/ 11015 w 175434"/>
                  <a:gd name="connsiteY80" fmla="*/ 184966 h 244112"/>
                  <a:gd name="connsiteX81" fmla="*/ 11015 w 175434"/>
                  <a:gd name="connsiteY81" fmla="*/ 184966 h 244112"/>
                  <a:gd name="connsiteX82" fmla="*/ 13164 w 175434"/>
                  <a:gd name="connsiteY82" fmla="*/ 184966 h 244112"/>
                  <a:gd name="connsiteX83" fmla="*/ 11015 w 175434"/>
                  <a:gd name="connsiteY83" fmla="*/ 184966 h 244112"/>
                  <a:gd name="connsiteX84" fmla="*/ 11015 w 175434"/>
                  <a:gd name="connsiteY84" fmla="*/ 184966 h 244112"/>
                  <a:gd name="connsiteX85" fmla="*/ 13164 w 175434"/>
                  <a:gd name="connsiteY85" fmla="*/ 181740 h 244112"/>
                  <a:gd name="connsiteX86" fmla="*/ 13164 w 175434"/>
                  <a:gd name="connsiteY86" fmla="*/ 176363 h 244112"/>
                  <a:gd name="connsiteX87" fmla="*/ 13164 w 175434"/>
                  <a:gd name="connsiteY87" fmla="*/ 178514 h 244112"/>
                  <a:gd name="connsiteX88" fmla="*/ 13164 w 175434"/>
                  <a:gd name="connsiteY88" fmla="*/ 179589 h 244112"/>
                  <a:gd name="connsiteX89" fmla="*/ 12090 w 175434"/>
                  <a:gd name="connsiteY89" fmla="*/ 180665 h 244112"/>
                  <a:gd name="connsiteX90" fmla="*/ 13164 w 175434"/>
                  <a:gd name="connsiteY90" fmla="*/ 181740 h 244112"/>
                  <a:gd name="connsiteX91" fmla="*/ 14239 w 175434"/>
                  <a:gd name="connsiteY91" fmla="*/ 174212 h 244112"/>
                  <a:gd name="connsiteX92" fmla="*/ 14239 w 175434"/>
                  <a:gd name="connsiteY92" fmla="*/ 174212 h 244112"/>
                  <a:gd name="connsiteX93" fmla="*/ 15314 w 175434"/>
                  <a:gd name="connsiteY93" fmla="*/ 173137 h 244112"/>
                  <a:gd name="connsiteX94" fmla="*/ 14239 w 175434"/>
                  <a:gd name="connsiteY94" fmla="*/ 174212 h 244112"/>
                  <a:gd name="connsiteX95" fmla="*/ 18537 w 175434"/>
                  <a:gd name="connsiteY95" fmla="*/ 161308 h 244112"/>
                  <a:gd name="connsiteX96" fmla="*/ 18537 w 175434"/>
                  <a:gd name="connsiteY96" fmla="*/ 161308 h 244112"/>
                  <a:gd name="connsiteX97" fmla="*/ 23911 w 175434"/>
                  <a:gd name="connsiteY97" fmla="*/ 153780 h 244112"/>
                  <a:gd name="connsiteX98" fmla="*/ 18537 w 175434"/>
                  <a:gd name="connsiteY98" fmla="*/ 161308 h 244112"/>
                  <a:gd name="connsiteX99" fmla="*/ 22836 w 175434"/>
                  <a:gd name="connsiteY99" fmla="*/ 151629 h 244112"/>
                  <a:gd name="connsiteX100" fmla="*/ 23911 w 175434"/>
                  <a:gd name="connsiteY100" fmla="*/ 152705 h 244112"/>
                  <a:gd name="connsiteX101" fmla="*/ 26060 w 175434"/>
                  <a:gd name="connsiteY101" fmla="*/ 149478 h 244112"/>
                  <a:gd name="connsiteX102" fmla="*/ 30358 w 175434"/>
                  <a:gd name="connsiteY102" fmla="*/ 141951 h 244112"/>
                  <a:gd name="connsiteX103" fmla="*/ 29284 w 175434"/>
                  <a:gd name="connsiteY103" fmla="*/ 138725 h 244112"/>
                  <a:gd name="connsiteX104" fmla="*/ 22836 w 175434"/>
                  <a:gd name="connsiteY104" fmla="*/ 151629 h 244112"/>
                  <a:gd name="connsiteX105" fmla="*/ 32508 w 175434"/>
                  <a:gd name="connsiteY105" fmla="*/ 134423 h 244112"/>
                  <a:gd name="connsiteX106" fmla="*/ 33582 w 175434"/>
                  <a:gd name="connsiteY106" fmla="*/ 132272 h 244112"/>
                  <a:gd name="connsiteX107" fmla="*/ 32508 w 175434"/>
                  <a:gd name="connsiteY107" fmla="*/ 134423 h 244112"/>
                  <a:gd name="connsiteX108" fmla="*/ 34657 w 175434"/>
                  <a:gd name="connsiteY108" fmla="*/ 127971 h 244112"/>
                  <a:gd name="connsiteX109" fmla="*/ 34657 w 175434"/>
                  <a:gd name="connsiteY109" fmla="*/ 127971 h 244112"/>
                  <a:gd name="connsiteX110" fmla="*/ 34657 w 175434"/>
                  <a:gd name="connsiteY110" fmla="*/ 127971 h 244112"/>
                  <a:gd name="connsiteX111" fmla="*/ 50776 w 175434"/>
                  <a:gd name="connsiteY111" fmla="*/ 137649 h 244112"/>
                  <a:gd name="connsiteX112" fmla="*/ 123852 w 175434"/>
                  <a:gd name="connsiteY112" fmla="*/ 33337 h 244112"/>
                  <a:gd name="connsiteX113" fmla="*/ 122777 w 175434"/>
                  <a:gd name="connsiteY113" fmla="*/ 29036 h 244112"/>
                  <a:gd name="connsiteX114" fmla="*/ 95911 w 175434"/>
                  <a:gd name="connsiteY114" fmla="*/ 58071 h 244112"/>
                  <a:gd name="connsiteX115" fmla="*/ 49702 w 175434"/>
                  <a:gd name="connsiteY115" fmla="*/ 127971 h 244112"/>
                  <a:gd name="connsiteX116" fmla="*/ 41105 w 175434"/>
                  <a:gd name="connsiteY116" fmla="*/ 144101 h 244112"/>
                  <a:gd name="connsiteX117" fmla="*/ 50776 w 175434"/>
                  <a:gd name="connsiteY117" fmla="*/ 137649 h 244112"/>
                  <a:gd name="connsiteX118" fmla="*/ 109881 w 175434"/>
                  <a:gd name="connsiteY118" fmla="*/ 207549 h 244112"/>
                  <a:gd name="connsiteX119" fmla="*/ 109881 w 175434"/>
                  <a:gd name="connsiteY119" fmla="*/ 207549 h 244112"/>
                  <a:gd name="connsiteX120" fmla="*/ 109881 w 175434"/>
                  <a:gd name="connsiteY120" fmla="*/ 206474 h 244112"/>
                  <a:gd name="connsiteX121" fmla="*/ 109881 w 175434"/>
                  <a:gd name="connsiteY121" fmla="*/ 207549 h 244112"/>
                  <a:gd name="connsiteX122" fmla="*/ 113105 w 175434"/>
                  <a:gd name="connsiteY122" fmla="*/ 205398 h 244112"/>
                  <a:gd name="connsiteX123" fmla="*/ 114180 w 175434"/>
                  <a:gd name="connsiteY123" fmla="*/ 203248 h 244112"/>
                  <a:gd name="connsiteX124" fmla="*/ 113105 w 175434"/>
                  <a:gd name="connsiteY124" fmla="*/ 205398 h 244112"/>
                  <a:gd name="connsiteX125" fmla="*/ 113105 w 175434"/>
                  <a:gd name="connsiteY125" fmla="*/ 205398 h 244112"/>
                  <a:gd name="connsiteX126" fmla="*/ 116329 w 175434"/>
                  <a:gd name="connsiteY126" fmla="*/ 203248 h 244112"/>
                  <a:gd name="connsiteX127" fmla="*/ 117404 w 175434"/>
                  <a:gd name="connsiteY127" fmla="*/ 202172 h 244112"/>
                  <a:gd name="connsiteX128" fmla="*/ 117404 w 175434"/>
                  <a:gd name="connsiteY128" fmla="*/ 201097 h 244112"/>
                  <a:gd name="connsiteX129" fmla="*/ 116329 w 175434"/>
                  <a:gd name="connsiteY129" fmla="*/ 202172 h 244112"/>
                  <a:gd name="connsiteX130" fmla="*/ 116329 w 175434"/>
                  <a:gd name="connsiteY130" fmla="*/ 203248 h 2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75434" h="244112">
                    <a:moveTo>
                      <a:pt x="269" y="201097"/>
                    </a:moveTo>
                    <a:cubicBezTo>
                      <a:pt x="1343" y="191419"/>
                      <a:pt x="2418" y="182815"/>
                      <a:pt x="3493" y="181740"/>
                    </a:cubicBezTo>
                    <a:cubicBezTo>
                      <a:pt x="3493" y="181740"/>
                      <a:pt x="4567" y="178514"/>
                      <a:pt x="4567" y="176363"/>
                    </a:cubicBezTo>
                    <a:cubicBezTo>
                      <a:pt x="5642" y="170986"/>
                      <a:pt x="7791" y="164534"/>
                      <a:pt x="11015" y="158082"/>
                    </a:cubicBezTo>
                    <a:cubicBezTo>
                      <a:pt x="12090" y="155931"/>
                      <a:pt x="13164" y="152705"/>
                      <a:pt x="13164" y="152705"/>
                    </a:cubicBezTo>
                    <a:cubicBezTo>
                      <a:pt x="15314" y="144101"/>
                      <a:pt x="21761" y="132272"/>
                      <a:pt x="26060" y="123669"/>
                    </a:cubicBezTo>
                    <a:cubicBezTo>
                      <a:pt x="29284" y="118292"/>
                      <a:pt x="33582" y="110765"/>
                      <a:pt x="35732" y="105388"/>
                    </a:cubicBezTo>
                    <a:cubicBezTo>
                      <a:pt x="36806" y="102162"/>
                      <a:pt x="38956" y="102162"/>
                      <a:pt x="40030" y="98935"/>
                    </a:cubicBezTo>
                    <a:cubicBezTo>
                      <a:pt x="43254" y="92483"/>
                      <a:pt x="44329" y="88182"/>
                      <a:pt x="48627" y="82805"/>
                    </a:cubicBezTo>
                    <a:cubicBezTo>
                      <a:pt x="54000" y="76352"/>
                      <a:pt x="57224" y="69900"/>
                      <a:pt x="61523" y="62372"/>
                    </a:cubicBezTo>
                    <a:cubicBezTo>
                      <a:pt x="62598" y="61297"/>
                      <a:pt x="65821" y="58071"/>
                      <a:pt x="65821" y="56996"/>
                    </a:cubicBezTo>
                    <a:cubicBezTo>
                      <a:pt x="65821" y="54845"/>
                      <a:pt x="72269" y="46242"/>
                      <a:pt x="74419" y="43015"/>
                    </a:cubicBezTo>
                    <a:cubicBezTo>
                      <a:pt x="75493" y="40865"/>
                      <a:pt x="77642" y="39789"/>
                      <a:pt x="77642" y="39789"/>
                    </a:cubicBezTo>
                    <a:cubicBezTo>
                      <a:pt x="85165" y="26885"/>
                      <a:pt x="101284" y="2151"/>
                      <a:pt x="116329" y="0"/>
                    </a:cubicBezTo>
                    <a:cubicBezTo>
                      <a:pt x="118479" y="0"/>
                      <a:pt x="119553" y="2151"/>
                      <a:pt x="121703" y="3226"/>
                    </a:cubicBezTo>
                    <a:cubicBezTo>
                      <a:pt x="126001" y="4301"/>
                      <a:pt x="128150" y="7528"/>
                      <a:pt x="132449" y="8603"/>
                    </a:cubicBezTo>
                    <a:cubicBezTo>
                      <a:pt x="145344" y="11829"/>
                      <a:pt x="129225" y="48392"/>
                      <a:pt x="122777" y="62372"/>
                    </a:cubicBezTo>
                    <a:cubicBezTo>
                      <a:pt x="121703" y="65599"/>
                      <a:pt x="118479" y="67749"/>
                      <a:pt x="117404" y="69900"/>
                    </a:cubicBezTo>
                    <a:cubicBezTo>
                      <a:pt x="99135" y="104312"/>
                      <a:pt x="65821" y="143026"/>
                      <a:pt x="33582" y="163459"/>
                    </a:cubicBezTo>
                    <a:cubicBezTo>
                      <a:pt x="30358" y="165609"/>
                      <a:pt x="32508" y="167760"/>
                      <a:pt x="30358" y="168835"/>
                    </a:cubicBezTo>
                    <a:cubicBezTo>
                      <a:pt x="28209" y="169911"/>
                      <a:pt x="31433" y="169911"/>
                      <a:pt x="29284" y="170986"/>
                    </a:cubicBezTo>
                    <a:cubicBezTo>
                      <a:pt x="27135" y="173137"/>
                      <a:pt x="30358" y="172061"/>
                      <a:pt x="27135" y="176363"/>
                    </a:cubicBezTo>
                    <a:cubicBezTo>
                      <a:pt x="26060" y="177438"/>
                      <a:pt x="24985" y="179589"/>
                      <a:pt x="24985" y="179589"/>
                    </a:cubicBezTo>
                    <a:cubicBezTo>
                      <a:pt x="24985" y="180665"/>
                      <a:pt x="24985" y="181740"/>
                      <a:pt x="23911" y="182815"/>
                    </a:cubicBezTo>
                    <a:cubicBezTo>
                      <a:pt x="22836" y="183891"/>
                      <a:pt x="22836" y="186042"/>
                      <a:pt x="22836" y="188192"/>
                    </a:cubicBezTo>
                    <a:cubicBezTo>
                      <a:pt x="22836" y="190343"/>
                      <a:pt x="22836" y="191419"/>
                      <a:pt x="21761" y="191419"/>
                    </a:cubicBezTo>
                    <a:cubicBezTo>
                      <a:pt x="20687" y="192494"/>
                      <a:pt x="20687" y="192494"/>
                      <a:pt x="20687" y="194645"/>
                    </a:cubicBezTo>
                    <a:cubicBezTo>
                      <a:pt x="20687" y="195720"/>
                      <a:pt x="19612" y="198946"/>
                      <a:pt x="19612" y="202172"/>
                    </a:cubicBezTo>
                    <a:cubicBezTo>
                      <a:pt x="18537" y="208624"/>
                      <a:pt x="17463" y="221529"/>
                      <a:pt x="19612" y="225831"/>
                    </a:cubicBezTo>
                    <a:cubicBezTo>
                      <a:pt x="21761" y="232283"/>
                      <a:pt x="23911" y="233359"/>
                      <a:pt x="34657" y="232283"/>
                    </a:cubicBezTo>
                    <a:cubicBezTo>
                      <a:pt x="48627" y="232283"/>
                      <a:pt x="64747" y="227982"/>
                      <a:pt x="75493" y="219378"/>
                    </a:cubicBezTo>
                    <a:cubicBezTo>
                      <a:pt x="76568" y="218303"/>
                      <a:pt x="78717" y="217228"/>
                      <a:pt x="78717" y="217228"/>
                    </a:cubicBezTo>
                    <a:cubicBezTo>
                      <a:pt x="79792" y="218303"/>
                      <a:pt x="80866" y="217228"/>
                      <a:pt x="85165" y="212926"/>
                    </a:cubicBezTo>
                    <a:cubicBezTo>
                      <a:pt x="87314" y="210775"/>
                      <a:pt x="90538" y="208624"/>
                      <a:pt x="90538" y="208624"/>
                    </a:cubicBezTo>
                    <a:cubicBezTo>
                      <a:pt x="91613" y="208624"/>
                      <a:pt x="108807" y="196796"/>
                      <a:pt x="151792" y="163459"/>
                    </a:cubicBezTo>
                    <a:cubicBezTo>
                      <a:pt x="167912" y="150554"/>
                      <a:pt x="174360" y="147328"/>
                      <a:pt x="175434" y="147328"/>
                    </a:cubicBezTo>
                    <a:cubicBezTo>
                      <a:pt x="175434" y="147328"/>
                      <a:pt x="174360" y="149478"/>
                      <a:pt x="171136" y="151629"/>
                    </a:cubicBezTo>
                    <a:cubicBezTo>
                      <a:pt x="168986" y="153780"/>
                      <a:pt x="166837" y="157006"/>
                      <a:pt x="165763" y="158082"/>
                    </a:cubicBezTo>
                    <a:cubicBezTo>
                      <a:pt x="165763" y="160232"/>
                      <a:pt x="164688" y="161308"/>
                      <a:pt x="163613" y="161308"/>
                    </a:cubicBezTo>
                    <a:cubicBezTo>
                      <a:pt x="162539" y="161308"/>
                      <a:pt x="160389" y="163459"/>
                      <a:pt x="157166" y="166685"/>
                    </a:cubicBezTo>
                    <a:cubicBezTo>
                      <a:pt x="156091" y="167760"/>
                      <a:pt x="155016" y="168835"/>
                      <a:pt x="153942" y="168835"/>
                    </a:cubicBezTo>
                    <a:cubicBezTo>
                      <a:pt x="152867" y="168835"/>
                      <a:pt x="152867" y="169911"/>
                      <a:pt x="150718" y="170986"/>
                    </a:cubicBezTo>
                    <a:cubicBezTo>
                      <a:pt x="149643" y="173137"/>
                      <a:pt x="147494" y="174212"/>
                      <a:pt x="147494" y="174212"/>
                    </a:cubicBezTo>
                    <a:cubicBezTo>
                      <a:pt x="146419" y="174212"/>
                      <a:pt x="144270" y="176363"/>
                      <a:pt x="143195" y="177438"/>
                    </a:cubicBezTo>
                    <a:cubicBezTo>
                      <a:pt x="142121" y="178514"/>
                      <a:pt x="138897" y="180665"/>
                      <a:pt x="137822" y="182815"/>
                    </a:cubicBezTo>
                    <a:cubicBezTo>
                      <a:pt x="136747" y="183891"/>
                      <a:pt x="135673" y="184966"/>
                      <a:pt x="135673" y="186042"/>
                    </a:cubicBezTo>
                    <a:cubicBezTo>
                      <a:pt x="135673" y="186042"/>
                      <a:pt x="135673" y="187117"/>
                      <a:pt x="134598" y="186042"/>
                    </a:cubicBezTo>
                    <a:cubicBezTo>
                      <a:pt x="133524" y="186042"/>
                      <a:pt x="132449" y="186042"/>
                      <a:pt x="132449" y="187117"/>
                    </a:cubicBezTo>
                    <a:cubicBezTo>
                      <a:pt x="131374" y="188192"/>
                      <a:pt x="131374" y="188192"/>
                      <a:pt x="130300" y="188192"/>
                    </a:cubicBezTo>
                    <a:cubicBezTo>
                      <a:pt x="129225" y="188192"/>
                      <a:pt x="128150" y="189268"/>
                      <a:pt x="128150" y="189268"/>
                    </a:cubicBezTo>
                    <a:cubicBezTo>
                      <a:pt x="127076" y="190343"/>
                      <a:pt x="126001" y="191419"/>
                      <a:pt x="124926" y="192494"/>
                    </a:cubicBezTo>
                    <a:cubicBezTo>
                      <a:pt x="121703" y="193569"/>
                      <a:pt x="118479" y="197871"/>
                      <a:pt x="119553" y="197871"/>
                    </a:cubicBezTo>
                    <a:cubicBezTo>
                      <a:pt x="121703" y="197871"/>
                      <a:pt x="120628" y="200022"/>
                      <a:pt x="117404" y="201097"/>
                    </a:cubicBezTo>
                    <a:cubicBezTo>
                      <a:pt x="115255" y="202172"/>
                      <a:pt x="114180" y="203248"/>
                      <a:pt x="115255" y="204323"/>
                    </a:cubicBezTo>
                    <a:cubicBezTo>
                      <a:pt x="115255" y="205398"/>
                      <a:pt x="115255" y="205398"/>
                      <a:pt x="115255" y="204323"/>
                    </a:cubicBezTo>
                    <a:cubicBezTo>
                      <a:pt x="114180" y="203248"/>
                      <a:pt x="114180" y="203248"/>
                      <a:pt x="112031" y="204323"/>
                    </a:cubicBezTo>
                    <a:cubicBezTo>
                      <a:pt x="109881" y="206474"/>
                      <a:pt x="109881" y="207549"/>
                      <a:pt x="112031" y="206474"/>
                    </a:cubicBezTo>
                    <a:cubicBezTo>
                      <a:pt x="113105" y="206474"/>
                      <a:pt x="113105" y="206474"/>
                      <a:pt x="110956" y="207549"/>
                    </a:cubicBezTo>
                    <a:cubicBezTo>
                      <a:pt x="108807" y="208624"/>
                      <a:pt x="108807" y="208624"/>
                      <a:pt x="107732" y="208624"/>
                    </a:cubicBezTo>
                    <a:cubicBezTo>
                      <a:pt x="107732" y="207549"/>
                      <a:pt x="106658" y="208624"/>
                      <a:pt x="106658" y="209700"/>
                    </a:cubicBezTo>
                    <a:cubicBezTo>
                      <a:pt x="106658" y="210775"/>
                      <a:pt x="105583" y="211851"/>
                      <a:pt x="104508" y="211851"/>
                    </a:cubicBezTo>
                    <a:cubicBezTo>
                      <a:pt x="103434" y="211851"/>
                      <a:pt x="103434" y="211851"/>
                      <a:pt x="103434" y="212926"/>
                    </a:cubicBezTo>
                    <a:cubicBezTo>
                      <a:pt x="103434" y="212926"/>
                      <a:pt x="102359" y="215077"/>
                      <a:pt x="99135" y="216152"/>
                    </a:cubicBezTo>
                    <a:cubicBezTo>
                      <a:pt x="92687" y="219378"/>
                      <a:pt x="86239" y="224755"/>
                      <a:pt x="86239" y="225831"/>
                    </a:cubicBezTo>
                    <a:cubicBezTo>
                      <a:pt x="86239" y="226906"/>
                      <a:pt x="80866" y="230132"/>
                      <a:pt x="73344" y="233359"/>
                    </a:cubicBezTo>
                    <a:cubicBezTo>
                      <a:pt x="69045" y="234434"/>
                      <a:pt x="67971" y="235509"/>
                      <a:pt x="69045" y="236585"/>
                    </a:cubicBezTo>
                    <a:cubicBezTo>
                      <a:pt x="70120" y="237660"/>
                      <a:pt x="69045" y="237660"/>
                      <a:pt x="67971" y="236585"/>
                    </a:cubicBezTo>
                    <a:cubicBezTo>
                      <a:pt x="66896" y="235509"/>
                      <a:pt x="66896" y="235509"/>
                      <a:pt x="65821" y="237660"/>
                    </a:cubicBezTo>
                    <a:cubicBezTo>
                      <a:pt x="64747" y="239811"/>
                      <a:pt x="58299" y="241961"/>
                      <a:pt x="57224" y="240886"/>
                    </a:cubicBezTo>
                    <a:cubicBezTo>
                      <a:pt x="56150" y="240886"/>
                      <a:pt x="55075" y="240886"/>
                      <a:pt x="52926" y="241961"/>
                    </a:cubicBezTo>
                    <a:cubicBezTo>
                      <a:pt x="49702" y="243037"/>
                      <a:pt x="44329" y="244112"/>
                      <a:pt x="40030" y="244112"/>
                    </a:cubicBezTo>
                    <a:cubicBezTo>
                      <a:pt x="36806" y="244112"/>
                      <a:pt x="34657" y="244112"/>
                      <a:pt x="32508" y="243037"/>
                    </a:cubicBezTo>
                    <a:cubicBezTo>
                      <a:pt x="31433" y="241961"/>
                      <a:pt x="29284" y="241961"/>
                      <a:pt x="28209" y="240886"/>
                    </a:cubicBezTo>
                    <a:cubicBezTo>
                      <a:pt x="26060" y="240886"/>
                      <a:pt x="20687" y="237660"/>
                      <a:pt x="20687" y="236585"/>
                    </a:cubicBezTo>
                    <a:cubicBezTo>
                      <a:pt x="20687" y="236585"/>
                      <a:pt x="20687" y="235509"/>
                      <a:pt x="19612" y="235509"/>
                    </a:cubicBezTo>
                    <a:cubicBezTo>
                      <a:pt x="18537" y="235509"/>
                      <a:pt x="18537" y="235509"/>
                      <a:pt x="19612" y="236585"/>
                    </a:cubicBezTo>
                    <a:cubicBezTo>
                      <a:pt x="20687" y="237660"/>
                      <a:pt x="19612" y="237660"/>
                      <a:pt x="18537" y="235509"/>
                    </a:cubicBezTo>
                    <a:cubicBezTo>
                      <a:pt x="17463" y="234434"/>
                      <a:pt x="15314" y="231208"/>
                      <a:pt x="13164" y="229057"/>
                    </a:cubicBezTo>
                    <a:cubicBezTo>
                      <a:pt x="11015" y="226906"/>
                      <a:pt x="8866" y="222605"/>
                      <a:pt x="6717" y="220454"/>
                    </a:cubicBezTo>
                    <a:cubicBezTo>
                      <a:pt x="1343" y="217228"/>
                      <a:pt x="-806" y="209700"/>
                      <a:pt x="269" y="201097"/>
                    </a:cubicBezTo>
                    <a:close/>
                    <a:moveTo>
                      <a:pt x="11015" y="184966"/>
                    </a:moveTo>
                    <a:cubicBezTo>
                      <a:pt x="11015" y="184966"/>
                      <a:pt x="11015" y="184966"/>
                      <a:pt x="11015" y="184966"/>
                    </a:cubicBezTo>
                    <a:cubicBezTo>
                      <a:pt x="12090" y="184966"/>
                      <a:pt x="13164" y="184966"/>
                      <a:pt x="13164" y="184966"/>
                    </a:cubicBezTo>
                    <a:cubicBezTo>
                      <a:pt x="12090" y="183891"/>
                      <a:pt x="12090" y="183891"/>
                      <a:pt x="11015" y="184966"/>
                    </a:cubicBezTo>
                    <a:cubicBezTo>
                      <a:pt x="11015" y="183891"/>
                      <a:pt x="11015" y="183891"/>
                      <a:pt x="11015" y="184966"/>
                    </a:cubicBezTo>
                    <a:close/>
                    <a:moveTo>
                      <a:pt x="13164" y="181740"/>
                    </a:moveTo>
                    <a:cubicBezTo>
                      <a:pt x="14239" y="180665"/>
                      <a:pt x="15314" y="176363"/>
                      <a:pt x="13164" y="176363"/>
                    </a:cubicBezTo>
                    <a:cubicBezTo>
                      <a:pt x="13164" y="176363"/>
                      <a:pt x="12090" y="177438"/>
                      <a:pt x="13164" y="178514"/>
                    </a:cubicBezTo>
                    <a:cubicBezTo>
                      <a:pt x="13164" y="179589"/>
                      <a:pt x="13164" y="179589"/>
                      <a:pt x="13164" y="179589"/>
                    </a:cubicBezTo>
                    <a:cubicBezTo>
                      <a:pt x="12090" y="179589"/>
                      <a:pt x="12090" y="179589"/>
                      <a:pt x="12090" y="180665"/>
                    </a:cubicBezTo>
                    <a:cubicBezTo>
                      <a:pt x="12090" y="182815"/>
                      <a:pt x="12090" y="182815"/>
                      <a:pt x="13164" y="181740"/>
                    </a:cubicBezTo>
                    <a:close/>
                    <a:moveTo>
                      <a:pt x="14239" y="174212"/>
                    </a:moveTo>
                    <a:cubicBezTo>
                      <a:pt x="14239" y="174212"/>
                      <a:pt x="15314" y="174212"/>
                      <a:pt x="14239" y="174212"/>
                    </a:cubicBezTo>
                    <a:cubicBezTo>
                      <a:pt x="15314" y="174212"/>
                      <a:pt x="15314" y="174212"/>
                      <a:pt x="15314" y="173137"/>
                    </a:cubicBezTo>
                    <a:cubicBezTo>
                      <a:pt x="15314" y="173137"/>
                      <a:pt x="15314" y="173137"/>
                      <a:pt x="14239" y="174212"/>
                    </a:cubicBezTo>
                    <a:close/>
                    <a:moveTo>
                      <a:pt x="18537" y="161308"/>
                    </a:moveTo>
                    <a:lnTo>
                      <a:pt x="18537" y="161308"/>
                    </a:lnTo>
                    <a:cubicBezTo>
                      <a:pt x="19612" y="161308"/>
                      <a:pt x="23911" y="154855"/>
                      <a:pt x="23911" y="153780"/>
                    </a:cubicBezTo>
                    <a:cubicBezTo>
                      <a:pt x="20687" y="153780"/>
                      <a:pt x="19612" y="159157"/>
                      <a:pt x="18537" y="161308"/>
                    </a:cubicBezTo>
                    <a:close/>
                    <a:moveTo>
                      <a:pt x="22836" y="151629"/>
                    </a:moveTo>
                    <a:cubicBezTo>
                      <a:pt x="22836" y="152705"/>
                      <a:pt x="23911" y="152705"/>
                      <a:pt x="23911" y="152705"/>
                    </a:cubicBezTo>
                    <a:cubicBezTo>
                      <a:pt x="24985" y="152705"/>
                      <a:pt x="26060" y="149478"/>
                      <a:pt x="26060" y="149478"/>
                    </a:cubicBezTo>
                    <a:cubicBezTo>
                      <a:pt x="27135" y="145177"/>
                      <a:pt x="29284" y="144101"/>
                      <a:pt x="30358" y="141951"/>
                    </a:cubicBezTo>
                    <a:cubicBezTo>
                      <a:pt x="30358" y="140875"/>
                      <a:pt x="29284" y="138725"/>
                      <a:pt x="29284" y="138725"/>
                    </a:cubicBezTo>
                    <a:cubicBezTo>
                      <a:pt x="28209" y="138725"/>
                      <a:pt x="23911" y="150554"/>
                      <a:pt x="22836" y="151629"/>
                    </a:cubicBezTo>
                    <a:close/>
                    <a:moveTo>
                      <a:pt x="32508" y="134423"/>
                    </a:moveTo>
                    <a:cubicBezTo>
                      <a:pt x="32508" y="133348"/>
                      <a:pt x="33582" y="133348"/>
                      <a:pt x="33582" y="132272"/>
                    </a:cubicBezTo>
                    <a:cubicBezTo>
                      <a:pt x="32508" y="129046"/>
                      <a:pt x="31433" y="135498"/>
                      <a:pt x="32508" y="134423"/>
                    </a:cubicBezTo>
                    <a:close/>
                    <a:moveTo>
                      <a:pt x="34657" y="127971"/>
                    </a:moveTo>
                    <a:lnTo>
                      <a:pt x="34657" y="127971"/>
                    </a:lnTo>
                    <a:cubicBezTo>
                      <a:pt x="36806" y="129046"/>
                      <a:pt x="35732" y="125820"/>
                      <a:pt x="34657" y="127971"/>
                    </a:cubicBezTo>
                    <a:close/>
                    <a:moveTo>
                      <a:pt x="50776" y="137649"/>
                    </a:moveTo>
                    <a:cubicBezTo>
                      <a:pt x="72269" y="116142"/>
                      <a:pt x="118479" y="59146"/>
                      <a:pt x="123852" y="33337"/>
                    </a:cubicBezTo>
                    <a:cubicBezTo>
                      <a:pt x="124926" y="30111"/>
                      <a:pt x="123852" y="29036"/>
                      <a:pt x="122777" y="29036"/>
                    </a:cubicBezTo>
                    <a:cubicBezTo>
                      <a:pt x="117404" y="29036"/>
                      <a:pt x="96986" y="58071"/>
                      <a:pt x="95911" y="58071"/>
                    </a:cubicBezTo>
                    <a:cubicBezTo>
                      <a:pt x="76568" y="82805"/>
                      <a:pt x="64747" y="101086"/>
                      <a:pt x="49702" y="127971"/>
                    </a:cubicBezTo>
                    <a:cubicBezTo>
                      <a:pt x="46478" y="132272"/>
                      <a:pt x="43254" y="140875"/>
                      <a:pt x="41105" y="144101"/>
                    </a:cubicBezTo>
                    <a:cubicBezTo>
                      <a:pt x="35732" y="151629"/>
                      <a:pt x="50776" y="137649"/>
                      <a:pt x="50776" y="137649"/>
                    </a:cubicBezTo>
                    <a:close/>
                    <a:moveTo>
                      <a:pt x="109881" y="207549"/>
                    </a:moveTo>
                    <a:cubicBezTo>
                      <a:pt x="109881" y="208624"/>
                      <a:pt x="109881" y="208624"/>
                      <a:pt x="109881" y="207549"/>
                    </a:cubicBezTo>
                    <a:cubicBezTo>
                      <a:pt x="109881" y="206474"/>
                      <a:pt x="109881" y="205398"/>
                      <a:pt x="109881" y="206474"/>
                    </a:cubicBezTo>
                    <a:cubicBezTo>
                      <a:pt x="108807" y="206474"/>
                      <a:pt x="108807" y="207549"/>
                      <a:pt x="109881" y="207549"/>
                    </a:cubicBezTo>
                    <a:close/>
                    <a:moveTo>
                      <a:pt x="113105" y="205398"/>
                    </a:moveTo>
                    <a:cubicBezTo>
                      <a:pt x="114180" y="204323"/>
                      <a:pt x="115255" y="203248"/>
                      <a:pt x="114180" y="203248"/>
                    </a:cubicBezTo>
                    <a:cubicBezTo>
                      <a:pt x="114180" y="203248"/>
                      <a:pt x="113105" y="204323"/>
                      <a:pt x="113105" y="205398"/>
                    </a:cubicBezTo>
                    <a:cubicBezTo>
                      <a:pt x="109881" y="207549"/>
                      <a:pt x="110956" y="207549"/>
                      <a:pt x="113105" y="205398"/>
                    </a:cubicBezTo>
                    <a:close/>
                    <a:moveTo>
                      <a:pt x="116329" y="203248"/>
                    </a:moveTo>
                    <a:cubicBezTo>
                      <a:pt x="117404" y="203248"/>
                      <a:pt x="117404" y="203248"/>
                      <a:pt x="117404" y="202172"/>
                    </a:cubicBezTo>
                    <a:cubicBezTo>
                      <a:pt x="117404" y="201097"/>
                      <a:pt x="117404" y="201097"/>
                      <a:pt x="117404" y="201097"/>
                    </a:cubicBezTo>
                    <a:cubicBezTo>
                      <a:pt x="117404" y="201097"/>
                      <a:pt x="116329" y="202172"/>
                      <a:pt x="116329" y="202172"/>
                    </a:cubicBezTo>
                    <a:cubicBezTo>
                      <a:pt x="115255" y="203248"/>
                      <a:pt x="115255" y="203248"/>
                      <a:pt x="116329" y="20324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7" name="Freeform 786">
                <a:extLst>
                  <a:ext uri="{FF2B5EF4-FFF2-40B4-BE49-F238E27FC236}">
                    <a16:creationId xmlns:a16="http://schemas.microsoft.com/office/drawing/2014/main" id="{325320AA-9A48-DF39-F29A-453BC7906539}"/>
                  </a:ext>
                </a:extLst>
              </p:cNvPr>
              <p:cNvSpPr/>
              <p:nvPr/>
            </p:nvSpPr>
            <p:spPr>
              <a:xfrm>
                <a:off x="2480663" y="5777909"/>
                <a:ext cx="149787" cy="172704"/>
              </a:xfrm>
              <a:custGeom>
                <a:avLst/>
                <a:gdLst>
                  <a:gd name="connsiteX0" fmla="*/ 0 w 149787"/>
                  <a:gd name="connsiteY0" fmla="*/ 141951 h 172704"/>
                  <a:gd name="connsiteX1" fmla="*/ 2149 w 149787"/>
                  <a:gd name="connsiteY1" fmla="*/ 127971 h 172704"/>
                  <a:gd name="connsiteX2" fmla="*/ 11821 w 149787"/>
                  <a:gd name="connsiteY2" fmla="*/ 108614 h 172704"/>
                  <a:gd name="connsiteX3" fmla="*/ 11821 w 149787"/>
                  <a:gd name="connsiteY3" fmla="*/ 107538 h 172704"/>
                  <a:gd name="connsiteX4" fmla="*/ 12896 w 149787"/>
                  <a:gd name="connsiteY4" fmla="*/ 105388 h 172704"/>
                  <a:gd name="connsiteX5" fmla="*/ 13970 w 149787"/>
                  <a:gd name="connsiteY5" fmla="*/ 103237 h 172704"/>
                  <a:gd name="connsiteX6" fmla="*/ 17194 w 149787"/>
                  <a:gd name="connsiteY6" fmla="*/ 96785 h 172704"/>
                  <a:gd name="connsiteX7" fmla="*/ 20418 w 149787"/>
                  <a:gd name="connsiteY7" fmla="*/ 91408 h 172704"/>
                  <a:gd name="connsiteX8" fmla="*/ 22567 w 149787"/>
                  <a:gd name="connsiteY8" fmla="*/ 89257 h 172704"/>
                  <a:gd name="connsiteX9" fmla="*/ 27940 w 149787"/>
                  <a:gd name="connsiteY9" fmla="*/ 81729 h 172704"/>
                  <a:gd name="connsiteX10" fmla="*/ 41911 w 149787"/>
                  <a:gd name="connsiteY10" fmla="*/ 73126 h 172704"/>
                  <a:gd name="connsiteX11" fmla="*/ 56956 w 149787"/>
                  <a:gd name="connsiteY11" fmla="*/ 81729 h 172704"/>
                  <a:gd name="connsiteX12" fmla="*/ 53732 w 149787"/>
                  <a:gd name="connsiteY12" fmla="*/ 94634 h 172704"/>
                  <a:gd name="connsiteX13" fmla="*/ 51582 w 149787"/>
                  <a:gd name="connsiteY13" fmla="*/ 98935 h 172704"/>
                  <a:gd name="connsiteX14" fmla="*/ 48359 w 149787"/>
                  <a:gd name="connsiteY14" fmla="*/ 103237 h 172704"/>
                  <a:gd name="connsiteX15" fmla="*/ 32239 w 149787"/>
                  <a:gd name="connsiteY15" fmla="*/ 125820 h 172704"/>
                  <a:gd name="connsiteX16" fmla="*/ 29015 w 149787"/>
                  <a:gd name="connsiteY16" fmla="*/ 129046 h 172704"/>
                  <a:gd name="connsiteX17" fmla="*/ 29015 w 149787"/>
                  <a:gd name="connsiteY17" fmla="*/ 130122 h 172704"/>
                  <a:gd name="connsiteX18" fmla="*/ 30090 w 149787"/>
                  <a:gd name="connsiteY18" fmla="*/ 132272 h 172704"/>
                  <a:gd name="connsiteX19" fmla="*/ 27940 w 149787"/>
                  <a:gd name="connsiteY19" fmla="*/ 132272 h 172704"/>
                  <a:gd name="connsiteX20" fmla="*/ 22567 w 149787"/>
                  <a:gd name="connsiteY20" fmla="*/ 138725 h 172704"/>
                  <a:gd name="connsiteX21" fmla="*/ 19343 w 149787"/>
                  <a:gd name="connsiteY21" fmla="*/ 152705 h 172704"/>
                  <a:gd name="connsiteX22" fmla="*/ 21493 w 149787"/>
                  <a:gd name="connsiteY22" fmla="*/ 153780 h 172704"/>
                  <a:gd name="connsiteX23" fmla="*/ 20418 w 149787"/>
                  <a:gd name="connsiteY23" fmla="*/ 157006 h 172704"/>
                  <a:gd name="connsiteX24" fmla="*/ 26866 w 149787"/>
                  <a:gd name="connsiteY24" fmla="*/ 158082 h 172704"/>
                  <a:gd name="connsiteX25" fmla="*/ 101016 w 149787"/>
                  <a:gd name="connsiteY25" fmla="*/ 124745 h 172704"/>
                  <a:gd name="connsiteX26" fmla="*/ 114986 w 149787"/>
                  <a:gd name="connsiteY26" fmla="*/ 115066 h 172704"/>
                  <a:gd name="connsiteX27" fmla="*/ 148300 w 149787"/>
                  <a:gd name="connsiteY27" fmla="*/ 95709 h 172704"/>
                  <a:gd name="connsiteX28" fmla="*/ 140777 w 149787"/>
                  <a:gd name="connsiteY28" fmla="*/ 106463 h 172704"/>
                  <a:gd name="connsiteX29" fmla="*/ 119284 w 149787"/>
                  <a:gd name="connsiteY29" fmla="*/ 123669 h 172704"/>
                  <a:gd name="connsiteX30" fmla="*/ 113911 w 149787"/>
                  <a:gd name="connsiteY30" fmla="*/ 129046 h 172704"/>
                  <a:gd name="connsiteX31" fmla="*/ 112837 w 149787"/>
                  <a:gd name="connsiteY31" fmla="*/ 131197 h 172704"/>
                  <a:gd name="connsiteX32" fmla="*/ 111762 w 149787"/>
                  <a:gd name="connsiteY32" fmla="*/ 134423 h 172704"/>
                  <a:gd name="connsiteX33" fmla="*/ 110687 w 149787"/>
                  <a:gd name="connsiteY33" fmla="*/ 136574 h 172704"/>
                  <a:gd name="connsiteX34" fmla="*/ 103165 w 149787"/>
                  <a:gd name="connsiteY34" fmla="*/ 141951 h 172704"/>
                  <a:gd name="connsiteX35" fmla="*/ 94568 w 149787"/>
                  <a:gd name="connsiteY35" fmla="*/ 148403 h 172704"/>
                  <a:gd name="connsiteX36" fmla="*/ 91344 w 149787"/>
                  <a:gd name="connsiteY36" fmla="*/ 151629 h 172704"/>
                  <a:gd name="connsiteX37" fmla="*/ 90269 w 149787"/>
                  <a:gd name="connsiteY37" fmla="*/ 152705 h 172704"/>
                  <a:gd name="connsiteX38" fmla="*/ 80598 w 149787"/>
                  <a:gd name="connsiteY38" fmla="*/ 158082 h 172704"/>
                  <a:gd name="connsiteX39" fmla="*/ 65553 w 149787"/>
                  <a:gd name="connsiteY39" fmla="*/ 166685 h 172704"/>
                  <a:gd name="connsiteX40" fmla="*/ 55881 w 149787"/>
                  <a:gd name="connsiteY40" fmla="*/ 169911 h 172704"/>
                  <a:gd name="connsiteX41" fmla="*/ 39761 w 149787"/>
                  <a:gd name="connsiteY41" fmla="*/ 172061 h 172704"/>
                  <a:gd name="connsiteX42" fmla="*/ 24716 w 149787"/>
                  <a:gd name="connsiteY42" fmla="*/ 169911 h 172704"/>
                  <a:gd name="connsiteX43" fmla="*/ 15045 w 149787"/>
                  <a:gd name="connsiteY43" fmla="*/ 164534 h 172704"/>
                  <a:gd name="connsiteX44" fmla="*/ 15045 w 149787"/>
                  <a:gd name="connsiteY44" fmla="*/ 165609 h 172704"/>
                  <a:gd name="connsiteX45" fmla="*/ 0 w 149787"/>
                  <a:gd name="connsiteY45" fmla="*/ 141951 h 172704"/>
                  <a:gd name="connsiteX46" fmla="*/ 82747 w 149787"/>
                  <a:gd name="connsiteY46" fmla="*/ 1075 h 172704"/>
                  <a:gd name="connsiteX47" fmla="*/ 87045 w 149787"/>
                  <a:gd name="connsiteY47" fmla="*/ 0 h 172704"/>
                  <a:gd name="connsiteX48" fmla="*/ 97792 w 149787"/>
                  <a:gd name="connsiteY48" fmla="*/ 13980 h 172704"/>
                  <a:gd name="connsiteX49" fmla="*/ 95643 w 149787"/>
                  <a:gd name="connsiteY49" fmla="*/ 21508 h 172704"/>
                  <a:gd name="connsiteX50" fmla="*/ 77374 w 149787"/>
                  <a:gd name="connsiteY50" fmla="*/ 34412 h 172704"/>
                  <a:gd name="connsiteX51" fmla="*/ 69851 w 149787"/>
                  <a:gd name="connsiteY51" fmla="*/ 39789 h 172704"/>
                  <a:gd name="connsiteX52" fmla="*/ 64478 w 149787"/>
                  <a:gd name="connsiteY52" fmla="*/ 44091 h 172704"/>
                  <a:gd name="connsiteX53" fmla="*/ 60180 w 149787"/>
                  <a:gd name="connsiteY53" fmla="*/ 47317 h 172704"/>
                  <a:gd name="connsiteX54" fmla="*/ 58030 w 149787"/>
                  <a:gd name="connsiteY54" fmla="*/ 48392 h 172704"/>
                  <a:gd name="connsiteX55" fmla="*/ 55881 w 149787"/>
                  <a:gd name="connsiteY55" fmla="*/ 47317 h 172704"/>
                  <a:gd name="connsiteX56" fmla="*/ 82747 w 149787"/>
                  <a:gd name="connsiteY56" fmla="*/ 1075 h 17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49787" h="172704">
                    <a:moveTo>
                      <a:pt x="0" y="141951"/>
                    </a:moveTo>
                    <a:cubicBezTo>
                      <a:pt x="0" y="138725"/>
                      <a:pt x="1075" y="130122"/>
                      <a:pt x="2149" y="127971"/>
                    </a:cubicBezTo>
                    <a:cubicBezTo>
                      <a:pt x="3224" y="124745"/>
                      <a:pt x="10746" y="108614"/>
                      <a:pt x="11821" y="108614"/>
                    </a:cubicBezTo>
                    <a:cubicBezTo>
                      <a:pt x="11821" y="108614"/>
                      <a:pt x="12896" y="108614"/>
                      <a:pt x="11821" y="107538"/>
                    </a:cubicBezTo>
                    <a:cubicBezTo>
                      <a:pt x="11821" y="107538"/>
                      <a:pt x="11821" y="106463"/>
                      <a:pt x="12896" y="105388"/>
                    </a:cubicBezTo>
                    <a:cubicBezTo>
                      <a:pt x="13970" y="104312"/>
                      <a:pt x="13970" y="104312"/>
                      <a:pt x="13970" y="103237"/>
                    </a:cubicBezTo>
                    <a:cubicBezTo>
                      <a:pt x="13970" y="102162"/>
                      <a:pt x="15045" y="100011"/>
                      <a:pt x="17194" y="96785"/>
                    </a:cubicBezTo>
                    <a:cubicBezTo>
                      <a:pt x="19343" y="93559"/>
                      <a:pt x="20418" y="91408"/>
                      <a:pt x="20418" y="91408"/>
                    </a:cubicBezTo>
                    <a:cubicBezTo>
                      <a:pt x="20418" y="91408"/>
                      <a:pt x="21493" y="90332"/>
                      <a:pt x="22567" y="89257"/>
                    </a:cubicBezTo>
                    <a:cubicBezTo>
                      <a:pt x="23642" y="88182"/>
                      <a:pt x="25791" y="84955"/>
                      <a:pt x="27940" y="81729"/>
                    </a:cubicBezTo>
                    <a:cubicBezTo>
                      <a:pt x="32239" y="75277"/>
                      <a:pt x="34388" y="73126"/>
                      <a:pt x="41911" y="73126"/>
                    </a:cubicBezTo>
                    <a:cubicBezTo>
                      <a:pt x="48359" y="73126"/>
                      <a:pt x="54806" y="76352"/>
                      <a:pt x="56956" y="81729"/>
                    </a:cubicBezTo>
                    <a:cubicBezTo>
                      <a:pt x="59105" y="84955"/>
                      <a:pt x="58030" y="87106"/>
                      <a:pt x="53732" y="94634"/>
                    </a:cubicBezTo>
                    <a:cubicBezTo>
                      <a:pt x="52657" y="95709"/>
                      <a:pt x="52657" y="96785"/>
                      <a:pt x="51582" y="98935"/>
                    </a:cubicBezTo>
                    <a:cubicBezTo>
                      <a:pt x="50508" y="100011"/>
                      <a:pt x="49433" y="102162"/>
                      <a:pt x="48359" y="103237"/>
                    </a:cubicBezTo>
                    <a:cubicBezTo>
                      <a:pt x="46209" y="104312"/>
                      <a:pt x="35463" y="119368"/>
                      <a:pt x="32239" y="125820"/>
                    </a:cubicBezTo>
                    <a:cubicBezTo>
                      <a:pt x="31164" y="127971"/>
                      <a:pt x="30090" y="129046"/>
                      <a:pt x="29015" y="129046"/>
                    </a:cubicBezTo>
                    <a:cubicBezTo>
                      <a:pt x="27940" y="129046"/>
                      <a:pt x="27940" y="130122"/>
                      <a:pt x="29015" y="130122"/>
                    </a:cubicBezTo>
                    <a:cubicBezTo>
                      <a:pt x="30090" y="130122"/>
                      <a:pt x="30090" y="131197"/>
                      <a:pt x="30090" y="132272"/>
                    </a:cubicBezTo>
                    <a:cubicBezTo>
                      <a:pt x="30090" y="133348"/>
                      <a:pt x="29015" y="133348"/>
                      <a:pt x="27940" y="132272"/>
                    </a:cubicBezTo>
                    <a:cubicBezTo>
                      <a:pt x="26866" y="131197"/>
                      <a:pt x="25791" y="132272"/>
                      <a:pt x="22567" y="138725"/>
                    </a:cubicBezTo>
                    <a:cubicBezTo>
                      <a:pt x="17194" y="147328"/>
                      <a:pt x="17194" y="152705"/>
                      <a:pt x="19343" y="152705"/>
                    </a:cubicBezTo>
                    <a:cubicBezTo>
                      <a:pt x="20418" y="152705"/>
                      <a:pt x="21493" y="153780"/>
                      <a:pt x="21493" y="153780"/>
                    </a:cubicBezTo>
                    <a:cubicBezTo>
                      <a:pt x="21493" y="154855"/>
                      <a:pt x="20418" y="155931"/>
                      <a:pt x="20418" y="157006"/>
                    </a:cubicBezTo>
                    <a:cubicBezTo>
                      <a:pt x="21493" y="158082"/>
                      <a:pt x="22567" y="158082"/>
                      <a:pt x="26866" y="158082"/>
                    </a:cubicBezTo>
                    <a:cubicBezTo>
                      <a:pt x="51582" y="157006"/>
                      <a:pt x="80598" y="138725"/>
                      <a:pt x="101016" y="124745"/>
                    </a:cubicBezTo>
                    <a:cubicBezTo>
                      <a:pt x="105314" y="121518"/>
                      <a:pt x="110687" y="118292"/>
                      <a:pt x="114986" y="115066"/>
                    </a:cubicBezTo>
                    <a:cubicBezTo>
                      <a:pt x="120359" y="111840"/>
                      <a:pt x="144001" y="93559"/>
                      <a:pt x="148300" y="95709"/>
                    </a:cubicBezTo>
                    <a:cubicBezTo>
                      <a:pt x="153673" y="97860"/>
                      <a:pt x="142926" y="105388"/>
                      <a:pt x="140777" y="106463"/>
                    </a:cubicBezTo>
                    <a:cubicBezTo>
                      <a:pt x="133255" y="111840"/>
                      <a:pt x="126807" y="119368"/>
                      <a:pt x="119284" y="123669"/>
                    </a:cubicBezTo>
                    <a:cubicBezTo>
                      <a:pt x="112837" y="127971"/>
                      <a:pt x="117135" y="124745"/>
                      <a:pt x="113911" y="129046"/>
                    </a:cubicBezTo>
                    <a:cubicBezTo>
                      <a:pt x="110687" y="132272"/>
                      <a:pt x="114986" y="127971"/>
                      <a:pt x="112837" y="131197"/>
                    </a:cubicBezTo>
                    <a:cubicBezTo>
                      <a:pt x="111762" y="132272"/>
                      <a:pt x="111762" y="133348"/>
                      <a:pt x="111762" y="134423"/>
                    </a:cubicBezTo>
                    <a:cubicBezTo>
                      <a:pt x="111762" y="135498"/>
                      <a:pt x="110687" y="135498"/>
                      <a:pt x="110687" y="136574"/>
                    </a:cubicBezTo>
                    <a:cubicBezTo>
                      <a:pt x="109613" y="137649"/>
                      <a:pt x="106389" y="139800"/>
                      <a:pt x="103165" y="141951"/>
                    </a:cubicBezTo>
                    <a:cubicBezTo>
                      <a:pt x="99941" y="144101"/>
                      <a:pt x="95643" y="147328"/>
                      <a:pt x="94568" y="148403"/>
                    </a:cubicBezTo>
                    <a:cubicBezTo>
                      <a:pt x="92419" y="149478"/>
                      <a:pt x="91344" y="150554"/>
                      <a:pt x="91344" y="151629"/>
                    </a:cubicBezTo>
                    <a:cubicBezTo>
                      <a:pt x="91344" y="151629"/>
                      <a:pt x="91344" y="152705"/>
                      <a:pt x="90269" y="152705"/>
                    </a:cubicBezTo>
                    <a:cubicBezTo>
                      <a:pt x="89195" y="152705"/>
                      <a:pt x="84896" y="154855"/>
                      <a:pt x="80598" y="158082"/>
                    </a:cubicBezTo>
                    <a:cubicBezTo>
                      <a:pt x="77374" y="161308"/>
                      <a:pt x="68777" y="166685"/>
                      <a:pt x="65553" y="166685"/>
                    </a:cubicBezTo>
                    <a:cubicBezTo>
                      <a:pt x="64478" y="166685"/>
                      <a:pt x="60180" y="168835"/>
                      <a:pt x="55881" y="169911"/>
                    </a:cubicBezTo>
                    <a:cubicBezTo>
                      <a:pt x="47284" y="173137"/>
                      <a:pt x="45135" y="173137"/>
                      <a:pt x="39761" y="172061"/>
                    </a:cubicBezTo>
                    <a:cubicBezTo>
                      <a:pt x="36538" y="170986"/>
                      <a:pt x="32239" y="170986"/>
                      <a:pt x="24716" y="169911"/>
                    </a:cubicBezTo>
                    <a:cubicBezTo>
                      <a:pt x="22567" y="169911"/>
                      <a:pt x="17194" y="166685"/>
                      <a:pt x="15045" y="164534"/>
                    </a:cubicBezTo>
                    <a:lnTo>
                      <a:pt x="15045" y="165609"/>
                    </a:lnTo>
                    <a:cubicBezTo>
                      <a:pt x="10746" y="162383"/>
                      <a:pt x="0" y="150554"/>
                      <a:pt x="0" y="141951"/>
                    </a:cubicBezTo>
                    <a:close/>
                    <a:moveTo>
                      <a:pt x="82747" y="1075"/>
                    </a:moveTo>
                    <a:cubicBezTo>
                      <a:pt x="83821" y="0"/>
                      <a:pt x="84896" y="0"/>
                      <a:pt x="87045" y="0"/>
                    </a:cubicBezTo>
                    <a:cubicBezTo>
                      <a:pt x="92419" y="0"/>
                      <a:pt x="96717" y="6452"/>
                      <a:pt x="97792" y="13980"/>
                    </a:cubicBezTo>
                    <a:cubicBezTo>
                      <a:pt x="97792" y="17206"/>
                      <a:pt x="97792" y="18282"/>
                      <a:pt x="95643" y="21508"/>
                    </a:cubicBezTo>
                    <a:cubicBezTo>
                      <a:pt x="90269" y="29036"/>
                      <a:pt x="81672" y="34412"/>
                      <a:pt x="77374" y="34412"/>
                    </a:cubicBezTo>
                    <a:cubicBezTo>
                      <a:pt x="76299" y="34412"/>
                      <a:pt x="70926" y="37638"/>
                      <a:pt x="69851" y="39789"/>
                    </a:cubicBezTo>
                    <a:cubicBezTo>
                      <a:pt x="68777" y="40864"/>
                      <a:pt x="66627" y="43015"/>
                      <a:pt x="64478" y="44091"/>
                    </a:cubicBezTo>
                    <a:cubicBezTo>
                      <a:pt x="62329" y="45166"/>
                      <a:pt x="60180" y="46241"/>
                      <a:pt x="60180" y="47317"/>
                    </a:cubicBezTo>
                    <a:cubicBezTo>
                      <a:pt x="60180" y="48392"/>
                      <a:pt x="59105" y="48392"/>
                      <a:pt x="58030" y="48392"/>
                    </a:cubicBezTo>
                    <a:cubicBezTo>
                      <a:pt x="55881" y="49468"/>
                      <a:pt x="55881" y="49468"/>
                      <a:pt x="55881" y="47317"/>
                    </a:cubicBezTo>
                    <a:cubicBezTo>
                      <a:pt x="53732" y="44091"/>
                      <a:pt x="78448" y="4301"/>
                      <a:pt x="82747" y="107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8" name="Freeform 787">
                <a:extLst>
                  <a:ext uri="{FF2B5EF4-FFF2-40B4-BE49-F238E27FC236}">
                    <a16:creationId xmlns:a16="http://schemas.microsoft.com/office/drawing/2014/main" id="{423B02EA-05DC-648F-35F8-F59DFAA8B975}"/>
                  </a:ext>
                </a:extLst>
              </p:cNvPr>
              <p:cNvSpPr/>
              <p:nvPr/>
            </p:nvSpPr>
            <p:spPr>
              <a:xfrm>
                <a:off x="2594575" y="5855337"/>
                <a:ext cx="162473" cy="98935"/>
              </a:xfrm>
              <a:custGeom>
                <a:avLst/>
                <a:gdLst>
                  <a:gd name="connsiteX0" fmla="*/ 4299 w 162473"/>
                  <a:gd name="connsiteY0" fmla="*/ 59146 h 98935"/>
                  <a:gd name="connsiteX1" fmla="*/ 6448 w 162473"/>
                  <a:gd name="connsiteY1" fmla="*/ 52694 h 98935"/>
                  <a:gd name="connsiteX2" fmla="*/ 7522 w 162473"/>
                  <a:gd name="connsiteY2" fmla="*/ 50543 h 98935"/>
                  <a:gd name="connsiteX3" fmla="*/ 23642 w 162473"/>
                  <a:gd name="connsiteY3" fmla="*/ 26885 h 98935"/>
                  <a:gd name="connsiteX4" fmla="*/ 50508 w 162473"/>
                  <a:gd name="connsiteY4" fmla="*/ 12904 h 98935"/>
                  <a:gd name="connsiteX5" fmla="*/ 60180 w 162473"/>
                  <a:gd name="connsiteY5" fmla="*/ 30111 h 98935"/>
                  <a:gd name="connsiteX6" fmla="*/ 39761 w 162473"/>
                  <a:gd name="connsiteY6" fmla="*/ 47317 h 98935"/>
                  <a:gd name="connsiteX7" fmla="*/ 38687 w 162473"/>
                  <a:gd name="connsiteY7" fmla="*/ 48392 h 98935"/>
                  <a:gd name="connsiteX8" fmla="*/ 20418 w 162473"/>
                  <a:gd name="connsiteY8" fmla="*/ 75277 h 98935"/>
                  <a:gd name="connsiteX9" fmla="*/ 19343 w 162473"/>
                  <a:gd name="connsiteY9" fmla="*/ 84955 h 98935"/>
                  <a:gd name="connsiteX10" fmla="*/ 47284 w 162473"/>
                  <a:gd name="connsiteY10" fmla="*/ 67749 h 98935"/>
                  <a:gd name="connsiteX11" fmla="*/ 73075 w 162473"/>
                  <a:gd name="connsiteY11" fmla="*/ 34412 h 98935"/>
                  <a:gd name="connsiteX12" fmla="*/ 68777 w 162473"/>
                  <a:gd name="connsiteY12" fmla="*/ 18281 h 98935"/>
                  <a:gd name="connsiteX13" fmla="*/ 67702 w 162473"/>
                  <a:gd name="connsiteY13" fmla="*/ 1075 h 98935"/>
                  <a:gd name="connsiteX14" fmla="*/ 70926 w 162473"/>
                  <a:gd name="connsiteY14" fmla="*/ 0 h 98935"/>
                  <a:gd name="connsiteX15" fmla="*/ 83822 w 162473"/>
                  <a:gd name="connsiteY15" fmla="*/ 4301 h 98935"/>
                  <a:gd name="connsiteX16" fmla="*/ 91344 w 162473"/>
                  <a:gd name="connsiteY16" fmla="*/ 24734 h 98935"/>
                  <a:gd name="connsiteX17" fmla="*/ 92419 w 162473"/>
                  <a:gd name="connsiteY17" fmla="*/ 24734 h 98935"/>
                  <a:gd name="connsiteX18" fmla="*/ 91344 w 162473"/>
                  <a:gd name="connsiteY18" fmla="*/ 27960 h 98935"/>
                  <a:gd name="connsiteX19" fmla="*/ 92419 w 162473"/>
                  <a:gd name="connsiteY19" fmla="*/ 33337 h 98935"/>
                  <a:gd name="connsiteX20" fmla="*/ 94568 w 162473"/>
                  <a:gd name="connsiteY20" fmla="*/ 27960 h 98935"/>
                  <a:gd name="connsiteX21" fmla="*/ 93493 w 162473"/>
                  <a:gd name="connsiteY21" fmla="*/ 34412 h 98935"/>
                  <a:gd name="connsiteX22" fmla="*/ 110688 w 162473"/>
                  <a:gd name="connsiteY22" fmla="*/ 37638 h 98935"/>
                  <a:gd name="connsiteX23" fmla="*/ 159046 w 162473"/>
                  <a:gd name="connsiteY23" fmla="*/ 23658 h 98935"/>
                  <a:gd name="connsiteX24" fmla="*/ 160121 w 162473"/>
                  <a:gd name="connsiteY24" fmla="*/ 22583 h 98935"/>
                  <a:gd name="connsiteX25" fmla="*/ 162270 w 162473"/>
                  <a:gd name="connsiteY25" fmla="*/ 21508 h 98935"/>
                  <a:gd name="connsiteX26" fmla="*/ 153673 w 162473"/>
                  <a:gd name="connsiteY26" fmla="*/ 30111 h 98935"/>
                  <a:gd name="connsiteX27" fmla="*/ 98866 w 162473"/>
                  <a:gd name="connsiteY27" fmla="*/ 52694 h 98935"/>
                  <a:gd name="connsiteX28" fmla="*/ 84896 w 162473"/>
                  <a:gd name="connsiteY28" fmla="*/ 49467 h 98935"/>
                  <a:gd name="connsiteX29" fmla="*/ 81672 w 162473"/>
                  <a:gd name="connsiteY29" fmla="*/ 53769 h 98935"/>
                  <a:gd name="connsiteX30" fmla="*/ 75225 w 162473"/>
                  <a:gd name="connsiteY30" fmla="*/ 63448 h 98935"/>
                  <a:gd name="connsiteX31" fmla="*/ 74150 w 162473"/>
                  <a:gd name="connsiteY31" fmla="*/ 66674 h 98935"/>
                  <a:gd name="connsiteX32" fmla="*/ 42985 w 162473"/>
                  <a:gd name="connsiteY32" fmla="*/ 93558 h 98935"/>
                  <a:gd name="connsiteX33" fmla="*/ 37612 w 162473"/>
                  <a:gd name="connsiteY33" fmla="*/ 95709 h 98935"/>
                  <a:gd name="connsiteX34" fmla="*/ 25791 w 162473"/>
                  <a:gd name="connsiteY34" fmla="*/ 98935 h 98935"/>
                  <a:gd name="connsiteX35" fmla="*/ 6448 w 162473"/>
                  <a:gd name="connsiteY35" fmla="*/ 90332 h 98935"/>
                  <a:gd name="connsiteX36" fmla="*/ 4299 w 162473"/>
                  <a:gd name="connsiteY36" fmla="*/ 87106 h 98935"/>
                  <a:gd name="connsiteX37" fmla="*/ 0 w 162473"/>
                  <a:gd name="connsiteY37" fmla="*/ 78503 h 98935"/>
                  <a:gd name="connsiteX38" fmla="*/ 4299 w 162473"/>
                  <a:gd name="connsiteY38" fmla="*/ 59146 h 9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8935">
                    <a:moveTo>
                      <a:pt x="4299" y="59146"/>
                    </a:moveTo>
                    <a:cubicBezTo>
                      <a:pt x="5373" y="55920"/>
                      <a:pt x="6448" y="52694"/>
                      <a:pt x="6448" y="52694"/>
                    </a:cubicBezTo>
                    <a:cubicBezTo>
                      <a:pt x="6448" y="52694"/>
                      <a:pt x="7522" y="51618"/>
                      <a:pt x="7522" y="50543"/>
                    </a:cubicBezTo>
                    <a:cubicBezTo>
                      <a:pt x="12896" y="41940"/>
                      <a:pt x="17194" y="34412"/>
                      <a:pt x="23642" y="26885"/>
                    </a:cubicBezTo>
                    <a:cubicBezTo>
                      <a:pt x="32239" y="17206"/>
                      <a:pt x="36538" y="12904"/>
                      <a:pt x="50508" y="12904"/>
                    </a:cubicBezTo>
                    <a:cubicBezTo>
                      <a:pt x="62329" y="12904"/>
                      <a:pt x="70926" y="19357"/>
                      <a:pt x="60180" y="30111"/>
                    </a:cubicBezTo>
                    <a:cubicBezTo>
                      <a:pt x="53732" y="36563"/>
                      <a:pt x="47284" y="39789"/>
                      <a:pt x="39761" y="47317"/>
                    </a:cubicBezTo>
                    <a:lnTo>
                      <a:pt x="38687" y="48392"/>
                    </a:lnTo>
                    <a:cubicBezTo>
                      <a:pt x="31165" y="53769"/>
                      <a:pt x="23642" y="66674"/>
                      <a:pt x="20418" y="75277"/>
                    </a:cubicBezTo>
                    <a:cubicBezTo>
                      <a:pt x="18269" y="81729"/>
                      <a:pt x="18269" y="84955"/>
                      <a:pt x="19343" y="84955"/>
                    </a:cubicBezTo>
                    <a:cubicBezTo>
                      <a:pt x="26866" y="83880"/>
                      <a:pt x="41911" y="74201"/>
                      <a:pt x="47284" y="67749"/>
                    </a:cubicBezTo>
                    <a:cubicBezTo>
                      <a:pt x="51583" y="63448"/>
                      <a:pt x="74150" y="38714"/>
                      <a:pt x="73075" y="34412"/>
                    </a:cubicBezTo>
                    <a:cubicBezTo>
                      <a:pt x="72001" y="30111"/>
                      <a:pt x="69851" y="23658"/>
                      <a:pt x="68777" y="18281"/>
                    </a:cubicBezTo>
                    <a:cubicBezTo>
                      <a:pt x="67702" y="15055"/>
                      <a:pt x="65553" y="3226"/>
                      <a:pt x="67702" y="1075"/>
                    </a:cubicBezTo>
                    <a:cubicBezTo>
                      <a:pt x="68777" y="0"/>
                      <a:pt x="69851" y="0"/>
                      <a:pt x="70926" y="0"/>
                    </a:cubicBezTo>
                    <a:cubicBezTo>
                      <a:pt x="75225" y="0"/>
                      <a:pt x="80598" y="2151"/>
                      <a:pt x="83822" y="4301"/>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70" y="34412"/>
                      <a:pt x="92419" y="33337"/>
                    </a:cubicBezTo>
                    <a:cubicBezTo>
                      <a:pt x="93493" y="33337"/>
                      <a:pt x="94568" y="16131"/>
                      <a:pt x="94568" y="27960"/>
                    </a:cubicBezTo>
                    <a:cubicBezTo>
                      <a:pt x="94568" y="30111"/>
                      <a:pt x="93493" y="32262"/>
                      <a:pt x="93493" y="34412"/>
                    </a:cubicBezTo>
                    <a:cubicBezTo>
                      <a:pt x="98866" y="36563"/>
                      <a:pt x="105314" y="37638"/>
                      <a:pt x="110688" y="37638"/>
                    </a:cubicBezTo>
                    <a:cubicBezTo>
                      <a:pt x="127882" y="37638"/>
                      <a:pt x="145076" y="31186"/>
                      <a:pt x="159046" y="23658"/>
                    </a:cubicBezTo>
                    <a:lnTo>
                      <a:pt x="160121" y="22583"/>
                    </a:lnTo>
                    <a:cubicBezTo>
                      <a:pt x="161195" y="21508"/>
                      <a:pt x="162270" y="21508"/>
                      <a:pt x="162270" y="21508"/>
                    </a:cubicBezTo>
                    <a:cubicBezTo>
                      <a:pt x="163345" y="21508"/>
                      <a:pt x="160121" y="24734"/>
                      <a:pt x="153673" y="30111"/>
                    </a:cubicBezTo>
                    <a:cubicBezTo>
                      <a:pt x="140777" y="39789"/>
                      <a:pt x="118210" y="52694"/>
                      <a:pt x="98866" y="52694"/>
                    </a:cubicBezTo>
                    <a:cubicBezTo>
                      <a:pt x="94568" y="52694"/>
                      <a:pt x="89195" y="51618"/>
                      <a:pt x="84896" y="49467"/>
                    </a:cubicBezTo>
                    <a:cubicBezTo>
                      <a:pt x="83822" y="50543"/>
                      <a:pt x="82747" y="51618"/>
                      <a:pt x="81672" y="53769"/>
                    </a:cubicBezTo>
                    <a:cubicBezTo>
                      <a:pt x="78448" y="60221"/>
                      <a:pt x="76299" y="61297"/>
                      <a:pt x="75225" y="63448"/>
                    </a:cubicBezTo>
                    <a:cubicBezTo>
                      <a:pt x="74150" y="64523"/>
                      <a:pt x="74150" y="65598"/>
                      <a:pt x="74150" y="66674"/>
                    </a:cubicBezTo>
                    <a:cubicBezTo>
                      <a:pt x="74150" y="70975"/>
                      <a:pt x="48359" y="91408"/>
                      <a:pt x="42985" y="93558"/>
                    </a:cubicBezTo>
                    <a:cubicBezTo>
                      <a:pt x="41911" y="93558"/>
                      <a:pt x="39761" y="94634"/>
                      <a:pt x="37612" y="95709"/>
                    </a:cubicBezTo>
                    <a:cubicBezTo>
                      <a:pt x="33314" y="97860"/>
                      <a:pt x="29015" y="98935"/>
                      <a:pt x="25791" y="98935"/>
                    </a:cubicBezTo>
                    <a:cubicBezTo>
                      <a:pt x="19343" y="98935"/>
                      <a:pt x="11821" y="95709"/>
                      <a:pt x="6448" y="90332"/>
                    </a:cubicBezTo>
                    <a:cubicBezTo>
                      <a:pt x="5373" y="88181"/>
                      <a:pt x="4299" y="87106"/>
                      <a:pt x="4299" y="87106"/>
                    </a:cubicBezTo>
                    <a:cubicBezTo>
                      <a:pt x="3224" y="88181"/>
                      <a:pt x="1075" y="84955"/>
                      <a:pt x="0" y="78503"/>
                    </a:cubicBezTo>
                    <a:cubicBezTo>
                      <a:pt x="1075" y="72051"/>
                      <a:pt x="1075" y="67749"/>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89" name="Freeform 788">
                <a:extLst>
                  <a:ext uri="{FF2B5EF4-FFF2-40B4-BE49-F238E27FC236}">
                    <a16:creationId xmlns:a16="http://schemas.microsoft.com/office/drawing/2014/main" id="{EAD7DB87-00D0-DB0D-F7E0-F3AD19B2B86F}"/>
                  </a:ext>
                </a:extLst>
              </p:cNvPr>
              <p:cNvSpPr/>
              <p:nvPr/>
            </p:nvSpPr>
            <p:spPr>
              <a:xfrm>
                <a:off x="2717992" y="5853186"/>
                <a:ext cx="218960" cy="94907"/>
              </a:xfrm>
              <a:custGeom>
                <a:avLst/>
                <a:gdLst>
                  <a:gd name="connsiteX0" fmla="*/ 1241 w 218960"/>
                  <a:gd name="connsiteY0" fmla="*/ 73126 h 94907"/>
                  <a:gd name="connsiteX1" fmla="*/ 5539 w 218960"/>
                  <a:gd name="connsiteY1" fmla="*/ 62372 h 94907"/>
                  <a:gd name="connsiteX2" fmla="*/ 6614 w 218960"/>
                  <a:gd name="connsiteY2" fmla="*/ 60222 h 94907"/>
                  <a:gd name="connsiteX3" fmla="*/ 10913 w 218960"/>
                  <a:gd name="connsiteY3" fmla="*/ 52694 h 94907"/>
                  <a:gd name="connsiteX4" fmla="*/ 16286 w 218960"/>
                  <a:gd name="connsiteY4" fmla="*/ 43015 h 94907"/>
                  <a:gd name="connsiteX5" fmla="*/ 18435 w 218960"/>
                  <a:gd name="connsiteY5" fmla="*/ 38714 h 94907"/>
                  <a:gd name="connsiteX6" fmla="*/ 21659 w 218960"/>
                  <a:gd name="connsiteY6" fmla="*/ 33337 h 94907"/>
                  <a:gd name="connsiteX7" fmla="*/ 24883 w 218960"/>
                  <a:gd name="connsiteY7" fmla="*/ 27960 h 94907"/>
                  <a:gd name="connsiteX8" fmla="*/ 27032 w 218960"/>
                  <a:gd name="connsiteY8" fmla="*/ 24734 h 94907"/>
                  <a:gd name="connsiteX9" fmla="*/ 33480 w 218960"/>
                  <a:gd name="connsiteY9" fmla="*/ 15055 h 94907"/>
                  <a:gd name="connsiteX10" fmla="*/ 44226 w 218960"/>
                  <a:gd name="connsiteY10" fmla="*/ 2151 h 94907"/>
                  <a:gd name="connsiteX11" fmla="*/ 46376 w 218960"/>
                  <a:gd name="connsiteY11" fmla="*/ 1075 h 94907"/>
                  <a:gd name="connsiteX12" fmla="*/ 48525 w 218960"/>
                  <a:gd name="connsiteY12" fmla="*/ 0 h 94907"/>
                  <a:gd name="connsiteX13" fmla="*/ 62495 w 218960"/>
                  <a:gd name="connsiteY13" fmla="*/ 10754 h 94907"/>
                  <a:gd name="connsiteX14" fmla="*/ 57122 w 218960"/>
                  <a:gd name="connsiteY14" fmla="*/ 23659 h 94907"/>
                  <a:gd name="connsiteX15" fmla="*/ 53898 w 218960"/>
                  <a:gd name="connsiteY15" fmla="*/ 29036 h 94907"/>
                  <a:gd name="connsiteX16" fmla="*/ 50674 w 218960"/>
                  <a:gd name="connsiteY16" fmla="*/ 34412 h 94907"/>
                  <a:gd name="connsiteX17" fmla="*/ 43152 w 218960"/>
                  <a:gd name="connsiteY17" fmla="*/ 45166 h 94907"/>
                  <a:gd name="connsiteX18" fmla="*/ 44226 w 218960"/>
                  <a:gd name="connsiteY18" fmla="*/ 47317 h 94907"/>
                  <a:gd name="connsiteX19" fmla="*/ 94734 w 218960"/>
                  <a:gd name="connsiteY19" fmla="*/ 19357 h 94907"/>
                  <a:gd name="connsiteX20" fmla="*/ 102257 w 218960"/>
                  <a:gd name="connsiteY20" fmla="*/ 20432 h 94907"/>
                  <a:gd name="connsiteX21" fmla="*/ 106555 w 218960"/>
                  <a:gd name="connsiteY21" fmla="*/ 22583 h 94907"/>
                  <a:gd name="connsiteX22" fmla="*/ 117302 w 218960"/>
                  <a:gd name="connsiteY22" fmla="*/ 35488 h 94907"/>
                  <a:gd name="connsiteX23" fmla="*/ 117302 w 218960"/>
                  <a:gd name="connsiteY23" fmla="*/ 48392 h 94907"/>
                  <a:gd name="connsiteX24" fmla="*/ 117302 w 218960"/>
                  <a:gd name="connsiteY24" fmla="*/ 62372 h 94907"/>
                  <a:gd name="connsiteX25" fmla="*/ 124824 w 218960"/>
                  <a:gd name="connsiteY25" fmla="*/ 63448 h 94907"/>
                  <a:gd name="connsiteX26" fmla="*/ 192526 w 218960"/>
                  <a:gd name="connsiteY26" fmla="*/ 37638 h 94907"/>
                  <a:gd name="connsiteX27" fmla="*/ 198974 w 218960"/>
                  <a:gd name="connsiteY27" fmla="*/ 34412 h 94907"/>
                  <a:gd name="connsiteX28" fmla="*/ 214019 w 218960"/>
                  <a:gd name="connsiteY28" fmla="*/ 25809 h 94907"/>
                  <a:gd name="connsiteX29" fmla="*/ 218317 w 218960"/>
                  <a:gd name="connsiteY29" fmla="*/ 24734 h 94907"/>
                  <a:gd name="connsiteX30" fmla="*/ 216168 w 218960"/>
                  <a:gd name="connsiteY30" fmla="*/ 27960 h 94907"/>
                  <a:gd name="connsiteX31" fmla="*/ 211869 w 218960"/>
                  <a:gd name="connsiteY31" fmla="*/ 31186 h 94907"/>
                  <a:gd name="connsiteX32" fmla="*/ 211869 w 218960"/>
                  <a:gd name="connsiteY32" fmla="*/ 32262 h 94907"/>
                  <a:gd name="connsiteX33" fmla="*/ 196825 w 218960"/>
                  <a:gd name="connsiteY33" fmla="*/ 47317 h 94907"/>
                  <a:gd name="connsiteX34" fmla="*/ 192526 w 218960"/>
                  <a:gd name="connsiteY34" fmla="*/ 50543 h 94907"/>
                  <a:gd name="connsiteX35" fmla="*/ 187153 w 218960"/>
                  <a:gd name="connsiteY35" fmla="*/ 53769 h 94907"/>
                  <a:gd name="connsiteX36" fmla="*/ 186078 w 218960"/>
                  <a:gd name="connsiteY36" fmla="*/ 54845 h 94907"/>
                  <a:gd name="connsiteX37" fmla="*/ 187153 w 218960"/>
                  <a:gd name="connsiteY37" fmla="*/ 55920 h 94907"/>
                  <a:gd name="connsiteX38" fmla="*/ 185004 w 218960"/>
                  <a:gd name="connsiteY38" fmla="*/ 56995 h 94907"/>
                  <a:gd name="connsiteX39" fmla="*/ 181780 w 218960"/>
                  <a:gd name="connsiteY39" fmla="*/ 59146 h 94907"/>
                  <a:gd name="connsiteX40" fmla="*/ 176407 w 218960"/>
                  <a:gd name="connsiteY40" fmla="*/ 62372 h 94907"/>
                  <a:gd name="connsiteX41" fmla="*/ 171033 w 218960"/>
                  <a:gd name="connsiteY41" fmla="*/ 65599 h 94907"/>
                  <a:gd name="connsiteX42" fmla="*/ 172108 w 218960"/>
                  <a:gd name="connsiteY42" fmla="*/ 66674 h 94907"/>
                  <a:gd name="connsiteX43" fmla="*/ 180705 w 218960"/>
                  <a:gd name="connsiteY43" fmla="*/ 63448 h 94907"/>
                  <a:gd name="connsiteX44" fmla="*/ 181780 w 218960"/>
                  <a:gd name="connsiteY44" fmla="*/ 63448 h 94907"/>
                  <a:gd name="connsiteX45" fmla="*/ 164586 w 218960"/>
                  <a:gd name="connsiteY45" fmla="*/ 72051 h 94907"/>
                  <a:gd name="connsiteX46" fmla="*/ 157063 w 218960"/>
                  <a:gd name="connsiteY46" fmla="*/ 76352 h 94907"/>
                  <a:gd name="connsiteX47" fmla="*/ 131272 w 218960"/>
                  <a:gd name="connsiteY47" fmla="*/ 79578 h 94907"/>
                  <a:gd name="connsiteX48" fmla="*/ 125899 w 218960"/>
                  <a:gd name="connsiteY48" fmla="*/ 78503 h 94907"/>
                  <a:gd name="connsiteX49" fmla="*/ 97958 w 218960"/>
                  <a:gd name="connsiteY49" fmla="*/ 52694 h 94907"/>
                  <a:gd name="connsiteX50" fmla="*/ 96883 w 218960"/>
                  <a:gd name="connsiteY50" fmla="*/ 43015 h 94907"/>
                  <a:gd name="connsiteX51" fmla="*/ 94734 w 218960"/>
                  <a:gd name="connsiteY51" fmla="*/ 35488 h 94907"/>
                  <a:gd name="connsiteX52" fmla="*/ 92585 w 218960"/>
                  <a:gd name="connsiteY52" fmla="*/ 35488 h 94907"/>
                  <a:gd name="connsiteX53" fmla="*/ 88286 w 218960"/>
                  <a:gd name="connsiteY53" fmla="*/ 37638 h 94907"/>
                  <a:gd name="connsiteX54" fmla="*/ 81839 w 218960"/>
                  <a:gd name="connsiteY54" fmla="*/ 40864 h 94907"/>
                  <a:gd name="connsiteX55" fmla="*/ 78615 w 218960"/>
                  <a:gd name="connsiteY55" fmla="*/ 43015 h 94907"/>
                  <a:gd name="connsiteX56" fmla="*/ 77540 w 218960"/>
                  <a:gd name="connsiteY56" fmla="*/ 44091 h 94907"/>
                  <a:gd name="connsiteX57" fmla="*/ 76465 w 218960"/>
                  <a:gd name="connsiteY57" fmla="*/ 45166 h 94907"/>
                  <a:gd name="connsiteX58" fmla="*/ 75391 w 218960"/>
                  <a:gd name="connsiteY58" fmla="*/ 46241 h 94907"/>
                  <a:gd name="connsiteX59" fmla="*/ 73241 w 218960"/>
                  <a:gd name="connsiteY59" fmla="*/ 47317 h 94907"/>
                  <a:gd name="connsiteX60" fmla="*/ 70018 w 218960"/>
                  <a:gd name="connsiteY60" fmla="*/ 48392 h 94907"/>
                  <a:gd name="connsiteX61" fmla="*/ 64644 w 218960"/>
                  <a:gd name="connsiteY61" fmla="*/ 52694 h 94907"/>
                  <a:gd name="connsiteX62" fmla="*/ 36704 w 218960"/>
                  <a:gd name="connsiteY62" fmla="*/ 77428 h 94907"/>
                  <a:gd name="connsiteX63" fmla="*/ 17360 w 218960"/>
                  <a:gd name="connsiteY63" fmla="*/ 94634 h 94907"/>
                  <a:gd name="connsiteX64" fmla="*/ 8763 w 218960"/>
                  <a:gd name="connsiteY64" fmla="*/ 89257 h 94907"/>
                  <a:gd name="connsiteX65" fmla="*/ 5539 w 218960"/>
                  <a:gd name="connsiteY65" fmla="*/ 86031 h 94907"/>
                  <a:gd name="connsiteX66" fmla="*/ 1241 w 218960"/>
                  <a:gd name="connsiteY66" fmla="*/ 77428 h 94907"/>
                  <a:gd name="connsiteX67" fmla="*/ 1241 w 218960"/>
                  <a:gd name="connsiteY67" fmla="*/ 73126 h 94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8960" h="94907">
                    <a:moveTo>
                      <a:pt x="1241" y="73126"/>
                    </a:moveTo>
                    <a:cubicBezTo>
                      <a:pt x="5539" y="64523"/>
                      <a:pt x="5539" y="63448"/>
                      <a:pt x="5539" y="62372"/>
                    </a:cubicBezTo>
                    <a:cubicBezTo>
                      <a:pt x="5539" y="62372"/>
                      <a:pt x="6614" y="61297"/>
                      <a:pt x="6614" y="60222"/>
                    </a:cubicBezTo>
                    <a:cubicBezTo>
                      <a:pt x="7689" y="59146"/>
                      <a:pt x="9838" y="55920"/>
                      <a:pt x="10913" y="52694"/>
                    </a:cubicBezTo>
                    <a:cubicBezTo>
                      <a:pt x="13062" y="49468"/>
                      <a:pt x="15211" y="45166"/>
                      <a:pt x="16286" y="43015"/>
                    </a:cubicBezTo>
                    <a:cubicBezTo>
                      <a:pt x="17360" y="40864"/>
                      <a:pt x="18435" y="39789"/>
                      <a:pt x="18435" y="38714"/>
                    </a:cubicBezTo>
                    <a:cubicBezTo>
                      <a:pt x="18435" y="38714"/>
                      <a:pt x="19510" y="35488"/>
                      <a:pt x="21659" y="33337"/>
                    </a:cubicBezTo>
                    <a:cubicBezTo>
                      <a:pt x="23808" y="31186"/>
                      <a:pt x="24883" y="27960"/>
                      <a:pt x="24883" y="27960"/>
                    </a:cubicBezTo>
                    <a:cubicBezTo>
                      <a:pt x="24883" y="26885"/>
                      <a:pt x="25958" y="25809"/>
                      <a:pt x="27032" y="24734"/>
                    </a:cubicBezTo>
                    <a:cubicBezTo>
                      <a:pt x="28107" y="23659"/>
                      <a:pt x="30256" y="19357"/>
                      <a:pt x="33480" y="15055"/>
                    </a:cubicBezTo>
                    <a:cubicBezTo>
                      <a:pt x="39928" y="4301"/>
                      <a:pt x="42077" y="2151"/>
                      <a:pt x="44226" y="2151"/>
                    </a:cubicBezTo>
                    <a:cubicBezTo>
                      <a:pt x="45301" y="2151"/>
                      <a:pt x="46376" y="2151"/>
                      <a:pt x="46376" y="1075"/>
                    </a:cubicBezTo>
                    <a:cubicBezTo>
                      <a:pt x="46376" y="0"/>
                      <a:pt x="47450" y="0"/>
                      <a:pt x="48525" y="0"/>
                    </a:cubicBezTo>
                    <a:cubicBezTo>
                      <a:pt x="54973" y="0"/>
                      <a:pt x="62495" y="4301"/>
                      <a:pt x="62495" y="10754"/>
                    </a:cubicBezTo>
                    <a:cubicBezTo>
                      <a:pt x="62495" y="17206"/>
                      <a:pt x="60346" y="19357"/>
                      <a:pt x="57122" y="23659"/>
                    </a:cubicBezTo>
                    <a:cubicBezTo>
                      <a:pt x="56047" y="24734"/>
                      <a:pt x="53898" y="27960"/>
                      <a:pt x="53898" y="29036"/>
                    </a:cubicBezTo>
                    <a:cubicBezTo>
                      <a:pt x="52823" y="31186"/>
                      <a:pt x="51749" y="33337"/>
                      <a:pt x="50674" y="34412"/>
                    </a:cubicBezTo>
                    <a:cubicBezTo>
                      <a:pt x="48525" y="36563"/>
                      <a:pt x="45301" y="40864"/>
                      <a:pt x="43152" y="45166"/>
                    </a:cubicBezTo>
                    <a:cubicBezTo>
                      <a:pt x="41002" y="49468"/>
                      <a:pt x="41002" y="49468"/>
                      <a:pt x="44226" y="47317"/>
                    </a:cubicBezTo>
                    <a:cubicBezTo>
                      <a:pt x="56047" y="37638"/>
                      <a:pt x="78615" y="19357"/>
                      <a:pt x="94734" y="19357"/>
                    </a:cubicBezTo>
                    <a:cubicBezTo>
                      <a:pt x="99033" y="19357"/>
                      <a:pt x="101182" y="19357"/>
                      <a:pt x="102257" y="20432"/>
                    </a:cubicBezTo>
                    <a:cubicBezTo>
                      <a:pt x="103331" y="21508"/>
                      <a:pt x="104406" y="21508"/>
                      <a:pt x="106555" y="22583"/>
                    </a:cubicBezTo>
                    <a:cubicBezTo>
                      <a:pt x="110854" y="23659"/>
                      <a:pt x="115152" y="29036"/>
                      <a:pt x="117302" y="35488"/>
                    </a:cubicBezTo>
                    <a:cubicBezTo>
                      <a:pt x="118376" y="39789"/>
                      <a:pt x="118376" y="41940"/>
                      <a:pt x="117302" y="48392"/>
                    </a:cubicBezTo>
                    <a:cubicBezTo>
                      <a:pt x="116227" y="56995"/>
                      <a:pt x="116227" y="61297"/>
                      <a:pt x="117302" y="62372"/>
                    </a:cubicBezTo>
                    <a:cubicBezTo>
                      <a:pt x="118376" y="63448"/>
                      <a:pt x="121600" y="63448"/>
                      <a:pt x="124824" y="63448"/>
                    </a:cubicBezTo>
                    <a:cubicBezTo>
                      <a:pt x="143093" y="63448"/>
                      <a:pt x="178556" y="48392"/>
                      <a:pt x="192526" y="37638"/>
                    </a:cubicBezTo>
                    <a:cubicBezTo>
                      <a:pt x="193601" y="36563"/>
                      <a:pt x="195750" y="35488"/>
                      <a:pt x="198974" y="34412"/>
                    </a:cubicBezTo>
                    <a:cubicBezTo>
                      <a:pt x="208646" y="30111"/>
                      <a:pt x="209720" y="27960"/>
                      <a:pt x="214019" y="25809"/>
                    </a:cubicBezTo>
                    <a:cubicBezTo>
                      <a:pt x="216168" y="24734"/>
                      <a:pt x="218317" y="23659"/>
                      <a:pt x="218317" y="24734"/>
                    </a:cubicBezTo>
                    <a:cubicBezTo>
                      <a:pt x="219392" y="24734"/>
                      <a:pt x="219392" y="25809"/>
                      <a:pt x="216168" y="27960"/>
                    </a:cubicBezTo>
                    <a:cubicBezTo>
                      <a:pt x="214019" y="29036"/>
                      <a:pt x="211869" y="31186"/>
                      <a:pt x="211869" y="31186"/>
                    </a:cubicBezTo>
                    <a:cubicBezTo>
                      <a:pt x="210795" y="31186"/>
                      <a:pt x="210795" y="31186"/>
                      <a:pt x="211869" y="32262"/>
                    </a:cubicBezTo>
                    <a:cubicBezTo>
                      <a:pt x="211869" y="33337"/>
                      <a:pt x="198974" y="47317"/>
                      <a:pt x="196825" y="47317"/>
                    </a:cubicBezTo>
                    <a:cubicBezTo>
                      <a:pt x="195750" y="47317"/>
                      <a:pt x="194675" y="48392"/>
                      <a:pt x="192526" y="50543"/>
                    </a:cubicBezTo>
                    <a:cubicBezTo>
                      <a:pt x="190377" y="52694"/>
                      <a:pt x="188227" y="53769"/>
                      <a:pt x="187153" y="53769"/>
                    </a:cubicBezTo>
                    <a:cubicBezTo>
                      <a:pt x="186078" y="53769"/>
                      <a:pt x="186078" y="53769"/>
                      <a:pt x="186078" y="54845"/>
                    </a:cubicBezTo>
                    <a:cubicBezTo>
                      <a:pt x="186078" y="55920"/>
                      <a:pt x="187153" y="55920"/>
                      <a:pt x="187153" y="55920"/>
                    </a:cubicBezTo>
                    <a:cubicBezTo>
                      <a:pt x="187153" y="55920"/>
                      <a:pt x="187153" y="56995"/>
                      <a:pt x="185004" y="56995"/>
                    </a:cubicBezTo>
                    <a:cubicBezTo>
                      <a:pt x="182854" y="58071"/>
                      <a:pt x="181780" y="59146"/>
                      <a:pt x="181780" y="59146"/>
                    </a:cubicBezTo>
                    <a:cubicBezTo>
                      <a:pt x="181780" y="59146"/>
                      <a:pt x="179630" y="61297"/>
                      <a:pt x="176407" y="62372"/>
                    </a:cubicBezTo>
                    <a:cubicBezTo>
                      <a:pt x="173183" y="63448"/>
                      <a:pt x="171033" y="64523"/>
                      <a:pt x="171033" y="65599"/>
                    </a:cubicBezTo>
                    <a:cubicBezTo>
                      <a:pt x="171033" y="66674"/>
                      <a:pt x="171033" y="66674"/>
                      <a:pt x="172108" y="66674"/>
                    </a:cubicBezTo>
                    <a:cubicBezTo>
                      <a:pt x="175332" y="65599"/>
                      <a:pt x="177481" y="64523"/>
                      <a:pt x="180705" y="63448"/>
                    </a:cubicBezTo>
                    <a:cubicBezTo>
                      <a:pt x="183929" y="62372"/>
                      <a:pt x="183929" y="62372"/>
                      <a:pt x="181780" y="63448"/>
                    </a:cubicBezTo>
                    <a:cubicBezTo>
                      <a:pt x="179630" y="65599"/>
                      <a:pt x="174257" y="67749"/>
                      <a:pt x="164586" y="72051"/>
                    </a:cubicBezTo>
                    <a:cubicBezTo>
                      <a:pt x="161362" y="73126"/>
                      <a:pt x="158138" y="75277"/>
                      <a:pt x="157063" y="76352"/>
                    </a:cubicBezTo>
                    <a:cubicBezTo>
                      <a:pt x="154914" y="78503"/>
                      <a:pt x="133421" y="81729"/>
                      <a:pt x="131272" y="79578"/>
                    </a:cubicBezTo>
                    <a:cubicBezTo>
                      <a:pt x="130197" y="79578"/>
                      <a:pt x="128048" y="78503"/>
                      <a:pt x="125899" y="78503"/>
                    </a:cubicBezTo>
                    <a:cubicBezTo>
                      <a:pt x="117302" y="77428"/>
                      <a:pt x="100107" y="60222"/>
                      <a:pt x="97958" y="52694"/>
                    </a:cubicBezTo>
                    <a:cubicBezTo>
                      <a:pt x="97958" y="51618"/>
                      <a:pt x="96883" y="47317"/>
                      <a:pt x="96883" y="43015"/>
                    </a:cubicBezTo>
                    <a:cubicBezTo>
                      <a:pt x="95809" y="35488"/>
                      <a:pt x="95809" y="35488"/>
                      <a:pt x="94734" y="35488"/>
                    </a:cubicBezTo>
                    <a:cubicBezTo>
                      <a:pt x="93659" y="35488"/>
                      <a:pt x="92585" y="35488"/>
                      <a:pt x="92585" y="35488"/>
                    </a:cubicBezTo>
                    <a:cubicBezTo>
                      <a:pt x="92585" y="35488"/>
                      <a:pt x="90436" y="36563"/>
                      <a:pt x="88286" y="37638"/>
                    </a:cubicBezTo>
                    <a:cubicBezTo>
                      <a:pt x="86137" y="38714"/>
                      <a:pt x="82913" y="39789"/>
                      <a:pt x="81839" y="40864"/>
                    </a:cubicBezTo>
                    <a:cubicBezTo>
                      <a:pt x="80764" y="41940"/>
                      <a:pt x="79689" y="43015"/>
                      <a:pt x="78615" y="43015"/>
                    </a:cubicBezTo>
                    <a:cubicBezTo>
                      <a:pt x="77540" y="43015"/>
                      <a:pt x="77540" y="43015"/>
                      <a:pt x="77540" y="44091"/>
                    </a:cubicBezTo>
                    <a:cubicBezTo>
                      <a:pt x="77540" y="44091"/>
                      <a:pt x="76465" y="45166"/>
                      <a:pt x="76465" y="45166"/>
                    </a:cubicBezTo>
                    <a:cubicBezTo>
                      <a:pt x="76465" y="45166"/>
                      <a:pt x="75391" y="45166"/>
                      <a:pt x="75391" y="46241"/>
                    </a:cubicBezTo>
                    <a:cubicBezTo>
                      <a:pt x="75391" y="46241"/>
                      <a:pt x="74316" y="47317"/>
                      <a:pt x="73241" y="47317"/>
                    </a:cubicBezTo>
                    <a:cubicBezTo>
                      <a:pt x="72167" y="47317"/>
                      <a:pt x="71092" y="48392"/>
                      <a:pt x="70018" y="48392"/>
                    </a:cubicBezTo>
                    <a:cubicBezTo>
                      <a:pt x="68943" y="49468"/>
                      <a:pt x="66794" y="51618"/>
                      <a:pt x="64644" y="52694"/>
                    </a:cubicBezTo>
                    <a:cubicBezTo>
                      <a:pt x="57122" y="58071"/>
                      <a:pt x="42077" y="70975"/>
                      <a:pt x="36704" y="77428"/>
                    </a:cubicBezTo>
                    <a:cubicBezTo>
                      <a:pt x="31331" y="84955"/>
                      <a:pt x="20584" y="93559"/>
                      <a:pt x="17360" y="94634"/>
                    </a:cubicBezTo>
                    <a:cubicBezTo>
                      <a:pt x="14136" y="95709"/>
                      <a:pt x="9838" y="93559"/>
                      <a:pt x="8763" y="89257"/>
                    </a:cubicBezTo>
                    <a:cubicBezTo>
                      <a:pt x="7689" y="87106"/>
                      <a:pt x="6614" y="86031"/>
                      <a:pt x="5539" y="86031"/>
                    </a:cubicBezTo>
                    <a:cubicBezTo>
                      <a:pt x="4465" y="86031"/>
                      <a:pt x="2315" y="81729"/>
                      <a:pt x="1241" y="77428"/>
                    </a:cubicBezTo>
                    <a:cubicBezTo>
                      <a:pt x="-908" y="78503"/>
                      <a:pt x="166" y="76352"/>
                      <a:pt x="1241" y="7312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790" name="Graphic 29">
            <a:extLst>
              <a:ext uri="{FF2B5EF4-FFF2-40B4-BE49-F238E27FC236}">
                <a16:creationId xmlns:a16="http://schemas.microsoft.com/office/drawing/2014/main" id="{EBB5D713-106B-F93C-C358-246A3F57534F}"/>
              </a:ext>
            </a:extLst>
          </p:cNvPr>
          <p:cNvGrpSpPr/>
          <p:nvPr/>
        </p:nvGrpSpPr>
        <p:grpSpPr>
          <a:xfrm>
            <a:off x="7193597" y="3093689"/>
            <a:ext cx="1303533" cy="452736"/>
            <a:chOff x="6418129" y="3167952"/>
            <a:chExt cx="1303533" cy="452736"/>
          </a:xfrm>
        </p:grpSpPr>
        <p:grpSp>
          <p:nvGrpSpPr>
            <p:cNvPr id="791" name="Graphic 29">
              <a:extLst>
                <a:ext uri="{FF2B5EF4-FFF2-40B4-BE49-F238E27FC236}">
                  <a16:creationId xmlns:a16="http://schemas.microsoft.com/office/drawing/2014/main" id="{90BD2469-36F3-4C83-D3CF-60A7BC8E7675}"/>
                </a:ext>
              </a:extLst>
            </p:cNvPr>
            <p:cNvGrpSpPr/>
            <p:nvPr/>
          </p:nvGrpSpPr>
          <p:grpSpPr>
            <a:xfrm>
              <a:off x="6454293" y="3286244"/>
              <a:ext cx="1267369" cy="334444"/>
              <a:chOff x="6454293" y="3286244"/>
              <a:chExt cx="1267369" cy="334444"/>
            </a:xfrm>
          </p:grpSpPr>
          <p:sp>
            <p:nvSpPr>
              <p:cNvPr id="792" name="Freeform 791">
                <a:extLst>
                  <a:ext uri="{FF2B5EF4-FFF2-40B4-BE49-F238E27FC236}">
                    <a16:creationId xmlns:a16="http://schemas.microsoft.com/office/drawing/2014/main" id="{E2844B97-D4D9-65DC-3159-8C55A195D6B1}"/>
                  </a:ext>
                </a:extLst>
              </p:cNvPr>
              <p:cNvSpPr/>
              <p:nvPr/>
            </p:nvSpPr>
            <p:spPr>
              <a:xfrm>
                <a:off x="6588997" y="3347541"/>
                <a:ext cx="284778" cy="267770"/>
              </a:xfrm>
              <a:custGeom>
                <a:avLst/>
                <a:gdLst>
                  <a:gd name="connsiteX0" fmla="*/ 0 w 284778"/>
                  <a:gd name="connsiteY0" fmla="*/ 267771 h 267770"/>
                  <a:gd name="connsiteX1" fmla="*/ 72000 w 284778"/>
                  <a:gd name="connsiteY1" fmla="*/ 267771 h 267770"/>
                  <a:gd name="connsiteX2" fmla="*/ 72000 w 284778"/>
                  <a:gd name="connsiteY2" fmla="*/ 115066 h 267770"/>
                  <a:gd name="connsiteX3" fmla="*/ 140777 w 284778"/>
                  <a:gd name="connsiteY3" fmla="*/ 219378 h 267770"/>
                  <a:gd name="connsiteX4" fmla="*/ 140777 w 284778"/>
                  <a:gd name="connsiteY4" fmla="*/ 219378 h 267770"/>
                  <a:gd name="connsiteX5" fmla="*/ 209554 w 284778"/>
                  <a:gd name="connsiteY5" fmla="*/ 115066 h 267770"/>
                  <a:gd name="connsiteX6" fmla="*/ 209554 w 284778"/>
                  <a:gd name="connsiteY6" fmla="*/ 267771 h 267770"/>
                  <a:gd name="connsiteX7" fmla="*/ 284779 w 284778"/>
                  <a:gd name="connsiteY7" fmla="*/ 267771 h 267770"/>
                  <a:gd name="connsiteX8" fmla="*/ 284779 w 284778"/>
                  <a:gd name="connsiteY8" fmla="*/ 0 h 267770"/>
                  <a:gd name="connsiteX9" fmla="*/ 205255 w 284778"/>
                  <a:gd name="connsiteY9" fmla="*/ 0 h 267770"/>
                  <a:gd name="connsiteX10" fmla="*/ 140777 w 284778"/>
                  <a:gd name="connsiteY10" fmla="*/ 104312 h 267770"/>
                  <a:gd name="connsiteX11" fmla="*/ 77373 w 284778"/>
                  <a:gd name="connsiteY11" fmla="*/ 0 h 267770"/>
                  <a:gd name="connsiteX12" fmla="*/ 0 w 284778"/>
                  <a:gd name="connsiteY12"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778" h="267770">
                    <a:moveTo>
                      <a:pt x="0" y="267771"/>
                    </a:moveTo>
                    <a:lnTo>
                      <a:pt x="72000" y="267771"/>
                    </a:lnTo>
                    <a:lnTo>
                      <a:pt x="72000" y="115066"/>
                    </a:lnTo>
                    <a:lnTo>
                      <a:pt x="140777" y="219378"/>
                    </a:lnTo>
                    <a:lnTo>
                      <a:pt x="140777" y="219378"/>
                    </a:lnTo>
                    <a:lnTo>
                      <a:pt x="209554" y="115066"/>
                    </a:lnTo>
                    <a:lnTo>
                      <a:pt x="209554" y="267771"/>
                    </a:lnTo>
                    <a:lnTo>
                      <a:pt x="284779" y="267771"/>
                    </a:lnTo>
                    <a:lnTo>
                      <a:pt x="284779" y="0"/>
                    </a:lnTo>
                    <a:lnTo>
                      <a:pt x="205255" y="0"/>
                    </a:lnTo>
                    <a:lnTo>
                      <a:pt x="140777" y="104312"/>
                    </a:lnTo>
                    <a:lnTo>
                      <a:pt x="77373"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93" name="Freeform 792">
                <a:extLst>
                  <a:ext uri="{FF2B5EF4-FFF2-40B4-BE49-F238E27FC236}">
                    <a16:creationId xmlns:a16="http://schemas.microsoft.com/office/drawing/2014/main" id="{112F3D35-2A7F-6F49-2378-34A5D62741ED}"/>
                  </a:ext>
                </a:extLst>
              </p:cNvPr>
              <p:cNvSpPr/>
              <p:nvPr/>
            </p:nvSpPr>
            <p:spPr>
              <a:xfrm>
                <a:off x="6921059" y="3347541"/>
                <a:ext cx="218150" cy="267770"/>
              </a:xfrm>
              <a:custGeom>
                <a:avLst/>
                <a:gdLst>
                  <a:gd name="connsiteX0" fmla="*/ 0 w 218150"/>
                  <a:gd name="connsiteY0" fmla="*/ 267771 h 267770"/>
                  <a:gd name="connsiteX1" fmla="*/ 218151 w 218150"/>
                  <a:gd name="connsiteY1" fmla="*/ 267771 h 267770"/>
                  <a:gd name="connsiteX2" fmla="*/ 218151 w 218150"/>
                  <a:gd name="connsiteY2" fmla="*/ 204323 h 267770"/>
                  <a:gd name="connsiteX3" fmla="*/ 74150 w 218150"/>
                  <a:gd name="connsiteY3" fmla="*/ 204323 h 267770"/>
                  <a:gd name="connsiteX4" fmla="*/ 74150 w 218150"/>
                  <a:gd name="connsiteY4" fmla="*/ 163458 h 267770"/>
                  <a:gd name="connsiteX5" fmla="*/ 202031 w 218150"/>
                  <a:gd name="connsiteY5" fmla="*/ 163458 h 267770"/>
                  <a:gd name="connsiteX6" fmla="*/ 202031 w 218150"/>
                  <a:gd name="connsiteY6" fmla="*/ 104312 h 267770"/>
                  <a:gd name="connsiteX7" fmla="*/ 74150 w 218150"/>
                  <a:gd name="connsiteY7" fmla="*/ 104312 h 267770"/>
                  <a:gd name="connsiteX8" fmla="*/ 74150 w 218150"/>
                  <a:gd name="connsiteY8" fmla="*/ 63448 h 267770"/>
                  <a:gd name="connsiteX9" fmla="*/ 214927 w 218150"/>
                  <a:gd name="connsiteY9" fmla="*/ 63448 h 267770"/>
                  <a:gd name="connsiteX10" fmla="*/ 214927 w 218150"/>
                  <a:gd name="connsiteY10" fmla="*/ 0 h 267770"/>
                  <a:gd name="connsiteX11" fmla="*/ 0 w 218150"/>
                  <a:gd name="connsiteY11"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150" h="267770">
                    <a:moveTo>
                      <a:pt x="0" y="267771"/>
                    </a:moveTo>
                    <a:lnTo>
                      <a:pt x="218151" y="267771"/>
                    </a:lnTo>
                    <a:lnTo>
                      <a:pt x="218151" y="204323"/>
                    </a:lnTo>
                    <a:lnTo>
                      <a:pt x="74150" y="204323"/>
                    </a:lnTo>
                    <a:lnTo>
                      <a:pt x="74150" y="163458"/>
                    </a:lnTo>
                    <a:lnTo>
                      <a:pt x="202031" y="163458"/>
                    </a:lnTo>
                    <a:lnTo>
                      <a:pt x="202031" y="104312"/>
                    </a:lnTo>
                    <a:lnTo>
                      <a:pt x="74150" y="104312"/>
                    </a:lnTo>
                    <a:lnTo>
                      <a:pt x="74150" y="63448"/>
                    </a:lnTo>
                    <a:lnTo>
                      <a:pt x="214927" y="63448"/>
                    </a:lnTo>
                    <a:lnTo>
                      <a:pt x="214927"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94" name="Freeform 793">
                <a:extLst>
                  <a:ext uri="{FF2B5EF4-FFF2-40B4-BE49-F238E27FC236}">
                    <a16:creationId xmlns:a16="http://schemas.microsoft.com/office/drawing/2014/main" id="{F2E370F4-A282-EF2B-EBC2-B2ED831A3515}"/>
                  </a:ext>
                </a:extLst>
              </p:cNvPr>
              <p:cNvSpPr/>
              <p:nvPr/>
            </p:nvSpPr>
            <p:spPr>
              <a:xfrm>
                <a:off x="7176822" y="3347541"/>
                <a:ext cx="252539" cy="267770"/>
              </a:xfrm>
              <a:custGeom>
                <a:avLst/>
                <a:gdLst>
                  <a:gd name="connsiteX0" fmla="*/ 0 w 252539"/>
                  <a:gd name="connsiteY0" fmla="*/ 267771 h 267770"/>
                  <a:gd name="connsiteX1" fmla="*/ 72001 w 252539"/>
                  <a:gd name="connsiteY1" fmla="*/ 267771 h 267770"/>
                  <a:gd name="connsiteX2" fmla="*/ 72001 w 252539"/>
                  <a:gd name="connsiteY2" fmla="*/ 121518 h 267770"/>
                  <a:gd name="connsiteX3" fmla="*/ 188061 w 252539"/>
                  <a:gd name="connsiteY3" fmla="*/ 267771 h 267770"/>
                  <a:gd name="connsiteX4" fmla="*/ 252539 w 252539"/>
                  <a:gd name="connsiteY4" fmla="*/ 267771 h 267770"/>
                  <a:gd name="connsiteX5" fmla="*/ 252539 w 252539"/>
                  <a:gd name="connsiteY5" fmla="*/ 0 h 267770"/>
                  <a:gd name="connsiteX6" fmla="*/ 179464 w 252539"/>
                  <a:gd name="connsiteY6" fmla="*/ 0 h 267770"/>
                  <a:gd name="connsiteX7" fmla="*/ 179464 w 252539"/>
                  <a:gd name="connsiteY7" fmla="*/ 141951 h 267770"/>
                  <a:gd name="connsiteX8" fmla="*/ 67703 w 252539"/>
                  <a:gd name="connsiteY8" fmla="*/ 0 h 267770"/>
                  <a:gd name="connsiteX9" fmla="*/ 0 w 252539"/>
                  <a:gd name="connsiteY9"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539" h="267770">
                    <a:moveTo>
                      <a:pt x="0" y="267771"/>
                    </a:moveTo>
                    <a:lnTo>
                      <a:pt x="72001" y="267771"/>
                    </a:lnTo>
                    <a:lnTo>
                      <a:pt x="72001" y="121518"/>
                    </a:lnTo>
                    <a:lnTo>
                      <a:pt x="188061" y="267771"/>
                    </a:lnTo>
                    <a:lnTo>
                      <a:pt x="252539" y="267771"/>
                    </a:lnTo>
                    <a:lnTo>
                      <a:pt x="252539" y="0"/>
                    </a:lnTo>
                    <a:lnTo>
                      <a:pt x="179464" y="0"/>
                    </a:lnTo>
                    <a:lnTo>
                      <a:pt x="179464" y="141951"/>
                    </a:lnTo>
                    <a:lnTo>
                      <a:pt x="67703"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95" name="Freeform 794">
                <a:extLst>
                  <a:ext uri="{FF2B5EF4-FFF2-40B4-BE49-F238E27FC236}">
                    <a16:creationId xmlns:a16="http://schemas.microsoft.com/office/drawing/2014/main" id="{3512EAD1-E8CC-6138-0E75-2148C046587D}"/>
                  </a:ext>
                </a:extLst>
              </p:cNvPr>
              <p:cNvSpPr/>
              <p:nvPr/>
            </p:nvSpPr>
            <p:spPr>
              <a:xfrm>
                <a:off x="7473422" y="3347541"/>
                <a:ext cx="248240" cy="273147"/>
              </a:xfrm>
              <a:custGeom>
                <a:avLst/>
                <a:gdLst>
                  <a:gd name="connsiteX0" fmla="*/ 123583 w 248240"/>
                  <a:gd name="connsiteY0" fmla="*/ 273148 h 273147"/>
                  <a:gd name="connsiteX1" fmla="*/ 248241 w 248240"/>
                  <a:gd name="connsiteY1" fmla="*/ 149478 h 273147"/>
                  <a:gd name="connsiteX2" fmla="*/ 248241 w 248240"/>
                  <a:gd name="connsiteY2" fmla="*/ 1075 h 273147"/>
                  <a:gd name="connsiteX3" fmla="*/ 173016 w 248240"/>
                  <a:gd name="connsiteY3" fmla="*/ 1075 h 273147"/>
                  <a:gd name="connsiteX4" fmla="*/ 173016 w 248240"/>
                  <a:gd name="connsiteY4" fmla="*/ 150554 h 273147"/>
                  <a:gd name="connsiteX5" fmla="*/ 123583 w 248240"/>
                  <a:gd name="connsiteY5" fmla="*/ 205398 h 273147"/>
                  <a:gd name="connsiteX6" fmla="*/ 75225 w 248240"/>
                  <a:gd name="connsiteY6" fmla="*/ 148403 h 273147"/>
                  <a:gd name="connsiteX7" fmla="*/ 75225 w 248240"/>
                  <a:gd name="connsiteY7" fmla="*/ 0 h 273147"/>
                  <a:gd name="connsiteX8" fmla="*/ 0 w 248240"/>
                  <a:gd name="connsiteY8" fmla="*/ 0 h 273147"/>
                  <a:gd name="connsiteX9" fmla="*/ 0 w 248240"/>
                  <a:gd name="connsiteY9" fmla="*/ 150554 h 273147"/>
                  <a:gd name="connsiteX10" fmla="*/ 123583 w 248240"/>
                  <a:gd name="connsiteY10" fmla="*/ 273148 h 27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240" h="273147">
                    <a:moveTo>
                      <a:pt x="123583" y="273148"/>
                    </a:moveTo>
                    <a:cubicBezTo>
                      <a:pt x="198808" y="273148"/>
                      <a:pt x="248241" y="235509"/>
                      <a:pt x="248241" y="149478"/>
                    </a:cubicBezTo>
                    <a:lnTo>
                      <a:pt x="248241" y="1075"/>
                    </a:lnTo>
                    <a:lnTo>
                      <a:pt x="173016" y="1075"/>
                    </a:lnTo>
                    <a:lnTo>
                      <a:pt x="173016" y="150554"/>
                    </a:lnTo>
                    <a:cubicBezTo>
                      <a:pt x="173016" y="188192"/>
                      <a:pt x="152598" y="205398"/>
                      <a:pt x="123583" y="205398"/>
                    </a:cubicBezTo>
                    <a:cubicBezTo>
                      <a:pt x="93493" y="205398"/>
                      <a:pt x="75225" y="186042"/>
                      <a:pt x="75225" y="148403"/>
                    </a:cubicBezTo>
                    <a:lnTo>
                      <a:pt x="75225" y="0"/>
                    </a:lnTo>
                    <a:lnTo>
                      <a:pt x="0" y="0"/>
                    </a:lnTo>
                    <a:lnTo>
                      <a:pt x="0" y="150554"/>
                    </a:lnTo>
                    <a:cubicBezTo>
                      <a:pt x="0" y="234434"/>
                      <a:pt x="47284" y="273148"/>
                      <a:pt x="123583" y="273148"/>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96" name="Freeform 795">
                <a:extLst>
                  <a:ext uri="{FF2B5EF4-FFF2-40B4-BE49-F238E27FC236}">
                    <a16:creationId xmlns:a16="http://schemas.microsoft.com/office/drawing/2014/main" id="{51CDC09F-E9FA-140D-5773-89CDC6EB0087}"/>
                  </a:ext>
                </a:extLst>
              </p:cNvPr>
              <p:cNvSpPr/>
              <p:nvPr/>
            </p:nvSpPr>
            <p:spPr>
              <a:xfrm>
                <a:off x="6454293" y="3286244"/>
                <a:ext cx="115763" cy="162382"/>
              </a:xfrm>
              <a:custGeom>
                <a:avLst/>
                <a:gdLst>
                  <a:gd name="connsiteX0" fmla="*/ 12195 w 115763"/>
                  <a:gd name="connsiteY0" fmla="*/ 158081 h 162382"/>
                  <a:gd name="connsiteX1" fmla="*/ 12195 w 115763"/>
                  <a:gd name="connsiteY1" fmla="*/ 158081 h 162382"/>
                  <a:gd name="connsiteX2" fmla="*/ 12195 w 115763"/>
                  <a:gd name="connsiteY2" fmla="*/ 158081 h 162382"/>
                  <a:gd name="connsiteX3" fmla="*/ 12195 w 115763"/>
                  <a:gd name="connsiteY3" fmla="*/ 158081 h 162382"/>
                  <a:gd name="connsiteX4" fmla="*/ 104614 w 115763"/>
                  <a:gd name="connsiteY4" fmla="*/ 39789 h 162382"/>
                  <a:gd name="connsiteX5" fmla="*/ 104614 w 115763"/>
                  <a:gd name="connsiteY5" fmla="*/ 39789 h 162382"/>
                  <a:gd name="connsiteX6" fmla="*/ 104614 w 115763"/>
                  <a:gd name="connsiteY6" fmla="*/ 39789 h 162382"/>
                  <a:gd name="connsiteX7" fmla="*/ 82047 w 115763"/>
                  <a:gd name="connsiteY7" fmla="*/ 64523 h 162382"/>
                  <a:gd name="connsiteX8" fmla="*/ 82047 w 115763"/>
                  <a:gd name="connsiteY8" fmla="*/ 64523 h 162382"/>
                  <a:gd name="connsiteX9" fmla="*/ 82047 w 115763"/>
                  <a:gd name="connsiteY9" fmla="*/ 64523 h 162382"/>
                  <a:gd name="connsiteX10" fmla="*/ 82047 w 115763"/>
                  <a:gd name="connsiteY10" fmla="*/ 64523 h 162382"/>
                  <a:gd name="connsiteX11" fmla="*/ 82047 w 115763"/>
                  <a:gd name="connsiteY11" fmla="*/ 64523 h 162382"/>
                  <a:gd name="connsiteX12" fmla="*/ 32614 w 115763"/>
                  <a:gd name="connsiteY12" fmla="*/ 91408 h 162382"/>
                  <a:gd name="connsiteX13" fmla="*/ 33688 w 115763"/>
                  <a:gd name="connsiteY13" fmla="*/ 90332 h 162382"/>
                  <a:gd name="connsiteX14" fmla="*/ 32614 w 115763"/>
                  <a:gd name="connsiteY14" fmla="*/ 91408 h 162382"/>
                  <a:gd name="connsiteX15" fmla="*/ 32614 w 115763"/>
                  <a:gd name="connsiteY15" fmla="*/ 91408 h 162382"/>
                  <a:gd name="connsiteX16" fmla="*/ 80972 w 115763"/>
                  <a:gd name="connsiteY16" fmla="*/ 69900 h 162382"/>
                  <a:gd name="connsiteX17" fmla="*/ 80972 w 115763"/>
                  <a:gd name="connsiteY17" fmla="*/ 69900 h 162382"/>
                  <a:gd name="connsiteX18" fmla="*/ 80972 w 115763"/>
                  <a:gd name="connsiteY18" fmla="*/ 66674 h 162382"/>
                  <a:gd name="connsiteX19" fmla="*/ 82047 w 115763"/>
                  <a:gd name="connsiteY19" fmla="*/ 66674 h 162382"/>
                  <a:gd name="connsiteX20" fmla="*/ 82047 w 115763"/>
                  <a:gd name="connsiteY20" fmla="*/ 67749 h 162382"/>
                  <a:gd name="connsiteX21" fmla="*/ 80972 w 115763"/>
                  <a:gd name="connsiteY21" fmla="*/ 69900 h 162382"/>
                  <a:gd name="connsiteX22" fmla="*/ 80972 w 115763"/>
                  <a:gd name="connsiteY22" fmla="*/ 69900 h 162382"/>
                  <a:gd name="connsiteX23" fmla="*/ 8972 w 115763"/>
                  <a:gd name="connsiteY23" fmla="*/ 161308 h 162382"/>
                  <a:gd name="connsiteX24" fmla="*/ 10046 w 115763"/>
                  <a:gd name="connsiteY24" fmla="*/ 161308 h 162382"/>
                  <a:gd name="connsiteX25" fmla="*/ 6822 w 115763"/>
                  <a:gd name="connsiteY25" fmla="*/ 162383 h 162382"/>
                  <a:gd name="connsiteX26" fmla="*/ 8972 w 115763"/>
                  <a:gd name="connsiteY26" fmla="*/ 161308 h 162382"/>
                  <a:gd name="connsiteX27" fmla="*/ 93867 w 115763"/>
                  <a:gd name="connsiteY27" fmla="*/ 47317 h 162382"/>
                  <a:gd name="connsiteX28" fmla="*/ 93867 w 115763"/>
                  <a:gd name="connsiteY28" fmla="*/ 47317 h 162382"/>
                  <a:gd name="connsiteX29" fmla="*/ 93867 w 115763"/>
                  <a:gd name="connsiteY29" fmla="*/ 47317 h 162382"/>
                  <a:gd name="connsiteX30" fmla="*/ 27240 w 115763"/>
                  <a:gd name="connsiteY30" fmla="*/ 98935 h 162382"/>
                  <a:gd name="connsiteX31" fmla="*/ 28315 w 115763"/>
                  <a:gd name="connsiteY31" fmla="*/ 97860 h 162382"/>
                  <a:gd name="connsiteX32" fmla="*/ 27240 w 115763"/>
                  <a:gd name="connsiteY32" fmla="*/ 98935 h 162382"/>
                  <a:gd name="connsiteX33" fmla="*/ 27240 w 115763"/>
                  <a:gd name="connsiteY33" fmla="*/ 98935 h 162382"/>
                  <a:gd name="connsiteX34" fmla="*/ 59480 w 115763"/>
                  <a:gd name="connsiteY34" fmla="*/ 98935 h 162382"/>
                  <a:gd name="connsiteX35" fmla="*/ 60554 w 115763"/>
                  <a:gd name="connsiteY35" fmla="*/ 97860 h 162382"/>
                  <a:gd name="connsiteX36" fmla="*/ 61628 w 115763"/>
                  <a:gd name="connsiteY36" fmla="*/ 96785 h 162382"/>
                  <a:gd name="connsiteX37" fmla="*/ 62703 w 115763"/>
                  <a:gd name="connsiteY37" fmla="*/ 95709 h 162382"/>
                  <a:gd name="connsiteX38" fmla="*/ 65927 w 115763"/>
                  <a:gd name="connsiteY38" fmla="*/ 92483 h 162382"/>
                  <a:gd name="connsiteX39" fmla="*/ 65927 w 115763"/>
                  <a:gd name="connsiteY39" fmla="*/ 91408 h 162382"/>
                  <a:gd name="connsiteX40" fmla="*/ 69151 w 115763"/>
                  <a:gd name="connsiteY40" fmla="*/ 86031 h 162382"/>
                  <a:gd name="connsiteX41" fmla="*/ 72375 w 115763"/>
                  <a:gd name="connsiteY41" fmla="*/ 82805 h 162382"/>
                  <a:gd name="connsiteX42" fmla="*/ 72375 w 115763"/>
                  <a:gd name="connsiteY42" fmla="*/ 83880 h 162382"/>
                  <a:gd name="connsiteX43" fmla="*/ 73450 w 115763"/>
                  <a:gd name="connsiteY43" fmla="*/ 80654 h 162382"/>
                  <a:gd name="connsiteX44" fmla="*/ 78823 w 115763"/>
                  <a:gd name="connsiteY44" fmla="*/ 72051 h 162382"/>
                  <a:gd name="connsiteX45" fmla="*/ 79897 w 115763"/>
                  <a:gd name="connsiteY45" fmla="*/ 70975 h 162382"/>
                  <a:gd name="connsiteX46" fmla="*/ 83121 w 115763"/>
                  <a:gd name="connsiteY46" fmla="*/ 67749 h 162382"/>
                  <a:gd name="connsiteX47" fmla="*/ 84196 w 115763"/>
                  <a:gd name="connsiteY47" fmla="*/ 67749 h 162382"/>
                  <a:gd name="connsiteX48" fmla="*/ 78823 w 115763"/>
                  <a:gd name="connsiteY48" fmla="*/ 76352 h 162382"/>
                  <a:gd name="connsiteX49" fmla="*/ 74524 w 115763"/>
                  <a:gd name="connsiteY49" fmla="*/ 82805 h 162382"/>
                  <a:gd name="connsiteX50" fmla="*/ 69151 w 115763"/>
                  <a:gd name="connsiteY50" fmla="*/ 89257 h 162382"/>
                  <a:gd name="connsiteX51" fmla="*/ 65927 w 115763"/>
                  <a:gd name="connsiteY51" fmla="*/ 93558 h 162382"/>
                  <a:gd name="connsiteX52" fmla="*/ 60554 w 115763"/>
                  <a:gd name="connsiteY52" fmla="*/ 98935 h 162382"/>
                  <a:gd name="connsiteX53" fmla="*/ 59480 w 115763"/>
                  <a:gd name="connsiteY53" fmla="*/ 98935 h 162382"/>
                  <a:gd name="connsiteX54" fmla="*/ 13270 w 115763"/>
                  <a:gd name="connsiteY54" fmla="*/ 157006 h 162382"/>
                  <a:gd name="connsiteX55" fmla="*/ 16494 w 115763"/>
                  <a:gd name="connsiteY55" fmla="*/ 152705 h 162382"/>
                  <a:gd name="connsiteX56" fmla="*/ 21867 w 115763"/>
                  <a:gd name="connsiteY56" fmla="*/ 147328 h 162382"/>
                  <a:gd name="connsiteX57" fmla="*/ 27240 w 115763"/>
                  <a:gd name="connsiteY57" fmla="*/ 141951 h 162382"/>
                  <a:gd name="connsiteX58" fmla="*/ 32614 w 115763"/>
                  <a:gd name="connsiteY58" fmla="*/ 135498 h 162382"/>
                  <a:gd name="connsiteX59" fmla="*/ 36912 w 115763"/>
                  <a:gd name="connsiteY59" fmla="*/ 132272 h 162382"/>
                  <a:gd name="connsiteX60" fmla="*/ 36912 w 115763"/>
                  <a:gd name="connsiteY60" fmla="*/ 132272 h 162382"/>
                  <a:gd name="connsiteX61" fmla="*/ 37987 w 115763"/>
                  <a:gd name="connsiteY61" fmla="*/ 129046 h 162382"/>
                  <a:gd name="connsiteX62" fmla="*/ 48733 w 115763"/>
                  <a:gd name="connsiteY62" fmla="*/ 113991 h 162382"/>
                  <a:gd name="connsiteX63" fmla="*/ 53031 w 115763"/>
                  <a:gd name="connsiteY63" fmla="*/ 109689 h 162382"/>
                  <a:gd name="connsiteX64" fmla="*/ 54106 w 115763"/>
                  <a:gd name="connsiteY64" fmla="*/ 108614 h 162382"/>
                  <a:gd name="connsiteX65" fmla="*/ 53031 w 115763"/>
                  <a:gd name="connsiteY65" fmla="*/ 108614 h 162382"/>
                  <a:gd name="connsiteX66" fmla="*/ 53031 w 115763"/>
                  <a:gd name="connsiteY66" fmla="*/ 107538 h 162382"/>
                  <a:gd name="connsiteX67" fmla="*/ 54106 w 115763"/>
                  <a:gd name="connsiteY67" fmla="*/ 106463 h 162382"/>
                  <a:gd name="connsiteX68" fmla="*/ 55181 w 115763"/>
                  <a:gd name="connsiteY68" fmla="*/ 103237 h 162382"/>
                  <a:gd name="connsiteX69" fmla="*/ 56255 w 115763"/>
                  <a:gd name="connsiteY69" fmla="*/ 98935 h 162382"/>
                  <a:gd name="connsiteX70" fmla="*/ 53031 w 115763"/>
                  <a:gd name="connsiteY70" fmla="*/ 105388 h 162382"/>
                  <a:gd name="connsiteX71" fmla="*/ 48733 w 115763"/>
                  <a:gd name="connsiteY71" fmla="*/ 110765 h 162382"/>
                  <a:gd name="connsiteX72" fmla="*/ 45509 w 115763"/>
                  <a:gd name="connsiteY72" fmla="*/ 115066 h 162382"/>
                  <a:gd name="connsiteX73" fmla="*/ 44434 w 115763"/>
                  <a:gd name="connsiteY73" fmla="*/ 118292 h 162382"/>
                  <a:gd name="connsiteX74" fmla="*/ 44434 w 115763"/>
                  <a:gd name="connsiteY74" fmla="*/ 119368 h 162382"/>
                  <a:gd name="connsiteX75" fmla="*/ 41211 w 115763"/>
                  <a:gd name="connsiteY75" fmla="*/ 122594 h 162382"/>
                  <a:gd name="connsiteX76" fmla="*/ 32614 w 115763"/>
                  <a:gd name="connsiteY76" fmla="*/ 133348 h 162382"/>
                  <a:gd name="connsiteX77" fmla="*/ 31539 w 115763"/>
                  <a:gd name="connsiteY77" fmla="*/ 136574 h 162382"/>
                  <a:gd name="connsiteX78" fmla="*/ 30464 w 115763"/>
                  <a:gd name="connsiteY78" fmla="*/ 139800 h 162382"/>
                  <a:gd name="connsiteX79" fmla="*/ 29389 w 115763"/>
                  <a:gd name="connsiteY79" fmla="*/ 140875 h 162382"/>
                  <a:gd name="connsiteX80" fmla="*/ 22942 w 115763"/>
                  <a:gd name="connsiteY80" fmla="*/ 146252 h 162382"/>
                  <a:gd name="connsiteX81" fmla="*/ 21867 w 115763"/>
                  <a:gd name="connsiteY81" fmla="*/ 147328 h 162382"/>
                  <a:gd name="connsiteX82" fmla="*/ 20792 w 115763"/>
                  <a:gd name="connsiteY82" fmla="*/ 148403 h 162382"/>
                  <a:gd name="connsiteX83" fmla="*/ 17568 w 115763"/>
                  <a:gd name="connsiteY83" fmla="*/ 151629 h 162382"/>
                  <a:gd name="connsiteX84" fmla="*/ 14345 w 115763"/>
                  <a:gd name="connsiteY84" fmla="*/ 154855 h 162382"/>
                  <a:gd name="connsiteX85" fmla="*/ 13270 w 115763"/>
                  <a:gd name="connsiteY85" fmla="*/ 157006 h 162382"/>
                  <a:gd name="connsiteX86" fmla="*/ 13270 w 115763"/>
                  <a:gd name="connsiteY86" fmla="*/ 157006 h 162382"/>
                  <a:gd name="connsiteX87" fmla="*/ 12195 w 115763"/>
                  <a:gd name="connsiteY87" fmla="*/ 133348 h 162382"/>
                  <a:gd name="connsiteX88" fmla="*/ 13270 w 115763"/>
                  <a:gd name="connsiteY88" fmla="*/ 129046 h 162382"/>
                  <a:gd name="connsiteX89" fmla="*/ 16494 w 115763"/>
                  <a:gd name="connsiteY89" fmla="*/ 125820 h 162382"/>
                  <a:gd name="connsiteX90" fmla="*/ 16494 w 115763"/>
                  <a:gd name="connsiteY90" fmla="*/ 124744 h 162382"/>
                  <a:gd name="connsiteX91" fmla="*/ 19718 w 115763"/>
                  <a:gd name="connsiteY91" fmla="*/ 120443 h 162382"/>
                  <a:gd name="connsiteX92" fmla="*/ 22942 w 115763"/>
                  <a:gd name="connsiteY92" fmla="*/ 117217 h 162382"/>
                  <a:gd name="connsiteX93" fmla="*/ 22942 w 115763"/>
                  <a:gd name="connsiteY93" fmla="*/ 116142 h 162382"/>
                  <a:gd name="connsiteX94" fmla="*/ 24016 w 115763"/>
                  <a:gd name="connsiteY94" fmla="*/ 115066 h 162382"/>
                  <a:gd name="connsiteX95" fmla="*/ 25091 w 115763"/>
                  <a:gd name="connsiteY95" fmla="*/ 113991 h 162382"/>
                  <a:gd name="connsiteX96" fmla="*/ 26165 w 115763"/>
                  <a:gd name="connsiteY96" fmla="*/ 110765 h 162382"/>
                  <a:gd name="connsiteX97" fmla="*/ 27240 w 115763"/>
                  <a:gd name="connsiteY97" fmla="*/ 107538 h 162382"/>
                  <a:gd name="connsiteX98" fmla="*/ 28315 w 115763"/>
                  <a:gd name="connsiteY98" fmla="*/ 104312 h 162382"/>
                  <a:gd name="connsiteX99" fmla="*/ 29389 w 115763"/>
                  <a:gd name="connsiteY99" fmla="*/ 98935 h 162382"/>
                  <a:gd name="connsiteX100" fmla="*/ 28315 w 115763"/>
                  <a:gd name="connsiteY100" fmla="*/ 97860 h 162382"/>
                  <a:gd name="connsiteX101" fmla="*/ 33688 w 115763"/>
                  <a:gd name="connsiteY101" fmla="*/ 94634 h 162382"/>
                  <a:gd name="connsiteX102" fmla="*/ 34762 w 115763"/>
                  <a:gd name="connsiteY102" fmla="*/ 93558 h 162382"/>
                  <a:gd name="connsiteX103" fmla="*/ 35837 w 115763"/>
                  <a:gd name="connsiteY103" fmla="*/ 92483 h 162382"/>
                  <a:gd name="connsiteX104" fmla="*/ 36912 w 115763"/>
                  <a:gd name="connsiteY104" fmla="*/ 91408 h 162382"/>
                  <a:gd name="connsiteX105" fmla="*/ 36912 w 115763"/>
                  <a:gd name="connsiteY105" fmla="*/ 90332 h 162382"/>
                  <a:gd name="connsiteX106" fmla="*/ 37987 w 115763"/>
                  <a:gd name="connsiteY106" fmla="*/ 87106 h 162382"/>
                  <a:gd name="connsiteX107" fmla="*/ 39061 w 115763"/>
                  <a:gd name="connsiteY107" fmla="*/ 86031 h 162382"/>
                  <a:gd name="connsiteX108" fmla="*/ 39061 w 115763"/>
                  <a:gd name="connsiteY108" fmla="*/ 82805 h 162382"/>
                  <a:gd name="connsiteX109" fmla="*/ 40136 w 115763"/>
                  <a:gd name="connsiteY109" fmla="*/ 82805 h 162382"/>
                  <a:gd name="connsiteX110" fmla="*/ 41211 w 115763"/>
                  <a:gd name="connsiteY110" fmla="*/ 83880 h 162382"/>
                  <a:gd name="connsiteX111" fmla="*/ 42285 w 115763"/>
                  <a:gd name="connsiteY111" fmla="*/ 82805 h 162382"/>
                  <a:gd name="connsiteX112" fmla="*/ 43360 w 115763"/>
                  <a:gd name="connsiteY112" fmla="*/ 81729 h 162382"/>
                  <a:gd name="connsiteX113" fmla="*/ 43360 w 115763"/>
                  <a:gd name="connsiteY113" fmla="*/ 80654 h 162382"/>
                  <a:gd name="connsiteX114" fmla="*/ 43360 w 115763"/>
                  <a:gd name="connsiteY114" fmla="*/ 79578 h 162382"/>
                  <a:gd name="connsiteX115" fmla="*/ 48733 w 115763"/>
                  <a:gd name="connsiteY115" fmla="*/ 74201 h 162382"/>
                  <a:gd name="connsiteX116" fmla="*/ 47658 w 115763"/>
                  <a:gd name="connsiteY116" fmla="*/ 74201 h 162382"/>
                  <a:gd name="connsiteX117" fmla="*/ 47658 w 115763"/>
                  <a:gd name="connsiteY117" fmla="*/ 73126 h 162382"/>
                  <a:gd name="connsiteX118" fmla="*/ 50882 w 115763"/>
                  <a:gd name="connsiteY118" fmla="*/ 72051 h 162382"/>
                  <a:gd name="connsiteX119" fmla="*/ 51957 w 115763"/>
                  <a:gd name="connsiteY119" fmla="*/ 70975 h 162382"/>
                  <a:gd name="connsiteX120" fmla="*/ 53031 w 115763"/>
                  <a:gd name="connsiteY120" fmla="*/ 67749 h 162382"/>
                  <a:gd name="connsiteX121" fmla="*/ 53031 w 115763"/>
                  <a:gd name="connsiteY121" fmla="*/ 66674 h 162382"/>
                  <a:gd name="connsiteX122" fmla="*/ 53031 w 115763"/>
                  <a:gd name="connsiteY122" fmla="*/ 65598 h 162382"/>
                  <a:gd name="connsiteX123" fmla="*/ 56255 w 115763"/>
                  <a:gd name="connsiteY123" fmla="*/ 62372 h 162382"/>
                  <a:gd name="connsiteX124" fmla="*/ 59480 w 115763"/>
                  <a:gd name="connsiteY124" fmla="*/ 59146 h 162382"/>
                  <a:gd name="connsiteX125" fmla="*/ 103539 w 115763"/>
                  <a:gd name="connsiteY125" fmla="*/ 9678 h 162382"/>
                  <a:gd name="connsiteX126" fmla="*/ 109987 w 115763"/>
                  <a:gd name="connsiteY126" fmla="*/ 4301 h 162382"/>
                  <a:gd name="connsiteX127" fmla="*/ 115360 w 115763"/>
                  <a:gd name="connsiteY127" fmla="*/ 0 h 162382"/>
                  <a:gd name="connsiteX128" fmla="*/ 112136 w 115763"/>
                  <a:gd name="connsiteY128" fmla="*/ 8603 h 162382"/>
                  <a:gd name="connsiteX129" fmla="*/ 74524 w 115763"/>
                  <a:gd name="connsiteY129" fmla="*/ 73126 h 162382"/>
                  <a:gd name="connsiteX130" fmla="*/ 71300 w 115763"/>
                  <a:gd name="connsiteY130" fmla="*/ 77428 h 162382"/>
                  <a:gd name="connsiteX131" fmla="*/ 67001 w 115763"/>
                  <a:gd name="connsiteY131" fmla="*/ 82805 h 162382"/>
                  <a:gd name="connsiteX132" fmla="*/ 63778 w 115763"/>
                  <a:gd name="connsiteY132" fmla="*/ 88181 h 162382"/>
                  <a:gd name="connsiteX133" fmla="*/ 58404 w 115763"/>
                  <a:gd name="connsiteY133" fmla="*/ 96785 h 162382"/>
                  <a:gd name="connsiteX134" fmla="*/ 21867 w 115763"/>
                  <a:gd name="connsiteY134" fmla="*/ 143026 h 162382"/>
                  <a:gd name="connsiteX135" fmla="*/ 375 w 115763"/>
                  <a:gd name="connsiteY135" fmla="*/ 158081 h 162382"/>
                  <a:gd name="connsiteX136" fmla="*/ 12195 w 115763"/>
                  <a:gd name="connsiteY136" fmla="*/ 133348 h 16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15763" h="162382">
                    <a:moveTo>
                      <a:pt x="12195" y="158081"/>
                    </a:moveTo>
                    <a:lnTo>
                      <a:pt x="12195" y="158081"/>
                    </a:lnTo>
                    <a:cubicBezTo>
                      <a:pt x="12195" y="160232"/>
                      <a:pt x="12195" y="160232"/>
                      <a:pt x="12195" y="158081"/>
                    </a:cubicBezTo>
                    <a:lnTo>
                      <a:pt x="12195" y="158081"/>
                    </a:lnTo>
                    <a:close/>
                    <a:moveTo>
                      <a:pt x="104614" y="39789"/>
                    </a:moveTo>
                    <a:cubicBezTo>
                      <a:pt x="104614" y="40865"/>
                      <a:pt x="104614" y="40865"/>
                      <a:pt x="104614" y="39789"/>
                    </a:cubicBezTo>
                    <a:cubicBezTo>
                      <a:pt x="104614" y="39789"/>
                      <a:pt x="104614" y="38714"/>
                      <a:pt x="104614" y="39789"/>
                    </a:cubicBezTo>
                    <a:close/>
                    <a:moveTo>
                      <a:pt x="82047" y="64523"/>
                    </a:moveTo>
                    <a:lnTo>
                      <a:pt x="82047" y="64523"/>
                    </a:lnTo>
                    <a:lnTo>
                      <a:pt x="82047" y="64523"/>
                    </a:lnTo>
                    <a:cubicBezTo>
                      <a:pt x="82047" y="65598"/>
                      <a:pt x="82047" y="65598"/>
                      <a:pt x="82047" y="64523"/>
                    </a:cubicBezTo>
                    <a:cubicBezTo>
                      <a:pt x="80972" y="64523"/>
                      <a:pt x="80972" y="64523"/>
                      <a:pt x="82047" y="64523"/>
                    </a:cubicBezTo>
                    <a:close/>
                    <a:moveTo>
                      <a:pt x="32614" y="91408"/>
                    </a:moveTo>
                    <a:cubicBezTo>
                      <a:pt x="32614" y="90332"/>
                      <a:pt x="33688" y="90332"/>
                      <a:pt x="33688" y="90332"/>
                    </a:cubicBezTo>
                    <a:cubicBezTo>
                      <a:pt x="34762" y="90332"/>
                      <a:pt x="33688" y="91408"/>
                      <a:pt x="32614" y="91408"/>
                    </a:cubicBezTo>
                    <a:cubicBezTo>
                      <a:pt x="32614" y="92483"/>
                      <a:pt x="32614" y="91408"/>
                      <a:pt x="32614" y="91408"/>
                    </a:cubicBezTo>
                    <a:close/>
                    <a:moveTo>
                      <a:pt x="80972" y="69900"/>
                    </a:moveTo>
                    <a:lnTo>
                      <a:pt x="80972" y="69900"/>
                    </a:lnTo>
                    <a:cubicBezTo>
                      <a:pt x="79897" y="68825"/>
                      <a:pt x="79897" y="66674"/>
                      <a:pt x="80972" y="66674"/>
                    </a:cubicBezTo>
                    <a:cubicBezTo>
                      <a:pt x="82047" y="65598"/>
                      <a:pt x="82047" y="65598"/>
                      <a:pt x="82047" y="66674"/>
                    </a:cubicBezTo>
                    <a:cubicBezTo>
                      <a:pt x="82047" y="67749"/>
                      <a:pt x="82047" y="67749"/>
                      <a:pt x="82047" y="67749"/>
                    </a:cubicBezTo>
                    <a:cubicBezTo>
                      <a:pt x="80972" y="68825"/>
                      <a:pt x="80972" y="68825"/>
                      <a:pt x="80972" y="69900"/>
                    </a:cubicBezTo>
                    <a:cubicBezTo>
                      <a:pt x="80972" y="68825"/>
                      <a:pt x="80972" y="68825"/>
                      <a:pt x="80972" y="69900"/>
                    </a:cubicBezTo>
                    <a:close/>
                    <a:moveTo>
                      <a:pt x="8972" y="161308"/>
                    </a:moveTo>
                    <a:cubicBezTo>
                      <a:pt x="10046" y="160232"/>
                      <a:pt x="10046" y="160232"/>
                      <a:pt x="10046" y="161308"/>
                    </a:cubicBezTo>
                    <a:cubicBezTo>
                      <a:pt x="10046" y="162383"/>
                      <a:pt x="6822" y="162383"/>
                      <a:pt x="6822" y="162383"/>
                    </a:cubicBezTo>
                    <a:cubicBezTo>
                      <a:pt x="6822" y="162383"/>
                      <a:pt x="7896" y="161308"/>
                      <a:pt x="8972" y="161308"/>
                    </a:cubicBezTo>
                    <a:close/>
                    <a:moveTo>
                      <a:pt x="93867" y="47317"/>
                    </a:moveTo>
                    <a:lnTo>
                      <a:pt x="93867" y="47317"/>
                    </a:lnTo>
                    <a:cubicBezTo>
                      <a:pt x="91719" y="47317"/>
                      <a:pt x="93867" y="45166"/>
                      <a:pt x="93867" y="47317"/>
                    </a:cubicBezTo>
                    <a:close/>
                    <a:moveTo>
                      <a:pt x="27240" y="98935"/>
                    </a:moveTo>
                    <a:cubicBezTo>
                      <a:pt x="27240" y="97860"/>
                      <a:pt x="28315" y="97860"/>
                      <a:pt x="28315" y="97860"/>
                    </a:cubicBezTo>
                    <a:cubicBezTo>
                      <a:pt x="29389" y="98935"/>
                      <a:pt x="28315" y="101086"/>
                      <a:pt x="27240" y="98935"/>
                    </a:cubicBezTo>
                    <a:cubicBezTo>
                      <a:pt x="27240" y="101086"/>
                      <a:pt x="27240" y="101086"/>
                      <a:pt x="27240" y="98935"/>
                    </a:cubicBezTo>
                    <a:close/>
                    <a:moveTo>
                      <a:pt x="59480" y="98935"/>
                    </a:moveTo>
                    <a:cubicBezTo>
                      <a:pt x="60554" y="98935"/>
                      <a:pt x="60554" y="97860"/>
                      <a:pt x="60554" y="97860"/>
                    </a:cubicBezTo>
                    <a:cubicBezTo>
                      <a:pt x="60554" y="96785"/>
                      <a:pt x="61628" y="96785"/>
                      <a:pt x="61628" y="96785"/>
                    </a:cubicBezTo>
                    <a:cubicBezTo>
                      <a:pt x="61628" y="96785"/>
                      <a:pt x="62703" y="96785"/>
                      <a:pt x="62703" y="95709"/>
                    </a:cubicBezTo>
                    <a:cubicBezTo>
                      <a:pt x="61628" y="94634"/>
                      <a:pt x="63778" y="91408"/>
                      <a:pt x="65927" y="92483"/>
                    </a:cubicBezTo>
                    <a:cubicBezTo>
                      <a:pt x="67001" y="93558"/>
                      <a:pt x="67001" y="92483"/>
                      <a:pt x="65927" y="91408"/>
                    </a:cubicBezTo>
                    <a:cubicBezTo>
                      <a:pt x="65927" y="90332"/>
                      <a:pt x="67001" y="88181"/>
                      <a:pt x="69151" y="86031"/>
                    </a:cubicBezTo>
                    <a:cubicBezTo>
                      <a:pt x="70226" y="82805"/>
                      <a:pt x="72375" y="82805"/>
                      <a:pt x="72375" y="82805"/>
                    </a:cubicBezTo>
                    <a:cubicBezTo>
                      <a:pt x="72375" y="83880"/>
                      <a:pt x="72375" y="83880"/>
                      <a:pt x="72375" y="83880"/>
                    </a:cubicBezTo>
                    <a:cubicBezTo>
                      <a:pt x="73450" y="83880"/>
                      <a:pt x="73450" y="82805"/>
                      <a:pt x="73450" y="80654"/>
                    </a:cubicBezTo>
                    <a:cubicBezTo>
                      <a:pt x="73450" y="77428"/>
                      <a:pt x="78823" y="72051"/>
                      <a:pt x="78823" y="72051"/>
                    </a:cubicBezTo>
                    <a:cubicBezTo>
                      <a:pt x="79897" y="72051"/>
                      <a:pt x="79897" y="72051"/>
                      <a:pt x="79897" y="70975"/>
                    </a:cubicBezTo>
                    <a:cubicBezTo>
                      <a:pt x="78823" y="69900"/>
                      <a:pt x="80972" y="66674"/>
                      <a:pt x="83121" y="67749"/>
                    </a:cubicBezTo>
                    <a:lnTo>
                      <a:pt x="84196" y="67749"/>
                    </a:lnTo>
                    <a:cubicBezTo>
                      <a:pt x="83121" y="70975"/>
                      <a:pt x="79897" y="74201"/>
                      <a:pt x="78823" y="76352"/>
                    </a:cubicBezTo>
                    <a:cubicBezTo>
                      <a:pt x="78823" y="77428"/>
                      <a:pt x="75599" y="79578"/>
                      <a:pt x="74524" y="82805"/>
                    </a:cubicBezTo>
                    <a:cubicBezTo>
                      <a:pt x="73450" y="86031"/>
                      <a:pt x="70226" y="89257"/>
                      <a:pt x="69151" y="89257"/>
                    </a:cubicBezTo>
                    <a:cubicBezTo>
                      <a:pt x="68076" y="90332"/>
                      <a:pt x="65927" y="92483"/>
                      <a:pt x="65927" y="93558"/>
                    </a:cubicBezTo>
                    <a:cubicBezTo>
                      <a:pt x="62703" y="97860"/>
                      <a:pt x="60554" y="100011"/>
                      <a:pt x="60554" y="98935"/>
                    </a:cubicBezTo>
                    <a:cubicBezTo>
                      <a:pt x="57330" y="101086"/>
                      <a:pt x="57330" y="98935"/>
                      <a:pt x="59480" y="98935"/>
                    </a:cubicBezTo>
                    <a:close/>
                    <a:moveTo>
                      <a:pt x="13270" y="157006"/>
                    </a:moveTo>
                    <a:cubicBezTo>
                      <a:pt x="13270" y="155931"/>
                      <a:pt x="14345" y="153780"/>
                      <a:pt x="16494" y="152705"/>
                    </a:cubicBezTo>
                    <a:cubicBezTo>
                      <a:pt x="17568" y="151629"/>
                      <a:pt x="20792" y="148403"/>
                      <a:pt x="21867" y="147328"/>
                    </a:cubicBezTo>
                    <a:cubicBezTo>
                      <a:pt x="22942" y="146252"/>
                      <a:pt x="25091" y="143026"/>
                      <a:pt x="27240" y="141951"/>
                    </a:cubicBezTo>
                    <a:cubicBezTo>
                      <a:pt x="28315" y="140875"/>
                      <a:pt x="31539" y="137649"/>
                      <a:pt x="32614" y="135498"/>
                    </a:cubicBezTo>
                    <a:cubicBezTo>
                      <a:pt x="33688" y="132272"/>
                      <a:pt x="36912" y="131197"/>
                      <a:pt x="36912" y="132272"/>
                    </a:cubicBezTo>
                    <a:cubicBezTo>
                      <a:pt x="36912" y="132272"/>
                      <a:pt x="37987" y="132272"/>
                      <a:pt x="36912" y="132272"/>
                    </a:cubicBezTo>
                    <a:cubicBezTo>
                      <a:pt x="36912" y="131197"/>
                      <a:pt x="36912" y="131197"/>
                      <a:pt x="37987" y="129046"/>
                    </a:cubicBezTo>
                    <a:cubicBezTo>
                      <a:pt x="41211" y="125820"/>
                      <a:pt x="48733" y="117217"/>
                      <a:pt x="48733" y="113991"/>
                    </a:cubicBezTo>
                    <a:cubicBezTo>
                      <a:pt x="49808" y="112915"/>
                      <a:pt x="51957" y="109689"/>
                      <a:pt x="53031" y="109689"/>
                    </a:cubicBezTo>
                    <a:cubicBezTo>
                      <a:pt x="54106" y="109689"/>
                      <a:pt x="54106" y="109689"/>
                      <a:pt x="54106" y="108614"/>
                    </a:cubicBezTo>
                    <a:cubicBezTo>
                      <a:pt x="54106" y="108614"/>
                      <a:pt x="54106" y="107538"/>
                      <a:pt x="53031" y="108614"/>
                    </a:cubicBezTo>
                    <a:cubicBezTo>
                      <a:pt x="53031" y="108614"/>
                      <a:pt x="53031" y="108614"/>
                      <a:pt x="53031" y="107538"/>
                    </a:cubicBezTo>
                    <a:cubicBezTo>
                      <a:pt x="54106" y="106463"/>
                      <a:pt x="54106" y="106463"/>
                      <a:pt x="54106" y="106463"/>
                    </a:cubicBezTo>
                    <a:cubicBezTo>
                      <a:pt x="54106" y="107538"/>
                      <a:pt x="55181" y="105388"/>
                      <a:pt x="55181" y="103237"/>
                    </a:cubicBezTo>
                    <a:cubicBezTo>
                      <a:pt x="55181" y="102162"/>
                      <a:pt x="56255" y="100011"/>
                      <a:pt x="56255" y="98935"/>
                    </a:cubicBezTo>
                    <a:cubicBezTo>
                      <a:pt x="57330" y="97860"/>
                      <a:pt x="56255" y="103237"/>
                      <a:pt x="53031" y="105388"/>
                    </a:cubicBezTo>
                    <a:cubicBezTo>
                      <a:pt x="51957" y="108614"/>
                      <a:pt x="49808" y="110765"/>
                      <a:pt x="48733" y="110765"/>
                    </a:cubicBezTo>
                    <a:cubicBezTo>
                      <a:pt x="47658" y="111840"/>
                      <a:pt x="47658" y="113991"/>
                      <a:pt x="45509" y="115066"/>
                    </a:cubicBezTo>
                    <a:cubicBezTo>
                      <a:pt x="44434" y="116142"/>
                      <a:pt x="44434" y="116142"/>
                      <a:pt x="44434" y="118292"/>
                    </a:cubicBezTo>
                    <a:cubicBezTo>
                      <a:pt x="44434" y="120443"/>
                      <a:pt x="44434" y="119368"/>
                      <a:pt x="44434" y="119368"/>
                    </a:cubicBezTo>
                    <a:cubicBezTo>
                      <a:pt x="43360" y="119368"/>
                      <a:pt x="43360" y="120443"/>
                      <a:pt x="41211" y="122594"/>
                    </a:cubicBezTo>
                    <a:cubicBezTo>
                      <a:pt x="40136" y="123669"/>
                      <a:pt x="32614" y="133348"/>
                      <a:pt x="32614" y="133348"/>
                    </a:cubicBezTo>
                    <a:cubicBezTo>
                      <a:pt x="32614" y="133348"/>
                      <a:pt x="31539" y="134423"/>
                      <a:pt x="31539" y="136574"/>
                    </a:cubicBezTo>
                    <a:cubicBezTo>
                      <a:pt x="30464" y="137649"/>
                      <a:pt x="30464" y="139800"/>
                      <a:pt x="30464" y="139800"/>
                    </a:cubicBezTo>
                    <a:cubicBezTo>
                      <a:pt x="30464" y="139800"/>
                      <a:pt x="30464" y="140875"/>
                      <a:pt x="29389" y="140875"/>
                    </a:cubicBezTo>
                    <a:cubicBezTo>
                      <a:pt x="28315" y="140875"/>
                      <a:pt x="24016" y="145177"/>
                      <a:pt x="22942" y="146252"/>
                    </a:cubicBezTo>
                    <a:cubicBezTo>
                      <a:pt x="22942" y="147328"/>
                      <a:pt x="21867" y="147328"/>
                      <a:pt x="21867" y="147328"/>
                    </a:cubicBezTo>
                    <a:cubicBezTo>
                      <a:pt x="20792" y="147328"/>
                      <a:pt x="20792" y="147328"/>
                      <a:pt x="20792" y="148403"/>
                    </a:cubicBezTo>
                    <a:cubicBezTo>
                      <a:pt x="20792" y="149478"/>
                      <a:pt x="19718" y="149478"/>
                      <a:pt x="17568" y="151629"/>
                    </a:cubicBezTo>
                    <a:cubicBezTo>
                      <a:pt x="16494" y="152705"/>
                      <a:pt x="14345" y="154855"/>
                      <a:pt x="14345" y="154855"/>
                    </a:cubicBezTo>
                    <a:cubicBezTo>
                      <a:pt x="14345" y="155931"/>
                      <a:pt x="13270" y="157006"/>
                      <a:pt x="13270" y="157006"/>
                    </a:cubicBezTo>
                    <a:cubicBezTo>
                      <a:pt x="13270" y="158081"/>
                      <a:pt x="13270" y="158081"/>
                      <a:pt x="13270" y="157006"/>
                    </a:cubicBezTo>
                    <a:close/>
                    <a:moveTo>
                      <a:pt x="12195" y="133348"/>
                    </a:moveTo>
                    <a:cubicBezTo>
                      <a:pt x="13270" y="130121"/>
                      <a:pt x="15419" y="129046"/>
                      <a:pt x="13270" y="129046"/>
                    </a:cubicBezTo>
                    <a:cubicBezTo>
                      <a:pt x="12195" y="127971"/>
                      <a:pt x="14345" y="125820"/>
                      <a:pt x="16494" y="125820"/>
                    </a:cubicBezTo>
                    <a:lnTo>
                      <a:pt x="16494" y="124744"/>
                    </a:lnTo>
                    <a:cubicBezTo>
                      <a:pt x="16494" y="123669"/>
                      <a:pt x="17568" y="121518"/>
                      <a:pt x="19718" y="120443"/>
                    </a:cubicBezTo>
                    <a:cubicBezTo>
                      <a:pt x="20792" y="119368"/>
                      <a:pt x="22942" y="117217"/>
                      <a:pt x="22942" y="117217"/>
                    </a:cubicBezTo>
                    <a:cubicBezTo>
                      <a:pt x="22942" y="116142"/>
                      <a:pt x="22942" y="116142"/>
                      <a:pt x="22942" y="116142"/>
                    </a:cubicBezTo>
                    <a:cubicBezTo>
                      <a:pt x="22942" y="115066"/>
                      <a:pt x="24016" y="115066"/>
                      <a:pt x="24016" y="115066"/>
                    </a:cubicBezTo>
                    <a:cubicBezTo>
                      <a:pt x="25091" y="115066"/>
                      <a:pt x="25091" y="113991"/>
                      <a:pt x="25091" y="113991"/>
                    </a:cubicBezTo>
                    <a:lnTo>
                      <a:pt x="26165" y="110765"/>
                    </a:lnTo>
                    <a:cubicBezTo>
                      <a:pt x="27240" y="110765"/>
                      <a:pt x="27240" y="109689"/>
                      <a:pt x="27240" y="107538"/>
                    </a:cubicBezTo>
                    <a:cubicBezTo>
                      <a:pt x="27240" y="105388"/>
                      <a:pt x="28315" y="104312"/>
                      <a:pt x="28315" y="104312"/>
                    </a:cubicBezTo>
                    <a:cubicBezTo>
                      <a:pt x="29389" y="101086"/>
                      <a:pt x="31539" y="97860"/>
                      <a:pt x="29389" y="98935"/>
                    </a:cubicBezTo>
                    <a:cubicBezTo>
                      <a:pt x="28315" y="98935"/>
                      <a:pt x="28315" y="98935"/>
                      <a:pt x="28315" y="97860"/>
                    </a:cubicBezTo>
                    <a:cubicBezTo>
                      <a:pt x="29389" y="96785"/>
                      <a:pt x="31539" y="93558"/>
                      <a:pt x="33688" y="94634"/>
                    </a:cubicBezTo>
                    <a:cubicBezTo>
                      <a:pt x="34762" y="94634"/>
                      <a:pt x="34762" y="94634"/>
                      <a:pt x="34762" y="93558"/>
                    </a:cubicBezTo>
                    <a:cubicBezTo>
                      <a:pt x="34762" y="92483"/>
                      <a:pt x="35837" y="92483"/>
                      <a:pt x="35837" y="92483"/>
                    </a:cubicBezTo>
                    <a:cubicBezTo>
                      <a:pt x="36912" y="92483"/>
                      <a:pt x="36912" y="91408"/>
                      <a:pt x="36912" y="91408"/>
                    </a:cubicBezTo>
                    <a:cubicBezTo>
                      <a:pt x="36912" y="90332"/>
                      <a:pt x="36912" y="90332"/>
                      <a:pt x="36912" y="90332"/>
                    </a:cubicBezTo>
                    <a:cubicBezTo>
                      <a:pt x="35837" y="91408"/>
                      <a:pt x="35837" y="89257"/>
                      <a:pt x="37987" y="87106"/>
                    </a:cubicBezTo>
                    <a:cubicBezTo>
                      <a:pt x="39061" y="86031"/>
                      <a:pt x="39061" y="86031"/>
                      <a:pt x="39061" y="86031"/>
                    </a:cubicBezTo>
                    <a:cubicBezTo>
                      <a:pt x="37987" y="84955"/>
                      <a:pt x="37987" y="84955"/>
                      <a:pt x="39061" y="82805"/>
                    </a:cubicBezTo>
                    <a:cubicBezTo>
                      <a:pt x="40136" y="81729"/>
                      <a:pt x="40136" y="81729"/>
                      <a:pt x="40136" y="82805"/>
                    </a:cubicBezTo>
                    <a:cubicBezTo>
                      <a:pt x="40136" y="83880"/>
                      <a:pt x="41211" y="83880"/>
                      <a:pt x="41211" y="83880"/>
                    </a:cubicBezTo>
                    <a:cubicBezTo>
                      <a:pt x="42285" y="83880"/>
                      <a:pt x="42285" y="82805"/>
                      <a:pt x="42285" y="82805"/>
                    </a:cubicBezTo>
                    <a:cubicBezTo>
                      <a:pt x="42285" y="81729"/>
                      <a:pt x="42285" y="81729"/>
                      <a:pt x="43360" y="81729"/>
                    </a:cubicBezTo>
                    <a:cubicBezTo>
                      <a:pt x="44434" y="81729"/>
                      <a:pt x="44434" y="81729"/>
                      <a:pt x="43360" y="80654"/>
                    </a:cubicBezTo>
                    <a:cubicBezTo>
                      <a:pt x="42285" y="79578"/>
                      <a:pt x="42285" y="79578"/>
                      <a:pt x="43360" y="79578"/>
                    </a:cubicBezTo>
                    <a:cubicBezTo>
                      <a:pt x="44434" y="79578"/>
                      <a:pt x="48733" y="76352"/>
                      <a:pt x="48733" y="74201"/>
                    </a:cubicBezTo>
                    <a:cubicBezTo>
                      <a:pt x="48733" y="73126"/>
                      <a:pt x="48733" y="73126"/>
                      <a:pt x="47658" y="74201"/>
                    </a:cubicBezTo>
                    <a:cubicBezTo>
                      <a:pt x="46584" y="75277"/>
                      <a:pt x="46584" y="75277"/>
                      <a:pt x="47658" y="73126"/>
                    </a:cubicBezTo>
                    <a:cubicBezTo>
                      <a:pt x="48733" y="72051"/>
                      <a:pt x="48733" y="72051"/>
                      <a:pt x="50882" y="72051"/>
                    </a:cubicBezTo>
                    <a:cubicBezTo>
                      <a:pt x="50882" y="72051"/>
                      <a:pt x="51957" y="72051"/>
                      <a:pt x="51957" y="70975"/>
                    </a:cubicBezTo>
                    <a:cubicBezTo>
                      <a:pt x="51957" y="69900"/>
                      <a:pt x="53031" y="69900"/>
                      <a:pt x="53031" y="67749"/>
                    </a:cubicBezTo>
                    <a:cubicBezTo>
                      <a:pt x="54106" y="66674"/>
                      <a:pt x="54106" y="66674"/>
                      <a:pt x="53031" y="66674"/>
                    </a:cubicBezTo>
                    <a:cubicBezTo>
                      <a:pt x="51957" y="67749"/>
                      <a:pt x="51957" y="67749"/>
                      <a:pt x="53031" y="65598"/>
                    </a:cubicBezTo>
                    <a:cubicBezTo>
                      <a:pt x="54106" y="64523"/>
                      <a:pt x="56255" y="62372"/>
                      <a:pt x="56255" y="62372"/>
                    </a:cubicBezTo>
                    <a:cubicBezTo>
                      <a:pt x="57330" y="61297"/>
                      <a:pt x="57330" y="59146"/>
                      <a:pt x="59480" y="59146"/>
                    </a:cubicBezTo>
                    <a:cubicBezTo>
                      <a:pt x="73450" y="43015"/>
                      <a:pt x="89569" y="22583"/>
                      <a:pt x="103539" y="9678"/>
                    </a:cubicBezTo>
                    <a:cubicBezTo>
                      <a:pt x="104614" y="8603"/>
                      <a:pt x="108913" y="6452"/>
                      <a:pt x="109987" y="4301"/>
                    </a:cubicBezTo>
                    <a:cubicBezTo>
                      <a:pt x="113211" y="1075"/>
                      <a:pt x="115360" y="0"/>
                      <a:pt x="115360" y="0"/>
                    </a:cubicBezTo>
                    <a:cubicBezTo>
                      <a:pt x="116435" y="0"/>
                      <a:pt x="115360" y="3226"/>
                      <a:pt x="112136" y="8603"/>
                    </a:cubicBezTo>
                    <a:cubicBezTo>
                      <a:pt x="101390" y="30111"/>
                      <a:pt x="87420" y="52694"/>
                      <a:pt x="74524" y="73126"/>
                    </a:cubicBezTo>
                    <a:cubicBezTo>
                      <a:pt x="73450" y="74201"/>
                      <a:pt x="71300" y="76352"/>
                      <a:pt x="71300" y="77428"/>
                    </a:cubicBezTo>
                    <a:cubicBezTo>
                      <a:pt x="70226" y="78503"/>
                      <a:pt x="67001" y="82805"/>
                      <a:pt x="67001" y="82805"/>
                    </a:cubicBezTo>
                    <a:cubicBezTo>
                      <a:pt x="67001" y="82805"/>
                      <a:pt x="65927" y="86031"/>
                      <a:pt x="63778" y="88181"/>
                    </a:cubicBezTo>
                    <a:cubicBezTo>
                      <a:pt x="62703" y="91408"/>
                      <a:pt x="58404" y="94634"/>
                      <a:pt x="58404" y="96785"/>
                    </a:cubicBezTo>
                    <a:cubicBezTo>
                      <a:pt x="49808" y="112915"/>
                      <a:pt x="32614" y="132272"/>
                      <a:pt x="21867" y="143026"/>
                    </a:cubicBezTo>
                    <a:cubicBezTo>
                      <a:pt x="15419" y="149478"/>
                      <a:pt x="1449" y="159157"/>
                      <a:pt x="375" y="158081"/>
                    </a:cubicBezTo>
                    <a:cubicBezTo>
                      <a:pt x="-1775" y="158081"/>
                      <a:pt x="5748" y="141951"/>
                      <a:pt x="12195" y="13334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797" name="Graphic 29">
              <a:extLst>
                <a:ext uri="{FF2B5EF4-FFF2-40B4-BE49-F238E27FC236}">
                  <a16:creationId xmlns:a16="http://schemas.microsoft.com/office/drawing/2014/main" id="{100CE341-9145-D77E-4AB9-E4D9080BAEC4}"/>
                </a:ext>
              </a:extLst>
            </p:cNvPr>
            <p:cNvGrpSpPr/>
            <p:nvPr/>
          </p:nvGrpSpPr>
          <p:grpSpPr>
            <a:xfrm>
              <a:off x="6418129" y="3167952"/>
              <a:ext cx="642263" cy="282826"/>
              <a:chOff x="6418129" y="3167952"/>
              <a:chExt cx="642263" cy="282826"/>
            </a:xfrm>
            <a:solidFill>
              <a:srgbClr val="93C83D"/>
            </a:solidFill>
          </p:grpSpPr>
          <p:sp>
            <p:nvSpPr>
              <p:cNvPr id="798" name="Freeform 797">
                <a:extLst>
                  <a:ext uri="{FF2B5EF4-FFF2-40B4-BE49-F238E27FC236}">
                    <a16:creationId xmlns:a16="http://schemas.microsoft.com/office/drawing/2014/main" id="{6CF130F6-2F41-2159-A077-8733CB0C335B}"/>
                  </a:ext>
                </a:extLst>
              </p:cNvPr>
              <p:cNvSpPr/>
              <p:nvPr/>
            </p:nvSpPr>
            <p:spPr>
              <a:xfrm>
                <a:off x="6418129" y="3182837"/>
                <a:ext cx="220466" cy="267940"/>
              </a:xfrm>
              <a:custGeom>
                <a:avLst/>
                <a:gdLst>
                  <a:gd name="connsiteX0" fmla="*/ 6448 w 220466"/>
                  <a:gd name="connsiteY0" fmla="*/ 241056 h 267940"/>
                  <a:gd name="connsiteX1" fmla="*/ 7523 w 220466"/>
                  <a:gd name="connsiteY1" fmla="*/ 236754 h 267940"/>
                  <a:gd name="connsiteX2" fmla="*/ 8597 w 220466"/>
                  <a:gd name="connsiteY2" fmla="*/ 235679 h 267940"/>
                  <a:gd name="connsiteX3" fmla="*/ 10746 w 220466"/>
                  <a:gd name="connsiteY3" fmla="*/ 232453 h 267940"/>
                  <a:gd name="connsiteX4" fmla="*/ 67702 w 220466"/>
                  <a:gd name="connsiteY4" fmla="*/ 148573 h 267940"/>
                  <a:gd name="connsiteX5" fmla="*/ 82747 w 220466"/>
                  <a:gd name="connsiteY5" fmla="*/ 129216 h 267940"/>
                  <a:gd name="connsiteX6" fmla="*/ 85971 w 220466"/>
                  <a:gd name="connsiteY6" fmla="*/ 125990 h 267940"/>
                  <a:gd name="connsiteX7" fmla="*/ 147225 w 220466"/>
                  <a:gd name="connsiteY7" fmla="*/ 65768 h 267940"/>
                  <a:gd name="connsiteX8" fmla="*/ 157972 w 220466"/>
                  <a:gd name="connsiteY8" fmla="*/ 56090 h 267940"/>
                  <a:gd name="connsiteX9" fmla="*/ 157972 w 220466"/>
                  <a:gd name="connsiteY9" fmla="*/ 55014 h 267940"/>
                  <a:gd name="connsiteX10" fmla="*/ 161195 w 220466"/>
                  <a:gd name="connsiteY10" fmla="*/ 46411 h 267940"/>
                  <a:gd name="connsiteX11" fmla="*/ 162270 w 220466"/>
                  <a:gd name="connsiteY11" fmla="*/ 42110 h 267940"/>
                  <a:gd name="connsiteX12" fmla="*/ 161195 w 220466"/>
                  <a:gd name="connsiteY12" fmla="*/ 43185 h 267940"/>
                  <a:gd name="connsiteX13" fmla="*/ 161195 w 220466"/>
                  <a:gd name="connsiteY13" fmla="*/ 41034 h 267940"/>
                  <a:gd name="connsiteX14" fmla="*/ 163345 w 220466"/>
                  <a:gd name="connsiteY14" fmla="*/ 34582 h 267940"/>
                  <a:gd name="connsiteX15" fmla="*/ 164419 w 220466"/>
                  <a:gd name="connsiteY15" fmla="*/ 30281 h 267940"/>
                  <a:gd name="connsiteX16" fmla="*/ 159046 w 220466"/>
                  <a:gd name="connsiteY16" fmla="*/ 34582 h 267940"/>
                  <a:gd name="connsiteX17" fmla="*/ 157972 w 220466"/>
                  <a:gd name="connsiteY17" fmla="*/ 34582 h 267940"/>
                  <a:gd name="connsiteX18" fmla="*/ 155822 w 220466"/>
                  <a:gd name="connsiteY18" fmla="*/ 35657 h 267940"/>
                  <a:gd name="connsiteX19" fmla="*/ 154748 w 220466"/>
                  <a:gd name="connsiteY19" fmla="*/ 36733 h 267940"/>
                  <a:gd name="connsiteX20" fmla="*/ 141852 w 220466"/>
                  <a:gd name="connsiteY20" fmla="*/ 49637 h 267940"/>
                  <a:gd name="connsiteX21" fmla="*/ 134329 w 220466"/>
                  <a:gd name="connsiteY21" fmla="*/ 57165 h 267940"/>
                  <a:gd name="connsiteX22" fmla="*/ 105314 w 220466"/>
                  <a:gd name="connsiteY22" fmla="*/ 85125 h 267940"/>
                  <a:gd name="connsiteX23" fmla="*/ 96717 w 220466"/>
                  <a:gd name="connsiteY23" fmla="*/ 88351 h 267940"/>
                  <a:gd name="connsiteX24" fmla="*/ 90270 w 220466"/>
                  <a:gd name="connsiteY24" fmla="*/ 85125 h 267940"/>
                  <a:gd name="connsiteX25" fmla="*/ 91344 w 220466"/>
                  <a:gd name="connsiteY25" fmla="*/ 36733 h 267940"/>
                  <a:gd name="connsiteX26" fmla="*/ 92418 w 220466"/>
                  <a:gd name="connsiteY26" fmla="*/ 35657 h 267940"/>
                  <a:gd name="connsiteX27" fmla="*/ 93493 w 220466"/>
                  <a:gd name="connsiteY27" fmla="*/ 33507 h 267940"/>
                  <a:gd name="connsiteX28" fmla="*/ 94568 w 220466"/>
                  <a:gd name="connsiteY28" fmla="*/ 31356 h 267940"/>
                  <a:gd name="connsiteX29" fmla="*/ 95643 w 220466"/>
                  <a:gd name="connsiteY29" fmla="*/ 30281 h 267940"/>
                  <a:gd name="connsiteX30" fmla="*/ 102090 w 220466"/>
                  <a:gd name="connsiteY30" fmla="*/ 21677 h 267940"/>
                  <a:gd name="connsiteX31" fmla="*/ 104240 w 220466"/>
                  <a:gd name="connsiteY31" fmla="*/ 19527 h 267940"/>
                  <a:gd name="connsiteX32" fmla="*/ 109613 w 220466"/>
                  <a:gd name="connsiteY32" fmla="*/ 11999 h 267940"/>
                  <a:gd name="connsiteX33" fmla="*/ 113911 w 220466"/>
                  <a:gd name="connsiteY33" fmla="*/ 4471 h 267940"/>
                  <a:gd name="connsiteX34" fmla="*/ 122509 w 220466"/>
                  <a:gd name="connsiteY34" fmla="*/ 170 h 267940"/>
                  <a:gd name="connsiteX35" fmla="*/ 125733 w 220466"/>
                  <a:gd name="connsiteY35" fmla="*/ 170 h 267940"/>
                  <a:gd name="connsiteX36" fmla="*/ 139703 w 220466"/>
                  <a:gd name="connsiteY36" fmla="*/ 5547 h 267940"/>
                  <a:gd name="connsiteX37" fmla="*/ 140777 w 220466"/>
                  <a:gd name="connsiteY37" fmla="*/ 11999 h 267940"/>
                  <a:gd name="connsiteX38" fmla="*/ 138628 w 220466"/>
                  <a:gd name="connsiteY38" fmla="*/ 16301 h 267940"/>
                  <a:gd name="connsiteX39" fmla="*/ 133255 w 220466"/>
                  <a:gd name="connsiteY39" fmla="*/ 21677 h 267940"/>
                  <a:gd name="connsiteX40" fmla="*/ 125733 w 220466"/>
                  <a:gd name="connsiteY40" fmla="*/ 31356 h 267940"/>
                  <a:gd name="connsiteX41" fmla="*/ 110687 w 220466"/>
                  <a:gd name="connsiteY41" fmla="*/ 51788 h 267940"/>
                  <a:gd name="connsiteX42" fmla="*/ 102090 w 220466"/>
                  <a:gd name="connsiteY42" fmla="*/ 71145 h 267940"/>
                  <a:gd name="connsiteX43" fmla="*/ 108538 w 220466"/>
                  <a:gd name="connsiteY43" fmla="*/ 65768 h 267940"/>
                  <a:gd name="connsiteX44" fmla="*/ 144001 w 220466"/>
                  <a:gd name="connsiteY44" fmla="*/ 31356 h 267940"/>
                  <a:gd name="connsiteX45" fmla="*/ 157972 w 220466"/>
                  <a:gd name="connsiteY45" fmla="*/ 20602 h 267940"/>
                  <a:gd name="connsiteX46" fmla="*/ 162270 w 220466"/>
                  <a:gd name="connsiteY46" fmla="*/ 17376 h 267940"/>
                  <a:gd name="connsiteX47" fmla="*/ 175166 w 220466"/>
                  <a:gd name="connsiteY47" fmla="*/ 5547 h 267940"/>
                  <a:gd name="connsiteX48" fmla="*/ 179464 w 220466"/>
                  <a:gd name="connsiteY48" fmla="*/ 6622 h 267940"/>
                  <a:gd name="connsiteX49" fmla="*/ 180539 w 220466"/>
                  <a:gd name="connsiteY49" fmla="*/ 6622 h 267940"/>
                  <a:gd name="connsiteX50" fmla="*/ 180539 w 220466"/>
                  <a:gd name="connsiteY50" fmla="*/ 7697 h 267940"/>
                  <a:gd name="connsiteX51" fmla="*/ 185912 w 220466"/>
                  <a:gd name="connsiteY51" fmla="*/ 10924 h 267940"/>
                  <a:gd name="connsiteX52" fmla="*/ 188061 w 220466"/>
                  <a:gd name="connsiteY52" fmla="*/ 14150 h 267940"/>
                  <a:gd name="connsiteX53" fmla="*/ 189136 w 220466"/>
                  <a:gd name="connsiteY53" fmla="*/ 21677 h 267940"/>
                  <a:gd name="connsiteX54" fmla="*/ 188061 w 220466"/>
                  <a:gd name="connsiteY54" fmla="*/ 27054 h 267940"/>
                  <a:gd name="connsiteX55" fmla="*/ 186987 w 220466"/>
                  <a:gd name="connsiteY55" fmla="*/ 30281 h 267940"/>
                  <a:gd name="connsiteX56" fmla="*/ 184838 w 220466"/>
                  <a:gd name="connsiteY56" fmla="*/ 37808 h 267940"/>
                  <a:gd name="connsiteX57" fmla="*/ 182688 w 220466"/>
                  <a:gd name="connsiteY57" fmla="*/ 43185 h 267940"/>
                  <a:gd name="connsiteX58" fmla="*/ 184838 w 220466"/>
                  <a:gd name="connsiteY58" fmla="*/ 43185 h 267940"/>
                  <a:gd name="connsiteX59" fmla="*/ 193434 w 220466"/>
                  <a:gd name="connsiteY59" fmla="*/ 42110 h 267940"/>
                  <a:gd name="connsiteX60" fmla="*/ 205255 w 220466"/>
                  <a:gd name="connsiteY60" fmla="*/ 42110 h 267940"/>
                  <a:gd name="connsiteX61" fmla="*/ 219226 w 220466"/>
                  <a:gd name="connsiteY61" fmla="*/ 48562 h 267940"/>
                  <a:gd name="connsiteX62" fmla="*/ 219226 w 220466"/>
                  <a:gd name="connsiteY62" fmla="*/ 51788 h 267940"/>
                  <a:gd name="connsiteX63" fmla="*/ 218151 w 220466"/>
                  <a:gd name="connsiteY63" fmla="*/ 50713 h 267940"/>
                  <a:gd name="connsiteX64" fmla="*/ 208480 w 220466"/>
                  <a:gd name="connsiteY64" fmla="*/ 44261 h 267940"/>
                  <a:gd name="connsiteX65" fmla="*/ 190211 w 220466"/>
                  <a:gd name="connsiteY65" fmla="*/ 48562 h 267940"/>
                  <a:gd name="connsiteX66" fmla="*/ 185912 w 220466"/>
                  <a:gd name="connsiteY66" fmla="*/ 49637 h 267940"/>
                  <a:gd name="connsiteX67" fmla="*/ 177315 w 220466"/>
                  <a:gd name="connsiteY67" fmla="*/ 56090 h 267940"/>
                  <a:gd name="connsiteX68" fmla="*/ 176241 w 220466"/>
                  <a:gd name="connsiteY68" fmla="*/ 60391 h 267940"/>
                  <a:gd name="connsiteX69" fmla="*/ 171942 w 220466"/>
                  <a:gd name="connsiteY69" fmla="*/ 71145 h 267940"/>
                  <a:gd name="connsiteX70" fmla="*/ 167643 w 220466"/>
                  <a:gd name="connsiteY70" fmla="*/ 80824 h 267940"/>
                  <a:gd name="connsiteX71" fmla="*/ 164419 w 220466"/>
                  <a:gd name="connsiteY71" fmla="*/ 87276 h 267940"/>
                  <a:gd name="connsiteX72" fmla="*/ 159046 w 220466"/>
                  <a:gd name="connsiteY72" fmla="*/ 98030 h 267940"/>
                  <a:gd name="connsiteX73" fmla="*/ 154748 w 220466"/>
                  <a:gd name="connsiteY73" fmla="*/ 105557 h 267940"/>
                  <a:gd name="connsiteX74" fmla="*/ 153673 w 220466"/>
                  <a:gd name="connsiteY74" fmla="*/ 107708 h 267940"/>
                  <a:gd name="connsiteX75" fmla="*/ 151523 w 220466"/>
                  <a:gd name="connsiteY75" fmla="*/ 112010 h 267940"/>
                  <a:gd name="connsiteX76" fmla="*/ 145076 w 220466"/>
                  <a:gd name="connsiteY76" fmla="*/ 124914 h 267940"/>
                  <a:gd name="connsiteX77" fmla="*/ 144001 w 220466"/>
                  <a:gd name="connsiteY77" fmla="*/ 127065 h 267940"/>
                  <a:gd name="connsiteX78" fmla="*/ 142926 w 220466"/>
                  <a:gd name="connsiteY78" fmla="*/ 128141 h 267940"/>
                  <a:gd name="connsiteX79" fmla="*/ 141852 w 220466"/>
                  <a:gd name="connsiteY79" fmla="*/ 129216 h 267940"/>
                  <a:gd name="connsiteX80" fmla="*/ 140777 w 220466"/>
                  <a:gd name="connsiteY80" fmla="*/ 130291 h 267940"/>
                  <a:gd name="connsiteX81" fmla="*/ 139703 w 220466"/>
                  <a:gd name="connsiteY81" fmla="*/ 131367 h 267940"/>
                  <a:gd name="connsiteX82" fmla="*/ 137553 w 220466"/>
                  <a:gd name="connsiteY82" fmla="*/ 135668 h 267940"/>
                  <a:gd name="connsiteX83" fmla="*/ 135404 w 220466"/>
                  <a:gd name="connsiteY83" fmla="*/ 137819 h 267940"/>
                  <a:gd name="connsiteX84" fmla="*/ 134329 w 220466"/>
                  <a:gd name="connsiteY84" fmla="*/ 138894 h 267940"/>
                  <a:gd name="connsiteX85" fmla="*/ 134329 w 220466"/>
                  <a:gd name="connsiteY85" fmla="*/ 139970 h 267940"/>
                  <a:gd name="connsiteX86" fmla="*/ 134329 w 220466"/>
                  <a:gd name="connsiteY86" fmla="*/ 141045 h 267940"/>
                  <a:gd name="connsiteX87" fmla="*/ 133255 w 220466"/>
                  <a:gd name="connsiteY87" fmla="*/ 142121 h 267940"/>
                  <a:gd name="connsiteX88" fmla="*/ 132180 w 220466"/>
                  <a:gd name="connsiteY88" fmla="*/ 143196 h 267940"/>
                  <a:gd name="connsiteX89" fmla="*/ 130031 w 220466"/>
                  <a:gd name="connsiteY89" fmla="*/ 146422 h 267940"/>
                  <a:gd name="connsiteX90" fmla="*/ 125733 w 220466"/>
                  <a:gd name="connsiteY90" fmla="*/ 151799 h 267940"/>
                  <a:gd name="connsiteX91" fmla="*/ 124658 w 220466"/>
                  <a:gd name="connsiteY91" fmla="*/ 153950 h 267940"/>
                  <a:gd name="connsiteX92" fmla="*/ 123583 w 220466"/>
                  <a:gd name="connsiteY92" fmla="*/ 155025 h 267940"/>
                  <a:gd name="connsiteX93" fmla="*/ 122509 w 220466"/>
                  <a:gd name="connsiteY93" fmla="*/ 157176 h 267940"/>
                  <a:gd name="connsiteX94" fmla="*/ 120359 w 220466"/>
                  <a:gd name="connsiteY94" fmla="*/ 160402 h 267940"/>
                  <a:gd name="connsiteX95" fmla="*/ 118210 w 220466"/>
                  <a:gd name="connsiteY95" fmla="*/ 163628 h 267940"/>
                  <a:gd name="connsiteX96" fmla="*/ 117136 w 220466"/>
                  <a:gd name="connsiteY96" fmla="*/ 164704 h 267940"/>
                  <a:gd name="connsiteX97" fmla="*/ 116061 w 220466"/>
                  <a:gd name="connsiteY97" fmla="*/ 166854 h 267940"/>
                  <a:gd name="connsiteX98" fmla="*/ 114986 w 220466"/>
                  <a:gd name="connsiteY98" fmla="*/ 169005 h 267940"/>
                  <a:gd name="connsiteX99" fmla="*/ 113911 w 220466"/>
                  <a:gd name="connsiteY99" fmla="*/ 170081 h 267940"/>
                  <a:gd name="connsiteX100" fmla="*/ 111762 w 220466"/>
                  <a:gd name="connsiteY100" fmla="*/ 172231 h 267940"/>
                  <a:gd name="connsiteX101" fmla="*/ 109613 w 220466"/>
                  <a:gd name="connsiteY101" fmla="*/ 175457 h 267940"/>
                  <a:gd name="connsiteX102" fmla="*/ 107464 w 220466"/>
                  <a:gd name="connsiteY102" fmla="*/ 178684 h 267940"/>
                  <a:gd name="connsiteX103" fmla="*/ 106389 w 220466"/>
                  <a:gd name="connsiteY103" fmla="*/ 181910 h 267940"/>
                  <a:gd name="connsiteX104" fmla="*/ 98867 w 220466"/>
                  <a:gd name="connsiteY104" fmla="*/ 191588 h 267940"/>
                  <a:gd name="connsiteX105" fmla="*/ 90270 w 220466"/>
                  <a:gd name="connsiteY105" fmla="*/ 202342 h 267940"/>
                  <a:gd name="connsiteX106" fmla="*/ 87045 w 220466"/>
                  <a:gd name="connsiteY106" fmla="*/ 207719 h 267940"/>
                  <a:gd name="connsiteX107" fmla="*/ 84897 w 220466"/>
                  <a:gd name="connsiteY107" fmla="*/ 210945 h 267940"/>
                  <a:gd name="connsiteX108" fmla="*/ 81672 w 220466"/>
                  <a:gd name="connsiteY108" fmla="*/ 215247 h 267940"/>
                  <a:gd name="connsiteX109" fmla="*/ 74150 w 220466"/>
                  <a:gd name="connsiteY109" fmla="*/ 223850 h 267940"/>
                  <a:gd name="connsiteX110" fmla="*/ 69851 w 220466"/>
                  <a:gd name="connsiteY110" fmla="*/ 229227 h 267940"/>
                  <a:gd name="connsiteX111" fmla="*/ 68777 w 220466"/>
                  <a:gd name="connsiteY111" fmla="*/ 231377 h 267940"/>
                  <a:gd name="connsiteX112" fmla="*/ 64478 w 220466"/>
                  <a:gd name="connsiteY112" fmla="*/ 236754 h 267940"/>
                  <a:gd name="connsiteX113" fmla="*/ 60179 w 220466"/>
                  <a:gd name="connsiteY113" fmla="*/ 241056 h 267940"/>
                  <a:gd name="connsiteX114" fmla="*/ 38687 w 220466"/>
                  <a:gd name="connsiteY114" fmla="*/ 260413 h 267940"/>
                  <a:gd name="connsiteX115" fmla="*/ 34388 w 220466"/>
                  <a:gd name="connsiteY115" fmla="*/ 262564 h 267940"/>
                  <a:gd name="connsiteX116" fmla="*/ 19343 w 220466"/>
                  <a:gd name="connsiteY116" fmla="*/ 267941 h 267940"/>
                  <a:gd name="connsiteX117" fmla="*/ 13970 w 220466"/>
                  <a:gd name="connsiteY117" fmla="*/ 266865 h 267940"/>
                  <a:gd name="connsiteX118" fmla="*/ 7523 w 220466"/>
                  <a:gd name="connsiteY118" fmla="*/ 261488 h 267940"/>
                  <a:gd name="connsiteX119" fmla="*/ 0 w 220466"/>
                  <a:gd name="connsiteY119" fmla="*/ 251810 h 267940"/>
                  <a:gd name="connsiteX120" fmla="*/ 6448 w 220466"/>
                  <a:gd name="connsiteY120" fmla="*/ 241056 h 267940"/>
                  <a:gd name="connsiteX121" fmla="*/ 23642 w 220466"/>
                  <a:gd name="connsiteY121" fmla="*/ 248584 h 267940"/>
                  <a:gd name="connsiteX122" fmla="*/ 47284 w 220466"/>
                  <a:gd name="connsiteY122" fmla="*/ 232453 h 267940"/>
                  <a:gd name="connsiteX123" fmla="*/ 87045 w 220466"/>
                  <a:gd name="connsiteY123" fmla="*/ 181910 h 267940"/>
                  <a:gd name="connsiteX124" fmla="*/ 93493 w 220466"/>
                  <a:gd name="connsiteY124" fmla="*/ 173307 h 267940"/>
                  <a:gd name="connsiteX125" fmla="*/ 96717 w 220466"/>
                  <a:gd name="connsiteY125" fmla="*/ 166854 h 267940"/>
                  <a:gd name="connsiteX126" fmla="*/ 101016 w 220466"/>
                  <a:gd name="connsiteY126" fmla="*/ 160402 h 267940"/>
                  <a:gd name="connsiteX127" fmla="*/ 103165 w 220466"/>
                  <a:gd name="connsiteY127" fmla="*/ 156100 h 267940"/>
                  <a:gd name="connsiteX128" fmla="*/ 144001 w 220466"/>
                  <a:gd name="connsiteY128" fmla="*/ 85125 h 267940"/>
                  <a:gd name="connsiteX129" fmla="*/ 146150 w 220466"/>
                  <a:gd name="connsiteY129" fmla="*/ 76522 h 267940"/>
                  <a:gd name="connsiteX130" fmla="*/ 140777 w 220466"/>
                  <a:gd name="connsiteY130" fmla="*/ 80824 h 267940"/>
                  <a:gd name="connsiteX131" fmla="*/ 133255 w 220466"/>
                  <a:gd name="connsiteY131" fmla="*/ 86200 h 267940"/>
                  <a:gd name="connsiteX132" fmla="*/ 83821 w 220466"/>
                  <a:gd name="connsiteY132" fmla="*/ 141045 h 267940"/>
                  <a:gd name="connsiteX133" fmla="*/ 80598 w 220466"/>
                  <a:gd name="connsiteY133" fmla="*/ 144271 h 267940"/>
                  <a:gd name="connsiteX134" fmla="*/ 77374 w 220466"/>
                  <a:gd name="connsiteY134" fmla="*/ 147497 h 267940"/>
                  <a:gd name="connsiteX135" fmla="*/ 77374 w 220466"/>
                  <a:gd name="connsiteY135" fmla="*/ 149648 h 267940"/>
                  <a:gd name="connsiteX136" fmla="*/ 77374 w 220466"/>
                  <a:gd name="connsiteY136" fmla="*/ 150724 h 267940"/>
                  <a:gd name="connsiteX137" fmla="*/ 75225 w 220466"/>
                  <a:gd name="connsiteY137" fmla="*/ 153950 h 267940"/>
                  <a:gd name="connsiteX138" fmla="*/ 74150 w 220466"/>
                  <a:gd name="connsiteY138" fmla="*/ 155025 h 267940"/>
                  <a:gd name="connsiteX139" fmla="*/ 72001 w 220466"/>
                  <a:gd name="connsiteY139" fmla="*/ 156100 h 267940"/>
                  <a:gd name="connsiteX140" fmla="*/ 72001 w 220466"/>
                  <a:gd name="connsiteY140" fmla="*/ 157176 h 267940"/>
                  <a:gd name="connsiteX141" fmla="*/ 73075 w 220466"/>
                  <a:gd name="connsiteY141" fmla="*/ 157176 h 267940"/>
                  <a:gd name="connsiteX142" fmla="*/ 67702 w 220466"/>
                  <a:gd name="connsiteY142" fmla="*/ 162553 h 267940"/>
                  <a:gd name="connsiteX143" fmla="*/ 67702 w 220466"/>
                  <a:gd name="connsiteY143" fmla="*/ 163628 h 267940"/>
                  <a:gd name="connsiteX144" fmla="*/ 67702 w 220466"/>
                  <a:gd name="connsiteY144" fmla="*/ 164704 h 267940"/>
                  <a:gd name="connsiteX145" fmla="*/ 66628 w 220466"/>
                  <a:gd name="connsiteY145" fmla="*/ 165779 h 267940"/>
                  <a:gd name="connsiteX146" fmla="*/ 65553 w 220466"/>
                  <a:gd name="connsiteY146" fmla="*/ 166854 h 267940"/>
                  <a:gd name="connsiteX147" fmla="*/ 64478 w 220466"/>
                  <a:gd name="connsiteY147" fmla="*/ 165779 h 267940"/>
                  <a:gd name="connsiteX148" fmla="*/ 63404 w 220466"/>
                  <a:gd name="connsiteY148" fmla="*/ 165779 h 267940"/>
                  <a:gd name="connsiteX149" fmla="*/ 63404 w 220466"/>
                  <a:gd name="connsiteY149" fmla="*/ 167930 h 267940"/>
                  <a:gd name="connsiteX150" fmla="*/ 62329 w 220466"/>
                  <a:gd name="connsiteY150" fmla="*/ 170081 h 267940"/>
                  <a:gd name="connsiteX151" fmla="*/ 61254 w 220466"/>
                  <a:gd name="connsiteY151" fmla="*/ 173307 h 267940"/>
                  <a:gd name="connsiteX152" fmla="*/ 61254 w 220466"/>
                  <a:gd name="connsiteY152" fmla="*/ 174382 h 267940"/>
                  <a:gd name="connsiteX153" fmla="*/ 59105 w 220466"/>
                  <a:gd name="connsiteY153" fmla="*/ 175457 h 267940"/>
                  <a:gd name="connsiteX154" fmla="*/ 58031 w 220466"/>
                  <a:gd name="connsiteY154" fmla="*/ 177608 h 267940"/>
                  <a:gd name="connsiteX155" fmla="*/ 56956 w 220466"/>
                  <a:gd name="connsiteY155" fmla="*/ 178684 h 267940"/>
                  <a:gd name="connsiteX156" fmla="*/ 51582 w 220466"/>
                  <a:gd name="connsiteY156" fmla="*/ 181910 h 267940"/>
                  <a:gd name="connsiteX157" fmla="*/ 52657 w 220466"/>
                  <a:gd name="connsiteY157" fmla="*/ 182985 h 267940"/>
                  <a:gd name="connsiteX158" fmla="*/ 50508 w 220466"/>
                  <a:gd name="connsiteY158" fmla="*/ 189437 h 267940"/>
                  <a:gd name="connsiteX159" fmla="*/ 48359 w 220466"/>
                  <a:gd name="connsiteY159" fmla="*/ 193739 h 267940"/>
                  <a:gd name="connsiteX160" fmla="*/ 46209 w 220466"/>
                  <a:gd name="connsiteY160" fmla="*/ 196965 h 267940"/>
                  <a:gd name="connsiteX161" fmla="*/ 45135 w 220466"/>
                  <a:gd name="connsiteY161" fmla="*/ 200191 h 267940"/>
                  <a:gd name="connsiteX162" fmla="*/ 44060 w 220466"/>
                  <a:gd name="connsiteY162" fmla="*/ 202342 h 267940"/>
                  <a:gd name="connsiteX163" fmla="*/ 42985 w 220466"/>
                  <a:gd name="connsiteY163" fmla="*/ 203417 h 267940"/>
                  <a:gd name="connsiteX164" fmla="*/ 42985 w 220466"/>
                  <a:gd name="connsiteY164" fmla="*/ 205568 h 267940"/>
                  <a:gd name="connsiteX165" fmla="*/ 39762 w 220466"/>
                  <a:gd name="connsiteY165" fmla="*/ 208794 h 267940"/>
                  <a:gd name="connsiteX166" fmla="*/ 36538 w 220466"/>
                  <a:gd name="connsiteY166" fmla="*/ 213096 h 267940"/>
                  <a:gd name="connsiteX167" fmla="*/ 36538 w 220466"/>
                  <a:gd name="connsiteY167" fmla="*/ 214171 h 267940"/>
                  <a:gd name="connsiteX168" fmla="*/ 34388 w 220466"/>
                  <a:gd name="connsiteY168" fmla="*/ 218473 h 267940"/>
                  <a:gd name="connsiteX169" fmla="*/ 32239 w 220466"/>
                  <a:gd name="connsiteY169" fmla="*/ 222774 h 267940"/>
                  <a:gd name="connsiteX170" fmla="*/ 23642 w 220466"/>
                  <a:gd name="connsiteY170" fmla="*/ 248584 h 267940"/>
                  <a:gd name="connsiteX171" fmla="*/ 33313 w 220466"/>
                  <a:gd name="connsiteY171" fmla="*/ 251810 h 267940"/>
                  <a:gd name="connsiteX172" fmla="*/ 36538 w 220466"/>
                  <a:gd name="connsiteY172" fmla="*/ 250734 h 267940"/>
                  <a:gd name="connsiteX173" fmla="*/ 34388 w 220466"/>
                  <a:gd name="connsiteY173" fmla="*/ 250734 h 267940"/>
                  <a:gd name="connsiteX174" fmla="*/ 33313 w 220466"/>
                  <a:gd name="connsiteY174" fmla="*/ 251810 h 267940"/>
                  <a:gd name="connsiteX175" fmla="*/ 37612 w 220466"/>
                  <a:gd name="connsiteY175" fmla="*/ 249659 h 267940"/>
                  <a:gd name="connsiteX176" fmla="*/ 37612 w 220466"/>
                  <a:gd name="connsiteY176" fmla="*/ 249659 h 267940"/>
                  <a:gd name="connsiteX177" fmla="*/ 37612 w 220466"/>
                  <a:gd name="connsiteY177" fmla="*/ 248584 h 267940"/>
                  <a:gd name="connsiteX178" fmla="*/ 37612 w 220466"/>
                  <a:gd name="connsiteY178" fmla="*/ 249659 h 267940"/>
                  <a:gd name="connsiteX179" fmla="*/ 40836 w 220466"/>
                  <a:gd name="connsiteY179" fmla="*/ 247508 h 267940"/>
                  <a:gd name="connsiteX180" fmla="*/ 42985 w 220466"/>
                  <a:gd name="connsiteY180" fmla="*/ 245357 h 267940"/>
                  <a:gd name="connsiteX181" fmla="*/ 46209 w 220466"/>
                  <a:gd name="connsiteY181" fmla="*/ 242131 h 267940"/>
                  <a:gd name="connsiteX182" fmla="*/ 49433 w 220466"/>
                  <a:gd name="connsiteY182" fmla="*/ 238905 h 267940"/>
                  <a:gd name="connsiteX183" fmla="*/ 50508 w 220466"/>
                  <a:gd name="connsiteY183" fmla="*/ 237830 h 267940"/>
                  <a:gd name="connsiteX184" fmla="*/ 52657 w 220466"/>
                  <a:gd name="connsiteY184" fmla="*/ 236754 h 267940"/>
                  <a:gd name="connsiteX185" fmla="*/ 59105 w 220466"/>
                  <a:gd name="connsiteY185" fmla="*/ 230302 h 267940"/>
                  <a:gd name="connsiteX186" fmla="*/ 60179 w 220466"/>
                  <a:gd name="connsiteY186" fmla="*/ 229227 h 267940"/>
                  <a:gd name="connsiteX187" fmla="*/ 62329 w 220466"/>
                  <a:gd name="connsiteY187" fmla="*/ 226000 h 267940"/>
                  <a:gd name="connsiteX188" fmla="*/ 64478 w 220466"/>
                  <a:gd name="connsiteY188" fmla="*/ 223850 h 267940"/>
                  <a:gd name="connsiteX189" fmla="*/ 74150 w 220466"/>
                  <a:gd name="connsiteY189" fmla="*/ 212020 h 267940"/>
                  <a:gd name="connsiteX190" fmla="*/ 76299 w 220466"/>
                  <a:gd name="connsiteY190" fmla="*/ 209870 h 267940"/>
                  <a:gd name="connsiteX191" fmla="*/ 76299 w 220466"/>
                  <a:gd name="connsiteY191" fmla="*/ 208794 h 267940"/>
                  <a:gd name="connsiteX192" fmla="*/ 77374 w 220466"/>
                  <a:gd name="connsiteY192" fmla="*/ 206644 h 267940"/>
                  <a:gd name="connsiteX193" fmla="*/ 80598 w 220466"/>
                  <a:gd name="connsiteY193" fmla="*/ 202342 h 267940"/>
                  <a:gd name="connsiteX194" fmla="*/ 84897 w 220466"/>
                  <a:gd name="connsiteY194" fmla="*/ 195890 h 267940"/>
                  <a:gd name="connsiteX195" fmla="*/ 87045 w 220466"/>
                  <a:gd name="connsiteY195" fmla="*/ 188362 h 267940"/>
                  <a:gd name="connsiteX196" fmla="*/ 84897 w 220466"/>
                  <a:gd name="connsiteY196" fmla="*/ 192664 h 267940"/>
                  <a:gd name="connsiteX197" fmla="*/ 82747 w 220466"/>
                  <a:gd name="connsiteY197" fmla="*/ 194814 h 267940"/>
                  <a:gd name="connsiteX198" fmla="*/ 80598 w 220466"/>
                  <a:gd name="connsiteY198" fmla="*/ 195890 h 267940"/>
                  <a:gd name="connsiteX199" fmla="*/ 80598 w 220466"/>
                  <a:gd name="connsiteY199" fmla="*/ 196965 h 267940"/>
                  <a:gd name="connsiteX200" fmla="*/ 81672 w 220466"/>
                  <a:gd name="connsiteY200" fmla="*/ 196965 h 267940"/>
                  <a:gd name="connsiteX201" fmla="*/ 80598 w 220466"/>
                  <a:gd name="connsiteY201" fmla="*/ 198041 h 267940"/>
                  <a:gd name="connsiteX202" fmla="*/ 76299 w 220466"/>
                  <a:gd name="connsiteY202" fmla="*/ 202342 h 267940"/>
                  <a:gd name="connsiteX203" fmla="*/ 64478 w 220466"/>
                  <a:gd name="connsiteY203" fmla="*/ 217397 h 267940"/>
                  <a:gd name="connsiteX204" fmla="*/ 63404 w 220466"/>
                  <a:gd name="connsiteY204" fmla="*/ 220624 h 267940"/>
                  <a:gd name="connsiteX205" fmla="*/ 63404 w 220466"/>
                  <a:gd name="connsiteY205" fmla="*/ 220624 h 267940"/>
                  <a:gd name="connsiteX206" fmla="*/ 59105 w 220466"/>
                  <a:gd name="connsiteY206" fmla="*/ 224925 h 267940"/>
                  <a:gd name="connsiteX207" fmla="*/ 52657 w 220466"/>
                  <a:gd name="connsiteY207" fmla="*/ 231377 h 267940"/>
                  <a:gd name="connsiteX208" fmla="*/ 47284 w 220466"/>
                  <a:gd name="connsiteY208" fmla="*/ 237830 h 267940"/>
                  <a:gd name="connsiteX209" fmla="*/ 41911 w 220466"/>
                  <a:gd name="connsiteY209" fmla="*/ 244282 h 267940"/>
                  <a:gd name="connsiteX210" fmla="*/ 38687 w 220466"/>
                  <a:gd name="connsiteY210" fmla="*/ 248584 h 267940"/>
                  <a:gd name="connsiteX211" fmla="*/ 40836 w 220466"/>
                  <a:gd name="connsiteY211" fmla="*/ 247508 h 267940"/>
                  <a:gd name="connsiteX212" fmla="*/ 54806 w 220466"/>
                  <a:gd name="connsiteY212" fmla="*/ 185136 h 267940"/>
                  <a:gd name="connsiteX213" fmla="*/ 55881 w 220466"/>
                  <a:gd name="connsiteY213" fmla="*/ 182985 h 267940"/>
                  <a:gd name="connsiteX214" fmla="*/ 54806 w 220466"/>
                  <a:gd name="connsiteY214" fmla="*/ 184061 h 267940"/>
                  <a:gd name="connsiteX215" fmla="*/ 54806 w 220466"/>
                  <a:gd name="connsiteY215" fmla="*/ 185136 h 267940"/>
                  <a:gd name="connsiteX216" fmla="*/ 61254 w 220466"/>
                  <a:gd name="connsiteY216" fmla="*/ 175457 h 267940"/>
                  <a:gd name="connsiteX217" fmla="*/ 62329 w 220466"/>
                  <a:gd name="connsiteY217" fmla="*/ 172231 h 267940"/>
                  <a:gd name="connsiteX218" fmla="*/ 61254 w 220466"/>
                  <a:gd name="connsiteY218" fmla="*/ 174382 h 267940"/>
                  <a:gd name="connsiteX219" fmla="*/ 61254 w 220466"/>
                  <a:gd name="connsiteY219" fmla="*/ 175457 h 267940"/>
                  <a:gd name="connsiteX220" fmla="*/ 89195 w 220466"/>
                  <a:gd name="connsiteY220" fmla="*/ 186211 h 267940"/>
                  <a:gd name="connsiteX221" fmla="*/ 95643 w 220466"/>
                  <a:gd name="connsiteY221" fmla="*/ 179759 h 267940"/>
                  <a:gd name="connsiteX222" fmla="*/ 98867 w 220466"/>
                  <a:gd name="connsiteY222" fmla="*/ 175457 h 267940"/>
                  <a:gd name="connsiteX223" fmla="*/ 104240 w 220466"/>
                  <a:gd name="connsiteY223" fmla="*/ 167930 h 267940"/>
                  <a:gd name="connsiteX224" fmla="*/ 108538 w 220466"/>
                  <a:gd name="connsiteY224" fmla="*/ 161477 h 267940"/>
                  <a:gd name="connsiteX225" fmla="*/ 113911 w 220466"/>
                  <a:gd name="connsiteY225" fmla="*/ 151799 h 267940"/>
                  <a:gd name="connsiteX226" fmla="*/ 112837 w 220466"/>
                  <a:gd name="connsiteY226" fmla="*/ 151799 h 267940"/>
                  <a:gd name="connsiteX227" fmla="*/ 110687 w 220466"/>
                  <a:gd name="connsiteY227" fmla="*/ 156100 h 267940"/>
                  <a:gd name="connsiteX228" fmla="*/ 109613 w 220466"/>
                  <a:gd name="connsiteY228" fmla="*/ 157176 h 267940"/>
                  <a:gd name="connsiteX229" fmla="*/ 103165 w 220466"/>
                  <a:gd name="connsiteY229" fmla="*/ 166854 h 267940"/>
                  <a:gd name="connsiteX230" fmla="*/ 102090 w 220466"/>
                  <a:gd name="connsiteY230" fmla="*/ 169005 h 267940"/>
                  <a:gd name="connsiteX231" fmla="*/ 102090 w 220466"/>
                  <a:gd name="connsiteY231" fmla="*/ 167930 h 267940"/>
                  <a:gd name="connsiteX232" fmla="*/ 99941 w 220466"/>
                  <a:gd name="connsiteY232" fmla="*/ 171156 h 267940"/>
                  <a:gd name="connsiteX233" fmla="*/ 96717 w 220466"/>
                  <a:gd name="connsiteY233" fmla="*/ 177608 h 267940"/>
                  <a:gd name="connsiteX234" fmla="*/ 96717 w 220466"/>
                  <a:gd name="connsiteY234" fmla="*/ 178684 h 267940"/>
                  <a:gd name="connsiteX235" fmla="*/ 94568 w 220466"/>
                  <a:gd name="connsiteY235" fmla="*/ 181910 h 267940"/>
                  <a:gd name="connsiteX236" fmla="*/ 93493 w 220466"/>
                  <a:gd name="connsiteY236" fmla="*/ 182985 h 267940"/>
                  <a:gd name="connsiteX237" fmla="*/ 92418 w 220466"/>
                  <a:gd name="connsiteY237" fmla="*/ 185136 h 267940"/>
                  <a:gd name="connsiteX238" fmla="*/ 91344 w 220466"/>
                  <a:gd name="connsiteY238" fmla="*/ 187287 h 267940"/>
                  <a:gd name="connsiteX239" fmla="*/ 89195 w 220466"/>
                  <a:gd name="connsiteY239" fmla="*/ 186211 h 267940"/>
                  <a:gd name="connsiteX240" fmla="*/ 113911 w 220466"/>
                  <a:gd name="connsiteY240" fmla="*/ 149648 h 267940"/>
                  <a:gd name="connsiteX241" fmla="*/ 113911 w 220466"/>
                  <a:gd name="connsiteY241" fmla="*/ 149648 h 267940"/>
                  <a:gd name="connsiteX242" fmla="*/ 114986 w 220466"/>
                  <a:gd name="connsiteY242" fmla="*/ 147497 h 267940"/>
                  <a:gd name="connsiteX243" fmla="*/ 113911 w 220466"/>
                  <a:gd name="connsiteY243" fmla="*/ 147497 h 267940"/>
                  <a:gd name="connsiteX244" fmla="*/ 113911 w 220466"/>
                  <a:gd name="connsiteY244" fmla="*/ 149648 h 267940"/>
                  <a:gd name="connsiteX245" fmla="*/ 113911 w 220466"/>
                  <a:gd name="connsiteY245" fmla="*/ 150724 h 267940"/>
                  <a:gd name="connsiteX246" fmla="*/ 113911 w 220466"/>
                  <a:gd name="connsiteY246" fmla="*/ 149648 h 267940"/>
                  <a:gd name="connsiteX247" fmla="*/ 114986 w 220466"/>
                  <a:gd name="connsiteY247" fmla="*/ 146422 h 267940"/>
                  <a:gd name="connsiteX248" fmla="*/ 114986 w 220466"/>
                  <a:gd name="connsiteY248" fmla="*/ 146422 h 267940"/>
                  <a:gd name="connsiteX249" fmla="*/ 116061 w 220466"/>
                  <a:gd name="connsiteY249" fmla="*/ 144271 h 267940"/>
                  <a:gd name="connsiteX250" fmla="*/ 114986 w 220466"/>
                  <a:gd name="connsiteY250" fmla="*/ 146422 h 267940"/>
                  <a:gd name="connsiteX251" fmla="*/ 114986 w 220466"/>
                  <a:gd name="connsiteY251" fmla="*/ 146422 h 267940"/>
                  <a:gd name="connsiteX252" fmla="*/ 126807 w 220466"/>
                  <a:gd name="connsiteY252" fmla="*/ 125990 h 267940"/>
                  <a:gd name="connsiteX253" fmla="*/ 127882 w 220466"/>
                  <a:gd name="connsiteY253" fmla="*/ 124914 h 267940"/>
                  <a:gd name="connsiteX254" fmla="*/ 126807 w 220466"/>
                  <a:gd name="connsiteY254" fmla="*/ 125990 h 267940"/>
                  <a:gd name="connsiteX255" fmla="*/ 140777 w 220466"/>
                  <a:gd name="connsiteY255" fmla="*/ 118462 h 267940"/>
                  <a:gd name="connsiteX256" fmla="*/ 140777 w 220466"/>
                  <a:gd name="connsiteY256" fmla="*/ 118462 h 267940"/>
                  <a:gd name="connsiteX257" fmla="*/ 140777 w 220466"/>
                  <a:gd name="connsiteY257" fmla="*/ 118462 h 26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220466" h="267940">
                    <a:moveTo>
                      <a:pt x="6448" y="241056"/>
                    </a:moveTo>
                    <a:cubicBezTo>
                      <a:pt x="7523" y="238905"/>
                      <a:pt x="7523" y="236754"/>
                      <a:pt x="7523" y="236754"/>
                    </a:cubicBezTo>
                    <a:cubicBezTo>
                      <a:pt x="7523" y="235679"/>
                      <a:pt x="7523" y="235679"/>
                      <a:pt x="8597" y="235679"/>
                    </a:cubicBezTo>
                    <a:cubicBezTo>
                      <a:pt x="8597" y="235679"/>
                      <a:pt x="9672" y="234604"/>
                      <a:pt x="10746" y="232453"/>
                    </a:cubicBezTo>
                    <a:cubicBezTo>
                      <a:pt x="19343" y="213096"/>
                      <a:pt x="53732" y="165779"/>
                      <a:pt x="67702" y="148573"/>
                    </a:cubicBezTo>
                    <a:cubicBezTo>
                      <a:pt x="74150" y="141045"/>
                      <a:pt x="80598" y="132442"/>
                      <a:pt x="82747" y="129216"/>
                    </a:cubicBezTo>
                    <a:cubicBezTo>
                      <a:pt x="83821" y="128141"/>
                      <a:pt x="84897" y="127065"/>
                      <a:pt x="85971" y="125990"/>
                    </a:cubicBezTo>
                    <a:cubicBezTo>
                      <a:pt x="108538" y="103407"/>
                      <a:pt x="121434" y="85125"/>
                      <a:pt x="147225" y="65768"/>
                    </a:cubicBezTo>
                    <a:cubicBezTo>
                      <a:pt x="153673" y="61467"/>
                      <a:pt x="157972" y="57165"/>
                      <a:pt x="157972" y="56090"/>
                    </a:cubicBezTo>
                    <a:cubicBezTo>
                      <a:pt x="157972" y="55014"/>
                      <a:pt x="157972" y="55014"/>
                      <a:pt x="157972" y="55014"/>
                    </a:cubicBezTo>
                    <a:cubicBezTo>
                      <a:pt x="157972" y="55014"/>
                      <a:pt x="160121" y="50713"/>
                      <a:pt x="161195" y="46411"/>
                    </a:cubicBezTo>
                    <a:cubicBezTo>
                      <a:pt x="162270" y="44261"/>
                      <a:pt x="162270" y="43185"/>
                      <a:pt x="162270" y="42110"/>
                    </a:cubicBezTo>
                    <a:lnTo>
                      <a:pt x="161195" y="43185"/>
                    </a:lnTo>
                    <a:cubicBezTo>
                      <a:pt x="161195" y="43185"/>
                      <a:pt x="161195" y="42110"/>
                      <a:pt x="161195" y="41034"/>
                    </a:cubicBezTo>
                    <a:cubicBezTo>
                      <a:pt x="161195" y="38884"/>
                      <a:pt x="162270" y="36733"/>
                      <a:pt x="163345" y="34582"/>
                    </a:cubicBezTo>
                    <a:cubicBezTo>
                      <a:pt x="164419" y="33507"/>
                      <a:pt x="164419" y="32431"/>
                      <a:pt x="164419" y="30281"/>
                    </a:cubicBezTo>
                    <a:cubicBezTo>
                      <a:pt x="163345" y="30281"/>
                      <a:pt x="159046" y="33507"/>
                      <a:pt x="159046" y="34582"/>
                    </a:cubicBezTo>
                    <a:cubicBezTo>
                      <a:pt x="159046" y="34582"/>
                      <a:pt x="159046" y="35657"/>
                      <a:pt x="157972" y="34582"/>
                    </a:cubicBezTo>
                    <a:cubicBezTo>
                      <a:pt x="156897" y="34582"/>
                      <a:pt x="156897" y="34582"/>
                      <a:pt x="155822" y="35657"/>
                    </a:cubicBezTo>
                    <a:cubicBezTo>
                      <a:pt x="155822" y="36733"/>
                      <a:pt x="154748" y="36733"/>
                      <a:pt x="154748" y="36733"/>
                    </a:cubicBezTo>
                    <a:cubicBezTo>
                      <a:pt x="153673" y="36733"/>
                      <a:pt x="142926" y="48562"/>
                      <a:pt x="141852" y="49637"/>
                    </a:cubicBezTo>
                    <a:cubicBezTo>
                      <a:pt x="139703" y="51788"/>
                      <a:pt x="137553" y="55014"/>
                      <a:pt x="134329" y="57165"/>
                    </a:cubicBezTo>
                    <a:cubicBezTo>
                      <a:pt x="125733" y="65768"/>
                      <a:pt x="116061" y="79748"/>
                      <a:pt x="105314" y="85125"/>
                    </a:cubicBezTo>
                    <a:cubicBezTo>
                      <a:pt x="102090" y="87276"/>
                      <a:pt x="99941" y="88351"/>
                      <a:pt x="96717" y="88351"/>
                    </a:cubicBezTo>
                    <a:cubicBezTo>
                      <a:pt x="94568" y="88351"/>
                      <a:pt x="93493" y="87276"/>
                      <a:pt x="90270" y="85125"/>
                    </a:cubicBezTo>
                    <a:cubicBezTo>
                      <a:pt x="74150" y="68994"/>
                      <a:pt x="91344" y="55014"/>
                      <a:pt x="91344" y="36733"/>
                    </a:cubicBezTo>
                    <a:cubicBezTo>
                      <a:pt x="91344" y="35657"/>
                      <a:pt x="92418" y="35657"/>
                      <a:pt x="92418" y="35657"/>
                    </a:cubicBezTo>
                    <a:cubicBezTo>
                      <a:pt x="92418" y="35657"/>
                      <a:pt x="93493" y="34582"/>
                      <a:pt x="93493" y="33507"/>
                    </a:cubicBezTo>
                    <a:cubicBezTo>
                      <a:pt x="93493" y="32431"/>
                      <a:pt x="94568" y="31356"/>
                      <a:pt x="94568" y="31356"/>
                    </a:cubicBezTo>
                    <a:cubicBezTo>
                      <a:pt x="94568" y="31356"/>
                      <a:pt x="94568" y="30281"/>
                      <a:pt x="95643" y="30281"/>
                    </a:cubicBezTo>
                    <a:cubicBezTo>
                      <a:pt x="96717" y="28130"/>
                      <a:pt x="99941" y="22753"/>
                      <a:pt x="102090" y="21677"/>
                    </a:cubicBezTo>
                    <a:cubicBezTo>
                      <a:pt x="103165" y="20602"/>
                      <a:pt x="104240" y="19527"/>
                      <a:pt x="104240" y="19527"/>
                    </a:cubicBezTo>
                    <a:cubicBezTo>
                      <a:pt x="104240" y="19527"/>
                      <a:pt x="106389" y="16301"/>
                      <a:pt x="109613" y="11999"/>
                    </a:cubicBezTo>
                    <a:cubicBezTo>
                      <a:pt x="111762" y="8773"/>
                      <a:pt x="113911" y="5547"/>
                      <a:pt x="113911" y="4471"/>
                    </a:cubicBezTo>
                    <a:cubicBezTo>
                      <a:pt x="113911" y="3396"/>
                      <a:pt x="121434" y="170"/>
                      <a:pt x="122509" y="170"/>
                    </a:cubicBezTo>
                    <a:cubicBezTo>
                      <a:pt x="123583" y="170"/>
                      <a:pt x="124658" y="170"/>
                      <a:pt x="125733" y="170"/>
                    </a:cubicBezTo>
                    <a:cubicBezTo>
                      <a:pt x="127882" y="-906"/>
                      <a:pt x="137553" y="3396"/>
                      <a:pt x="139703" y="5547"/>
                    </a:cubicBezTo>
                    <a:cubicBezTo>
                      <a:pt x="140777" y="6622"/>
                      <a:pt x="140777" y="7697"/>
                      <a:pt x="140777" y="11999"/>
                    </a:cubicBezTo>
                    <a:cubicBezTo>
                      <a:pt x="140777" y="14150"/>
                      <a:pt x="139703" y="16301"/>
                      <a:pt x="138628" y="16301"/>
                    </a:cubicBezTo>
                    <a:cubicBezTo>
                      <a:pt x="136479" y="17376"/>
                      <a:pt x="133255" y="20602"/>
                      <a:pt x="133255" y="21677"/>
                    </a:cubicBezTo>
                    <a:cubicBezTo>
                      <a:pt x="133255" y="22753"/>
                      <a:pt x="131106" y="23828"/>
                      <a:pt x="125733" y="31356"/>
                    </a:cubicBezTo>
                    <a:cubicBezTo>
                      <a:pt x="120359" y="37808"/>
                      <a:pt x="114986" y="44261"/>
                      <a:pt x="110687" y="51788"/>
                    </a:cubicBezTo>
                    <a:cubicBezTo>
                      <a:pt x="108538" y="55014"/>
                      <a:pt x="99941" y="71145"/>
                      <a:pt x="102090" y="71145"/>
                    </a:cubicBezTo>
                    <a:cubicBezTo>
                      <a:pt x="103165" y="71145"/>
                      <a:pt x="105314" y="70070"/>
                      <a:pt x="108538" y="65768"/>
                    </a:cubicBezTo>
                    <a:cubicBezTo>
                      <a:pt x="119284" y="52864"/>
                      <a:pt x="131106" y="42110"/>
                      <a:pt x="144001" y="31356"/>
                    </a:cubicBezTo>
                    <a:cubicBezTo>
                      <a:pt x="149375" y="27054"/>
                      <a:pt x="155822" y="21677"/>
                      <a:pt x="157972" y="20602"/>
                    </a:cubicBezTo>
                    <a:cubicBezTo>
                      <a:pt x="159046" y="19527"/>
                      <a:pt x="161195" y="18451"/>
                      <a:pt x="162270" y="17376"/>
                    </a:cubicBezTo>
                    <a:cubicBezTo>
                      <a:pt x="163345" y="11999"/>
                      <a:pt x="169792" y="4471"/>
                      <a:pt x="175166" y="5547"/>
                    </a:cubicBezTo>
                    <a:cubicBezTo>
                      <a:pt x="176241" y="5547"/>
                      <a:pt x="177315" y="6622"/>
                      <a:pt x="179464" y="6622"/>
                    </a:cubicBezTo>
                    <a:cubicBezTo>
                      <a:pt x="179464" y="6622"/>
                      <a:pt x="180539" y="6622"/>
                      <a:pt x="180539" y="6622"/>
                    </a:cubicBezTo>
                    <a:cubicBezTo>
                      <a:pt x="180539" y="6622"/>
                      <a:pt x="180539" y="6622"/>
                      <a:pt x="180539" y="7697"/>
                    </a:cubicBezTo>
                    <a:cubicBezTo>
                      <a:pt x="182688" y="8773"/>
                      <a:pt x="185912" y="9848"/>
                      <a:pt x="185912" y="10924"/>
                    </a:cubicBezTo>
                    <a:cubicBezTo>
                      <a:pt x="185912" y="10924"/>
                      <a:pt x="186987" y="13074"/>
                      <a:pt x="188061" y="14150"/>
                    </a:cubicBezTo>
                    <a:cubicBezTo>
                      <a:pt x="190211" y="16301"/>
                      <a:pt x="190211" y="17376"/>
                      <a:pt x="189136" y="21677"/>
                    </a:cubicBezTo>
                    <a:cubicBezTo>
                      <a:pt x="188061" y="23828"/>
                      <a:pt x="188061" y="25979"/>
                      <a:pt x="188061" y="27054"/>
                    </a:cubicBezTo>
                    <a:cubicBezTo>
                      <a:pt x="188061" y="28130"/>
                      <a:pt x="186987" y="29205"/>
                      <a:pt x="186987" y="30281"/>
                    </a:cubicBezTo>
                    <a:cubicBezTo>
                      <a:pt x="186987" y="31356"/>
                      <a:pt x="185912" y="35657"/>
                      <a:pt x="184838" y="37808"/>
                    </a:cubicBezTo>
                    <a:lnTo>
                      <a:pt x="182688" y="43185"/>
                    </a:lnTo>
                    <a:lnTo>
                      <a:pt x="184838" y="43185"/>
                    </a:lnTo>
                    <a:cubicBezTo>
                      <a:pt x="185912" y="43185"/>
                      <a:pt x="190211" y="42110"/>
                      <a:pt x="193434" y="42110"/>
                    </a:cubicBezTo>
                    <a:cubicBezTo>
                      <a:pt x="197733" y="41034"/>
                      <a:pt x="202031" y="41034"/>
                      <a:pt x="205255" y="42110"/>
                    </a:cubicBezTo>
                    <a:cubicBezTo>
                      <a:pt x="209554" y="43185"/>
                      <a:pt x="216002" y="46411"/>
                      <a:pt x="219226" y="48562"/>
                    </a:cubicBezTo>
                    <a:cubicBezTo>
                      <a:pt x="220300" y="49637"/>
                      <a:pt x="221375" y="52864"/>
                      <a:pt x="219226" y="51788"/>
                    </a:cubicBezTo>
                    <a:cubicBezTo>
                      <a:pt x="219226" y="51788"/>
                      <a:pt x="218151" y="51788"/>
                      <a:pt x="218151" y="50713"/>
                    </a:cubicBezTo>
                    <a:cubicBezTo>
                      <a:pt x="218151" y="49637"/>
                      <a:pt x="210628" y="44261"/>
                      <a:pt x="208480" y="44261"/>
                    </a:cubicBezTo>
                    <a:cubicBezTo>
                      <a:pt x="205255" y="44261"/>
                      <a:pt x="193434" y="47487"/>
                      <a:pt x="190211" y="48562"/>
                    </a:cubicBezTo>
                    <a:cubicBezTo>
                      <a:pt x="189136" y="49637"/>
                      <a:pt x="186987" y="49637"/>
                      <a:pt x="185912" y="49637"/>
                    </a:cubicBezTo>
                    <a:cubicBezTo>
                      <a:pt x="184838" y="49637"/>
                      <a:pt x="177315" y="53939"/>
                      <a:pt x="177315" y="56090"/>
                    </a:cubicBezTo>
                    <a:cubicBezTo>
                      <a:pt x="177315" y="57165"/>
                      <a:pt x="176241" y="58241"/>
                      <a:pt x="176241" y="60391"/>
                    </a:cubicBezTo>
                    <a:cubicBezTo>
                      <a:pt x="175166" y="61467"/>
                      <a:pt x="174091" y="66844"/>
                      <a:pt x="171942" y="71145"/>
                    </a:cubicBezTo>
                    <a:cubicBezTo>
                      <a:pt x="170867" y="75447"/>
                      <a:pt x="168718" y="79748"/>
                      <a:pt x="167643" y="80824"/>
                    </a:cubicBezTo>
                    <a:cubicBezTo>
                      <a:pt x="166569" y="81899"/>
                      <a:pt x="165494" y="85125"/>
                      <a:pt x="164419" y="87276"/>
                    </a:cubicBezTo>
                    <a:cubicBezTo>
                      <a:pt x="163345" y="89427"/>
                      <a:pt x="161195" y="94804"/>
                      <a:pt x="159046" y="98030"/>
                    </a:cubicBezTo>
                    <a:cubicBezTo>
                      <a:pt x="156897" y="101256"/>
                      <a:pt x="155822" y="105557"/>
                      <a:pt x="154748" y="105557"/>
                    </a:cubicBezTo>
                    <a:cubicBezTo>
                      <a:pt x="154748" y="106633"/>
                      <a:pt x="154748" y="106633"/>
                      <a:pt x="153673" y="107708"/>
                    </a:cubicBezTo>
                    <a:cubicBezTo>
                      <a:pt x="152598" y="107708"/>
                      <a:pt x="151523" y="109859"/>
                      <a:pt x="151523" y="112010"/>
                    </a:cubicBezTo>
                    <a:cubicBezTo>
                      <a:pt x="150449" y="114161"/>
                      <a:pt x="146150" y="122764"/>
                      <a:pt x="145076" y="124914"/>
                    </a:cubicBezTo>
                    <a:cubicBezTo>
                      <a:pt x="145076" y="125990"/>
                      <a:pt x="144001" y="125990"/>
                      <a:pt x="144001" y="127065"/>
                    </a:cubicBezTo>
                    <a:cubicBezTo>
                      <a:pt x="144001" y="128141"/>
                      <a:pt x="144001" y="128141"/>
                      <a:pt x="142926" y="128141"/>
                    </a:cubicBezTo>
                    <a:cubicBezTo>
                      <a:pt x="142926" y="128141"/>
                      <a:pt x="141852" y="129216"/>
                      <a:pt x="141852" y="129216"/>
                    </a:cubicBezTo>
                    <a:cubicBezTo>
                      <a:pt x="141852" y="130291"/>
                      <a:pt x="140777" y="130291"/>
                      <a:pt x="140777" y="130291"/>
                    </a:cubicBezTo>
                    <a:cubicBezTo>
                      <a:pt x="139703" y="130291"/>
                      <a:pt x="139703" y="130291"/>
                      <a:pt x="139703" y="131367"/>
                    </a:cubicBezTo>
                    <a:cubicBezTo>
                      <a:pt x="139703" y="133517"/>
                      <a:pt x="139703" y="133517"/>
                      <a:pt x="137553" y="135668"/>
                    </a:cubicBezTo>
                    <a:cubicBezTo>
                      <a:pt x="136479" y="136744"/>
                      <a:pt x="135404" y="137819"/>
                      <a:pt x="135404" y="137819"/>
                    </a:cubicBezTo>
                    <a:cubicBezTo>
                      <a:pt x="135404" y="137819"/>
                      <a:pt x="135404" y="138894"/>
                      <a:pt x="134329" y="138894"/>
                    </a:cubicBezTo>
                    <a:cubicBezTo>
                      <a:pt x="133255" y="139970"/>
                      <a:pt x="133255" y="139970"/>
                      <a:pt x="134329" y="139970"/>
                    </a:cubicBezTo>
                    <a:cubicBezTo>
                      <a:pt x="135404" y="141045"/>
                      <a:pt x="135404" y="141045"/>
                      <a:pt x="134329" y="141045"/>
                    </a:cubicBezTo>
                    <a:cubicBezTo>
                      <a:pt x="133255" y="141045"/>
                      <a:pt x="133255" y="142121"/>
                      <a:pt x="133255" y="142121"/>
                    </a:cubicBezTo>
                    <a:cubicBezTo>
                      <a:pt x="133255" y="143196"/>
                      <a:pt x="133255" y="143196"/>
                      <a:pt x="132180" y="143196"/>
                    </a:cubicBezTo>
                    <a:cubicBezTo>
                      <a:pt x="132180" y="143196"/>
                      <a:pt x="131106" y="144271"/>
                      <a:pt x="130031" y="146422"/>
                    </a:cubicBezTo>
                    <a:cubicBezTo>
                      <a:pt x="128956" y="148573"/>
                      <a:pt x="126807" y="150724"/>
                      <a:pt x="125733" y="151799"/>
                    </a:cubicBezTo>
                    <a:cubicBezTo>
                      <a:pt x="124658" y="152874"/>
                      <a:pt x="124658" y="153950"/>
                      <a:pt x="124658" y="153950"/>
                    </a:cubicBezTo>
                    <a:cubicBezTo>
                      <a:pt x="124658" y="153950"/>
                      <a:pt x="124658" y="153950"/>
                      <a:pt x="123583" y="155025"/>
                    </a:cubicBezTo>
                    <a:cubicBezTo>
                      <a:pt x="122509" y="156100"/>
                      <a:pt x="122509" y="156100"/>
                      <a:pt x="122509" y="157176"/>
                    </a:cubicBezTo>
                    <a:cubicBezTo>
                      <a:pt x="122509" y="158251"/>
                      <a:pt x="121434" y="159327"/>
                      <a:pt x="120359" y="160402"/>
                    </a:cubicBezTo>
                    <a:cubicBezTo>
                      <a:pt x="119284" y="161477"/>
                      <a:pt x="118210" y="162553"/>
                      <a:pt x="118210" y="163628"/>
                    </a:cubicBezTo>
                    <a:cubicBezTo>
                      <a:pt x="118210" y="164704"/>
                      <a:pt x="118210" y="164704"/>
                      <a:pt x="117136" y="164704"/>
                    </a:cubicBezTo>
                    <a:cubicBezTo>
                      <a:pt x="117136" y="164704"/>
                      <a:pt x="116061" y="165779"/>
                      <a:pt x="116061" y="166854"/>
                    </a:cubicBezTo>
                    <a:cubicBezTo>
                      <a:pt x="116061" y="167930"/>
                      <a:pt x="114986" y="169005"/>
                      <a:pt x="114986" y="169005"/>
                    </a:cubicBezTo>
                    <a:cubicBezTo>
                      <a:pt x="113911" y="169005"/>
                      <a:pt x="113911" y="169005"/>
                      <a:pt x="113911" y="170081"/>
                    </a:cubicBezTo>
                    <a:cubicBezTo>
                      <a:pt x="113911" y="171156"/>
                      <a:pt x="112837" y="171156"/>
                      <a:pt x="111762" y="172231"/>
                    </a:cubicBezTo>
                    <a:cubicBezTo>
                      <a:pt x="110687" y="173307"/>
                      <a:pt x="109613" y="174382"/>
                      <a:pt x="109613" y="175457"/>
                    </a:cubicBezTo>
                    <a:cubicBezTo>
                      <a:pt x="109613" y="176533"/>
                      <a:pt x="108538" y="177608"/>
                      <a:pt x="107464" y="178684"/>
                    </a:cubicBezTo>
                    <a:cubicBezTo>
                      <a:pt x="106389" y="179759"/>
                      <a:pt x="106389" y="180834"/>
                      <a:pt x="106389" y="181910"/>
                    </a:cubicBezTo>
                    <a:cubicBezTo>
                      <a:pt x="106389" y="182985"/>
                      <a:pt x="103165" y="187287"/>
                      <a:pt x="98867" y="191588"/>
                    </a:cubicBezTo>
                    <a:cubicBezTo>
                      <a:pt x="94568" y="195890"/>
                      <a:pt x="91344" y="201267"/>
                      <a:pt x="90270" y="202342"/>
                    </a:cubicBezTo>
                    <a:cubicBezTo>
                      <a:pt x="89195" y="203417"/>
                      <a:pt x="88120" y="206644"/>
                      <a:pt x="87045" y="207719"/>
                    </a:cubicBezTo>
                    <a:cubicBezTo>
                      <a:pt x="85971" y="208794"/>
                      <a:pt x="84897" y="209870"/>
                      <a:pt x="84897" y="210945"/>
                    </a:cubicBezTo>
                    <a:cubicBezTo>
                      <a:pt x="84897" y="210945"/>
                      <a:pt x="83821" y="213096"/>
                      <a:pt x="81672" y="215247"/>
                    </a:cubicBezTo>
                    <a:cubicBezTo>
                      <a:pt x="79523" y="217397"/>
                      <a:pt x="76299" y="221699"/>
                      <a:pt x="74150" y="223850"/>
                    </a:cubicBezTo>
                    <a:cubicBezTo>
                      <a:pt x="72001" y="226000"/>
                      <a:pt x="69851" y="228151"/>
                      <a:pt x="69851" y="229227"/>
                    </a:cubicBezTo>
                    <a:cubicBezTo>
                      <a:pt x="68777" y="229227"/>
                      <a:pt x="68777" y="230302"/>
                      <a:pt x="68777" y="231377"/>
                    </a:cubicBezTo>
                    <a:cubicBezTo>
                      <a:pt x="68777" y="232453"/>
                      <a:pt x="66628" y="234604"/>
                      <a:pt x="64478" y="236754"/>
                    </a:cubicBezTo>
                    <a:cubicBezTo>
                      <a:pt x="62329" y="238905"/>
                      <a:pt x="60179" y="241056"/>
                      <a:pt x="60179" y="241056"/>
                    </a:cubicBezTo>
                    <a:cubicBezTo>
                      <a:pt x="60179" y="243207"/>
                      <a:pt x="40836" y="259337"/>
                      <a:pt x="38687" y="260413"/>
                    </a:cubicBezTo>
                    <a:cubicBezTo>
                      <a:pt x="36538" y="261488"/>
                      <a:pt x="35463" y="262564"/>
                      <a:pt x="34388" y="262564"/>
                    </a:cubicBezTo>
                    <a:cubicBezTo>
                      <a:pt x="30090" y="265790"/>
                      <a:pt x="23642" y="267941"/>
                      <a:pt x="19343" y="267941"/>
                    </a:cubicBezTo>
                    <a:cubicBezTo>
                      <a:pt x="16120" y="267941"/>
                      <a:pt x="13970" y="266865"/>
                      <a:pt x="13970" y="266865"/>
                    </a:cubicBezTo>
                    <a:cubicBezTo>
                      <a:pt x="13970" y="265790"/>
                      <a:pt x="10746" y="263639"/>
                      <a:pt x="7523" y="261488"/>
                    </a:cubicBezTo>
                    <a:cubicBezTo>
                      <a:pt x="2149" y="258262"/>
                      <a:pt x="1074" y="256111"/>
                      <a:pt x="0" y="251810"/>
                    </a:cubicBezTo>
                    <a:cubicBezTo>
                      <a:pt x="4299" y="245357"/>
                      <a:pt x="4299" y="245357"/>
                      <a:pt x="6448" y="241056"/>
                    </a:cubicBezTo>
                    <a:close/>
                    <a:moveTo>
                      <a:pt x="23642" y="248584"/>
                    </a:moveTo>
                    <a:cubicBezTo>
                      <a:pt x="24716" y="249659"/>
                      <a:pt x="39762" y="239980"/>
                      <a:pt x="47284" y="232453"/>
                    </a:cubicBezTo>
                    <a:cubicBezTo>
                      <a:pt x="59105" y="220624"/>
                      <a:pt x="77374" y="199116"/>
                      <a:pt x="87045" y="181910"/>
                    </a:cubicBezTo>
                    <a:cubicBezTo>
                      <a:pt x="88120" y="179759"/>
                      <a:pt x="91344" y="175457"/>
                      <a:pt x="93493" y="173307"/>
                    </a:cubicBezTo>
                    <a:cubicBezTo>
                      <a:pt x="95643" y="170081"/>
                      <a:pt x="96717" y="167930"/>
                      <a:pt x="96717" y="166854"/>
                    </a:cubicBezTo>
                    <a:cubicBezTo>
                      <a:pt x="96717" y="165779"/>
                      <a:pt x="101016" y="161477"/>
                      <a:pt x="101016" y="160402"/>
                    </a:cubicBezTo>
                    <a:cubicBezTo>
                      <a:pt x="101016" y="160402"/>
                      <a:pt x="102090" y="158251"/>
                      <a:pt x="103165" y="156100"/>
                    </a:cubicBezTo>
                    <a:cubicBezTo>
                      <a:pt x="118210" y="133517"/>
                      <a:pt x="133255" y="108784"/>
                      <a:pt x="144001" y="85125"/>
                    </a:cubicBezTo>
                    <a:cubicBezTo>
                      <a:pt x="146150" y="80824"/>
                      <a:pt x="148300" y="76522"/>
                      <a:pt x="146150" y="76522"/>
                    </a:cubicBezTo>
                    <a:cubicBezTo>
                      <a:pt x="145076" y="76522"/>
                      <a:pt x="144001" y="77597"/>
                      <a:pt x="140777" y="80824"/>
                    </a:cubicBezTo>
                    <a:cubicBezTo>
                      <a:pt x="138628" y="82974"/>
                      <a:pt x="135404" y="85125"/>
                      <a:pt x="133255" y="86200"/>
                    </a:cubicBezTo>
                    <a:cubicBezTo>
                      <a:pt x="116061" y="101256"/>
                      <a:pt x="97792" y="123839"/>
                      <a:pt x="83821" y="141045"/>
                    </a:cubicBezTo>
                    <a:cubicBezTo>
                      <a:pt x="82747" y="142121"/>
                      <a:pt x="81672" y="143196"/>
                      <a:pt x="80598" y="144271"/>
                    </a:cubicBezTo>
                    <a:cubicBezTo>
                      <a:pt x="79523" y="145347"/>
                      <a:pt x="78448" y="146422"/>
                      <a:pt x="77374" y="147497"/>
                    </a:cubicBezTo>
                    <a:cubicBezTo>
                      <a:pt x="76299" y="149648"/>
                      <a:pt x="76299" y="149648"/>
                      <a:pt x="77374" y="149648"/>
                    </a:cubicBezTo>
                    <a:cubicBezTo>
                      <a:pt x="78448" y="148573"/>
                      <a:pt x="78448" y="149648"/>
                      <a:pt x="77374" y="150724"/>
                    </a:cubicBezTo>
                    <a:cubicBezTo>
                      <a:pt x="76299" y="151799"/>
                      <a:pt x="75225" y="152874"/>
                      <a:pt x="75225" y="153950"/>
                    </a:cubicBezTo>
                    <a:cubicBezTo>
                      <a:pt x="75225" y="155025"/>
                      <a:pt x="74150" y="155025"/>
                      <a:pt x="74150" y="155025"/>
                    </a:cubicBezTo>
                    <a:cubicBezTo>
                      <a:pt x="73075" y="155025"/>
                      <a:pt x="73075" y="155025"/>
                      <a:pt x="72001" y="156100"/>
                    </a:cubicBezTo>
                    <a:cubicBezTo>
                      <a:pt x="70926" y="157176"/>
                      <a:pt x="70926" y="158251"/>
                      <a:pt x="72001" y="157176"/>
                    </a:cubicBezTo>
                    <a:cubicBezTo>
                      <a:pt x="73075" y="156100"/>
                      <a:pt x="74150" y="156100"/>
                      <a:pt x="73075" y="157176"/>
                    </a:cubicBezTo>
                    <a:cubicBezTo>
                      <a:pt x="73075" y="158251"/>
                      <a:pt x="68777" y="162553"/>
                      <a:pt x="67702" y="162553"/>
                    </a:cubicBezTo>
                    <a:cubicBezTo>
                      <a:pt x="66628" y="162553"/>
                      <a:pt x="66628" y="162553"/>
                      <a:pt x="67702" y="163628"/>
                    </a:cubicBezTo>
                    <a:cubicBezTo>
                      <a:pt x="68777" y="164704"/>
                      <a:pt x="68777" y="164704"/>
                      <a:pt x="67702" y="164704"/>
                    </a:cubicBezTo>
                    <a:cubicBezTo>
                      <a:pt x="66628" y="164704"/>
                      <a:pt x="66628" y="165779"/>
                      <a:pt x="66628" y="165779"/>
                    </a:cubicBezTo>
                    <a:cubicBezTo>
                      <a:pt x="66628" y="166854"/>
                      <a:pt x="66628" y="166854"/>
                      <a:pt x="65553" y="166854"/>
                    </a:cubicBezTo>
                    <a:cubicBezTo>
                      <a:pt x="65553" y="166854"/>
                      <a:pt x="64478" y="165779"/>
                      <a:pt x="64478" y="165779"/>
                    </a:cubicBezTo>
                    <a:cubicBezTo>
                      <a:pt x="64478" y="164704"/>
                      <a:pt x="64478" y="164704"/>
                      <a:pt x="63404" y="165779"/>
                    </a:cubicBezTo>
                    <a:cubicBezTo>
                      <a:pt x="62329" y="166854"/>
                      <a:pt x="62329" y="166854"/>
                      <a:pt x="63404" y="167930"/>
                    </a:cubicBezTo>
                    <a:cubicBezTo>
                      <a:pt x="64478" y="169005"/>
                      <a:pt x="63404" y="169005"/>
                      <a:pt x="62329" y="170081"/>
                    </a:cubicBezTo>
                    <a:cubicBezTo>
                      <a:pt x="61254" y="171156"/>
                      <a:pt x="60179" y="174382"/>
                      <a:pt x="61254" y="173307"/>
                    </a:cubicBezTo>
                    <a:cubicBezTo>
                      <a:pt x="62329" y="173307"/>
                      <a:pt x="62329" y="173307"/>
                      <a:pt x="61254" y="174382"/>
                    </a:cubicBezTo>
                    <a:cubicBezTo>
                      <a:pt x="61254" y="175457"/>
                      <a:pt x="60179" y="175457"/>
                      <a:pt x="59105" y="175457"/>
                    </a:cubicBezTo>
                    <a:cubicBezTo>
                      <a:pt x="58031" y="175457"/>
                      <a:pt x="58031" y="176533"/>
                      <a:pt x="58031" y="177608"/>
                    </a:cubicBezTo>
                    <a:cubicBezTo>
                      <a:pt x="58031" y="178684"/>
                      <a:pt x="56956" y="179759"/>
                      <a:pt x="56956" y="178684"/>
                    </a:cubicBezTo>
                    <a:cubicBezTo>
                      <a:pt x="55881" y="177608"/>
                      <a:pt x="52657" y="179759"/>
                      <a:pt x="51582" y="181910"/>
                    </a:cubicBezTo>
                    <a:cubicBezTo>
                      <a:pt x="51582" y="182985"/>
                      <a:pt x="51582" y="182985"/>
                      <a:pt x="52657" y="182985"/>
                    </a:cubicBezTo>
                    <a:cubicBezTo>
                      <a:pt x="53732" y="182985"/>
                      <a:pt x="52657" y="187287"/>
                      <a:pt x="50508" y="189437"/>
                    </a:cubicBezTo>
                    <a:cubicBezTo>
                      <a:pt x="49433" y="190513"/>
                      <a:pt x="48359" y="192664"/>
                      <a:pt x="48359" y="193739"/>
                    </a:cubicBezTo>
                    <a:cubicBezTo>
                      <a:pt x="48359" y="194814"/>
                      <a:pt x="47284" y="195890"/>
                      <a:pt x="46209" y="196965"/>
                    </a:cubicBezTo>
                    <a:cubicBezTo>
                      <a:pt x="45135" y="196965"/>
                      <a:pt x="45135" y="199116"/>
                      <a:pt x="45135" y="200191"/>
                    </a:cubicBezTo>
                    <a:cubicBezTo>
                      <a:pt x="45135" y="201267"/>
                      <a:pt x="44060" y="202342"/>
                      <a:pt x="44060" y="202342"/>
                    </a:cubicBezTo>
                    <a:cubicBezTo>
                      <a:pt x="42985" y="202342"/>
                      <a:pt x="42985" y="202342"/>
                      <a:pt x="42985" y="203417"/>
                    </a:cubicBezTo>
                    <a:cubicBezTo>
                      <a:pt x="42985" y="204493"/>
                      <a:pt x="42985" y="204493"/>
                      <a:pt x="42985" y="205568"/>
                    </a:cubicBezTo>
                    <a:cubicBezTo>
                      <a:pt x="42985" y="205568"/>
                      <a:pt x="41911" y="207719"/>
                      <a:pt x="39762" y="208794"/>
                    </a:cubicBezTo>
                    <a:cubicBezTo>
                      <a:pt x="37612" y="210945"/>
                      <a:pt x="36538" y="212020"/>
                      <a:pt x="36538" y="213096"/>
                    </a:cubicBezTo>
                    <a:cubicBezTo>
                      <a:pt x="36538" y="214171"/>
                      <a:pt x="36538" y="214171"/>
                      <a:pt x="36538" y="214171"/>
                    </a:cubicBezTo>
                    <a:cubicBezTo>
                      <a:pt x="35463" y="214171"/>
                      <a:pt x="33313" y="217397"/>
                      <a:pt x="34388" y="218473"/>
                    </a:cubicBezTo>
                    <a:cubicBezTo>
                      <a:pt x="35463" y="218473"/>
                      <a:pt x="34388" y="220624"/>
                      <a:pt x="32239" y="222774"/>
                    </a:cubicBezTo>
                    <a:cubicBezTo>
                      <a:pt x="31165" y="230302"/>
                      <a:pt x="22567" y="247508"/>
                      <a:pt x="23642" y="248584"/>
                    </a:cubicBezTo>
                    <a:close/>
                    <a:moveTo>
                      <a:pt x="33313" y="251810"/>
                    </a:moveTo>
                    <a:cubicBezTo>
                      <a:pt x="34388" y="252885"/>
                      <a:pt x="36538" y="250734"/>
                      <a:pt x="36538" y="250734"/>
                    </a:cubicBezTo>
                    <a:cubicBezTo>
                      <a:pt x="36538" y="249659"/>
                      <a:pt x="35463" y="250734"/>
                      <a:pt x="34388" y="250734"/>
                    </a:cubicBezTo>
                    <a:cubicBezTo>
                      <a:pt x="34388" y="251810"/>
                      <a:pt x="33313" y="251810"/>
                      <a:pt x="33313" y="251810"/>
                    </a:cubicBezTo>
                    <a:close/>
                    <a:moveTo>
                      <a:pt x="37612" y="249659"/>
                    </a:moveTo>
                    <a:cubicBezTo>
                      <a:pt x="37612" y="249659"/>
                      <a:pt x="38687" y="249659"/>
                      <a:pt x="37612" y="249659"/>
                    </a:cubicBezTo>
                    <a:cubicBezTo>
                      <a:pt x="38687" y="248584"/>
                      <a:pt x="37612" y="247508"/>
                      <a:pt x="37612" y="248584"/>
                    </a:cubicBezTo>
                    <a:cubicBezTo>
                      <a:pt x="37612" y="247508"/>
                      <a:pt x="37612" y="248584"/>
                      <a:pt x="37612" y="249659"/>
                    </a:cubicBezTo>
                    <a:close/>
                    <a:moveTo>
                      <a:pt x="40836" y="247508"/>
                    </a:moveTo>
                    <a:cubicBezTo>
                      <a:pt x="41911" y="246433"/>
                      <a:pt x="42985" y="245357"/>
                      <a:pt x="42985" y="245357"/>
                    </a:cubicBezTo>
                    <a:cubicBezTo>
                      <a:pt x="42985" y="244282"/>
                      <a:pt x="44060" y="243207"/>
                      <a:pt x="46209" y="242131"/>
                    </a:cubicBezTo>
                    <a:cubicBezTo>
                      <a:pt x="48359" y="241056"/>
                      <a:pt x="49433" y="239980"/>
                      <a:pt x="49433" y="238905"/>
                    </a:cubicBezTo>
                    <a:cubicBezTo>
                      <a:pt x="49433" y="237830"/>
                      <a:pt x="50508" y="237830"/>
                      <a:pt x="50508" y="237830"/>
                    </a:cubicBezTo>
                    <a:cubicBezTo>
                      <a:pt x="51582" y="237830"/>
                      <a:pt x="52657" y="236754"/>
                      <a:pt x="52657" y="236754"/>
                    </a:cubicBezTo>
                    <a:cubicBezTo>
                      <a:pt x="52657" y="234604"/>
                      <a:pt x="58031" y="230302"/>
                      <a:pt x="59105" y="230302"/>
                    </a:cubicBezTo>
                    <a:cubicBezTo>
                      <a:pt x="59105" y="230302"/>
                      <a:pt x="60179" y="229227"/>
                      <a:pt x="60179" y="229227"/>
                    </a:cubicBezTo>
                    <a:cubicBezTo>
                      <a:pt x="60179" y="229227"/>
                      <a:pt x="61254" y="227076"/>
                      <a:pt x="62329" y="226000"/>
                    </a:cubicBezTo>
                    <a:cubicBezTo>
                      <a:pt x="63404" y="224925"/>
                      <a:pt x="64478" y="223850"/>
                      <a:pt x="64478" y="223850"/>
                    </a:cubicBezTo>
                    <a:cubicBezTo>
                      <a:pt x="64478" y="223850"/>
                      <a:pt x="73075" y="213096"/>
                      <a:pt x="74150" y="212020"/>
                    </a:cubicBezTo>
                    <a:cubicBezTo>
                      <a:pt x="75225" y="210945"/>
                      <a:pt x="76299" y="209870"/>
                      <a:pt x="76299" y="209870"/>
                    </a:cubicBezTo>
                    <a:cubicBezTo>
                      <a:pt x="76299" y="209870"/>
                      <a:pt x="77374" y="209870"/>
                      <a:pt x="76299" y="208794"/>
                    </a:cubicBezTo>
                    <a:cubicBezTo>
                      <a:pt x="76299" y="207719"/>
                      <a:pt x="76299" y="206644"/>
                      <a:pt x="77374" y="206644"/>
                    </a:cubicBezTo>
                    <a:cubicBezTo>
                      <a:pt x="78448" y="205568"/>
                      <a:pt x="79523" y="203417"/>
                      <a:pt x="80598" y="202342"/>
                    </a:cubicBezTo>
                    <a:cubicBezTo>
                      <a:pt x="81672" y="201267"/>
                      <a:pt x="83821" y="198041"/>
                      <a:pt x="84897" y="195890"/>
                    </a:cubicBezTo>
                    <a:cubicBezTo>
                      <a:pt x="87045" y="192664"/>
                      <a:pt x="89195" y="186211"/>
                      <a:pt x="87045" y="188362"/>
                    </a:cubicBezTo>
                    <a:cubicBezTo>
                      <a:pt x="87045" y="188362"/>
                      <a:pt x="85971" y="190513"/>
                      <a:pt x="84897" y="192664"/>
                    </a:cubicBezTo>
                    <a:cubicBezTo>
                      <a:pt x="84897" y="194814"/>
                      <a:pt x="83821" y="195890"/>
                      <a:pt x="82747" y="194814"/>
                    </a:cubicBezTo>
                    <a:cubicBezTo>
                      <a:pt x="82747" y="193739"/>
                      <a:pt x="81672" y="193739"/>
                      <a:pt x="80598" y="195890"/>
                    </a:cubicBezTo>
                    <a:cubicBezTo>
                      <a:pt x="79523" y="196965"/>
                      <a:pt x="79523" y="196965"/>
                      <a:pt x="80598" y="196965"/>
                    </a:cubicBezTo>
                    <a:cubicBezTo>
                      <a:pt x="81672" y="196965"/>
                      <a:pt x="81672" y="196965"/>
                      <a:pt x="81672" y="196965"/>
                    </a:cubicBezTo>
                    <a:cubicBezTo>
                      <a:pt x="81672" y="198041"/>
                      <a:pt x="80598" y="198041"/>
                      <a:pt x="80598" y="198041"/>
                    </a:cubicBezTo>
                    <a:cubicBezTo>
                      <a:pt x="79523" y="198041"/>
                      <a:pt x="77374" y="200191"/>
                      <a:pt x="76299" y="202342"/>
                    </a:cubicBezTo>
                    <a:cubicBezTo>
                      <a:pt x="75225" y="203417"/>
                      <a:pt x="66628" y="215247"/>
                      <a:pt x="64478" y="217397"/>
                    </a:cubicBezTo>
                    <a:cubicBezTo>
                      <a:pt x="63404" y="218473"/>
                      <a:pt x="63404" y="219548"/>
                      <a:pt x="63404" y="220624"/>
                    </a:cubicBezTo>
                    <a:cubicBezTo>
                      <a:pt x="63404" y="221699"/>
                      <a:pt x="63404" y="221699"/>
                      <a:pt x="63404" y="220624"/>
                    </a:cubicBezTo>
                    <a:cubicBezTo>
                      <a:pt x="63404" y="220624"/>
                      <a:pt x="61254" y="221699"/>
                      <a:pt x="59105" y="224925"/>
                    </a:cubicBezTo>
                    <a:cubicBezTo>
                      <a:pt x="56956" y="227076"/>
                      <a:pt x="54806" y="230302"/>
                      <a:pt x="52657" y="231377"/>
                    </a:cubicBezTo>
                    <a:cubicBezTo>
                      <a:pt x="51582" y="232453"/>
                      <a:pt x="49433" y="235679"/>
                      <a:pt x="47284" y="237830"/>
                    </a:cubicBezTo>
                    <a:cubicBezTo>
                      <a:pt x="46209" y="239980"/>
                      <a:pt x="42985" y="242131"/>
                      <a:pt x="41911" y="244282"/>
                    </a:cubicBezTo>
                    <a:cubicBezTo>
                      <a:pt x="39762" y="246433"/>
                      <a:pt x="38687" y="248584"/>
                      <a:pt x="38687" y="248584"/>
                    </a:cubicBezTo>
                    <a:cubicBezTo>
                      <a:pt x="39762" y="248584"/>
                      <a:pt x="39762" y="248584"/>
                      <a:pt x="40836" y="247508"/>
                    </a:cubicBezTo>
                    <a:close/>
                    <a:moveTo>
                      <a:pt x="54806" y="185136"/>
                    </a:moveTo>
                    <a:cubicBezTo>
                      <a:pt x="55881" y="185136"/>
                      <a:pt x="56956" y="184061"/>
                      <a:pt x="55881" y="182985"/>
                    </a:cubicBezTo>
                    <a:cubicBezTo>
                      <a:pt x="55881" y="182985"/>
                      <a:pt x="54806" y="182985"/>
                      <a:pt x="54806" y="184061"/>
                    </a:cubicBezTo>
                    <a:cubicBezTo>
                      <a:pt x="53732" y="184061"/>
                      <a:pt x="54806" y="185136"/>
                      <a:pt x="54806" y="185136"/>
                    </a:cubicBezTo>
                    <a:close/>
                    <a:moveTo>
                      <a:pt x="61254" y="175457"/>
                    </a:moveTo>
                    <a:cubicBezTo>
                      <a:pt x="62329" y="174382"/>
                      <a:pt x="62329" y="172231"/>
                      <a:pt x="62329" y="172231"/>
                    </a:cubicBezTo>
                    <a:cubicBezTo>
                      <a:pt x="62329" y="172231"/>
                      <a:pt x="61254" y="173307"/>
                      <a:pt x="61254" y="174382"/>
                    </a:cubicBezTo>
                    <a:cubicBezTo>
                      <a:pt x="60179" y="175457"/>
                      <a:pt x="61254" y="175457"/>
                      <a:pt x="61254" y="175457"/>
                    </a:cubicBezTo>
                    <a:close/>
                    <a:moveTo>
                      <a:pt x="89195" y="186211"/>
                    </a:moveTo>
                    <a:cubicBezTo>
                      <a:pt x="90270" y="187287"/>
                      <a:pt x="92418" y="184061"/>
                      <a:pt x="95643" y="179759"/>
                    </a:cubicBezTo>
                    <a:cubicBezTo>
                      <a:pt x="96717" y="178684"/>
                      <a:pt x="97792" y="176533"/>
                      <a:pt x="98867" y="175457"/>
                    </a:cubicBezTo>
                    <a:cubicBezTo>
                      <a:pt x="99941" y="174382"/>
                      <a:pt x="102090" y="171156"/>
                      <a:pt x="104240" y="167930"/>
                    </a:cubicBezTo>
                    <a:cubicBezTo>
                      <a:pt x="106389" y="164704"/>
                      <a:pt x="108538" y="161477"/>
                      <a:pt x="108538" y="161477"/>
                    </a:cubicBezTo>
                    <a:cubicBezTo>
                      <a:pt x="109613" y="160402"/>
                      <a:pt x="112837" y="155025"/>
                      <a:pt x="113911" y="151799"/>
                    </a:cubicBezTo>
                    <a:cubicBezTo>
                      <a:pt x="113911" y="151799"/>
                      <a:pt x="113911" y="151799"/>
                      <a:pt x="112837" y="151799"/>
                    </a:cubicBezTo>
                    <a:cubicBezTo>
                      <a:pt x="111762" y="150724"/>
                      <a:pt x="109613" y="153950"/>
                      <a:pt x="110687" y="156100"/>
                    </a:cubicBezTo>
                    <a:cubicBezTo>
                      <a:pt x="110687" y="156100"/>
                      <a:pt x="110687" y="157176"/>
                      <a:pt x="109613" y="157176"/>
                    </a:cubicBezTo>
                    <a:cubicBezTo>
                      <a:pt x="108538" y="157176"/>
                      <a:pt x="103165" y="164704"/>
                      <a:pt x="103165" y="166854"/>
                    </a:cubicBezTo>
                    <a:cubicBezTo>
                      <a:pt x="103165" y="167930"/>
                      <a:pt x="103165" y="169005"/>
                      <a:pt x="102090" y="169005"/>
                    </a:cubicBezTo>
                    <a:cubicBezTo>
                      <a:pt x="101016" y="169005"/>
                      <a:pt x="101016" y="169005"/>
                      <a:pt x="102090" y="167930"/>
                    </a:cubicBezTo>
                    <a:cubicBezTo>
                      <a:pt x="103165" y="166854"/>
                      <a:pt x="101016" y="167930"/>
                      <a:pt x="99941" y="171156"/>
                    </a:cubicBezTo>
                    <a:cubicBezTo>
                      <a:pt x="97792" y="173307"/>
                      <a:pt x="96717" y="176533"/>
                      <a:pt x="96717" y="177608"/>
                    </a:cubicBezTo>
                    <a:cubicBezTo>
                      <a:pt x="96717" y="178684"/>
                      <a:pt x="96717" y="178684"/>
                      <a:pt x="96717" y="178684"/>
                    </a:cubicBezTo>
                    <a:cubicBezTo>
                      <a:pt x="95643" y="177608"/>
                      <a:pt x="93493" y="180834"/>
                      <a:pt x="94568" y="181910"/>
                    </a:cubicBezTo>
                    <a:cubicBezTo>
                      <a:pt x="94568" y="181910"/>
                      <a:pt x="94568" y="182985"/>
                      <a:pt x="93493" y="182985"/>
                    </a:cubicBezTo>
                    <a:cubicBezTo>
                      <a:pt x="92418" y="182985"/>
                      <a:pt x="92418" y="184061"/>
                      <a:pt x="92418" y="185136"/>
                    </a:cubicBezTo>
                    <a:cubicBezTo>
                      <a:pt x="92418" y="186211"/>
                      <a:pt x="91344" y="187287"/>
                      <a:pt x="91344" y="187287"/>
                    </a:cubicBezTo>
                    <a:cubicBezTo>
                      <a:pt x="88120" y="184061"/>
                      <a:pt x="88120" y="185136"/>
                      <a:pt x="89195" y="186211"/>
                    </a:cubicBezTo>
                    <a:close/>
                    <a:moveTo>
                      <a:pt x="113911" y="149648"/>
                    </a:moveTo>
                    <a:cubicBezTo>
                      <a:pt x="112837" y="148573"/>
                      <a:pt x="113911" y="148573"/>
                      <a:pt x="113911" y="149648"/>
                    </a:cubicBezTo>
                    <a:cubicBezTo>
                      <a:pt x="114986" y="148573"/>
                      <a:pt x="114986" y="148573"/>
                      <a:pt x="114986" y="147497"/>
                    </a:cubicBezTo>
                    <a:cubicBezTo>
                      <a:pt x="114986" y="146422"/>
                      <a:pt x="113911" y="146422"/>
                      <a:pt x="113911" y="147497"/>
                    </a:cubicBezTo>
                    <a:cubicBezTo>
                      <a:pt x="112837" y="147497"/>
                      <a:pt x="112837" y="148573"/>
                      <a:pt x="113911" y="149648"/>
                    </a:cubicBezTo>
                    <a:cubicBezTo>
                      <a:pt x="113911" y="150724"/>
                      <a:pt x="113911" y="150724"/>
                      <a:pt x="113911" y="150724"/>
                    </a:cubicBezTo>
                    <a:cubicBezTo>
                      <a:pt x="112837" y="149648"/>
                      <a:pt x="113911" y="149648"/>
                      <a:pt x="113911" y="149648"/>
                    </a:cubicBezTo>
                    <a:close/>
                    <a:moveTo>
                      <a:pt x="114986" y="146422"/>
                    </a:moveTo>
                    <a:cubicBezTo>
                      <a:pt x="114986" y="146422"/>
                      <a:pt x="116061" y="145347"/>
                      <a:pt x="114986" y="146422"/>
                    </a:cubicBezTo>
                    <a:cubicBezTo>
                      <a:pt x="116061" y="145347"/>
                      <a:pt x="116061" y="144271"/>
                      <a:pt x="116061" y="144271"/>
                    </a:cubicBezTo>
                    <a:cubicBezTo>
                      <a:pt x="114986" y="144271"/>
                      <a:pt x="114986" y="144271"/>
                      <a:pt x="114986" y="146422"/>
                    </a:cubicBezTo>
                    <a:cubicBezTo>
                      <a:pt x="113911" y="145347"/>
                      <a:pt x="113911" y="145347"/>
                      <a:pt x="114986" y="146422"/>
                    </a:cubicBezTo>
                    <a:close/>
                    <a:moveTo>
                      <a:pt x="126807" y="125990"/>
                    </a:moveTo>
                    <a:cubicBezTo>
                      <a:pt x="127882" y="125990"/>
                      <a:pt x="127882" y="125990"/>
                      <a:pt x="127882" y="124914"/>
                    </a:cubicBezTo>
                    <a:cubicBezTo>
                      <a:pt x="128956" y="123839"/>
                      <a:pt x="124658" y="125990"/>
                      <a:pt x="126807" y="125990"/>
                    </a:cubicBezTo>
                    <a:close/>
                    <a:moveTo>
                      <a:pt x="140777" y="118462"/>
                    </a:moveTo>
                    <a:cubicBezTo>
                      <a:pt x="140777" y="116311"/>
                      <a:pt x="140777" y="117387"/>
                      <a:pt x="140777" y="118462"/>
                    </a:cubicBezTo>
                    <a:cubicBezTo>
                      <a:pt x="140777" y="120613"/>
                      <a:pt x="140777" y="119537"/>
                      <a:pt x="140777" y="11846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799" name="Freeform 798">
                <a:extLst>
                  <a:ext uri="{FF2B5EF4-FFF2-40B4-BE49-F238E27FC236}">
                    <a16:creationId xmlns:a16="http://schemas.microsoft.com/office/drawing/2014/main" id="{6C1C0296-8AFB-E415-4887-6320BB508A5C}"/>
                  </a:ext>
                </a:extLst>
              </p:cNvPr>
              <p:cNvSpPr/>
              <p:nvPr/>
            </p:nvSpPr>
            <p:spPr>
              <a:xfrm>
                <a:off x="6620161" y="3186233"/>
                <a:ext cx="158175" cy="95709"/>
              </a:xfrm>
              <a:custGeom>
                <a:avLst/>
                <a:gdLst>
                  <a:gd name="connsiteX0" fmla="*/ 4299 w 158175"/>
                  <a:gd name="connsiteY0" fmla="*/ 54845 h 95709"/>
                  <a:gd name="connsiteX1" fmla="*/ 6448 w 158175"/>
                  <a:gd name="connsiteY1" fmla="*/ 48392 h 95709"/>
                  <a:gd name="connsiteX2" fmla="*/ 7523 w 158175"/>
                  <a:gd name="connsiteY2" fmla="*/ 46242 h 95709"/>
                  <a:gd name="connsiteX3" fmla="*/ 23642 w 158175"/>
                  <a:gd name="connsiteY3" fmla="*/ 22583 h 95709"/>
                  <a:gd name="connsiteX4" fmla="*/ 49434 w 158175"/>
                  <a:gd name="connsiteY4" fmla="*/ 9678 h 95709"/>
                  <a:gd name="connsiteX5" fmla="*/ 58031 w 158175"/>
                  <a:gd name="connsiteY5" fmla="*/ 26885 h 95709"/>
                  <a:gd name="connsiteX6" fmla="*/ 38687 w 158175"/>
                  <a:gd name="connsiteY6" fmla="*/ 44091 h 95709"/>
                  <a:gd name="connsiteX7" fmla="*/ 37612 w 158175"/>
                  <a:gd name="connsiteY7" fmla="*/ 45166 h 95709"/>
                  <a:gd name="connsiteX8" fmla="*/ 20418 w 158175"/>
                  <a:gd name="connsiteY8" fmla="*/ 72051 h 95709"/>
                  <a:gd name="connsiteX9" fmla="*/ 19343 w 158175"/>
                  <a:gd name="connsiteY9" fmla="*/ 81729 h 95709"/>
                  <a:gd name="connsiteX10" fmla="*/ 46209 w 158175"/>
                  <a:gd name="connsiteY10" fmla="*/ 64523 h 95709"/>
                  <a:gd name="connsiteX11" fmla="*/ 70926 w 158175"/>
                  <a:gd name="connsiteY11" fmla="*/ 32262 h 95709"/>
                  <a:gd name="connsiteX12" fmla="*/ 66628 w 158175"/>
                  <a:gd name="connsiteY12" fmla="*/ 17206 h 95709"/>
                  <a:gd name="connsiteX13" fmla="*/ 65553 w 158175"/>
                  <a:gd name="connsiteY13" fmla="*/ 1075 h 95709"/>
                  <a:gd name="connsiteX14" fmla="*/ 68777 w 158175"/>
                  <a:gd name="connsiteY14" fmla="*/ 0 h 95709"/>
                  <a:gd name="connsiteX15" fmla="*/ 81673 w 158175"/>
                  <a:gd name="connsiteY15" fmla="*/ 4302 h 95709"/>
                  <a:gd name="connsiteX16" fmla="*/ 88120 w 158175"/>
                  <a:gd name="connsiteY16" fmla="*/ 23658 h 95709"/>
                  <a:gd name="connsiteX17" fmla="*/ 89195 w 158175"/>
                  <a:gd name="connsiteY17" fmla="*/ 23658 h 95709"/>
                  <a:gd name="connsiteX18" fmla="*/ 88120 w 158175"/>
                  <a:gd name="connsiteY18" fmla="*/ 26885 h 95709"/>
                  <a:gd name="connsiteX19" fmla="*/ 89195 w 158175"/>
                  <a:gd name="connsiteY19" fmla="*/ 32262 h 95709"/>
                  <a:gd name="connsiteX20" fmla="*/ 91344 w 158175"/>
                  <a:gd name="connsiteY20" fmla="*/ 26885 h 95709"/>
                  <a:gd name="connsiteX21" fmla="*/ 90270 w 158175"/>
                  <a:gd name="connsiteY21" fmla="*/ 33337 h 95709"/>
                  <a:gd name="connsiteX22" fmla="*/ 107464 w 158175"/>
                  <a:gd name="connsiteY22" fmla="*/ 36563 h 95709"/>
                  <a:gd name="connsiteX23" fmla="*/ 154748 w 158175"/>
                  <a:gd name="connsiteY23" fmla="*/ 22583 h 95709"/>
                  <a:gd name="connsiteX24" fmla="*/ 155822 w 158175"/>
                  <a:gd name="connsiteY24" fmla="*/ 21508 h 95709"/>
                  <a:gd name="connsiteX25" fmla="*/ 157972 w 158175"/>
                  <a:gd name="connsiteY25" fmla="*/ 20432 h 95709"/>
                  <a:gd name="connsiteX26" fmla="*/ 149375 w 158175"/>
                  <a:gd name="connsiteY26" fmla="*/ 29035 h 95709"/>
                  <a:gd name="connsiteX27" fmla="*/ 96717 w 158175"/>
                  <a:gd name="connsiteY27" fmla="*/ 50543 h 95709"/>
                  <a:gd name="connsiteX28" fmla="*/ 82747 w 158175"/>
                  <a:gd name="connsiteY28" fmla="*/ 48392 h 95709"/>
                  <a:gd name="connsiteX29" fmla="*/ 80598 w 158175"/>
                  <a:gd name="connsiteY29" fmla="*/ 52694 h 95709"/>
                  <a:gd name="connsiteX30" fmla="*/ 74150 w 158175"/>
                  <a:gd name="connsiteY30" fmla="*/ 62372 h 95709"/>
                  <a:gd name="connsiteX31" fmla="*/ 73075 w 158175"/>
                  <a:gd name="connsiteY31" fmla="*/ 64523 h 95709"/>
                  <a:gd name="connsiteX32" fmla="*/ 42985 w 158175"/>
                  <a:gd name="connsiteY32" fmla="*/ 90332 h 95709"/>
                  <a:gd name="connsiteX33" fmla="*/ 37612 w 158175"/>
                  <a:gd name="connsiteY33" fmla="*/ 92483 h 95709"/>
                  <a:gd name="connsiteX34" fmla="*/ 25792 w 158175"/>
                  <a:gd name="connsiteY34" fmla="*/ 95709 h 95709"/>
                  <a:gd name="connsiteX35" fmla="*/ 6448 w 158175"/>
                  <a:gd name="connsiteY35" fmla="*/ 88181 h 95709"/>
                  <a:gd name="connsiteX36" fmla="*/ 4299 w 158175"/>
                  <a:gd name="connsiteY36" fmla="*/ 86031 h 95709"/>
                  <a:gd name="connsiteX37" fmla="*/ 0 w 158175"/>
                  <a:gd name="connsiteY37" fmla="*/ 78503 h 95709"/>
                  <a:gd name="connsiteX38" fmla="*/ 4299 w 158175"/>
                  <a:gd name="connsiteY38" fmla="*/ 54845 h 95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8175" h="95709">
                    <a:moveTo>
                      <a:pt x="4299" y="54845"/>
                    </a:moveTo>
                    <a:cubicBezTo>
                      <a:pt x="5373" y="51618"/>
                      <a:pt x="6448" y="48392"/>
                      <a:pt x="6448" y="48392"/>
                    </a:cubicBezTo>
                    <a:cubicBezTo>
                      <a:pt x="6448" y="48392"/>
                      <a:pt x="7523" y="47317"/>
                      <a:pt x="7523" y="46242"/>
                    </a:cubicBezTo>
                    <a:cubicBezTo>
                      <a:pt x="12896" y="37638"/>
                      <a:pt x="17195" y="30111"/>
                      <a:pt x="23642" y="22583"/>
                    </a:cubicBezTo>
                    <a:cubicBezTo>
                      <a:pt x="32239" y="12905"/>
                      <a:pt x="36538" y="9678"/>
                      <a:pt x="49434" y="9678"/>
                    </a:cubicBezTo>
                    <a:cubicBezTo>
                      <a:pt x="61254" y="9678"/>
                      <a:pt x="68777" y="16131"/>
                      <a:pt x="58031" y="26885"/>
                    </a:cubicBezTo>
                    <a:cubicBezTo>
                      <a:pt x="51582" y="33337"/>
                      <a:pt x="45135" y="36563"/>
                      <a:pt x="38687" y="44091"/>
                    </a:cubicBezTo>
                    <a:lnTo>
                      <a:pt x="37612" y="45166"/>
                    </a:lnTo>
                    <a:cubicBezTo>
                      <a:pt x="30090" y="50543"/>
                      <a:pt x="23642" y="63448"/>
                      <a:pt x="20418" y="72051"/>
                    </a:cubicBezTo>
                    <a:cubicBezTo>
                      <a:pt x="18269" y="78503"/>
                      <a:pt x="18269" y="81729"/>
                      <a:pt x="19343" y="81729"/>
                    </a:cubicBezTo>
                    <a:cubicBezTo>
                      <a:pt x="26866" y="80654"/>
                      <a:pt x="40836" y="70975"/>
                      <a:pt x="46209" y="64523"/>
                    </a:cubicBezTo>
                    <a:cubicBezTo>
                      <a:pt x="50508" y="60222"/>
                      <a:pt x="72001" y="36563"/>
                      <a:pt x="70926" y="32262"/>
                    </a:cubicBezTo>
                    <a:cubicBezTo>
                      <a:pt x="69851" y="27960"/>
                      <a:pt x="68777" y="21508"/>
                      <a:pt x="66628" y="17206"/>
                    </a:cubicBezTo>
                    <a:cubicBezTo>
                      <a:pt x="65553" y="15055"/>
                      <a:pt x="63404" y="3226"/>
                      <a:pt x="65553" y="1075"/>
                    </a:cubicBezTo>
                    <a:cubicBezTo>
                      <a:pt x="66628" y="0"/>
                      <a:pt x="67702" y="0"/>
                      <a:pt x="68777" y="0"/>
                    </a:cubicBezTo>
                    <a:cubicBezTo>
                      <a:pt x="73075" y="0"/>
                      <a:pt x="78448" y="2151"/>
                      <a:pt x="81673" y="4302"/>
                    </a:cubicBezTo>
                    <a:cubicBezTo>
                      <a:pt x="90270" y="11829"/>
                      <a:pt x="87046" y="24734"/>
                      <a:pt x="88120" y="23658"/>
                    </a:cubicBezTo>
                    <a:cubicBezTo>
                      <a:pt x="88120" y="23658"/>
                      <a:pt x="90270" y="21508"/>
                      <a:pt x="89195" y="23658"/>
                    </a:cubicBezTo>
                    <a:cubicBezTo>
                      <a:pt x="89195" y="24734"/>
                      <a:pt x="84897" y="26885"/>
                      <a:pt x="88120" y="26885"/>
                    </a:cubicBezTo>
                    <a:cubicBezTo>
                      <a:pt x="90270" y="26885"/>
                      <a:pt x="87046" y="33337"/>
                      <a:pt x="89195" y="32262"/>
                    </a:cubicBezTo>
                    <a:cubicBezTo>
                      <a:pt x="90270" y="32262"/>
                      <a:pt x="91344" y="16131"/>
                      <a:pt x="91344" y="26885"/>
                    </a:cubicBezTo>
                    <a:cubicBezTo>
                      <a:pt x="91344" y="29035"/>
                      <a:pt x="90270" y="31186"/>
                      <a:pt x="90270" y="33337"/>
                    </a:cubicBezTo>
                    <a:cubicBezTo>
                      <a:pt x="95643" y="35488"/>
                      <a:pt x="101016" y="36563"/>
                      <a:pt x="107464" y="36563"/>
                    </a:cubicBezTo>
                    <a:cubicBezTo>
                      <a:pt x="123583" y="36563"/>
                      <a:pt x="140778" y="30111"/>
                      <a:pt x="154748" y="22583"/>
                    </a:cubicBezTo>
                    <a:lnTo>
                      <a:pt x="155822" y="21508"/>
                    </a:lnTo>
                    <a:cubicBezTo>
                      <a:pt x="156897" y="20432"/>
                      <a:pt x="157972" y="20432"/>
                      <a:pt x="157972" y="20432"/>
                    </a:cubicBezTo>
                    <a:cubicBezTo>
                      <a:pt x="159046" y="20432"/>
                      <a:pt x="155822" y="23658"/>
                      <a:pt x="149375" y="29035"/>
                    </a:cubicBezTo>
                    <a:cubicBezTo>
                      <a:pt x="136479" y="37638"/>
                      <a:pt x="114986" y="50543"/>
                      <a:pt x="96717" y="50543"/>
                    </a:cubicBezTo>
                    <a:cubicBezTo>
                      <a:pt x="92419" y="50543"/>
                      <a:pt x="87046" y="49468"/>
                      <a:pt x="82747" y="48392"/>
                    </a:cubicBezTo>
                    <a:cubicBezTo>
                      <a:pt x="81673" y="49468"/>
                      <a:pt x="80598" y="50543"/>
                      <a:pt x="80598" y="52694"/>
                    </a:cubicBezTo>
                    <a:cubicBezTo>
                      <a:pt x="77374" y="59146"/>
                      <a:pt x="76300" y="60222"/>
                      <a:pt x="74150" y="62372"/>
                    </a:cubicBezTo>
                    <a:cubicBezTo>
                      <a:pt x="73075" y="63448"/>
                      <a:pt x="73075" y="64523"/>
                      <a:pt x="73075" y="64523"/>
                    </a:cubicBezTo>
                    <a:cubicBezTo>
                      <a:pt x="73075" y="68825"/>
                      <a:pt x="48359" y="89257"/>
                      <a:pt x="42985" y="90332"/>
                    </a:cubicBezTo>
                    <a:cubicBezTo>
                      <a:pt x="41911" y="90332"/>
                      <a:pt x="39762" y="91408"/>
                      <a:pt x="37612" y="92483"/>
                    </a:cubicBezTo>
                    <a:cubicBezTo>
                      <a:pt x="33314" y="94634"/>
                      <a:pt x="30090" y="95709"/>
                      <a:pt x="25792" y="95709"/>
                    </a:cubicBezTo>
                    <a:cubicBezTo>
                      <a:pt x="19343" y="95709"/>
                      <a:pt x="12896" y="92483"/>
                      <a:pt x="6448" y="88181"/>
                    </a:cubicBezTo>
                    <a:cubicBezTo>
                      <a:pt x="5373" y="86031"/>
                      <a:pt x="4299" y="84955"/>
                      <a:pt x="4299" y="86031"/>
                    </a:cubicBezTo>
                    <a:cubicBezTo>
                      <a:pt x="3224" y="87106"/>
                      <a:pt x="1075" y="83880"/>
                      <a:pt x="0" y="78503"/>
                    </a:cubicBezTo>
                    <a:cubicBezTo>
                      <a:pt x="1075" y="67749"/>
                      <a:pt x="1075" y="63448"/>
                      <a:pt x="4299" y="5484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800" name="Freeform 799">
                <a:extLst>
                  <a:ext uri="{FF2B5EF4-FFF2-40B4-BE49-F238E27FC236}">
                    <a16:creationId xmlns:a16="http://schemas.microsoft.com/office/drawing/2014/main" id="{A0BC2836-4DB4-CF43-3E19-829CB7A3C530}"/>
                  </a:ext>
                </a:extLst>
              </p:cNvPr>
              <p:cNvSpPr/>
              <p:nvPr/>
            </p:nvSpPr>
            <p:spPr>
              <a:xfrm>
                <a:off x="6738371" y="3179507"/>
                <a:ext cx="189778" cy="95983"/>
              </a:xfrm>
              <a:custGeom>
                <a:avLst/>
                <a:gdLst>
                  <a:gd name="connsiteX0" fmla="*/ 11821 w 189778"/>
                  <a:gd name="connsiteY0" fmla="*/ 34686 h 95983"/>
                  <a:gd name="connsiteX1" fmla="*/ 16120 w 189778"/>
                  <a:gd name="connsiteY1" fmla="*/ 28234 h 95983"/>
                  <a:gd name="connsiteX2" fmla="*/ 25792 w 189778"/>
                  <a:gd name="connsiteY2" fmla="*/ 15329 h 95983"/>
                  <a:gd name="connsiteX3" fmla="*/ 26866 w 189778"/>
                  <a:gd name="connsiteY3" fmla="*/ 13179 h 95983"/>
                  <a:gd name="connsiteX4" fmla="*/ 29015 w 189778"/>
                  <a:gd name="connsiteY4" fmla="*/ 9953 h 95983"/>
                  <a:gd name="connsiteX5" fmla="*/ 33314 w 189778"/>
                  <a:gd name="connsiteY5" fmla="*/ 5651 h 95983"/>
                  <a:gd name="connsiteX6" fmla="*/ 51582 w 189778"/>
                  <a:gd name="connsiteY6" fmla="*/ 274 h 95983"/>
                  <a:gd name="connsiteX7" fmla="*/ 60180 w 189778"/>
                  <a:gd name="connsiteY7" fmla="*/ 7802 h 95983"/>
                  <a:gd name="connsiteX8" fmla="*/ 51582 w 189778"/>
                  <a:gd name="connsiteY8" fmla="*/ 23932 h 95983"/>
                  <a:gd name="connsiteX9" fmla="*/ 44060 w 189778"/>
                  <a:gd name="connsiteY9" fmla="*/ 32536 h 95983"/>
                  <a:gd name="connsiteX10" fmla="*/ 37612 w 189778"/>
                  <a:gd name="connsiteY10" fmla="*/ 41139 h 95983"/>
                  <a:gd name="connsiteX11" fmla="*/ 18269 w 189778"/>
                  <a:gd name="connsiteY11" fmla="*/ 75551 h 95983"/>
                  <a:gd name="connsiteX12" fmla="*/ 20418 w 189778"/>
                  <a:gd name="connsiteY12" fmla="*/ 77702 h 95983"/>
                  <a:gd name="connsiteX13" fmla="*/ 25792 w 189778"/>
                  <a:gd name="connsiteY13" fmla="*/ 74476 h 95983"/>
                  <a:gd name="connsiteX14" fmla="*/ 27941 w 189778"/>
                  <a:gd name="connsiteY14" fmla="*/ 73400 h 95983"/>
                  <a:gd name="connsiteX15" fmla="*/ 29015 w 189778"/>
                  <a:gd name="connsiteY15" fmla="*/ 72325 h 95983"/>
                  <a:gd name="connsiteX16" fmla="*/ 30090 w 189778"/>
                  <a:gd name="connsiteY16" fmla="*/ 72325 h 95983"/>
                  <a:gd name="connsiteX17" fmla="*/ 38687 w 189778"/>
                  <a:gd name="connsiteY17" fmla="*/ 64797 h 95983"/>
                  <a:gd name="connsiteX18" fmla="*/ 65553 w 189778"/>
                  <a:gd name="connsiteY18" fmla="*/ 31460 h 95983"/>
                  <a:gd name="connsiteX19" fmla="*/ 79523 w 189778"/>
                  <a:gd name="connsiteY19" fmla="*/ 15329 h 95983"/>
                  <a:gd name="connsiteX20" fmla="*/ 83821 w 189778"/>
                  <a:gd name="connsiteY20" fmla="*/ 9953 h 95983"/>
                  <a:gd name="connsiteX21" fmla="*/ 84897 w 189778"/>
                  <a:gd name="connsiteY21" fmla="*/ 9953 h 95983"/>
                  <a:gd name="connsiteX22" fmla="*/ 89195 w 189778"/>
                  <a:gd name="connsiteY22" fmla="*/ 7802 h 95983"/>
                  <a:gd name="connsiteX23" fmla="*/ 92419 w 189778"/>
                  <a:gd name="connsiteY23" fmla="*/ 5651 h 95983"/>
                  <a:gd name="connsiteX24" fmla="*/ 95643 w 189778"/>
                  <a:gd name="connsiteY24" fmla="*/ 6726 h 95983"/>
                  <a:gd name="connsiteX25" fmla="*/ 95643 w 189778"/>
                  <a:gd name="connsiteY25" fmla="*/ 7802 h 95983"/>
                  <a:gd name="connsiteX26" fmla="*/ 101016 w 189778"/>
                  <a:gd name="connsiteY26" fmla="*/ 21782 h 95983"/>
                  <a:gd name="connsiteX27" fmla="*/ 91344 w 189778"/>
                  <a:gd name="connsiteY27" fmla="*/ 49742 h 95983"/>
                  <a:gd name="connsiteX28" fmla="*/ 92419 w 189778"/>
                  <a:gd name="connsiteY28" fmla="*/ 64797 h 95983"/>
                  <a:gd name="connsiteX29" fmla="*/ 99941 w 189778"/>
                  <a:gd name="connsiteY29" fmla="*/ 65872 h 95983"/>
                  <a:gd name="connsiteX30" fmla="*/ 110687 w 189778"/>
                  <a:gd name="connsiteY30" fmla="*/ 64797 h 95983"/>
                  <a:gd name="connsiteX31" fmla="*/ 130031 w 189778"/>
                  <a:gd name="connsiteY31" fmla="*/ 58345 h 95983"/>
                  <a:gd name="connsiteX32" fmla="*/ 135405 w 189778"/>
                  <a:gd name="connsiteY32" fmla="*/ 56194 h 95983"/>
                  <a:gd name="connsiteX33" fmla="*/ 164419 w 189778"/>
                  <a:gd name="connsiteY33" fmla="*/ 41139 h 95983"/>
                  <a:gd name="connsiteX34" fmla="*/ 170867 w 189778"/>
                  <a:gd name="connsiteY34" fmla="*/ 37912 h 95983"/>
                  <a:gd name="connsiteX35" fmla="*/ 184838 w 189778"/>
                  <a:gd name="connsiteY35" fmla="*/ 30385 h 95983"/>
                  <a:gd name="connsiteX36" fmla="*/ 189136 w 189778"/>
                  <a:gd name="connsiteY36" fmla="*/ 29309 h 95983"/>
                  <a:gd name="connsiteX37" fmla="*/ 186987 w 189778"/>
                  <a:gd name="connsiteY37" fmla="*/ 32536 h 95983"/>
                  <a:gd name="connsiteX38" fmla="*/ 182688 w 189778"/>
                  <a:gd name="connsiteY38" fmla="*/ 34686 h 95983"/>
                  <a:gd name="connsiteX39" fmla="*/ 182688 w 189778"/>
                  <a:gd name="connsiteY39" fmla="*/ 35762 h 95983"/>
                  <a:gd name="connsiteX40" fmla="*/ 168718 w 189778"/>
                  <a:gd name="connsiteY40" fmla="*/ 50817 h 95983"/>
                  <a:gd name="connsiteX41" fmla="*/ 164419 w 189778"/>
                  <a:gd name="connsiteY41" fmla="*/ 54043 h 95983"/>
                  <a:gd name="connsiteX42" fmla="*/ 160121 w 189778"/>
                  <a:gd name="connsiteY42" fmla="*/ 57269 h 95983"/>
                  <a:gd name="connsiteX43" fmla="*/ 159046 w 189778"/>
                  <a:gd name="connsiteY43" fmla="*/ 58345 h 95983"/>
                  <a:gd name="connsiteX44" fmla="*/ 160121 w 189778"/>
                  <a:gd name="connsiteY44" fmla="*/ 59420 h 95983"/>
                  <a:gd name="connsiteX45" fmla="*/ 157972 w 189778"/>
                  <a:gd name="connsiteY45" fmla="*/ 60496 h 95983"/>
                  <a:gd name="connsiteX46" fmla="*/ 154748 w 189778"/>
                  <a:gd name="connsiteY46" fmla="*/ 62646 h 95983"/>
                  <a:gd name="connsiteX47" fmla="*/ 150449 w 189778"/>
                  <a:gd name="connsiteY47" fmla="*/ 65872 h 95983"/>
                  <a:gd name="connsiteX48" fmla="*/ 146151 w 189778"/>
                  <a:gd name="connsiteY48" fmla="*/ 68023 h 95983"/>
                  <a:gd name="connsiteX49" fmla="*/ 147225 w 189778"/>
                  <a:gd name="connsiteY49" fmla="*/ 68023 h 95983"/>
                  <a:gd name="connsiteX50" fmla="*/ 155822 w 189778"/>
                  <a:gd name="connsiteY50" fmla="*/ 64797 h 95983"/>
                  <a:gd name="connsiteX51" fmla="*/ 156897 w 189778"/>
                  <a:gd name="connsiteY51" fmla="*/ 64797 h 95983"/>
                  <a:gd name="connsiteX52" fmla="*/ 139703 w 189778"/>
                  <a:gd name="connsiteY52" fmla="*/ 73400 h 95983"/>
                  <a:gd name="connsiteX53" fmla="*/ 132180 w 189778"/>
                  <a:gd name="connsiteY53" fmla="*/ 77702 h 95983"/>
                  <a:gd name="connsiteX54" fmla="*/ 107464 w 189778"/>
                  <a:gd name="connsiteY54" fmla="*/ 80928 h 95983"/>
                  <a:gd name="connsiteX55" fmla="*/ 102090 w 189778"/>
                  <a:gd name="connsiteY55" fmla="*/ 79852 h 95983"/>
                  <a:gd name="connsiteX56" fmla="*/ 87046 w 189778"/>
                  <a:gd name="connsiteY56" fmla="*/ 76626 h 95983"/>
                  <a:gd name="connsiteX57" fmla="*/ 73075 w 189778"/>
                  <a:gd name="connsiteY57" fmla="*/ 58345 h 95983"/>
                  <a:gd name="connsiteX58" fmla="*/ 73075 w 189778"/>
                  <a:gd name="connsiteY58" fmla="*/ 47591 h 95983"/>
                  <a:gd name="connsiteX59" fmla="*/ 33314 w 189778"/>
                  <a:gd name="connsiteY59" fmla="*/ 89531 h 95983"/>
                  <a:gd name="connsiteX60" fmla="*/ 22568 w 189778"/>
                  <a:gd name="connsiteY60" fmla="*/ 95983 h 95983"/>
                  <a:gd name="connsiteX61" fmla="*/ 7523 w 189778"/>
                  <a:gd name="connsiteY61" fmla="*/ 86305 h 95983"/>
                  <a:gd name="connsiteX62" fmla="*/ 5373 w 189778"/>
                  <a:gd name="connsiteY62" fmla="*/ 84154 h 95983"/>
                  <a:gd name="connsiteX63" fmla="*/ 0 w 189778"/>
                  <a:gd name="connsiteY63" fmla="*/ 74476 h 95983"/>
                  <a:gd name="connsiteX64" fmla="*/ 11821 w 189778"/>
                  <a:gd name="connsiteY64" fmla="*/ 34686 h 95983"/>
                  <a:gd name="connsiteX65" fmla="*/ 12896 w 189778"/>
                  <a:gd name="connsiteY65" fmla="*/ 36837 h 95983"/>
                  <a:gd name="connsiteX66" fmla="*/ 13970 w 189778"/>
                  <a:gd name="connsiteY66" fmla="*/ 36837 h 95983"/>
                  <a:gd name="connsiteX67" fmla="*/ 15045 w 189778"/>
                  <a:gd name="connsiteY67" fmla="*/ 36837 h 95983"/>
                  <a:gd name="connsiteX68" fmla="*/ 16120 w 189778"/>
                  <a:gd name="connsiteY68" fmla="*/ 35762 h 95983"/>
                  <a:gd name="connsiteX69" fmla="*/ 16120 w 189778"/>
                  <a:gd name="connsiteY69" fmla="*/ 34686 h 95983"/>
                  <a:gd name="connsiteX70" fmla="*/ 15045 w 189778"/>
                  <a:gd name="connsiteY70" fmla="*/ 32536 h 95983"/>
                  <a:gd name="connsiteX71" fmla="*/ 16120 w 189778"/>
                  <a:gd name="connsiteY71" fmla="*/ 31460 h 95983"/>
                  <a:gd name="connsiteX72" fmla="*/ 19343 w 189778"/>
                  <a:gd name="connsiteY72" fmla="*/ 31460 h 95983"/>
                  <a:gd name="connsiteX73" fmla="*/ 20418 w 189778"/>
                  <a:gd name="connsiteY73" fmla="*/ 30385 h 95983"/>
                  <a:gd name="connsiteX74" fmla="*/ 21493 w 189778"/>
                  <a:gd name="connsiteY74" fmla="*/ 28234 h 95983"/>
                  <a:gd name="connsiteX75" fmla="*/ 21493 w 189778"/>
                  <a:gd name="connsiteY75" fmla="*/ 25008 h 95983"/>
                  <a:gd name="connsiteX76" fmla="*/ 21493 w 189778"/>
                  <a:gd name="connsiteY76" fmla="*/ 23932 h 95983"/>
                  <a:gd name="connsiteX77" fmla="*/ 23642 w 189778"/>
                  <a:gd name="connsiteY77" fmla="*/ 23932 h 95983"/>
                  <a:gd name="connsiteX78" fmla="*/ 23642 w 189778"/>
                  <a:gd name="connsiteY78" fmla="*/ 19631 h 95983"/>
                  <a:gd name="connsiteX79" fmla="*/ 24716 w 189778"/>
                  <a:gd name="connsiteY79" fmla="*/ 19631 h 95983"/>
                  <a:gd name="connsiteX80" fmla="*/ 25792 w 189778"/>
                  <a:gd name="connsiteY80" fmla="*/ 18556 h 95983"/>
                  <a:gd name="connsiteX81" fmla="*/ 24716 w 189778"/>
                  <a:gd name="connsiteY81" fmla="*/ 17480 h 95983"/>
                  <a:gd name="connsiteX82" fmla="*/ 23642 w 189778"/>
                  <a:gd name="connsiteY82" fmla="*/ 16405 h 95983"/>
                  <a:gd name="connsiteX83" fmla="*/ 25792 w 189778"/>
                  <a:gd name="connsiteY83" fmla="*/ 16405 h 95983"/>
                  <a:gd name="connsiteX84" fmla="*/ 29015 w 189778"/>
                  <a:gd name="connsiteY84" fmla="*/ 15329 h 95983"/>
                  <a:gd name="connsiteX85" fmla="*/ 31165 w 189778"/>
                  <a:gd name="connsiteY85" fmla="*/ 12103 h 95983"/>
                  <a:gd name="connsiteX86" fmla="*/ 32239 w 189778"/>
                  <a:gd name="connsiteY86" fmla="*/ 9953 h 95983"/>
                  <a:gd name="connsiteX87" fmla="*/ 33314 w 189778"/>
                  <a:gd name="connsiteY87" fmla="*/ 8877 h 95983"/>
                  <a:gd name="connsiteX88" fmla="*/ 34388 w 189778"/>
                  <a:gd name="connsiteY88" fmla="*/ 6726 h 95983"/>
                  <a:gd name="connsiteX89" fmla="*/ 36538 w 189778"/>
                  <a:gd name="connsiteY89" fmla="*/ 4576 h 95983"/>
                  <a:gd name="connsiteX90" fmla="*/ 37612 w 189778"/>
                  <a:gd name="connsiteY90" fmla="*/ 1349 h 95983"/>
                  <a:gd name="connsiteX91" fmla="*/ 33314 w 189778"/>
                  <a:gd name="connsiteY91" fmla="*/ 3500 h 95983"/>
                  <a:gd name="connsiteX92" fmla="*/ 31165 w 189778"/>
                  <a:gd name="connsiteY92" fmla="*/ 7802 h 95983"/>
                  <a:gd name="connsiteX93" fmla="*/ 29015 w 189778"/>
                  <a:gd name="connsiteY93" fmla="*/ 11028 h 95983"/>
                  <a:gd name="connsiteX94" fmla="*/ 29015 w 189778"/>
                  <a:gd name="connsiteY94" fmla="*/ 9953 h 95983"/>
                  <a:gd name="connsiteX95" fmla="*/ 30090 w 189778"/>
                  <a:gd name="connsiteY95" fmla="*/ 8877 h 95983"/>
                  <a:gd name="connsiteX96" fmla="*/ 27941 w 189778"/>
                  <a:gd name="connsiteY96" fmla="*/ 8877 h 95983"/>
                  <a:gd name="connsiteX97" fmla="*/ 26866 w 189778"/>
                  <a:gd name="connsiteY97" fmla="*/ 12103 h 95983"/>
                  <a:gd name="connsiteX98" fmla="*/ 25792 w 189778"/>
                  <a:gd name="connsiteY98" fmla="*/ 14254 h 95983"/>
                  <a:gd name="connsiteX99" fmla="*/ 24716 w 189778"/>
                  <a:gd name="connsiteY99" fmla="*/ 14254 h 95983"/>
                  <a:gd name="connsiteX100" fmla="*/ 24716 w 189778"/>
                  <a:gd name="connsiteY100" fmla="*/ 13179 h 95983"/>
                  <a:gd name="connsiteX101" fmla="*/ 20418 w 189778"/>
                  <a:gd name="connsiteY101" fmla="*/ 20706 h 95983"/>
                  <a:gd name="connsiteX102" fmla="*/ 19343 w 189778"/>
                  <a:gd name="connsiteY102" fmla="*/ 21782 h 95983"/>
                  <a:gd name="connsiteX103" fmla="*/ 17195 w 189778"/>
                  <a:gd name="connsiteY103" fmla="*/ 23932 h 95983"/>
                  <a:gd name="connsiteX104" fmla="*/ 15045 w 189778"/>
                  <a:gd name="connsiteY104" fmla="*/ 26083 h 95983"/>
                  <a:gd name="connsiteX105" fmla="*/ 12896 w 189778"/>
                  <a:gd name="connsiteY105" fmla="*/ 36837 h 9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89778" h="95983">
                    <a:moveTo>
                      <a:pt x="11821" y="34686"/>
                    </a:moveTo>
                    <a:cubicBezTo>
                      <a:pt x="12896" y="33611"/>
                      <a:pt x="15045" y="30385"/>
                      <a:pt x="16120" y="28234"/>
                    </a:cubicBezTo>
                    <a:cubicBezTo>
                      <a:pt x="19343" y="23932"/>
                      <a:pt x="23642" y="16405"/>
                      <a:pt x="25792" y="15329"/>
                    </a:cubicBezTo>
                    <a:cubicBezTo>
                      <a:pt x="26866" y="14254"/>
                      <a:pt x="26866" y="14254"/>
                      <a:pt x="26866" y="13179"/>
                    </a:cubicBezTo>
                    <a:cubicBezTo>
                      <a:pt x="26866" y="12103"/>
                      <a:pt x="27941" y="11028"/>
                      <a:pt x="29015" y="9953"/>
                    </a:cubicBezTo>
                    <a:cubicBezTo>
                      <a:pt x="30090" y="8877"/>
                      <a:pt x="32239" y="6726"/>
                      <a:pt x="33314" y="5651"/>
                    </a:cubicBezTo>
                    <a:cubicBezTo>
                      <a:pt x="36538" y="1349"/>
                      <a:pt x="44060" y="-801"/>
                      <a:pt x="51582" y="274"/>
                    </a:cubicBezTo>
                    <a:cubicBezTo>
                      <a:pt x="53732" y="274"/>
                      <a:pt x="60180" y="6726"/>
                      <a:pt x="60180" y="7802"/>
                    </a:cubicBezTo>
                    <a:cubicBezTo>
                      <a:pt x="61254" y="13179"/>
                      <a:pt x="59105" y="16405"/>
                      <a:pt x="51582" y="23932"/>
                    </a:cubicBezTo>
                    <a:cubicBezTo>
                      <a:pt x="47284" y="28234"/>
                      <a:pt x="44060" y="31460"/>
                      <a:pt x="44060" y="32536"/>
                    </a:cubicBezTo>
                    <a:cubicBezTo>
                      <a:pt x="44060" y="33611"/>
                      <a:pt x="40836" y="36837"/>
                      <a:pt x="37612" y="41139"/>
                    </a:cubicBezTo>
                    <a:cubicBezTo>
                      <a:pt x="22568" y="61571"/>
                      <a:pt x="17195" y="71249"/>
                      <a:pt x="18269" y="75551"/>
                    </a:cubicBezTo>
                    <a:cubicBezTo>
                      <a:pt x="18269" y="76626"/>
                      <a:pt x="19343" y="77702"/>
                      <a:pt x="20418" y="77702"/>
                    </a:cubicBezTo>
                    <a:cubicBezTo>
                      <a:pt x="21493" y="77702"/>
                      <a:pt x="23642" y="76626"/>
                      <a:pt x="25792" y="74476"/>
                    </a:cubicBezTo>
                    <a:cubicBezTo>
                      <a:pt x="26866" y="73400"/>
                      <a:pt x="27941" y="73400"/>
                      <a:pt x="27941" y="73400"/>
                    </a:cubicBezTo>
                    <a:cubicBezTo>
                      <a:pt x="29015" y="73400"/>
                      <a:pt x="29015" y="72325"/>
                      <a:pt x="29015" y="72325"/>
                    </a:cubicBezTo>
                    <a:cubicBezTo>
                      <a:pt x="29015" y="72325"/>
                      <a:pt x="29015" y="71249"/>
                      <a:pt x="30090" y="72325"/>
                    </a:cubicBezTo>
                    <a:cubicBezTo>
                      <a:pt x="31165" y="72325"/>
                      <a:pt x="34388" y="69099"/>
                      <a:pt x="38687" y="64797"/>
                    </a:cubicBezTo>
                    <a:cubicBezTo>
                      <a:pt x="48359" y="55119"/>
                      <a:pt x="53732" y="47591"/>
                      <a:pt x="65553" y="31460"/>
                    </a:cubicBezTo>
                    <a:cubicBezTo>
                      <a:pt x="70926" y="25008"/>
                      <a:pt x="77374" y="17480"/>
                      <a:pt x="79523" y="15329"/>
                    </a:cubicBezTo>
                    <a:cubicBezTo>
                      <a:pt x="81673" y="13179"/>
                      <a:pt x="83821" y="11028"/>
                      <a:pt x="83821" y="9953"/>
                    </a:cubicBezTo>
                    <a:cubicBezTo>
                      <a:pt x="83821" y="9953"/>
                      <a:pt x="83821" y="8877"/>
                      <a:pt x="84897" y="9953"/>
                    </a:cubicBezTo>
                    <a:cubicBezTo>
                      <a:pt x="85971" y="9953"/>
                      <a:pt x="87046" y="8877"/>
                      <a:pt x="89195" y="7802"/>
                    </a:cubicBezTo>
                    <a:cubicBezTo>
                      <a:pt x="90270" y="6726"/>
                      <a:pt x="91344" y="5651"/>
                      <a:pt x="92419" y="5651"/>
                    </a:cubicBezTo>
                    <a:cubicBezTo>
                      <a:pt x="93493" y="5651"/>
                      <a:pt x="94568" y="6726"/>
                      <a:pt x="95643" y="6726"/>
                    </a:cubicBezTo>
                    <a:cubicBezTo>
                      <a:pt x="95643" y="6726"/>
                      <a:pt x="95643" y="6726"/>
                      <a:pt x="95643" y="7802"/>
                    </a:cubicBezTo>
                    <a:cubicBezTo>
                      <a:pt x="101016" y="9953"/>
                      <a:pt x="103165" y="14254"/>
                      <a:pt x="101016" y="21782"/>
                    </a:cubicBezTo>
                    <a:cubicBezTo>
                      <a:pt x="97792" y="31460"/>
                      <a:pt x="91344" y="45440"/>
                      <a:pt x="91344" y="49742"/>
                    </a:cubicBezTo>
                    <a:cubicBezTo>
                      <a:pt x="90270" y="58345"/>
                      <a:pt x="91344" y="63722"/>
                      <a:pt x="92419" y="64797"/>
                    </a:cubicBezTo>
                    <a:cubicBezTo>
                      <a:pt x="93493" y="65872"/>
                      <a:pt x="96717" y="65872"/>
                      <a:pt x="99941" y="65872"/>
                    </a:cubicBezTo>
                    <a:cubicBezTo>
                      <a:pt x="104240" y="65872"/>
                      <a:pt x="107464" y="64797"/>
                      <a:pt x="110687" y="64797"/>
                    </a:cubicBezTo>
                    <a:cubicBezTo>
                      <a:pt x="116061" y="63722"/>
                      <a:pt x="126807" y="59420"/>
                      <a:pt x="130031" y="58345"/>
                    </a:cubicBezTo>
                    <a:cubicBezTo>
                      <a:pt x="131106" y="58345"/>
                      <a:pt x="133255" y="57269"/>
                      <a:pt x="135405" y="56194"/>
                    </a:cubicBezTo>
                    <a:cubicBezTo>
                      <a:pt x="138628" y="55119"/>
                      <a:pt x="162270" y="43289"/>
                      <a:pt x="164419" y="41139"/>
                    </a:cubicBezTo>
                    <a:cubicBezTo>
                      <a:pt x="165494" y="40063"/>
                      <a:pt x="167644" y="38988"/>
                      <a:pt x="170867" y="37912"/>
                    </a:cubicBezTo>
                    <a:cubicBezTo>
                      <a:pt x="179464" y="32536"/>
                      <a:pt x="181614" y="31460"/>
                      <a:pt x="184838" y="30385"/>
                    </a:cubicBezTo>
                    <a:cubicBezTo>
                      <a:pt x="186987" y="29309"/>
                      <a:pt x="189136" y="28234"/>
                      <a:pt x="189136" y="29309"/>
                    </a:cubicBezTo>
                    <a:cubicBezTo>
                      <a:pt x="190211" y="29309"/>
                      <a:pt x="190211" y="30385"/>
                      <a:pt x="186987" y="32536"/>
                    </a:cubicBezTo>
                    <a:cubicBezTo>
                      <a:pt x="184838" y="33611"/>
                      <a:pt x="182688" y="34686"/>
                      <a:pt x="182688" y="34686"/>
                    </a:cubicBezTo>
                    <a:cubicBezTo>
                      <a:pt x="181614" y="34686"/>
                      <a:pt x="181614" y="34686"/>
                      <a:pt x="182688" y="35762"/>
                    </a:cubicBezTo>
                    <a:cubicBezTo>
                      <a:pt x="183763" y="36837"/>
                      <a:pt x="169792" y="50817"/>
                      <a:pt x="168718" y="50817"/>
                    </a:cubicBezTo>
                    <a:cubicBezTo>
                      <a:pt x="167644" y="50817"/>
                      <a:pt x="166569" y="51892"/>
                      <a:pt x="164419" y="54043"/>
                    </a:cubicBezTo>
                    <a:cubicBezTo>
                      <a:pt x="162270" y="56194"/>
                      <a:pt x="160121" y="57269"/>
                      <a:pt x="160121" y="57269"/>
                    </a:cubicBezTo>
                    <a:cubicBezTo>
                      <a:pt x="159046" y="57269"/>
                      <a:pt x="159046" y="57269"/>
                      <a:pt x="159046" y="58345"/>
                    </a:cubicBezTo>
                    <a:cubicBezTo>
                      <a:pt x="159046" y="58345"/>
                      <a:pt x="160121" y="59420"/>
                      <a:pt x="160121" y="59420"/>
                    </a:cubicBezTo>
                    <a:cubicBezTo>
                      <a:pt x="161195" y="59420"/>
                      <a:pt x="160121" y="60496"/>
                      <a:pt x="157972" y="60496"/>
                    </a:cubicBezTo>
                    <a:cubicBezTo>
                      <a:pt x="155822" y="60496"/>
                      <a:pt x="154748" y="62646"/>
                      <a:pt x="154748" y="62646"/>
                    </a:cubicBezTo>
                    <a:cubicBezTo>
                      <a:pt x="154748" y="63722"/>
                      <a:pt x="152598" y="64797"/>
                      <a:pt x="150449" y="65872"/>
                    </a:cubicBezTo>
                    <a:cubicBezTo>
                      <a:pt x="148300" y="66948"/>
                      <a:pt x="146151" y="68023"/>
                      <a:pt x="146151" y="68023"/>
                    </a:cubicBezTo>
                    <a:cubicBezTo>
                      <a:pt x="146151" y="68023"/>
                      <a:pt x="146151" y="69099"/>
                      <a:pt x="147225" y="68023"/>
                    </a:cubicBezTo>
                    <a:cubicBezTo>
                      <a:pt x="150449" y="66948"/>
                      <a:pt x="152598" y="65872"/>
                      <a:pt x="155822" y="64797"/>
                    </a:cubicBezTo>
                    <a:cubicBezTo>
                      <a:pt x="159046" y="63722"/>
                      <a:pt x="159046" y="63722"/>
                      <a:pt x="156897" y="64797"/>
                    </a:cubicBezTo>
                    <a:cubicBezTo>
                      <a:pt x="154748" y="65872"/>
                      <a:pt x="150449" y="69099"/>
                      <a:pt x="139703" y="73400"/>
                    </a:cubicBezTo>
                    <a:cubicBezTo>
                      <a:pt x="136479" y="74476"/>
                      <a:pt x="133255" y="76626"/>
                      <a:pt x="132180" y="77702"/>
                    </a:cubicBezTo>
                    <a:cubicBezTo>
                      <a:pt x="130031" y="79852"/>
                      <a:pt x="109613" y="82003"/>
                      <a:pt x="107464" y="80928"/>
                    </a:cubicBezTo>
                    <a:cubicBezTo>
                      <a:pt x="106389" y="80928"/>
                      <a:pt x="104240" y="79852"/>
                      <a:pt x="102090" y="79852"/>
                    </a:cubicBezTo>
                    <a:cubicBezTo>
                      <a:pt x="97792" y="79852"/>
                      <a:pt x="92419" y="80928"/>
                      <a:pt x="87046" y="76626"/>
                    </a:cubicBezTo>
                    <a:cubicBezTo>
                      <a:pt x="80598" y="71249"/>
                      <a:pt x="75225" y="65872"/>
                      <a:pt x="73075" y="58345"/>
                    </a:cubicBezTo>
                    <a:cubicBezTo>
                      <a:pt x="72001" y="56194"/>
                      <a:pt x="72001" y="51892"/>
                      <a:pt x="73075" y="47591"/>
                    </a:cubicBezTo>
                    <a:cubicBezTo>
                      <a:pt x="61254" y="59420"/>
                      <a:pt x="45135" y="79852"/>
                      <a:pt x="33314" y="89531"/>
                    </a:cubicBezTo>
                    <a:cubicBezTo>
                      <a:pt x="29015" y="92757"/>
                      <a:pt x="26866" y="95983"/>
                      <a:pt x="22568" y="95983"/>
                    </a:cubicBezTo>
                    <a:cubicBezTo>
                      <a:pt x="18269" y="95983"/>
                      <a:pt x="11821" y="91682"/>
                      <a:pt x="7523" y="86305"/>
                    </a:cubicBezTo>
                    <a:cubicBezTo>
                      <a:pt x="6448" y="84154"/>
                      <a:pt x="5373" y="83079"/>
                      <a:pt x="5373" y="84154"/>
                    </a:cubicBezTo>
                    <a:cubicBezTo>
                      <a:pt x="4299" y="85229"/>
                      <a:pt x="1075" y="79852"/>
                      <a:pt x="0" y="74476"/>
                    </a:cubicBezTo>
                    <a:cubicBezTo>
                      <a:pt x="0" y="60496"/>
                      <a:pt x="2149" y="50817"/>
                      <a:pt x="11821" y="34686"/>
                    </a:cubicBezTo>
                    <a:close/>
                    <a:moveTo>
                      <a:pt x="12896" y="36837"/>
                    </a:moveTo>
                    <a:cubicBezTo>
                      <a:pt x="12896" y="37912"/>
                      <a:pt x="13970" y="37912"/>
                      <a:pt x="13970" y="36837"/>
                    </a:cubicBezTo>
                    <a:cubicBezTo>
                      <a:pt x="15045" y="35762"/>
                      <a:pt x="15045" y="35762"/>
                      <a:pt x="15045" y="36837"/>
                    </a:cubicBezTo>
                    <a:cubicBezTo>
                      <a:pt x="15045" y="36837"/>
                      <a:pt x="16120" y="36837"/>
                      <a:pt x="16120" y="35762"/>
                    </a:cubicBezTo>
                    <a:cubicBezTo>
                      <a:pt x="16120" y="34686"/>
                      <a:pt x="16120" y="34686"/>
                      <a:pt x="16120" y="34686"/>
                    </a:cubicBezTo>
                    <a:cubicBezTo>
                      <a:pt x="16120" y="34686"/>
                      <a:pt x="15045" y="33611"/>
                      <a:pt x="15045" y="32536"/>
                    </a:cubicBezTo>
                    <a:cubicBezTo>
                      <a:pt x="15045" y="30385"/>
                      <a:pt x="15045" y="30385"/>
                      <a:pt x="16120" y="31460"/>
                    </a:cubicBezTo>
                    <a:cubicBezTo>
                      <a:pt x="17195" y="32536"/>
                      <a:pt x="17195" y="32536"/>
                      <a:pt x="19343" y="31460"/>
                    </a:cubicBezTo>
                    <a:cubicBezTo>
                      <a:pt x="20418" y="30385"/>
                      <a:pt x="21493" y="30385"/>
                      <a:pt x="20418" y="30385"/>
                    </a:cubicBezTo>
                    <a:cubicBezTo>
                      <a:pt x="20418" y="30385"/>
                      <a:pt x="20418" y="29309"/>
                      <a:pt x="21493" y="28234"/>
                    </a:cubicBezTo>
                    <a:cubicBezTo>
                      <a:pt x="22568" y="27159"/>
                      <a:pt x="22568" y="26083"/>
                      <a:pt x="21493" y="25008"/>
                    </a:cubicBezTo>
                    <a:cubicBezTo>
                      <a:pt x="20418" y="23932"/>
                      <a:pt x="21493" y="22857"/>
                      <a:pt x="21493" y="23932"/>
                    </a:cubicBezTo>
                    <a:cubicBezTo>
                      <a:pt x="22568" y="25008"/>
                      <a:pt x="22568" y="25008"/>
                      <a:pt x="23642" y="23932"/>
                    </a:cubicBezTo>
                    <a:cubicBezTo>
                      <a:pt x="25792" y="22857"/>
                      <a:pt x="24716" y="20706"/>
                      <a:pt x="23642" y="19631"/>
                    </a:cubicBezTo>
                    <a:cubicBezTo>
                      <a:pt x="22568" y="19631"/>
                      <a:pt x="23642" y="19631"/>
                      <a:pt x="24716" y="19631"/>
                    </a:cubicBezTo>
                    <a:cubicBezTo>
                      <a:pt x="25792" y="19631"/>
                      <a:pt x="26866" y="19631"/>
                      <a:pt x="25792" y="18556"/>
                    </a:cubicBezTo>
                    <a:cubicBezTo>
                      <a:pt x="25792" y="17480"/>
                      <a:pt x="24716" y="17480"/>
                      <a:pt x="24716" y="17480"/>
                    </a:cubicBezTo>
                    <a:cubicBezTo>
                      <a:pt x="24716" y="17480"/>
                      <a:pt x="23642" y="17480"/>
                      <a:pt x="23642" y="16405"/>
                    </a:cubicBezTo>
                    <a:cubicBezTo>
                      <a:pt x="23642" y="16405"/>
                      <a:pt x="24716" y="15329"/>
                      <a:pt x="25792" y="16405"/>
                    </a:cubicBezTo>
                    <a:cubicBezTo>
                      <a:pt x="27941" y="16405"/>
                      <a:pt x="27941" y="16405"/>
                      <a:pt x="29015" y="15329"/>
                    </a:cubicBezTo>
                    <a:cubicBezTo>
                      <a:pt x="29015" y="14254"/>
                      <a:pt x="30090" y="13179"/>
                      <a:pt x="31165" y="12103"/>
                    </a:cubicBezTo>
                    <a:cubicBezTo>
                      <a:pt x="32239" y="11028"/>
                      <a:pt x="32239" y="9953"/>
                      <a:pt x="32239" y="9953"/>
                    </a:cubicBezTo>
                    <a:cubicBezTo>
                      <a:pt x="32239" y="8877"/>
                      <a:pt x="32239" y="8877"/>
                      <a:pt x="33314" y="8877"/>
                    </a:cubicBezTo>
                    <a:cubicBezTo>
                      <a:pt x="34388" y="8877"/>
                      <a:pt x="34388" y="7802"/>
                      <a:pt x="34388" y="6726"/>
                    </a:cubicBezTo>
                    <a:cubicBezTo>
                      <a:pt x="34388" y="5651"/>
                      <a:pt x="35463" y="4576"/>
                      <a:pt x="36538" y="4576"/>
                    </a:cubicBezTo>
                    <a:cubicBezTo>
                      <a:pt x="37612" y="4576"/>
                      <a:pt x="38687" y="2425"/>
                      <a:pt x="37612" y="1349"/>
                    </a:cubicBezTo>
                    <a:cubicBezTo>
                      <a:pt x="37612" y="1349"/>
                      <a:pt x="35463" y="2425"/>
                      <a:pt x="33314" y="3500"/>
                    </a:cubicBezTo>
                    <a:cubicBezTo>
                      <a:pt x="30090" y="5651"/>
                      <a:pt x="30090" y="6726"/>
                      <a:pt x="31165" y="7802"/>
                    </a:cubicBezTo>
                    <a:cubicBezTo>
                      <a:pt x="32239" y="9953"/>
                      <a:pt x="31165" y="11028"/>
                      <a:pt x="29015" y="11028"/>
                    </a:cubicBezTo>
                    <a:cubicBezTo>
                      <a:pt x="27941" y="11028"/>
                      <a:pt x="27941" y="11028"/>
                      <a:pt x="29015" y="9953"/>
                    </a:cubicBezTo>
                    <a:cubicBezTo>
                      <a:pt x="30090" y="9953"/>
                      <a:pt x="30090" y="8877"/>
                      <a:pt x="30090" y="8877"/>
                    </a:cubicBezTo>
                    <a:cubicBezTo>
                      <a:pt x="30090" y="7802"/>
                      <a:pt x="29015" y="7802"/>
                      <a:pt x="27941" y="8877"/>
                    </a:cubicBezTo>
                    <a:cubicBezTo>
                      <a:pt x="26866" y="9953"/>
                      <a:pt x="25792" y="12103"/>
                      <a:pt x="26866" y="12103"/>
                    </a:cubicBezTo>
                    <a:cubicBezTo>
                      <a:pt x="27941" y="12103"/>
                      <a:pt x="27941" y="14254"/>
                      <a:pt x="25792" y="14254"/>
                    </a:cubicBezTo>
                    <a:cubicBezTo>
                      <a:pt x="24716" y="14254"/>
                      <a:pt x="24716" y="14254"/>
                      <a:pt x="24716" y="14254"/>
                    </a:cubicBezTo>
                    <a:cubicBezTo>
                      <a:pt x="24716" y="14254"/>
                      <a:pt x="24716" y="13179"/>
                      <a:pt x="24716" y="13179"/>
                    </a:cubicBezTo>
                    <a:cubicBezTo>
                      <a:pt x="23642" y="13179"/>
                      <a:pt x="20418" y="19631"/>
                      <a:pt x="20418" y="20706"/>
                    </a:cubicBezTo>
                    <a:cubicBezTo>
                      <a:pt x="20418" y="21782"/>
                      <a:pt x="20418" y="21782"/>
                      <a:pt x="19343" y="21782"/>
                    </a:cubicBezTo>
                    <a:cubicBezTo>
                      <a:pt x="18269" y="20706"/>
                      <a:pt x="17195" y="22857"/>
                      <a:pt x="17195" y="23932"/>
                    </a:cubicBezTo>
                    <a:cubicBezTo>
                      <a:pt x="17195" y="25008"/>
                      <a:pt x="16120" y="25008"/>
                      <a:pt x="15045" y="26083"/>
                    </a:cubicBezTo>
                    <a:cubicBezTo>
                      <a:pt x="16120" y="30385"/>
                      <a:pt x="12896" y="35762"/>
                      <a:pt x="12896" y="36837"/>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801" name="Freeform 800">
                <a:extLst>
                  <a:ext uri="{FF2B5EF4-FFF2-40B4-BE49-F238E27FC236}">
                    <a16:creationId xmlns:a16="http://schemas.microsoft.com/office/drawing/2014/main" id="{27D8F5CA-3689-777A-B1BB-8CF0C4ABC617}"/>
                  </a:ext>
                </a:extLst>
              </p:cNvPr>
              <p:cNvSpPr/>
              <p:nvPr/>
            </p:nvSpPr>
            <p:spPr>
              <a:xfrm>
                <a:off x="6876938" y="3167952"/>
                <a:ext cx="183454" cy="123126"/>
              </a:xfrm>
              <a:custGeom>
                <a:avLst/>
                <a:gdLst>
                  <a:gd name="connsiteX0" fmla="*/ 7583 w 183454"/>
                  <a:gd name="connsiteY0" fmla="*/ 84955 h 123126"/>
                  <a:gd name="connsiteX1" fmla="*/ 17254 w 183454"/>
                  <a:gd name="connsiteY1" fmla="*/ 65598 h 123126"/>
                  <a:gd name="connsiteX2" fmla="*/ 18330 w 183454"/>
                  <a:gd name="connsiteY2" fmla="*/ 64523 h 123126"/>
                  <a:gd name="connsiteX3" fmla="*/ 22628 w 183454"/>
                  <a:gd name="connsiteY3" fmla="*/ 56995 h 123126"/>
                  <a:gd name="connsiteX4" fmla="*/ 23703 w 183454"/>
                  <a:gd name="connsiteY4" fmla="*/ 55920 h 123126"/>
                  <a:gd name="connsiteX5" fmla="*/ 26926 w 183454"/>
                  <a:gd name="connsiteY5" fmla="*/ 51618 h 123126"/>
                  <a:gd name="connsiteX6" fmla="*/ 35523 w 183454"/>
                  <a:gd name="connsiteY6" fmla="*/ 36563 h 123126"/>
                  <a:gd name="connsiteX7" fmla="*/ 44120 w 183454"/>
                  <a:gd name="connsiteY7" fmla="*/ 21508 h 123126"/>
                  <a:gd name="connsiteX8" fmla="*/ 46270 w 183454"/>
                  <a:gd name="connsiteY8" fmla="*/ 17206 h 123126"/>
                  <a:gd name="connsiteX9" fmla="*/ 47344 w 183454"/>
                  <a:gd name="connsiteY9" fmla="*/ 15055 h 123126"/>
                  <a:gd name="connsiteX10" fmla="*/ 49494 w 183454"/>
                  <a:gd name="connsiteY10" fmla="*/ 11829 h 123126"/>
                  <a:gd name="connsiteX11" fmla="*/ 50569 w 183454"/>
                  <a:gd name="connsiteY11" fmla="*/ 9678 h 123126"/>
                  <a:gd name="connsiteX12" fmla="*/ 53792 w 183454"/>
                  <a:gd name="connsiteY12" fmla="*/ 4301 h 123126"/>
                  <a:gd name="connsiteX13" fmla="*/ 57016 w 183454"/>
                  <a:gd name="connsiteY13" fmla="*/ 1075 h 123126"/>
                  <a:gd name="connsiteX14" fmla="*/ 58091 w 183454"/>
                  <a:gd name="connsiteY14" fmla="*/ 1075 h 123126"/>
                  <a:gd name="connsiteX15" fmla="*/ 63464 w 183454"/>
                  <a:gd name="connsiteY15" fmla="*/ 0 h 123126"/>
                  <a:gd name="connsiteX16" fmla="*/ 69912 w 183454"/>
                  <a:gd name="connsiteY16" fmla="*/ 2151 h 123126"/>
                  <a:gd name="connsiteX17" fmla="*/ 74210 w 183454"/>
                  <a:gd name="connsiteY17" fmla="*/ 11829 h 123126"/>
                  <a:gd name="connsiteX18" fmla="*/ 67763 w 183454"/>
                  <a:gd name="connsiteY18" fmla="*/ 23658 h 123126"/>
                  <a:gd name="connsiteX19" fmla="*/ 65613 w 183454"/>
                  <a:gd name="connsiteY19" fmla="*/ 26885 h 123126"/>
                  <a:gd name="connsiteX20" fmla="*/ 64539 w 183454"/>
                  <a:gd name="connsiteY20" fmla="*/ 29035 h 123126"/>
                  <a:gd name="connsiteX21" fmla="*/ 52717 w 183454"/>
                  <a:gd name="connsiteY21" fmla="*/ 48392 h 123126"/>
                  <a:gd name="connsiteX22" fmla="*/ 51643 w 183454"/>
                  <a:gd name="connsiteY22" fmla="*/ 49468 h 123126"/>
                  <a:gd name="connsiteX23" fmla="*/ 49494 w 183454"/>
                  <a:gd name="connsiteY23" fmla="*/ 51618 h 123126"/>
                  <a:gd name="connsiteX24" fmla="*/ 52717 w 183454"/>
                  <a:gd name="connsiteY24" fmla="*/ 51618 h 123126"/>
                  <a:gd name="connsiteX25" fmla="*/ 59166 w 183454"/>
                  <a:gd name="connsiteY25" fmla="*/ 46241 h 123126"/>
                  <a:gd name="connsiteX26" fmla="*/ 79583 w 183454"/>
                  <a:gd name="connsiteY26" fmla="*/ 32262 h 123126"/>
                  <a:gd name="connsiteX27" fmla="*/ 84956 w 183454"/>
                  <a:gd name="connsiteY27" fmla="*/ 32262 h 123126"/>
                  <a:gd name="connsiteX28" fmla="*/ 90330 w 183454"/>
                  <a:gd name="connsiteY28" fmla="*/ 32262 h 123126"/>
                  <a:gd name="connsiteX29" fmla="*/ 93554 w 183454"/>
                  <a:gd name="connsiteY29" fmla="*/ 33337 h 123126"/>
                  <a:gd name="connsiteX30" fmla="*/ 96778 w 183454"/>
                  <a:gd name="connsiteY30" fmla="*/ 34412 h 123126"/>
                  <a:gd name="connsiteX31" fmla="*/ 98927 w 183454"/>
                  <a:gd name="connsiteY31" fmla="*/ 35488 h 123126"/>
                  <a:gd name="connsiteX32" fmla="*/ 101076 w 183454"/>
                  <a:gd name="connsiteY32" fmla="*/ 36563 h 123126"/>
                  <a:gd name="connsiteX33" fmla="*/ 105375 w 183454"/>
                  <a:gd name="connsiteY33" fmla="*/ 40865 h 123126"/>
                  <a:gd name="connsiteX34" fmla="*/ 118271 w 183454"/>
                  <a:gd name="connsiteY34" fmla="*/ 55920 h 123126"/>
                  <a:gd name="connsiteX35" fmla="*/ 146211 w 183454"/>
                  <a:gd name="connsiteY35" fmla="*/ 48392 h 123126"/>
                  <a:gd name="connsiteX36" fmla="*/ 155883 w 183454"/>
                  <a:gd name="connsiteY36" fmla="*/ 44091 h 123126"/>
                  <a:gd name="connsiteX37" fmla="*/ 166629 w 183454"/>
                  <a:gd name="connsiteY37" fmla="*/ 38714 h 123126"/>
                  <a:gd name="connsiteX38" fmla="*/ 181674 w 183454"/>
                  <a:gd name="connsiteY38" fmla="*/ 33337 h 123126"/>
                  <a:gd name="connsiteX39" fmla="*/ 182749 w 183454"/>
                  <a:gd name="connsiteY39" fmla="*/ 36563 h 123126"/>
                  <a:gd name="connsiteX40" fmla="*/ 182749 w 183454"/>
                  <a:gd name="connsiteY40" fmla="*/ 37638 h 123126"/>
                  <a:gd name="connsiteX41" fmla="*/ 176300 w 183454"/>
                  <a:gd name="connsiteY41" fmla="*/ 43015 h 123126"/>
                  <a:gd name="connsiteX42" fmla="*/ 123644 w 183454"/>
                  <a:gd name="connsiteY42" fmla="*/ 66674 h 123126"/>
                  <a:gd name="connsiteX43" fmla="*/ 96778 w 183454"/>
                  <a:gd name="connsiteY43" fmla="*/ 54845 h 123126"/>
                  <a:gd name="connsiteX44" fmla="*/ 91405 w 183454"/>
                  <a:gd name="connsiteY44" fmla="*/ 49468 h 123126"/>
                  <a:gd name="connsiteX45" fmla="*/ 88181 w 183454"/>
                  <a:gd name="connsiteY45" fmla="*/ 51618 h 123126"/>
                  <a:gd name="connsiteX46" fmla="*/ 83882 w 183454"/>
                  <a:gd name="connsiteY46" fmla="*/ 53769 h 123126"/>
                  <a:gd name="connsiteX47" fmla="*/ 73136 w 183454"/>
                  <a:gd name="connsiteY47" fmla="*/ 63448 h 123126"/>
                  <a:gd name="connsiteX48" fmla="*/ 33374 w 183454"/>
                  <a:gd name="connsiteY48" fmla="*/ 106463 h 123126"/>
                  <a:gd name="connsiteX49" fmla="*/ 22628 w 183454"/>
                  <a:gd name="connsiteY49" fmla="*/ 117217 h 123126"/>
                  <a:gd name="connsiteX50" fmla="*/ 11881 w 183454"/>
                  <a:gd name="connsiteY50" fmla="*/ 122594 h 123126"/>
                  <a:gd name="connsiteX51" fmla="*/ 6508 w 183454"/>
                  <a:gd name="connsiteY51" fmla="*/ 116141 h 123126"/>
                  <a:gd name="connsiteX52" fmla="*/ 3284 w 183454"/>
                  <a:gd name="connsiteY52" fmla="*/ 111840 h 123126"/>
                  <a:gd name="connsiteX53" fmla="*/ 7583 w 183454"/>
                  <a:gd name="connsiteY53" fmla="*/ 84955 h 12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3454" h="123126">
                    <a:moveTo>
                      <a:pt x="7583" y="84955"/>
                    </a:moveTo>
                    <a:cubicBezTo>
                      <a:pt x="9732" y="80654"/>
                      <a:pt x="17254" y="65598"/>
                      <a:pt x="17254" y="65598"/>
                    </a:cubicBezTo>
                    <a:cubicBezTo>
                      <a:pt x="17254" y="64523"/>
                      <a:pt x="17254" y="64523"/>
                      <a:pt x="18330" y="64523"/>
                    </a:cubicBezTo>
                    <a:cubicBezTo>
                      <a:pt x="19404" y="64523"/>
                      <a:pt x="22628" y="58071"/>
                      <a:pt x="22628" y="56995"/>
                    </a:cubicBezTo>
                    <a:cubicBezTo>
                      <a:pt x="22628" y="55920"/>
                      <a:pt x="22628" y="55920"/>
                      <a:pt x="23703" y="55920"/>
                    </a:cubicBezTo>
                    <a:cubicBezTo>
                      <a:pt x="23703" y="55920"/>
                      <a:pt x="25851" y="53769"/>
                      <a:pt x="26926" y="51618"/>
                    </a:cubicBezTo>
                    <a:cubicBezTo>
                      <a:pt x="28001" y="49468"/>
                      <a:pt x="31225" y="41940"/>
                      <a:pt x="35523" y="36563"/>
                    </a:cubicBezTo>
                    <a:cubicBezTo>
                      <a:pt x="38747" y="30111"/>
                      <a:pt x="43046" y="23658"/>
                      <a:pt x="44120" y="21508"/>
                    </a:cubicBezTo>
                    <a:cubicBezTo>
                      <a:pt x="45195" y="19357"/>
                      <a:pt x="46270" y="17206"/>
                      <a:pt x="46270" y="17206"/>
                    </a:cubicBezTo>
                    <a:cubicBezTo>
                      <a:pt x="46270" y="17206"/>
                      <a:pt x="47344" y="17206"/>
                      <a:pt x="47344" y="15055"/>
                    </a:cubicBezTo>
                    <a:cubicBezTo>
                      <a:pt x="48419" y="13980"/>
                      <a:pt x="49494" y="11829"/>
                      <a:pt x="49494" y="11829"/>
                    </a:cubicBezTo>
                    <a:cubicBezTo>
                      <a:pt x="50569" y="11829"/>
                      <a:pt x="50569" y="10754"/>
                      <a:pt x="50569" y="9678"/>
                    </a:cubicBezTo>
                    <a:cubicBezTo>
                      <a:pt x="50569" y="8603"/>
                      <a:pt x="51643" y="6452"/>
                      <a:pt x="53792" y="4301"/>
                    </a:cubicBezTo>
                    <a:cubicBezTo>
                      <a:pt x="55942" y="2151"/>
                      <a:pt x="57016" y="1075"/>
                      <a:pt x="57016" y="1075"/>
                    </a:cubicBezTo>
                    <a:cubicBezTo>
                      <a:pt x="57016" y="1075"/>
                      <a:pt x="57016" y="1075"/>
                      <a:pt x="58091" y="1075"/>
                    </a:cubicBezTo>
                    <a:cubicBezTo>
                      <a:pt x="59166" y="0"/>
                      <a:pt x="61315" y="0"/>
                      <a:pt x="63464" y="0"/>
                    </a:cubicBezTo>
                    <a:cubicBezTo>
                      <a:pt x="65613" y="0"/>
                      <a:pt x="68837" y="1075"/>
                      <a:pt x="69912" y="2151"/>
                    </a:cubicBezTo>
                    <a:cubicBezTo>
                      <a:pt x="74210" y="4301"/>
                      <a:pt x="75285" y="8603"/>
                      <a:pt x="74210" y="11829"/>
                    </a:cubicBezTo>
                    <a:cubicBezTo>
                      <a:pt x="73136" y="15055"/>
                      <a:pt x="70986" y="21508"/>
                      <a:pt x="67763" y="23658"/>
                    </a:cubicBezTo>
                    <a:cubicBezTo>
                      <a:pt x="66688" y="24734"/>
                      <a:pt x="65613" y="26885"/>
                      <a:pt x="65613" y="26885"/>
                    </a:cubicBezTo>
                    <a:cubicBezTo>
                      <a:pt x="65613" y="27960"/>
                      <a:pt x="64539" y="29035"/>
                      <a:pt x="64539" y="29035"/>
                    </a:cubicBezTo>
                    <a:cubicBezTo>
                      <a:pt x="62389" y="31186"/>
                      <a:pt x="52717" y="47317"/>
                      <a:pt x="52717" y="48392"/>
                    </a:cubicBezTo>
                    <a:cubicBezTo>
                      <a:pt x="52717" y="48392"/>
                      <a:pt x="52717" y="49468"/>
                      <a:pt x="51643" y="49468"/>
                    </a:cubicBezTo>
                    <a:cubicBezTo>
                      <a:pt x="51643" y="49468"/>
                      <a:pt x="50569" y="50543"/>
                      <a:pt x="49494" y="51618"/>
                    </a:cubicBezTo>
                    <a:cubicBezTo>
                      <a:pt x="48419" y="54845"/>
                      <a:pt x="48419" y="54845"/>
                      <a:pt x="52717" y="51618"/>
                    </a:cubicBezTo>
                    <a:cubicBezTo>
                      <a:pt x="54867" y="50543"/>
                      <a:pt x="57016" y="47317"/>
                      <a:pt x="59166" y="46241"/>
                    </a:cubicBezTo>
                    <a:cubicBezTo>
                      <a:pt x="65613" y="40865"/>
                      <a:pt x="72061" y="35488"/>
                      <a:pt x="79583" y="32262"/>
                    </a:cubicBezTo>
                    <a:cubicBezTo>
                      <a:pt x="81733" y="31186"/>
                      <a:pt x="83882" y="31186"/>
                      <a:pt x="84956" y="32262"/>
                    </a:cubicBezTo>
                    <a:cubicBezTo>
                      <a:pt x="86031" y="33337"/>
                      <a:pt x="89255" y="32262"/>
                      <a:pt x="90330" y="32262"/>
                    </a:cubicBezTo>
                    <a:cubicBezTo>
                      <a:pt x="92479" y="32262"/>
                      <a:pt x="92479" y="32262"/>
                      <a:pt x="93554" y="33337"/>
                    </a:cubicBezTo>
                    <a:cubicBezTo>
                      <a:pt x="93554" y="34412"/>
                      <a:pt x="94628" y="34412"/>
                      <a:pt x="96778" y="34412"/>
                    </a:cubicBezTo>
                    <a:cubicBezTo>
                      <a:pt x="98927" y="34412"/>
                      <a:pt x="98927" y="34412"/>
                      <a:pt x="98927" y="35488"/>
                    </a:cubicBezTo>
                    <a:cubicBezTo>
                      <a:pt x="98927" y="36563"/>
                      <a:pt x="100002" y="36563"/>
                      <a:pt x="101076" y="36563"/>
                    </a:cubicBezTo>
                    <a:cubicBezTo>
                      <a:pt x="103225" y="36563"/>
                      <a:pt x="105375" y="37638"/>
                      <a:pt x="105375" y="40865"/>
                    </a:cubicBezTo>
                    <a:cubicBezTo>
                      <a:pt x="106449" y="49468"/>
                      <a:pt x="109674" y="55920"/>
                      <a:pt x="118271" y="55920"/>
                    </a:cubicBezTo>
                    <a:cubicBezTo>
                      <a:pt x="124718" y="55920"/>
                      <a:pt x="142987" y="51618"/>
                      <a:pt x="146211" y="48392"/>
                    </a:cubicBezTo>
                    <a:cubicBezTo>
                      <a:pt x="146211" y="48392"/>
                      <a:pt x="150510" y="46241"/>
                      <a:pt x="155883" y="44091"/>
                    </a:cubicBezTo>
                    <a:cubicBezTo>
                      <a:pt x="160181" y="41940"/>
                      <a:pt x="165554" y="39789"/>
                      <a:pt x="166629" y="38714"/>
                    </a:cubicBezTo>
                    <a:cubicBezTo>
                      <a:pt x="169853" y="36563"/>
                      <a:pt x="180599" y="33337"/>
                      <a:pt x="181674" y="33337"/>
                    </a:cubicBezTo>
                    <a:cubicBezTo>
                      <a:pt x="183823" y="33337"/>
                      <a:pt x="183823" y="34412"/>
                      <a:pt x="182749" y="36563"/>
                    </a:cubicBezTo>
                    <a:cubicBezTo>
                      <a:pt x="182749" y="37638"/>
                      <a:pt x="181674" y="37638"/>
                      <a:pt x="182749" y="37638"/>
                    </a:cubicBezTo>
                    <a:cubicBezTo>
                      <a:pt x="183823" y="37638"/>
                      <a:pt x="181674" y="38714"/>
                      <a:pt x="176300" y="43015"/>
                    </a:cubicBezTo>
                    <a:cubicBezTo>
                      <a:pt x="161256" y="54845"/>
                      <a:pt x="141913" y="66674"/>
                      <a:pt x="123644" y="66674"/>
                    </a:cubicBezTo>
                    <a:cubicBezTo>
                      <a:pt x="113972" y="66674"/>
                      <a:pt x="104300" y="63448"/>
                      <a:pt x="96778" y="54845"/>
                    </a:cubicBezTo>
                    <a:lnTo>
                      <a:pt x="91405" y="49468"/>
                    </a:lnTo>
                    <a:lnTo>
                      <a:pt x="88181" y="51618"/>
                    </a:lnTo>
                    <a:cubicBezTo>
                      <a:pt x="86031" y="52694"/>
                      <a:pt x="84956" y="53769"/>
                      <a:pt x="83882" y="53769"/>
                    </a:cubicBezTo>
                    <a:cubicBezTo>
                      <a:pt x="83882" y="53769"/>
                      <a:pt x="78509" y="58071"/>
                      <a:pt x="73136" y="63448"/>
                    </a:cubicBezTo>
                    <a:cubicBezTo>
                      <a:pt x="58091" y="75277"/>
                      <a:pt x="45195" y="91408"/>
                      <a:pt x="33374" y="106463"/>
                    </a:cubicBezTo>
                    <a:cubicBezTo>
                      <a:pt x="29076" y="111840"/>
                      <a:pt x="28001" y="112915"/>
                      <a:pt x="22628" y="117217"/>
                    </a:cubicBezTo>
                    <a:cubicBezTo>
                      <a:pt x="16180" y="123669"/>
                      <a:pt x="14031" y="123669"/>
                      <a:pt x="11881" y="122594"/>
                    </a:cubicBezTo>
                    <a:cubicBezTo>
                      <a:pt x="9732" y="121518"/>
                      <a:pt x="8658" y="120443"/>
                      <a:pt x="6508" y="116141"/>
                    </a:cubicBezTo>
                    <a:cubicBezTo>
                      <a:pt x="5434" y="113991"/>
                      <a:pt x="4359" y="111840"/>
                      <a:pt x="3284" y="111840"/>
                    </a:cubicBezTo>
                    <a:cubicBezTo>
                      <a:pt x="-2089" y="107538"/>
                      <a:pt x="-1014" y="97860"/>
                      <a:pt x="7583" y="84955"/>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802" name="Graphic 29">
            <a:extLst>
              <a:ext uri="{FF2B5EF4-FFF2-40B4-BE49-F238E27FC236}">
                <a16:creationId xmlns:a16="http://schemas.microsoft.com/office/drawing/2014/main" id="{1F9FF997-84B6-729D-9DC7-DA8A2E48CFE3}"/>
              </a:ext>
            </a:extLst>
          </p:cNvPr>
          <p:cNvGrpSpPr/>
          <p:nvPr/>
        </p:nvGrpSpPr>
        <p:grpSpPr>
          <a:xfrm>
            <a:off x="9521258" y="4358340"/>
            <a:ext cx="1298160" cy="434455"/>
            <a:chOff x="8745790" y="4432603"/>
            <a:chExt cx="1298160" cy="434455"/>
          </a:xfrm>
        </p:grpSpPr>
        <p:grpSp>
          <p:nvGrpSpPr>
            <p:cNvPr id="803" name="Graphic 29">
              <a:extLst>
                <a:ext uri="{FF2B5EF4-FFF2-40B4-BE49-F238E27FC236}">
                  <a16:creationId xmlns:a16="http://schemas.microsoft.com/office/drawing/2014/main" id="{734E58AB-22F7-661F-3694-629307E8314C}"/>
                </a:ext>
              </a:extLst>
            </p:cNvPr>
            <p:cNvGrpSpPr/>
            <p:nvPr/>
          </p:nvGrpSpPr>
          <p:grpSpPr>
            <a:xfrm>
              <a:off x="8745790" y="4588534"/>
              <a:ext cx="1298160" cy="278524"/>
              <a:chOff x="8745790" y="4588534"/>
              <a:chExt cx="1298160" cy="278524"/>
            </a:xfrm>
            <a:solidFill>
              <a:srgbClr val="593C2E"/>
            </a:solidFill>
          </p:grpSpPr>
          <p:sp>
            <p:nvSpPr>
              <p:cNvPr id="804" name="Freeform 803">
                <a:extLst>
                  <a:ext uri="{FF2B5EF4-FFF2-40B4-BE49-F238E27FC236}">
                    <a16:creationId xmlns:a16="http://schemas.microsoft.com/office/drawing/2014/main" id="{6E4BF0D1-A6AA-AB3A-89CC-B6CAA3127ED8}"/>
                  </a:ext>
                </a:extLst>
              </p:cNvPr>
              <p:cNvSpPr/>
              <p:nvPr/>
            </p:nvSpPr>
            <p:spPr>
              <a:xfrm>
                <a:off x="8745790" y="4592836"/>
                <a:ext cx="256838" cy="274222"/>
              </a:xfrm>
              <a:custGeom>
                <a:avLst/>
                <a:gdLst>
                  <a:gd name="connsiteX0" fmla="*/ 138628 w 256838"/>
                  <a:gd name="connsiteY0" fmla="*/ 274223 h 274222"/>
                  <a:gd name="connsiteX1" fmla="*/ 256838 w 256838"/>
                  <a:gd name="connsiteY1" fmla="*/ 214002 h 274222"/>
                  <a:gd name="connsiteX2" fmla="*/ 199883 w 256838"/>
                  <a:gd name="connsiteY2" fmla="*/ 175288 h 274222"/>
                  <a:gd name="connsiteX3" fmla="*/ 139703 w 256838"/>
                  <a:gd name="connsiteY3" fmla="*/ 207549 h 274222"/>
                  <a:gd name="connsiteX4" fmla="*/ 75225 w 256838"/>
                  <a:gd name="connsiteY4" fmla="*/ 136574 h 274222"/>
                  <a:gd name="connsiteX5" fmla="*/ 75225 w 256838"/>
                  <a:gd name="connsiteY5" fmla="*/ 136574 h 274222"/>
                  <a:gd name="connsiteX6" fmla="*/ 139703 w 256838"/>
                  <a:gd name="connsiteY6" fmla="*/ 65598 h 274222"/>
                  <a:gd name="connsiteX7" fmla="*/ 197733 w 256838"/>
                  <a:gd name="connsiteY7" fmla="*/ 97860 h 274222"/>
                  <a:gd name="connsiteX8" fmla="*/ 254689 w 256838"/>
                  <a:gd name="connsiteY8" fmla="*/ 54845 h 274222"/>
                  <a:gd name="connsiteX9" fmla="*/ 140778 w 256838"/>
                  <a:gd name="connsiteY9" fmla="*/ 0 h 274222"/>
                  <a:gd name="connsiteX10" fmla="*/ 0 w 256838"/>
                  <a:gd name="connsiteY10" fmla="*/ 138725 h 274222"/>
                  <a:gd name="connsiteX11" fmla="*/ 0 w 256838"/>
                  <a:gd name="connsiteY11" fmla="*/ 139800 h 274222"/>
                  <a:gd name="connsiteX12" fmla="*/ 138628 w 256838"/>
                  <a:gd name="connsiteY12" fmla="*/ 274223 h 274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6838" h="274222">
                    <a:moveTo>
                      <a:pt x="138628" y="274223"/>
                    </a:moveTo>
                    <a:cubicBezTo>
                      <a:pt x="197733" y="274223"/>
                      <a:pt x="231047" y="248414"/>
                      <a:pt x="256838" y="214002"/>
                    </a:cubicBezTo>
                    <a:lnTo>
                      <a:pt x="199883" y="175288"/>
                    </a:lnTo>
                    <a:cubicBezTo>
                      <a:pt x="183763" y="195720"/>
                      <a:pt x="167644" y="207549"/>
                      <a:pt x="139703" y="207549"/>
                    </a:cubicBezTo>
                    <a:cubicBezTo>
                      <a:pt x="102090" y="207549"/>
                      <a:pt x="75225" y="175288"/>
                      <a:pt x="75225" y="136574"/>
                    </a:cubicBezTo>
                    <a:lnTo>
                      <a:pt x="75225" y="136574"/>
                    </a:lnTo>
                    <a:cubicBezTo>
                      <a:pt x="75225" y="97860"/>
                      <a:pt x="101016" y="65598"/>
                      <a:pt x="139703" y="65598"/>
                    </a:cubicBezTo>
                    <a:cubicBezTo>
                      <a:pt x="165494" y="65598"/>
                      <a:pt x="182688" y="77428"/>
                      <a:pt x="197733" y="97860"/>
                    </a:cubicBezTo>
                    <a:lnTo>
                      <a:pt x="254689" y="54845"/>
                    </a:lnTo>
                    <a:cubicBezTo>
                      <a:pt x="229972" y="22583"/>
                      <a:pt x="195584" y="0"/>
                      <a:pt x="140778" y="0"/>
                    </a:cubicBezTo>
                    <a:cubicBezTo>
                      <a:pt x="59105" y="0"/>
                      <a:pt x="0" y="62372"/>
                      <a:pt x="0" y="138725"/>
                    </a:cubicBezTo>
                    <a:lnTo>
                      <a:pt x="0" y="139800"/>
                    </a:lnTo>
                    <a:cubicBezTo>
                      <a:pt x="0" y="216152"/>
                      <a:pt x="62329" y="274223"/>
                      <a:pt x="138628" y="274223"/>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4" name="Freeform 1023">
                <a:extLst>
                  <a:ext uri="{FF2B5EF4-FFF2-40B4-BE49-F238E27FC236}">
                    <a16:creationId xmlns:a16="http://schemas.microsoft.com/office/drawing/2014/main" id="{DB77F417-2EBC-72D4-634F-F9A8BFF908E9}"/>
                  </a:ext>
                </a:extLst>
              </p:cNvPr>
              <p:cNvSpPr/>
              <p:nvPr/>
            </p:nvSpPr>
            <p:spPr>
              <a:xfrm>
                <a:off x="9034868" y="4593911"/>
                <a:ext cx="243942" cy="267770"/>
              </a:xfrm>
              <a:custGeom>
                <a:avLst/>
                <a:gdLst>
                  <a:gd name="connsiteX0" fmla="*/ 0 w 243942"/>
                  <a:gd name="connsiteY0" fmla="*/ 267771 h 267770"/>
                  <a:gd name="connsiteX1" fmla="*/ 74150 w 243942"/>
                  <a:gd name="connsiteY1" fmla="*/ 267771 h 267770"/>
                  <a:gd name="connsiteX2" fmla="*/ 74150 w 243942"/>
                  <a:gd name="connsiteY2" fmla="*/ 165609 h 267770"/>
                  <a:gd name="connsiteX3" fmla="*/ 169792 w 243942"/>
                  <a:gd name="connsiteY3" fmla="*/ 165609 h 267770"/>
                  <a:gd name="connsiteX4" fmla="*/ 169792 w 243942"/>
                  <a:gd name="connsiteY4" fmla="*/ 267771 h 267770"/>
                  <a:gd name="connsiteX5" fmla="*/ 243942 w 243942"/>
                  <a:gd name="connsiteY5" fmla="*/ 267771 h 267770"/>
                  <a:gd name="connsiteX6" fmla="*/ 243942 w 243942"/>
                  <a:gd name="connsiteY6" fmla="*/ 0 h 267770"/>
                  <a:gd name="connsiteX7" fmla="*/ 169792 w 243942"/>
                  <a:gd name="connsiteY7" fmla="*/ 0 h 267770"/>
                  <a:gd name="connsiteX8" fmla="*/ 169792 w 243942"/>
                  <a:gd name="connsiteY8" fmla="*/ 100011 h 267770"/>
                  <a:gd name="connsiteX9" fmla="*/ 74150 w 243942"/>
                  <a:gd name="connsiteY9" fmla="*/ 100011 h 267770"/>
                  <a:gd name="connsiteX10" fmla="*/ 74150 w 243942"/>
                  <a:gd name="connsiteY10" fmla="*/ 0 h 267770"/>
                  <a:gd name="connsiteX11" fmla="*/ 0 w 243942"/>
                  <a:gd name="connsiteY11"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942" h="267770">
                    <a:moveTo>
                      <a:pt x="0" y="267771"/>
                    </a:moveTo>
                    <a:lnTo>
                      <a:pt x="74150" y="267771"/>
                    </a:lnTo>
                    <a:lnTo>
                      <a:pt x="74150" y="165609"/>
                    </a:lnTo>
                    <a:lnTo>
                      <a:pt x="169792" y="165609"/>
                    </a:lnTo>
                    <a:lnTo>
                      <a:pt x="169792" y="267771"/>
                    </a:lnTo>
                    <a:lnTo>
                      <a:pt x="243942" y="267771"/>
                    </a:lnTo>
                    <a:lnTo>
                      <a:pt x="243942" y="0"/>
                    </a:lnTo>
                    <a:lnTo>
                      <a:pt x="169792" y="0"/>
                    </a:lnTo>
                    <a:lnTo>
                      <a:pt x="169792" y="100011"/>
                    </a:lnTo>
                    <a:lnTo>
                      <a:pt x="74150" y="100011"/>
                    </a:lnTo>
                    <a:lnTo>
                      <a:pt x="74150"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5" name="Freeform 1024">
                <a:extLst>
                  <a:ext uri="{FF2B5EF4-FFF2-40B4-BE49-F238E27FC236}">
                    <a16:creationId xmlns:a16="http://schemas.microsoft.com/office/drawing/2014/main" id="{A533106E-8C3C-197B-DEE6-89CD46B0C284}"/>
                  </a:ext>
                </a:extLst>
              </p:cNvPr>
              <p:cNvSpPr/>
              <p:nvPr/>
            </p:nvSpPr>
            <p:spPr>
              <a:xfrm>
                <a:off x="9325019" y="4593911"/>
                <a:ext cx="218150" cy="267770"/>
              </a:xfrm>
              <a:custGeom>
                <a:avLst/>
                <a:gdLst>
                  <a:gd name="connsiteX0" fmla="*/ 0 w 218150"/>
                  <a:gd name="connsiteY0" fmla="*/ 267771 h 267770"/>
                  <a:gd name="connsiteX1" fmla="*/ 218151 w 218150"/>
                  <a:gd name="connsiteY1" fmla="*/ 267771 h 267770"/>
                  <a:gd name="connsiteX2" fmla="*/ 218151 w 218150"/>
                  <a:gd name="connsiteY2" fmla="*/ 204323 h 267770"/>
                  <a:gd name="connsiteX3" fmla="*/ 74150 w 218150"/>
                  <a:gd name="connsiteY3" fmla="*/ 204323 h 267770"/>
                  <a:gd name="connsiteX4" fmla="*/ 74150 w 218150"/>
                  <a:gd name="connsiteY4" fmla="*/ 163459 h 267770"/>
                  <a:gd name="connsiteX5" fmla="*/ 202031 w 218150"/>
                  <a:gd name="connsiteY5" fmla="*/ 163459 h 267770"/>
                  <a:gd name="connsiteX6" fmla="*/ 202031 w 218150"/>
                  <a:gd name="connsiteY6" fmla="*/ 103237 h 267770"/>
                  <a:gd name="connsiteX7" fmla="*/ 74150 w 218150"/>
                  <a:gd name="connsiteY7" fmla="*/ 103237 h 267770"/>
                  <a:gd name="connsiteX8" fmla="*/ 74150 w 218150"/>
                  <a:gd name="connsiteY8" fmla="*/ 63448 h 267770"/>
                  <a:gd name="connsiteX9" fmla="*/ 216002 w 218150"/>
                  <a:gd name="connsiteY9" fmla="*/ 63448 h 267770"/>
                  <a:gd name="connsiteX10" fmla="*/ 216002 w 218150"/>
                  <a:gd name="connsiteY10" fmla="*/ 0 h 267770"/>
                  <a:gd name="connsiteX11" fmla="*/ 0 w 218150"/>
                  <a:gd name="connsiteY11"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150" h="267770">
                    <a:moveTo>
                      <a:pt x="0" y="267771"/>
                    </a:moveTo>
                    <a:lnTo>
                      <a:pt x="218151" y="267771"/>
                    </a:lnTo>
                    <a:lnTo>
                      <a:pt x="218151" y="204323"/>
                    </a:lnTo>
                    <a:lnTo>
                      <a:pt x="74150" y="204323"/>
                    </a:lnTo>
                    <a:lnTo>
                      <a:pt x="74150" y="163459"/>
                    </a:lnTo>
                    <a:lnTo>
                      <a:pt x="202031" y="163459"/>
                    </a:lnTo>
                    <a:lnTo>
                      <a:pt x="202031" y="103237"/>
                    </a:lnTo>
                    <a:lnTo>
                      <a:pt x="74150" y="103237"/>
                    </a:lnTo>
                    <a:lnTo>
                      <a:pt x="74150" y="63448"/>
                    </a:lnTo>
                    <a:lnTo>
                      <a:pt x="216002" y="63448"/>
                    </a:lnTo>
                    <a:lnTo>
                      <a:pt x="216002"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6" name="Freeform 1025">
                <a:extLst>
                  <a:ext uri="{FF2B5EF4-FFF2-40B4-BE49-F238E27FC236}">
                    <a16:creationId xmlns:a16="http://schemas.microsoft.com/office/drawing/2014/main" id="{83DE39CC-6A57-76F7-697F-8D4367EBB760}"/>
                  </a:ext>
                </a:extLst>
              </p:cNvPr>
              <p:cNvSpPr/>
              <p:nvPr/>
            </p:nvSpPr>
            <p:spPr>
              <a:xfrm>
                <a:off x="9580783" y="4593911"/>
                <a:ext cx="214927" cy="267770"/>
              </a:xfrm>
              <a:custGeom>
                <a:avLst/>
                <a:gdLst>
                  <a:gd name="connsiteX0" fmla="*/ 0 w 214927"/>
                  <a:gd name="connsiteY0" fmla="*/ 267771 h 267770"/>
                  <a:gd name="connsiteX1" fmla="*/ 75225 w 214927"/>
                  <a:gd name="connsiteY1" fmla="*/ 267771 h 267770"/>
                  <a:gd name="connsiteX2" fmla="*/ 75225 w 214927"/>
                  <a:gd name="connsiteY2" fmla="*/ 172061 h 267770"/>
                  <a:gd name="connsiteX3" fmla="*/ 202031 w 214927"/>
                  <a:gd name="connsiteY3" fmla="*/ 172061 h 267770"/>
                  <a:gd name="connsiteX4" fmla="*/ 202031 w 214927"/>
                  <a:gd name="connsiteY4" fmla="*/ 110765 h 267770"/>
                  <a:gd name="connsiteX5" fmla="*/ 75225 w 214927"/>
                  <a:gd name="connsiteY5" fmla="*/ 110765 h 267770"/>
                  <a:gd name="connsiteX6" fmla="*/ 75225 w 214927"/>
                  <a:gd name="connsiteY6" fmla="*/ 65599 h 267770"/>
                  <a:gd name="connsiteX7" fmla="*/ 214927 w 214927"/>
                  <a:gd name="connsiteY7" fmla="*/ 65599 h 267770"/>
                  <a:gd name="connsiteX8" fmla="*/ 214927 w 214927"/>
                  <a:gd name="connsiteY8" fmla="*/ 0 h 267770"/>
                  <a:gd name="connsiteX9" fmla="*/ 0 w 214927"/>
                  <a:gd name="connsiteY9"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927" h="267770">
                    <a:moveTo>
                      <a:pt x="0" y="267771"/>
                    </a:moveTo>
                    <a:lnTo>
                      <a:pt x="75225" y="267771"/>
                    </a:lnTo>
                    <a:lnTo>
                      <a:pt x="75225" y="172061"/>
                    </a:lnTo>
                    <a:lnTo>
                      <a:pt x="202031" y="172061"/>
                    </a:lnTo>
                    <a:lnTo>
                      <a:pt x="202031" y="110765"/>
                    </a:lnTo>
                    <a:lnTo>
                      <a:pt x="75225" y="110765"/>
                    </a:lnTo>
                    <a:lnTo>
                      <a:pt x="75225" y="65599"/>
                    </a:lnTo>
                    <a:lnTo>
                      <a:pt x="214927" y="65599"/>
                    </a:lnTo>
                    <a:lnTo>
                      <a:pt x="214927" y="0"/>
                    </a:lnTo>
                    <a:lnTo>
                      <a:pt x="0"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27" name="Freeform 1026">
                <a:extLst>
                  <a:ext uri="{FF2B5EF4-FFF2-40B4-BE49-F238E27FC236}">
                    <a16:creationId xmlns:a16="http://schemas.microsoft.com/office/drawing/2014/main" id="{977436DC-ECD7-82E9-5990-B2E44B848220}"/>
                  </a:ext>
                </a:extLst>
              </p:cNvPr>
              <p:cNvSpPr/>
              <p:nvPr/>
            </p:nvSpPr>
            <p:spPr>
              <a:xfrm>
                <a:off x="9809680" y="4588534"/>
                <a:ext cx="234271" cy="278524"/>
              </a:xfrm>
              <a:custGeom>
                <a:avLst/>
                <a:gdLst>
                  <a:gd name="connsiteX0" fmla="*/ 126808 w 234271"/>
                  <a:gd name="connsiteY0" fmla="*/ 278524 h 278524"/>
                  <a:gd name="connsiteX1" fmla="*/ 234271 w 234271"/>
                  <a:gd name="connsiteY1" fmla="*/ 191419 h 278524"/>
                  <a:gd name="connsiteX2" fmla="*/ 234271 w 234271"/>
                  <a:gd name="connsiteY2" fmla="*/ 190343 h 278524"/>
                  <a:gd name="connsiteX3" fmla="*/ 134329 w 234271"/>
                  <a:gd name="connsiteY3" fmla="*/ 106463 h 278524"/>
                  <a:gd name="connsiteX4" fmla="*/ 87046 w 234271"/>
                  <a:gd name="connsiteY4" fmla="*/ 80654 h 278524"/>
                  <a:gd name="connsiteX5" fmla="*/ 87046 w 234271"/>
                  <a:gd name="connsiteY5" fmla="*/ 79579 h 278524"/>
                  <a:gd name="connsiteX6" fmla="*/ 113912 w 234271"/>
                  <a:gd name="connsiteY6" fmla="*/ 62372 h 278524"/>
                  <a:gd name="connsiteX7" fmla="*/ 189136 w 234271"/>
                  <a:gd name="connsiteY7" fmla="*/ 88182 h 278524"/>
                  <a:gd name="connsiteX8" fmla="*/ 226749 w 234271"/>
                  <a:gd name="connsiteY8" fmla="*/ 35488 h 278524"/>
                  <a:gd name="connsiteX9" fmla="*/ 116061 w 234271"/>
                  <a:gd name="connsiteY9" fmla="*/ 0 h 278524"/>
                  <a:gd name="connsiteX10" fmla="*/ 12896 w 234271"/>
                  <a:gd name="connsiteY10" fmla="*/ 86031 h 278524"/>
                  <a:gd name="connsiteX11" fmla="*/ 12896 w 234271"/>
                  <a:gd name="connsiteY11" fmla="*/ 87106 h 278524"/>
                  <a:gd name="connsiteX12" fmla="*/ 113912 w 234271"/>
                  <a:gd name="connsiteY12" fmla="*/ 170986 h 278524"/>
                  <a:gd name="connsiteX13" fmla="*/ 160121 w 234271"/>
                  <a:gd name="connsiteY13" fmla="*/ 196796 h 278524"/>
                  <a:gd name="connsiteX14" fmla="*/ 160121 w 234271"/>
                  <a:gd name="connsiteY14" fmla="*/ 197871 h 278524"/>
                  <a:gd name="connsiteX15" fmla="*/ 128956 w 234271"/>
                  <a:gd name="connsiteY15" fmla="*/ 217228 h 278524"/>
                  <a:gd name="connsiteX16" fmla="*/ 41911 w 234271"/>
                  <a:gd name="connsiteY16" fmla="*/ 184966 h 278524"/>
                  <a:gd name="connsiteX17" fmla="*/ 0 w 234271"/>
                  <a:gd name="connsiteY17" fmla="*/ 233359 h 278524"/>
                  <a:gd name="connsiteX18" fmla="*/ 126808 w 234271"/>
                  <a:gd name="connsiteY18" fmla="*/ 278524 h 27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4271" h="278524">
                    <a:moveTo>
                      <a:pt x="126808" y="278524"/>
                    </a:moveTo>
                    <a:cubicBezTo>
                      <a:pt x="191286" y="278524"/>
                      <a:pt x="234271" y="246263"/>
                      <a:pt x="234271" y="191419"/>
                    </a:cubicBezTo>
                    <a:lnTo>
                      <a:pt x="234271" y="190343"/>
                    </a:lnTo>
                    <a:cubicBezTo>
                      <a:pt x="234271" y="140875"/>
                      <a:pt x="196659" y="120443"/>
                      <a:pt x="134329" y="106463"/>
                    </a:cubicBezTo>
                    <a:cubicBezTo>
                      <a:pt x="96717" y="97860"/>
                      <a:pt x="87046" y="92483"/>
                      <a:pt x="87046" y="80654"/>
                    </a:cubicBezTo>
                    <a:lnTo>
                      <a:pt x="87046" y="79579"/>
                    </a:lnTo>
                    <a:cubicBezTo>
                      <a:pt x="87046" y="68825"/>
                      <a:pt x="95643" y="62372"/>
                      <a:pt x="113912" y="62372"/>
                    </a:cubicBezTo>
                    <a:cubicBezTo>
                      <a:pt x="138628" y="62372"/>
                      <a:pt x="165494" y="70975"/>
                      <a:pt x="189136" y="88182"/>
                    </a:cubicBezTo>
                    <a:lnTo>
                      <a:pt x="226749" y="35488"/>
                    </a:lnTo>
                    <a:cubicBezTo>
                      <a:pt x="196659" y="10754"/>
                      <a:pt x="162270" y="0"/>
                      <a:pt x="116061" y="0"/>
                    </a:cubicBezTo>
                    <a:cubicBezTo>
                      <a:pt x="51583" y="0"/>
                      <a:pt x="12896" y="36563"/>
                      <a:pt x="12896" y="86031"/>
                    </a:cubicBezTo>
                    <a:lnTo>
                      <a:pt x="12896" y="87106"/>
                    </a:lnTo>
                    <a:cubicBezTo>
                      <a:pt x="12896" y="141951"/>
                      <a:pt x="56956" y="158082"/>
                      <a:pt x="113912" y="170986"/>
                    </a:cubicBezTo>
                    <a:cubicBezTo>
                      <a:pt x="151524" y="179589"/>
                      <a:pt x="160121" y="186042"/>
                      <a:pt x="160121" y="196796"/>
                    </a:cubicBezTo>
                    <a:lnTo>
                      <a:pt x="160121" y="197871"/>
                    </a:lnTo>
                    <a:cubicBezTo>
                      <a:pt x="160121" y="209700"/>
                      <a:pt x="149375" y="217228"/>
                      <a:pt x="128956" y="217228"/>
                    </a:cubicBezTo>
                    <a:cubicBezTo>
                      <a:pt x="97792" y="217228"/>
                      <a:pt x="68777" y="206474"/>
                      <a:pt x="41911" y="184966"/>
                    </a:cubicBezTo>
                    <a:lnTo>
                      <a:pt x="0" y="233359"/>
                    </a:lnTo>
                    <a:cubicBezTo>
                      <a:pt x="33314" y="262394"/>
                      <a:pt x="78449" y="278524"/>
                      <a:pt x="126808" y="278524"/>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1028" name="Graphic 29">
              <a:extLst>
                <a:ext uri="{FF2B5EF4-FFF2-40B4-BE49-F238E27FC236}">
                  <a16:creationId xmlns:a16="http://schemas.microsoft.com/office/drawing/2014/main" id="{DF4441CA-5224-0973-2A31-6767338AFEBD}"/>
                </a:ext>
              </a:extLst>
            </p:cNvPr>
            <p:cNvGrpSpPr/>
            <p:nvPr/>
          </p:nvGrpSpPr>
          <p:grpSpPr>
            <a:xfrm>
              <a:off x="8919881" y="4432603"/>
              <a:ext cx="455277" cy="126353"/>
              <a:chOff x="8919881" y="4432603"/>
              <a:chExt cx="455277" cy="126353"/>
            </a:xfrm>
            <a:solidFill>
              <a:srgbClr val="93C83D"/>
            </a:solidFill>
          </p:grpSpPr>
          <p:sp>
            <p:nvSpPr>
              <p:cNvPr id="1029" name="Freeform 1028">
                <a:extLst>
                  <a:ext uri="{FF2B5EF4-FFF2-40B4-BE49-F238E27FC236}">
                    <a16:creationId xmlns:a16="http://schemas.microsoft.com/office/drawing/2014/main" id="{A6A5FE20-C5DE-F373-CE7A-D849BBB45983}"/>
                  </a:ext>
                </a:extLst>
              </p:cNvPr>
              <p:cNvSpPr/>
              <p:nvPr/>
            </p:nvSpPr>
            <p:spPr>
              <a:xfrm>
                <a:off x="8919881" y="4451960"/>
                <a:ext cx="162473" cy="97860"/>
              </a:xfrm>
              <a:custGeom>
                <a:avLst/>
                <a:gdLst>
                  <a:gd name="connsiteX0" fmla="*/ 4299 w 162473"/>
                  <a:gd name="connsiteY0" fmla="*/ 59146 h 97860"/>
                  <a:gd name="connsiteX1" fmla="*/ 6448 w 162473"/>
                  <a:gd name="connsiteY1" fmla="*/ 52694 h 97860"/>
                  <a:gd name="connsiteX2" fmla="*/ 7523 w 162473"/>
                  <a:gd name="connsiteY2" fmla="*/ 50543 h 97860"/>
                  <a:gd name="connsiteX3" fmla="*/ 23642 w 162473"/>
                  <a:gd name="connsiteY3" fmla="*/ 26885 h 97860"/>
                  <a:gd name="connsiteX4" fmla="*/ 50508 w 162473"/>
                  <a:gd name="connsiteY4" fmla="*/ 12905 h 97860"/>
                  <a:gd name="connsiteX5" fmla="*/ 60180 w 162473"/>
                  <a:gd name="connsiteY5" fmla="*/ 30111 h 97860"/>
                  <a:gd name="connsiteX6" fmla="*/ 39762 w 162473"/>
                  <a:gd name="connsiteY6" fmla="*/ 47317 h 97860"/>
                  <a:gd name="connsiteX7" fmla="*/ 38687 w 162473"/>
                  <a:gd name="connsiteY7" fmla="*/ 48392 h 97860"/>
                  <a:gd name="connsiteX8" fmla="*/ 20418 w 162473"/>
                  <a:gd name="connsiteY8" fmla="*/ 76352 h 97860"/>
                  <a:gd name="connsiteX9" fmla="*/ 19343 w 162473"/>
                  <a:gd name="connsiteY9" fmla="*/ 86031 h 97860"/>
                  <a:gd name="connsiteX10" fmla="*/ 47284 w 162473"/>
                  <a:gd name="connsiteY10" fmla="*/ 67749 h 97860"/>
                  <a:gd name="connsiteX11" fmla="*/ 73075 w 162473"/>
                  <a:gd name="connsiteY11" fmla="*/ 34412 h 97860"/>
                  <a:gd name="connsiteX12" fmla="*/ 68777 w 162473"/>
                  <a:gd name="connsiteY12" fmla="*/ 18282 h 97860"/>
                  <a:gd name="connsiteX13" fmla="*/ 67702 w 162473"/>
                  <a:gd name="connsiteY13" fmla="*/ 1075 h 97860"/>
                  <a:gd name="connsiteX14" fmla="*/ 70926 w 162473"/>
                  <a:gd name="connsiteY14" fmla="*/ 0 h 97860"/>
                  <a:gd name="connsiteX15" fmla="*/ 83821 w 162473"/>
                  <a:gd name="connsiteY15" fmla="*/ 4302 h 97860"/>
                  <a:gd name="connsiteX16" fmla="*/ 91344 w 162473"/>
                  <a:gd name="connsiteY16" fmla="*/ 24734 h 97860"/>
                  <a:gd name="connsiteX17" fmla="*/ 92419 w 162473"/>
                  <a:gd name="connsiteY17" fmla="*/ 24734 h 97860"/>
                  <a:gd name="connsiteX18" fmla="*/ 91344 w 162473"/>
                  <a:gd name="connsiteY18" fmla="*/ 27960 h 97860"/>
                  <a:gd name="connsiteX19" fmla="*/ 92419 w 162473"/>
                  <a:gd name="connsiteY19" fmla="*/ 33337 h 97860"/>
                  <a:gd name="connsiteX20" fmla="*/ 94568 w 162473"/>
                  <a:gd name="connsiteY20" fmla="*/ 26885 h 97860"/>
                  <a:gd name="connsiteX21" fmla="*/ 93493 w 162473"/>
                  <a:gd name="connsiteY21" fmla="*/ 33337 h 97860"/>
                  <a:gd name="connsiteX22" fmla="*/ 110687 w 162473"/>
                  <a:gd name="connsiteY22" fmla="*/ 36563 h 97860"/>
                  <a:gd name="connsiteX23" fmla="*/ 159046 w 162473"/>
                  <a:gd name="connsiteY23" fmla="*/ 22583 h 97860"/>
                  <a:gd name="connsiteX24" fmla="*/ 160121 w 162473"/>
                  <a:gd name="connsiteY24" fmla="*/ 21508 h 97860"/>
                  <a:gd name="connsiteX25" fmla="*/ 162270 w 162473"/>
                  <a:gd name="connsiteY25" fmla="*/ 20432 h 97860"/>
                  <a:gd name="connsiteX26" fmla="*/ 153673 w 162473"/>
                  <a:gd name="connsiteY26" fmla="*/ 29035 h 97860"/>
                  <a:gd name="connsiteX27" fmla="*/ 98867 w 162473"/>
                  <a:gd name="connsiteY27" fmla="*/ 51618 h 97860"/>
                  <a:gd name="connsiteX28" fmla="*/ 84897 w 162473"/>
                  <a:gd name="connsiteY28" fmla="*/ 48392 h 97860"/>
                  <a:gd name="connsiteX29" fmla="*/ 81673 w 162473"/>
                  <a:gd name="connsiteY29" fmla="*/ 52694 h 97860"/>
                  <a:gd name="connsiteX30" fmla="*/ 75225 w 162473"/>
                  <a:gd name="connsiteY30" fmla="*/ 62372 h 97860"/>
                  <a:gd name="connsiteX31" fmla="*/ 74150 w 162473"/>
                  <a:gd name="connsiteY31" fmla="*/ 65599 h 97860"/>
                  <a:gd name="connsiteX32" fmla="*/ 42985 w 162473"/>
                  <a:gd name="connsiteY32" fmla="*/ 92483 h 97860"/>
                  <a:gd name="connsiteX33" fmla="*/ 37612 w 162473"/>
                  <a:gd name="connsiteY33" fmla="*/ 94634 h 97860"/>
                  <a:gd name="connsiteX34" fmla="*/ 25792 w 162473"/>
                  <a:gd name="connsiteY34" fmla="*/ 97860 h 97860"/>
                  <a:gd name="connsiteX35" fmla="*/ 6448 w 162473"/>
                  <a:gd name="connsiteY35" fmla="*/ 89257 h 97860"/>
                  <a:gd name="connsiteX36" fmla="*/ 4299 w 162473"/>
                  <a:gd name="connsiteY36" fmla="*/ 86031 h 97860"/>
                  <a:gd name="connsiteX37" fmla="*/ 0 w 162473"/>
                  <a:gd name="connsiteY37" fmla="*/ 77428 h 97860"/>
                  <a:gd name="connsiteX38" fmla="*/ 4299 w 162473"/>
                  <a:gd name="connsiteY38" fmla="*/ 59146 h 9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7860">
                    <a:moveTo>
                      <a:pt x="4299" y="59146"/>
                    </a:moveTo>
                    <a:cubicBezTo>
                      <a:pt x="5373" y="55920"/>
                      <a:pt x="6448" y="52694"/>
                      <a:pt x="6448" y="52694"/>
                    </a:cubicBezTo>
                    <a:cubicBezTo>
                      <a:pt x="6448" y="52694"/>
                      <a:pt x="7523" y="51618"/>
                      <a:pt x="7523" y="50543"/>
                    </a:cubicBezTo>
                    <a:cubicBezTo>
                      <a:pt x="12896" y="41940"/>
                      <a:pt x="17195" y="34412"/>
                      <a:pt x="23642" y="26885"/>
                    </a:cubicBezTo>
                    <a:cubicBezTo>
                      <a:pt x="32239" y="17206"/>
                      <a:pt x="37612" y="12905"/>
                      <a:pt x="50508" y="12905"/>
                    </a:cubicBezTo>
                    <a:cubicBezTo>
                      <a:pt x="62329" y="12905"/>
                      <a:pt x="70926" y="19357"/>
                      <a:pt x="60180" y="30111"/>
                    </a:cubicBezTo>
                    <a:cubicBezTo>
                      <a:pt x="53732" y="36563"/>
                      <a:pt x="47284" y="39789"/>
                      <a:pt x="39762" y="47317"/>
                    </a:cubicBezTo>
                    <a:lnTo>
                      <a:pt x="38687" y="48392"/>
                    </a:lnTo>
                    <a:cubicBezTo>
                      <a:pt x="31165" y="54845"/>
                      <a:pt x="23642" y="66674"/>
                      <a:pt x="20418" y="76352"/>
                    </a:cubicBezTo>
                    <a:cubicBezTo>
                      <a:pt x="18269" y="82805"/>
                      <a:pt x="18269" y="86031"/>
                      <a:pt x="19343" y="86031"/>
                    </a:cubicBezTo>
                    <a:cubicBezTo>
                      <a:pt x="26866" y="84955"/>
                      <a:pt x="41911" y="75277"/>
                      <a:pt x="47284" y="67749"/>
                    </a:cubicBezTo>
                    <a:cubicBezTo>
                      <a:pt x="51582" y="63448"/>
                      <a:pt x="74150" y="38714"/>
                      <a:pt x="73075" y="34412"/>
                    </a:cubicBezTo>
                    <a:cubicBezTo>
                      <a:pt x="72001" y="30111"/>
                      <a:pt x="69851" y="23658"/>
                      <a:pt x="68777" y="18282"/>
                    </a:cubicBezTo>
                    <a:cubicBezTo>
                      <a:pt x="67702" y="15055"/>
                      <a:pt x="65553" y="3226"/>
                      <a:pt x="67702" y="1075"/>
                    </a:cubicBezTo>
                    <a:cubicBezTo>
                      <a:pt x="68777" y="0"/>
                      <a:pt x="69851" y="0"/>
                      <a:pt x="70926" y="0"/>
                    </a:cubicBezTo>
                    <a:cubicBezTo>
                      <a:pt x="75225" y="0"/>
                      <a:pt x="80598" y="2151"/>
                      <a:pt x="83821" y="4302"/>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70" y="34412"/>
                      <a:pt x="92419" y="33337"/>
                    </a:cubicBezTo>
                    <a:cubicBezTo>
                      <a:pt x="93493" y="33337"/>
                      <a:pt x="94568" y="16131"/>
                      <a:pt x="94568" y="26885"/>
                    </a:cubicBezTo>
                    <a:cubicBezTo>
                      <a:pt x="94568" y="29035"/>
                      <a:pt x="93493" y="31186"/>
                      <a:pt x="93493" y="33337"/>
                    </a:cubicBezTo>
                    <a:cubicBezTo>
                      <a:pt x="98867" y="35488"/>
                      <a:pt x="105314" y="36563"/>
                      <a:pt x="110687" y="36563"/>
                    </a:cubicBezTo>
                    <a:cubicBezTo>
                      <a:pt x="127882" y="36563"/>
                      <a:pt x="145076" y="30111"/>
                      <a:pt x="159046" y="22583"/>
                    </a:cubicBezTo>
                    <a:lnTo>
                      <a:pt x="160121" y="21508"/>
                    </a:lnTo>
                    <a:cubicBezTo>
                      <a:pt x="161195" y="20432"/>
                      <a:pt x="162270" y="20432"/>
                      <a:pt x="162270" y="20432"/>
                    </a:cubicBezTo>
                    <a:cubicBezTo>
                      <a:pt x="163345" y="20432"/>
                      <a:pt x="160121" y="23658"/>
                      <a:pt x="153673" y="29035"/>
                    </a:cubicBezTo>
                    <a:cubicBezTo>
                      <a:pt x="140778" y="38714"/>
                      <a:pt x="118210" y="51618"/>
                      <a:pt x="98867" y="51618"/>
                    </a:cubicBezTo>
                    <a:cubicBezTo>
                      <a:pt x="94568" y="51618"/>
                      <a:pt x="89195" y="50543"/>
                      <a:pt x="84897" y="48392"/>
                    </a:cubicBezTo>
                    <a:cubicBezTo>
                      <a:pt x="83821" y="49468"/>
                      <a:pt x="82747" y="50543"/>
                      <a:pt x="81673" y="52694"/>
                    </a:cubicBezTo>
                    <a:cubicBezTo>
                      <a:pt x="78448" y="59146"/>
                      <a:pt x="76300" y="60222"/>
                      <a:pt x="75225" y="62372"/>
                    </a:cubicBezTo>
                    <a:cubicBezTo>
                      <a:pt x="74150" y="63448"/>
                      <a:pt x="74150" y="64523"/>
                      <a:pt x="74150" y="65599"/>
                    </a:cubicBezTo>
                    <a:cubicBezTo>
                      <a:pt x="74150" y="69900"/>
                      <a:pt x="48359" y="91408"/>
                      <a:pt x="42985" y="92483"/>
                    </a:cubicBezTo>
                    <a:cubicBezTo>
                      <a:pt x="41911" y="92483"/>
                      <a:pt x="39762" y="93558"/>
                      <a:pt x="37612" y="94634"/>
                    </a:cubicBezTo>
                    <a:cubicBezTo>
                      <a:pt x="33314" y="96785"/>
                      <a:pt x="29015" y="97860"/>
                      <a:pt x="25792" y="97860"/>
                    </a:cubicBezTo>
                    <a:cubicBezTo>
                      <a:pt x="19343" y="97860"/>
                      <a:pt x="11821" y="94634"/>
                      <a:pt x="6448" y="89257"/>
                    </a:cubicBezTo>
                    <a:cubicBezTo>
                      <a:pt x="5373" y="87106"/>
                      <a:pt x="4299" y="86031"/>
                      <a:pt x="4299" y="86031"/>
                    </a:cubicBezTo>
                    <a:cubicBezTo>
                      <a:pt x="3224" y="87106"/>
                      <a:pt x="1075" y="83880"/>
                      <a:pt x="0" y="77428"/>
                    </a:cubicBezTo>
                    <a:cubicBezTo>
                      <a:pt x="0" y="72051"/>
                      <a:pt x="0" y="68825"/>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0" name="Freeform 1029">
                <a:extLst>
                  <a:ext uri="{FF2B5EF4-FFF2-40B4-BE49-F238E27FC236}">
                    <a16:creationId xmlns:a16="http://schemas.microsoft.com/office/drawing/2014/main" id="{5B9B6216-DC54-8B49-6589-CA0677867556}"/>
                  </a:ext>
                </a:extLst>
              </p:cNvPr>
              <p:cNvSpPr/>
              <p:nvPr/>
            </p:nvSpPr>
            <p:spPr>
              <a:xfrm>
                <a:off x="9042716" y="4447385"/>
                <a:ext cx="198050" cy="98133"/>
              </a:xfrm>
              <a:custGeom>
                <a:avLst/>
                <a:gdLst>
                  <a:gd name="connsiteX0" fmla="*/ 11495 w 198050"/>
                  <a:gd name="connsiteY0" fmla="*/ 35762 h 98133"/>
                  <a:gd name="connsiteX1" fmla="*/ 15794 w 198050"/>
                  <a:gd name="connsiteY1" fmla="*/ 29309 h 98133"/>
                  <a:gd name="connsiteX2" fmla="*/ 25466 w 198050"/>
                  <a:gd name="connsiteY2" fmla="*/ 15329 h 98133"/>
                  <a:gd name="connsiteX3" fmla="*/ 26541 w 198050"/>
                  <a:gd name="connsiteY3" fmla="*/ 13179 h 98133"/>
                  <a:gd name="connsiteX4" fmla="*/ 28690 w 198050"/>
                  <a:gd name="connsiteY4" fmla="*/ 9952 h 98133"/>
                  <a:gd name="connsiteX5" fmla="*/ 32988 w 198050"/>
                  <a:gd name="connsiteY5" fmla="*/ 5651 h 98133"/>
                  <a:gd name="connsiteX6" fmla="*/ 51257 w 198050"/>
                  <a:gd name="connsiteY6" fmla="*/ 274 h 98133"/>
                  <a:gd name="connsiteX7" fmla="*/ 59854 w 198050"/>
                  <a:gd name="connsiteY7" fmla="*/ 8877 h 98133"/>
                  <a:gd name="connsiteX8" fmla="*/ 51257 w 198050"/>
                  <a:gd name="connsiteY8" fmla="*/ 25008 h 98133"/>
                  <a:gd name="connsiteX9" fmla="*/ 43734 w 198050"/>
                  <a:gd name="connsiteY9" fmla="*/ 33611 h 98133"/>
                  <a:gd name="connsiteX10" fmla="*/ 37287 w 198050"/>
                  <a:gd name="connsiteY10" fmla="*/ 43289 h 98133"/>
                  <a:gd name="connsiteX11" fmla="*/ 16869 w 198050"/>
                  <a:gd name="connsiteY11" fmla="*/ 78777 h 98133"/>
                  <a:gd name="connsiteX12" fmla="*/ 19018 w 198050"/>
                  <a:gd name="connsiteY12" fmla="*/ 80928 h 98133"/>
                  <a:gd name="connsiteX13" fmla="*/ 25466 w 198050"/>
                  <a:gd name="connsiteY13" fmla="*/ 77702 h 98133"/>
                  <a:gd name="connsiteX14" fmla="*/ 28690 w 198050"/>
                  <a:gd name="connsiteY14" fmla="*/ 76626 h 98133"/>
                  <a:gd name="connsiteX15" fmla="*/ 29764 w 198050"/>
                  <a:gd name="connsiteY15" fmla="*/ 75551 h 98133"/>
                  <a:gd name="connsiteX16" fmla="*/ 30839 w 198050"/>
                  <a:gd name="connsiteY16" fmla="*/ 75551 h 98133"/>
                  <a:gd name="connsiteX17" fmla="*/ 40511 w 198050"/>
                  <a:gd name="connsiteY17" fmla="*/ 66948 h 98133"/>
                  <a:gd name="connsiteX18" fmla="*/ 68451 w 198050"/>
                  <a:gd name="connsiteY18" fmla="*/ 32536 h 98133"/>
                  <a:gd name="connsiteX19" fmla="*/ 83496 w 198050"/>
                  <a:gd name="connsiteY19" fmla="*/ 15329 h 98133"/>
                  <a:gd name="connsiteX20" fmla="*/ 87795 w 198050"/>
                  <a:gd name="connsiteY20" fmla="*/ 9952 h 98133"/>
                  <a:gd name="connsiteX21" fmla="*/ 88869 w 198050"/>
                  <a:gd name="connsiteY21" fmla="*/ 9952 h 98133"/>
                  <a:gd name="connsiteX22" fmla="*/ 93168 w 198050"/>
                  <a:gd name="connsiteY22" fmla="*/ 7802 h 98133"/>
                  <a:gd name="connsiteX23" fmla="*/ 96392 w 198050"/>
                  <a:gd name="connsiteY23" fmla="*/ 5651 h 98133"/>
                  <a:gd name="connsiteX24" fmla="*/ 99616 w 198050"/>
                  <a:gd name="connsiteY24" fmla="*/ 6726 h 98133"/>
                  <a:gd name="connsiteX25" fmla="*/ 99616 w 198050"/>
                  <a:gd name="connsiteY25" fmla="*/ 7802 h 98133"/>
                  <a:gd name="connsiteX26" fmla="*/ 104989 w 198050"/>
                  <a:gd name="connsiteY26" fmla="*/ 21782 h 98133"/>
                  <a:gd name="connsiteX27" fmla="*/ 94242 w 198050"/>
                  <a:gd name="connsiteY27" fmla="*/ 50817 h 98133"/>
                  <a:gd name="connsiteX28" fmla="*/ 95317 w 198050"/>
                  <a:gd name="connsiteY28" fmla="*/ 66948 h 98133"/>
                  <a:gd name="connsiteX29" fmla="*/ 103914 w 198050"/>
                  <a:gd name="connsiteY29" fmla="*/ 68023 h 98133"/>
                  <a:gd name="connsiteX30" fmla="*/ 115735 w 198050"/>
                  <a:gd name="connsiteY30" fmla="*/ 66948 h 98133"/>
                  <a:gd name="connsiteX31" fmla="*/ 136154 w 198050"/>
                  <a:gd name="connsiteY31" fmla="*/ 59420 h 98133"/>
                  <a:gd name="connsiteX32" fmla="*/ 141527 w 198050"/>
                  <a:gd name="connsiteY32" fmla="*/ 57269 h 98133"/>
                  <a:gd name="connsiteX33" fmla="*/ 171616 w 198050"/>
                  <a:gd name="connsiteY33" fmla="*/ 42214 h 98133"/>
                  <a:gd name="connsiteX34" fmla="*/ 178064 w 198050"/>
                  <a:gd name="connsiteY34" fmla="*/ 38988 h 98133"/>
                  <a:gd name="connsiteX35" fmla="*/ 193109 w 198050"/>
                  <a:gd name="connsiteY35" fmla="*/ 30385 h 98133"/>
                  <a:gd name="connsiteX36" fmla="*/ 197407 w 198050"/>
                  <a:gd name="connsiteY36" fmla="*/ 29309 h 98133"/>
                  <a:gd name="connsiteX37" fmla="*/ 195259 w 198050"/>
                  <a:gd name="connsiteY37" fmla="*/ 32536 h 98133"/>
                  <a:gd name="connsiteX38" fmla="*/ 190960 w 198050"/>
                  <a:gd name="connsiteY38" fmla="*/ 35762 h 98133"/>
                  <a:gd name="connsiteX39" fmla="*/ 190960 w 198050"/>
                  <a:gd name="connsiteY39" fmla="*/ 36837 h 98133"/>
                  <a:gd name="connsiteX40" fmla="*/ 175915 w 198050"/>
                  <a:gd name="connsiteY40" fmla="*/ 51893 h 98133"/>
                  <a:gd name="connsiteX41" fmla="*/ 171616 w 198050"/>
                  <a:gd name="connsiteY41" fmla="*/ 55119 h 98133"/>
                  <a:gd name="connsiteX42" fmla="*/ 166243 w 198050"/>
                  <a:gd name="connsiteY42" fmla="*/ 58345 h 98133"/>
                  <a:gd name="connsiteX43" fmla="*/ 165168 w 198050"/>
                  <a:gd name="connsiteY43" fmla="*/ 59420 h 98133"/>
                  <a:gd name="connsiteX44" fmla="*/ 166243 w 198050"/>
                  <a:gd name="connsiteY44" fmla="*/ 60495 h 98133"/>
                  <a:gd name="connsiteX45" fmla="*/ 164094 w 198050"/>
                  <a:gd name="connsiteY45" fmla="*/ 61571 h 98133"/>
                  <a:gd name="connsiteX46" fmla="*/ 160870 w 198050"/>
                  <a:gd name="connsiteY46" fmla="*/ 63722 h 98133"/>
                  <a:gd name="connsiteX47" fmla="*/ 155497 w 198050"/>
                  <a:gd name="connsiteY47" fmla="*/ 66948 h 98133"/>
                  <a:gd name="connsiteX48" fmla="*/ 150124 w 198050"/>
                  <a:gd name="connsiteY48" fmla="*/ 70174 h 98133"/>
                  <a:gd name="connsiteX49" fmla="*/ 151198 w 198050"/>
                  <a:gd name="connsiteY49" fmla="*/ 70174 h 98133"/>
                  <a:gd name="connsiteX50" fmla="*/ 159795 w 198050"/>
                  <a:gd name="connsiteY50" fmla="*/ 66948 h 98133"/>
                  <a:gd name="connsiteX51" fmla="*/ 160870 w 198050"/>
                  <a:gd name="connsiteY51" fmla="*/ 66948 h 98133"/>
                  <a:gd name="connsiteX52" fmla="*/ 143675 w 198050"/>
                  <a:gd name="connsiteY52" fmla="*/ 75551 h 98133"/>
                  <a:gd name="connsiteX53" fmla="*/ 136154 w 198050"/>
                  <a:gd name="connsiteY53" fmla="*/ 79852 h 98133"/>
                  <a:gd name="connsiteX54" fmla="*/ 110362 w 198050"/>
                  <a:gd name="connsiteY54" fmla="*/ 83079 h 98133"/>
                  <a:gd name="connsiteX55" fmla="*/ 104989 w 198050"/>
                  <a:gd name="connsiteY55" fmla="*/ 82003 h 98133"/>
                  <a:gd name="connsiteX56" fmla="*/ 89944 w 198050"/>
                  <a:gd name="connsiteY56" fmla="*/ 78777 h 98133"/>
                  <a:gd name="connsiteX57" fmla="*/ 74899 w 198050"/>
                  <a:gd name="connsiteY57" fmla="*/ 59420 h 98133"/>
                  <a:gd name="connsiteX58" fmla="*/ 74899 w 198050"/>
                  <a:gd name="connsiteY58" fmla="*/ 48666 h 98133"/>
                  <a:gd name="connsiteX59" fmla="*/ 34063 w 198050"/>
                  <a:gd name="connsiteY59" fmla="*/ 91682 h 98133"/>
                  <a:gd name="connsiteX60" fmla="*/ 23317 w 198050"/>
                  <a:gd name="connsiteY60" fmla="*/ 98134 h 98133"/>
                  <a:gd name="connsiteX61" fmla="*/ 8272 w 198050"/>
                  <a:gd name="connsiteY61" fmla="*/ 87380 h 98133"/>
                  <a:gd name="connsiteX62" fmla="*/ 6122 w 198050"/>
                  <a:gd name="connsiteY62" fmla="*/ 84154 h 98133"/>
                  <a:gd name="connsiteX63" fmla="*/ 749 w 198050"/>
                  <a:gd name="connsiteY63" fmla="*/ 73400 h 98133"/>
                  <a:gd name="connsiteX64" fmla="*/ 11495 w 198050"/>
                  <a:gd name="connsiteY64" fmla="*/ 35762 h 98133"/>
                  <a:gd name="connsiteX65" fmla="*/ 12570 w 198050"/>
                  <a:gd name="connsiteY65" fmla="*/ 38988 h 98133"/>
                  <a:gd name="connsiteX66" fmla="*/ 13645 w 198050"/>
                  <a:gd name="connsiteY66" fmla="*/ 38988 h 98133"/>
                  <a:gd name="connsiteX67" fmla="*/ 14719 w 198050"/>
                  <a:gd name="connsiteY67" fmla="*/ 38988 h 98133"/>
                  <a:gd name="connsiteX68" fmla="*/ 15794 w 198050"/>
                  <a:gd name="connsiteY68" fmla="*/ 37913 h 98133"/>
                  <a:gd name="connsiteX69" fmla="*/ 15794 w 198050"/>
                  <a:gd name="connsiteY69" fmla="*/ 36837 h 98133"/>
                  <a:gd name="connsiteX70" fmla="*/ 14719 w 198050"/>
                  <a:gd name="connsiteY70" fmla="*/ 34686 h 98133"/>
                  <a:gd name="connsiteX71" fmla="*/ 15794 w 198050"/>
                  <a:gd name="connsiteY71" fmla="*/ 33611 h 98133"/>
                  <a:gd name="connsiteX72" fmla="*/ 19018 w 198050"/>
                  <a:gd name="connsiteY72" fmla="*/ 33611 h 98133"/>
                  <a:gd name="connsiteX73" fmla="*/ 20092 w 198050"/>
                  <a:gd name="connsiteY73" fmla="*/ 32536 h 98133"/>
                  <a:gd name="connsiteX74" fmla="*/ 21167 w 198050"/>
                  <a:gd name="connsiteY74" fmla="*/ 30385 h 98133"/>
                  <a:gd name="connsiteX75" fmla="*/ 21167 w 198050"/>
                  <a:gd name="connsiteY75" fmla="*/ 27159 h 98133"/>
                  <a:gd name="connsiteX76" fmla="*/ 21167 w 198050"/>
                  <a:gd name="connsiteY76" fmla="*/ 26083 h 98133"/>
                  <a:gd name="connsiteX77" fmla="*/ 23317 w 198050"/>
                  <a:gd name="connsiteY77" fmla="*/ 26083 h 98133"/>
                  <a:gd name="connsiteX78" fmla="*/ 23317 w 198050"/>
                  <a:gd name="connsiteY78" fmla="*/ 21782 h 98133"/>
                  <a:gd name="connsiteX79" fmla="*/ 24391 w 198050"/>
                  <a:gd name="connsiteY79" fmla="*/ 21782 h 98133"/>
                  <a:gd name="connsiteX80" fmla="*/ 25466 w 198050"/>
                  <a:gd name="connsiteY80" fmla="*/ 20706 h 98133"/>
                  <a:gd name="connsiteX81" fmla="*/ 24391 w 198050"/>
                  <a:gd name="connsiteY81" fmla="*/ 19631 h 98133"/>
                  <a:gd name="connsiteX82" fmla="*/ 23317 w 198050"/>
                  <a:gd name="connsiteY82" fmla="*/ 18556 h 98133"/>
                  <a:gd name="connsiteX83" fmla="*/ 25466 w 198050"/>
                  <a:gd name="connsiteY83" fmla="*/ 18556 h 98133"/>
                  <a:gd name="connsiteX84" fmla="*/ 28690 w 198050"/>
                  <a:gd name="connsiteY84" fmla="*/ 17480 h 98133"/>
                  <a:gd name="connsiteX85" fmla="*/ 30839 w 198050"/>
                  <a:gd name="connsiteY85" fmla="*/ 14254 h 98133"/>
                  <a:gd name="connsiteX86" fmla="*/ 31914 w 198050"/>
                  <a:gd name="connsiteY86" fmla="*/ 12103 h 98133"/>
                  <a:gd name="connsiteX87" fmla="*/ 32988 w 198050"/>
                  <a:gd name="connsiteY87" fmla="*/ 11028 h 98133"/>
                  <a:gd name="connsiteX88" fmla="*/ 34063 w 198050"/>
                  <a:gd name="connsiteY88" fmla="*/ 8877 h 98133"/>
                  <a:gd name="connsiteX89" fmla="*/ 36212 w 198050"/>
                  <a:gd name="connsiteY89" fmla="*/ 6726 h 98133"/>
                  <a:gd name="connsiteX90" fmla="*/ 37287 w 198050"/>
                  <a:gd name="connsiteY90" fmla="*/ 3500 h 98133"/>
                  <a:gd name="connsiteX91" fmla="*/ 32988 w 198050"/>
                  <a:gd name="connsiteY91" fmla="*/ 5651 h 98133"/>
                  <a:gd name="connsiteX92" fmla="*/ 30839 w 198050"/>
                  <a:gd name="connsiteY92" fmla="*/ 11028 h 98133"/>
                  <a:gd name="connsiteX93" fmla="*/ 28690 w 198050"/>
                  <a:gd name="connsiteY93" fmla="*/ 14254 h 98133"/>
                  <a:gd name="connsiteX94" fmla="*/ 28690 w 198050"/>
                  <a:gd name="connsiteY94" fmla="*/ 13179 h 98133"/>
                  <a:gd name="connsiteX95" fmla="*/ 29764 w 198050"/>
                  <a:gd name="connsiteY95" fmla="*/ 12103 h 98133"/>
                  <a:gd name="connsiteX96" fmla="*/ 27615 w 198050"/>
                  <a:gd name="connsiteY96" fmla="*/ 12103 h 98133"/>
                  <a:gd name="connsiteX97" fmla="*/ 26541 w 198050"/>
                  <a:gd name="connsiteY97" fmla="*/ 15329 h 98133"/>
                  <a:gd name="connsiteX98" fmla="*/ 25466 w 198050"/>
                  <a:gd name="connsiteY98" fmla="*/ 17480 h 98133"/>
                  <a:gd name="connsiteX99" fmla="*/ 24391 w 198050"/>
                  <a:gd name="connsiteY99" fmla="*/ 17480 h 98133"/>
                  <a:gd name="connsiteX100" fmla="*/ 24391 w 198050"/>
                  <a:gd name="connsiteY100" fmla="*/ 16405 h 98133"/>
                  <a:gd name="connsiteX101" fmla="*/ 20092 w 198050"/>
                  <a:gd name="connsiteY101" fmla="*/ 23932 h 98133"/>
                  <a:gd name="connsiteX102" fmla="*/ 19018 w 198050"/>
                  <a:gd name="connsiteY102" fmla="*/ 25008 h 98133"/>
                  <a:gd name="connsiteX103" fmla="*/ 16869 w 198050"/>
                  <a:gd name="connsiteY103" fmla="*/ 28234 h 98133"/>
                  <a:gd name="connsiteX104" fmla="*/ 14719 w 198050"/>
                  <a:gd name="connsiteY104" fmla="*/ 30385 h 98133"/>
                  <a:gd name="connsiteX105" fmla="*/ 12570 w 198050"/>
                  <a:gd name="connsiteY105" fmla="*/ 38988 h 9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98050" h="98133">
                    <a:moveTo>
                      <a:pt x="11495" y="35762"/>
                    </a:moveTo>
                    <a:cubicBezTo>
                      <a:pt x="12570" y="34686"/>
                      <a:pt x="14719" y="31460"/>
                      <a:pt x="15794" y="29309"/>
                    </a:cubicBezTo>
                    <a:cubicBezTo>
                      <a:pt x="19018" y="23932"/>
                      <a:pt x="24391" y="17480"/>
                      <a:pt x="25466" y="15329"/>
                    </a:cubicBezTo>
                    <a:cubicBezTo>
                      <a:pt x="26541" y="14254"/>
                      <a:pt x="26541" y="14254"/>
                      <a:pt x="26541" y="13179"/>
                    </a:cubicBezTo>
                    <a:cubicBezTo>
                      <a:pt x="26541" y="12103"/>
                      <a:pt x="27615" y="11028"/>
                      <a:pt x="28690" y="9952"/>
                    </a:cubicBezTo>
                    <a:cubicBezTo>
                      <a:pt x="29764" y="8877"/>
                      <a:pt x="31914" y="6726"/>
                      <a:pt x="32988" y="5651"/>
                    </a:cubicBezTo>
                    <a:cubicBezTo>
                      <a:pt x="36212" y="1349"/>
                      <a:pt x="44809" y="-801"/>
                      <a:pt x="51257" y="274"/>
                    </a:cubicBezTo>
                    <a:cubicBezTo>
                      <a:pt x="53406" y="274"/>
                      <a:pt x="59854" y="6726"/>
                      <a:pt x="59854" y="8877"/>
                    </a:cubicBezTo>
                    <a:cubicBezTo>
                      <a:pt x="60929" y="14254"/>
                      <a:pt x="58780" y="17480"/>
                      <a:pt x="51257" y="25008"/>
                    </a:cubicBezTo>
                    <a:cubicBezTo>
                      <a:pt x="46958" y="29309"/>
                      <a:pt x="43734" y="33611"/>
                      <a:pt x="43734" y="33611"/>
                    </a:cubicBezTo>
                    <a:cubicBezTo>
                      <a:pt x="43734" y="34686"/>
                      <a:pt x="40511" y="38988"/>
                      <a:pt x="37287" y="43289"/>
                    </a:cubicBezTo>
                    <a:cubicBezTo>
                      <a:pt x="22242" y="63722"/>
                      <a:pt x="15794" y="74476"/>
                      <a:pt x="16869" y="78777"/>
                    </a:cubicBezTo>
                    <a:cubicBezTo>
                      <a:pt x="16869" y="79852"/>
                      <a:pt x="17944" y="80928"/>
                      <a:pt x="19018" y="80928"/>
                    </a:cubicBezTo>
                    <a:cubicBezTo>
                      <a:pt x="20092" y="80928"/>
                      <a:pt x="22242" y="79852"/>
                      <a:pt x="25466" y="77702"/>
                    </a:cubicBezTo>
                    <a:cubicBezTo>
                      <a:pt x="26541" y="76626"/>
                      <a:pt x="27615" y="76626"/>
                      <a:pt x="28690" y="76626"/>
                    </a:cubicBezTo>
                    <a:cubicBezTo>
                      <a:pt x="29764" y="76626"/>
                      <a:pt x="29764" y="75551"/>
                      <a:pt x="29764" y="75551"/>
                    </a:cubicBezTo>
                    <a:cubicBezTo>
                      <a:pt x="29764" y="75551"/>
                      <a:pt x="29764" y="74476"/>
                      <a:pt x="30839" y="75551"/>
                    </a:cubicBezTo>
                    <a:cubicBezTo>
                      <a:pt x="31914" y="75551"/>
                      <a:pt x="35137" y="72325"/>
                      <a:pt x="40511" y="66948"/>
                    </a:cubicBezTo>
                    <a:cubicBezTo>
                      <a:pt x="51257" y="56194"/>
                      <a:pt x="55556" y="48666"/>
                      <a:pt x="68451" y="32536"/>
                    </a:cubicBezTo>
                    <a:cubicBezTo>
                      <a:pt x="73824" y="25008"/>
                      <a:pt x="81347" y="17480"/>
                      <a:pt x="83496" y="15329"/>
                    </a:cubicBezTo>
                    <a:cubicBezTo>
                      <a:pt x="85646" y="13179"/>
                      <a:pt x="87795" y="11028"/>
                      <a:pt x="87795" y="9952"/>
                    </a:cubicBezTo>
                    <a:cubicBezTo>
                      <a:pt x="87795" y="9952"/>
                      <a:pt x="87795" y="8877"/>
                      <a:pt x="88869" y="9952"/>
                    </a:cubicBezTo>
                    <a:cubicBezTo>
                      <a:pt x="89944" y="9952"/>
                      <a:pt x="91019" y="8877"/>
                      <a:pt x="93168" y="7802"/>
                    </a:cubicBezTo>
                    <a:cubicBezTo>
                      <a:pt x="94242" y="6726"/>
                      <a:pt x="95317" y="5651"/>
                      <a:pt x="96392" y="5651"/>
                    </a:cubicBezTo>
                    <a:cubicBezTo>
                      <a:pt x="97466" y="5651"/>
                      <a:pt x="98541" y="6726"/>
                      <a:pt x="99616" y="6726"/>
                    </a:cubicBezTo>
                    <a:cubicBezTo>
                      <a:pt x="99616" y="6726"/>
                      <a:pt x="99616" y="6726"/>
                      <a:pt x="99616" y="7802"/>
                    </a:cubicBezTo>
                    <a:cubicBezTo>
                      <a:pt x="104989" y="9952"/>
                      <a:pt x="108213" y="15329"/>
                      <a:pt x="104989" y="21782"/>
                    </a:cubicBezTo>
                    <a:cubicBezTo>
                      <a:pt x="101765" y="31460"/>
                      <a:pt x="95317" y="46516"/>
                      <a:pt x="94242" y="50817"/>
                    </a:cubicBezTo>
                    <a:cubicBezTo>
                      <a:pt x="93168" y="59420"/>
                      <a:pt x="94242" y="65872"/>
                      <a:pt x="95317" y="66948"/>
                    </a:cubicBezTo>
                    <a:cubicBezTo>
                      <a:pt x="96392" y="68023"/>
                      <a:pt x="99616" y="68023"/>
                      <a:pt x="103914" y="68023"/>
                    </a:cubicBezTo>
                    <a:cubicBezTo>
                      <a:pt x="108213" y="68023"/>
                      <a:pt x="112511" y="66948"/>
                      <a:pt x="115735" y="66948"/>
                    </a:cubicBezTo>
                    <a:cubicBezTo>
                      <a:pt x="122183" y="65872"/>
                      <a:pt x="131855" y="61571"/>
                      <a:pt x="136154" y="59420"/>
                    </a:cubicBezTo>
                    <a:cubicBezTo>
                      <a:pt x="137228" y="59420"/>
                      <a:pt x="139377" y="58345"/>
                      <a:pt x="141527" y="57269"/>
                    </a:cubicBezTo>
                    <a:cubicBezTo>
                      <a:pt x="144750" y="56194"/>
                      <a:pt x="169467" y="43289"/>
                      <a:pt x="171616" y="42214"/>
                    </a:cubicBezTo>
                    <a:cubicBezTo>
                      <a:pt x="172691" y="41139"/>
                      <a:pt x="174840" y="40063"/>
                      <a:pt x="178064" y="38988"/>
                    </a:cubicBezTo>
                    <a:cubicBezTo>
                      <a:pt x="186661" y="33611"/>
                      <a:pt x="188810" y="32536"/>
                      <a:pt x="193109" y="30385"/>
                    </a:cubicBezTo>
                    <a:cubicBezTo>
                      <a:pt x="195259" y="29309"/>
                      <a:pt x="197407" y="28234"/>
                      <a:pt x="197407" y="29309"/>
                    </a:cubicBezTo>
                    <a:cubicBezTo>
                      <a:pt x="198482" y="29309"/>
                      <a:pt x="198482" y="30385"/>
                      <a:pt x="195259" y="32536"/>
                    </a:cubicBezTo>
                    <a:cubicBezTo>
                      <a:pt x="193109" y="33611"/>
                      <a:pt x="190960" y="35762"/>
                      <a:pt x="190960" y="35762"/>
                    </a:cubicBezTo>
                    <a:cubicBezTo>
                      <a:pt x="189885" y="35762"/>
                      <a:pt x="189885" y="35762"/>
                      <a:pt x="190960" y="36837"/>
                    </a:cubicBezTo>
                    <a:cubicBezTo>
                      <a:pt x="192034" y="37913"/>
                      <a:pt x="178064" y="51893"/>
                      <a:pt x="175915" y="51893"/>
                    </a:cubicBezTo>
                    <a:cubicBezTo>
                      <a:pt x="174840" y="51893"/>
                      <a:pt x="173766" y="52968"/>
                      <a:pt x="171616" y="55119"/>
                    </a:cubicBezTo>
                    <a:cubicBezTo>
                      <a:pt x="169467" y="57269"/>
                      <a:pt x="167318" y="58345"/>
                      <a:pt x="166243" y="58345"/>
                    </a:cubicBezTo>
                    <a:cubicBezTo>
                      <a:pt x="165168" y="58345"/>
                      <a:pt x="165168" y="58345"/>
                      <a:pt x="165168" y="59420"/>
                    </a:cubicBezTo>
                    <a:cubicBezTo>
                      <a:pt x="165168" y="59420"/>
                      <a:pt x="166243" y="60495"/>
                      <a:pt x="166243" y="60495"/>
                    </a:cubicBezTo>
                    <a:cubicBezTo>
                      <a:pt x="167318" y="60495"/>
                      <a:pt x="166243" y="61571"/>
                      <a:pt x="164094" y="61571"/>
                    </a:cubicBezTo>
                    <a:cubicBezTo>
                      <a:pt x="161944" y="62646"/>
                      <a:pt x="160870" y="63722"/>
                      <a:pt x="160870" y="63722"/>
                    </a:cubicBezTo>
                    <a:cubicBezTo>
                      <a:pt x="160870" y="64797"/>
                      <a:pt x="158721" y="65872"/>
                      <a:pt x="155497" y="66948"/>
                    </a:cubicBezTo>
                    <a:cubicBezTo>
                      <a:pt x="152273" y="68023"/>
                      <a:pt x="150124" y="69099"/>
                      <a:pt x="150124" y="70174"/>
                    </a:cubicBezTo>
                    <a:cubicBezTo>
                      <a:pt x="150124" y="71249"/>
                      <a:pt x="150124" y="71249"/>
                      <a:pt x="151198" y="70174"/>
                    </a:cubicBezTo>
                    <a:cubicBezTo>
                      <a:pt x="154422" y="69099"/>
                      <a:pt x="156571" y="68023"/>
                      <a:pt x="159795" y="66948"/>
                    </a:cubicBezTo>
                    <a:cubicBezTo>
                      <a:pt x="163019" y="65872"/>
                      <a:pt x="163019" y="65872"/>
                      <a:pt x="160870" y="66948"/>
                    </a:cubicBezTo>
                    <a:cubicBezTo>
                      <a:pt x="158721" y="68023"/>
                      <a:pt x="153347" y="71249"/>
                      <a:pt x="143675" y="75551"/>
                    </a:cubicBezTo>
                    <a:cubicBezTo>
                      <a:pt x="140452" y="76626"/>
                      <a:pt x="137228" y="78777"/>
                      <a:pt x="136154" y="79852"/>
                    </a:cubicBezTo>
                    <a:cubicBezTo>
                      <a:pt x="134004" y="82003"/>
                      <a:pt x="113586" y="85229"/>
                      <a:pt x="110362" y="83079"/>
                    </a:cubicBezTo>
                    <a:cubicBezTo>
                      <a:pt x="109288" y="83079"/>
                      <a:pt x="107138" y="82003"/>
                      <a:pt x="104989" y="82003"/>
                    </a:cubicBezTo>
                    <a:cubicBezTo>
                      <a:pt x="100690" y="82003"/>
                      <a:pt x="95317" y="83079"/>
                      <a:pt x="89944" y="78777"/>
                    </a:cubicBezTo>
                    <a:cubicBezTo>
                      <a:pt x="83496" y="73400"/>
                      <a:pt x="78123" y="68023"/>
                      <a:pt x="74899" y="59420"/>
                    </a:cubicBezTo>
                    <a:cubicBezTo>
                      <a:pt x="73824" y="57269"/>
                      <a:pt x="73824" y="52968"/>
                      <a:pt x="74899" y="48666"/>
                    </a:cubicBezTo>
                    <a:cubicBezTo>
                      <a:pt x="63078" y="61571"/>
                      <a:pt x="45884" y="82003"/>
                      <a:pt x="34063" y="91682"/>
                    </a:cubicBezTo>
                    <a:cubicBezTo>
                      <a:pt x="29764" y="94908"/>
                      <a:pt x="27615" y="98134"/>
                      <a:pt x="23317" y="98134"/>
                    </a:cubicBezTo>
                    <a:cubicBezTo>
                      <a:pt x="17944" y="98134"/>
                      <a:pt x="12570" y="93832"/>
                      <a:pt x="8272" y="87380"/>
                    </a:cubicBezTo>
                    <a:cubicBezTo>
                      <a:pt x="7197" y="85229"/>
                      <a:pt x="6122" y="84154"/>
                      <a:pt x="6122" y="84154"/>
                    </a:cubicBezTo>
                    <a:cubicBezTo>
                      <a:pt x="5048" y="85229"/>
                      <a:pt x="1824" y="78777"/>
                      <a:pt x="749" y="73400"/>
                    </a:cubicBezTo>
                    <a:cubicBezTo>
                      <a:pt x="-1400" y="62646"/>
                      <a:pt x="749" y="52968"/>
                      <a:pt x="11495" y="35762"/>
                    </a:cubicBezTo>
                    <a:close/>
                    <a:moveTo>
                      <a:pt x="12570" y="38988"/>
                    </a:moveTo>
                    <a:cubicBezTo>
                      <a:pt x="12570" y="40063"/>
                      <a:pt x="13645" y="40063"/>
                      <a:pt x="13645" y="38988"/>
                    </a:cubicBezTo>
                    <a:cubicBezTo>
                      <a:pt x="14719" y="37913"/>
                      <a:pt x="14719" y="37913"/>
                      <a:pt x="14719" y="38988"/>
                    </a:cubicBezTo>
                    <a:cubicBezTo>
                      <a:pt x="14719" y="38988"/>
                      <a:pt x="15794" y="38988"/>
                      <a:pt x="15794" y="37913"/>
                    </a:cubicBezTo>
                    <a:cubicBezTo>
                      <a:pt x="15794" y="36837"/>
                      <a:pt x="15794" y="36837"/>
                      <a:pt x="15794" y="36837"/>
                    </a:cubicBezTo>
                    <a:cubicBezTo>
                      <a:pt x="15794" y="36837"/>
                      <a:pt x="14719" y="35762"/>
                      <a:pt x="14719" y="34686"/>
                    </a:cubicBezTo>
                    <a:cubicBezTo>
                      <a:pt x="14719" y="32536"/>
                      <a:pt x="14719" y="32536"/>
                      <a:pt x="15794" y="33611"/>
                    </a:cubicBezTo>
                    <a:cubicBezTo>
                      <a:pt x="16869" y="34686"/>
                      <a:pt x="16869" y="34686"/>
                      <a:pt x="19018" y="33611"/>
                    </a:cubicBezTo>
                    <a:cubicBezTo>
                      <a:pt x="20092" y="32536"/>
                      <a:pt x="21167" y="32536"/>
                      <a:pt x="20092" y="32536"/>
                    </a:cubicBezTo>
                    <a:cubicBezTo>
                      <a:pt x="20092" y="32536"/>
                      <a:pt x="20092" y="31460"/>
                      <a:pt x="21167" y="30385"/>
                    </a:cubicBezTo>
                    <a:cubicBezTo>
                      <a:pt x="22242" y="29309"/>
                      <a:pt x="22242" y="28234"/>
                      <a:pt x="21167" y="27159"/>
                    </a:cubicBezTo>
                    <a:cubicBezTo>
                      <a:pt x="20092" y="26083"/>
                      <a:pt x="21167" y="25008"/>
                      <a:pt x="21167" y="26083"/>
                    </a:cubicBezTo>
                    <a:cubicBezTo>
                      <a:pt x="22242" y="27159"/>
                      <a:pt x="22242" y="27159"/>
                      <a:pt x="23317" y="26083"/>
                    </a:cubicBezTo>
                    <a:cubicBezTo>
                      <a:pt x="25466" y="25008"/>
                      <a:pt x="24391" y="22857"/>
                      <a:pt x="23317" y="21782"/>
                    </a:cubicBezTo>
                    <a:cubicBezTo>
                      <a:pt x="22242" y="21782"/>
                      <a:pt x="23317" y="21782"/>
                      <a:pt x="24391" y="21782"/>
                    </a:cubicBezTo>
                    <a:cubicBezTo>
                      <a:pt x="25466" y="21782"/>
                      <a:pt x="26541" y="21782"/>
                      <a:pt x="25466" y="20706"/>
                    </a:cubicBezTo>
                    <a:cubicBezTo>
                      <a:pt x="25466" y="19631"/>
                      <a:pt x="24391" y="19631"/>
                      <a:pt x="24391" y="19631"/>
                    </a:cubicBezTo>
                    <a:cubicBezTo>
                      <a:pt x="24391" y="19631"/>
                      <a:pt x="23317" y="19631"/>
                      <a:pt x="23317" y="18556"/>
                    </a:cubicBezTo>
                    <a:cubicBezTo>
                      <a:pt x="23317" y="18556"/>
                      <a:pt x="24391" y="17480"/>
                      <a:pt x="25466" y="18556"/>
                    </a:cubicBezTo>
                    <a:cubicBezTo>
                      <a:pt x="27615" y="18556"/>
                      <a:pt x="27615" y="18556"/>
                      <a:pt x="28690" y="17480"/>
                    </a:cubicBezTo>
                    <a:cubicBezTo>
                      <a:pt x="28690" y="16405"/>
                      <a:pt x="29764" y="15329"/>
                      <a:pt x="30839" y="14254"/>
                    </a:cubicBezTo>
                    <a:cubicBezTo>
                      <a:pt x="31914" y="13179"/>
                      <a:pt x="31914" y="12103"/>
                      <a:pt x="31914" y="12103"/>
                    </a:cubicBezTo>
                    <a:cubicBezTo>
                      <a:pt x="31914" y="11028"/>
                      <a:pt x="31914" y="11028"/>
                      <a:pt x="32988" y="11028"/>
                    </a:cubicBezTo>
                    <a:cubicBezTo>
                      <a:pt x="34063" y="11028"/>
                      <a:pt x="34063" y="9952"/>
                      <a:pt x="34063" y="8877"/>
                    </a:cubicBezTo>
                    <a:cubicBezTo>
                      <a:pt x="34063" y="7802"/>
                      <a:pt x="35137" y="6726"/>
                      <a:pt x="36212" y="6726"/>
                    </a:cubicBezTo>
                    <a:cubicBezTo>
                      <a:pt x="37287" y="6726"/>
                      <a:pt x="38361" y="4576"/>
                      <a:pt x="37287" y="3500"/>
                    </a:cubicBezTo>
                    <a:cubicBezTo>
                      <a:pt x="37287" y="3500"/>
                      <a:pt x="35137" y="4576"/>
                      <a:pt x="32988" y="5651"/>
                    </a:cubicBezTo>
                    <a:cubicBezTo>
                      <a:pt x="29764" y="7802"/>
                      <a:pt x="29764" y="8877"/>
                      <a:pt x="30839" y="11028"/>
                    </a:cubicBezTo>
                    <a:cubicBezTo>
                      <a:pt x="31914" y="13179"/>
                      <a:pt x="30839" y="14254"/>
                      <a:pt x="28690" y="14254"/>
                    </a:cubicBezTo>
                    <a:cubicBezTo>
                      <a:pt x="27615" y="14254"/>
                      <a:pt x="27615" y="14254"/>
                      <a:pt x="28690" y="13179"/>
                    </a:cubicBezTo>
                    <a:cubicBezTo>
                      <a:pt x="29764" y="13179"/>
                      <a:pt x="29764" y="12103"/>
                      <a:pt x="29764" y="12103"/>
                    </a:cubicBezTo>
                    <a:cubicBezTo>
                      <a:pt x="29764" y="11028"/>
                      <a:pt x="28690" y="11028"/>
                      <a:pt x="27615" y="12103"/>
                    </a:cubicBezTo>
                    <a:cubicBezTo>
                      <a:pt x="26541" y="13179"/>
                      <a:pt x="25466" y="15329"/>
                      <a:pt x="26541" y="15329"/>
                    </a:cubicBezTo>
                    <a:cubicBezTo>
                      <a:pt x="27615" y="15329"/>
                      <a:pt x="27615" y="17480"/>
                      <a:pt x="25466" y="17480"/>
                    </a:cubicBezTo>
                    <a:cubicBezTo>
                      <a:pt x="24391" y="17480"/>
                      <a:pt x="24391" y="17480"/>
                      <a:pt x="24391" y="17480"/>
                    </a:cubicBezTo>
                    <a:cubicBezTo>
                      <a:pt x="24391" y="17480"/>
                      <a:pt x="24391" y="16405"/>
                      <a:pt x="24391" y="16405"/>
                    </a:cubicBezTo>
                    <a:cubicBezTo>
                      <a:pt x="23317" y="16405"/>
                      <a:pt x="19018" y="22857"/>
                      <a:pt x="20092" y="23932"/>
                    </a:cubicBezTo>
                    <a:cubicBezTo>
                      <a:pt x="20092" y="25008"/>
                      <a:pt x="20092" y="25008"/>
                      <a:pt x="19018" y="25008"/>
                    </a:cubicBezTo>
                    <a:cubicBezTo>
                      <a:pt x="17944" y="23932"/>
                      <a:pt x="16869" y="26083"/>
                      <a:pt x="16869" y="28234"/>
                    </a:cubicBezTo>
                    <a:cubicBezTo>
                      <a:pt x="16869" y="29309"/>
                      <a:pt x="15794" y="29309"/>
                      <a:pt x="14719" y="30385"/>
                    </a:cubicBezTo>
                    <a:cubicBezTo>
                      <a:pt x="14719" y="32536"/>
                      <a:pt x="11495" y="37913"/>
                      <a:pt x="12570" y="3898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1" name="Freeform 1030">
                <a:extLst>
                  <a:ext uri="{FF2B5EF4-FFF2-40B4-BE49-F238E27FC236}">
                    <a16:creationId xmlns:a16="http://schemas.microsoft.com/office/drawing/2014/main" id="{C18C6396-61CA-0535-F66A-C3D3C6B06322}"/>
                  </a:ext>
                </a:extLst>
              </p:cNvPr>
              <p:cNvSpPr/>
              <p:nvPr/>
            </p:nvSpPr>
            <p:spPr>
              <a:xfrm>
                <a:off x="9185398" y="4432603"/>
                <a:ext cx="189760" cy="126353"/>
              </a:xfrm>
              <a:custGeom>
                <a:avLst/>
                <a:gdLst>
                  <a:gd name="connsiteX0" fmla="*/ 7441 w 189760"/>
                  <a:gd name="connsiteY0" fmla="*/ 90332 h 126353"/>
                  <a:gd name="connsiteX1" fmla="*/ 17112 w 189760"/>
                  <a:gd name="connsiteY1" fmla="*/ 69900 h 126353"/>
                  <a:gd name="connsiteX2" fmla="*/ 18187 w 189760"/>
                  <a:gd name="connsiteY2" fmla="*/ 68825 h 126353"/>
                  <a:gd name="connsiteX3" fmla="*/ 22486 w 189760"/>
                  <a:gd name="connsiteY3" fmla="*/ 60222 h 126353"/>
                  <a:gd name="connsiteX4" fmla="*/ 23561 w 189760"/>
                  <a:gd name="connsiteY4" fmla="*/ 59146 h 126353"/>
                  <a:gd name="connsiteX5" fmla="*/ 26784 w 189760"/>
                  <a:gd name="connsiteY5" fmla="*/ 53769 h 126353"/>
                  <a:gd name="connsiteX6" fmla="*/ 35381 w 189760"/>
                  <a:gd name="connsiteY6" fmla="*/ 38714 h 126353"/>
                  <a:gd name="connsiteX7" fmla="*/ 43978 w 189760"/>
                  <a:gd name="connsiteY7" fmla="*/ 22583 h 126353"/>
                  <a:gd name="connsiteX8" fmla="*/ 46128 w 189760"/>
                  <a:gd name="connsiteY8" fmla="*/ 18282 h 126353"/>
                  <a:gd name="connsiteX9" fmla="*/ 47203 w 189760"/>
                  <a:gd name="connsiteY9" fmla="*/ 16131 h 126353"/>
                  <a:gd name="connsiteX10" fmla="*/ 49351 w 189760"/>
                  <a:gd name="connsiteY10" fmla="*/ 12905 h 126353"/>
                  <a:gd name="connsiteX11" fmla="*/ 50426 w 189760"/>
                  <a:gd name="connsiteY11" fmla="*/ 10754 h 126353"/>
                  <a:gd name="connsiteX12" fmla="*/ 53650 w 189760"/>
                  <a:gd name="connsiteY12" fmla="*/ 4302 h 126353"/>
                  <a:gd name="connsiteX13" fmla="*/ 56874 w 189760"/>
                  <a:gd name="connsiteY13" fmla="*/ 1075 h 126353"/>
                  <a:gd name="connsiteX14" fmla="*/ 57949 w 189760"/>
                  <a:gd name="connsiteY14" fmla="*/ 1075 h 126353"/>
                  <a:gd name="connsiteX15" fmla="*/ 63322 w 189760"/>
                  <a:gd name="connsiteY15" fmla="*/ 0 h 126353"/>
                  <a:gd name="connsiteX16" fmla="*/ 70844 w 189760"/>
                  <a:gd name="connsiteY16" fmla="*/ 2151 h 126353"/>
                  <a:gd name="connsiteX17" fmla="*/ 75143 w 189760"/>
                  <a:gd name="connsiteY17" fmla="*/ 12905 h 126353"/>
                  <a:gd name="connsiteX18" fmla="*/ 68695 w 189760"/>
                  <a:gd name="connsiteY18" fmla="*/ 25809 h 126353"/>
                  <a:gd name="connsiteX19" fmla="*/ 66546 w 189760"/>
                  <a:gd name="connsiteY19" fmla="*/ 29036 h 126353"/>
                  <a:gd name="connsiteX20" fmla="*/ 65471 w 189760"/>
                  <a:gd name="connsiteY20" fmla="*/ 32262 h 126353"/>
                  <a:gd name="connsiteX21" fmla="*/ 53650 w 189760"/>
                  <a:gd name="connsiteY21" fmla="*/ 52694 h 126353"/>
                  <a:gd name="connsiteX22" fmla="*/ 52576 w 189760"/>
                  <a:gd name="connsiteY22" fmla="*/ 53769 h 126353"/>
                  <a:gd name="connsiteX23" fmla="*/ 50426 w 189760"/>
                  <a:gd name="connsiteY23" fmla="*/ 55920 h 126353"/>
                  <a:gd name="connsiteX24" fmla="*/ 53650 w 189760"/>
                  <a:gd name="connsiteY24" fmla="*/ 55920 h 126353"/>
                  <a:gd name="connsiteX25" fmla="*/ 61173 w 189760"/>
                  <a:gd name="connsiteY25" fmla="*/ 49468 h 126353"/>
                  <a:gd name="connsiteX26" fmla="*/ 82666 w 189760"/>
                  <a:gd name="connsiteY26" fmla="*/ 34412 h 126353"/>
                  <a:gd name="connsiteX27" fmla="*/ 88039 w 189760"/>
                  <a:gd name="connsiteY27" fmla="*/ 34412 h 126353"/>
                  <a:gd name="connsiteX28" fmla="*/ 93412 w 189760"/>
                  <a:gd name="connsiteY28" fmla="*/ 34412 h 126353"/>
                  <a:gd name="connsiteX29" fmla="*/ 96636 w 189760"/>
                  <a:gd name="connsiteY29" fmla="*/ 35488 h 126353"/>
                  <a:gd name="connsiteX30" fmla="*/ 99859 w 189760"/>
                  <a:gd name="connsiteY30" fmla="*/ 36563 h 126353"/>
                  <a:gd name="connsiteX31" fmla="*/ 102009 w 189760"/>
                  <a:gd name="connsiteY31" fmla="*/ 37638 h 126353"/>
                  <a:gd name="connsiteX32" fmla="*/ 104158 w 189760"/>
                  <a:gd name="connsiteY32" fmla="*/ 38714 h 126353"/>
                  <a:gd name="connsiteX33" fmla="*/ 108456 w 189760"/>
                  <a:gd name="connsiteY33" fmla="*/ 43015 h 126353"/>
                  <a:gd name="connsiteX34" fmla="*/ 122427 w 189760"/>
                  <a:gd name="connsiteY34" fmla="*/ 59146 h 126353"/>
                  <a:gd name="connsiteX35" fmla="*/ 151442 w 189760"/>
                  <a:gd name="connsiteY35" fmla="*/ 51618 h 126353"/>
                  <a:gd name="connsiteX36" fmla="*/ 161114 w 189760"/>
                  <a:gd name="connsiteY36" fmla="*/ 46242 h 126353"/>
                  <a:gd name="connsiteX37" fmla="*/ 171860 w 189760"/>
                  <a:gd name="connsiteY37" fmla="*/ 40865 h 126353"/>
                  <a:gd name="connsiteX38" fmla="*/ 187980 w 189760"/>
                  <a:gd name="connsiteY38" fmla="*/ 35488 h 126353"/>
                  <a:gd name="connsiteX39" fmla="*/ 189054 w 189760"/>
                  <a:gd name="connsiteY39" fmla="*/ 38714 h 126353"/>
                  <a:gd name="connsiteX40" fmla="*/ 189054 w 189760"/>
                  <a:gd name="connsiteY40" fmla="*/ 39789 h 126353"/>
                  <a:gd name="connsiteX41" fmla="*/ 182607 w 189760"/>
                  <a:gd name="connsiteY41" fmla="*/ 45166 h 126353"/>
                  <a:gd name="connsiteX42" fmla="*/ 128875 w 189760"/>
                  <a:gd name="connsiteY42" fmla="*/ 68825 h 126353"/>
                  <a:gd name="connsiteX43" fmla="*/ 100934 w 189760"/>
                  <a:gd name="connsiteY43" fmla="*/ 56995 h 126353"/>
                  <a:gd name="connsiteX44" fmla="*/ 95561 w 189760"/>
                  <a:gd name="connsiteY44" fmla="*/ 50543 h 126353"/>
                  <a:gd name="connsiteX45" fmla="*/ 92337 w 189760"/>
                  <a:gd name="connsiteY45" fmla="*/ 52694 h 126353"/>
                  <a:gd name="connsiteX46" fmla="*/ 88039 w 189760"/>
                  <a:gd name="connsiteY46" fmla="*/ 54845 h 126353"/>
                  <a:gd name="connsiteX47" fmla="*/ 77292 w 189760"/>
                  <a:gd name="connsiteY47" fmla="*/ 64523 h 126353"/>
                  <a:gd name="connsiteX48" fmla="*/ 36456 w 189760"/>
                  <a:gd name="connsiteY48" fmla="*/ 108614 h 126353"/>
                  <a:gd name="connsiteX49" fmla="*/ 25710 w 189760"/>
                  <a:gd name="connsiteY49" fmla="*/ 120443 h 126353"/>
                  <a:gd name="connsiteX50" fmla="*/ 14964 w 189760"/>
                  <a:gd name="connsiteY50" fmla="*/ 125820 h 126353"/>
                  <a:gd name="connsiteX51" fmla="*/ 9590 w 189760"/>
                  <a:gd name="connsiteY51" fmla="*/ 119368 h 126353"/>
                  <a:gd name="connsiteX52" fmla="*/ 6366 w 189760"/>
                  <a:gd name="connsiteY52" fmla="*/ 115066 h 126353"/>
                  <a:gd name="connsiteX53" fmla="*/ 7441 w 189760"/>
                  <a:gd name="connsiteY53" fmla="*/ 90332 h 12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9760" h="126353">
                    <a:moveTo>
                      <a:pt x="7441" y="90332"/>
                    </a:moveTo>
                    <a:cubicBezTo>
                      <a:pt x="9590" y="86031"/>
                      <a:pt x="17112" y="70975"/>
                      <a:pt x="17112" y="69900"/>
                    </a:cubicBezTo>
                    <a:cubicBezTo>
                      <a:pt x="17112" y="68825"/>
                      <a:pt x="17112" y="68825"/>
                      <a:pt x="18187" y="68825"/>
                    </a:cubicBezTo>
                    <a:cubicBezTo>
                      <a:pt x="19262" y="68825"/>
                      <a:pt x="22486" y="62372"/>
                      <a:pt x="22486" y="60222"/>
                    </a:cubicBezTo>
                    <a:cubicBezTo>
                      <a:pt x="22486" y="59146"/>
                      <a:pt x="22486" y="59146"/>
                      <a:pt x="23561" y="59146"/>
                    </a:cubicBezTo>
                    <a:cubicBezTo>
                      <a:pt x="23561" y="59146"/>
                      <a:pt x="25710" y="56995"/>
                      <a:pt x="26784" y="53769"/>
                    </a:cubicBezTo>
                    <a:cubicBezTo>
                      <a:pt x="27859" y="51618"/>
                      <a:pt x="32158" y="44091"/>
                      <a:pt x="35381" y="38714"/>
                    </a:cubicBezTo>
                    <a:cubicBezTo>
                      <a:pt x="38605" y="32262"/>
                      <a:pt x="42904" y="25809"/>
                      <a:pt x="43978" y="22583"/>
                    </a:cubicBezTo>
                    <a:cubicBezTo>
                      <a:pt x="45053" y="19357"/>
                      <a:pt x="46128" y="18282"/>
                      <a:pt x="46128" y="18282"/>
                    </a:cubicBezTo>
                    <a:cubicBezTo>
                      <a:pt x="46128" y="18282"/>
                      <a:pt x="47203" y="18282"/>
                      <a:pt x="47203" y="16131"/>
                    </a:cubicBezTo>
                    <a:cubicBezTo>
                      <a:pt x="48277" y="15055"/>
                      <a:pt x="49351" y="12905"/>
                      <a:pt x="49351" y="12905"/>
                    </a:cubicBezTo>
                    <a:cubicBezTo>
                      <a:pt x="50426" y="12905"/>
                      <a:pt x="50426" y="11829"/>
                      <a:pt x="50426" y="10754"/>
                    </a:cubicBezTo>
                    <a:cubicBezTo>
                      <a:pt x="50426" y="9679"/>
                      <a:pt x="51501" y="7528"/>
                      <a:pt x="53650" y="4302"/>
                    </a:cubicBezTo>
                    <a:cubicBezTo>
                      <a:pt x="55800" y="2151"/>
                      <a:pt x="56874" y="1075"/>
                      <a:pt x="56874" y="1075"/>
                    </a:cubicBezTo>
                    <a:cubicBezTo>
                      <a:pt x="56874" y="1075"/>
                      <a:pt x="56874" y="1075"/>
                      <a:pt x="57949" y="1075"/>
                    </a:cubicBezTo>
                    <a:cubicBezTo>
                      <a:pt x="59023" y="0"/>
                      <a:pt x="61173" y="0"/>
                      <a:pt x="63322" y="0"/>
                    </a:cubicBezTo>
                    <a:cubicBezTo>
                      <a:pt x="65471" y="0"/>
                      <a:pt x="68695" y="1075"/>
                      <a:pt x="70844" y="2151"/>
                    </a:cubicBezTo>
                    <a:cubicBezTo>
                      <a:pt x="75143" y="4302"/>
                      <a:pt x="76217" y="8603"/>
                      <a:pt x="75143" y="12905"/>
                    </a:cubicBezTo>
                    <a:cubicBezTo>
                      <a:pt x="74069" y="16131"/>
                      <a:pt x="71919" y="22583"/>
                      <a:pt x="68695" y="25809"/>
                    </a:cubicBezTo>
                    <a:cubicBezTo>
                      <a:pt x="67620" y="26885"/>
                      <a:pt x="66546" y="29036"/>
                      <a:pt x="66546" y="29036"/>
                    </a:cubicBezTo>
                    <a:cubicBezTo>
                      <a:pt x="66546" y="30111"/>
                      <a:pt x="65471" y="31186"/>
                      <a:pt x="65471" y="32262"/>
                    </a:cubicBezTo>
                    <a:cubicBezTo>
                      <a:pt x="63322" y="34412"/>
                      <a:pt x="53650" y="51618"/>
                      <a:pt x="53650" y="52694"/>
                    </a:cubicBezTo>
                    <a:cubicBezTo>
                      <a:pt x="53650" y="52694"/>
                      <a:pt x="53650" y="53769"/>
                      <a:pt x="52576" y="53769"/>
                    </a:cubicBezTo>
                    <a:cubicBezTo>
                      <a:pt x="52576" y="53769"/>
                      <a:pt x="51501" y="54845"/>
                      <a:pt x="50426" y="55920"/>
                    </a:cubicBezTo>
                    <a:cubicBezTo>
                      <a:pt x="49351" y="59146"/>
                      <a:pt x="49351" y="59146"/>
                      <a:pt x="53650" y="55920"/>
                    </a:cubicBezTo>
                    <a:cubicBezTo>
                      <a:pt x="55800" y="54845"/>
                      <a:pt x="59023" y="51618"/>
                      <a:pt x="61173" y="49468"/>
                    </a:cubicBezTo>
                    <a:cubicBezTo>
                      <a:pt x="67620" y="44091"/>
                      <a:pt x="75143" y="38714"/>
                      <a:pt x="82666" y="34412"/>
                    </a:cubicBezTo>
                    <a:cubicBezTo>
                      <a:pt x="84815" y="33337"/>
                      <a:pt x="86964" y="33337"/>
                      <a:pt x="88039" y="34412"/>
                    </a:cubicBezTo>
                    <a:cubicBezTo>
                      <a:pt x="89113" y="35488"/>
                      <a:pt x="92337" y="34412"/>
                      <a:pt x="93412" y="34412"/>
                    </a:cubicBezTo>
                    <a:cubicBezTo>
                      <a:pt x="95561" y="34412"/>
                      <a:pt x="96636" y="34412"/>
                      <a:pt x="96636" y="35488"/>
                    </a:cubicBezTo>
                    <a:cubicBezTo>
                      <a:pt x="96636" y="36563"/>
                      <a:pt x="97710" y="36563"/>
                      <a:pt x="99859" y="36563"/>
                    </a:cubicBezTo>
                    <a:cubicBezTo>
                      <a:pt x="102009" y="36563"/>
                      <a:pt x="102009" y="36563"/>
                      <a:pt x="102009" y="37638"/>
                    </a:cubicBezTo>
                    <a:cubicBezTo>
                      <a:pt x="102009" y="38714"/>
                      <a:pt x="103083" y="38714"/>
                      <a:pt x="104158" y="38714"/>
                    </a:cubicBezTo>
                    <a:cubicBezTo>
                      <a:pt x="106308" y="38714"/>
                      <a:pt x="108456" y="39789"/>
                      <a:pt x="108456" y="43015"/>
                    </a:cubicBezTo>
                    <a:cubicBezTo>
                      <a:pt x="109531" y="52694"/>
                      <a:pt x="112755" y="59146"/>
                      <a:pt x="122427" y="59146"/>
                    </a:cubicBezTo>
                    <a:cubicBezTo>
                      <a:pt x="128875" y="59146"/>
                      <a:pt x="148218" y="54845"/>
                      <a:pt x="151442" y="51618"/>
                    </a:cubicBezTo>
                    <a:cubicBezTo>
                      <a:pt x="151442" y="51618"/>
                      <a:pt x="155741" y="48392"/>
                      <a:pt x="161114" y="46242"/>
                    </a:cubicBezTo>
                    <a:cubicBezTo>
                      <a:pt x="165413" y="44091"/>
                      <a:pt x="170786" y="41940"/>
                      <a:pt x="171860" y="40865"/>
                    </a:cubicBezTo>
                    <a:cubicBezTo>
                      <a:pt x="175084" y="38714"/>
                      <a:pt x="185830" y="35488"/>
                      <a:pt x="187980" y="35488"/>
                    </a:cubicBezTo>
                    <a:cubicBezTo>
                      <a:pt x="190129" y="35488"/>
                      <a:pt x="190129" y="36563"/>
                      <a:pt x="189054" y="38714"/>
                    </a:cubicBezTo>
                    <a:cubicBezTo>
                      <a:pt x="189054" y="39789"/>
                      <a:pt x="187980" y="39789"/>
                      <a:pt x="189054" y="39789"/>
                    </a:cubicBezTo>
                    <a:cubicBezTo>
                      <a:pt x="190129" y="39789"/>
                      <a:pt x="187980" y="40865"/>
                      <a:pt x="182607" y="45166"/>
                    </a:cubicBezTo>
                    <a:cubicBezTo>
                      <a:pt x="167561" y="56995"/>
                      <a:pt x="147144" y="68825"/>
                      <a:pt x="128875" y="68825"/>
                    </a:cubicBezTo>
                    <a:cubicBezTo>
                      <a:pt x="119203" y="68825"/>
                      <a:pt x="109531" y="65599"/>
                      <a:pt x="100934" y="56995"/>
                    </a:cubicBezTo>
                    <a:lnTo>
                      <a:pt x="95561" y="50543"/>
                    </a:lnTo>
                    <a:lnTo>
                      <a:pt x="92337" y="52694"/>
                    </a:lnTo>
                    <a:cubicBezTo>
                      <a:pt x="90188" y="53769"/>
                      <a:pt x="89113" y="54845"/>
                      <a:pt x="88039" y="54845"/>
                    </a:cubicBezTo>
                    <a:cubicBezTo>
                      <a:pt x="88039" y="54845"/>
                      <a:pt x="82666" y="59146"/>
                      <a:pt x="77292" y="64523"/>
                    </a:cubicBezTo>
                    <a:cubicBezTo>
                      <a:pt x="62247" y="77428"/>
                      <a:pt x="48277" y="93559"/>
                      <a:pt x="36456" y="108614"/>
                    </a:cubicBezTo>
                    <a:cubicBezTo>
                      <a:pt x="32158" y="113991"/>
                      <a:pt x="31083" y="115066"/>
                      <a:pt x="25710" y="120443"/>
                    </a:cubicBezTo>
                    <a:cubicBezTo>
                      <a:pt x="19262" y="126895"/>
                      <a:pt x="17112" y="126895"/>
                      <a:pt x="14964" y="125820"/>
                    </a:cubicBezTo>
                    <a:cubicBezTo>
                      <a:pt x="11739" y="124745"/>
                      <a:pt x="11739" y="123669"/>
                      <a:pt x="9590" y="119368"/>
                    </a:cubicBezTo>
                    <a:cubicBezTo>
                      <a:pt x="8515" y="117217"/>
                      <a:pt x="7441" y="115066"/>
                      <a:pt x="6366" y="115066"/>
                    </a:cubicBezTo>
                    <a:cubicBezTo>
                      <a:pt x="-3305" y="115066"/>
                      <a:pt x="-1156" y="104312"/>
                      <a:pt x="7441" y="9033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1032" name="Graphic 29">
            <a:extLst>
              <a:ext uri="{FF2B5EF4-FFF2-40B4-BE49-F238E27FC236}">
                <a16:creationId xmlns:a16="http://schemas.microsoft.com/office/drawing/2014/main" id="{AA3C1826-0875-9CE6-68DA-ED27EA1E9A30}"/>
              </a:ext>
            </a:extLst>
          </p:cNvPr>
          <p:cNvGrpSpPr/>
          <p:nvPr/>
        </p:nvGrpSpPr>
        <p:grpSpPr>
          <a:xfrm>
            <a:off x="7206493" y="4358340"/>
            <a:ext cx="1787119" cy="438810"/>
            <a:chOff x="6431025" y="4432603"/>
            <a:chExt cx="1787119" cy="438810"/>
          </a:xfrm>
        </p:grpSpPr>
        <p:grpSp>
          <p:nvGrpSpPr>
            <p:cNvPr id="1033" name="Graphic 29">
              <a:extLst>
                <a:ext uri="{FF2B5EF4-FFF2-40B4-BE49-F238E27FC236}">
                  <a16:creationId xmlns:a16="http://schemas.microsoft.com/office/drawing/2014/main" id="{956591A8-BF84-EF0C-6E24-C7E3DAA58E4D}"/>
                </a:ext>
              </a:extLst>
            </p:cNvPr>
            <p:cNvGrpSpPr/>
            <p:nvPr/>
          </p:nvGrpSpPr>
          <p:grpSpPr>
            <a:xfrm>
              <a:off x="6431025" y="4593911"/>
              <a:ext cx="1787119" cy="277503"/>
              <a:chOff x="6431025" y="4593911"/>
              <a:chExt cx="1787119" cy="277503"/>
            </a:xfrm>
            <a:solidFill>
              <a:srgbClr val="593C2E"/>
            </a:solidFill>
          </p:grpSpPr>
          <p:sp>
            <p:nvSpPr>
              <p:cNvPr id="1034" name="Freeform 1033">
                <a:extLst>
                  <a:ext uri="{FF2B5EF4-FFF2-40B4-BE49-F238E27FC236}">
                    <a16:creationId xmlns:a16="http://schemas.microsoft.com/office/drawing/2014/main" id="{67FDFBB6-4F90-8802-9DD7-65356394B0C7}"/>
                  </a:ext>
                </a:extLst>
              </p:cNvPr>
              <p:cNvSpPr/>
              <p:nvPr/>
            </p:nvSpPr>
            <p:spPr>
              <a:xfrm>
                <a:off x="6431025" y="4600363"/>
                <a:ext cx="218150" cy="269921"/>
              </a:xfrm>
              <a:custGeom>
                <a:avLst/>
                <a:gdLst>
                  <a:gd name="connsiteX0" fmla="*/ 2149 w 218150"/>
                  <a:gd name="connsiteY0" fmla="*/ 0 h 269921"/>
                  <a:gd name="connsiteX1" fmla="*/ 217077 w 218150"/>
                  <a:gd name="connsiteY1" fmla="*/ 0 h 269921"/>
                  <a:gd name="connsiteX2" fmla="*/ 217077 w 218150"/>
                  <a:gd name="connsiteY2" fmla="*/ 63448 h 269921"/>
                  <a:gd name="connsiteX3" fmla="*/ 74149 w 218150"/>
                  <a:gd name="connsiteY3" fmla="*/ 63448 h 269921"/>
                  <a:gd name="connsiteX4" fmla="*/ 74149 w 218150"/>
                  <a:gd name="connsiteY4" fmla="*/ 104312 h 269921"/>
                  <a:gd name="connsiteX5" fmla="*/ 203106 w 218150"/>
                  <a:gd name="connsiteY5" fmla="*/ 104312 h 269921"/>
                  <a:gd name="connsiteX6" fmla="*/ 203106 w 218150"/>
                  <a:gd name="connsiteY6" fmla="*/ 163459 h 269921"/>
                  <a:gd name="connsiteX7" fmla="*/ 74149 w 218150"/>
                  <a:gd name="connsiteY7" fmla="*/ 163459 h 269921"/>
                  <a:gd name="connsiteX8" fmla="*/ 74149 w 218150"/>
                  <a:gd name="connsiteY8" fmla="*/ 206474 h 269921"/>
                  <a:gd name="connsiteX9" fmla="*/ 218151 w 218150"/>
                  <a:gd name="connsiteY9" fmla="*/ 206474 h 269921"/>
                  <a:gd name="connsiteX10" fmla="*/ 218151 w 218150"/>
                  <a:gd name="connsiteY10" fmla="*/ 269922 h 269921"/>
                  <a:gd name="connsiteX11" fmla="*/ 0 w 218150"/>
                  <a:gd name="connsiteY11" fmla="*/ 269922 h 269921"/>
                  <a:gd name="connsiteX12" fmla="*/ 0 w 218150"/>
                  <a:gd name="connsiteY12" fmla="*/ 1075 h 269921"/>
                  <a:gd name="connsiteX13" fmla="*/ 2149 w 218150"/>
                  <a:gd name="connsiteY13" fmla="*/ 1075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150" h="269921">
                    <a:moveTo>
                      <a:pt x="2149" y="0"/>
                    </a:moveTo>
                    <a:lnTo>
                      <a:pt x="217077" y="0"/>
                    </a:lnTo>
                    <a:lnTo>
                      <a:pt x="217077" y="63448"/>
                    </a:lnTo>
                    <a:lnTo>
                      <a:pt x="74149" y="63448"/>
                    </a:lnTo>
                    <a:lnTo>
                      <a:pt x="74149" y="104312"/>
                    </a:lnTo>
                    <a:lnTo>
                      <a:pt x="203106" y="104312"/>
                    </a:lnTo>
                    <a:lnTo>
                      <a:pt x="203106" y="163459"/>
                    </a:lnTo>
                    <a:lnTo>
                      <a:pt x="74149" y="163459"/>
                    </a:lnTo>
                    <a:lnTo>
                      <a:pt x="74149" y="206474"/>
                    </a:lnTo>
                    <a:lnTo>
                      <a:pt x="218151" y="206474"/>
                    </a:lnTo>
                    <a:lnTo>
                      <a:pt x="218151" y="269922"/>
                    </a:lnTo>
                    <a:lnTo>
                      <a:pt x="0" y="269922"/>
                    </a:lnTo>
                    <a:lnTo>
                      <a:pt x="0" y="1075"/>
                    </a:lnTo>
                    <a:lnTo>
                      <a:pt x="2149" y="1075"/>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5" name="Freeform 1034">
                <a:extLst>
                  <a:ext uri="{FF2B5EF4-FFF2-40B4-BE49-F238E27FC236}">
                    <a16:creationId xmlns:a16="http://schemas.microsoft.com/office/drawing/2014/main" id="{E7CB9E71-D09C-0ED4-B01A-F167CDB6D226}"/>
                  </a:ext>
                </a:extLst>
              </p:cNvPr>
              <p:cNvSpPr/>
              <p:nvPr/>
            </p:nvSpPr>
            <p:spPr>
              <a:xfrm>
                <a:off x="6669594" y="4600363"/>
                <a:ext cx="271882" cy="267770"/>
              </a:xfrm>
              <a:custGeom>
                <a:avLst/>
                <a:gdLst>
                  <a:gd name="connsiteX0" fmla="*/ 267584 w 271882"/>
                  <a:gd name="connsiteY0" fmla="*/ 0 h 267770"/>
                  <a:gd name="connsiteX1" fmla="*/ 180539 w 271882"/>
                  <a:gd name="connsiteY1" fmla="*/ 130122 h 267770"/>
                  <a:gd name="connsiteX2" fmla="*/ 271883 w 271882"/>
                  <a:gd name="connsiteY2" fmla="*/ 267771 h 267770"/>
                  <a:gd name="connsiteX3" fmla="*/ 186986 w 271882"/>
                  <a:gd name="connsiteY3" fmla="*/ 267771 h 267770"/>
                  <a:gd name="connsiteX4" fmla="*/ 135404 w 271882"/>
                  <a:gd name="connsiteY4" fmla="*/ 187117 h 267770"/>
                  <a:gd name="connsiteX5" fmla="*/ 83821 w 271882"/>
                  <a:gd name="connsiteY5" fmla="*/ 267771 h 267770"/>
                  <a:gd name="connsiteX6" fmla="*/ 0 w 271882"/>
                  <a:gd name="connsiteY6" fmla="*/ 267771 h 267770"/>
                  <a:gd name="connsiteX7" fmla="*/ 91344 w 271882"/>
                  <a:gd name="connsiteY7" fmla="*/ 132272 h 267770"/>
                  <a:gd name="connsiteX8" fmla="*/ 4298 w 271882"/>
                  <a:gd name="connsiteY8" fmla="*/ 0 h 267770"/>
                  <a:gd name="connsiteX9" fmla="*/ 89195 w 271882"/>
                  <a:gd name="connsiteY9" fmla="*/ 0 h 267770"/>
                  <a:gd name="connsiteX10" fmla="*/ 136478 w 271882"/>
                  <a:gd name="connsiteY10" fmla="*/ 75277 h 267770"/>
                  <a:gd name="connsiteX11" fmla="*/ 184837 w 271882"/>
                  <a:gd name="connsiteY11" fmla="*/ 0 h 267770"/>
                  <a:gd name="connsiteX12" fmla="*/ 267584 w 271882"/>
                  <a:gd name="connsiteY12" fmla="*/ 0 h 267770"/>
                  <a:gd name="connsiteX13" fmla="*/ 267584 w 271882"/>
                  <a:gd name="connsiteY13" fmla="*/ 0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1882" h="267770">
                    <a:moveTo>
                      <a:pt x="267584" y="0"/>
                    </a:moveTo>
                    <a:lnTo>
                      <a:pt x="180539" y="130122"/>
                    </a:lnTo>
                    <a:lnTo>
                      <a:pt x="271883" y="267771"/>
                    </a:lnTo>
                    <a:lnTo>
                      <a:pt x="186986" y="267771"/>
                    </a:lnTo>
                    <a:lnTo>
                      <a:pt x="135404" y="187117"/>
                    </a:lnTo>
                    <a:lnTo>
                      <a:pt x="83821" y="267771"/>
                    </a:lnTo>
                    <a:lnTo>
                      <a:pt x="0" y="267771"/>
                    </a:lnTo>
                    <a:lnTo>
                      <a:pt x="91344" y="132272"/>
                    </a:lnTo>
                    <a:lnTo>
                      <a:pt x="4298" y="0"/>
                    </a:lnTo>
                    <a:lnTo>
                      <a:pt x="89195" y="0"/>
                    </a:lnTo>
                    <a:lnTo>
                      <a:pt x="136478" y="75277"/>
                    </a:lnTo>
                    <a:lnTo>
                      <a:pt x="184837" y="0"/>
                    </a:lnTo>
                    <a:lnTo>
                      <a:pt x="267584" y="0"/>
                    </a:lnTo>
                    <a:lnTo>
                      <a:pt x="267584" y="0"/>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6" name="Freeform 1035">
                <a:extLst>
                  <a:ext uri="{FF2B5EF4-FFF2-40B4-BE49-F238E27FC236}">
                    <a16:creationId xmlns:a16="http://schemas.microsoft.com/office/drawing/2014/main" id="{494CC481-8846-BACC-3B1D-C3437E08252C}"/>
                  </a:ext>
                </a:extLst>
              </p:cNvPr>
              <p:cNvSpPr/>
              <p:nvPr/>
            </p:nvSpPr>
            <p:spPr>
              <a:xfrm>
                <a:off x="6969417" y="4600363"/>
                <a:ext cx="226748" cy="268846"/>
              </a:xfrm>
              <a:custGeom>
                <a:avLst/>
                <a:gdLst>
                  <a:gd name="connsiteX0" fmla="*/ 0 w 226748"/>
                  <a:gd name="connsiteY0" fmla="*/ 0 h 268846"/>
                  <a:gd name="connsiteX1" fmla="*/ 116061 w 226748"/>
                  <a:gd name="connsiteY1" fmla="*/ 0 h 268846"/>
                  <a:gd name="connsiteX2" fmla="*/ 226749 w 226748"/>
                  <a:gd name="connsiteY2" fmla="*/ 94634 h 268846"/>
                  <a:gd name="connsiteX3" fmla="*/ 226749 w 226748"/>
                  <a:gd name="connsiteY3" fmla="*/ 95709 h 268846"/>
                  <a:gd name="connsiteX4" fmla="*/ 112837 w 226748"/>
                  <a:gd name="connsiteY4" fmla="*/ 192494 h 268846"/>
                  <a:gd name="connsiteX5" fmla="*/ 75225 w 226748"/>
                  <a:gd name="connsiteY5" fmla="*/ 192494 h 268846"/>
                  <a:gd name="connsiteX6" fmla="*/ 75225 w 226748"/>
                  <a:gd name="connsiteY6" fmla="*/ 268846 h 268846"/>
                  <a:gd name="connsiteX7" fmla="*/ 1075 w 226748"/>
                  <a:gd name="connsiteY7" fmla="*/ 268846 h 268846"/>
                  <a:gd name="connsiteX8" fmla="*/ 0 w 226748"/>
                  <a:gd name="connsiteY8" fmla="*/ 0 h 268846"/>
                  <a:gd name="connsiteX9" fmla="*/ 0 w 226748"/>
                  <a:gd name="connsiteY9" fmla="*/ 0 h 268846"/>
                  <a:gd name="connsiteX10" fmla="*/ 108539 w 226748"/>
                  <a:gd name="connsiteY10" fmla="*/ 133348 h 268846"/>
                  <a:gd name="connsiteX11" fmla="*/ 151524 w 226748"/>
                  <a:gd name="connsiteY11" fmla="*/ 97860 h 268846"/>
                  <a:gd name="connsiteX12" fmla="*/ 151524 w 226748"/>
                  <a:gd name="connsiteY12" fmla="*/ 96785 h 268846"/>
                  <a:gd name="connsiteX13" fmla="*/ 108539 w 226748"/>
                  <a:gd name="connsiteY13" fmla="*/ 61297 h 268846"/>
                  <a:gd name="connsiteX14" fmla="*/ 73075 w 226748"/>
                  <a:gd name="connsiteY14" fmla="*/ 61297 h 268846"/>
                  <a:gd name="connsiteX15" fmla="*/ 73075 w 226748"/>
                  <a:gd name="connsiteY15" fmla="*/ 132272 h 268846"/>
                  <a:gd name="connsiteX16" fmla="*/ 108539 w 226748"/>
                  <a:gd name="connsiteY16" fmla="*/ 133348 h 268846"/>
                  <a:gd name="connsiteX17" fmla="*/ 108539 w 226748"/>
                  <a:gd name="connsiteY17" fmla="*/ 133348 h 26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6748" h="268846">
                    <a:moveTo>
                      <a:pt x="0" y="0"/>
                    </a:moveTo>
                    <a:lnTo>
                      <a:pt x="116061" y="0"/>
                    </a:lnTo>
                    <a:cubicBezTo>
                      <a:pt x="183763" y="0"/>
                      <a:pt x="226749" y="35488"/>
                      <a:pt x="226749" y="94634"/>
                    </a:cubicBezTo>
                    <a:lnTo>
                      <a:pt x="226749" y="95709"/>
                    </a:lnTo>
                    <a:cubicBezTo>
                      <a:pt x="226749" y="159157"/>
                      <a:pt x="178390" y="192494"/>
                      <a:pt x="112837" y="192494"/>
                    </a:cubicBezTo>
                    <a:lnTo>
                      <a:pt x="75225" y="192494"/>
                    </a:lnTo>
                    <a:lnTo>
                      <a:pt x="75225" y="268846"/>
                    </a:lnTo>
                    <a:lnTo>
                      <a:pt x="1075" y="268846"/>
                    </a:lnTo>
                    <a:lnTo>
                      <a:pt x="0" y="0"/>
                    </a:lnTo>
                    <a:lnTo>
                      <a:pt x="0" y="0"/>
                    </a:lnTo>
                    <a:close/>
                    <a:moveTo>
                      <a:pt x="108539" y="133348"/>
                    </a:moveTo>
                    <a:cubicBezTo>
                      <a:pt x="134329" y="133348"/>
                      <a:pt x="151524" y="118292"/>
                      <a:pt x="151524" y="97860"/>
                    </a:cubicBezTo>
                    <a:lnTo>
                      <a:pt x="151524" y="96785"/>
                    </a:lnTo>
                    <a:cubicBezTo>
                      <a:pt x="151524" y="74201"/>
                      <a:pt x="135405" y="61297"/>
                      <a:pt x="108539" y="61297"/>
                    </a:cubicBezTo>
                    <a:lnTo>
                      <a:pt x="73075" y="61297"/>
                    </a:lnTo>
                    <a:lnTo>
                      <a:pt x="73075" y="132272"/>
                    </a:lnTo>
                    <a:lnTo>
                      <a:pt x="108539" y="133348"/>
                    </a:lnTo>
                    <a:lnTo>
                      <a:pt x="108539" y="133348"/>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7" name="Freeform 1036">
                <a:extLst>
                  <a:ext uri="{FF2B5EF4-FFF2-40B4-BE49-F238E27FC236}">
                    <a16:creationId xmlns:a16="http://schemas.microsoft.com/office/drawing/2014/main" id="{7420FF46-26DD-1926-A861-56D4D7D64F8E}"/>
                  </a:ext>
                </a:extLst>
              </p:cNvPr>
              <p:cNvSpPr/>
              <p:nvPr/>
            </p:nvSpPr>
            <p:spPr>
              <a:xfrm>
                <a:off x="7225181" y="4600363"/>
                <a:ext cx="218151" cy="269921"/>
              </a:xfrm>
              <a:custGeom>
                <a:avLst/>
                <a:gdLst>
                  <a:gd name="connsiteX0" fmla="*/ 1075 w 218151"/>
                  <a:gd name="connsiteY0" fmla="*/ 0 h 269921"/>
                  <a:gd name="connsiteX1" fmla="*/ 216002 w 218151"/>
                  <a:gd name="connsiteY1" fmla="*/ 0 h 269921"/>
                  <a:gd name="connsiteX2" fmla="*/ 216002 w 218151"/>
                  <a:gd name="connsiteY2" fmla="*/ 63448 h 269921"/>
                  <a:gd name="connsiteX3" fmla="*/ 74150 w 218151"/>
                  <a:gd name="connsiteY3" fmla="*/ 63448 h 269921"/>
                  <a:gd name="connsiteX4" fmla="*/ 74150 w 218151"/>
                  <a:gd name="connsiteY4" fmla="*/ 104312 h 269921"/>
                  <a:gd name="connsiteX5" fmla="*/ 203106 w 218151"/>
                  <a:gd name="connsiteY5" fmla="*/ 104312 h 269921"/>
                  <a:gd name="connsiteX6" fmla="*/ 203106 w 218151"/>
                  <a:gd name="connsiteY6" fmla="*/ 163459 h 269921"/>
                  <a:gd name="connsiteX7" fmla="*/ 74150 w 218151"/>
                  <a:gd name="connsiteY7" fmla="*/ 163459 h 269921"/>
                  <a:gd name="connsiteX8" fmla="*/ 74150 w 218151"/>
                  <a:gd name="connsiteY8" fmla="*/ 206474 h 269921"/>
                  <a:gd name="connsiteX9" fmla="*/ 218152 w 218151"/>
                  <a:gd name="connsiteY9" fmla="*/ 206474 h 269921"/>
                  <a:gd name="connsiteX10" fmla="*/ 218152 w 218151"/>
                  <a:gd name="connsiteY10" fmla="*/ 269922 h 269921"/>
                  <a:gd name="connsiteX11" fmla="*/ 0 w 218151"/>
                  <a:gd name="connsiteY11" fmla="*/ 269922 h 269921"/>
                  <a:gd name="connsiteX12" fmla="*/ 0 w 218151"/>
                  <a:gd name="connsiteY12" fmla="*/ 1075 h 269921"/>
                  <a:gd name="connsiteX13" fmla="*/ 1075 w 218151"/>
                  <a:gd name="connsiteY13" fmla="*/ 1075 h 269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151" h="269921">
                    <a:moveTo>
                      <a:pt x="1075" y="0"/>
                    </a:moveTo>
                    <a:lnTo>
                      <a:pt x="216002" y="0"/>
                    </a:lnTo>
                    <a:lnTo>
                      <a:pt x="216002" y="63448"/>
                    </a:lnTo>
                    <a:lnTo>
                      <a:pt x="74150" y="63448"/>
                    </a:lnTo>
                    <a:lnTo>
                      <a:pt x="74150" y="104312"/>
                    </a:lnTo>
                    <a:lnTo>
                      <a:pt x="203106" y="104312"/>
                    </a:lnTo>
                    <a:lnTo>
                      <a:pt x="203106" y="163459"/>
                    </a:lnTo>
                    <a:lnTo>
                      <a:pt x="74150" y="163459"/>
                    </a:lnTo>
                    <a:lnTo>
                      <a:pt x="74150" y="206474"/>
                    </a:lnTo>
                    <a:lnTo>
                      <a:pt x="218152" y="206474"/>
                    </a:lnTo>
                    <a:lnTo>
                      <a:pt x="218152" y="269922"/>
                    </a:lnTo>
                    <a:lnTo>
                      <a:pt x="0" y="269922"/>
                    </a:lnTo>
                    <a:lnTo>
                      <a:pt x="0" y="1075"/>
                    </a:lnTo>
                    <a:lnTo>
                      <a:pt x="1075" y="1075"/>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8" name="Freeform 1037">
                <a:extLst>
                  <a:ext uri="{FF2B5EF4-FFF2-40B4-BE49-F238E27FC236}">
                    <a16:creationId xmlns:a16="http://schemas.microsoft.com/office/drawing/2014/main" id="{7EF6C104-B059-44AE-3E55-E6969677DDCE}"/>
                  </a:ext>
                </a:extLst>
              </p:cNvPr>
              <p:cNvSpPr/>
              <p:nvPr/>
            </p:nvSpPr>
            <p:spPr>
              <a:xfrm>
                <a:off x="7482019" y="4599288"/>
                <a:ext cx="248240" cy="266695"/>
              </a:xfrm>
              <a:custGeom>
                <a:avLst/>
                <a:gdLst>
                  <a:gd name="connsiteX0" fmla="*/ 0 w 248240"/>
                  <a:gd name="connsiteY0" fmla="*/ 1075 h 266695"/>
                  <a:gd name="connsiteX1" fmla="*/ 126807 w 248240"/>
                  <a:gd name="connsiteY1" fmla="*/ 1075 h 266695"/>
                  <a:gd name="connsiteX2" fmla="*/ 213853 w 248240"/>
                  <a:gd name="connsiteY2" fmla="*/ 29036 h 266695"/>
                  <a:gd name="connsiteX3" fmla="*/ 238569 w 248240"/>
                  <a:gd name="connsiteY3" fmla="*/ 91408 h 266695"/>
                  <a:gd name="connsiteX4" fmla="*/ 238569 w 248240"/>
                  <a:gd name="connsiteY4" fmla="*/ 92483 h 266695"/>
                  <a:gd name="connsiteX5" fmla="*/ 183762 w 248240"/>
                  <a:gd name="connsiteY5" fmla="*/ 174212 h 266695"/>
                  <a:gd name="connsiteX6" fmla="*/ 248241 w 248240"/>
                  <a:gd name="connsiteY6" fmla="*/ 266696 h 266695"/>
                  <a:gd name="connsiteX7" fmla="*/ 163345 w 248240"/>
                  <a:gd name="connsiteY7" fmla="*/ 266696 h 266695"/>
                  <a:gd name="connsiteX8" fmla="*/ 109613 w 248240"/>
                  <a:gd name="connsiteY8" fmla="*/ 186042 h 266695"/>
                  <a:gd name="connsiteX9" fmla="*/ 77374 w 248240"/>
                  <a:gd name="connsiteY9" fmla="*/ 186042 h 266695"/>
                  <a:gd name="connsiteX10" fmla="*/ 77374 w 248240"/>
                  <a:gd name="connsiteY10" fmla="*/ 266696 h 266695"/>
                  <a:gd name="connsiteX11" fmla="*/ 3224 w 248240"/>
                  <a:gd name="connsiteY11" fmla="*/ 266696 h 266695"/>
                  <a:gd name="connsiteX12" fmla="*/ 3224 w 248240"/>
                  <a:gd name="connsiteY12" fmla="*/ 0 h 266695"/>
                  <a:gd name="connsiteX13" fmla="*/ 0 w 248240"/>
                  <a:gd name="connsiteY13" fmla="*/ 0 h 266695"/>
                  <a:gd name="connsiteX14" fmla="*/ 123583 w 248240"/>
                  <a:gd name="connsiteY14" fmla="*/ 129046 h 266695"/>
                  <a:gd name="connsiteX15" fmla="*/ 164419 w 248240"/>
                  <a:gd name="connsiteY15" fmla="*/ 96785 h 266695"/>
                  <a:gd name="connsiteX16" fmla="*/ 164419 w 248240"/>
                  <a:gd name="connsiteY16" fmla="*/ 96785 h 266695"/>
                  <a:gd name="connsiteX17" fmla="*/ 123583 w 248240"/>
                  <a:gd name="connsiteY17" fmla="*/ 64523 h 266695"/>
                  <a:gd name="connsiteX18" fmla="*/ 75225 w 248240"/>
                  <a:gd name="connsiteY18" fmla="*/ 64523 h 266695"/>
                  <a:gd name="connsiteX19" fmla="*/ 75225 w 248240"/>
                  <a:gd name="connsiteY19" fmla="*/ 129046 h 266695"/>
                  <a:gd name="connsiteX20" fmla="*/ 123583 w 248240"/>
                  <a:gd name="connsiteY20" fmla="*/ 129046 h 26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8240" h="266695">
                    <a:moveTo>
                      <a:pt x="0" y="1075"/>
                    </a:moveTo>
                    <a:lnTo>
                      <a:pt x="126807" y="1075"/>
                    </a:lnTo>
                    <a:cubicBezTo>
                      <a:pt x="167643" y="1075"/>
                      <a:pt x="195584" y="11829"/>
                      <a:pt x="213853" y="29036"/>
                    </a:cubicBezTo>
                    <a:cubicBezTo>
                      <a:pt x="229972" y="45166"/>
                      <a:pt x="238569" y="65599"/>
                      <a:pt x="238569" y="91408"/>
                    </a:cubicBezTo>
                    <a:lnTo>
                      <a:pt x="238569" y="92483"/>
                    </a:lnTo>
                    <a:cubicBezTo>
                      <a:pt x="238569" y="134423"/>
                      <a:pt x="217077" y="161308"/>
                      <a:pt x="183762" y="174212"/>
                    </a:cubicBezTo>
                    <a:lnTo>
                      <a:pt x="248241" y="266696"/>
                    </a:lnTo>
                    <a:lnTo>
                      <a:pt x="163345" y="266696"/>
                    </a:lnTo>
                    <a:lnTo>
                      <a:pt x="109613" y="186042"/>
                    </a:lnTo>
                    <a:lnTo>
                      <a:pt x="77374" y="186042"/>
                    </a:lnTo>
                    <a:lnTo>
                      <a:pt x="77374" y="266696"/>
                    </a:lnTo>
                    <a:lnTo>
                      <a:pt x="3224" y="266696"/>
                    </a:lnTo>
                    <a:lnTo>
                      <a:pt x="3224" y="0"/>
                    </a:lnTo>
                    <a:lnTo>
                      <a:pt x="0" y="0"/>
                    </a:lnTo>
                    <a:close/>
                    <a:moveTo>
                      <a:pt x="123583" y="129046"/>
                    </a:moveTo>
                    <a:cubicBezTo>
                      <a:pt x="148300" y="129046"/>
                      <a:pt x="164419" y="117217"/>
                      <a:pt x="164419" y="96785"/>
                    </a:cubicBezTo>
                    <a:lnTo>
                      <a:pt x="164419" y="96785"/>
                    </a:lnTo>
                    <a:cubicBezTo>
                      <a:pt x="164419" y="75277"/>
                      <a:pt x="148300" y="64523"/>
                      <a:pt x="123583" y="64523"/>
                    </a:cubicBezTo>
                    <a:lnTo>
                      <a:pt x="75225" y="64523"/>
                    </a:lnTo>
                    <a:lnTo>
                      <a:pt x="75225" y="129046"/>
                    </a:lnTo>
                    <a:lnTo>
                      <a:pt x="123583" y="129046"/>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39" name="Freeform 1038">
                <a:extLst>
                  <a:ext uri="{FF2B5EF4-FFF2-40B4-BE49-F238E27FC236}">
                    <a16:creationId xmlns:a16="http://schemas.microsoft.com/office/drawing/2014/main" id="{FEDA98E1-3389-0DBD-0BA9-22408B0B3AF6}"/>
                  </a:ext>
                </a:extLst>
              </p:cNvPr>
              <p:cNvSpPr/>
              <p:nvPr/>
            </p:nvSpPr>
            <p:spPr>
              <a:xfrm>
                <a:off x="7742081" y="4600363"/>
                <a:ext cx="234270" cy="267770"/>
              </a:xfrm>
              <a:custGeom>
                <a:avLst/>
                <a:gdLst>
                  <a:gd name="connsiteX0" fmla="*/ 79523 w 234270"/>
                  <a:gd name="connsiteY0" fmla="*/ 64523 h 267770"/>
                  <a:gd name="connsiteX1" fmla="*/ 0 w 234270"/>
                  <a:gd name="connsiteY1" fmla="*/ 64523 h 267770"/>
                  <a:gd name="connsiteX2" fmla="*/ 0 w 234270"/>
                  <a:gd name="connsiteY2" fmla="*/ 0 h 267770"/>
                  <a:gd name="connsiteX3" fmla="*/ 234271 w 234270"/>
                  <a:gd name="connsiteY3" fmla="*/ 0 h 267770"/>
                  <a:gd name="connsiteX4" fmla="*/ 234271 w 234270"/>
                  <a:gd name="connsiteY4" fmla="*/ 64523 h 267770"/>
                  <a:gd name="connsiteX5" fmla="*/ 153673 w 234270"/>
                  <a:gd name="connsiteY5" fmla="*/ 64523 h 267770"/>
                  <a:gd name="connsiteX6" fmla="*/ 153673 w 234270"/>
                  <a:gd name="connsiteY6" fmla="*/ 267771 h 267770"/>
                  <a:gd name="connsiteX7" fmla="*/ 79523 w 234270"/>
                  <a:gd name="connsiteY7" fmla="*/ 267771 h 267770"/>
                  <a:gd name="connsiteX8" fmla="*/ 79523 w 234270"/>
                  <a:gd name="connsiteY8" fmla="*/ 64523 h 2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270" h="267770">
                    <a:moveTo>
                      <a:pt x="79523" y="64523"/>
                    </a:moveTo>
                    <a:lnTo>
                      <a:pt x="0" y="64523"/>
                    </a:lnTo>
                    <a:lnTo>
                      <a:pt x="0" y="0"/>
                    </a:lnTo>
                    <a:lnTo>
                      <a:pt x="234271" y="0"/>
                    </a:lnTo>
                    <a:lnTo>
                      <a:pt x="234271" y="64523"/>
                    </a:lnTo>
                    <a:lnTo>
                      <a:pt x="153673" y="64523"/>
                    </a:lnTo>
                    <a:lnTo>
                      <a:pt x="153673" y="267771"/>
                    </a:lnTo>
                    <a:lnTo>
                      <a:pt x="79523" y="267771"/>
                    </a:lnTo>
                    <a:lnTo>
                      <a:pt x="79523" y="64523"/>
                    </a:ln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40" name="Freeform 1039">
                <a:extLst>
                  <a:ext uri="{FF2B5EF4-FFF2-40B4-BE49-F238E27FC236}">
                    <a16:creationId xmlns:a16="http://schemas.microsoft.com/office/drawing/2014/main" id="{62C50A9B-FAF1-7740-8584-2366D5E8B356}"/>
                  </a:ext>
                </a:extLst>
              </p:cNvPr>
              <p:cNvSpPr/>
              <p:nvPr/>
            </p:nvSpPr>
            <p:spPr>
              <a:xfrm>
                <a:off x="7983874" y="4593911"/>
                <a:ext cx="234270" cy="277503"/>
              </a:xfrm>
              <a:custGeom>
                <a:avLst/>
                <a:gdLst>
                  <a:gd name="connsiteX0" fmla="*/ 0 w 234270"/>
                  <a:gd name="connsiteY0" fmla="*/ 234434 h 277503"/>
                  <a:gd name="connsiteX1" fmla="*/ 41910 w 234270"/>
                  <a:gd name="connsiteY1" fmla="*/ 184966 h 277503"/>
                  <a:gd name="connsiteX2" fmla="*/ 128956 w 234270"/>
                  <a:gd name="connsiteY2" fmla="*/ 217228 h 277503"/>
                  <a:gd name="connsiteX3" fmla="*/ 160120 w 234270"/>
                  <a:gd name="connsiteY3" fmla="*/ 197871 h 277503"/>
                  <a:gd name="connsiteX4" fmla="*/ 160120 w 234270"/>
                  <a:gd name="connsiteY4" fmla="*/ 196796 h 277503"/>
                  <a:gd name="connsiteX5" fmla="*/ 113911 w 234270"/>
                  <a:gd name="connsiteY5" fmla="*/ 170986 h 277503"/>
                  <a:gd name="connsiteX6" fmla="*/ 12896 w 234270"/>
                  <a:gd name="connsiteY6" fmla="*/ 87106 h 277503"/>
                  <a:gd name="connsiteX7" fmla="*/ 12896 w 234270"/>
                  <a:gd name="connsiteY7" fmla="*/ 86031 h 277503"/>
                  <a:gd name="connsiteX8" fmla="*/ 116061 w 234270"/>
                  <a:gd name="connsiteY8" fmla="*/ 0 h 277503"/>
                  <a:gd name="connsiteX9" fmla="*/ 226748 w 234270"/>
                  <a:gd name="connsiteY9" fmla="*/ 35488 h 277503"/>
                  <a:gd name="connsiteX10" fmla="*/ 189136 w 234270"/>
                  <a:gd name="connsiteY10" fmla="*/ 88182 h 277503"/>
                  <a:gd name="connsiteX11" fmla="*/ 113911 w 234270"/>
                  <a:gd name="connsiteY11" fmla="*/ 61297 h 277503"/>
                  <a:gd name="connsiteX12" fmla="*/ 87045 w 234270"/>
                  <a:gd name="connsiteY12" fmla="*/ 78503 h 277503"/>
                  <a:gd name="connsiteX13" fmla="*/ 87045 w 234270"/>
                  <a:gd name="connsiteY13" fmla="*/ 79579 h 277503"/>
                  <a:gd name="connsiteX14" fmla="*/ 134329 w 234270"/>
                  <a:gd name="connsiteY14" fmla="*/ 105388 h 277503"/>
                  <a:gd name="connsiteX15" fmla="*/ 234271 w 234270"/>
                  <a:gd name="connsiteY15" fmla="*/ 189268 h 277503"/>
                  <a:gd name="connsiteX16" fmla="*/ 234271 w 234270"/>
                  <a:gd name="connsiteY16" fmla="*/ 190343 h 277503"/>
                  <a:gd name="connsiteX17" fmla="*/ 126807 w 234270"/>
                  <a:gd name="connsiteY17" fmla="*/ 277449 h 277503"/>
                  <a:gd name="connsiteX18" fmla="*/ 0 w 234270"/>
                  <a:gd name="connsiteY18" fmla="*/ 234434 h 27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4270" h="277503">
                    <a:moveTo>
                      <a:pt x="0" y="234434"/>
                    </a:moveTo>
                    <a:lnTo>
                      <a:pt x="41910" y="184966"/>
                    </a:lnTo>
                    <a:cubicBezTo>
                      <a:pt x="68776" y="206474"/>
                      <a:pt x="98867" y="217228"/>
                      <a:pt x="128956" y="217228"/>
                    </a:cubicBezTo>
                    <a:cubicBezTo>
                      <a:pt x="149374" y="217228"/>
                      <a:pt x="160120" y="210775"/>
                      <a:pt x="160120" y="197871"/>
                    </a:cubicBezTo>
                    <a:lnTo>
                      <a:pt x="160120" y="196796"/>
                    </a:lnTo>
                    <a:cubicBezTo>
                      <a:pt x="160120" y="184966"/>
                      <a:pt x="150449" y="179589"/>
                      <a:pt x="113911" y="170986"/>
                    </a:cubicBezTo>
                    <a:cubicBezTo>
                      <a:pt x="56956" y="157006"/>
                      <a:pt x="12896" y="140875"/>
                      <a:pt x="12896" y="87106"/>
                    </a:cubicBezTo>
                    <a:lnTo>
                      <a:pt x="12896" y="86031"/>
                    </a:lnTo>
                    <a:cubicBezTo>
                      <a:pt x="12896" y="36563"/>
                      <a:pt x="51582" y="0"/>
                      <a:pt x="116061" y="0"/>
                    </a:cubicBezTo>
                    <a:cubicBezTo>
                      <a:pt x="162270" y="0"/>
                      <a:pt x="196658" y="11829"/>
                      <a:pt x="226748" y="35488"/>
                    </a:cubicBezTo>
                    <a:lnTo>
                      <a:pt x="189136" y="88182"/>
                    </a:lnTo>
                    <a:cubicBezTo>
                      <a:pt x="164419" y="70975"/>
                      <a:pt x="137553" y="61297"/>
                      <a:pt x="113911" y="61297"/>
                    </a:cubicBezTo>
                    <a:cubicBezTo>
                      <a:pt x="96717" y="61297"/>
                      <a:pt x="87045" y="67749"/>
                      <a:pt x="87045" y="78503"/>
                    </a:cubicBezTo>
                    <a:lnTo>
                      <a:pt x="87045" y="79579"/>
                    </a:lnTo>
                    <a:cubicBezTo>
                      <a:pt x="87045" y="91408"/>
                      <a:pt x="96717" y="96785"/>
                      <a:pt x="134329" y="105388"/>
                    </a:cubicBezTo>
                    <a:cubicBezTo>
                      <a:pt x="196658" y="119368"/>
                      <a:pt x="234271" y="138725"/>
                      <a:pt x="234271" y="189268"/>
                    </a:cubicBezTo>
                    <a:lnTo>
                      <a:pt x="234271" y="190343"/>
                    </a:lnTo>
                    <a:cubicBezTo>
                      <a:pt x="234271" y="245188"/>
                      <a:pt x="191285" y="277449"/>
                      <a:pt x="126807" y="277449"/>
                    </a:cubicBezTo>
                    <a:cubicBezTo>
                      <a:pt x="77374" y="278524"/>
                      <a:pt x="33313" y="263469"/>
                      <a:pt x="0" y="234434"/>
                    </a:cubicBezTo>
                    <a:close/>
                  </a:path>
                </a:pathLst>
              </a:custGeom>
              <a:solidFill>
                <a:srgbClr val="593C2E"/>
              </a:solidFill>
              <a:ln w="10738" cap="flat">
                <a:noFill/>
                <a:prstDash val="solid"/>
                <a:miter/>
              </a:ln>
            </p:spPr>
            <p:txBody>
              <a:bodyPr rtlCol="0" anchor="ctr"/>
              <a:lstStyle/>
              <a:p>
                <a:endParaRPr lang="en-US" dirty="0">
                  <a:latin typeface="Proxima Nova Rg" panose="02000506030000020004" pitchFamily="2" charset="77"/>
                </a:endParaRPr>
              </a:p>
            </p:txBody>
          </p:sp>
        </p:grpSp>
        <p:grpSp>
          <p:nvGrpSpPr>
            <p:cNvPr id="1041" name="Graphic 29">
              <a:extLst>
                <a:ext uri="{FF2B5EF4-FFF2-40B4-BE49-F238E27FC236}">
                  <a16:creationId xmlns:a16="http://schemas.microsoft.com/office/drawing/2014/main" id="{AEBB7CC8-8706-CB4E-B0D6-7084BB50ADB2}"/>
                </a:ext>
              </a:extLst>
            </p:cNvPr>
            <p:cNvGrpSpPr/>
            <p:nvPr/>
          </p:nvGrpSpPr>
          <p:grpSpPr>
            <a:xfrm>
              <a:off x="6582548" y="4432603"/>
              <a:ext cx="455277" cy="126353"/>
              <a:chOff x="6582548" y="4432603"/>
              <a:chExt cx="455277" cy="126353"/>
            </a:xfrm>
            <a:solidFill>
              <a:srgbClr val="93C83D"/>
            </a:solidFill>
          </p:grpSpPr>
          <p:sp>
            <p:nvSpPr>
              <p:cNvPr id="1042" name="Freeform 1041">
                <a:extLst>
                  <a:ext uri="{FF2B5EF4-FFF2-40B4-BE49-F238E27FC236}">
                    <a16:creationId xmlns:a16="http://schemas.microsoft.com/office/drawing/2014/main" id="{EA609027-306F-14BA-AE2D-BB9DE378A8BC}"/>
                  </a:ext>
                </a:extLst>
              </p:cNvPr>
              <p:cNvSpPr/>
              <p:nvPr/>
            </p:nvSpPr>
            <p:spPr>
              <a:xfrm>
                <a:off x="6582548" y="4451960"/>
                <a:ext cx="162473" cy="97860"/>
              </a:xfrm>
              <a:custGeom>
                <a:avLst/>
                <a:gdLst>
                  <a:gd name="connsiteX0" fmla="*/ 4299 w 162473"/>
                  <a:gd name="connsiteY0" fmla="*/ 59146 h 97860"/>
                  <a:gd name="connsiteX1" fmla="*/ 6448 w 162473"/>
                  <a:gd name="connsiteY1" fmla="*/ 52694 h 97860"/>
                  <a:gd name="connsiteX2" fmla="*/ 7523 w 162473"/>
                  <a:gd name="connsiteY2" fmla="*/ 50543 h 97860"/>
                  <a:gd name="connsiteX3" fmla="*/ 23642 w 162473"/>
                  <a:gd name="connsiteY3" fmla="*/ 26885 h 97860"/>
                  <a:gd name="connsiteX4" fmla="*/ 50508 w 162473"/>
                  <a:gd name="connsiteY4" fmla="*/ 12905 h 97860"/>
                  <a:gd name="connsiteX5" fmla="*/ 60180 w 162473"/>
                  <a:gd name="connsiteY5" fmla="*/ 30111 h 97860"/>
                  <a:gd name="connsiteX6" fmla="*/ 39762 w 162473"/>
                  <a:gd name="connsiteY6" fmla="*/ 47317 h 97860"/>
                  <a:gd name="connsiteX7" fmla="*/ 38687 w 162473"/>
                  <a:gd name="connsiteY7" fmla="*/ 48392 h 97860"/>
                  <a:gd name="connsiteX8" fmla="*/ 20418 w 162473"/>
                  <a:gd name="connsiteY8" fmla="*/ 76352 h 97860"/>
                  <a:gd name="connsiteX9" fmla="*/ 19343 w 162473"/>
                  <a:gd name="connsiteY9" fmla="*/ 86031 h 97860"/>
                  <a:gd name="connsiteX10" fmla="*/ 47284 w 162473"/>
                  <a:gd name="connsiteY10" fmla="*/ 67749 h 97860"/>
                  <a:gd name="connsiteX11" fmla="*/ 73075 w 162473"/>
                  <a:gd name="connsiteY11" fmla="*/ 34412 h 97860"/>
                  <a:gd name="connsiteX12" fmla="*/ 68777 w 162473"/>
                  <a:gd name="connsiteY12" fmla="*/ 18282 h 97860"/>
                  <a:gd name="connsiteX13" fmla="*/ 67702 w 162473"/>
                  <a:gd name="connsiteY13" fmla="*/ 1075 h 97860"/>
                  <a:gd name="connsiteX14" fmla="*/ 70926 w 162473"/>
                  <a:gd name="connsiteY14" fmla="*/ 0 h 97860"/>
                  <a:gd name="connsiteX15" fmla="*/ 83821 w 162473"/>
                  <a:gd name="connsiteY15" fmla="*/ 4302 h 97860"/>
                  <a:gd name="connsiteX16" fmla="*/ 91344 w 162473"/>
                  <a:gd name="connsiteY16" fmla="*/ 24734 h 97860"/>
                  <a:gd name="connsiteX17" fmla="*/ 92419 w 162473"/>
                  <a:gd name="connsiteY17" fmla="*/ 24734 h 97860"/>
                  <a:gd name="connsiteX18" fmla="*/ 91344 w 162473"/>
                  <a:gd name="connsiteY18" fmla="*/ 27960 h 97860"/>
                  <a:gd name="connsiteX19" fmla="*/ 92419 w 162473"/>
                  <a:gd name="connsiteY19" fmla="*/ 33337 h 97860"/>
                  <a:gd name="connsiteX20" fmla="*/ 94568 w 162473"/>
                  <a:gd name="connsiteY20" fmla="*/ 26885 h 97860"/>
                  <a:gd name="connsiteX21" fmla="*/ 93493 w 162473"/>
                  <a:gd name="connsiteY21" fmla="*/ 33337 h 97860"/>
                  <a:gd name="connsiteX22" fmla="*/ 110687 w 162473"/>
                  <a:gd name="connsiteY22" fmla="*/ 36563 h 97860"/>
                  <a:gd name="connsiteX23" fmla="*/ 159046 w 162473"/>
                  <a:gd name="connsiteY23" fmla="*/ 22583 h 97860"/>
                  <a:gd name="connsiteX24" fmla="*/ 160121 w 162473"/>
                  <a:gd name="connsiteY24" fmla="*/ 21508 h 97860"/>
                  <a:gd name="connsiteX25" fmla="*/ 162270 w 162473"/>
                  <a:gd name="connsiteY25" fmla="*/ 20432 h 97860"/>
                  <a:gd name="connsiteX26" fmla="*/ 153673 w 162473"/>
                  <a:gd name="connsiteY26" fmla="*/ 29035 h 97860"/>
                  <a:gd name="connsiteX27" fmla="*/ 98867 w 162473"/>
                  <a:gd name="connsiteY27" fmla="*/ 51618 h 97860"/>
                  <a:gd name="connsiteX28" fmla="*/ 84897 w 162473"/>
                  <a:gd name="connsiteY28" fmla="*/ 48392 h 97860"/>
                  <a:gd name="connsiteX29" fmla="*/ 81673 w 162473"/>
                  <a:gd name="connsiteY29" fmla="*/ 52694 h 97860"/>
                  <a:gd name="connsiteX30" fmla="*/ 75225 w 162473"/>
                  <a:gd name="connsiteY30" fmla="*/ 62372 h 97860"/>
                  <a:gd name="connsiteX31" fmla="*/ 74150 w 162473"/>
                  <a:gd name="connsiteY31" fmla="*/ 65599 h 97860"/>
                  <a:gd name="connsiteX32" fmla="*/ 42985 w 162473"/>
                  <a:gd name="connsiteY32" fmla="*/ 92483 h 97860"/>
                  <a:gd name="connsiteX33" fmla="*/ 37612 w 162473"/>
                  <a:gd name="connsiteY33" fmla="*/ 94634 h 97860"/>
                  <a:gd name="connsiteX34" fmla="*/ 25792 w 162473"/>
                  <a:gd name="connsiteY34" fmla="*/ 97860 h 97860"/>
                  <a:gd name="connsiteX35" fmla="*/ 6448 w 162473"/>
                  <a:gd name="connsiteY35" fmla="*/ 89257 h 97860"/>
                  <a:gd name="connsiteX36" fmla="*/ 4299 w 162473"/>
                  <a:gd name="connsiteY36" fmla="*/ 86031 h 97860"/>
                  <a:gd name="connsiteX37" fmla="*/ 0 w 162473"/>
                  <a:gd name="connsiteY37" fmla="*/ 77428 h 97860"/>
                  <a:gd name="connsiteX38" fmla="*/ 4299 w 162473"/>
                  <a:gd name="connsiteY38" fmla="*/ 59146 h 9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473" h="97860">
                    <a:moveTo>
                      <a:pt x="4299" y="59146"/>
                    </a:moveTo>
                    <a:cubicBezTo>
                      <a:pt x="5373" y="55920"/>
                      <a:pt x="6448" y="52694"/>
                      <a:pt x="6448" y="52694"/>
                    </a:cubicBezTo>
                    <a:cubicBezTo>
                      <a:pt x="6448" y="52694"/>
                      <a:pt x="7523" y="51618"/>
                      <a:pt x="7523" y="50543"/>
                    </a:cubicBezTo>
                    <a:cubicBezTo>
                      <a:pt x="12896" y="41940"/>
                      <a:pt x="17195" y="34412"/>
                      <a:pt x="23642" y="26885"/>
                    </a:cubicBezTo>
                    <a:cubicBezTo>
                      <a:pt x="32239" y="17206"/>
                      <a:pt x="37612" y="12905"/>
                      <a:pt x="50508" y="12905"/>
                    </a:cubicBezTo>
                    <a:cubicBezTo>
                      <a:pt x="62329" y="12905"/>
                      <a:pt x="70926" y="19357"/>
                      <a:pt x="60180" y="30111"/>
                    </a:cubicBezTo>
                    <a:cubicBezTo>
                      <a:pt x="53732" y="36563"/>
                      <a:pt x="47284" y="39789"/>
                      <a:pt x="39762" y="47317"/>
                    </a:cubicBezTo>
                    <a:lnTo>
                      <a:pt x="38687" y="48392"/>
                    </a:lnTo>
                    <a:cubicBezTo>
                      <a:pt x="31165" y="54845"/>
                      <a:pt x="23642" y="66674"/>
                      <a:pt x="20418" y="76352"/>
                    </a:cubicBezTo>
                    <a:cubicBezTo>
                      <a:pt x="18269" y="82805"/>
                      <a:pt x="18269" y="86031"/>
                      <a:pt x="19343" y="86031"/>
                    </a:cubicBezTo>
                    <a:cubicBezTo>
                      <a:pt x="26866" y="84955"/>
                      <a:pt x="41911" y="75277"/>
                      <a:pt x="47284" y="67749"/>
                    </a:cubicBezTo>
                    <a:cubicBezTo>
                      <a:pt x="51582" y="63448"/>
                      <a:pt x="74150" y="38714"/>
                      <a:pt x="73075" y="34412"/>
                    </a:cubicBezTo>
                    <a:cubicBezTo>
                      <a:pt x="72001" y="30111"/>
                      <a:pt x="69851" y="23658"/>
                      <a:pt x="68777" y="18282"/>
                    </a:cubicBezTo>
                    <a:cubicBezTo>
                      <a:pt x="67702" y="15055"/>
                      <a:pt x="65553" y="3226"/>
                      <a:pt x="67702" y="1075"/>
                    </a:cubicBezTo>
                    <a:cubicBezTo>
                      <a:pt x="68777" y="0"/>
                      <a:pt x="69851" y="0"/>
                      <a:pt x="70926" y="0"/>
                    </a:cubicBezTo>
                    <a:cubicBezTo>
                      <a:pt x="75225" y="0"/>
                      <a:pt x="80598" y="2151"/>
                      <a:pt x="83821" y="4302"/>
                    </a:cubicBezTo>
                    <a:cubicBezTo>
                      <a:pt x="93493" y="11829"/>
                      <a:pt x="89195" y="24734"/>
                      <a:pt x="91344" y="24734"/>
                    </a:cubicBezTo>
                    <a:cubicBezTo>
                      <a:pt x="91344" y="24734"/>
                      <a:pt x="93493" y="22583"/>
                      <a:pt x="92419" y="24734"/>
                    </a:cubicBezTo>
                    <a:cubicBezTo>
                      <a:pt x="92419" y="25809"/>
                      <a:pt x="88120" y="27960"/>
                      <a:pt x="91344" y="27960"/>
                    </a:cubicBezTo>
                    <a:cubicBezTo>
                      <a:pt x="93493" y="27960"/>
                      <a:pt x="90270" y="34412"/>
                      <a:pt x="92419" y="33337"/>
                    </a:cubicBezTo>
                    <a:cubicBezTo>
                      <a:pt x="93493" y="33337"/>
                      <a:pt x="94568" y="16131"/>
                      <a:pt x="94568" y="26885"/>
                    </a:cubicBezTo>
                    <a:cubicBezTo>
                      <a:pt x="94568" y="29035"/>
                      <a:pt x="93493" y="31186"/>
                      <a:pt x="93493" y="33337"/>
                    </a:cubicBezTo>
                    <a:cubicBezTo>
                      <a:pt x="98867" y="35488"/>
                      <a:pt x="105314" y="36563"/>
                      <a:pt x="110687" y="36563"/>
                    </a:cubicBezTo>
                    <a:cubicBezTo>
                      <a:pt x="127882" y="36563"/>
                      <a:pt x="145076" y="30111"/>
                      <a:pt x="159046" y="22583"/>
                    </a:cubicBezTo>
                    <a:lnTo>
                      <a:pt x="160121" y="21508"/>
                    </a:lnTo>
                    <a:cubicBezTo>
                      <a:pt x="161195" y="20432"/>
                      <a:pt x="162270" y="20432"/>
                      <a:pt x="162270" y="20432"/>
                    </a:cubicBezTo>
                    <a:cubicBezTo>
                      <a:pt x="163345" y="20432"/>
                      <a:pt x="160121" y="23658"/>
                      <a:pt x="153673" y="29035"/>
                    </a:cubicBezTo>
                    <a:cubicBezTo>
                      <a:pt x="140778" y="38714"/>
                      <a:pt x="118210" y="51618"/>
                      <a:pt x="98867" y="51618"/>
                    </a:cubicBezTo>
                    <a:cubicBezTo>
                      <a:pt x="94568" y="51618"/>
                      <a:pt x="89195" y="50543"/>
                      <a:pt x="84897" y="48392"/>
                    </a:cubicBezTo>
                    <a:cubicBezTo>
                      <a:pt x="83821" y="49468"/>
                      <a:pt x="82747" y="50543"/>
                      <a:pt x="81673" y="52694"/>
                    </a:cubicBezTo>
                    <a:cubicBezTo>
                      <a:pt x="78448" y="59146"/>
                      <a:pt x="76300" y="60222"/>
                      <a:pt x="75225" y="62372"/>
                    </a:cubicBezTo>
                    <a:cubicBezTo>
                      <a:pt x="74150" y="63448"/>
                      <a:pt x="74150" y="64523"/>
                      <a:pt x="74150" y="65599"/>
                    </a:cubicBezTo>
                    <a:cubicBezTo>
                      <a:pt x="74150" y="69900"/>
                      <a:pt x="48359" y="91408"/>
                      <a:pt x="42985" y="92483"/>
                    </a:cubicBezTo>
                    <a:cubicBezTo>
                      <a:pt x="41911" y="92483"/>
                      <a:pt x="39762" y="93558"/>
                      <a:pt x="37612" y="94634"/>
                    </a:cubicBezTo>
                    <a:cubicBezTo>
                      <a:pt x="33314" y="96785"/>
                      <a:pt x="29015" y="97860"/>
                      <a:pt x="25792" y="97860"/>
                    </a:cubicBezTo>
                    <a:cubicBezTo>
                      <a:pt x="19343" y="97860"/>
                      <a:pt x="11821" y="94634"/>
                      <a:pt x="6448" y="89257"/>
                    </a:cubicBezTo>
                    <a:cubicBezTo>
                      <a:pt x="5373" y="87106"/>
                      <a:pt x="4299" y="86031"/>
                      <a:pt x="4299" y="86031"/>
                    </a:cubicBezTo>
                    <a:cubicBezTo>
                      <a:pt x="3224" y="87106"/>
                      <a:pt x="1075" y="83880"/>
                      <a:pt x="0" y="77428"/>
                    </a:cubicBezTo>
                    <a:cubicBezTo>
                      <a:pt x="1075" y="72051"/>
                      <a:pt x="1075" y="68825"/>
                      <a:pt x="4299" y="59146"/>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43" name="Freeform 1042">
                <a:extLst>
                  <a:ext uri="{FF2B5EF4-FFF2-40B4-BE49-F238E27FC236}">
                    <a16:creationId xmlns:a16="http://schemas.microsoft.com/office/drawing/2014/main" id="{C7AD40D7-99BD-91A5-B624-042AB2A8A0E7}"/>
                  </a:ext>
                </a:extLst>
              </p:cNvPr>
              <p:cNvSpPr/>
              <p:nvPr/>
            </p:nvSpPr>
            <p:spPr>
              <a:xfrm>
                <a:off x="6705495" y="4447385"/>
                <a:ext cx="197937" cy="98133"/>
              </a:xfrm>
              <a:custGeom>
                <a:avLst/>
                <a:gdLst>
                  <a:gd name="connsiteX0" fmla="*/ 11383 w 197937"/>
                  <a:gd name="connsiteY0" fmla="*/ 35762 h 98133"/>
                  <a:gd name="connsiteX1" fmla="*/ 15682 w 197937"/>
                  <a:gd name="connsiteY1" fmla="*/ 29309 h 98133"/>
                  <a:gd name="connsiteX2" fmla="*/ 25353 w 197937"/>
                  <a:gd name="connsiteY2" fmla="*/ 15329 h 98133"/>
                  <a:gd name="connsiteX3" fmla="*/ 26428 w 197937"/>
                  <a:gd name="connsiteY3" fmla="*/ 13179 h 98133"/>
                  <a:gd name="connsiteX4" fmla="*/ 28577 w 197937"/>
                  <a:gd name="connsiteY4" fmla="*/ 9952 h 98133"/>
                  <a:gd name="connsiteX5" fmla="*/ 32876 w 197937"/>
                  <a:gd name="connsiteY5" fmla="*/ 5651 h 98133"/>
                  <a:gd name="connsiteX6" fmla="*/ 51144 w 197937"/>
                  <a:gd name="connsiteY6" fmla="*/ 274 h 98133"/>
                  <a:gd name="connsiteX7" fmla="*/ 59741 w 197937"/>
                  <a:gd name="connsiteY7" fmla="*/ 8877 h 98133"/>
                  <a:gd name="connsiteX8" fmla="*/ 51144 w 197937"/>
                  <a:gd name="connsiteY8" fmla="*/ 25008 h 98133"/>
                  <a:gd name="connsiteX9" fmla="*/ 43622 w 197937"/>
                  <a:gd name="connsiteY9" fmla="*/ 33611 h 98133"/>
                  <a:gd name="connsiteX10" fmla="*/ 37174 w 197937"/>
                  <a:gd name="connsiteY10" fmla="*/ 43289 h 98133"/>
                  <a:gd name="connsiteX11" fmla="*/ 16756 w 197937"/>
                  <a:gd name="connsiteY11" fmla="*/ 78777 h 98133"/>
                  <a:gd name="connsiteX12" fmla="*/ 18905 w 197937"/>
                  <a:gd name="connsiteY12" fmla="*/ 80928 h 98133"/>
                  <a:gd name="connsiteX13" fmla="*/ 25353 w 197937"/>
                  <a:gd name="connsiteY13" fmla="*/ 77702 h 98133"/>
                  <a:gd name="connsiteX14" fmla="*/ 28577 w 197937"/>
                  <a:gd name="connsiteY14" fmla="*/ 76626 h 98133"/>
                  <a:gd name="connsiteX15" fmla="*/ 29652 w 197937"/>
                  <a:gd name="connsiteY15" fmla="*/ 75551 h 98133"/>
                  <a:gd name="connsiteX16" fmla="*/ 30726 w 197937"/>
                  <a:gd name="connsiteY16" fmla="*/ 75551 h 98133"/>
                  <a:gd name="connsiteX17" fmla="*/ 40398 w 197937"/>
                  <a:gd name="connsiteY17" fmla="*/ 66948 h 98133"/>
                  <a:gd name="connsiteX18" fmla="*/ 68338 w 197937"/>
                  <a:gd name="connsiteY18" fmla="*/ 32536 h 98133"/>
                  <a:gd name="connsiteX19" fmla="*/ 83384 w 197937"/>
                  <a:gd name="connsiteY19" fmla="*/ 15329 h 98133"/>
                  <a:gd name="connsiteX20" fmla="*/ 87682 w 197937"/>
                  <a:gd name="connsiteY20" fmla="*/ 9952 h 98133"/>
                  <a:gd name="connsiteX21" fmla="*/ 88757 w 197937"/>
                  <a:gd name="connsiteY21" fmla="*/ 9952 h 98133"/>
                  <a:gd name="connsiteX22" fmla="*/ 93056 w 197937"/>
                  <a:gd name="connsiteY22" fmla="*/ 7802 h 98133"/>
                  <a:gd name="connsiteX23" fmla="*/ 96279 w 197937"/>
                  <a:gd name="connsiteY23" fmla="*/ 5651 h 98133"/>
                  <a:gd name="connsiteX24" fmla="*/ 99503 w 197937"/>
                  <a:gd name="connsiteY24" fmla="*/ 6726 h 98133"/>
                  <a:gd name="connsiteX25" fmla="*/ 99503 w 197937"/>
                  <a:gd name="connsiteY25" fmla="*/ 7802 h 98133"/>
                  <a:gd name="connsiteX26" fmla="*/ 104876 w 197937"/>
                  <a:gd name="connsiteY26" fmla="*/ 21782 h 98133"/>
                  <a:gd name="connsiteX27" fmla="*/ 94130 w 197937"/>
                  <a:gd name="connsiteY27" fmla="*/ 50817 h 98133"/>
                  <a:gd name="connsiteX28" fmla="*/ 95204 w 197937"/>
                  <a:gd name="connsiteY28" fmla="*/ 66948 h 98133"/>
                  <a:gd name="connsiteX29" fmla="*/ 103802 w 197937"/>
                  <a:gd name="connsiteY29" fmla="*/ 68023 h 98133"/>
                  <a:gd name="connsiteX30" fmla="*/ 115623 w 197937"/>
                  <a:gd name="connsiteY30" fmla="*/ 66948 h 98133"/>
                  <a:gd name="connsiteX31" fmla="*/ 136041 w 197937"/>
                  <a:gd name="connsiteY31" fmla="*/ 59420 h 98133"/>
                  <a:gd name="connsiteX32" fmla="*/ 141414 w 197937"/>
                  <a:gd name="connsiteY32" fmla="*/ 57269 h 98133"/>
                  <a:gd name="connsiteX33" fmla="*/ 171504 w 197937"/>
                  <a:gd name="connsiteY33" fmla="*/ 42214 h 98133"/>
                  <a:gd name="connsiteX34" fmla="*/ 177951 w 197937"/>
                  <a:gd name="connsiteY34" fmla="*/ 38988 h 98133"/>
                  <a:gd name="connsiteX35" fmla="*/ 192997 w 197937"/>
                  <a:gd name="connsiteY35" fmla="*/ 30385 h 98133"/>
                  <a:gd name="connsiteX36" fmla="*/ 197295 w 197937"/>
                  <a:gd name="connsiteY36" fmla="*/ 29309 h 98133"/>
                  <a:gd name="connsiteX37" fmla="*/ 195146 w 197937"/>
                  <a:gd name="connsiteY37" fmla="*/ 32536 h 98133"/>
                  <a:gd name="connsiteX38" fmla="*/ 190847 w 197937"/>
                  <a:gd name="connsiteY38" fmla="*/ 35762 h 98133"/>
                  <a:gd name="connsiteX39" fmla="*/ 190847 w 197937"/>
                  <a:gd name="connsiteY39" fmla="*/ 36837 h 98133"/>
                  <a:gd name="connsiteX40" fmla="*/ 175802 w 197937"/>
                  <a:gd name="connsiteY40" fmla="*/ 51893 h 98133"/>
                  <a:gd name="connsiteX41" fmla="*/ 171504 w 197937"/>
                  <a:gd name="connsiteY41" fmla="*/ 55119 h 98133"/>
                  <a:gd name="connsiteX42" fmla="*/ 166131 w 197937"/>
                  <a:gd name="connsiteY42" fmla="*/ 58345 h 98133"/>
                  <a:gd name="connsiteX43" fmla="*/ 165056 w 197937"/>
                  <a:gd name="connsiteY43" fmla="*/ 59420 h 98133"/>
                  <a:gd name="connsiteX44" fmla="*/ 166131 w 197937"/>
                  <a:gd name="connsiteY44" fmla="*/ 60495 h 98133"/>
                  <a:gd name="connsiteX45" fmla="*/ 163981 w 197937"/>
                  <a:gd name="connsiteY45" fmla="*/ 61571 h 98133"/>
                  <a:gd name="connsiteX46" fmla="*/ 160757 w 197937"/>
                  <a:gd name="connsiteY46" fmla="*/ 63722 h 98133"/>
                  <a:gd name="connsiteX47" fmla="*/ 155384 w 197937"/>
                  <a:gd name="connsiteY47" fmla="*/ 66948 h 98133"/>
                  <a:gd name="connsiteX48" fmla="*/ 150011 w 197937"/>
                  <a:gd name="connsiteY48" fmla="*/ 70174 h 98133"/>
                  <a:gd name="connsiteX49" fmla="*/ 151085 w 197937"/>
                  <a:gd name="connsiteY49" fmla="*/ 70174 h 98133"/>
                  <a:gd name="connsiteX50" fmla="*/ 159682 w 197937"/>
                  <a:gd name="connsiteY50" fmla="*/ 66948 h 98133"/>
                  <a:gd name="connsiteX51" fmla="*/ 160757 w 197937"/>
                  <a:gd name="connsiteY51" fmla="*/ 66948 h 98133"/>
                  <a:gd name="connsiteX52" fmla="*/ 143563 w 197937"/>
                  <a:gd name="connsiteY52" fmla="*/ 75551 h 98133"/>
                  <a:gd name="connsiteX53" fmla="*/ 136041 w 197937"/>
                  <a:gd name="connsiteY53" fmla="*/ 79852 h 98133"/>
                  <a:gd name="connsiteX54" fmla="*/ 110249 w 197937"/>
                  <a:gd name="connsiteY54" fmla="*/ 83079 h 98133"/>
                  <a:gd name="connsiteX55" fmla="*/ 104876 w 197937"/>
                  <a:gd name="connsiteY55" fmla="*/ 82003 h 98133"/>
                  <a:gd name="connsiteX56" fmla="*/ 89831 w 197937"/>
                  <a:gd name="connsiteY56" fmla="*/ 78777 h 98133"/>
                  <a:gd name="connsiteX57" fmla="*/ 74787 w 197937"/>
                  <a:gd name="connsiteY57" fmla="*/ 59420 h 98133"/>
                  <a:gd name="connsiteX58" fmla="*/ 74787 w 197937"/>
                  <a:gd name="connsiteY58" fmla="*/ 48666 h 98133"/>
                  <a:gd name="connsiteX59" fmla="*/ 33951 w 197937"/>
                  <a:gd name="connsiteY59" fmla="*/ 91682 h 98133"/>
                  <a:gd name="connsiteX60" fmla="*/ 23204 w 197937"/>
                  <a:gd name="connsiteY60" fmla="*/ 98134 h 98133"/>
                  <a:gd name="connsiteX61" fmla="*/ 8159 w 197937"/>
                  <a:gd name="connsiteY61" fmla="*/ 87380 h 98133"/>
                  <a:gd name="connsiteX62" fmla="*/ 6010 w 197937"/>
                  <a:gd name="connsiteY62" fmla="*/ 84154 h 98133"/>
                  <a:gd name="connsiteX63" fmla="*/ 636 w 197937"/>
                  <a:gd name="connsiteY63" fmla="*/ 73400 h 98133"/>
                  <a:gd name="connsiteX64" fmla="*/ 11383 w 197937"/>
                  <a:gd name="connsiteY64" fmla="*/ 35762 h 98133"/>
                  <a:gd name="connsiteX65" fmla="*/ 12458 w 197937"/>
                  <a:gd name="connsiteY65" fmla="*/ 38988 h 98133"/>
                  <a:gd name="connsiteX66" fmla="*/ 13532 w 197937"/>
                  <a:gd name="connsiteY66" fmla="*/ 38988 h 98133"/>
                  <a:gd name="connsiteX67" fmla="*/ 14607 w 197937"/>
                  <a:gd name="connsiteY67" fmla="*/ 38988 h 98133"/>
                  <a:gd name="connsiteX68" fmla="*/ 15682 w 197937"/>
                  <a:gd name="connsiteY68" fmla="*/ 37913 h 98133"/>
                  <a:gd name="connsiteX69" fmla="*/ 15682 w 197937"/>
                  <a:gd name="connsiteY69" fmla="*/ 36837 h 98133"/>
                  <a:gd name="connsiteX70" fmla="*/ 14607 w 197937"/>
                  <a:gd name="connsiteY70" fmla="*/ 34686 h 98133"/>
                  <a:gd name="connsiteX71" fmla="*/ 15682 w 197937"/>
                  <a:gd name="connsiteY71" fmla="*/ 33611 h 98133"/>
                  <a:gd name="connsiteX72" fmla="*/ 18905 w 197937"/>
                  <a:gd name="connsiteY72" fmla="*/ 33611 h 98133"/>
                  <a:gd name="connsiteX73" fmla="*/ 19980 w 197937"/>
                  <a:gd name="connsiteY73" fmla="*/ 32536 h 98133"/>
                  <a:gd name="connsiteX74" fmla="*/ 21055 w 197937"/>
                  <a:gd name="connsiteY74" fmla="*/ 30385 h 98133"/>
                  <a:gd name="connsiteX75" fmla="*/ 21055 w 197937"/>
                  <a:gd name="connsiteY75" fmla="*/ 27159 h 98133"/>
                  <a:gd name="connsiteX76" fmla="*/ 21055 w 197937"/>
                  <a:gd name="connsiteY76" fmla="*/ 26083 h 98133"/>
                  <a:gd name="connsiteX77" fmla="*/ 23204 w 197937"/>
                  <a:gd name="connsiteY77" fmla="*/ 26083 h 98133"/>
                  <a:gd name="connsiteX78" fmla="*/ 23204 w 197937"/>
                  <a:gd name="connsiteY78" fmla="*/ 21782 h 98133"/>
                  <a:gd name="connsiteX79" fmla="*/ 24279 w 197937"/>
                  <a:gd name="connsiteY79" fmla="*/ 21782 h 98133"/>
                  <a:gd name="connsiteX80" fmla="*/ 25353 w 197937"/>
                  <a:gd name="connsiteY80" fmla="*/ 20706 h 98133"/>
                  <a:gd name="connsiteX81" fmla="*/ 24279 w 197937"/>
                  <a:gd name="connsiteY81" fmla="*/ 19631 h 98133"/>
                  <a:gd name="connsiteX82" fmla="*/ 23204 w 197937"/>
                  <a:gd name="connsiteY82" fmla="*/ 18556 h 98133"/>
                  <a:gd name="connsiteX83" fmla="*/ 25353 w 197937"/>
                  <a:gd name="connsiteY83" fmla="*/ 18556 h 98133"/>
                  <a:gd name="connsiteX84" fmla="*/ 28577 w 197937"/>
                  <a:gd name="connsiteY84" fmla="*/ 17480 h 98133"/>
                  <a:gd name="connsiteX85" fmla="*/ 30726 w 197937"/>
                  <a:gd name="connsiteY85" fmla="*/ 14254 h 98133"/>
                  <a:gd name="connsiteX86" fmla="*/ 31801 w 197937"/>
                  <a:gd name="connsiteY86" fmla="*/ 12103 h 98133"/>
                  <a:gd name="connsiteX87" fmla="*/ 32876 w 197937"/>
                  <a:gd name="connsiteY87" fmla="*/ 11028 h 98133"/>
                  <a:gd name="connsiteX88" fmla="*/ 33951 w 197937"/>
                  <a:gd name="connsiteY88" fmla="*/ 8877 h 98133"/>
                  <a:gd name="connsiteX89" fmla="*/ 36099 w 197937"/>
                  <a:gd name="connsiteY89" fmla="*/ 6726 h 98133"/>
                  <a:gd name="connsiteX90" fmla="*/ 37174 w 197937"/>
                  <a:gd name="connsiteY90" fmla="*/ 3500 h 98133"/>
                  <a:gd name="connsiteX91" fmla="*/ 32876 w 197937"/>
                  <a:gd name="connsiteY91" fmla="*/ 5651 h 98133"/>
                  <a:gd name="connsiteX92" fmla="*/ 30726 w 197937"/>
                  <a:gd name="connsiteY92" fmla="*/ 11028 h 98133"/>
                  <a:gd name="connsiteX93" fmla="*/ 28577 w 197937"/>
                  <a:gd name="connsiteY93" fmla="*/ 14254 h 98133"/>
                  <a:gd name="connsiteX94" fmla="*/ 28577 w 197937"/>
                  <a:gd name="connsiteY94" fmla="*/ 13179 h 98133"/>
                  <a:gd name="connsiteX95" fmla="*/ 29652 w 197937"/>
                  <a:gd name="connsiteY95" fmla="*/ 12103 h 98133"/>
                  <a:gd name="connsiteX96" fmla="*/ 27502 w 197937"/>
                  <a:gd name="connsiteY96" fmla="*/ 12103 h 98133"/>
                  <a:gd name="connsiteX97" fmla="*/ 26428 w 197937"/>
                  <a:gd name="connsiteY97" fmla="*/ 15329 h 98133"/>
                  <a:gd name="connsiteX98" fmla="*/ 25353 w 197937"/>
                  <a:gd name="connsiteY98" fmla="*/ 17480 h 98133"/>
                  <a:gd name="connsiteX99" fmla="*/ 24279 w 197937"/>
                  <a:gd name="connsiteY99" fmla="*/ 17480 h 98133"/>
                  <a:gd name="connsiteX100" fmla="*/ 24279 w 197937"/>
                  <a:gd name="connsiteY100" fmla="*/ 16405 h 98133"/>
                  <a:gd name="connsiteX101" fmla="*/ 19980 w 197937"/>
                  <a:gd name="connsiteY101" fmla="*/ 23932 h 98133"/>
                  <a:gd name="connsiteX102" fmla="*/ 18905 w 197937"/>
                  <a:gd name="connsiteY102" fmla="*/ 25008 h 98133"/>
                  <a:gd name="connsiteX103" fmla="*/ 16756 w 197937"/>
                  <a:gd name="connsiteY103" fmla="*/ 28234 h 98133"/>
                  <a:gd name="connsiteX104" fmla="*/ 14607 w 197937"/>
                  <a:gd name="connsiteY104" fmla="*/ 30385 h 98133"/>
                  <a:gd name="connsiteX105" fmla="*/ 12458 w 197937"/>
                  <a:gd name="connsiteY105" fmla="*/ 38988 h 9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97937" h="98133">
                    <a:moveTo>
                      <a:pt x="11383" y="35762"/>
                    </a:moveTo>
                    <a:cubicBezTo>
                      <a:pt x="12458" y="34686"/>
                      <a:pt x="14607" y="31460"/>
                      <a:pt x="15682" y="29309"/>
                    </a:cubicBezTo>
                    <a:cubicBezTo>
                      <a:pt x="18905" y="23932"/>
                      <a:pt x="24279" y="17480"/>
                      <a:pt x="25353" y="15329"/>
                    </a:cubicBezTo>
                    <a:cubicBezTo>
                      <a:pt x="26428" y="14254"/>
                      <a:pt x="26428" y="14254"/>
                      <a:pt x="26428" y="13179"/>
                    </a:cubicBezTo>
                    <a:cubicBezTo>
                      <a:pt x="26428" y="12103"/>
                      <a:pt x="27502" y="11028"/>
                      <a:pt x="28577" y="9952"/>
                    </a:cubicBezTo>
                    <a:cubicBezTo>
                      <a:pt x="29652" y="8877"/>
                      <a:pt x="31801" y="6726"/>
                      <a:pt x="32876" y="5651"/>
                    </a:cubicBezTo>
                    <a:cubicBezTo>
                      <a:pt x="36099" y="1349"/>
                      <a:pt x="44697" y="-801"/>
                      <a:pt x="51144" y="274"/>
                    </a:cubicBezTo>
                    <a:cubicBezTo>
                      <a:pt x="53294" y="274"/>
                      <a:pt x="59741" y="6726"/>
                      <a:pt x="59741" y="8877"/>
                    </a:cubicBezTo>
                    <a:cubicBezTo>
                      <a:pt x="60816" y="14254"/>
                      <a:pt x="58667" y="17480"/>
                      <a:pt x="51144" y="25008"/>
                    </a:cubicBezTo>
                    <a:cubicBezTo>
                      <a:pt x="46846" y="29309"/>
                      <a:pt x="43622" y="33611"/>
                      <a:pt x="43622" y="33611"/>
                    </a:cubicBezTo>
                    <a:cubicBezTo>
                      <a:pt x="43622" y="34686"/>
                      <a:pt x="40398" y="38988"/>
                      <a:pt x="37174" y="43289"/>
                    </a:cubicBezTo>
                    <a:cubicBezTo>
                      <a:pt x="22129" y="63722"/>
                      <a:pt x="15682" y="74476"/>
                      <a:pt x="16756" y="78777"/>
                    </a:cubicBezTo>
                    <a:cubicBezTo>
                      <a:pt x="16756" y="79852"/>
                      <a:pt x="17831" y="80928"/>
                      <a:pt x="18905" y="80928"/>
                    </a:cubicBezTo>
                    <a:cubicBezTo>
                      <a:pt x="19980" y="80928"/>
                      <a:pt x="22129" y="79852"/>
                      <a:pt x="25353" y="77702"/>
                    </a:cubicBezTo>
                    <a:cubicBezTo>
                      <a:pt x="26428" y="76626"/>
                      <a:pt x="27502" y="76626"/>
                      <a:pt x="28577" y="76626"/>
                    </a:cubicBezTo>
                    <a:cubicBezTo>
                      <a:pt x="29652" y="76626"/>
                      <a:pt x="29652" y="75551"/>
                      <a:pt x="29652" y="75551"/>
                    </a:cubicBezTo>
                    <a:cubicBezTo>
                      <a:pt x="29652" y="75551"/>
                      <a:pt x="29652" y="74476"/>
                      <a:pt x="30726" y="75551"/>
                    </a:cubicBezTo>
                    <a:cubicBezTo>
                      <a:pt x="31801" y="75551"/>
                      <a:pt x="35025" y="72325"/>
                      <a:pt x="40398" y="66948"/>
                    </a:cubicBezTo>
                    <a:cubicBezTo>
                      <a:pt x="51144" y="56194"/>
                      <a:pt x="55443" y="48666"/>
                      <a:pt x="68338" y="32536"/>
                    </a:cubicBezTo>
                    <a:cubicBezTo>
                      <a:pt x="73712" y="25008"/>
                      <a:pt x="81234" y="17480"/>
                      <a:pt x="83384" y="15329"/>
                    </a:cubicBezTo>
                    <a:cubicBezTo>
                      <a:pt x="85533" y="13179"/>
                      <a:pt x="87682" y="11028"/>
                      <a:pt x="87682" y="9952"/>
                    </a:cubicBezTo>
                    <a:cubicBezTo>
                      <a:pt x="87682" y="9952"/>
                      <a:pt x="87682" y="8877"/>
                      <a:pt x="88757" y="9952"/>
                    </a:cubicBezTo>
                    <a:cubicBezTo>
                      <a:pt x="89831" y="9952"/>
                      <a:pt x="90906" y="8877"/>
                      <a:pt x="93056" y="7802"/>
                    </a:cubicBezTo>
                    <a:cubicBezTo>
                      <a:pt x="94130" y="6726"/>
                      <a:pt x="95204" y="5651"/>
                      <a:pt x="96279" y="5651"/>
                    </a:cubicBezTo>
                    <a:cubicBezTo>
                      <a:pt x="97354" y="5651"/>
                      <a:pt x="98429" y="6726"/>
                      <a:pt x="99503" y="6726"/>
                    </a:cubicBezTo>
                    <a:cubicBezTo>
                      <a:pt x="99503" y="6726"/>
                      <a:pt x="99503" y="6726"/>
                      <a:pt x="99503" y="7802"/>
                    </a:cubicBezTo>
                    <a:cubicBezTo>
                      <a:pt x="104876" y="9952"/>
                      <a:pt x="108100" y="15329"/>
                      <a:pt x="104876" y="21782"/>
                    </a:cubicBezTo>
                    <a:cubicBezTo>
                      <a:pt x="101652" y="31460"/>
                      <a:pt x="95204" y="46516"/>
                      <a:pt x="94130" y="50817"/>
                    </a:cubicBezTo>
                    <a:cubicBezTo>
                      <a:pt x="93056" y="59420"/>
                      <a:pt x="94130" y="65872"/>
                      <a:pt x="95204" y="66948"/>
                    </a:cubicBezTo>
                    <a:cubicBezTo>
                      <a:pt x="96279" y="68023"/>
                      <a:pt x="99503" y="68023"/>
                      <a:pt x="103802" y="68023"/>
                    </a:cubicBezTo>
                    <a:cubicBezTo>
                      <a:pt x="108100" y="68023"/>
                      <a:pt x="112399" y="66948"/>
                      <a:pt x="115623" y="66948"/>
                    </a:cubicBezTo>
                    <a:cubicBezTo>
                      <a:pt x="122070" y="65872"/>
                      <a:pt x="131742" y="61571"/>
                      <a:pt x="136041" y="59420"/>
                    </a:cubicBezTo>
                    <a:cubicBezTo>
                      <a:pt x="137115" y="59420"/>
                      <a:pt x="139265" y="58345"/>
                      <a:pt x="141414" y="57269"/>
                    </a:cubicBezTo>
                    <a:cubicBezTo>
                      <a:pt x="144638" y="56194"/>
                      <a:pt x="169354" y="43289"/>
                      <a:pt x="171504" y="42214"/>
                    </a:cubicBezTo>
                    <a:cubicBezTo>
                      <a:pt x="172578" y="41139"/>
                      <a:pt x="174728" y="40063"/>
                      <a:pt x="177951" y="38988"/>
                    </a:cubicBezTo>
                    <a:cubicBezTo>
                      <a:pt x="186548" y="33611"/>
                      <a:pt x="188698" y="32536"/>
                      <a:pt x="192997" y="30385"/>
                    </a:cubicBezTo>
                    <a:cubicBezTo>
                      <a:pt x="195146" y="29309"/>
                      <a:pt x="197295" y="28234"/>
                      <a:pt x="197295" y="29309"/>
                    </a:cubicBezTo>
                    <a:cubicBezTo>
                      <a:pt x="198370" y="29309"/>
                      <a:pt x="198370" y="30385"/>
                      <a:pt x="195146" y="32536"/>
                    </a:cubicBezTo>
                    <a:cubicBezTo>
                      <a:pt x="192997" y="33611"/>
                      <a:pt x="190847" y="35762"/>
                      <a:pt x="190847" y="35762"/>
                    </a:cubicBezTo>
                    <a:cubicBezTo>
                      <a:pt x="189773" y="35762"/>
                      <a:pt x="189773" y="35762"/>
                      <a:pt x="190847" y="36837"/>
                    </a:cubicBezTo>
                    <a:cubicBezTo>
                      <a:pt x="191922" y="37913"/>
                      <a:pt x="177951" y="51893"/>
                      <a:pt x="175802" y="51893"/>
                    </a:cubicBezTo>
                    <a:cubicBezTo>
                      <a:pt x="174728" y="51893"/>
                      <a:pt x="173653" y="52968"/>
                      <a:pt x="171504" y="55119"/>
                    </a:cubicBezTo>
                    <a:cubicBezTo>
                      <a:pt x="169354" y="57269"/>
                      <a:pt x="167205" y="58345"/>
                      <a:pt x="166131" y="58345"/>
                    </a:cubicBezTo>
                    <a:cubicBezTo>
                      <a:pt x="165056" y="58345"/>
                      <a:pt x="165056" y="58345"/>
                      <a:pt x="165056" y="59420"/>
                    </a:cubicBezTo>
                    <a:cubicBezTo>
                      <a:pt x="165056" y="59420"/>
                      <a:pt x="166131" y="60495"/>
                      <a:pt x="166131" y="60495"/>
                    </a:cubicBezTo>
                    <a:cubicBezTo>
                      <a:pt x="167205" y="60495"/>
                      <a:pt x="166131" y="61571"/>
                      <a:pt x="163981" y="61571"/>
                    </a:cubicBezTo>
                    <a:cubicBezTo>
                      <a:pt x="161832" y="62646"/>
                      <a:pt x="160757" y="63722"/>
                      <a:pt x="160757" y="63722"/>
                    </a:cubicBezTo>
                    <a:cubicBezTo>
                      <a:pt x="160757" y="64797"/>
                      <a:pt x="158608" y="65872"/>
                      <a:pt x="155384" y="66948"/>
                    </a:cubicBezTo>
                    <a:cubicBezTo>
                      <a:pt x="153235" y="68023"/>
                      <a:pt x="150011" y="69099"/>
                      <a:pt x="150011" y="70174"/>
                    </a:cubicBezTo>
                    <a:cubicBezTo>
                      <a:pt x="150011" y="71249"/>
                      <a:pt x="150011" y="71249"/>
                      <a:pt x="151085" y="70174"/>
                    </a:cubicBezTo>
                    <a:cubicBezTo>
                      <a:pt x="154309" y="69099"/>
                      <a:pt x="156459" y="68023"/>
                      <a:pt x="159682" y="66948"/>
                    </a:cubicBezTo>
                    <a:cubicBezTo>
                      <a:pt x="162907" y="65872"/>
                      <a:pt x="162907" y="65872"/>
                      <a:pt x="160757" y="66948"/>
                    </a:cubicBezTo>
                    <a:cubicBezTo>
                      <a:pt x="158608" y="68023"/>
                      <a:pt x="153235" y="71249"/>
                      <a:pt x="143563" y="75551"/>
                    </a:cubicBezTo>
                    <a:cubicBezTo>
                      <a:pt x="140339" y="76626"/>
                      <a:pt x="137115" y="78777"/>
                      <a:pt x="136041" y="79852"/>
                    </a:cubicBezTo>
                    <a:cubicBezTo>
                      <a:pt x="133892" y="82003"/>
                      <a:pt x="113473" y="85229"/>
                      <a:pt x="110249" y="83079"/>
                    </a:cubicBezTo>
                    <a:cubicBezTo>
                      <a:pt x="109175" y="83079"/>
                      <a:pt x="107026" y="82003"/>
                      <a:pt x="104876" y="82003"/>
                    </a:cubicBezTo>
                    <a:cubicBezTo>
                      <a:pt x="100577" y="82003"/>
                      <a:pt x="95204" y="83079"/>
                      <a:pt x="89831" y="78777"/>
                    </a:cubicBezTo>
                    <a:cubicBezTo>
                      <a:pt x="83384" y="73400"/>
                      <a:pt x="78010" y="68023"/>
                      <a:pt x="74787" y="59420"/>
                    </a:cubicBezTo>
                    <a:cubicBezTo>
                      <a:pt x="73712" y="57269"/>
                      <a:pt x="73712" y="52968"/>
                      <a:pt x="74787" y="48666"/>
                    </a:cubicBezTo>
                    <a:cubicBezTo>
                      <a:pt x="62965" y="61571"/>
                      <a:pt x="45771" y="82003"/>
                      <a:pt x="33951" y="91682"/>
                    </a:cubicBezTo>
                    <a:cubicBezTo>
                      <a:pt x="29652" y="94908"/>
                      <a:pt x="27502" y="98134"/>
                      <a:pt x="23204" y="98134"/>
                    </a:cubicBezTo>
                    <a:cubicBezTo>
                      <a:pt x="17831" y="98134"/>
                      <a:pt x="12458" y="93832"/>
                      <a:pt x="8159" y="87380"/>
                    </a:cubicBezTo>
                    <a:cubicBezTo>
                      <a:pt x="7085" y="85229"/>
                      <a:pt x="6010" y="84154"/>
                      <a:pt x="6010" y="84154"/>
                    </a:cubicBezTo>
                    <a:cubicBezTo>
                      <a:pt x="4935" y="85229"/>
                      <a:pt x="1711" y="78777"/>
                      <a:pt x="636" y="73400"/>
                    </a:cubicBezTo>
                    <a:cubicBezTo>
                      <a:pt x="-1513" y="62646"/>
                      <a:pt x="1711" y="52968"/>
                      <a:pt x="11383" y="35762"/>
                    </a:cubicBezTo>
                    <a:close/>
                    <a:moveTo>
                      <a:pt x="12458" y="38988"/>
                    </a:moveTo>
                    <a:cubicBezTo>
                      <a:pt x="12458" y="40063"/>
                      <a:pt x="13532" y="40063"/>
                      <a:pt x="13532" y="38988"/>
                    </a:cubicBezTo>
                    <a:cubicBezTo>
                      <a:pt x="14607" y="37913"/>
                      <a:pt x="14607" y="37913"/>
                      <a:pt x="14607" y="38988"/>
                    </a:cubicBezTo>
                    <a:cubicBezTo>
                      <a:pt x="14607" y="38988"/>
                      <a:pt x="15682" y="38988"/>
                      <a:pt x="15682" y="37913"/>
                    </a:cubicBezTo>
                    <a:cubicBezTo>
                      <a:pt x="15682" y="36837"/>
                      <a:pt x="15682" y="36837"/>
                      <a:pt x="15682" y="36837"/>
                    </a:cubicBezTo>
                    <a:cubicBezTo>
                      <a:pt x="15682" y="36837"/>
                      <a:pt x="14607" y="35762"/>
                      <a:pt x="14607" y="34686"/>
                    </a:cubicBezTo>
                    <a:cubicBezTo>
                      <a:pt x="14607" y="32536"/>
                      <a:pt x="14607" y="32536"/>
                      <a:pt x="15682" y="33611"/>
                    </a:cubicBezTo>
                    <a:cubicBezTo>
                      <a:pt x="16756" y="34686"/>
                      <a:pt x="16756" y="34686"/>
                      <a:pt x="18905" y="33611"/>
                    </a:cubicBezTo>
                    <a:cubicBezTo>
                      <a:pt x="19980" y="32536"/>
                      <a:pt x="21055" y="32536"/>
                      <a:pt x="19980" y="32536"/>
                    </a:cubicBezTo>
                    <a:cubicBezTo>
                      <a:pt x="19980" y="32536"/>
                      <a:pt x="19980" y="31460"/>
                      <a:pt x="21055" y="30385"/>
                    </a:cubicBezTo>
                    <a:cubicBezTo>
                      <a:pt x="22129" y="29309"/>
                      <a:pt x="22129" y="28234"/>
                      <a:pt x="21055" y="27159"/>
                    </a:cubicBezTo>
                    <a:cubicBezTo>
                      <a:pt x="19980" y="26083"/>
                      <a:pt x="21055" y="25008"/>
                      <a:pt x="21055" y="26083"/>
                    </a:cubicBezTo>
                    <a:cubicBezTo>
                      <a:pt x="22129" y="27159"/>
                      <a:pt x="22129" y="27159"/>
                      <a:pt x="23204" y="26083"/>
                    </a:cubicBezTo>
                    <a:cubicBezTo>
                      <a:pt x="25353" y="25008"/>
                      <a:pt x="24279" y="22857"/>
                      <a:pt x="23204" y="21782"/>
                    </a:cubicBezTo>
                    <a:cubicBezTo>
                      <a:pt x="22129" y="21782"/>
                      <a:pt x="23204" y="21782"/>
                      <a:pt x="24279" y="21782"/>
                    </a:cubicBezTo>
                    <a:cubicBezTo>
                      <a:pt x="25353" y="21782"/>
                      <a:pt x="26428" y="21782"/>
                      <a:pt x="25353" y="20706"/>
                    </a:cubicBezTo>
                    <a:cubicBezTo>
                      <a:pt x="25353" y="19631"/>
                      <a:pt x="24279" y="19631"/>
                      <a:pt x="24279" y="19631"/>
                    </a:cubicBezTo>
                    <a:cubicBezTo>
                      <a:pt x="24279" y="19631"/>
                      <a:pt x="23204" y="19631"/>
                      <a:pt x="23204" y="18556"/>
                    </a:cubicBezTo>
                    <a:cubicBezTo>
                      <a:pt x="23204" y="18556"/>
                      <a:pt x="24279" y="17480"/>
                      <a:pt x="25353" y="18556"/>
                    </a:cubicBezTo>
                    <a:cubicBezTo>
                      <a:pt x="27502" y="18556"/>
                      <a:pt x="27502" y="18556"/>
                      <a:pt x="28577" y="17480"/>
                    </a:cubicBezTo>
                    <a:cubicBezTo>
                      <a:pt x="28577" y="16405"/>
                      <a:pt x="29652" y="15329"/>
                      <a:pt x="30726" y="14254"/>
                    </a:cubicBezTo>
                    <a:cubicBezTo>
                      <a:pt x="31801" y="13179"/>
                      <a:pt x="31801" y="12103"/>
                      <a:pt x="31801" y="12103"/>
                    </a:cubicBezTo>
                    <a:cubicBezTo>
                      <a:pt x="31801" y="11028"/>
                      <a:pt x="31801" y="11028"/>
                      <a:pt x="32876" y="11028"/>
                    </a:cubicBezTo>
                    <a:cubicBezTo>
                      <a:pt x="33951" y="11028"/>
                      <a:pt x="33951" y="9952"/>
                      <a:pt x="33951" y="8877"/>
                    </a:cubicBezTo>
                    <a:cubicBezTo>
                      <a:pt x="33951" y="7802"/>
                      <a:pt x="35025" y="6726"/>
                      <a:pt x="36099" y="6726"/>
                    </a:cubicBezTo>
                    <a:cubicBezTo>
                      <a:pt x="37174" y="6726"/>
                      <a:pt x="38249" y="4576"/>
                      <a:pt x="37174" y="3500"/>
                    </a:cubicBezTo>
                    <a:cubicBezTo>
                      <a:pt x="37174" y="3500"/>
                      <a:pt x="35025" y="4576"/>
                      <a:pt x="32876" y="5651"/>
                    </a:cubicBezTo>
                    <a:cubicBezTo>
                      <a:pt x="29652" y="7802"/>
                      <a:pt x="29652" y="8877"/>
                      <a:pt x="30726" y="11028"/>
                    </a:cubicBezTo>
                    <a:cubicBezTo>
                      <a:pt x="31801" y="13179"/>
                      <a:pt x="30726" y="14254"/>
                      <a:pt x="28577" y="14254"/>
                    </a:cubicBezTo>
                    <a:cubicBezTo>
                      <a:pt x="27502" y="14254"/>
                      <a:pt x="27502" y="14254"/>
                      <a:pt x="28577" y="13179"/>
                    </a:cubicBezTo>
                    <a:cubicBezTo>
                      <a:pt x="29652" y="13179"/>
                      <a:pt x="29652" y="12103"/>
                      <a:pt x="29652" y="12103"/>
                    </a:cubicBezTo>
                    <a:cubicBezTo>
                      <a:pt x="29652" y="11028"/>
                      <a:pt x="28577" y="11028"/>
                      <a:pt x="27502" y="12103"/>
                    </a:cubicBezTo>
                    <a:cubicBezTo>
                      <a:pt x="26428" y="13179"/>
                      <a:pt x="25353" y="15329"/>
                      <a:pt x="26428" y="15329"/>
                    </a:cubicBezTo>
                    <a:cubicBezTo>
                      <a:pt x="27502" y="15329"/>
                      <a:pt x="27502" y="17480"/>
                      <a:pt x="25353" y="17480"/>
                    </a:cubicBezTo>
                    <a:cubicBezTo>
                      <a:pt x="24279" y="17480"/>
                      <a:pt x="24279" y="17480"/>
                      <a:pt x="24279" y="17480"/>
                    </a:cubicBezTo>
                    <a:cubicBezTo>
                      <a:pt x="24279" y="17480"/>
                      <a:pt x="24279" y="16405"/>
                      <a:pt x="24279" y="16405"/>
                    </a:cubicBezTo>
                    <a:cubicBezTo>
                      <a:pt x="23204" y="16405"/>
                      <a:pt x="18905" y="22857"/>
                      <a:pt x="19980" y="23932"/>
                    </a:cubicBezTo>
                    <a:cubicBezTo>
                      <a:pt x="19980" y="25008"/>
                      <a:pt x="19980" y="25008"/>
                      <a:pt x="18905" y="25008"/>
                    </a:cubicBezTo>
                    <a:cubicBezTo>
                      <a:pt x="17831" y="23932"/>
                      <a:pt x="16756" y="26083"/>
                      <a:pt x="16756" y="28234"/>
                    </a:cubicBezTo>
                    <a:cubicBezTo>
                      <a:pt x="16756" y="29309"/>
                      <a:pt x="15682" y="29309"/>
                      <a:pt x="14607" y="30385"/>
                    </a:cubicBezTo>
                    <a:cubicBezTo>
                      <a:pt x="15682" y="32536"/>
                      <a:pt x="12458" y="37913"/>
                      <a:pt x="12458" y="38988"/>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sp>
            <p:nvSpPr>
              <p:cNvPr id="1044" name="Freeform 1043">
                <a:extLst>
                  <a:ext uri="{FF2B5EF4-FFF2-40B4-BE49-F238E27FC236}">
                    <a16:creationId xmlns:a16="http://schemas.microsoft.com/office/drawing/2014/main" id="{31A58002-792E-663C-7DB4-598449B1207A}"/>
                  </a:ext>
                </a:extLst>
              </p:cNvPr>
              <p:cNvSpPr/>
              <p:nvPr/>
            </p:nvSpPr>
            <p:spPr>
              <a:xfrm>
                <a:off x="6848864" y="4432603"/>
                <a:ext cx="188961" cy="126353"/>
              </a:xfrm>
              <a:custGeom>
                <a:avLst/>
                <a:gdLst>
                  <a:gd name="connsiteX0" fmla="*/ 6642 w 188961"/>
                  <a:gd name="connsiteY0" fmla="*/ 90332 h 126353"/>
                  <a:gd name="connsiteX1" fmla="*/ 16313 w 188961"/>
                  <a:gd name="connsiteY1" fmla="*/ 69900 h 126353"/>
                  <a:gd name="connsiteX2" fmla="*/ 17389 w 188961"/>
                  <a:gd name="connsiteY2" fmla="*/ 68825 h 126353"/>
                  <a:gd name="connsiteX3" fmla="*/ 21687 w 188961"/>
                  <a:gd name="connsiteY3" fmla="*/ 60222 h 126353"/>
                  <a:gd name="connsiteX4" fmla="*/ 22762 w 188961"/>
                  <a:gd name="connsiteY4" fmla="*/ 59146 h 126353"/>
                  <a:gd name="connsiteX5" fmla="*/ 25985 w 188961"/>
                  <a:gd name="connsiteY5" fmla="*/ 53769 h 126353"/>
                  <a:gd name="connsiteX6" fmla="*/ 34582 w 188961"/>
                  <a:gd name="connsiteY6" fmla="*/ 38714 h 126353"/>
                  <a:gd name="connsiteX7" fmla="*/ 43179 w 188961"/>
                  <a:gd name="connsiteY7" fmla="*/ 22583 h 126353"/>
                  <a:gd name="connsiteX8" fmla="*/ 45329 w 188961"/>
                  <a:gd name="connsiteY8" fmla="*/ 18282 h 126353"/>
                  <a:gd name="connsiteX9" fmla="*/ 46404 w 188961"/>
                  <a:gd name="connsiteY9" fmla="*/ 16131 h 126353"/>
                  <a:gd name="connsiteX10" fmla="*/ 48553 w 188961"/>
                  <a:gd name="connsiteY10" fmla="*/ 12905 h 126353"/>
                  <a:gd name="connsiteX11" fmla="*/ 49628 w 188961"/>
                  <a:gd name="connsiteY11" fmla="*/ 10754 h 126353"/>
                  <a:gd name="connsiteX12" fmla="*/ 52851 w 188961"/>
                  <a:gd name="connsiteY12" fmla="*/ 4302 h 126353"/>
                  <a:gd name="connsiteX13" fmla="*/ 56075 w 188961"/>
                  <a:gd name="connsiteY13" fmla="*/ 1075 h 126353"/>
                  <a:gd name="connsiteX14" fmla="*/ 57150 w 188961"/>
                  <a:gd name="connsiteY14" fmla="*/ 1075 h 126353"/>
                  <a:gd name="connsiteX15" fmla="*/ 62523 w 188961"/>
                  <a:gd name="connsiteY15" fmla="*/ 0 h 126353"/>
                  <a:gd name="connsiteX16" fmla="*/ 70045 w 188961"/>
                  <a:gd name="connsiteY16" fmla="*/ 2151 h 126353"/>
                  <a:gd name="connsiteX17" fmla="*/ 74344 w 188961"/>
                  <a:gd name="connsiteY17" fmla="*/ 12905 h 126353"/>
                  <a:gd name="connsiteX18" fmla="*/ 67897 w 188961"/>
                  <a:gd name="connsiteY18" fmla="*/ 25809 h 126353"/>
                  <a:gd name="connsiteX19" fmla="*/ 65747 w 188961"/>
                  <a:gd name="connsiteY19" fmla="*/ 29036 h 126353"/>
                  <a:gd name="connsiteX20" fmla="*/ 64672 w 188961"/>
                  <a:gd name="connsiteY20" fmla="*/ 32262 h 126353"/>
                  <a:gd name="connsiteX21" fmla="*/ 52851 w 188961"/>
                  <a:gd name="connsiteY21" fmla="*/ 52694 h 126353"/>
                  <a:gd name="connsiteX22" fmla="*/ 51777 w 188961"/>
                  <a:gd name="connsiteY22" fmla="*/ 53769 h 126353"/>
                  <a:gd name="connsiteX23" fmla="*/ 49628 w 188961"/>
                  <a:gd name="connsiteY23" fmla="*/ 55920 h 126353"/>
                  <a:gd name="connsiteX24" fmla="*/ 52851 w 188961"/>
                  <a:gd name="connsiteY24" fmla="*/ 55920 h 126353"/>
                  <a:gd name="connsiteX25" fmla="*/ 60374 w 188961"/>
                  <a:gd name="connsiteY25" fmla="*/ 49468 h 126353"/>
                  <a:gd name="connsiteX26" fmla="*/ 81867 w 188961"/>
                  <a:gd name="connsiteY26" fmla="*/ 34412 h 126353"/>
                  <a:gd name="connsiteX27" fmla="*/ 87240 w 188961"/>
                  <a:gd name="connsiteY27" fmla="*/ 34412 h 126353"/>
                  <a:gd name="connsiteX28" fmla="*/ 92613 w 188961"/>
                  <a:gd name="connsiteY28" fmla="*/ 34412 h 126353"/>
                  <a:gd name="connsiteX29" fmla="*/ 95837 w 188961"/>
                  <a:gd name="connsiteY29" fmla="*/ 35488 h 126353"/>
                  <a:gd name="connsiteX30" fmla="*/ 99061 w 188961"/>
                  <a:gd name="connsiteY30" fmla="*/ 36563 h 126353"/>
                  <a:gd name="connsiteX31" fmla="*/ 101210 w 188961"/>
                  <a:gd name="connsiteY31" fmla="*/ 37638 h 126353"/>
                  <a:gd name="connsiteX32" fmla="*/ 103359 w 188961"/>
                  <a:gd name="connsiteY32" fmla="*/ 38714 h 126353"/>
                  <a:gd name="connsiteX33" fmla="*/ 107658 w 188961"/>
                  <a:gd name="connsiteY33" fmla="*/ 43015 h 126353"/>
                  <a:gd name="connsiteX34" fmla="*/ 121628 w 188961"/>
                  <a:gd name="connsiteY34" fmla="*/ 59146 h 126353"/>
                  <a:gd name="connsiteX35" fmla="*/ 150643 w 188961"/>
                  <a:gd name="connsiteY35" fmla="*/ 51618 h 126353"/>
                  <a:gd name="connsiteX36" fmla="*/ 160315 w 188961"/>
                  <a:gd name="connsiteY36" fmla="*/ 46242 h 126353"/>
                  <a:gd name="connsiteX37" fmla="*/ 171061 w 188961"/>
                  <a:gd name="connsiteY37" fmla="*/ 40865 h 126353"/>
                  <a:gd name="connsiteX38" fmla="*/ 187181 w 188961"/>
                  <a:gd name="connsiteY38" fmla="*/ 35488 h 126353"/>
                  <a:gd name="connsiteX39" fmla="*/ 188255 w 188961"/>
                  <a:gd name="connsiteY39" fmla="*/ 38714 h 126353"/>
                  <a:gd name="connsiteX40" fmla="*/ 188255 w 188961"/>
                  <a:gd name="connsiteY40" fmla="*/ 39789 h 126353"/>
                  <a:gd name="connsiteX41" fmla="*/ 181808 w 188961"/>
                  <a:gd name="connsiteY41" fmla="*/ 45166 h 126353"/>
                  <a:gd name="connsiteX42" fmla="*/ 128076 w 188961"/>
                  <a:gd name="connsiteY42" fmla="*/ 68825 h 126353"/>
                  <a:gd name="connsiteX43" fmla="*/ 100136 w 188961"/>
                  <a:gd name="connsiteY43" fmla="*/ 56995 h 126353"/>
                  <a:gd name="connsiteX44" fmla="*/ 94762 w 188961"/>
                  <a:gd name="connsiteY44" fmla="*/ 50543 h 126353"/>
                  <a:gd name="connsiteX45" fmla="*/ 91538 w 188961"/>
                  <a:gd name="connsiteY45" fmla="*/ 52694 h 126353"/>
                  <a:gd name="connsiteX46" fmla="*/ 87240 w 188961"/>
                  <a:gd name="connsiteY46" fmla="*/ 54845 h 126353"/>
                  <a:gd name="connsiteX47" fmla="*/ 76493 w 188961"/>
                  <a:gd name="connsiteY47" fmla="*/ 64523 h 126353"/>
                  <a:gd name="connsiteX48" fmla="*/ 35657 w 188961"/>
                  <a:gd name="connsiteY48" fmla="*/ 108614 h 126353"/>
                  <a:gd name="connsiteX49" fmla="*/ 24911 w 188961"/>
                  <a:gd name="connsiteY49" fmla="*/ 120443 h 126353"/>
                  <a:gd name="connsiteX50" fmla="*/ 14165 w 188961"/>
                  <a:gd name="connsiteY50" fmla="*/ 125820 h 126353"/>
                  <a:gd name="connsiteX51" fmla="*/ 8792 w 188961"/>
                  <a:gd name="connsiteY51" fmla="*/ 119368 h 126353"/>
                  <a:gd name="connsiteX52" fmla="*/ 5567 w 188961"/>
                  <a:gd name="connsiteY52" fmla="*/ 115066 h 126353"/>
                  <a:gd name="connsiteX53" fmla="*/ 6642 w 188961"/>
                  <a:gd name="connsiteY53" fmla="*/ 90332 h 12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8961" h="126353">
                    <a:moveTo>
                      <a:pt x="6642" y="90332"/>
                    </a:moveTo>
                    <a:cubicBezTo>
                      <a:pt x="8792" y="86031"/>
                      <a:pt x="16313" y="70975"/>
                      <a:pt x="16313" y="69900"/>
                    </a:cubicBezTo>
                    <a:cubicBezTo>
                      <a:pt x="16313" y="68825"/>
                      <a:pt x="16313" y="68825"/>
                      <a:pt x="17389" y="68825"/>
                    </a:cubicBezTo>
                    <a:cubicBezTo>
                      <a:pt x="18463" y="68825"/>
                      <a:pt x="21687" y="62372"/>
                      <a:pt x="21687" y="60222"/>
                    </a:cubicBezTo>
                    <a:cubicBezTo>
                      <a:pt x="21687" y="59146"/>
                      <a:pt x="21687" y="59146"/>
                      <a:pt x="22762" y="59146"/>
                    </a:cubicBezTo>
                    <a:cubicBezTo>
                      <a:pt x="22762" y="59146"/>
                      <a:pt x="24911" y="56995"/>
                      <a:pt x="25985" y="53769"/>
                    </a:cubicBezTo>
                    <a:cubicBezTo>
                      <a:pt x="27060" y="51618"/>
                      <a:pt x="31359" y="44091"/>
                      <a:pt x="34582" y="38714"/>
                    </a:cubicBezTo>
                    <a:cubicBezTo>
                      <a:pt x="37806" y="32262"/>
                      <a:pt x="42105" y="25809"/>
                      <a:pt x="43179" y="22583"/>
                    </a:cubicBezTo>
                    <a:cubicBezTo>
                      <a:pt x="44254" y="19357"/>
                      <a:pt x="45329" y="18282"/>
                      <a:pt x="45329" y="18282"/>
                    </a:cubicBezTo>
                    <a:cubicBezTo>
                      <a:pt x="45329" y="18282"/>
                      <a:pt x="46404" y="18282"/>
                      <a:pt x="46404" y="16131"/>
                    </a:cubicBezTo>
                    <a:cubicBezTo>
                      <a:pt x="47478" y="15055"/>
                      <a:pt x="48553" y="12905"/>
                      <a:pt x="48553" y="12905"/>
                    </a:cubicBezTo>
                    <a:cubicBezTo>
                      <a:pt x="49628" y="12905"/>
                      <a:pt x="49628" y="11829"/>
                      <a:pt x="49628" y="10754"/>
                    </a:cubicBezTo>
                    <a:cubicBezTo>
                      <a:pt x="49628" y="9679"/>
                      <a:pt x="50702" y="7528"/>
                      <a:pt x="52851" y="4302"/>
                    </a:cubicBezTo>
                    <a:cubicBezTo>
                      <a:pt x="55001" y="2151"/>
                      <a:pt x="56075" y="1075"/>
                      <a:pt x="56075" y="1075"/>
                    </a:cubicBezTo>
                    <a:cubicBezTo>
                      <a:pt x="56075" y="1075"/>
                      <a:pt x="56075" y="1075"/>
                      <a:pt x="57150" y="1075"/>
                    </a:cubicBezTo>
                    <a:cubicBezTo>
                      <a:pt x="58225" y="0"/>
                      <a:pt x="60374" y="0"/>
                      <a:pt x="62523" y="0"/>
                    </a:cubicBezTo>
                    <a:cubicBezTo>
                      <a:pt x="64672" y="0"/>
                      <a:pt x="67897" y="1075"/>
                      <a:pt x="70045" y="2151"/>
                    </a:cubicBezTo>
                    <a:cubicBezTo>
                      <a:pt x="74344" y="4302"/>
                      <a:pt x="75418" y="8603"/>
                      <a:pt x="74344" y="12905"/>
                    </a:cubicBezTo>
                    <a:cubicBezTo>
                      <a:pt x="73270" y="16131"/>
                      <a:pt x="71120" y="22583"/>
                      <a:pt x="67897" y="25809"/>
                    </a:cubicBezTo>
                    <a:cubicBezTo>
                      <a:pt x="66822" y="26885"/>
                      <a:pt x="65747" y="29036"/>
                      <a:pt x="65747" y="29036"/>
                    </a:cubicBezTo>
                    <a:cubicBezTo>
                      <a:pt x="65747" y="30111"/>
                      <a:pt x="64672" y="31186"/>
                      <a:pt x="64672" y="32262"/>
                    </a:cubicBezTo>
                    <a:cubicBezTo>
                      <a:pt x="62523" y="34412"/>
                      <a:pt x="52851" y="51618"/>
                      <a:pt x="52851" y="52694"/>
                    </a:cubicBezTo>
                    <a:cubicBezTo>
                      <a:pt x="52851" y="52694"/>
                      <a:pt x="52851" y="53769"/>
                      <a:pt x="51777" y="53769"/>
                    </a:cubicBezTo>
                    <a:cubicBezTo>
                      <a:pt x="51777" y="53769"/>
                      <a:pt x="50702" y="54845"/>
                      <a:pt x="49628" y="55920"/>
                    </a:cubicBezTo>
                    <a:cubicBezTo>
                      <a:pt x="48553" y="59146"/>
                      <a:pt x="48553" y="59146"/>
                      <a:pt x="52851" y="55920"/>
                    </a:cubicBezTo>
                    <a:cubicBezTo>
                      <a:pt x="55001" y="54845"/>
                      <a:pt x="58225" y="51618"/>
                      <a:pt x="60374" y="49468"/>
                    </a:cubicBezTo>
                    <a:cubicBezTo>
                      <a:pt x="66822" y="44091"/>
                      <a:pt x="74344" y="38714"/>
                      <a:pt x="81867" y="34412"/>
                    </a:cubicBezTo>
                    <a:cubicBezTo>
                      <a:pt x="84016" y="33337"/>
                      <a:pt x="86165" y="33337"/>
                      <a:pt x="87240" y="34412"/>
                    </a:cubicBezTo>
                    <a:cubicBezTo>
                      <a:pt x="88314" y="35488"/>
                      <a:pt x="91538" y="34412"/>
                      <a:pt x="92613" y="34412"/>
                    </a:cubicBezTo>
                    <a:cubicBezTo>
                      <a:pt x="94762" y="34412"/>
                      <a:pt x="95837" y="34412"/>
                      <a:pt x="95837" y="35488"/>
                    </a:cubicBezTo>
                    <a:cubicBezTo>
                      <a:pt x="95837" y="36563"/>
                      <a:pt x="96911" y="36563"/>
                      <a:pt x="99061" y="36563"/>
                    </a:cubicBezTo>
                    <a:cubicBezTo>
                      <a:pt x="101210" y="36563"/>
                      <a:pt x="101210" y="36563"/>
                      <a:pt x="101210" y="37638"/>
                    </a:cubicBezTo>
                    <a:cubicBezTo>
                      <a:pt x="101210" y="38714"/>
                      <a:pt x="102284" y="38714"/>
                      <a:pt x="103359" y="38714"/>
                    </a:cubicBezTo>
                    <a:cubicBezTo>
                      <a:pt x="105509" y="38714"/>
                      <a:pt x="107658" y="39789"/>
                      <a:pt x="107658" y="43015"/>
                    </a:cubicBezTo>
                    <a:cubicBezTo>
                      <a:pt x="108733" y="52694"/>
                      <a:pt x="111956" y="59146"/>
                      <a:pt x="121628" y="59146"/>
                    </a:cubicBezTo>
                    <a:cubicBezTo>
                      <a:pt x="128076" y="59146"/>
                      <a:pt x="147419" y="54845"/>
                      <a:pt x="150643" y="51618"/>
                    </a:cubicBezTo>
                    <a:cubicBezTo>
                      <a:pt x="150643" y="51618"/>
                      <a:pt x="154942" y="48392"/>
                      <a:pt x="160315" y="46242"/>
                    </a:cubicBezTo>
                    <a:cubicBezTo>
                      <a:pt x="164614" y="44091"/>
                      <a:pt x="169987" y="41940"/>
                      <a:pt x="171061" y="40865"/>
                    </a:cubicBezTo>
                    <a:cubicBezTo>
                      <a:pt x="174285" y="38714"/>
                      <a:pt x="185031" y="35488"/>
                      <a:pt x="187181" y="35488"/>
                    </a:cubicBezTo>
                    <a:cubicBezTo>
                      <a:pt x="189330" y="35488"/>
                      <a:pt x="189330" y="36563"/>
                      <a:pt x="188255" y="38714"/>
                    </a:cubicBezTo>
                    <a:cubicBezTo>
                      <a:pt x="188255" y="39789"/>
                      <a:pt x="187181" y="39789"/>
                      <a:pt x="188255" y="39789"/>
                    </a:cubicBezTo>
                    <a:cubicBezTo>
                      <a:pt x="189330" y="39789"/>
                      <a:pt x="187181" y="40865"/>
                      <a:pt x="181808" y="45166"/>
                    </a:cubicBezTo>
                    <a:cubicBezTo>
                      <a:pt x="166763" y="56995"/>
                      <a:pt x="146345" y="68825"/>
                      <a:pt x="128076" y="68825"/>
                    </a:cubicBezTo>
                    <a:cubicBezTo>
                      <a:pt x="118404" y="68825"/>
                      <a:pt x="108733" y="65599"/>
                      <a:pt x="100136" y="56995"/>
                    </a:cubicBezTo>
                    <a:lnTo>
                      <a:pt x="94762" y="50543"/>
                    </a:lnTo>
                    <a:lnTo>
                      <a:pt x="91538" y="52694"/>
                    </a:lnTo>
                    <a:cubicBezTo>
                      <a:pt x="89389" y="53769"/>
                      <a:pt x="88314" y="54845"/>
                      <a:pt x="87240" y="54845"/>
                    </a:cubicBezTo>
                    <a:cubicBezTo>
                      <a:pt x="87240" y="54845"/>
                      <a:pt x="81867" y="59146"/>
                      <a:pt x="76493" y="64523"/>
                    </a:cubicBezTo>
                    <a:cubicBezTo>
                      <a:pt x="61448" y="77428"/>
                      <a:pt x="47478" y="93559"/>
                      <a:pt x="35657" y="108614"/>
                    </a:cubicBezTo>
                    <a:cubicBezTo>
                      <a:pt x="31359" y="113991"/>
                      <a:pt x="30284" y="115066"/>
                      <a:pt x="24911" y="120443"/>
                    </a:cubicBezTo>
                    <a:cubicBezTo>
                      <a:pt x="18463" y="126895"/>
                      <a:pt x="16313" y="126895"/>
                      <a:pt x="14165" y="125820"/>
                    </a:cubicBezTo>
                    <a:cubicBezTo>
                      <a:pt x="10940" y="124745"/>
                      <a:pt x="10940" y="123669"/>
                      <a:pt x="8792" y="119368"/>
                    </a:cubicBezTo>
                    <a:cubicBezTo>
                      <a:pt x="7717" y="117217"/>
                      <a:pt x="6642" y="115066"/>
                      <a:pt x="5567" y="115066"/>
                    </a:cubicBezTo>
                    <a:cubicBezTo>
                      <a:pt x="-3030" y="115066"/>
                      <a:pt x="-880" y="104312"/>
                      <a:pt x="6642" y="90332"/>
                    </a:cubicBezTo>
                    <a:close/>
                  </a:path>
                </a:pathLst>
              </a:custGeom>
              <a:solidFill>
                <a:srgbClr val="93C83D"/>
              </a:solidFill>
              <a:ln w="10738" cap="flat">
                <a:noFill/>
                <a:prstDash val="solid"/>
                <a:miter/>
              </a:ln>
            </p:spPr>
            <p:txBody>
              <a:bodyPr rtlCol="0" anchor="ctr"/>
              <a:lstStyle/>
              <a:p>
                <a:endParaRPr lang="en-US" dirty="0">
                  <a:latin typeface="Proxima Nova Rg" panose="02000506030000020004" pitchFamily="2" charset="77"/>
                </a:endParaRPr>
              </a:p>
            </p:txBody>
          </p:sp>
        </p:grpSp>
      </p:grpSp>
      <p:grpSp>
        <p:nvGrpSpPr>
          <p:cNvPr id="1085" name="Group 1084">
            <a:extLst>
              <a:ext uri="{FF2B5EF4-FFF2-40B4-BE49-F238E27FC236}">
                <a16:creationId xmlns:a16="http://schemas.microsoft.com/office/drawing/2014/main" id="{23EE8FF0-DEE5-7781-5D38-AFABFAFEB441}"/>
              </a:ext>
            </a:extLst>
          </p:cNvPr>
          <p:cNvGrpSpPr/>
          <p:nvPr/>
        </p:nvGrpSpPr>
        <p:grpSpPr>
          <a:xfrm>
            <a:off x="923083" y="2575960"/>
            <a:ext cx="1743909" cy="246221"/>
            <a:chOff x="923083" y="2072955"/>
            <a:chExt cx="1743909" cy="246221"/>
          </a:xfrm>
        </p:grpSpPr>
        <p:sp>
          <p:nvSpPr>
            <p:cNvPr id="1086" name="TextBox 1085">
              <a:extLst>
                <a:ext uri="{FF2B5EF4-FFF2-40B4-BE49-F238E27FC236}">
                  <a16:creationId xmlns:a16="http://schemas.microsoft.com/office/drawing/2014/main" id="{55E22788-6701-1042-C1CD-10D9C20A8254}"/>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Type Treatments</a:t>
              </a:r>
            </a:p>
          </p:txBody>
        </p:sp>
        <p:cxnSp>
          <p:nvCxnSpPr>
            <p:cNvPr id="1087" name="Straight Connector 1086">
              <a:extLst>
                <a:ext uri="{FF2B5EF4-FFF2-40B4-BE49-F238E27FC236}">
                  <a16:creationId xmlns:a16="http://schemas.microsoft.com/office/drawing/2014/main" id="{863F803E-805F-B42E-B36B-2B594EC71E8C}"/>
                </a:ext>
              </a:extLst>
            </p:cNvPr>
            <p:cNvCxnSpPr/>
            <p:nvPr/>
          </p:nvCxnSpPr>
          <p:spPr>
            <a:xfrm>
              <a:off x="985654"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5056756D-A89C-9B15-30EE-87D69DB8AC23}"/>
              </a:ext>
            </a:extLst>
          </p:cNvPr>
          <p:cNvGrpSpPr/>
          <p:nvPr/>
        </p:nvGrpSpPr>
        <p:grpSpPr>
          <a:xfrm>
            <a:off x="6341666" y="3136544"/>
            <a:ext cx="422076" cy="2996750"/>
            <a:chOff x="5966493" y="4167215"/>
            <a:chExt cx="209441" cy="1487038"/>
          </a:xfrm>
        </p:grpSpPr>
        <p:sp>
          <p:nvSpPr>
            <p:cNvPr id="15" name="Graphic 12">
              <a:extLst>
                <a:ext uri="{FF2B5EF4-FFF2-40B4-BE49-F238E27FC236}">
                  <a16:creationId xmlns:a16="http://schemas.microsoft.com/office/drawing/2014/main" id="{4A9DEFA6-F7A1-0DD2-61A2-0206FD827E4E}"/>
                </a:ext>
              </a:extLst>
            </p:cNvPr>
            <p:cNvSpPr/>
            <p:nvPr/>
          </p:nvSpPr>
          <p:spPr>
            <a:xfrm>
              <a:off x="5966493" y="4843972"/>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28" name="Straight Connector 27">
              <a:extLst>
                <a:ext uri="{FF2B5EF4-FFF2-40B4-BE49-F238E27FC236}">
                  <a16:creationId xmlns:a16="http://schemas.microsoft.com/office/drawing/2014/main" id="{2FA92583-5602-E42F-B5EB-6CA4D3DE2616}"/>
                </a:ext>
              </a:extLst>
            </p:cNvPr>
            <p:cNvCxnSpPr>
              <a:cxnSpLocks/>
            </p:cNvCxnSpPr>
            <p:nvPr userDrawn="1"/>
          </p:nvCxnSpPr>
          <p:spPr>
            <a:xfrm>
              <a:off x="6059044" y="5016636"/>
              <a:ext cx="0" cy="637617"/>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7365745-B0D5-F8C9-C366-22994727B047}"/>
                </a:ext>
              </a:extLst>
            </p:cNvPr>
            <p:cNvCxnSpPr>
              <a:cxnSpLocks/>
            </p:cNvCxnSpPr>
            <p:nvPr/>
          </p:nvCxnSpPr>
          <p:spPr>
            <a:xfrm>
              <a:off x="6059044" y="4167215"/>
              <a:ext cx="0" cy="637617"/>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9446212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ext Placeholder 6">
            <a:extLst>
              <a:ext uri="{FF2B5EF4-FFF2-40B4-BE49-F238E27FC236}">
                <a16:creationId xmlns:a16="http://schemas.microsoft.com/office/drawing/2014/main" id="{817B1197-61C6-3A73-E3BD-1439C5F40E87}"/>
              </a:ext>
            </a:extLst>
          </p:cNvPr>
          <p:cNvSpPr txBox="1">
            <a:spLocks/>
          </p:cNvSpPr>
          <p:nvPr/>
        </p:nvSpPr>
        <p:spPr>
          <a:xfrm>
            <a:off x="6884202" y="1829287"/>
            <a:ext cx="4301250" cy="74745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2020"/>
              </a:lnSpc>
            </a:pPr>
            <a:r>
              <a:rPr lang="en-US" sz="1400" dirty="0">
                <a:solidFill>
                  <a:schemeClr val="accent4"/>
                </a:solidFill>
                <a:latin typeface="Montserrat" pitchFamily="2" charset="77"/>
                <a:cs typeface="Gotham Medium" pitchFamily="2" charset="0"/>
              </a:rPr>
              <a:t>Use the </a:t>
            </a:r>
            <a:r>
              <a:rPr lang="en-US" sz="1400" dirty="0">
                <a:latin typeface="Montserrat" pitchFamily="2" charset="77"/>
                <a:cs typeface="Gotham Bold" pitchFamily="2" charset="0"/>
              </a:rPr>
              <a:t>Montserrat</a:t>
            </a:r>
            <a:r>
              <a:rPr lang="en-US" sz="1400" dirty="0">
                <a:solidFill>
                  <a:schemeClr val="accent4"/>
                </a:solidFill>
                <a:latin typeface="Montserrat" pitchFamily="2" charset="77"/>
                <a:cs typeface="Gotham Medium" pitchFamily="2" charset="0"/>
              </a:rPr>
              <a:t> typeface family </a:t>
            </a:r>
            <a:br>
              <a:rPr lang="en-US" sz="1400" dirty="0">
                <a:solidFill>
                  <a:schemeClr val="accent4"/>
                </a:solidFill>
                <a:latin typeface="Montserrat" pitchFamily="2" charset="77"/>
                <a:cs typeface="Gotham Medium" pitchFamily="2" charset="0"/>
              </a:rPr>
            </a:br>
            <a:r>
              <a:rPr lang="en-US" sz="1400" dirty="0">
                <a:solidFill>
                  <a:schemeClr val="accent4"/>
                </a:solidFill>
                <a:latin typeface="Montserrat" pitchFamily="2" charset="77"/>
                <a:cs typeface="Gotham Medium" pitchFamily="2" charset="0"/>
              </a:rPr>
              <a:t>for headlines, subheads and body copy. </a:t>
            </a:r>
          </a:p>
        </p:txBody>
      </p:sp>
      <p:grpSp>
        <p:nvGrpSpPr>
          <p:cNvPr id="99" name="Group 98">
            <a:extLst>
              <a:ext uri="{FF2B5EF4-FFF2-40B4-BE49-F238E27FC236}">
                <a16:creationId xmlns:a16="http://schemas.microsoft.com/office/drawing/2014/main" id="{35565FFB-BD09-E67E-E94B-2C8F6CE5FBAF}"/>
              </a:ext>
            </a:extLst>
          </p:cNvPr>
          <p:cNvGrpSpPr/>
          <p:nvPr/>
        </p:nvGrpSpPr>
        <p:grpSpPr>
          <a:xfrm>
            <a:off x="6075757" y="1344739"/>
            <a:ext cx="336508" cy="4071047"/>
            <a:chOff x="5966493" y="3639577"/>
            <a:chExt cx="209441" cy="2533804"/>
          </a:xfrm>
        </p:grpSpPr>
        <p:sp>
          <p:nvSpPr>
            <p:cNvPr id="100" name="Graphic 12">
              <a:extLst>
                <a:ext uri="{FF2B5EF4-FFF2-40B4-BE49-F238E27FC236}">
                  <a16:creationId xmlns:a16="http://schemas.microsoft.com/office/drawing/2014/main" id="{6EE998F5-1089-ECBD-7DC0-DC12954BA66A}"/>
                </a:ext>
              </a:extLst>
            </p:cNvPr>
            <p:cNvSpPr/>
            <p:nvPr/>
          </p:nvSpPr>
          <p:spPr>
            <a:xfrm>
              <a:off x="5966493" y="4843972"/>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1" dirty="0">
                <a:latin typeface="Montserrat" pitchFamily="2" charset="77"/>
              </a:endParaRPr>
            </a:p>
          </p:txBody>
        </p:sp>
        <p:cxnSp>
          <p:nvCxnSpPr>
            <p:cNvPr id="102" name="Straight Connector 101">
              <a:extLst>
                <a:ext uri="{FF2B5EF4-FFF2-40B4-BE49-F238E27FC236}">
                  <a16:creationId xmlns:a16="http://schemas.microsoft.com/office/drawing/2014/main" id="{89CBBC7F-1A17-4671-4079-C0DBA2E28FE6}"/>
                </a:ext>
              </a:extLst>
            </p:cNvPr>
            <p:cNvCxnSpPr>
              <a:cxnSpLocks/>
            </p:cNvCxnSpPr>
            <p:nvPr/>
          </p:nvCxnSpPr>
          <p:spPr>
            <a:xfrm>
              <a:off x="6059044" y="3639577"/>
              <a:ext cx="0" cy="1158433"/>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B9F25848-4F88-0620-7467-12440D9415E0}"/>
                </a:ext>
              </a:extLst>
            </p:cNvPr>
            <p:cNvCxnSpPr>
              <a:cxnSpLocks/>
            </p:cNvCxnSpPr>
            <p:nvPr/>
          </p:nvCxnSpPr>
          <p:spPr>
            <a:xfrm>
              <a:off x="6059044" y="5014948"/>
              <a:ext cx="0" cy="1158433"/>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113" name="TextBox 112">
            <a:extLst>
              <a:ext uri="{FF2B5EF4-FFF2-40B4-BE49-F238E27FC236}">
                <a16:creationId xmlns:a16="http://schemas.microsoft.com/office/drawing/2014/main" id="{0A31C443-40E2-1E3B-1EF0-7880C3CB78EF}"/>
              </a:ext>
            </a:extLst>
          </p:cNvPr>
          <p:cNvSpPr txBox="1"/>
          <p:nvPr/>
        </p:nvSpPr>
        <p:spPr>
          <a:xfrm>
            <a:off x="765633" y="3696956"/>
            <a:ext cx="1757443" cy="646331"/>
          </a:xfrm>
          <a:prstGeom prst="rect">
            <a:avLst/>
          </a:prstGeom>
          <a:noFill/>
        </p:spPr>
        <p:txBody>
          <a:bodyPr wrap="square" rtlCol="0" anchor="ctr">
            <a:spAutoFit/>
          </a:bodyPr>
          <a:lstStyle/>
          <a:p>
            <a:r>
              <a:rPr lang="en-US" b="1" dirty="0">
                <a:solidFill>
                  <a:schemeClr val="bg1"/>
                </a:solidFill>
                <a:latin typeface="Montserrat ExtraBold" pitchFamily="2" charset="77"/>
                <a:cs typeface="Gotham Black" pitchFamily="2" charset="0"/>
              </a:rPr>
              <a:t>Montserrat </a:t>
            </a:r>
            <a:br>
              <a:rPr lang="en-US" b="1" dirty="0">
                <a:solidFill>
                  <a:schemeClr val="bg1"/>
                </a:solidFill>
                <a:latin typeface="Montserrat ExtraBold" pitchFamily="2" charset="77"/>
                <a:cs typeface="Gotham Black" pitchFamily="2" charset="0"/>
              </a:rPr>
            </a:br>
            <a:r>
              <a:rPr lang="en-US" b="1" dirty="0">
                <a:solidFill>
                  <a:schemeClr val="bg1"/>
                </a:solidFill>
                <a:latin typeface="Montserrat ExtraBold" pitchFamily="2" charset="77"/>
                <a:cs typeface="Gotham Black" pitchFamily="2" charset="0"/>
              </a:rPr>
              <a:t>Extra Bold</a:t>
            </a:r>
          </a:p>
        </p:txBody>
      </p:sp>
      <p:sp>
        <p:nvSpPr>
          <p:cNvPr id="151" name="TextBox 150">
            <a:extLst>
              <a:ext uri="{FF2B5EF4-FFF2-40B4-BE49-F238E27FC236}">
                <a16:creationId xmlns:a16="http://schemas.microsoft.com/office/drawing/2014/main" id="{A858ABA8-1490-B889-688A-DE39FFE311FF}"/>
              </a:ext>
            </a:extLst>
          </p:cNvPr>
          <p:cNvSpPr txBox="1"/>
          <p:nvPr/>
        </p:nvSpPr>
        <p:spPr>
          <a:xfrm>
            <a:off x="765633" y="4510956"/>
            <a:ext cx="1885189" cy="646331"/>
          </a:xfrm>
          <a:prstGeom prst="rect">
            <a:avLst/>
          </a:prstGeom>
          <a:noFill/>
        </p:spPr>
        <p:txBody>
          <a:bodyPr wrap="square" rtlCol="0" anchor="ctr">
            <a:spAutoFit/>
          </a:bodyPr>
          <a:lstStyle/>
          <a:p>
            <a:r>
              <a:rPr lang="en-US" b="1" dirty="0">
                <a:solidFill>
                  <a:schemeClr val="bg1"/>
                </a:solidFill>
                <a:latin typeface="Montserrat" pitchFamily="2" charset="77"/>
                <a:cs typeface="Gotham Bold" pitchFamily="2" charset="0"/>
              </a:rPr>
              <a:t>Montserrat </a:t>
            </a:r>
            <a:br>
              <a:rPr lang="en-US" b="1" dirty="0">
                <a:solidFill>
                  <a:schemeClr val="bg1"/>
                </a:solidFill>
                <a:latin typeface="Montserrat" pitchFamily="2" charset="77"/>
                <a:cs typeface="Gotham Bold" pitchFamily="2" charset="0"/>
              </a:rPr>
            </a:br>
            <a:r>
              <a:rPr lang="en-US" b="1" dirty="0">
                <a:solidFill>
                  <a:schemeClr val="bg1"/>
                </a:solidFill>
                <a:latin typeface="Montserrat" pitchFamily="2" charset="77"/>
                <a:cs typeface="Gotham Bold" pitchFamily="2" charset="0"/>
              </a:rPr>
              <a:t>Bold</a:t>
            </a:r>
          </a:p>
        </p:txBody>
      </p:sp>
      <p:sp>
        <p:nvSpPr>
          <p:cNvPr id="152" name="TextBox 151">
            <a:extLst>
              <a:ext uri="{FF2B5EF4-FFF2-40B4-BE49-F238E27FC236}">
                <a16:creationId xmlns:a16="http://schemas.microsoft.com/office/drawing/2014/main" id="{E6B23EF4-5EAC-B4F0-7ED5-5E7A2AEDC0C9}"/>
              </a:ext>
            </a:extLst>
          </p:cNvPr>
          <p:cNvSpPr txBox="1"/>
          <p:nvPr/>
        </p:nvSpPr>
        <p:spPr>
          <a:xfrm>
            <a:off x="3181206" y="3682638"/>
            <a:ext cx="1835522" cy="646331"/>
          </a:xfrm>
          <a:prstGeom prst="rect">
            <a:avLst/>
          </a:prstGeom>
          <a:noFill/>
        </p:spPr>
        <p:txBody>
          <a:bodyPr wrap="square" rtlCol="0" anchor="ctr">
            <a:spAutoFit/>
          </a:bodyPr>
          <a:lstStyle/>
          <a:p>
            <a:r>
              <a:rPr lang="en-US" b="1" dirty="0">
                <a:solidFill>
                  <a:schemeClr val="bg1"/>
                </a:solidFill>
                <a:latin typeface="Montserrat Medium" pitchFamily="2" charset="77"/>
                <a:cs typeface="Gotham Medium" pitchFamily="2" charset="0"/>
              </a:rPr>
              <a:t>Montserrat </a:t>
            </a:r>
            <a:br>
              <a:rPr lang="en-US" b="1" dirty="0">
                <a:solidFill>
                  <a:schemeClr val="bg1"/>
                </a:solidFill>
                <a:latin typeface="Montserrat Medium" pitchFamily="2" charset="77"/>
                <a:cs typeface="Gotham Medium" pitchFamily="2" charset="0"/>
              </a:rPr>
            </a:br>
            <a:r>
              <a:rPr lang="en-US" b="1" dirty="0">
                <a:solidFill>
                  <a:schemeClr val="bg1"/>
                </a:solidFill>
                <a:latin typeface="Montserrat Medium" pitchFamily="2" charset="77"/>
                <a:cs typeface="Gotham Medium" pitchFamily="2" charset="0"/>
              </a:rPr>
              <a:t>Medium</a:t>
            </a:r>
          </a:p>
        </p:txBody>
      </p:sp>
      <p:sp>
        <p:nvSpPr>
          <p:cNvPr id="153" name="TextBox 152">
            <a:extLst>
              <a:ext uri="{FF2B5EF4-FFF2-40B4-BE49-F238E27FC236}">
                <a16:creationId xmlns:a16="http://schemas.microsoft.com/office/drawing/2014/main" id="{0A9C3720-F818-F63F-846C-59FBB3C8687C}"/>
              </a:ext>
            </a:extLst>
          </p:cNvPr>
          <p:cNvSpPr txBox="1"/>
          <p:nvPr/>
        </p:nvSpPr>
        <p:spPr>
          <a:xfrm>
            <a:off x="3186953" y="4510956"/>
            <a:ext cx="1885190" cy="646331"/>
          </a:xfrm>
          <a:prstGeom prst="rect">
            <a:avLst/>
          </a:prstGeom>
          <a:noFill/>
        </p:spPr>
        <p:txBody>
          <a:bodyPr wrap="square" rtlCol="0" anchor="ctr">
            <a:spAutoFit/>
          </a:bodyPr>
          <a:lstStyle/>
          <a:p>
            <a:r>
              <a:rPr lang="en-US" dirty="0">
                <a:solidFill>
                  <a:schemeClr val="bg1"/>
                </a:solidFill>
                <a:latin typeface="Montserrat" pitchFamily="2" charset="77"/>
                <a:cs typeface="Gotham Book" pitchFamily="2" charset="0"/>
              </a:rPr>
              <a:t>Montserrat </a:t>
            </a:r>
            <a:br>
              <a:rPr lang="en-US" dirty="0">
                <a:solidFill>
                  <a:schemeClr val="bg1"/>
                </a:solidFill>
                <a:latin typeface="Montserrat" pitchFamily="2" charset="77"/>
                <a:cs typeface="Gotham Book" pitchFamily="2" charset="0"/>
              </a:rPr>
            </a:br>
            <a:r>
              <a:rPr lang="en-US" dirty="0">
                <a:solidFill>
                  <a:schemeClr val="bg1"/>
                </a:solidFill>
                <a:latin typeface="Montserrat" pitchFamily="2" charset="77"/>
                <a:cs typeface="Gotham Book" pitchFamily="2" charset="0"/>
              </a:rPr>
              <a:t>Regular</a:t>
            </a:r>
          </a:p>
        </p:txBody>
      </p:sp>
      <p:sp>
        <p:nvSpPr>
          <p:cNvPr id="106" name="Oval 105">
            <a:extLst>
              <a:ext uri="{FF2B5EF4-FFF2-40B4-BE49-F238E27FC236}">
                <a16:creationId xmlns:a16="http://schemas.microsoft.com/office/drawing/2014/main" id="{2B30218D-6DF5-F916-F194-0B75668DB1BE}"/>
              </a:ext>
            </a:extLst>
          </p:cNvPr>
          <p:cNvSpPr/>
          <p:nvPr/>
        </p:nvSpPr>
        <p:spPr>
          <a:xfrm>
            <a:off x="917803" y="2464969"/>
            <a:ext cx="646331" cy="6463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07" name="Oval 106">
            <a:extLst>
              <a:ext uri="{FF2B5EF4-FFF2-40B4-BE49-F238E27FC236}">
                <a16:creationId xmlns:a16="http://schemas.microsoft.com/office/drawing/2014/main" id="{5378EA98-D217-4A97-E863-0627612300AE}"/>
              </a:ext>
            </a:extLst>
          </p:cNvPr>
          <p:cNvSpPr/>
          <p:nvPr/>
        </p:nvSpPr>
        <p:spPr>
          <a:xfrm>
            <a:off x="1654319" y="2464969"/>
            <a:ext cx="646331" cy="64633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08" name="Oval 107">
            <a:extLst>
              <a:ext uri="{FF2B5EF4-FFF2-40B4-BE49-F238E27FC236}">
                <a16:creationId xmlns:a16="http://schemas.microsoft.com/office/drawing/2014/main" id="{E1BFB340-BB52-C27C-0FF1-E40311FDEFE7}"/>
              </a:ext>
            </a:extLst>
          </p:cNvPr>
          <p:cNvSpPr/>
          <p:nvPr/>
        </p:nvSpPr>
        <p:spPr>
          <a:xfrm>
            <a:off x="2884014" y="1796607"/>
            <a:ext cx="646331" cy="64633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09" name="Oval 108">
            <a:extLst>
              <a:ext uri="{FF2B5EF4-FFF2-40B4-BE49-F238E27FC236}">
                <a16:creationId xmlns:a16="http://schemas.microsoft.com/office/drawing/2014/main" id="{CB2D7C76-709A-B019-3373-BDEB1F756B54}"/>
              </a:ext>
            </a:extLst>
          </p:cNvPr>
          <p:cNvSpPr/>
          <p:nvPr/>
        </p:nvSpPr>
        <p:spPr>
          <a:xfrm>
            <a:off x="3619707" y="1796607"/>
            <a:ext cx="646331" cy="64633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10" name="Oval 109">
            <a:extLst>
              <a:ext uri="{FF2B5EF4-FFF2-40B4-BE49-F238E27FC236}">
                <a16:creationId xmlns:a16="http://schemas.microsoft.com/office/drawing/2014/main" id="{53DD1DBB-ACC1-9768-7863-B1CC2875BBA7}"/>
              </a:ext>
            </a:extLst>
          </p:cNvPr>
          <p:cNvSpPr/>
          <p:nvPr/>
        </p:nvSpPr>
        <p:spPr>
          <a:xfrm>
            <a:off x="4356225" y="1796607"/>
            <a:ext cx="646331" cy="64633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11" name="Oval 110">
            <a:extLst>
              <a:ext uri="{FF2B5EF4-FFF2-40B4-BE49-F238E27FC236}">
                <a16:creationId xmlns:a16="http://schemas.microsoft.com/office/drawing/2014/main" id="{615C368F-7CD0-8613-D74D-1E337F7B413C}"/>
              </a:ext>
            </a:extLst>
          </p:cNvPr>
          <p:cNvSpPr/>
          <p:nvPr/>
        </p:nvSpPr>
        <p:spPr>
          <a:xfrm>
            <a:off x="5091625" y="1796607"/>
            <a:ext cx="646330" cy="64633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155" name="Picture 154">
            <a:extLst>
              <a:ext uri="{FF2B5EF4-FFF2-40B4-BE49-F238E27FC236}">
                <a16:creationId xmlns:a16="http://schemas.microsoft.com/office/drawing/2014/main" id="{73E57598-B19F-7809-974B-327F83E0BB6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95574" y="5759048"/>
            <a:ext cx="2116599" cy="641920"/>
          </a:xfrm>
          <a:prstGeom prst="rect">
            <a:avLst/>
          </a:prstGeom>
        </p:spPr>
      </p:pic>
      <p:sp>
        <p:nvSpPr>
          <p:cNvPr id="157" name="Text Placeholder 6">
            <a:extLst>
              <a:ext uri="{FF2B5EF4-FFF2-40B4-BE49-F238E27FC236}">
                <a16:creationId xmlns:a16="http://schemas.microsoft.com/office/drawing/2014/main" id="{4DC46CCD-CABF-0D72-F42F-B334B8F96CF0}"/>
              </a:ext>
            </a:extLst>
          </p:cNvPr>
          <p:cNvSpPr txBox="1">
            <a:spLocks/>
          </p:cNvSpPr>
          <p:nvPr/>
        </p:nvSpPr>
        <p:spPr>
          <a:xfrm>
            <a:off x="6884202" y="4343287"/>
            <a:ext cx="4779382" cy="1181397"/>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2020"/>
              </a:lnSpc>
            </a:pPr>
            <a:r>
              <a:rPr lang="en-US" sz="1400" dirty="0">
                <a:solidFill>
                  <a:schemeClr val="accent4"/>
                </a:solidFill>
                <a:latin typeface="Montserrat" pitchFamily="2" charset="77"/>
                <a:cs typeface="Gotham Medium" pitchFamily="2" charset="0"/>
              </a:rPr>
              <a:t>should be used sparingly, such as highlighting </a:t>
            </a:r>
            <a:br>
              <a:rPr lang="en-US" sz="1400" dirty="0">
                <a:solidFill>
                  <a:schemeClr val="accent4"/>
                </a:solidFill>
                <a:latin typeface="Montserrat" pitchFamily="2" charset="77"/>
                <a:cs typeface="Gotham Medium" pitchFamily="2" charset="0"/>
              </a:rPr>
            </a:br>
            <a:r>
              <a:rPr lang="en-US" sz="1400" dirty="0">
                <a:solidFill>
                  <a:schemeClr val="accent4"/>
                </a:solidFill>
                <a:latin typeface="Montserrat" pitchFamily="2" charset="77"/>
                <a:cs typeface="Gotham Medium" pitchFamily="2" charset="0"/>
              </a:rPr>
              <a:t>a word(s) or as a lead-in to the headline. Regular weight is preferred as it becomes more difficult to read at a smaller point size in the bold weight.</a:t>
            </a:r>
          </a:p>
        </p:txBody>
      </p:sp>
      <p:sp>
        <p:nvSpPr>
          <p:cNvPr id="172" name="Text Placeholder 10">
            <a:extLst>
              <a:ext uri="{FF2B5EF4-FFF2-40B4-BE49-F238E27FC236}">
                <a16:creationId xmlns:a16="http://schemas.microsoft.com/office/drawing/2014/main" id="{167CFD62-F392-2922-8E7E-A61C58ED2BA4}"/>
              </a:ext>
            </a:extLst>
          </p:cNvPr>
          <p:cNvSpPr txBox="1">
            <a:spLocks/>
          </p:cNvSpPr>
          <p:nvPr/>
        </p:nvSpPr>
        <p:spPr>
          <a:xfrm>
            <a:off x="765633" y="654759"/>
            <a:ext cx="6871266" cy="509336"/>
          </a:xfrm>
          <a:prstGeom prst="rect">
            <a:avLst/>
          </a:prstGeom>
        </p:spPr>
        <p:txBody>
          <a:bodyPr vert="horz" lIns="91440" tIns="45720" rIns="91440" bIns="4572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320"/>
              </a:lnSpc>
            </a:pPr>
            <a:r>
              <a:rPr lang="en-US" sz="3600" dirty="0">
                <a:solidFill>
                  <a:schemeClr val="bg1"/>
                </a:solidFill>
                <a:latin typeface="Montserrat ExtraBold" pitchFamily="2" charset="77"/>
                <a:cs typeface="Gotham Black" pitchFamily="2" charset="0"/>
              </a:rPr>
              <a:t>Brand Identity Elements </a:t>
            </a:r>
          </a:p>
        </p:txBody>
      </p:sp>
      <p:sp>
        <p:nvSpPr>
          <p:cNvPr id="2" name="Text Placeholder 8">
            <a:extLst>
              <a:ext uri="{FF2B5EF4-FFF2-40B4-BE49-F238E27FC236}">
                <a16:creationId xmlns:a16="http://schemas.microsoft.com/office/drawing/2014/main" id="{2F3E10FA-B86B-4032-DB01-FA41A84405A9}"/>
              </a:ext>
            </a:extLst>
          </p:cNvPr>
          <p:cNvSpPr txBox="1">
            <a:spLocks/>
          </p:cNvSpPr>
          <p:nvPr/>
        </p:nvSpPr>
        <p:spPr>
          <a:xfrm>
            <a:off x="765634" y="1088000"/>
            <a:ext cx="4533846" cy="489809"/>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80"/>
              </a:lnSpc>
            </a:pPr>
            <a:r>
              <a:rPr lang="en-US" sz="1200" b="0" dirty="0">
                <a:solidFill>
                  <a:schemeClr val="accent6"/>
                </a:solidFill>
                <a:latin typeface="Montserrat" pitchFamily="2" charset="77"/>
                <a:cs typeface="Gotham Book" pitchFamily="2" charset="0"/>
              </a:rPr>
              <a:t>Below are the color palette and primary and secondary fonts to be used in the development of your PowerPoint.</a:t>
            </a:r>
          </a:p>
        </p:txBody>
      </p:sp>
      <p:sp>
        <p:nvSpPr>
          <p:cNvPr id="3" name="TextBox 2">
            <a:extLst>
              <a:ext uri="{FF2B5EF4-FFF2-40B4-BE49-F238E27FC236}">
                <a16:creationId xmlns:a16="http://schemas.microsoft.com/office/drawing/2014/main" id="{01E74DBB-C24E-6498-AD35-A59C6067BCB3}"/>
              </a:ext>
            </a:extLst>
          </p:cNvPr>
          <p:cNvSpPr txBox="1"/>
          <p:nvPr/>
        </p:nvSpPr>
        <p:spPr>
          <a:xfrm>
            <a:off x="778294" y="4250628"/>
            <a:ext cx="1585786" cy="246221"/>
          </a:xfrm>
          <a:prstGeom prst="rect">
            <a:avLst/>
          </a:prstGeom>
          <a:noFill/>
        </p:spPr>
        <p:txBody>
          <a:bodyPr wrap="square" rtlCol="0" anchor="ctr">
            <a:spAutoFit/>
          </a:bodyPr>
          <a:lstStyle/>
          <a:p>
            <a:r>
              <a:rPr lang="en-US" sz="1000" dirty="0">
                <a:solidFill>
                  <a:schemeClr val="accent3"/>
                </a:solidFill>
                <a:latin typeface="Montserrat" pitchFamily="2" charset="77"/>
                <a:cs typeface="Gotham Book" pitchFamily="2" charset="0"/>
              </a:rPr>
              <a:t>Headlines</a:t>
            </a:r>
          </a:p>
        </p:txBody>
      </p:sp>
      <p:sp>
        <p:nvSpPr>
          <p:cNvPr id="4" name="TextBox 3">
            <a:extLst>
              <a:ext uri="{FF2B5EF4-FFF2-40B4-BE49-F238E27FC236}">
                <a16:creationId xmlns:a16="http://schemas.microsoft.com/office/drawing/2014/main" id="{C50E6970-4E6A-0E62-0EC8-F270B0EB92F9}"/>
              </a:ext>
            </a:extLst>
          </p:cNvPr>
          <p:cNvSpPr txBox="1"/>
          <p:nvPr/>
        </p:nvSpPr>
        <p:spPr>
          <a:xfrm>
            <a:off x="3188460" y="4250628"/>
            <a:ext cx="1837619" cy="246221"/>
          </a:xfrm>
          <a:prstGeom prst="rect">
            <a:avLst/>
          </a:prstGeom>
          <a:noFill/>
        </p:spPr>
        <p:txBody>
          <a:bodyPr wrap="square" rtlCol="0" anchor="ctr">
            <a:spAutoFit/>
          </a:bodyPr>
          <a:lstStyle/>
          <a:p>
            <a:r>
              <a:rPr lang="en-US" sz="1000" dirty="0">
                <a:solidFill>
                  <a:schemeClr val="accent3"/>
                </a:solidFill>
                <a:latin typeface="Montserrat" pitchFamily="2" charset="77"/>
                <a:cs typeface="Gotham Book" pitchFamily="2" charset="0"/>
              </a:rPr>
              <a:t>Subheads</a:t>
            </a:r>
          </a:p>
        </p:txBody>
      </p:sp>
      <p:sp>
        <p:nvSpPr>
          <p:cNvPr id="5" name="TextBox 4">
            <a:extLst>
              <a:ext uri="{FF2B5EF4-FFF2-40B4-BE49-F238E27FC236}">
                <a16:creationId xmlns:a16="http://schemas.microsoft.com/office/drawing/2014/main" id="{77677B04-A099-BE99-9FD6-EDF2C5DEA48A}"/>
              </a:ext>
            </a:extLst>
          </p:cNvPr>
          <p:cNvSpPr txBox="1"/>
          <p:nvPr/>
        </p:nvSpPr>
        <p:spPr>
          <a:xfrm>
            <a:off x="780007" y="5067081"/>
            <a:ext cx="1541720" cy="246221"/>
          </a:xfrm>
          <a:prstGeom prst="rect">
            <a:avLst/>
          </a:prstGeom>
          <a:noFill/>
        </p:spPr>
        <p:txBody>
          <a:bodyPr wrap="square" rtlCol="0" anchor="ctr">
            <a:spAutoFit/>
          </a:bodyPr>
          <a:lstStyle/>
          <a:p>
            <a:r>
              <a:rPr lang="en-US" sz="1000" dirty="0">
                <a:solidFill>
                  <a:schemeClr val="accent3"/>
                </a:solidFill>
                <a:latin typeface="Montserrat" pitchFamily="2" charset="77"/>
                <a:cs typeface="Gotham Book" pitchFamily="2" charset="0"/>
              </a:rPr>
              <a:t>Subheads/Callouts</a:t>
            </a:r>
          </a:p>
        </p:txBody>
      </p:sp>
      <p:sp>
        <p:nvSpPr>
          <p:cNvPr id="7" name="TextBox 6">
            <a:extLst>
              <a:ext uri="{FF2B5EF4-FFF2-40B4-BE49-F238E27FC236}">
                <a16:creationId xmlns:a16="http://schemas.microsoft.com/office/drawing/2014/main" id="{BA9171ED-BF9F-7E7B-EAAD-6E54931834E1}"/>
              </a:ext>
            </a:extLst>
          </p:cNvPr>
          <p:cNvSpPr txBox="1"/>
          <p:nvPr/>
        </p:nvSpPr>
        <p:spPr>
          <a:xfrm>
            <a:off x="3204328" y="5067081"/>
            <a:ext cx="1541722" cy="246221"/>
          </a:xfrm>
          <a:prstGeom prst="rect">
            <a:avLst/>
          </a:prstGeom>
          <a:noFill/>
        </p:spPr>
        <p:txBody>
          <a:bodyPr wrap="square" rtlCol="0" anchor="ctr">
            <a:spAutoFit/>
          </a:bodyPr>
          <a:lstStyle/>
          <a:p>
            <a:r>
              <a:rPr lang="en-US" sz="1000" dirty="0">
                <a:solidFill>
                  <a:schemeClr val="accent3"/>
                </a:solidFill>
                <a:latin typeface="Montserrat" pitchFamily="2" charset="77"/>
                <a:cs typeface="Gotham Book" pitchFamily="2" charset="0"/>
              </a:rPr>
              <a:t>Body copy</a:t>
            </a:r>
          </a:p>
        </p:txBody>
      </p:sp>
      <p:sp>
        <p:nvSpPr>
          <p:cNvPr id="9" name="TextBox 8">
            <a:extLst>
              <a:ext uri="{FF2B5EF4-FFF2-40B4-BE49-F238E27FC236}">
                <a16:creationId xmlns:a16="http://schemas.microsoft.com/office/drawing/2014/main" id="{F59FDFF0-9840-5A34-42AC-28D82417056F}"/>
              </a:ext>
            </a:extLst>
          </p:cNvPr>
          <p:cNvSpPr txBox="1"/>
          <p:nvPr/>
        </p:nvSpPr>
        <p:spPr>
          <a:xfrm>
            <a:off x="1500336" y="5875954"/>
            <a:ext cx="2295266" cy="400110"/>
          </a:xfrm>
          <a:prstGeom prst="rect">
            <a:avLst/>
          </a:prstGeom>
          <a:noFill/>
        </p:spPr>
        <p:txBody>
          <a:bodyPr wrap="square" rtlCol="0" anchor="ctr">
            <a:spAutoFit/>
          </a:bodyPr>
          <a:lstStyle/>
          <a:p>
            <a:pPr algn="ctr"/>
            <a:r>
              <a:rPr lang="en-US" sz="1000" dirty="0">
                <a:solidFill>
                  <a:schemeClr val="accent3"/>
                </a:solidFill>
                <a:latin typeface="Montserrat" pitchFamily="2" charset="77"/>
                <a:cs typeface="Gotham Book" pitchFamily="2" charset="0"/>
              </a:rPr>
              <a:t>Lead-in/Callouts</a:t>
            </a:r>
          </a:p>
          <a:p>
            <a:pPr algn="ctr"/>
            <a:r>
              <a:rPr lang="en-US" sz="1000" dirty="0">
                <a:solidFill>
                  <a:schemeClr val="accent3"/>
                </a:solidFill>
                <a:latin typeface="Montserrat" pitchFamily="2" charset="77"/>
                <a:cs typeface="Gotham Book" pitchFamily="2" charset="0"/>
              </a:rPr>
              <a:t>Use regular weight</a:t>
            </a:r>
          </a:p>
        </p:txBody>
      </p:sp>
      <p:sp>
        <p:nvSpPr>
          <p:cNvPr id="11" name="Slide Number Placeholder 4">
            <a:extLst>
              <a:ext uri="{FF2B5EF4-FFF2-40B4-BE49-F238E27FC236}">
                <a16:creationId xmlns:a16="http://schemas.microsoft.com/office/drawing/2014/main" id="{195537BA-3B07-814C-1D44-C9C3D99755A3}"/>
              </a:ext>
            </a:extLst>
          </p:cNvPr>
          <p:cNvSpPr>
            <a:spLocks noGrp="1"/>
          </p:cNvSpPr>
          <p:nvPr>
            <p:ph type="sldNum" sz="quarter" idx="21"/>
          </p:nvPr>
        </p:nvSpPr>
        <p:spPr/>
        <p:txBody>
          <a:bodyPr/>
          <a:lstStyle>
            <a:lvl1pPr>
              <a:defRPr>
                <a:solidFill>
                  <a:schemeClr val="accent3"/>
                </a:solidFill>
              </a:defRPr>
            </a:lvl1pPr>
          </a:lstStyle>
          <a:p>
            <a:fld id="{7C880EF5-9874-874E-BB18-59724C37FBA3}" type="slidenum">
              <a:rPr lang="en-US" smtClean="0"/>
              <a:pPr/>
              <a:t>9</a:t>
            </a:fld>
            <a:endParaRPr lang="en-US" dirty="0"/>
          </a:p>
        </p:txBody>
      </p:sp>
      <p:grpSp>
        <p:nvGrpSpPr>
          <p:cNvPr id="32" name="Group 31">
            <a:extLst>
              <a:ext uri="{FF2B5EF4-FFF2-40B4-BE49-F238E27FC236}">
                <a16:creationId xmlns:a16="http://schemas.microsoft.com/office/drawing/2014/main" id="{9BD0175A-4935-EB51-BC7F-5E839E939499}"/>
              </a:ext>
            </a:extLst>
          </p:cNvPr>
          <p:cNvGrpSpPr/>
          <p:nvPr/>
        </p:nvGrpSpPr>
        <p:grpSpPr>
          <a:xfrm>
            <a:off x="6981293" y="1359712"/>
            <a:ext cx="831648" cy="432206"/>
            <a:chOff x="7094492" y="560090"/>
            <a:chExt cx="831648" cy="432206"/>
          </a:xfrm>
          <a:solidFill>
            <a:schemeClr val="tx1"/>
          </a:solidFill>
        </p:grpSpPr>
        <p:sp>
          <p:nvSpPr>
            <p:cNvPr id="31" name="Freeform 30">
              <a:extLst>
                <a:ext uri="{FF2B5EF4-FFF2-40B4-BE49-F238E27FC236}">
                  <a16:creationId xmlns:a16="http://schemas.microsoft.com/office/drawing/2014/main" id="{58F5C6F8-5AA9-404F-C45F-6459337103CA}"/>
                </a:ext>
              </a:extLst>
            </p:cNvPr>
            <p:cNvSpPr/>
            <p:nvPr/>
          </p:nvSpPr>
          <p:spPr>
            <a:xfrm>
              <a:off x="7094492" y="560090"/>
              <a:ext cx="496214" cy="426720"/>
            </a:xfrm>
            <a:custGeom>
              <a:avLst/>
              <a:gdLst/>
              <a:ahLst/>
              <a:cxnLst/>
              <a:rect l="l" t="t" r="r" b="b"/>
              <a:pathLst>
                <a:path w="496214" h="426720">
                  <a:moveTo>
                    <a:pt x="188366" y="0"/>
                  </a:moveTo>
                  <a:lnTo>
                    <a:pt x="307238" y="0"/>
                  </a:lnTo>
                  <a:lnTo>
                    <a:pt x="496214" y="426720"/>
                  </a:lnTo>
                  <a:lnTo>
                    <a:pt x="370637" y="426720"/>
                  </a:lnTo>
                  <a:lnTo>
                    <a:pt x="337364" y="343814"/>
                  </a:lnTo>
                  <a:lnTo>
                    <a:pt x="156411" y="343814"/>
                  </a:lnTo>
                  <a:lnTo>
                    <a:pt x="123139" y="426720"/>
                  </a:lnTo>
                  <a:lnTo>
                    <a:pt x="0" y="426720"/>
                  </a:lnTo>
                  <a:lnTo>
                    <a:pt x="188366" y="0"/>
                  </a:lnTo>
                  <a:close/>
                  <a:moveTo>
                    <a:pt x="246888" y="118371"/>
                  </a:moveTo>
                  <a:lnTo>
                    <a:pt x="192130" y="254813"/>
                  </a:lnTo>
                  <a:lnTo>
                    <a:pt x="301646" y="254813"/>
                  </a:lnTo>
                  <a:lnTo>
                    <a:pt x="246888" y="11837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05663359-AC34-7B9C-8F1E-32778AB0718B}"/>
                </a:ext>
              </a:extLst>
            </p:cNvPr>
            <p:cNvSpPr/>
            <p:nvPr/>
          </p:nvSpPr>
          <p:spPr>
            <a:xfrm>
              <a:off x="7597565" y="650920"/>
              <a:ext cx="328575" cy="341376"/>
            </a:xfrm>
            <a:custGeom>
              <a:avLst/>
              <a:gdLst/>
              <a:ahLst/>
              <a:cxnLst/>
              <a:rect l="l" t="t" r="r" b="b"/>
              <a:pathLst>
                <a:path w="328575" h="341376">
                  <a:moveTo>
                    <a:pt x="159715" y="0"/>
                  </a:moveTo>
                  <a:cubicBezTo>
                    <a:pt x="213360" y="0"/>
                    <a:pt x="254915" y="12294"/>
                    <a:pt x="284379" y="36881"/>
                  </a:cubicBezTo>
                  <a:cubicBezTo>
                    <a:pt x="313843" y="61468"/>
                    <a:pt x="328575" y="99975"/>
                    <a:pt x="328575" y="152400"/>
                  </a:cubicBezTo>
                  <a:lnTo>
                    <a:pt x="328575" y="335890"/>
                  </a:lnTo>
                  <a:lnTo>
                    <a:pt x="220675" y="335890"/>
                  </a:lnTo>
                  <a:lnTo>
                    <a:pt x="220675" y="292545"/>
                  </a:lnTo>
                  <a:lnTo>
                    <a:pt x="215113" y="302438"/>
                  </a:lnTo>
                  <a:cubicBezTo>
                    <a:pt x="209169" y="311023"/>
                    <a:pt x="201778" y="318212"/>
                    <a:pt x="192939" y="324003"/>
                  </a:cubicBezTo>
                  <a:cubicBezTo>
                    <a:pt x="175260" y="335585"/>
                    <a:pt x="151994" y="341376"/>
                    <a:pt x="123139" y="341376"/>
                  </a:cubicBezTo>
                  <a:cubicBezTo>
                    <a:pt x="96723" y="341376"/>
                    <a:pt x="74371" y="336906"/>
                    <a:pt x="56083" y="327965"/>
                  </a:cubicBezTo>
                  <a:cubicBezTo>
                    <a:pt x="37795" y="319024"/>
                    <a:pt x="23876" y="306832"/>
                    <a:pt x="14326" y="291389"/>
                  </a:cubicBezTo>
                  <a:cubicBezTo>
                    <a:pt x="4775" y="275946"/>
                    <a:pt x="0" y="258674"/>
                    <a:pt x="0" y="239573"/>
                  </a:cubicBezTo>
                  <a:cubicBezTo>
                    <a:pt x="0" y="219253"/>
                    <a:pt x="5182" y="201676"/>
                    <a:pt x="15545" y="186843"/>
                  </a:cubicBezTo>
                  <a:cubicBezTo>
                    <a:pt x="25908" y="172009"/>
                    <a:pt x="41859" y="160630"/>
                    <a:pt x="63399" y="152705"/>
                  </a:cubicBezTo>
                  <a:cubicBezTo>
                    <a:pt x="84938" y="144780"/>
                    <a:pt x="112776" y="140818"/>
                    <a:pt x="146914" y="140818"/>
                  </a:cubicBezTo>
                  <a:lnTo>
                    <a:pt x="211910" y="140818"/>
                  </a:lnTo>
                  <a:lnTo>
                    <a:pt x="208560" y="121387"/>
                  </a:lnTo>
                  <a:cubicBezTo>
                    <a:pt x="205766" y="114326"/>
                    <a:pt x="201575" y="108306"/>
                    <a:pt x="195987" y="103328"/>
                  </a:cubicBezTo>
                  <a:cubicBezTo>
                    <a:pt x="184811" y="93371"/>
                    <a:pt x="167031" y="88392"/>
                    <a:pt x="142647" y="88392"/>
                  </a:cubicBezTo>
                  <a:cubicBezTo>
                    <a:pt x="126797" y="88392"/>
                    <a:pt x="110744" y="90932"/>
                    <a:pt x="94488" y="96012"/>
                  </a:cubicBezTo>
                  <a:cubicBezTo>
                    <a:pt x="78232" y="101092"/>
                    <a:pt x="64415" y="108103"/>
                    <a:pt x="53035" y="117044"/>
                  </a:cubicBezTo>
                  <a:lnTo>
                    <a:pt x="14021" y="38405"/>
                  </a:lnTo>
                  <a:cubicBezTo>
                    <a:pt x="32715" y="26213"/>
                    <a:pt x="55169" y="16764"/>
                    <a:pt x="81382" y="10059"/>
                  </a:cubicBezTo>
                  <a:cubicBezTo>
                    <a:pt x="107595" y="3353"/>
                    <a:pt x="133706" y="0"/>
                    <a:pt x="159715" y="0"/>
                  </a:cubicBezTo>
                  <a:close/>
                  <a:moveTo>
                    <a:pt x="162763" y="201168"/>
                  </a:moveTo>
                  <a:cubicBezTo>
                    <a:pt x="144069" y="201168"/>
                    <a:pt x="130963" y="204216"/>
                    <a:pt x="123444" y="210312"/>
                  </a:cubicBezTo>
                  <a:cubicBezTo>
                    <a:pt x="115926" y="216408"/>
                    <a:pt x="112167" y="224536"/>
                    <a:pt x="112167" y="234696"/>
                  </a:cubicBezTo>
                  <a:cubicBezTo>
                    <a:pt x="112167" y="244856"/>
                    <a:pt x="116027" y="252984"/>
                    <a:pt x="123749" y="259080"/>
                  </a:cubicBezTo>
                  <a:cubicBezTo>
                    <a:pt x="131471" y="265176"/>
                    <a:pt x="142037" y="268224"/>
                    <a:pt x="155448" y="268224"/>
                  </a:cubicBezTo>
                  <a:cubicBezTo>
                    <a:pt x="168047" y="268224"/>
                    <a:pt x="179527" y="265075"/>
                    <a:pt x="189891" y="258776"/>
                  </a:cubicBezTo>
                  <a:cubicBezTo>
                    <a:pt x="200254" y="252476"/>
                    <a:pt x="207874" y="242824"/>
                    <a:pt x="212751" y="229820"/>
                  </a:cubicBezTo>
                  <a:lnTo>
                    <a:pt x="212751" y="201168"/>
                  </a:lnTo>
                  <a:lnTo>
                    <a:pt x="162763" y="20116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grpSp>
      <p:grpSp>
        <p:nvGrpSpPr>
          <p:cNvPr id="89" name="Group 88">
            <a:extLst>
              <a:ext uri="{FF2B5EF4-FFF2-40B4-BE49-F238E27FC236}">
                <a16:creationId xmlns:a16="http://schemas.microsoft.com/office/drawing/2014/main" id="{341709C8-697F-2340-5728-023D3D2840F4}"/>
              </a:ext>
            </a:extLst>
          </p:cNvPr>
          <p:cNvGrpSpPr/>
          <p:nvPr/>
        </p:nvGrpSpPr>
        <p:grpSpPr>
          <a:xfrm>
            <a:off x="6992106" y="2776814"/>
            <a:ext cx="1022628" cy="901573"/>
            <a:chOff x="8796101" y="2531360"/>
            <a:chExt cx="1022628" cy="901573"/>
          </a:xfrm>
          <a:solidFill>
            <a:schemeClr val="tx1"/>
          </a:solidFill>
        </p:grpSpPr>
        <p:sp>
          <p:nvSpPr>
            <p:cNvPr id="88" name="Freeform 87">
              <a:extLst>
                <a:ext uri="{FF2B5EF4-FFF2-40B4-BE49-F238E27FC236}">
                  <a16:creationId xmlns:a16="http://schemas.microsoft.com/office/drawing/2014/main" id="{9AA54C7F-CCAC-C67C-159D-BC1CC7855D39}"/>
                </a:ext>
              </a:extLst>
            </p:cNvPr>
            <p:cNvSpPr/>
            <p:nvPr/>
          </p:nvSpPr>
          <p:spPr>
            <a:xfrm>
              <a:off x="8796101" y="2531360"/>
              <a:ext cx="715672" cy="901573"/>
            </a:xfrm>
            <a:custGeom>
              <a:avLst/>
              <a:gdLst/>
              <a:ahLst/>
              <a:cxnLst/>
              <a:rect l="l" t="t" r="r" b="b"/>
              <a:pathLst>
                <a:path w="715672" h="901573">
                  <a:moveTo>
                    <a:pt x="665422" y="47"/>
                  </a:moveTo>
                  <a:cubicBezTo>
                    <a:pt x="674595" y="556"/>
                    <a:pt x="675105" y="1575"/>
                    <a:pt x="673066" y="6162"/>
                  </a:cubicBezTo>
                  <a:cubicBezTo>
                    <a:pt x="670009" y="12786"/>
                    <a:pt x="670009" y="13296"/>
                    <a:pt x="682748" y="10238"/>
                  </a:cubicBezTo>
                  <a:cubicBezTo>
                    <a:pt x="690902" y="8200"/>
                    <a:pt x="693959" y="8200"/>
                    <a:pt x="695488" y="11258"/>
                  </a:cubicBezTo>
                  <a:cubicBezTo>
                    <a:pt x="696507" y="13296"/>
                    <a:pt x="697526" y="15334"/>
                    <a:pt x="696507" y="15844"/>
                  </a:cubicBezTo>
                  <a:cubicBezTo>
                    <a:pt x="694979" y="16353"/>
                    <a:pt x="697017" y="17882"/>
                    <a:pt x="700074" y="17882"/>
                  </a:cubicBezTo>
                  <a:cubicBezTo>
                    <a:pt x="703132" y="18392"/>
                    <a:pt x="708228" y="21449"/>
                    <a:pt x="711285" y="25526"/>
                  </a:cubicBezTo>
                  <a:cubicBezTo>
                    <a:pt x="715362" y="31131"/>
                    <a:pt x="717400" y="32660"/>
                    <a:pt x="713833" y="36227"/>
                  </a:cubicBezTo>
                  <a:cubicBezTo>
                    <a:pt x="711795" y="38266"/>
                    <a:pt x="709247" y="46929"/>
                    <a:pt x="706189" y="55592"/>
                  </a:cubicBezTo>
                  <a:cubicBezTo>
                    <a:pt x="703641" y="63235"/>
                    <a:pt x="700584" y="71389"/>
                    <a:pt x="699565" y="72408"/>
                  </a:cubicBezTo>
                  <a:cubicBezTo>
                    <a:pt x="698036" y="73937"/>
                    <a:pt x="693959" y="82090"/>
                    <a:pt x="689883" y="91263"/>
                  </a:cubicBezTo>
                  <a:cubicBezTo>
                    <a:pt x="685806" y="100435"/>
                    <a:pt x="678672" y="113175"/>
                    <a:pt x="675105" y="120309"/>
                  </a:cubicBezTo>
                  <a:cubicBezTo>
                    <a:pt x="671537" y="126934"/>
                    <a:pt x="665422" y="137126"/>
                    <a:pt x="662365" y="143750"/>
                  </a:cubicBezTo>
                  <a:cubicBezTo>
                    <a:pt x="659307" y="150375"/>
                    <a:pt x="655231" y="157509"/>
                    <a:pt x="653192" y="159038"/>
                  </a:cubicBezTo>
                  <a:cubicBezTo>
                    <a:pt x="650644" y="160567"/>
                    <a:pt x="646568" y="169739"/>
                    <a:pt x="643001" y="178402"/>
                  </a:cubicBezTo>
                  <a:cubicBezTo>
                    <a:pt x="637395" y="192161"/>
                    <a:pt x="625165" y="212035"/>
                    <a:pt x="614464" y="230380"/>
                  </a:cubicBezTo>
                  <a:cubicBezTo>
                    <a:pt x="612425" y="233947"/>
                    <a:pt x="608349" y="240572"/>
                    <a:pt x="607329" y="245158"/>
                  </a:cubicBezTo>
                  <a:cubicBezTo>
                    <a:pt x="606310" y="249744"/>
                    <a:pt x="603762" y="254331"/>
                    <a:pt x="602234" y="255860"/>
                  </a:cubicBezTo>
                  <a:cubicBezTo>
                    <a:pt x="601214" y="256879"/>
                    <a:pt x="598666" y="262994"/>
                    <a:pt x="595609" y="269618"/>
                  </a:cubicBezTo>
                  <a:cubicBezTo>
                    <a:pt x="593061" y="275733"/>
                    <a:pt x="590003" y="282358"/>
                    <a:pt x="587455" y="283377"/>
                  </a:cubicBezTo>
                  <a:cubicBezTo>
                    <a:pt x="585417" y="284396"/>
                    <a:pt x="583379" y="287964"/>
                    <a:pt x="582869" y="291531"/>
                  </a:cubicBezTo>
                  <a:cubicBezTo>
                    <a:pt x="582869" y="294588"/>
                    <a:pt x="580831" y="299174"/>
                    <a:pt x="578283" y="300703"/>
                  </a:cubicBezTo>
                  <a:cubicBezTo>
                    <a:pt x="575735" y="302232"/>
                    <a:pt x="574206" y="305289"/>
                    <a:pt x="573697" y="306818"/>
                  </a:cubicBezTo>
                  <a:cubicBezTo>
                    <a:pt x="571658" y="312933"/>
                    <a:pt x="564015" y="325673"/>
                    <a:pt x="560957" y="323635"/>
                  </a:cubicBezTo>
                  <a:cubicBezTo>
                    <a:pt x="559428" y="322615"/>
                    <a:pt x="558919" y="323635"/>
                    <a:pt x="559938" y="326692"/>
                  </a:cubicBezTo>
                  <a:cubicBezTo>
                    <a:pt x="561976" y="333317"/>
                    <a:pt x="555351" y="347585"/>
                    <a:pt x="544650" y="356758"/>
                  </a:cubicBezTo>
                  <a:cubicBezTo>
                    <a:pt x="540064" y="360835"/>
                    <a:pt x="537516" y="365930"/>
                    <a:pt x="538535" y="367459"/>
                  </a:cubicBezTo>
                  <a:cubicBezTo>
                    <a:pt x="539045" y="368478"/>
                    <a:pt x="539045" y="368478"/>
                    <a:pt x="537516" y="367459"/>
                  </a:cubicBezTo>
                  <a:cubicBezTo>
                    <a:pt x="534458" y="365421"/>
                    <a:pt x="523247" y="381218"/>
                    <a:pt x="525286" y="383766"/>
                  </a:cubicBezTo>
                  <a:cubicBezTo>
                    <a:pt x="526305" y="385295"/>
                    <a:pt x="529363" y="383766"/>
                    <a:pt x="531401" y="381728"/>
                  </a:cubicBezTo>
                  <a:cubicBezTo>
                    <a:pt x="534458" y="378670"/>
                    <a:pt x="534968" y="378161"/>
                    <a:pt x="534968" y="380708"/>
                  </a:cubicBezTo>
                  <a:cubicBezTo>
                    <a:pt x="534458" y="387333"/>
                    <a:pt x="515094" y="421475"/>
                    <a:pt x="512546" y="420966"/>
                  </a:cubicBezTo>
                  <a:cubicBezTo>
                    <a:pt x="511527" y="420966"/>
                    <a:pt x="509998" y="424023"/>
                    <a:pt x="509998" y="427590"/>
                  </a:cubicBezTo>
                  <a:cubicBezTo>
                    <a:pt x="509489" y="431667"/>
                    <a:pt x="506431" y="439311"/>
                    <a:pt x="503374" y="444916"/>
                  </a:cubicBezTo>
                  <a:cubicBezTo>
                    <a:pt x="500316" y="450522"/>
                    <a:pt x="498787" y="456127"/>
                    <a:pt x="499297" y="456637"/>
                  </a:cubicBezTo>
                  <a:cubicBezTo>
                    <a:pt x="499806" y="457147"/>
                    <a:pt x="507450" y="457147"/>
                    <a:pt x="516623" y="456127"/>
                  </a:cubicBezTo>
                  <a:cubicBezTo>
                    <a:pt x="535478" y="454089"/>
                    <a:pt x="570639" y="450522"/>
                    <a:pt x="579812" y="450012"/>
                  </a:cubicBezTo>
                  <a:cubicBezTo>
                    <a:pt x="588475" y="450012"/>
                    <a:pt x="568601" y="457147"/>
                    <a:pt x="549746" y="459694"/>
                  </a:cubicBezTo>
                  <a:cubicBezTo>
                    <a:pt x="542102" y="460714"/>
                    <a:pt x="535478" y="463262"/>
                    <a:pt x="535478" y="464790"/>
                  </a:cubicBezTo>
                  <a:cubicBezTo>
                    <a:pt x="534968" y="465810"/>
                    <a:pt x="533949" y="466319"/>
                    <a:pt x="531401" y="466319"/>
                  </a:cubicBezTo>
                  <a:cubicBezTo>
                    <a:pt x="529363" y="466319"/>
                    <a:pt x="526815" y="467338"/>
                    <a:pt x="525795" y="469377"/>
                  </a:cubicBezTo>
                  <a:cubicBezTo>
                    <a:pt x="524776" y="471415"/>
                    <a:pt x="522228" y="472434"/>
                    <a:pt x="520190" y="472434"/>
                  </a:cubicBezTo>
                  <a:cubicBezTo>
                    <a:pt x="518152" y="472434"/>
                    <a:pt x="516623" y="472944"/>
                    <a:pt x="516623" y="474473"/>
                  </a:cubicBezTo>
                  <a:cubicBezTo>
                    <a:pt x="516113" y="475492"/>
                    <a:pt x="512546" y="477020"/>
                    <a:pt x="507960" y="477530"/>
                  </a:cubicBezTo>
                  <a:cubicBezTo>
                    <a:pt x="497768" y="478549"/>
                    <a:pt x="480952" y="479059"/>
                    <a:pt x="478913" y="491289"/>
                  </a:cubicBezTo>
                  <a:cubicBezTo>
                    <a:pt x="477385" y="499442"/>
                    <a:pt x="461587" y="524412"/>
                    <a:pt x="458530" y="522374"/>
                  </a:cubicBezTo>
                  <a:cubicBezTo>
                    <a:pt x="457001" y="521355"/>
                    <a:pt x="455472" y="521864"/>
                    <a:pt x="455472" y="523393"/>
                  </a:cubicBezTo>
                  <a:cubicBezTo>
                    <a:pt x="454963" y="524412"/>
                    <a:pt x="455982" y="525941"/>
                    <a:pt x="457001" y="525941"/>
                  </a:cubicBezTo>
                  <a:cubicBezTo>
                    <a:pt x="458530" y="525941"/>
                    <a:pt x="458530" y="528998"/>
                    <a:pt x="458530" y="532565"/>
                  </a:cubicBezTo>
                  <a:cubicBezTo>
                    <a:pt x="458020" y="535623"/>
                    <a:pt x="456492" y="538681"/>
                    <a:pt x="455472" y="538171"/>
                  </a:cubicBezTo>
                  <a:cubicBezTo>
                    <a:pt x="453944" y="538171"/>
                    <a:pt x="453944" y="539700"/>
                    <a:pt x="454453" y="540719"/>
                  </a:cubicBezTo>
                  <a:cubicBezTo>
                    <a:pt x="454963" y="542248"/>
                    <a:pt x="454453" y="545815"/>
                    <a:pt x="451396" y="549382"/>
                  </a:cubicBezTo>
                  <a:cubicBezTo>
                    <a:pt x="448848" y="552439"/>
                    <a:pt x="446300" y="556007"/>
                    <a:pt x="446300" y="557535"/>
                  </a:cubicBezTo>
                  <a:cubicBezTo>
                    <a:pt x="445790" y="562122"/>
                    <a:pt x="437637" y="566198"/>
                    <a:pt x="434070" y="564670"/>
                  </a:cubicBezTo>
                  <a:cubicBezTo>
                    <a:pt x="432031" y="563650"/>
                    <a:pt x="430503" y="564160"/>
                    <a:pt x="429993" y="565689"/>
                  </a:cubicBezTo>
                  <a:cubicBezTo>
                    <a:pt x="429993" y="567217"/>
                    <a:pt x="432541" y="568237"/>
                    <a:pt x="435089" y="568746"/>
                  </a:cubicBezTo>
                  <a:cubicBezTo>
                    <a:pt x="438656" y="569256"/>
                    <a:pt x="439675" y="570275"/>
                    <a:pt x="438146" y="573333"/>
                  </a:cubicBezTo>
                  <a:cubicBezTo>
                    <a:pt x="437127" y="575371"/>
                    <a:pt x="436618" y="578428"/>
                    <a:pt x="436108" y="579957"/>
                  </a:cubicBezTo>
                  <a:cubicBezTo>
                    <a:pt x="435598" y="581995"/>
                    <a:pt x="433051" y="585053"/>
                    <a:pt x="429993" y="588620"/>
                  </a:cubicBezTo>
                  <a:cubicBezTo>
                    <a:pt x="427445" y="591678"/>
                    <a:pt x="424387" y="592697"/>
                    <a:pt x="424387" y="591678"/>
                  </a:cubicBezTo>
                  <a:cubicBezTo>
                    <a:pt x="424897" y="590149"/>
                    <a:pt x="423368" y="591168"/>
                    <a:pt x="420820" y="593716"/>
                  </a:cubicBezTo>
                  <a:cubicBezTo>
                    <a:pt x="415215" y="599321"/>
                    <a:pt x="405023" y="623272"/>
                    <a:pt x="406552" y="625310"/>
                  </a:cubicBezTo>
                  <a:cubicBezTo>
                    <a:pt x="407571" y="626839"/>
                    <a:pt x="409610" y="622763"/>
                    <a:pt x="415215" y="612061"/>
                  </a:cubicBezTo>
                  <a:cubicBezTo>
                    <a:pt x="416234" y="610023"/>
                    <a:pt x="416234" y="613590"/>
                    <a:pt x="415215" y="618686"/>
                  </a:cubicBezTo>
                  <a:cubicBezTo>
                    <a:pt x="414196" y="624801"/>
                    <a:pt x="413177" y="627858"/>
                    <a:pt x="412667" y="626330"/>
                  </a:cubicBezTo>
                  <a:cubicBezTo>
                    <a:pt x="411648" y="622763"/>
                    <a:pt x="409100" y="629897"/>
                    <a:pt x="408590" y="639069"/>
                  </a:cubicBezTo>
                  <a:cubicBezTo>
                    <a:pt x="408590" y="641617"/>
                    <a:pt x="406042" y="642636"/>
                    <a:pt x="402985" y="642636"/>
                  </a:cubicBezTo>
                  <a:cubicBezTo>
                    <a:pt x="398908" y="642636"/>
                    <a:pt x="398399" y="642127"/>
                    <a:pt x="400947" y="640088"/>
                  </a:cubicBezTo>
                  <a:cubicBezTo>
                    <a:pt x="405023" y="637031"/>
                    <a:pt x="406552" y="627858"/>
                    <a:pt x="402475" y="629387"/>
                  </a:cubicBezTo>
                  <a:cubicBezTo>
                    <a:pt x="400947" y="629897"/>
                    <a:pt x="398399" y="634483"/>
                    <a:pt x="397379" y="639069"/>
                  </a:cubicBezTo>
                  <a:cubicBezTo>
                    <a:pt x="396360" y="644165"/>
                    <a:pt x="393812" y="647732"/>
                    <a:pt x="392793" y="647223"/>
                  </a:cubicBezTo>
                  <a:cubicBezTo>
                    <a:pt x="391264" y="647223"/>
                    <a:pt x="390755" y="648751"/>
                    <a:pt x="389736" y="650790"/>
                  </a:cubicBezTo>
                  <a:cubicBezTo>
                    <a:pt x="388716" y="652828"/>
                    <a:pt x="390755" y="654867"/>
                    <a:pt x="393303" y="654867"/>
                  </a:cubicBezTo>
                  <a:cubicBezTo>
                    <a:pt x="396870" y="655376"/>
                    <a:pt x="395341" y="657924"/>
                    <a:pt x="392284" y="665568"/>
                  </a:cubicBezTo>
                  <a:cubicBezTo>
                    <a:pt x="391264" y="668116"/>
                    <a:pt x="390245" y="671683"/>
                    <a:pt x="390755" y="673721"/>
                  </a:cubicBezTo>
                  <a:cubicBezTo>
                    <a:pt x="391264" y="675760"/>
                    <a:pt x="391264" y="677288"/>
                    <a:pt x="390245" y="676269"/>
                  </a:cubicBezTo>
                  <a:cubicBezTo>
                    <a:pt x="389226" y="675250"/>
                    <a:pt x="387697" y="679836"/>
                    <a:pt x="386678" y="684932"/>
                  </a:cubicBezTo>
                  <a:cubicBezTo>
                    <a:pt x="385659" y="690538"/>
                    <a:pt x="384130" y="695633"/>
                    <a:pt x="382601" y="696653"/>
                  </a:cubicBezTo>
                  <a:cubicBezTo>
                    <a:pt x="379544" y="698691"/>
                    <a:pt x="370371" y="714488"/>
                    <a:pt x="369352" y="720603"/>
                  </a:cubicBezTo>
                  <a:cubicBezTo>
                    <a:pt x="368843" y="723151"/>
                    <a:pt x="367823" y="725190"/>
                    <a:pt x="366804" y="725190"/>
                  </a:cubicBezTo>
                  <a:cubicBezTo>
                    <a:pt x="365275" y="725190"/>
                    <a:pt x="362727" y="729266"/>
                    <a:pt x="360179" y="734872"/>
                  </a:cubicBezTo>
                  <a:cubicBezTo>
                    <a:pt x="357122" y="742006"/>
                    <a:pt x="357122" y="745573"/>
                    <a:pt x="358651" y="749650"/>
                  </a:cubicBezTo>
                  <a:cubicBezTo>
                    <a:pt x="360179" y="753726"/>
                    <a:pt x="360179" y="754746"/>
                    <a:pt x="358141" y="753726"/>
                  </a:cubicBezTo>
                  <a:cubicBezTo>
                    <a:pt x="356612" y="752707"/>
                    <a:pt x="355593" y="752198"/>
                    <a:pt x="355084" y="753726"/>
                  </a:cubicBezTo>
                  <a:cubicBezTo>
                    <a:pt x="352536" y="761370"/>
                    <a:pt x="351007" y="767485"/>
                    <a:pt x="348459" y="768505"/>
                  </a:cubicBezTo>
                  <a:cubicBezTo>
                    <a:pt x="346930" y="769014"/>
                    <a:pt x="346930" y="770543"/>
                    <a:pt x="347949" y="772581"/>
                  </a:cubicBezTo>
                  <a:cubicBezTo>
                    <a:pt x="349478" y="775639"/>
                    <a:pt x="348969" y="776658"/>
                    <a:pt x="345401" y="777168"/>
                  </a:cubicBezTo>
                  <a:cubicBezTo>
                    <a:pt x="341325" y="777677"/>
                    <a:pt x="340306" y="779715"/>
                    <a:pt x="340306" y="787359"/>
                  </a:cubicBezTo>
                  <a:cubicBezTo>
                    <a:pt x="340306" y="796532"/>
                    <a:pt x="336229" y="809272"/>
                    <a:pt x="329604" y="817935"/>
                  </a:cubicBezTo>
                  <a:cubicBezTo>
                    <a:pt x="328075" y="819973"/>
                    <a:pt x="327056" y="824559"/>
                    <a:pt x="328075" y="826597"/>
                  </a:cubicBezTo>
                  <a:cubicBezTo>
                    <a:pt x="329095" y="829145"/>
                    <a:pt x="327056" y="832713"/>
                    <a:pt x="325018" y="834241"/>
                  </a:cubicBezTo>
                  <a:cubicBezTo>
                    <a:pt x="322980" y="835770"/>
                    <a:pt x="320941" y="837808"/>
                    <a:pt x="321451" y="839847"/>
                  </a:cubicBezTo>
                  <a:cubicBezTo>
                    <a:pt x="321960" y="841885"/>
                    <a:pt x="320432" y="844433"/>
                    <a:pt x="318393" y="846471"/>
                  </a:cubicBezTo>
                  <a:cubicBezTo>
                    <a:pt x="316355" y="848510"/>
                    <a:pt x="311769" y="860230"/>
                    <a:pt x="308711" y="873480"/>
                  </a:cubicBezTo>
                  <a:cubicBezTo>
                    <a:pt x="305654" y="886729"/>
                    <a:pt x="301577" y="896411"/>
                    <a:pt x="300558" y="895392"/>
                  </a:cubicBezTo>
                  <a:cubicBezTo>
                    <a:pt x="299539" y="894373"/>
                    <a:pt x="298519" y="895392"/>
                    <a:pt x="298519" y="897940"/>
                  </a:cubicBezTo>
                  <a:cubicBezTo>
                    <a:pt x="297500" y="902526"/>
                    <a:pt x="293933" y="903036"/>
                    <a:pt x="291895" y="897940"/>
                  </a:cubicBezTo>
                  <a:cubicBezTo>
                    <a:pt x="290876" y="895392"/>
                    <a:pt x="291385" y="894882"/>
                    <a:pt x="289347" y="897940"/>
                  </a:cubicBezTo>
                  <a:cubicBezTo>
                    <a:pt x="288328" y="899469"/>
                    <a:pt x="287309" y="899978"/>
                    <a:pt x="285780" y="899978"/>
                  </a:cubicBezTo>
                  <a:cubicBezTo>
                    <a:pt x="283741" y="899978"/>
                    <a:pt x="280684" y="897940"/>
                    <a:pt x="276098" y="892844"/>
                  </a:cubicBezTo>
                  <a:cubicBezTo>
                    <a:pt x="273040" y="889277"/>
                    <a:pt x="269473" y="885710"/>
                    <a:pt x="266925" y="885710"/>
                  </a:cubicBezTo>
                  <a:cubicBezTo>
                    <a:pt x="255714" y="884690"/>
                    <a:pt x="259791" y="870932"/>
                    <a:pt x="271511" y="814367"/>
                  </a:cubicBezTo>
                  <a:cubicBezTo>
                    <a:pt x="273550" y="804685"/>
                    <a:pt x="285270" y="774620"/>
                    <a:pt x="288837" y="764937"/>
                  </a:cubicBezTo>
                  <a:cubicBezTo>
                    <a:pt x="290366" y="760861"/>
                    <a:pt x="292914" y="754236"/>
                    <a:pt x="293933" y="750669"/>
                  </a:cubicBezTo>
                  <a:cubicBezTo>
                    <a:pt x="297500" y="738439"/>
                    <a:pt x="349988" y="610532"/>
                    <a:pt x="354574" y="609004"/>
                  </a:cubicBezTo>
                  <a:cubicBezTo>
                    <a:pt x="356103" y="608494"/>
                    <a:pt x="359670" y="597793"/>
                    <a:pt x="364256" y="587601"/>
                  </a:cubicBezTo>
                  <a:cubicBezTo>
                    <a:pt x="368843" y="577409"/>
                    <a:pt x="376486" y="559064"/>
                    <a:pt x="383111" y="546834"/>
                  </a:cubicBezTo>
                  <a:cubicBezTo>
                    <a:pt x="398399" y="518807"/>
                    <a:pt x="400947" y="511672"/>
                    <a:pt x="398399" y="511672"/>
                  </a:cubicBezTo>
                  <a:cubicBezTo>
                    <a:pt x="396870" y="511163"/>
                    <a:pt x="395851" y="512182"/>
                    <a:pt x="395851" y="513201"/>
                  </a:cubicBezTo>
                  <a:cubicBezTo>
                    <a:pt x="395341" y="514730"/>
                    <a:pt x="393303" y="515749"/>
                    <a:pt x="389736" y="516259"/>
                  </a:cubicBezTo>
                  <a:cubicBezTo>
                    <a:pt x="380053" y="517787"/>
                    <a:pt x="350497" y="526450"/>
                    <a:pt x="346930" y="528998"/>
                  </a:cubicBezTo>
                  <a:cubicBezTo>
                    <a:pt x="345401" y="530018"/>
                    <a:pt x="340815" y="531037"/>
                    <a:pt x="336229" y="530018"/>
                  </a:cubicBezTo>
                  <a:cubicBezTo>
                    <a:pt x="330623" y="528998"/>
                    <a:pt x="328585" y="529508"/>
                    <a:pt x="328585" y="531546"/>
                  </a:cubicBezTo>
                  <a:cubicBezTo>
                    <a:pt x="328585" y="533585"/>
                    <a:pt x="320941" y="537152"/>
                    <a:pt x="309221" y="539190"/>
                  </a:cubicBezTo>
                  <a:cubicBezTo>
                    <a:pt x="298010" y="541228"/>
                    <a:pt x="288837" y="544286"/>
                    <a:pt x="288328" y="545815"/>
                  </a:cubicBezTo>
                  <a:cubicBezTo>
                    <a:pt x="287818" y="546834"/>
                    <a:pt x="286799" y="548363"/>
                    <a:pt x="286289" y="549382"/>
                  </a:cubicBezTo>
                  <a:cubicBezTo>
                    <a:pt x="285780" y="550401"/>
                    <a:pt x="285780" y="548872"/>
                    <a:pt x="286799" y="547344"/>
                  </a:cubicBezTo>
                  <a:cubicBezTo>
                    <a:pt x="289856" y="543267"/>
                    <a:pt x="282213" y="542757"/>
                    <a:pt x="277117" y="546834"/>
                  </a:cubicBezTo>
                  <a:cubicBezTo>
                    <a:pt x="274569" y="548872"/>
                    <a:pt x="268454" y="551420"/>
                    <a:pt x="263358" y="552949"/>
                  </a:cubicBezTo>
                  <a:cubicBezTo>
                    <a:pt x="258262" y="554478"/>
                    <a:pt x="246032" y="558554"/>
                    <a:pt x="236350" y="561612"/>
                  </a:cubicBezTo>
                  <a:cubicBezTo>
                    <a:pt x="226668" y="564670"/>
                    <a:pt x="217495" y="567217"/>
                    <a:pt x="216476" y="567727"/>
                  </a:cubicBezTo>
                  <a:cubicBezTo>
                    <a:pt x="210870" y="568237"/>
                    <a:pt x="194054" y="574861"/>
                    <a:pt x="193544" y="576900"/>
                  </a:cubicBezTo>
                  <a:cubicBezTo>
                    <a:pt x="193544" y="577919"/>
                    <a:pt x="191506" y="578938"/>
                    <a:pt x="189468" y="578428"/>
                  </a:cubicBezTo>
                  <a:cubicBezTo>
                    <a:pt x="185901" y="577409"/>
                    <a:pt x="179786" y="587091"/>
                    <a:pt x="181314" y="590658"/>
                  </a:cubicBezTo>
                  <a:cubicBezTo>
                    <a:pt x="181824" y="591678"/>
                    <a:pt x="180805" y="592697"/>
                    <a:pt x="179786" y="592697"/>
                  </a:cubicBezTo>
                  <a:cubicBezTo>
                    <a:pt x="176219" y="592187"/>
                    <a:pt x="170103" y="605437"/>
                    <a:pt x="171123" y="609513"/>
                  </a:cubicBezTo>
                  <a:cubicBezTo>
                    <a:pt x="171632" y="611552"/>
                    <a:pt x="172142" y="612061"/>
                    <a:pt x="170103" y="610532"/>
                  </a:cubicBezTo>
                  <a:cubicBezTo>
                    <a:pt x="168575" y="609513"/>
                    <a:pt x="167046" y="609513"/>
                    <a:pt x="167046" y="611552"/>
                  </a:cubicBezTo>
                  <a:cubicBezTo>
                    <a:pt x="167046" y="613080"/>
                    <a:pt x="165008" y="615628"/>
                    <a:pt x="162460" y="616647"/>
                  </a:cubicBezTo>
                  <a:cubicBezTo>
                    <a:pt x="159912" y="617667"/>
                    <a:pt x="157873" y="622763"/>
                    <a:pt x="156345" y="626839"/>
                  </a:cubicBezTo>
                  <a:cubicBezTo>
                    <a:pt x="151758" y="638560"/>
                    <a:pt x="148191" y="647223"/>
                    <a:pt x="145643" y="645184"/>
                  </a:cubicBezTo>
                  <a:cubicBezTo>
                    <a:pt x="144114" y="644675"/>
                    <a:pt x="142586" y="645184"/>
                    <a:pt x="142586" y="647223"/>
                  </a:cubicBezTo>
                  <a:cubicBezTo>
                    <a:pt x="142586" y="649261"/>
                    <a:pt x="141057" y="651299"/>
                    <a:pt x="139528" y="651299"/>
                  </a:cubicBezTo>
                  <a:cubicBezTo>
                    <a:pt x="137999" y="651809"/>
                    <a:pt x="136471" y="655376"/>
                    <a:pt x="135961" y="658943"/>
                  </a:cubicBezTo>
                  <a:cubicBezTo>
                    <a:pt x="135451" y="662510"/>
                    <a:pt x="132903" y="665058"/>
                    <a:pt x="131375" y="665058"/>
                  </a:cubicBezTo>
                  <a:cubicBezTo>
                    <a:pt x="129336" y="665058"/>
                    <a:pt x="127808" y="666587"/>
                    <a:pt x="127808" y="668116"/>
                  </a:cubicBezTo>
                  <a:cubicBezTo>
                    <a:pt x="127298" y="671683"/>
                    <a:pt x="117616" y="690538"/>
                    <a:pt x="111501" y="695633"/>
                  </a:cubicBezTo>
                  <a:cubicBezTo>
                    <a:pt x="109972" y="697672"/>
                    <a:pt x="106915" y="702768"/>
                    <a:pt x="103857" y="707864"/>
                  </a:cubicBezTo>
                  <a:cubicBezTo>
                    <a:pt x="101309" y="711940"/>
                    <a:pt x="94685" y="723151"/>
                    <a:pt x="88569" y="732324"/>
                  </a:cubicBezTo>
                  <a:cubicBezTo>
                    <a:pt x="77868" y="748631"/>
                    <a:pt x="32515" y="838318"/>
                    <a:pt x="30986" y="839337"/>
                  </a:cubicBezTo>
                  <a:cubicBezTo>
                    <a:pt x="30476" y="839847"/>
                    <a:pt x="-6214" y="827617"/>
                    <a:pt x="920" y="798061"/>
                  </a:cubicBezTo>
                  <a:cubicBezTo>
                    <a:pt x="11622" y="754746"/>
                    <a:pt x="63600" y="672702"/>
                    <a:pt x="79397" y="648751"/>
                  </a:cubicBezTo>
                  <a:cubicBezTo>
                    <a:pt x="96213" y="622763"/>
                    <a:pt x="109463" y="601869"/>
                    <a:pt x="108953" y="601869"/>
                  </a:cubicBezTo>
                  <a:cubicBezTo>
                    <a:pt x="108443" y="601869"/>
                    <a:pt x="100290" y="602889"/>
                    <a:pt x="91627" y="604927"/>
                  </a:cubicBezTo>
                  <a:cubicBezTo>
                    <a:pt x="82454" y="606965"/>
                    <a:pt x="71243" y="607984"/>
                    <a:pt x="66148" y="607475"/>
                  </a:cubicBezTo>
                  <a:cubicBezTo>
                    <a:pt x="61561" y="606965"/>
                    <a:pt x="54937" y="608494"/>
                    <a:pt x="52389" y="610023"/>
                  </a:cubicBezTo>
                  <a:cubicBezTo>
                    <a:pt x="45764" y="614100"/>
                    <a:pt x="40668" y="612571"/>
                    <a:pt x="45254" y="609513"/>
                  </a:cubicBezTo>
                  <a:cubicBezTo>
                    <a:pt x="51370" y="605437"/>
                    <a:pt x="49331" y="601869"/>
                    <a:pt x="43726" y="605946"/>
                  </a:cubicBezTo>
                  <a:cubicBezTo>
                    <a:pt x="40668" y="607984"/>
                    <a:pt x="38120" y="609004"/>
                    <a:pt x="38630" y="607984"/>
                  </a:cubicBezTo>
                  <a:cubicBezTo>
                    <a:pt x="38630" y="606965"/>
                    <a:pt x="36591" y="607984"/>
                    <a:pt x="34553" y="609513"/>
                  </a:cubicBezTo>
                  <a:cubicBezTo>
                    <a:pt x="28948" y="613590"/>
                    <a:pt x="19775" y="610023"/>
                    <a:pt x="11112" y="598302"/>
                  </a:cubicBezTo>
                  <a:cubicBezTo>
                    <a:pt x="6016" y="591678"/>
                    <a:pt x="5507" y="588620"/>
                    <a:pt x="7545" y="580976"/>
                  </a:cubicBezTo>
                  <a:cubicBezTo>
                    <a:pt x="10603" y="569256"/>
                    <a:pt x="13150" y="568237"/>
                    <a:pt x="30476" y="562631"/>
                  </a:cubicBezTo>
                  <a:cubicBezTo>
                    <a:pt x="38630" y="560083"/>
                    <a:pt x="47802" y="558045"/>
                    <a:pt x="50860" y="557535"/>
                  </a:cubicBezTo>
                  <a:cubicBezTo>
                    <a:pt x="59013" y="556007"/>
                    <a:pt x="71753" y="552949"/>
                    <a:pt x="79397" y="550401"/>
                  </a:cubicBezTo>
                  <a:cubicBezTo>
                    <a:pt x="80926" y="549891"/>
                    <a:pt x="86531" y="548363"/>
                    <a:pt x="92137" y="546834"/>
                  </a:cubicBezTo>
                  <a:cubicBezTo>
                    <a:pt x="97742" y="545305"/>
                    <a:pt x="109972" y="542248"/>
                    <a:pt x="119654" y="538681"/>
                  </a:cubicBezTo>
                  <a:cubicBezTo>
                    <a:pt x="128827" y="535113"/>
                    <a:pt x="141057" y="531546"/>
                    <a:pt x="146153" y="530527"/>
                  </a:cubicBezTo>
                  <a:cubicBezTo>
                    <a:pt x="159402" y="527979"/>
                    <a:pt x="166536" y="521355"/>
                    <a:pt x="182333" y="498933"/>
                  </a:cubicBezTo>
                  <a:cubicBezTo>
                    <a:pt x="189977" y="488231"/>
                    <a:pt x="196602" y="478549"/>
                    <a:pt x="199150" y="476001"/>
                  </a:cubicBezTo>
                  <a:cubicBezTo>
                    <a:pt x="201188" y="473963"/>
                    <a:pt x="207813" y="464790"/>
                    <a:pt x="214437" y="455108"/>
                  </a:cubicBezTo>
                  <a:cubicBezTo>
                    <a:pt x="244503" y="411284"/>
                    <a:pt x="319922" y="318029"/>
                    <a:pt x="325018" y="318539"/>
                  </a:cubicBezTo>
                  <a:cubicBezTo>
                    <a:pt x="326547" y="318539"/>
                    <a:pt x="327056" y="317520"/>
                    <a:pt x="326037" y="316500"/>
                  </a:cubicBezTo>
                  <a:cubicBezTo>
                    <a:pt x="325018" y="315481"/>
                    <a:pt x="327566" y="312424"/>
                    <a:pt x="330623" y="311405"/>
                  </a:cubicBezTo>
                  <a:cubicBezTo>
                    <a:pt x="333171" y="310385"/>
                    <a:pt x="335719" y="308347"/>
                    <a:pt x="336229" y="306818"/>
                  </a:cubicBezTo>
                  <a:cubicBezTo>
                    <a:pt x="336229" y="305289"/>
                    <a:pt x="340815" y="300703"/>
                    <a:pt x="346421" y="295098"/>
                  </a:cubicBezTo>
                  <a:cubicBezTo>
                    <a:pt x="351517" y="290002"/>
                    <a:pt x="355593" y="285416"/>
                    <a:pt x="355593" y="284396"/>
                  </a:cubicBezTo>
                  <a:cubicBezTo>
                    <a:pt x="355084" y="282358"/>
                    <a:pt x="369352" y="269618"/>
                    <a:pt x="379544" y="259427"/>
                  </a:cubicBezTo>
                  <a:cubicBezTo>
                    <a:pt x="383111" y="255860"/>
                    <a:pt x="386678" y="252802"/>
                    <a:pt x="386678" y="251783"/>
                  </a:cubicBezTo>
                  <a:cubicBezTo>
                    <a:pt x="386678" y="249744"/>
                    <a:pt x="414196" y="219169"/>
                    <a:pt x="426935" y="207958"/>
                  </a:cubicBezTo>
                  <a:cubicBezTo>
                    <a:pt x="441713" y="195219"/>
                    <a:pt x="455472" y="180950"/>
                    <a:pt x="469231" y="167191"/>
                  </a:cubicBezTo>
                  <a:cubicBezTo>
                    <a:pt x="475856" y="160567"/>
                    <a:pt x="482481" y="154452"/>
                    <a:pt x="484009" y="152413"/>
                  </a:cubicBezTo>
                  <a:cubicBezTo>
                    <a:pt x="487067" y="148337"/>
                    <a:pt x="505922" y="131011"/>
                    <a:pt x="512546" y="124386"/>
                  </a:cubicBezTo>
                  <a:cubicBezTo>
                    <a:pt x="536497" y="100435"/>
                    <a:pt x="561467" y="76485"/>
                    <a:pt x="587455" y="54572"/>
                  </a:cubicBezTo>
                  <a:cubicBezTo>
                    <a:pt x="601214" y="42852"/>
                    <a:pt x="621598" y="25016"/>
                    <a:pt x="633828" y="16353"/>
                  </a:cubicBezTo>
                  <a:cubicBezTo>
                    <a:pt x="652683" y="3104"/>
                    <a:pt x="657779" y="-463"/>
                    <a:pt x="665422" y="47"/>
                  </a:cubicBezTo>
                  <a:close/>
                  <a:moveTo>
                    <a:pt x="644020" y="29093"/>
                  </a:moveTo>
                  <a:cubicBezTo>
                    <a:pt x="641472" y="28074"/>
                    <a:pt x="606820" y="56611"/>
                    <a:pt x="604781" y="60178"/>
                  </a:cubicBezTo>
                  <a:cubicBezTo>
                    <a:pt x="603762" y="61707"/>
                    <a:pt x="595609" y="69860"/>
                    <a:pt x="585417" y="78013"/>
                  </a:cubicBezTo>
                  <a:cubicBezTo>
                    <a:pt x="575225" y="86167"/>
                    <a:pt x="558919" y="100435"/>
                    <a:pt x="548217" y="110117"/>
                  </a:cubicBezTo>
                  <a:cubicBezTo>
                    <a:pt x="538026" y="119290"/>
                    <a:pt x="524776" y="131520"/>
                    <a:pt x="518661" y="137126"/>
                  </a:cubicBezTo>
                  <a:cubicBezTo>
                    <a:pt x="512546" y="142731"/>
                    <a:pt x="500826" y="153942"/>
                    <a:pt x="491653" y="163624"/>
                  </a:cubicBezTo>
                  <a:cubicBezTo>
                    <a:pt x="482990" y="172797"/>
                    <a:pt x="472798" y="182479"/>
                    <a:pt x="469741" y="185027"/>
                  </a:cubicBezTo>
                  <a:cubicBezTo>
                    <a:pt x="466174" y="188084"/>
                    <a:pt x="463116" y="190632"/>
                    <a:pt x="463116" y="192161"/>
                  </a:cubicBezTo>
                  <a:cubicBezTo>
                    <a:pt x="463116" y="193180"/>
                    <a:pt x="457511" y="198786"/>
                    <a:pt x="450886" y="204391"/>
                  </a:cubicBezTo>
                  <a:cubicBezTo>
                    <a:pt x="444771" y="209487"/>
                    <a:pt x="434579" y="219169"/>
                    <a:pt x="429993" y="225284"/>
                  </a:cubicBezTo>
                  <a:cubicBezTo>
                    <a:pt x="425407" y="231399"/>
                    <a:pt x="417763" y="238024"/>
                    <a:pt x="414705" y="239553"/>
                  </a:cubicBezTo>
                  <a:cubicBezTo>
                    <a:pt x="411648" y="241081"/>
                    <a:pt x="409100" y="244139"/>
                    <a:pt x="408590" y="246177"/>
                  </a:cubicBezTo>
                  <a:cubicBezTo>
                    <a:pt x="408590" y="248216"/>
                    <a:pt x="406042" y="250254"/>
                    <a:pt x="402985" y="251783"/>
                  </a:cubicBezTo>
                  <a:cubicBezTo>
                    <a:pt x="400437" y="253312"/>
                    <a:pt x="397889" y="254840"/>
                    <a:pt x="397379" y="256369"/>
                  </a:cubicBezTo>
                  <a:cubicBezTo>
                    <a:pt x="397379" y="257898"/>
                    <a:pt x="393303" y="261975"/>
                    <a:pt x="387697" y="266051"/>
                  </a:cubicBezTo>
                  <a:cubicBezTo>
                    <a:pt x="382601" y="270128"/>
                    <a:pt x="376996" y="276753"/>
                    <a:pt x="373938" y="280829"/>
                  </a:cubicBezTo>
                  <a:cubicBezTo>
                    <a:pt x="371900" y="284906"/>
                    <a:pt x="368843" y="288473"/>
                    <a:pt x="367823" y="287964"/>
                  </a:cubicBezTo>
                  <a:cubicBezTo>
                    <a:pt x="366804" y="287964"/>
                    <a:pt x="365785" y="288983"/>
                    <a:pt x="365785" y="291021"/>
                  </a:cubicBezTo>
                  <a:cubicBezTo>
                    <a:pt x="365785" y="293059"/>
                    <a:pt x="361708" y="297646"/>
                    <a:pt x="357632" y="301213"/>
                  </a:cubicBezTo>
                  <a:cubicBezTo>
                    <a:pt x="349478" y="308347"/>
                    <a:pt x="335719" y="322615"/>
                    <a:pt x="335210" y="324654"/>
                  </a:cubicBezTo>
                  <a:cubicBezTo>
                    <a:pt x="335210" y="325673"/>
                    <a:pt x="332152" y="328221"/>
                    <a:pt x="328585" y="331788"/>
                  </a:cubicBezTo>
                  <a:cubicBezTo>
                    <a:pt x="325528" y="334846"/>
                    <a:pt x="319413" y="341470"/>
                    <a:pt x="315845" y="347585"/>
                  </a:cubicBezTo>
                  <a:cubicBezTo>
                    <a:pt x="312278" y="353700"/>
                    <a:pt x="308711" y="358796"/>
                    <a:pt x="307692" y="359306"/>
                  </a:cubicBezTo>
                  <a:cubicBezTo>
                    <a:pt x="301577" y="362363"/>
                    <a:pt x="257752" y="419947"/>
                    <a:pt x="253676" y="426571"/>
                  </a:cubicBezTo>
                  <a:cubicBezTo>
                    <a:pt x="250109" y="432686"/>
                    <a:pt x="242974" y="441349"/>
                    <a:pt x="239407" y="446445"/>
                  </a:cubicBezTo>
                  <a:cubicBezTo>
                    <a:pt x="232273" y="456127"/>
                    <a:pt x="193544" y="513201"/>
                    <a:pt x="193544" y="514730"/>
                  </a:cubicBezTo>
                  <a:cubicBezTo>
                    <a:pt x="193035" y="518807"/>
                    <a:pt x="199659" y="510653"/>
                    <a:pt x="209342" y="497914"/>
                  </a:cubicBezTo>
                  <a:cubicBezTo>
                    <a:pt x="215966" y="489251"/>
                    <a:pt x="228706" y="470905"/>
                    <a:pt x="238388" y="457147"/>
                  </a:cubicBezTo>
                  <a:cubicBezTo>
                    <a:pt x="246541" y="445426"/>
                    <a:pt x="292914" y="382237"/>
                    <a:pt x="300048" y="378670"/>
                  </a:cubicBezTo>
                  <a:cubicBezTo>
                    <a:pt x="301067" y="378161"/>
                    <a:pt x="305144" y="373574"/>
                    <a:pt x="309221" y="368478"/>
                  </a:cubicBezTo>
                  <a:cubicBezTo>
                    <a:pt x="315845" y="360325"/>
                    <a:pt x="330114" y="343509"/>
                    <a:pt x="337248" y="336374"/>
                  </a:cubicBezTo>
                  <a:cubicBezTo>
                    <a:pt x="338777" y="334846"/>
                    <a:pt x="340815" y="331278"/>
                    <a:pt x="342344" y="328730"/>
                  </a:cubicBezTo>
                  <a:cubicBezTo>
                    <a:pt x="343873" y="325673"/>
                    <a:pt x="345911" y="323635"/>
                    <a:pt x="346930" y="323635"/>
                  </a:cubicBezTo>
                  <a:cubicBezTo>
                    <a:pt x="348459" y="323635"/>
                    <a:pt x="349478" y="322615"/>
                    <a:pt x="349478" y="320577"/>
                  </a:cubicBezTo>
                  <a:cubicBezTo>
                    <a:pt x="349988" y="317010"/>
                    <a:pt x="397379" y="269109"/>
                    <a:pt x="402985" y="264013"/>
                  </a:cubicBezTo>
                  <a:cubicBezTo>
                    <a:pt x="409610" y="258407"/>
                    <a:pt x="441204" y="226303"/>
                    <a:pt x="441713" y="224265"/>
                  </a:cubicBezTo>
                  <a:cubicBezTo>
                    <a:pt x="441713" y="223246"/>
                    <a:pt x="444261" y="220698"/>
                    <a:pt x="448338" y="217640"/>
                  </a:cubicBezTo>
                  <a:cubicBezTo>
                    <a:pt x="455982" y="211525"/>
                    <a:pt x="469741" y="198276"/>
                    <a:pt x="479423" y="186556"/>
                  </a:cubicBezTo>
                  <a:cubicBezTo>
                    <a:pt x="483500" y="181460"/>
                    <a:pt x="490634" y="174835"/>
                    <a:pt x="494711" y="171778"/>
                  </a:cubicBezTo>
                  <a:cubicBezTo>
                    <a:pt x="498787" y="168720"/>
                    <a:pt x="504393" y="162605"/>
                    <a:pt x="506941" y="159547"/>
                  </a:cubicBezTo>
                  <a:cubicBezTo>
                    <a:pt x="512546" y="152413"/>
                    <a:pt x="532420" y="134578"/>
                    <a:pt x="553313" y="116233"/>
                  </a:cubicBezTo>
                  <a:cubicBezTo>
                    <a:pt x="561976" y="108589"/>
                    <a:pt x="569620" y="101454"/>
                    <a:pt x="569620" y="100435"/>
                  </a:cubicBezTo>
                  <a:cubicBezTo>
                    <a:pt x="570130" y="98907"/>
                    <a:pt x="582360" y="87696"/>
                    <a:pt x="597138" y="75466"/>
                  </a:cubicBezTo>
                  <a:cubicBezTo>
                    <a:pt x="632809" y="45909"/>
                    <a:pt x="648606" y="31131"/>
                    <a:pt x="644020" y="29093"/>
                  </a:cubicBezTo>
                  <a:close/>
                  <a:moveTo>
                    <a:pt x="598157" y="115213"/>
                  </a:moveTo>
                  <a:cubicBezTo>
                    <a:pt x="595099" y="115213"/>
                    <a:pt x="572677" y="134578"/>
                    <a:pt x="570639" y="137126"/>
                  </a:cubicBezTo>
                  <a:cubicBezTo>
                    <a:pt x="565543" y="143241"/>
                    <a:pt x="558919" y="148846"/>
                    <a:pt x="556880" y="150375"/>
                  </a:cubicBezTo>
                  <a:cubicBezTo>
                    <a:pt x="554842" y="151904"/>
                    <a:pt x="553823" y="153942"/>
                    <a:pt x="554842" y="154961"/>
                  </a:cubicBezTo>
                  <a:cubicBezTo>
                    <a:pt x="555861" y="155980"/>
                    <a:pt x="557390" y="154961"/>
                    <a:pt x="558409" y="153432"/>
                  </a:cubicBezTo>
                  <a:cubicBezTo>
                    <a:pt x="559938" y="151394"/>
                    <a:pt x="561976" y="150884"/>
                    <a:pt x="562995" y="151904"/>
                  </a:cubicBezTo>
                  <a:cubicBezTo>
                    <a:pt x="565543" y="154452"/>
                    <a:pt x="543631" y="174325"/>
                    <a:pt x="539554" y="173816"/>
                  </a:cubicBezTo>
                  <a:cubicBezTo>
                    <a:pt x="537516" y="173816"/>
                    <a:pt x="535987" y="174325"/>
                    <a:pt x="537006" y="175854"/>
                  </a:cubicBezTo>
                  <a:cubicBezTo>
                    <a:pt x="539045" y="178402"/>
                    <a:pt x="530891" y="184517"/>
                    <a:pt x="527834" y="181969"/>
                  </a:cubicBezTo>
                  <a:cubicBezTo>
                    <a:pt x="525286" y="179931"/>
                    <a:pt x="507960" y="194199"/>
                    <a:pt x="507960" y="199295"/>
                  </a:cubicBezTo>
                  <a:cubicBezTo>
                    <a:pt x="507450" y="201334"/>
                    <a:pt x="505412" y="203372"/>
                    <a:pt x="502354" y="203882"/>
                  </a:cubicBezTo>
                  <a:cubicBezTo>
                    <a:pt x="499297" y="204391"/>
                    <a:pt x="496749" y="205920"/>
                    <a:pt x="496749" y="206939"/>
                  </a:cubicBezTo>
                  <a:cubicBezTo>
                    <a:pt x="496749" y="207958"/>
                    <a:pt x="493182" y="211525"/>
                    <a:pt x="489615" y="215093"/>
                  </a:cubicBezTo>
                  <a:cubicBezTo>
                    <a:pt x="485538" y="219169"/>
                    <a:pt x="482990" y="219679"/>
                    <a:pt x="482990" y="217640"/>
                  </a:cubicBezTo>
                  <a:cubicBezTo>
                    <a:pt x="482990" y="214583"/>
                    <a:pt x="483500" y="214583"/>
                    <a:pt x="480442" y="217640"/>
                  </a:cubicBezTo>
                  <a:cubicBezTo>
                    <a:pt x="478913" y="219169"/>
                    <a:pt x="478404" y="221717"/>
                    <a:pt x="478913" y="223246"/>
                  </a:cubicBezTo>
                  <a:cubicBezTo>
                    <a:pt x="479423" y="224265"/>
                    <a:pt x="478913" y="224775"/>
                    <a:pt x="476875" y="224265"/>
                  </a:cubicBezTo>
                  <a:cubicBezTo>
                    <a:pt x="473818" y="223246"/>
                    <a:pt x="465155" y="238534"/>
                    <a:pt x="463116" y="249235"/>
                  </a:cubicBezTo>
                  <a:cubicBezTo>
                    <a:pt x="462097" y="255350"/>
                    <a:pt x="446809" y="270638"/>
                    <a:pt x="444771" y="268090"/>
                  </a:cubicBezTo>
                  <a:cubicBezTo>
                    <a:pt x="444261" y="267580"/>
                    <a:pt x="447829" y="262994"/>
                    <a:pt x="451905" y="258407"/>
                  </a:cubicBezTo>
                  <a:cubicBezTo>
                    <a:pt x="457001" y="252802"/>
                    <a:pt x="458530" y="250254"/>
                    <a:pt x="457511" y="250254"/>
                  </a:cubicBezTo>
                  <a:cubicBezTo>
                    <a:pt x="452925" y="250254"/>
                    <a:pt x="425407" y="278281"/>
                    <a:pt x="424387" y="284906"/>
                  </a:cubicBezTo>
                  <a:cubicBezTo>
                    <a:pt x="423368" y="292040"/>
                    <a:pt x="404004" y="315991"/>
                    <a:pt x="398399" y="318029"/>
                  </a:cubicBezTo>
                  <a:cubicBezTo>
                    <a:pt x="395851" y="319048"/>
                    <a:pt x="395341" y="317520"/>
                    <a:pt x="396870" y="314972"/>
                  </a:cubicBezTo>
                  <a:cubicBezTo>
                    <a:pt x="398399" y="311914"/>
                    <a:pt x="397889" y="310895"/>
                    <a:pt x="394831" y="313953"/>
                  </a:cubicBezTo>
                  <a:cubicBezTo>
                    <a:pt x="392284" y="316500"/>
                    <a:pt x="390245" y="318029"/>
                    <a:pt x="391264" y="320068"/>
                  </a:cubicBezTo>
                  <a:cubicBezTo>
                    <a:pt x="392284" y="322106"/>
                    <a:pt x="389736" y="327202"/>
                    <a:pt x="386168" y="331788"/>
                  </a:cubicBezTo>
                  <a:cubicBezTo>
                    <a:pt x="378525" y="341470"/>
                    <a:pt x="369352" y="349624"/>
                    <a:pt x="369352" y="345547"/>
                  </a:cubicBezTo>
                  <a:cubicBezTo>
                    <a:pt x="369352" y="342489"/>
                    <a:pt x="365785" y="349114"/>
                    <a:pt x="355593" y="357267"/>
                  </a:cubicBezTo>
                  <a:cubicBezTo>
                    <a:pt x="353045" y="359306"/>
                    <a:pt x="349478" y="361854"/>
                    <a:pt x="347949" y="361854"/>
                  </a:cubicBezTo>
                  <a:cubicBezTo>
                    <a:pt x="345911" y="361344"/>
                    <a:pt x="345401" y="362873"/>
                    <a:pt x="346421" y="365930"/>
                  </a:cubicBezTo>
                  <a:cubicBezTo>
                    <a:pt x="348459" y="371536"/>
                    <a:pt x="346421" y="376632"/>
                    <a:pt x="342344" y="376122"/>
                  </a:cubicBezTo>
                  <a:cubicBezTo>
                    <a:pt x="339286" y="375613"/>
                    <a:pt x="314826" y="405169"/>
                    <a:pt x="305144" y="416380"/>
                  </a:cubicBezTo>
                  <a:cubicBezTo>
                    <a:pt x="302087" y="419947"/>
                    <a:pt x="294443" y="430648"/>
                    <a:pt x="287309" y="438292"/>
                  </a:cubicBezTo>
                  <a:cubicBezTo>
                    <a:pt x="271511" y="457147"/>
                    <a:pt x="258262" y="477530"/>
                    <a:pt x="259281" y="480588"/>
                  </a:cubicBezTo>
                  <a:cubicBezTo>
                    <a:pt x="259791" y="482116"/>
                    <a:pt x="259281" y="482626"/>
                    <a:pt x="258262" y="482626"/>
                  </a:cubicBezTo>
                  <a:cubicBezTo>
                    <a:pt x="255714" y="482626"/>
                    <a:pt x="240427" y="499442"/>
                    <a:pt x="239917" y="503519"/>
                  </a:cubicBezTo>
                  <a:cubicBezTo>
                    <a:pt x="239917" y="506577"/>
                    <a:pt x="242974" y="508105"/>
                    <a:pt x="246541" y="504538"/>
                  </a:cubicBezTo>
                  <a:cubicBezTo>
                    <a:pt x="249599" y="501481"/>
                    <a:pt x="282722" y="495366"/>
                    <a:pt x="288837" y="496385"/>
                  </a:cubicBezTo>
                  <a:cubicBezTo>
                    <a:pt x="291385" y="496894"/>
                    <a:pt x="294443" y="495875"/>
                    <a:pt x="295462" y="494856"/>
                  </a:cubicBezTo>
                  <a:cubicBezTo>
                    <a:pt x="296481" y="493837"/>
                    <a:pt x="300048" y="492308"/>
                    <a:pt x="304125" y="491799"/>
                  </a:cubicBezTo>
                  <a:cubicBezTo>
                    <a:pt x="311259" y="490779"/>
                    <a:pt x="383621" y="477530"/>
                    <a:pt x="407571" y="472434"/>
                  </a:cubicBezTo>
                  <a:cubicBezTo>
                    <a:pt x="419292" y="469886"/>
                    <a:pt x="422349" y="468357"/>
                    <a:pt x="425916" y="461223"/>
                  </a:cubicBezTo>
                  <a:cubicBezTo>
                    <a:pt x="440185" y="432686"/>
                    <a:pt x="485028" y="345547"/>
                    <a:pt x="491143" y="332807"/>
                  </a:cubicBezTo>
                  <a:cubicBezTo>
                    <a:pt x="499806" y="314972"/>
                    <a:pt x="524267" y="270128"/>
                    <a:pt x="539554" y="241081"/>
                  </a:cubicBezTo>
                  <a:cubicBezTo>
                    <a:pt x="545160" y="230380"/>
                    <a:pt x="553823" y="213564"/>
                    <a:pt x="558919" y="203882"/>
                  </a:cubicBezTo>
                  <a:cubicBezTo>
                    <a:pt x="564015" y="194199"/>
                    <a:pt x="570639" y="181969"/>
                    <a:pt x="573697" y="176364"/>
                  </a:cubicBezTo>
                  <a:cubicBezTo>
                    <a:pt x="583888" y="158019"/>
                    <a:pt x="602234" y="120309"/>
                    <a:pt x="600195" y="120309"/>
                  </a:cubicBezTo>
                  <a:cubicBezTo>
                    <a:pt x="598666" y="120309"/>
                    <a:pt x="597647" y="120819"/>
                    <a:pt x="597647" y="121838"/>
                  </a:cubicBezTo>
                  <a:cubicBezTo>
                    <a:pt x="597138" y="124386"/>
                    <a:pt x="569110" y="148337"/>
                    <a:pt x="569620" y="145789"/>
                  </a:cubicBezTo>
                  <a:cubicBezTo>
                    <a:pt x="569620" y="144769"/>
                    <a:pt x="576754" y="136616"/>
                    <a:pt x="585927" y="127953"/>
                  </a:cubicBezTo>
                  <a:cubicBezTo>
                    <a:pt x="595609" y="118780"/>
                    <a:pt x="599176" y="115213"/>
                    <a:pt x="598157" y="115213"/>
                  </a:cubicBezTo>
                  <a:close/>
                  <a:moveTo>
                    <a:pt x="600068" y="149738"/>
                  </a:moveTo>
                  <a:cubicBezTo>
                    <a:pt x="599558" y="150248"/>
                    <a:pt x="598921" y="151394"/>
                    <a:pt x="598157" y="152923"/>
                  </a:cubicBezTo>
                  <a:cubicBezTo>
                    <a:pt x="596628" y="156490"/>
                    <a:pt x="596628" y="157509"/>
                    <a:pt x="599176" y="155980"/>
                  </a:cubicBezTo>
                  <a:cubicBezTo>
                    <a:pt x="601214" y="154961"/>
                    <a:pt x="601724" y="152413"/>
                    <a:pt x="601214" y="150375"/>
                  </a:cubicBezTo>
                  <a:cubicBezTo>
                    <a:pt x="600960" y="149356"/>
                    <a:pt x="600577" y="149228"/>
                    <a:pt x="600068" y="149738"/>
                  </a:cubicBezTo>
                  <a:close/>
                  <a:moveTo>
                    <a:pt x="615483" y="154961"/>
                  </a:moveTo>
                  <a:cubicBezTo>
                    <a:pt x="614973" y="154961"/>
                    <a:pt x="613954" y="155980"/>
                    <a:pt x="612425" y="157000"/>
                  </a:cubicBezTo>
                  <a:cubicBezTo>
                    <a:pt x="610897" y="158019"/>
                    <a:pt x="611916" y="159547"/>
                    <a:pt x="613445" y="159547"/>
                  </a:cubicBezTo>
                  <a:cubicBezTo>
                    <a:pt x="614973" y="160057"/>
                    <a:pt x="615993" y="159038"/>
                    <a:pt x="615993" y="157509"/>
                  </a:cubicBezTo>
                  <a:cubicBezTo>
                    <a:pt x="616502" y="155980"/>
                    <a:pt x="615993" y="154961"/>
                    <a:pt x="615483" y="154961"/>
                  </a:cubicBezTo>
                  <a:close/>
                  <a:moveTo>
                    <a:pt x="595609" y="161586"/>
                  </a:moveTo>
                  <a:cubicBezTo>
                    <a:pt x="591532" y="164643"/>
                    <a:pt x="561976" y="221717"/>
                    <a:pt x="543631" y="256369"/>
                  </a:cubicBezTo>
                  <a:cubicBezTo>
                    <a:pt x="539554" y="264013"/>
                    <a:pt x="533949" y="273695"/>
                    <a:pt x="531401" y="277772"/>
                  </a:cubicBezTo>
                  <a:cubicBezTo>
                    <a:pt x="528853" y="281848"/>
                    <a:pt x="521719" y="293059"/>
                    <a:pt x="517642" y="302232"/>
                  </a:cubicBezTo>
                  <a:cubicBezTo>
                    <a:pt x="513056" y="311914"/>
                    <a:pt x="505412" y="325163"/>
                    <a:pt x="501335" y="331278"/>
                  </a:cubicBezTo>
                  <a:cubicBezTo>
                    <a:pt x="496749" y="337903"/>
                    <a:pt x="493182" y="345547"/>
                    <a:pt x="493182" y="348095"/>
                  </a:cubicBezTo>
                  <a:cubicBezTo>
                    <a:pt x="493182" y="350643"/>
                    <a:pt x="491653" y="353191"/>
                    <a:pt x="490124" y="353700"/>
                  </a:cubicBezTo>
                  <a:cubicBezTo>
                    <a:pt x="489105" y="354210"/>
                    <a:pt x="487067" y="358796"/>
                    <a:pt x="485538" y="362363"/>
                  </a:cubicBezTo>
                  <a:cubicBezTo>
                    <a:pt x="484009" y="365930"/>
                    <a:pt x="480952" y="373574"/>
                    <a:pt x="477894" y="378161"/>
                  </a:cubicBezTo>
                  <a:cubicBezTo>
                    <a:pt x="474837" y="383256"/>
                    <a:pt x="472289" y="388352"/>
                    <a:pt x="471779" y="389881"/>
                  </a:cubicBezTo>
                  <a:cubicBezTo>
                    <a:pt x="468722" y="398544"/>
                    <a:pt x="450377" y="431667"/>
                    <a:pt x="446300" y="438292"/>
                  </a:cubicBezTo>
                  <a:cubicBezTo>
                    <a:pt x="443752" y="442369"/>
                    <a:pt x="442223" y="445936"/>
                    <a:pt x="442733" y="445936"/>
                  </a:cubicBezTo>
                  <a:cubicBezTo>
                    <a:pt x="443752" y="445936"/>
                    <a:pt x="442223" y="448993"/>
                    <a:pt x="439675" y="451541"/>
                  </a:cubicBezTo>
                  <a:cubicBezTo>
                    <a:pt x="434579" y="458166"/>
                    <a:pt x="432541" y="466829"/>
                    <a:pt x="436618" y="467848"/>
                  </a:cubicBezTo>
                  <a:cubicBezTo>
                    <a:pt x="438656" y="468357"/>
                    <a:pt x="454453" y="444916"/>
                    <a:pt x="454963" y="439311"/>
                  </a:cubicBezTo>
                  <a:cubicBezTo>
                    <a:pt x="454963" y="436763"/>
                    <a:pt x="458530" y="429119"/>
                    <a:pt x="469231" y="412303"/>
                  </a:cubicBezTo>
                  <a:cubicBezTo>
                    <a:pt x="472798" y="406697"/>
                    <a:pt x="480442" y="390900"/>
                    <a:pt x="482481" y="384785"/>
                  </a:cubicBezTo>
                  <a:cubicBezTo>
                    <a:pt x="482990" y="384276"/>
                    <a:pt x="483500" y="382237"/>
                    <a:pt x="485028" y="380199"/>
                  </a:cubicBezTo>
                  <a:cubicBezTo>
                    <a:pt x="486557" y="378161"/>
                    <a:pt x="490124" y="370517"/>
                    <a:pt x="493691" y="363382"/>
                  </a:cubicBezTo>
                  <a:cubicBezTo>
                    <a:pt x="502354" y="346566"/>
                    <a:pt x="516623" y="315481"/>
                    <a:pt x="520700" y="309366"/>
                  </a:cubicBezTo>
                  <a:cubicBezTo>
                    <a:pt x="524776" y="302742"/>
                    <a:pt x="537516" y="280829"/>
                    <a:pt x="542612" y="267070"/>
                  </a:cubicBezTo>
                  <a:cubicBezTo>
                    <a:pt x="545669" y="260446"/>
                    <a:pt x="549237" y="255350"/>
                    <a:pt x="550256" y="254331"/>
                  </a:cubicBezTo>
                  <a:cubicBezTo>
                    <a:pt x="551275" y="253312"/>
                    <a:pt x="552294" y="251273"/>
                    <a:pt x="552294" y="249235"/>
                  </a:cubicBezTo>
                  <a:cubicBezTo>
                    <a:pt x="552804" y="247706"/>
                    <a:pt x="555861" y="241591"/>
                    <a:pt x="558919" y="235986"/>
                  </a:cubicBezTo>
                  <a:cubicBezTo>
                    <a:pt x="561976" y="230380"/>
                    <a:pt x="565034" y="224265"/>
                    <a:pt x="566053" y="222227"/>
                  </a:cubicBezTo>
                  <a:cubicBezTo>
                    <a:pt x="567072" y="219679"/>
                    <a:pt x="567072" y="217640"/>
                    <a:pt x="568091" y="217640"/>
                  </a:cubicBezTo>
                  <a:cubicBezTo>
                    <a:pt x="569620" y="217640"/>
                    <a:pt x="571658" y="213564"/>
                    <a:pt x="574206" y="208977"/>
                  </a:cubicBezTo>
                  <a:cubicBezTo>
                    <a:pt x="576754" y="203882"/>
                    <a:pt x="582360" y="190632"/>
                    <a:pt x="587965" y="179931"/>
                  </a:cubicBezTo>
                  <a:cubicBezTo>
                    <a:pt x="593571" y="168720"/>
                    <a:pt x="597138" y="160567"/>
                    <a:pt x="595609" y="161586"/>
                  </a:cubicBezTo>
                  <a:close/>
                  <a:moveTo>
                    <a:pt x="607640" y="172502"/>
                  </a:moveTo>
                  <a:cubicBezTo>
                    <a:pt x="607107" y="172797"/>
                    <a:pt x="606310" y="173434"/>
                    <a:pt x="605291" y="174325"/>
                  </a:cubicBezTo>
                  <a:cubicBezTo>
                    <a:pt x="602743" y="176364"/>
                    <a:pt x="599686" y="181969"/>
                    <a:pt x="598666" y="186046"/>
                  </a:cubicBezTo>
                  <a:cubicBezTo>
                    <a:pt x="596119" y="195728"/>
                    <a:pt x="596628" y="195219"/>
                    <a:pt x="604272" y="181460"/>
                  </a:cubicBezTo>
                  <a:cubicBezTo>
                    <a:pt x="608476" y="173816"/>
                    <a:pt x="609240" y="171618"/>
                    <a:pt x="607640" y="172502"/>
                  </a:cubicBezTo>
                  <a:close/>
                  <a:moveTo>
                    <a:pt x="597138" y="195219"/>
                  </a:moveTo>
                  <a:lnTo>
                    <a:pt x="591023" y="200314"/>
                  </a:lnTo>
                  <a:cubicBezTo>
                    <a:pt x="585417" y="204901"/>
                    <a:pt x="577773" y="223756"/>
                    <a:pt x="581341" y="224265"/>
                  </a:cubicBezTo>
                  <a:cubicBezTo>
                    <a:pt x="585417" y="224775"/>
                    <a:pt x="593571" y="205920"/>
                    <a:pt x="594590" y="203372"/>
                  </a:cubicBezTo>
                  <a:lnTo>
                    <a:pt x="597138" y="195219"/>
                  </a:lnTo>
                  <a:close/>
                  <a:moveTo>
                    <a:pt x="578347" y="227705"/>
                  </a:moveTo>
                  <a:cubicBezTo>
                    <a:pt x="577773" y="228087"/>
                    <a:pt x="576754" y="229616"/>
                    <a:pt x="574716" y="232419"/>
                  </a:cubicBezTo>
                  <a:cubicBezTo>
                    <a:pt x="572168" y="235986"/>
                    <a:pt x="570130" y="241591"/>
                    <a:pt x="569110" y="243629"/>
                  </a:cubicBezTo>
                  <a:cubicBezTo>
                    <a:pt x="567582" y="250764"/>
                    <a:pt x="572168" y="249235"/>
                    <a:pt x="576245" y="241591"/>
                  </a:cubicBezTo>
                  <a:cubicBezTo>
                    <a:pt x="578283" y="237514"/>
                    <a:pt x="579812" y="232928"/>
                    <a:pt x="579302" y="229871"/>
                  </a:cubicBezTo>
                  <a:cubicBezTo>
                    <a:pt x="579047" y="228087"/>
                    <a:pt x="578920" y="227323"/>
                    <a:pt x="578347" y="227705"/>
                  </a:cubicBezTo>
                  <a:close/>
                  <a:moveTo>
                    <a:pt x="567207" y="251233"/>
                  </a:moveTo>
                  <a:cubicBezTo>
                    <a:pt x="566403" y="251050"/>
                    <a:pt x="565161" y="251528"/>
                    <a:pt x="563505" y="252802"/>
                  </a:cubicBezTo>
                  <a:cubicBezTo>
                    <a:pt x="561467" y="254331"/>
                    <a:pt x="559938" y="256369"/>
                    <a:pt x="560447" y="258407"/>
                  </a:cubicBezTo>
                  <a:cubicBezTo>
                    <a:pt x="560957" y="260446"/>
                    <a:pt x="560447" y="262484"/>
                    <a:pt x="558919" y="262994"/>
                  </a:cubicBezTo>
                  <a:cubicBezTo>
                    <a:pt x="557390" y="263503"/>
                    <a:pt x="555351" y="266561"/>
                    <a:pt x="555351" y="269618"/>
                  </a:cubicBezTo>
                  <a:cubicBezTo>
                    <a:pt x="554842" y="272166"/>
                    <a:pt x="553313" y="274205"/>
                    <a:pt x="551275" y="273695"/>
                  </a:cubicBezTo>
                  <a:cubicBezTo>
                    <a:pt x="548727" y="273695"/>
                    <a:pt x="546689" y="277772"/>
                    <a:pt x="544650" y="284396"/>
                  </a:cubicBezTo>
                  <a:cubicBezTo>
                    <a:pt x="542612" y="290511"/>
                    <a:pt x="540064" y="296626"/>
                    <a:pt x="538026" y="297136"/>
                  </a:cubicBezTo>
                  <a:cubicBezTo>
                    <a:pt x="536497" y="297646"/>
                    <a:pt x="534458" y="301213"/>
                    <a:pt x="534458" y="304780"/>
                  </a:cubicBezTo>
                  <a:cubicBezTo>
                    <a:pt x="534458" y="308857"/>
                    <a:pt x="532930" y="310895"/>
                    <a:pt x="530382" y="310385"/>
                  </a:cubicBezTo>
                  <a:cubicBezTo>
                    <a:pt x="526305" y="309366"/>
                    <a:pt x="526815" y="309366"/>
                    <a:pt x="523247" y="323635"/>
                  </a:cubicBezTo>
                  <a:cubicBezTo>
                    <a:pt x="521209" y="332298"/>
                    <a:pt x="517132" y="338413"/>
                    <a:pt x="514585" y="336374"/>
                  </a:cubicBezTo>
                  <a:cubicBezTo>
                    <a:pt x="512037" y="334336"/>
                    <a:pt x="508979" y="345037"/>
                    <a:pt x="511017" y="348604"/>
                  </a:cubicBezTo>
                  <a:cubicBezTo>
                    <a:pt x="512037" y="350133"/>
                    <a:pt x="512037" y="352172"/>
                    <a:pt x="510508" y="353700"/>
                  </a:cubicBezTo>
                  <a:cubicBezTo>
                    <a:pt x="506941" y="357267"/>
                    <a:pt x="502864" y="369498"/>
                    <a:pt x="504902" y="369498"/>
                  </a:cubicBezTo>
                  <a:cubicBezTo>
                    <a:pt x="506431" y="370007"/>
                    <a:pt x="508469" y="367459"/>
                    <a:pt x="509998" y="364911"/>
                  </a:cubicBezTo>
                  <a:cubicBezTo>
                    <a:pt x="512546" y="360325"/>
                    <a:pt x="519171" y="359815"/>
                    <a:pt x="517132" y="363892"/>
                  </a:cubicBezTo>
                  <a:cubicBezTo>
                    <a:pt x="516623" y="364911"/>
                    <a:pt x="517642" y="365930"/>
                    <a:pt x="518661" y="365930"/>
                  </a:cubicBezTo>
                  <a:cubicBezTo>
                    <a:pt x="522738" y="366440"/>
                    <a:pt x="522228" y="362873"/>
                    <a:pt x="518661" y="357777"/>
                  </a:cubicBezTo>
                  <a:cubicBezTo>
                    <a:pt x="515094" y="352681"/>
                    <a:pt x="514585" y="348095"/>
                    <a:pt x="518152" y="348604"/>
                  </a:cubicBezTo>
                  <a:cubicBezTo>
                    <a:pt x="519680" y="348604"/>
                    <a:pt x="520700" y="347585"/>
                    <a:pt x="520700" y="345547"/>
                  </a:cubicBezTo>
                  <a:cubicBezTo>
                    <a:pt x="520700" y="343509"/>
                    <a:pt x="521209" y="341980"/>
                    <a:pt x="523247" y="343509"/>
                  </a:cubicBezTo>
                  <a:cubicBezTo>
                    <a:pt x="524776" y="344528"/>
                    <a:pt x="526815" y="342999"/>
                    <a:pt x="526815" y="341980"/>
                  </a:cubicBezTo>
                  <a:cubicBezTo>
                    <a:pt x="526815" y="340451"/>
                    <a:pt x="525795" y="338922"/>
                    <a:pt x="524267" y="338922"/>
                  </a:cubicBezTo>
                  <a:cubicBezTo>
                    <a:pt x="521719" y="338922"/>
                    <a:pt x="526815" y="328221"/>
                    <a:pt x="531911" y="326692"/>
                  </a:cubicBezTo>
                  <a:cubicBezTo>
                    <a:pt x="533439" y="326183"/>
                    <a:pt x="534968" y="323635"/>
                    <a:pt x="535987" y="321087"/>
                  </a:cubicBezTo>
                  <a:cubicBezTo>
                    <a:pt x="541593" y="307328"/>
                    <a:pt x="541593" y="302742"/>
                    <a:pt x="547198" y="293059"/>
                  </a:cubicBezTo>
                  <a:cubicBezTo>
                    <a:pt x="550765" y="286944"/>
                    <a:pt x="553823" y="281339"/>
                    <a:pt x="553823" y="280829"/>
                  </a:cubicBezTo>
                  <a:cubicBezTo>
                    <a:pt x="554332" y="279810"/>
                    <a:pt x="557390" y="273695"/>
                    <a:pt x="561976" y="267070"/>
                  </a:cubicBezTo>
                  <a:cubicBezTo>
                    <a:pt x="568091" y="258280"/>
                    <a:pt x="569620" y="251783"/>
                    <a:pt x="567207" y="251233"/>
                  </a:cubicBezTo>
                  <a:close/>
                  <a:moveTo>
                    <a:pt x="562422" y="306245"/>
                  </a:moveTo>
                  <a:cubicBezTo>
                    <a:pt x="561721" y="305926"/>
                    <a:pt x="560193" y="307073"/>
                    <a:pt x="558409" y="309876"/>
                  </a:cubicBezTo>
                  <a:cubicBezTo>
                    <a:pt x="556880" y="312424"/>
                    <a:pt x="555861" y="314972"/>
                    <a:pt x="557390" y="314972"/>
                  </a:cubicBezTo>
                  <a:cubicBezTo>
                    <a:pt x="558409" y="314972"/>
                    <a:pt x="560447" y="313443"/>
                    <a:pt x="561467" y="311405"/>
                  </a:cubicBezTo>
                  <a:cubicBezTo>
                    <a:pt x="562995" y="308347"/>
                    <a:pt x="563123" y="306563"/>
                    <a:pt x="562422" y="306245"/>
                  </a:cubicBezTo>
                  <a:close/>
                  <a:moveTo>
                    <a:pt x="497577" y="368287"/>
                  </a:moveTo>
                  <a:cubicBezTo>
                    <a:pt x="496494" y="368478"/>
                    <a:pt x="495475" y="369752"/>
                    <a:pt x="493691" y="372555"/>
                  </a:cubicBezTo>
                  <a:cubicBezTo>
                    <a:pt x="490124" y="377651"/>
                    <a:pt x="490124" y="379180"/>
                    <a:pt x="492163" y="381218"/>
                  </a:cubicBezTo>
                  <a:cubicBezTo>
                    <a:pt x="494201" y="383256"/>
                    <a:pt x="493691" y="383256"/>
                    <a:pt x="491143" y="383256"/>
                  </a:cubicBezTo>
                  <a:cubicBezTo>
                    <a:pt x="488596" y="382747"/>
                    <a:pt x="486557" y="384785"/>
                    <a:pt x="486048" y="386823"/>
                  </a:cubicBezTo>
                  <a:cubicBezTo>
                    <a:pt x="486048" y="390900"/>
                    <a:pt x="486048" y="390900"/>
                    <a:pt x="488596" y="387843"/>
                  </a:cubicBezTo>
                  <a:cubicBezTo>
                    <a:pt x="490124" y="385804"/>
                    <a:pt x="491143" y="385804"/>
                    <a:pt x="491143" y="387333"/>
                  </a:cubicBezTo>
                  <a:cubicBezTo>
                    <a:pt x="491143" y="388862"/>
                    <a:pt x="489615" y="390900"/>
                    <a:pt x="488086" y="391919"/>
                  </a:cubicBezTo>
                  <a:cubicBezTo>
                    <a:pt x="486048" y="392939"/>
                    <a:pt x="476365" y="407717"/>
                    <a:pt x="475856" y="410774"/>
                  </a:cubicBezTo>
                  <a:cubicBezTo>
                    <a:pt x="475856" y="411793"/>
                    <a:pt x="476875" y="411284"/>
                    <a:pt x="478404" y="410774"/>
                  </a:cubicBezTo>
                  <a:cubicBezTo>
                    <a:pt x="479933" y="410265"/>
                    <a:pt x="480952" y="411284"/>
                    <a:pt x="480442" y="413832"/>
                  </a:cubicBezTo>
                  <a:cubicBezTo>
                    <a:pt x="479933" y="416380"/>
                    <a:pt x="478913" y="417908"/>
                    <a:pt x="476365" y="415870"/>
                  </a:cubicBezTo>
                  <a:cubicBezTo>
                    <a:pt x="473818" y="413832"/>
                    <a:pt x="472798" y="415360"/>
                    <a:pt x="473308" y="417908"/>
                  </a:cubicBezTo>
                  <a:cubicBezTo>
                    <a:pt x="473818" y="419947"/>
                    <a:pt x="473308" y="421475"/>
                    <a:pt x="471779" y="421475"/>
                  </a:cubicBezTo>
                  <a:cubicBezTo>
                    <a:pt x="470760" y="421475"/>
                    <a:pt x="469741" y="424023"/>
                    <a:pt x="470250" y="427590"/>
                  </a:cubicBezTo>
                  <a:cubicBezTo>
                    <a:pt x="471270" y="433706"/>
                    <a:pt x="466174" y="441859"/>
                    <a:pt x="460568" y="443388"/>
                  </a:cubicBezTo>
                  <a:cubicBezTo>
                    <a:pt x="459039" y="443388"/>
                    <a:pt x="458020" y="447464"/>
                    <a:pt x="457511" y="451032"/>
                  </a:cubicBezTo>
                  <a:cubicBezTo>
                    <a:pt x="457001" y="455108"/>
                    <a:pt x="456492" y="457656"/>
                    <a:pt x="455472" y="455108"/>
                  </a:cubicBezTo>
                  <a:cubicBezTo>
                    <a:pt x="454453" y="453070"/>
                    <a:pt x="452925" y="454089"/>
                    <a:pt x="450377" y="458166"/>
                  </a:cubicBezTo>
                  <a:cubicBezTo>
                    <a:pt x="444261" y="467338"/>
                    <a:pt x="454453" y="467338"/>
                    <a:pt x="464645" y="457147"/>
                  </a:cubicBezTo>
                  <a:cubicBezTo>
                    <a:pt x="471779" y="450012"/>
                    <a:pt x="477894" y="439821"/>
                    <a:pt x="484009" y="417908"/>
                  </a:cubicBezTo>
                  <a:cubicBezTo>
                    <a:pt x="485028" y="414341"/>
                    <a:pt x="490634" y="403130"/>
                    <a:pt x="496239" y="392939"/>
                  </a:cubicBezTo>
                  <a:cubicBezTo>
                    <a:pt x="505922" y="375103"/>
                    <a:pt x="506431" y="374084"/>
                    <a:pt x="501845" y="370517"/>
                  </a:cubicBezTo>
                  <a:cubicBezTo>
                    <a:pt x="499807" y="368988"/>
                    <a:pt x="498660" y="368096"/>
                    <a:pt x="497577" y="368287"/>
                  </a:cubicBezTo>
                  <a:close/>
                  <a:moveTo>
                    <a:pt x="490698" y="417017"/>
                  </a:moveTo>
                  <a:cubicBezTo>
                    <a:pt x="490507" y="417271"/>
                    <a:pt x="490379" y="418163"/>
                    <a:pt x="490124" y="419437"/>
                  </a:cubicBezTo>
                  <a:cubicBezTo>
                    <a:pt x="489615" y="421985"/>
                    <a:pt x="490124" y="423514"/>
                    <a:pt x="491143" y="423004"/>
                  </a:cubicBezTo>
                  <a:cubicBezTo>
                    <a:pt x="492672" y="422495"/>
                    <a:pt x="492163" y="419947"/>
                    <a:pt x="491653" y="418418"/>
                  </a:cubicBezTo>
                  <a:cubicBezTo>
                    <a:pt x="491143" y="417144"/>
                    <a:pt x="490889" y="416762"/>
                    <a:pt x="490698" y="417017"/>
                  </a:cubicBezTo>
                  <a:close/>
                  <a:moveTo>
                    <a:pt x="440694" y="496385"/>
                  </a:moveTo>
                  <a:cubicBezTo>
                    <a:pt x="439675" y="495875"/>
                    <a:pt x="438146" y="496894"/>
                    <a:pt x="436618" y="498423"/>
                  </a:cubicBezTo>
                  <a:cubicBezTo>
                    <a:pt x="435598" y="499442"/>
                    <a:pt x="436108" y="500461"/>
                    <a:pt x="437127" y="500971"/>
                  </a:cubicBezTo>
                  <a:cubicBezTo>
                    <a:pt x="438656" y="500971"/>
                    <a:pt x="440694" y="499952"/>
                    <a:pt x="441713" y="498933"/>
                  </a:cubicBezTo>
                  <a:cubicBezTo>
                    <a:pt x="443242" y="497404"/>
                    <a:pt x="442223" y="496385"/>
                    <a:pt x="440694" y="496385"/>
                  </a:cubicBezTo>
                  <a:close/>
                  <a:moveTo>
                    <a:pt x="428719" y="503710"/>
                  </a:moveTo>
                  <a:cubicBezTo>
                    <a:pt x="427573" y="504029"/>
                    <a:pt x="426935" y="504793"/>
                    <a:pt x="426935" y="506067"/>
                  </a:cubicBezTo>
                  <a:cubicBezTo>
                    <a:pt x="426935" y="507596"/>
                    <a:pt x="425407" y="511163"/>
                    <a:pt x="424387" y="513711"/>
                  </a:cubicBezTo>
                  <a:cubicBezTo>
                    <a:pt x="423368" y="516259"/>
                    <a:pt x="422859" y="517278"/>
                    <a:pt x="425407" y="516259"/>
                  </a:cubicBezTo>
                  <a:cubicBezTo>
                    <a:pt x="427445" y="515240"/>
                    <a:pt x="428974" y="516259"/>
                    <a:pt x="427955" y="518807"/>
                  </a:cubicBezTo>
                  <a:cubicBezTo>
                    <a:pt x="426935" y="521355"/>
                    <a:pt x="426426" y="522374"/>
                    <a:pt x="423368" y="520845"/>
                  </a:cubicBezTo>
                  <a:cubicBezTo>
                    <a:pt x="420820" y="519316"/>
                    <a:pt x="420820" y="519826"/>
                    <a:pt x="420820" y="522883"/>
                  </a:cubicBezTo>
                  <a:cubicBezTo>
                    <a:pt x="420820" y="525431"/>
                    <a:pt x="420820" y="526960"/>
                    <a:pt x="419801" y="526450"/>
                  </a:cubicBezTo>
                  <a:cubicBezTo>
                    <a:pt x="417763" y="526450"/>
                    <a:pt x="410629" y="536642"/>
                    <a:pt x="410119" y="540209"/>
                  </a:cubicBezTo>
                  <a:cubicBezTo>
                    <a:pt x="410119" y="540719"/>
                    <a:pt x="412667" y="539700"/>
                    <a:pt x="414705" y="537152"/>
                  </a:cubicBezTo>
                  <a:cubicBezTo>
                    <a:pt x="418782" y="532565"/>
                    <a:pt x="418782" y="533075"/>
                    <a:pt x="416744" y="538681"/>
                  </a:cubicBezTo>
                  <a:cubicBezTo>
                    <a:pt x="412157" y="550911"/>
                    <a:pt x="407571" y="557535"/>
                    <a:pt x="405023" y="557026"/>
                  </a:cubicBezTo>
                  <a:cubicBezTo>
                    <a:pt x="403494" y="557026"/>
                    <a:pt x="401966" y="558554"/>
                    <a:pt x="401456" y="561612"/>
                  </a:cubicBezTo>
                  <a:cubicBezTo>
                    <a:pt x="401456" y="564670"/>
                    <a:pt x="400947" y="566708"/>
                    <a:pt x="399927" y="566198"/>
                  </a:cubicBezTo>
                  <a:cubicBezTo>
                    <a:pt x="398399" y="565179"/>
                    <a:pt x="387188" y="585053"/>
                    <a:pt x="387188" y="589130"/>
                  </a:cubicBezTo>
                  <a:cubicBezTo>
                    <a:pt x="386678" y="590658"/>
                    <a:pt x="388207" y="590658"/>
                    <a:pt x="389226" y="590149"/>
                  </a:cubicBezTo>
                  <a:cubicBezTo>
                    <a:pt x="390755" y="589130"/>
                    <a:pt x="391774" y="590658"/>
                    <a:pt x="391774" y="593206"/>
                  </a:cubicBezTo>
                  <a:cubicBezTo>
                    <a:pt x="391774" y="595754"/>
                    <a:pt x="389736" y="596264"/>
                    <a:pt x="387697" y="595245"/>
                  </a:cubicBezTo>
                  <a:cubicBezTo>
                    <a:pt x="385659" y="594226"/>
                    <a:pt x="383621" y="594226"/>
                    <a:pt x="383621" y="595245"/>
                  </a:cubicBezTo>
                  <a:cubicBezTo>
                    <a:pt x="383621" y="596264"/>
                    <a:pt x="382601" y="599831"/>
                    <a:pt x="381073" y="602889"/>
                  </a:cubicBezTo>
                  <a:cubicBezTo>
                    <a:pt x="379544" y="607984"/>
                    <a:pt x="379544" y="608494"/>
                    <a:pt x="382601" y="605946"/>
                  </a:cubicBezTo>
                  <a:cubicBezTo>
                    <a:pt x="385659" y="603398"/>
                    <a:pt x="385659" y="603398"/>
                    <a:pt x="384130" y="607475"/>
                  </a:cubicBezTo>
                  <a:cubicBezTo>
                    <a:pt x="383111" y="610023"/>
                    <a:pt x="381582" y="612571"/>
                    <a:pt x="380053" y="612061"/>
                  </a:cubicBezTo>
                  <a:cubicBezTo>
                    <a:pt x="378525" y="611552"/>
                    <a:pt x="375977" y="612571"/>
                    <a:pt x="374958" y="613590"/>
                  </a:cubicBezTo>
                  <a:cubicBezTo>
                    <a:pt x="373429" y="615119"/>
                    <a:pt x="373938" y="615119"/>
                    <a:pt x="375977" y="614100"/>
                  </a:cubicBezTo>
                  <a:cubicBezTo>
                    <a:pt x="379544" y="612571"/>
                    <a:pt x="380053" y="616138"/>
                    <a:pt x="376486" y="624291"/>
                  </a:cubicBezTo>
                  <a:cubicBezTo>
                    <a:pt x="374958" y="627858"/>
                    <a:pt x="373429" y="628878"/>
                    <a:pt x="370881" y="627858"/>
                  </a:cubicBezTo>
                  <a:cubicBezTo>
                    <a:pt x="368843" y="626839"/>
                    <a:pt x="367314" y="628368"/>
                    <a:pt x="366804" y="630916"/>
                  </a:cubicBezTo>
                  <a:cubicBezTo>
                    <a:pt x="366804" y="633464"/>
                    <a:pt x="365275" y="637031"/>
                    <a:pt x="363237" y="638560"/>
                  </a:cubicBezTo>
                  <a:cubicBezTo>
                    <a:pt x="360689" y="640598"/>
                    <a:pt x="360179" y="640598"/>
                    <a:pt x="362727" y="641617"/>
                  </a:cubicBezTo>
                  <a:cubicBezTo>
                    <a:pt x="364256" y="642127"/>
                    <a:pt x="365275" y="640598"/>
                    <a:pt x="366295" y="639069"/>
                  </a:cubicBezTo>
                  <a:cubicBezTo>
                    <a:pt x="367314" y="637541"/>
                    <a:pt x="367314" y="636521"/>
                    <a:pt x="367823" y="637541"/>
                  </a:cubicBezTo>
                  <a:cubicBezTo>
                    <a:pt x="368843" y="639069"/>
                    <a:pt x="367314" y="642127"/>
                    <a:pt x="363237" y="644675"/>
                  </a:cubicBezTo>
                  <a:cubicBezTo>
                    <a:pt x="359670" y="646713"/>
                    <a:pt x="356612" y="652828"/>
                    <a:pt x="355084" y="656905"/>
                  </a:cubicBezTo>
                  <a:cubicBezTo>
                    <a:pt x="353555" y="660982"/>
                    <a:pt x="351007" y="668116"/>
                    <a:pt x="348459" y="672702"/>
                  </a:cubicBezTo>
                  <a:cubicBezTo>
                    <a:pt x="325018" y="718055"/>
                    <a:pt x="279155" y="837299"/>
                    <a:pt x="289347" y="832203"/>
                  </a:cubicBezTo>
                  <a:cubicBezTo>
                    <a:pt x="290366" y="831693"/>
                    <a:pt x="290876" y="828636"/>
                    <a:pt x="291895" y="824559"/>
                  </a:cubicBezTo>
                  <a:cubicBezTo>
                    <a:pt x="292914" y="820992"/>
                    <a:pt x="294443" y="817935"/>
                    <a:pt x="294952" y="817935"/>
                  </a:cubicBezTo>
                  <a:cubicBezTo>
                    <a:pt x="295971" y="818444"/>
                    <a:pt x="296481" y="815896"/>
                    <a:pt x="295971" y="813348"/>
                  </a:cubicBezTo>
                  <a:cubicBezTo>
                    <a:pt x="295462" y="809781"/>
                    <a:pt x="296991" y="807743"/>
                    <a:pt x="299539" y="807233"/>
                  </a:cubicBezTo>
                  <a:cubicBezTo>
                    <a:pt x="302087" y="806724"/>
                    <a:pt x="303106" y="804685"/>
                    <a:pt x="302596" y="803666"/>
                  </a:cubicBezTo>
                  <a:cubicBezTo>
                    <a:pt x="302087" y="802137"/>
                    <a:pt x="303106" y="799080"/>
                    <a:pt x="305144" y="797041"/>
                  </a:cubicBezTo>
                  <a:cubicBezTo>
                    <a:pt x="308202" y="793984"/>
                    <a:pt x="308202" y="793984"/>
                    <a:pt x="305654" y="795003"/>
                  </a:cubicBezTo>
                  <a:cubicBezTo>
                    <a:pt x="301577" y="796532"/>
                    <a:pt x="300048" y="794493"/>
                    <a:pt x="306673" y="783792"/>
                  </a:cubicBezTo>
                  <a:cubicBezTo>
                    <a:pt x="309730" y="778696"/>
                    <a:pt x="311769" y="774620"/>
                    <a:pt x="312788" y="774620"/>
                  </a:cubicBezTo>
                  <a:cubicBezTo>
                    <a:pt x="314317" y="774620"/>
                    <a:pt x="314826" y="772581"/>
                    <a:pt x="314317" y="768505"/>
                  </a:cubicBezTo>
                  <a:cubicBezTo>
                    <a:pt x="313807" y="764428"/>
                    <a:pt x="315336" y="760861"/>
                    <a:pt x="319413" y="757294"/>
                  </a:cubicBezTo>
                  <a:cubicBezTo>
                    <a:pt x="322470" y="754746"/>
                    <a:pt x="325528" y="751179"/>
                    <a:pt x="325528" y="749650"/>
                  </a:cubicBezTo>
                  <a:cubicBezTo>
                    <a:pt x="325528" y="748121"/>
                    <a:pt x="324508" y="748631"/>
                    <a:pt x="322980" y="750159"/>
                  </a:cubicBezTo>
                  <a:cubicBezTo>
                    <a:pt x="320432" y="752707"/>
                    <a:pt x="320941" y="752707"/>
                    <a:pt x="319922" y="749140"/>
                  </a:cubicBezTo>
                  <a:cubicBezTo>
                    <a:pt x="319413" y="747102"/>
                    <a:pt x="319922" y="744554"/>
                    <a:pt x="320941" y="744044"/>
                  </a:cubicBezTo>
                  <a:cubicBezTo>
                    <a:pt x="322470" y="743535"/>
                    <a:pt x="323489" y="739968"/>
                    <a:pt x="324508" y="737420"/>
                  </a:cubicBezTo>
                  <a:cubicBezTo>
                    <a:pt x="325528" y="734362"/>
                    <a:pt x="325528" y="733343"/>
                    <a:pt x="326547" y="735381"/>
                  </a:cubicBezTo>
                  <a:cubicBezTo>
                    <a:pt x="328585" y="739458"/>
                    <a:pt x="329604" y="736910"/>
                    <a:pt x="332662" y="732324"/>
                  </a:cubicBezTo>
                  <a:cubicBezTo>
                    <a:pt x="333681" y="730795"/>
                    <a:pt x="331643" y="729266"/>
                    <a:pt x="330114" y="729776"/>
                  </a:cubicBezTo>
                  <a:cubicBezTo>
                    <a:pt x="326547" y="730795"/>
                    <a:pt x="327566" y="725699"/>
                    <a:pt x="331133" y="721113"/>
                  </a:cubicBezTo>
                  <a:cubicBezTo>
                    <a:pt x="333681" y="718055"/>
                    <a:pt x="333681" y="718565"/>
                    <a:pt x="333681" y="721622"/>
                  </a:cubicBezTo>
                  <a:cubicBezTo>
                    <a:pt x="333681" y="724170"/>
                    <a:pt x="333681" y="724170"/>
                    <a:pt x="336739" y="721113"/>
                  </a:cubicBezTo>
                  <a:cubicBezTo>
                    <a:pt x="338777" y="719075"/>
                    <a:pt x="339286" y="714998"/>
                    <a:pt x="338777" y="712959"/>
                  </a:cubicBezTo>
                  <a:cubicBezTo>
                    <a:pt x="338267" y="710921"/>
                    <a:pt x="338777" y="709392"/>
                    <a:pt x="340306" y="709392"/>
                  </a:cubicBezTo>
                  <a:cubicBezTo>
                    <a:pt x="342853" y="709902"/>
                    <a:pt x="349478" y="692066"/>
                    <a:pt x="349478" y="686971"/>
                  </a:cubicBezTo>
                  <a:cubicBezTo>
                    <a:pt x="349478" y="685442"/>
                    <a:pt x="349988" y="682384"/>
                    <a:pt x="352026" y="680855"/>
                  </a:cubicBezTo>
                  <a:cubicBezTo>
                    <a:pt x="354574" y="679327"/>
                    <a:pt x="359160" y="666587"/>
                    <a:pt x="365275" y="654357"/>
                  </a:cubicBezTo>
                  <a:cubicBezTo>
                    <a:pt x="371390" y="642127"/>
                    <a:pt x="376996" y="629387"/>
                    <a:pt x="379034" y="626839"/>
                  </a:cubicBezTo>
                  <a:cubicBezTo>
                    <a:pt x="381073" y="624291"/>
                    <a:pt x="383621" y="620215"/>
                    <a:pt x="383621" y="618176"/>
                  </a:cubicBezTo>
                  <a:cubicBezTo>
                    <a:pt x="383621" y="615628"/>
                    <a:pt x="385659" y="611552"/>
                    <a:pt x="387188" y="609513"/>
                  </a:cubicBezTo>
                  <a:cubicBezTo>
                    <a:pt x="388716" y="606965"/>
                    <a:pt x="394322" y="595245"/>
                    <a:pt x="399418" y="583524"/>
                  </a:cubicBezTo>
                  <a:cubicBezTo>
                    <a:pt x="404514" y="571804"/>
                    <a:pt x="409100" y="561612"/>
                    <a:pt x="410629" y="561102"/>
                  </a:cubicBezTo>
                  <a:cubicBezTo>
                    <a:pt x="411648" y="560593"/>
                    <a:pt x="413686" y="556007"/>
                    <a:pt x="416234" y="550911"/>
                  </a:cubicBezTo>
                  <a:cubicBezTo>
                    <a:pt x="418782" y="546324"/>
                    <a:pt x="422349" y="540719"/>
                    <a:pt x="424897" y="540209"/>
                  </a:cubicBezTo>
                  <a:cubicBezTo>
                    <a:pt x="427955" y="539700"/>
                    <a:pt x="428464" y="537661"/>
                    <a:pt x="426426" y="537661"/>
                  </a:cubicBezTo>
                  <a:cubicBezTo>
                    <a:pt x="424387" y="537661"/>
                    <a:pt x="423878" y="535623"/>
                    <a:pt x="425407" y="534604"/>
                  </a:cubicBezTo>
                  <a:cubicBezTo>
                    <a:pt x="426935" y="533585"/>
                    <a:pt x="427955" y="528998"/>
                    <a:pt x="428464" y="525941"/>
                  </a:cubicBezTo>
                  <a:cubicBezTo>
                    <a:pt x="428464" y="522374"/>
                    <a:pt x="431012" y="518807"/>
                    <a:pt x="433051" y="517787"/>
                  </a:cubicBezTo>
                  <a:cubicBezTo>
                    <a:pt x="435598" y="516768"/>
                    <a:pt x="436108" y="515749"/>
                    <a:pt x="434579" y="515749"/>
                  </a:cubicBezTo>
                  <a:cubicBezTo>
                    <a:pt x="433560" y="515749"/>
                    <a:pt x="434579" y="514220"/>
                    <a:pt x="437637" y="512692"/>
                  </a:cubicBezTo>
                  <a:cubicBezTo>
                    <a:pt x="443752" y="509634"/>
                    <a:pt x="441713" y="506067"/>
                    <a:pt x="433560" y="504029"/>
                  </a:cubicBezTo>
                  <a:cubicBezTo>
                    <a:pt x="431522" y="503519"/>
                    <a:pt x="429866" y="503392"/>
                    <a:pt x="428719" y="503710"/>
                  </a:cubicBezTo>
                  <a:close/>
                  <a:moveTo>
                    <a:pt x="461587" y="511163"/>
                  </a:moveTo>
                  <a:cubicBezTo>
                    <a:pt x="460059" y="511163"/>
                    <a:pt x="459549" y="512182"/>
                    <a:pt x="458530" y="514730"/>
                  </a:cubicBezTo>
                  <a:cubicBezTo>
                    <a:pt x="458020" y="516768"/>
                    <a:pt x="459549" y="518297"/>
                    <a:pt x="461078" y="517278"/>
                  </a:cubicBezTo>
                  <a:cubicBezTo>
                    <a:pt x="462607" y="516259"/>
                    <a:pt x="463626" y="515240"/>
                    <a:pt x="464135" y="513711"/>
                  </a:cubicBezTo>
                  <a:cubicBezTo>
                    <a:pt x="464135" y="512692"/>
                    <a:pt x="463116" y="511163"/>
                    <a:pt x="461587" y="511163"/>
                  </a:cubicBezTo>
                  <a:close/>
                  <a:moveTo>
                    <a:pt x="425916" y="583015"/>
                  </a:moveTo>
                  <a:cubicBezTo>
                    <a:pt x="424387" y="583015"/>
                    <a:pt x="422859" y="583524"/>
                    <a:pt x="422859" y="585053"/>
                  </a:cubicBezTo>
                  <a:cubicBezTo>
                    <a:pt x="422859" y="586582"/>
                    <a:pt x="422859" y="587601"/>
                    <a:pt x="423878" y="587601"/>
                  </a:cubicBezTo>
                  <a:cubicBezTo>
                    <a:pt x="424387" y="587601"/>
                    <a:pt x="425407" y="587091"/>
                    <a:pt x="426426" y="585563"/>
                  </a:cubicBezTo>
                  <a:cubicBezTo>
                    <a:pt x="427445" y="584034"/>
                    <a:pt x="427445" y="583015"/>
                    <a:pt x="425916" y="583015"/>
                  </a:cubicBezTo>
                  <a:close/>
                  <a:moveTo>
                    <a:pt x="385149" y="666587"/>
                  </a:moveTo>
                  <a:cubicBezTo>
                    <a:pt x="384130" y="666587"/>
                    <a:pt x="383111" y="667097"/>
                    <a:pt x="383111" y="668116"/>
                  </a:cubicBezTo>
                  <a:lnTo>
                    <a:pt x="380563" y="675760"/>
                  </a:lnTo>
                  <a:cubicBezTo>
                    <a:pt x="379544" y="678817"/>
                    <a:pt x="379544" y="681365"/>
                    <a:pt x="380563" y="681365"/>
                  </a:cubicBezTo>
                  <a:cubicBezTo>
                    <a:pt x="382092" y="681365"/>
                    <a:pt x="384130" y="678308"/>
                    <a:pt x="385149" y="674231"/>
                  </a:cubicBezTo>
                  <a:cubicBezTo>
                    <a:pt x="386168" y="670154"/>
                    <a:pt x="386168" y="667097"/>
                    <a:pt x="385149" y="666587"/>
                  </a:cubicBezTo>
                  <a:close/>
                  <a:moveTo>
                    <a:pt x="418400" y="503965"/>
                  </a:moveTo>
                  <a:cubicBezTo>
                    <a:pt x="416489" y="504029"/>
                    <a:pt x="414196" y="505303"/>
                    <a:pt x="412667" y="507596"/>
                  </a:cubicBezTo>
                  <a:cubicBezTo>
                    <a:pt x="407571" y="515240"/>
                    <a:pt x="391774" y="546324"/>
                    <a:pt x="391264" y="552439"/>
                  </a:cubicBezTo>
                  <a:cubicBezTo>
                    <a:pt x="391264" y="554478"/>
                    <a:pt x="388716" y="559064"/>
                    <a:pt x="386168" y="562122"/>
                  </a:cubicBezTo>
                  <a:cubicBezTo>
                    <a:pt x="383621" y="565179"/>
                    <a:pt x="382092" y="567727"/>
                    <a:pt x="382601" y="567727"/>
                  </a:cubicBezTo>
                  <a:cubicBezTo>
                    <a:pt x="383621" y="567727"/>
                    <a:pt x="383111" y="570785"/>
                    <a:pt x="381073" y="573842"/>
                  </a:cubicBezTo>
                  <a:cubicBezTo>
                    <a:pt x="379544" y="576900"/>
                    <a:pt x="379034" y="580467"/>
                    <a:pt x="379544" y="580976"/>
                  </a:cubicBezTo>
                  <a:cubicBezTo>
                    <a:pt x="381582" y="584034"/>
                    <a:pt x="385149" y="583524"/>
                    <a:pt x="386678" y="580467"/>
                  </a:cubicBezTo>
                  <a:cubicBezTo>
                    <a:pt x="399418" y="555497"/>
                    <a:pt x="416234" y="513711"/>
                    <a:pt x="419292" y="512182"/>
                  </a:cubicBezTo>
                  <a:cubicBezTo>
                    <a:pt x="420311" y="511672"/>
                    <a:pt x="421330" y="509634"/>
                    <a:pt x="421840" y="507596"/>
                  </a:cubicBezTo>
                  <a:cubicBezTo>
                    <a:pt x="421840" y="505048"/>
                    <a:pt x="420311" y="503901"/>
                    <a:pt x="418400" y="503965"/>
                  </a:cubicBezTo>
                  <a:close/>
                  <a:moveTo>
                    <a:pt x="551784" y="157509"/>
                  </a:moveTo>
                  <a:cubicBezTo>
                    <a:pt x="551275" y="157509"/>
                    <a:pt x="549746" y="158528"/>
                    <a:pt x="548727" y="160057"/>
                  </a:cubicBezTo>
                  <a:cubicBezTo>
                    <a:pt x="547708" y="161076"/>
                    <a:pt x="548217" y="162095"/>
                    <a:pt x="549746" y="162605"/>
                  </a:cubicBezTo>
                  <a:cubicBezTo>
                    <a:pt x="551275" y="162605"/>
                    <a:pt x="552804" y="161586"/>
                    <a:pt x="552804" y="160057"/>
                  </a:cubicBezTo>
                  <a:cubicBezTo>
                    <a:pt x="552804" y="159038"/>
                    <a:pt x="552294" y="157509"/>
                    <a:pt x="551784" y="157509"/>
                  </a:cubicBezTo>
                  <a:close/>
                  <a:moveTo>
                    <a:pt x="398908" y="299684"/>
                  </a:moveTo>
                  <a:cubicBezTo>
                    <a:pt x="397379" y="300703"/>
                    <a:pt x="398908" y="309366"/>
                    <a:pt x="400437" y="309366"/>
                  </a:cubicBezTo>
                  <a:cubicBezTo>
                    <a:pt x="400437" y="309366"/>
                    <a:pt x="402475" y="308347"/>
                    <a:pt x="405023" y="305799"/>
                  </a:cubicBezTo>
                  <a:cubicBezTo>
                    <a:pt x="408590" y="302232"/>
                    <a:pt x="408081" y="302232"/>
                    <a:pt x="404004" y="303251"/>
                  </a:cubicBezTo>
                  <a:cubicBezTo>
                    <a:pt x="401456" y="303761"/>
                    <a:pt x="399418" y="303251"/>
                    <a:pt x="399927" y="301213"/>
                  </a:cubicBezTo>
                  <a:cubicBezTo>
                    <a:pt x="400437" y="299684"/>
                    <a:pt x="399418" y="299174"/>
                    <a:pt x="398908" y="299684"/>
                  </a:cubicBezTo>
                  <a:close/>
                  <a:moveTo>
                    <a:pt x="380563" y="329750"/>
                  </a:moveTo>
                  <a:cubicBezTo>
                    <a:pt x="379544" y="329750"/>
                    <a:pt x="378525" y="330769"/>
                    <a:pt x="377505" y="332298"/>
                  </a:cubicBezTo>
                  <a:cubicBezTo>
                    <a:pt x="376486" y="333317"/>
                    <a:pt x="376996" y="334846"/>
                    <a:pt x="378015" y="334846"/>
                  </a:cubicBezTo>
                  <a:cubicBezTo>
                    <a:pt x="379544" y="334846"/>
                    <a:pt x="381073" y="333826"/>
                    <a:pt x="381073" y="332807"/>
                  </a:cubicBezTo>
                  <a:cubicBezTo>
                    <a:pt x="381073" y="331278"/>
                    <a:pt x="381073" y="330259"/>
                    <a:pt x="380563" y="329750"/>
                  </a:cubicBezTo>
                  <a:close/>
                  <a:moveTo>
                    <a:pt x="377569" y="594544"/>
                  </a:moveTo>
                  <a:cubicBezTo>
                    <a:pt x="376996" y="594226"/>
                    <a:pt x="375212" y="594990"/>
                    <a:pt x="371900" y="596264"/>
                  </a:cubicBezTo>
                  <a:cubicBezTo>
                    <a:pt x="367823" y="597793"/>
                    <a:pt x="364766" y="601360"/>
                    <a:pt x="364766" y="605437"/>
                  </a:cubicBezTo>
                  <a:cubicBezTo>
                    <a:pt x="364766" y="608494"/>
                    <a:pt x="362727" y="613590"/>
                    <a:pt x="359670" y="616647"/>
                  </a:cubicBezTo>
                  <a:cubicBezTo>
                    <a:pt x="356612" y="619705"/>
                    <a:pt x="355084" y="624801"/>
                    <a:pt x="354064" y="628368"/>
                  </a:cubicBezTo>
                  <a:cubicBezTo>
                    <a:pt x="353045" y="632445"/>
                    <a:pt x="352026" y="634993"/>
                    <a:pt x="351007" y="634993"/>
                  </a:cubicBezTo>
                  <a:cubicBezTo>
                    <a:pt x="349478" y="634993"/>
                    <a:pt x="343363" y="650790"/>
                    <a:pt x="342853" y="656395"/>
                  </a:cubicBezTo>
                  <a:cubicBezTo>
                    <a:pt x="342853" y="657924"/>
                    <a:pt x="341834" y="659453"/>
                    <a:pt x="340815" y="658943"/>
                  </a:cubicBezTo>
                  <a:cubicBezTo>
                    <a:pt x="339286" y="658943"/>
                    <a:pt x="338777" y="659453"/>
                    <a:pt x="338777" y="660982"/>
                  </a:cubicBezTo>
                  <a:cubicBezTo>
                    <a:pt x="338777" y="662001"/>
                    <a:pt x="338267" y="664039"/>
                    <a:pt x="336739" y="666077"/>
                  </a:cubicBezTo>
                  <a:cubicBezTo>
                    <a:pt x="330114" y="679836"/>
                    <a:pt x="327566" y="685951"/>
                    <a:pt x="331133" y="685951"/>
                  </a:cubicBezTo>
                  <a:cubicBezTo>
                    <a:pt x="332662" y="685951"/>
                    <a:pt x="331643" y="687480"/>
                    <a:pt x="328585" y="689009"/>
                  </a:cubicBezTo>
                  <a:cubicBezTo>
                    <a:pt x="326037" y="690538"/>
                    <a:pt x="324508" y="693086"/>
                    <a:pt x="325018" y="694614"/>
                  </a:cubicBezTo>
                  <a:cubicBezTo>
                    <a:pt x="325528" y="696653"/>
                    <a:pt x="325528" y="699201"/>
                    <a:pt x="324508" y="700729"/>
                  </a:cubicBezTo>
                  <a:cubicBezTo>
                    <a:pt x="323489" y="702768"/>
                    <a:pt x="320941" y="705825"/>
                    <a:pt x="320941" y="708373"/>
                  </a:cubicBezTo>
                  <a:cubicBezTo>
                    <a:pt x="320432" y="710921"/>
                    <a:pt x="318903" y="714488"/>
                    <a:pt x="316865" y="715507"/>
                  </a:cubicBezTo>
                  <a:cubicBezTo>
                    <a:pt x="315336" y="716527"/>
                    <a:pt x="313297" y="723151"/>
                    <a:pt x="311259" y="729266"/>
                  </a:cubicBezTo>
                  <a:cubicBezTo>
                    <a:pt x="309221" y="734872"/>
                    <a:pt x="307182" y="741496"/>
                    <a:pt x="306163" y="742516"/>
                  </a:cubicBezTo>
                  <a:cubicBezTo>
                    <a:pt x="303615" y="745063"/>
                    <a:pt x="300048" y="756274"/>
                    <a:pt x="296481" y="767485"/>
                  </a:cubicBezTo>
                  <a:cubicBezTo>
                    <a:pt x="294952" y="772072"/>
                    <a:pt x="293424" y="777168"/>
                    <a:pt x="291385" y="779206"/>
                  </a:cubicBezTo>
                  <a:cubicBezTo>
                    <a:pt x="289856" y="780735"/>
                    <a:pt x="288837" y="782773"/>
                    <a:pt x="289347" y="783792"/>
                  </a:cubicBezTo>
                  <a:cubicBezTo>
                    <a:pt x="289856" y="785321"/>
                    <a:pt x="287309" y="794493"/>
                    <a:pt x="283741" y="804685"/>
                  </a:cubicBezTo>
                  <a:cubicBezTo>
                    <a:pt x="278136" y="820482"/>
                    <a:pt x="273040" y="841376"/>
                    <a:pt x="273040" y="852077"/>
                  </a:cubicBezTo>
                  <a:cubicBezTo>
                    <a:pt x="273040" y="857173"/>
                    <a:pt x="275078" y="851567"/>
                    <a:pt x="278136" y="840356"/>
                  </a:cubicBezTo>
                  <a:cubicBezTo>
                    <a:pt x="280174" y="833222"/>
                    <a:pt x="282722" y="824050"/>
                    <a:pt x="284761" y="819463"/>
                  </a:cubicBezTo>
                  <a:cubicBezTo>
                    <a:pt x="286799" y="814877"/>
                    <a:pt x="290366" y="804685"/>
                    <a:pt x="292404" y="796532"/>
                  </a:cubicBezTo>
                  <a:cubicBezTo>
                    <a:pt x="294443" y="788378"/>
                    <a:pt x="298519" y="778187"/>
                    <a:pt x="300048" y="774620"/>
                  </a:cubicBezTo>
                  <a:cubicBezTo>
                    <a:pt x="311259" y="749140"/>
                    <a:pt x="324508" y="717546"/>
                    <a:pt x="326547" y="709392"/>
                  </a:cubicBezTo>
                  <a:cubicBezTo>
                    <a:pt x="328075" y="703787"/>
                    <a:pt x="330623" y="698691"/>
                    <a:pt x="331643" y="697162"/>
                  </a:cubicBezTo>
                  <a:cubicBezTo>
                    <a:pt x="332662" y="695633"/>
                    <a:pt x="334700" y="691557"/>
                    <a:pt x="336229" y="686971"/>
                  </a:cubicBezTo>
                  <a:cubicBezTo>
                    <a:pt x="337758" y="682384"/>
                    <a:pt x="340815" y="675250"/>
                    <a:pt x="342853" y="671173"/>
                  </a:cubicBezTo>
                  <a:cubicBezTo>
                    <a:pt x="344892" y="667097"/>
                    <a:pt x="352026" y="653338"/>
                    <a:pt x="357122" y="640598"/>
                  </a:cubicBezTo>
                  <a:cubicBezTo>
                    <a:pt x="362727" y="626839"/>
                    <a:pt x="369352" y="613080"/>
                    <a:pt x="375977" y="599321"/>
                  </a:cubicBezTo>
                  <a:cubicBezTo>
                    <a:pt x="377505" y="596264"/>
                    <a:pt x="378143" y="594863"/>
                    <a:pt x="377569" y="594544"/>
                  </a:cubicBezTo>
                  <a:close/>
                  <a:moveTo>
                    <a:pt x="287309" y="837299"/>
                  </a:moveTo>
                  <a:cubicBezTo>
                    <a:pt x="286289" y="837299"/>
                    <a:pt x="284761" y="841376"/>
                    <a:pt x="284251" y="845452"/>
                  </a:cubicBezTo>
                  <a:cubicBezTo>
                    <a:pt x="283232" y="852077"/>
                    <a:pt x="283741" y="852586"/>
                    <a:pt x="286289" y="848510"/>
                  </a:cubicBezTo>
                  <a:cubicBezTo>
                    <a:pt x="287818" y="845962"/>
                    <a:pt x="289347" y="842395"/>
                    <a:pt x="289347" y="840866"/>
                  </a:cubicBezTo>
                  <a:cubicBezTo>
                    <a:pt x="289856" y="839337"/>
                    <a:pt x="288837" y="837808"/>
                    <a:pt x="287309" y="837299"/>
                  </a:cubicBezTo>
                  <a:close/>
                  <a:moveTo>
                    <a:pt x="272531" y="856154"/>
                  </a:moveTo>
                  <a:cubicBezTo>
                    <a:pt x="271511" y="855644"/>
                    <a:pt x="269983" y="857173"/>
                    <a:pt x="269983" y="859211"/>
                  </a:cubicBezTo>
                  <a:cubicBezTo>
                    <a:pt x="269473" y="861759"/>
                    <a:pt x="270492" y="863288"/>
                    <a:pt x="272021" y="863288"/>
                  </a:cubicBezTo>
                  <a:cubicBezTo>
                    <a:pt x="273040" y="863797"/>
                    <a:pt x="274569" y="862269"/>
                    <a:pt x="274569" y="860230"/>
                  </a:cubicBezTo>
                  <a:cubicBezTo>
                    <a:pt x="275078" y="858192"/>
                    <a:pt x="274059" y="856154"/>
                    <a:pt x="272531" y="8561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87" name="Freeform 86">
              <a:extLst>
                <a:ext uri="{FF2B5EF4-FFF2-40B4-BE49-F238E27FC236}">
                  <a16:creationId xmlns:a16="http://schemas.microsoft.com/office/drawing/2014/main" id="{928E2E6F-8CCE-9381-A28D-9ED85E4CE5D4}"/>
                </a:ext>
              </a:extLst>
            </p:cNvPr>
            <p:cNvSpPr/>
            <p:nvPr/>
          </p:nvSpPr>
          <p:spPr>
            <a:xfrm>
              <a:off x="9272214" y="3008890"/>
              <a:ext cx="546515" cy="255859"/>
            </a:xfrm>
            <a:custGeom>
              <a:avLst/>
              <a:gdLst/>
              <a:ahLst/>
              <a:cxnLst/>
              <a:rect l="l" t="t" r="r" b="b"/>
              <a:pathLst>
                <a:path w="546515" h="255859">
                  <a:moveTo>
                    <a:pt x="160245" y="0"/>
                  </a:moveTo>
                  <a:cubicBezTo>
                    <a:pt x="175533" y="0"/>
                    <a:pt x="193878" y="2548"/>
                    <a:pt x="201521" y="6625"/>
                  </a:cubicBezTo>
                  <a:cubicBezTo>
                    <a:pt x="207127" y="9682"/>
                    <a:pt x="213242" y="11721"/>
                    <a:pt x="214771" y="11721"/>
                  </a:cubicBezTo>
                  <a:cubicBezTo>
                    <a:pt x="216809" y="11721"/>
                    <a:pt x="222415" y="15797"/>
                    <a:pt x="228020" y="20893"/>
                  </a:cubicBezTo>
                  <a:cubicBezTo>
                    <a:pt x="237193" y="29047"/>
                    <a:pt x="238212" y="29556"/>
                    <a:pt x="248403" y="28537"/>
                  </a:cubicBezTo>
                  <a:cubicBezTo>
                    <a:pt x="259615" y="27518"/>
                    <a:pt x="264710" y="30066"/>
                    <a:pt x="277450" y="39238"/>
                  </a:cubicBezTo>
                  <a:cubicBezTo>
                    <a:pt x="283055" y="43315"/>
                    <a:pt x="285094" y="47901"/>
                    <a:pt x="286113" y="54526"/>
                  </a:cubicBezTo>
                  <a:cubicBezTo>
                    <a:pt x="288661" y="71342"/>
                    <a:pt x="284584" y="81024"/>
                    <a:pt x="264201" y="102937"/>
                  </a:cubicBezTo>
                  <a:cubicBezTo>
                    <a:pt x="258086" y="109561"/>
                    <a:pt x="248403" y="126887"/>
                    <a:pt x="244327" y="138098"/>
                  </a:cubicBezTo>
                  <a:cubicBezTo>
                    <a:pt x="240250" y="148800"/>
                    <a:pt x="238721" y="194662"/>
                    <a:pt x="241779" y="200268"/>
                  </a:cubicBezTo>
                  <a:cubicBezTo>
                    <a:pt x="245346" y="206893"/>
                    <a:pt x="261143" y="209950"/>
                    <a:pt x="279488" y="209950"/>
                  </a:cubicBezTo>
                  <a:cubicBezTo>
                    <a:pt x="340129" y="209950"/>
                    <a:pt x="396693" y="171731"/>
                    <a:pt x="445104" y="138608"/>
                  </a:cubicBezTo>
                  <a:cubicBezTo>
                    <a:pt x="462940" y="126378"/>
                    <a:pt x="481285" y="114657"/>
                    <a:pt x="485362" y="112619"/>
                  </a:cubicBezTo>
                  <a:cubicBezTo>
                    <a:pt x="489438" y="110581"/>
                    <a:pt x="496573" y="104975"/>
                    <a:pt x="502178" y="100898"/>
                  </a:cubicBezTo>
                  <a:cubicBezTo>
                    <a:pt x="510331" y="95293"/>
                    <a:pt x="536830" y="74909"/>
                    <a:pt x="543964" y="74909"/>
                  </a:cubicBezTo>
                  <a:cubicBezTo>
                    <a:pt x="555685" y="74909"/>
                    <a:pt x="524090" y="114148"/>
                    <a:pt x="508803" y="125868"/>
                  </a:cubicBezTo>
                  <a:cubicBezTo>
                    <a:pt x="493005" y="138098"/>
                    <a:pt x="491986" y="139627"/>
                    <a:pt x="496573" y="137589"/>
                  </a:cubicBezTo>
                  <a:cubicBezTo>
                    <a:pt x="499121" y="136570"/>
                    <a:pt x="500649" y="137079"/>
                    <a:pt x="500649" y="138608"/>
                  </a:cubicBezTo>
                  <a:cubicBezTo>
                    <a:pt x="500649" y="141156"/>
                    <a:pt x="485871" y="152367"/>
                    <a:pt x="473131" y="159501"/>
                  </a:cubicBezTo>
                  <a:cubicBezTo>
                    <a:pt x="461411" y="166126"/>
                    <a:pt x="440518" y="179884"/>
                    <a:pt x="446633" y="178865"/>
                  </a:cubicBezTo>
                  <a:cubicBezTo>
                    <a:pt x="451729" y="177846"/>
                    <a:pt x="456825" y="176317"/>
                    <a:pt x="460901" y="172750"/>
                  </a:cubicBezTo>
                  <a:cubicBezTo>
                    <a:pt x="467526" y="166635"/>
                    <a:pt x="484852" y="156953"/>
                    <a:pt x="484852" y="158991"/>
                  </a:cubicBezTo>
                  <a:cubicBezTo>
                    <a:pt x="484852" y="161539"/>
                    <a:pt x="440518" y="200778"/>
                    <a:pt x="437461" y="200778"/>
                  </a:cubicBezTo>
                  <a:cubicBezTo>
                    <a:pt x="436441" y="200778"/>
                    <a:pt x="433893" y="202306"/>
                    <a:pt x="431855" y="203835"/>
                  </a:cubicBezTo>
                  <a:cubicBezTo>
                    <a:pt x="429817" y="205364"/>
                    <a:pt x="424211" y="209441"/>
                    <a:pt x="419625" y="211988"/>
                  </a:cubicBezTo>
                  <a:cubicBezTo>
                    <a:pt x="415039" y="214536"/>
                    <a:pt x="407395" y="218103"/>
                    <a:pt x="403318" y="221161"/>
                  </a:cubicBezTo>
                  <a:cubicBezTo>
                    <a:pt x="399241" y="224219"/>
                    <a:pt x="392107" y="225747"/>
                    <a:pt x="388031" y="226766"/>
                  </a:cubicBezTo>
                  <a:cubicBezTo>
                    <a:pt x="383444" y="227786"/>
                    <a:pt x="380896" y="229824"/>
                    <a:pt x="381915" y="231353"/>
                  </a:cubicBezTo>
                  <a:cubicBezTo>
                    <a:pt x="382935" y="232882"/>
                    <a:pt x="379367" y="235939"/>
                    <a:pt x="372233" y="238997"/>
                  </a:cubicBezTo>
                  <a:cubicBezTo>
                    <a:pt x="352359" y="247660"/>
                    <a:pt x="337072" y="250208"/>
                    <a:pt x="304458" y="250717"/>
                  </a:cubicBezTo>
                  <a:cubicBezTo>
                    <a:pt x="272354" y="251227"/>
                    <a:pt x="272354" y="250717"/>
                    <a:pt x="259615" y="243583"/>
                  </a:cubicBezTo>
                  <a:cubicBezTo>
                    <a:pt x="244836" y="235429"/>
                    <a:pt x="202031" y="197720"/>
                    <a:pt x="202031" y="185999"/>
                  </a:cubicBezTo>
                  <a:cubicBezTo>
                    <a:pt x="202031" y="184980"/>
                    <a:pt x="199993" y="184471"/>
                    <a:pt x="198974" y="185490"/>
                  </a:cubicBezTo>
                  <a:cubicBezTo>
                    <a:pt x="197445" y="187019"/>
                    <a:pt x="196935" y="185999"/>
                    <a:pt x="197954" y="185490"/>
                  </a:cubicBezTo>
                  <a:cubicBezTo>
                    <a:pt x="198974" y="184980"/>
                    <a:pt x="198464" y="181923"/>
                    <a:pt x="197445" y="179375"/>
                  </a:cubicBezTo>
                  <a:cubicBezTo>
                    <a:pt x="194897" y="173260"/>
                    <a:pt x="192859" y="164087"/>
                    <a:pt x="191839" y="143704"/>
                  </a:cubicBezTo>
                  <a:cubicBezTo>
                    <a:pt x="190820" y="125868"/>
                    <a:pt x="190311" y="124339"/>
                    <a:pt x="186234" y="124339"/>
                  </a:cubicBezTo>
                  <a:cubicBezTo>
                    <a:pt x="183686" y="124339"/>
                    <a:pt x="176042" y="138608"/>
                    <a:pt x="176042" y="142175"/>
                  </a:cubicBezTo>
                  <a:cubicBezTo>
                    <a:pt x="176042" y="143704"/>
                    <a:pt x="175023" y="145742"/>
                    <a:pt x="173494" y="146252"/>
                  </a:cubicBezTo>
                  <a:cubicBezTo>
                    <a:pt x="171456" y="146761"/>
                    <a:pt x="169927" y="148800"/>
                    <a:pt x="169927" y="150328"/>
                  </a:cubicBezTo>
                  <a:cubicBezTo>
                    <a:pt x="169927" y="152367"/>
                    <a:pt x="167379" y="156443"/>
                    <a:pt x="164831" y="159501"/>
                  </a:cubicBezTo>
                  <a:cubicBezTo>
                    <a:pt x="162283" y="162558"/>
                    <a:pt x="160245" y="166126"/>
                    <a:pt x="159735" y="167145"/>
                  </a:cubicBezTo>
                  <a:cubicBezTo>
                    <a:pt x="159735" y="168164"/>
                    <a:pt x="158716" y="168674"/>
                    <a:pt x="158207" y="168674"/>
                  </a:cubicBezTo>
                  <a:cubicBezTo>
                    <a:pt x="157187" y="168164"/>
                    <a:pt x="152601" y="172750"/>
                    <a:pt x="147505" y="178865"/>
                  </a:cubicBezTo>
                  <a:cubicBezTo>
                    <a:pt x="127122" y="203325"/>
                    <a:pt x="100114" y="229824"/>
                    <a:pt x="97056" y="229824"/>
                  </a:cubicBezTo>
                  <a:cubicBezTo>
                    <a:pt x="95527" y="229824"/>
                    <a:pt x="92470" y="231862"/>
                    <a:pt x="90431" y="234410"/>
                  </a:cubicBezTo>
                  <a:cubicBezTo>
                    <a:pt x="87883" y="237468"/>
                    <a:pt x="85335" y="237977"/>
                    <a:pt x="83807" y="237468"/>
                  </a:cubicBezTo>
                  <a:cubicBezTo>
                    <a:pt x="82278" y="236958"/>
                    <a:pt x="81768" y="236449"/>
                    <a:pt x="82788" y="238487"/>
                  </a:cubicBezTo>
                  <a:cubicBezTo>
                    <a:pt x="84316" y="241545"/>
                    <a:pt x="77182" y="246640"/>
                    <a:pt x="64952" y="250208"/>
                  </a:cubicBezTo>
                  <a:cubicBezTo>
                    <a:pt x="59856" y="251736"/>
                    <a:pt x="54760" y="253775"/>
                    <a:pt x="53741" y="254794"/>
                  </a:cubicBezTo>
                  <a:cubicBezTo>
                    <a:pt x="52722" y="255813"/>
                    <a:pt x="48645" y="256323"/>
                    <a:pt x="45588" y="255303"/>
                  </a:cubicBezTo>
                  <a:cubicBezTo>
                    <a:pt x="38453" y="254284"/>
                    <a:pt x="27752" y="244602"/>
                    <a:pt x="20618" y="231862"/>
                  </a:cubicBezTo>
                  <a:cubicBezTo>
                    <a:pt x="18070" y="227276"/>
                    <a:pt x="15013" y="224219"/>
                    <a:pt x="13993" y="224219"/>
                  </a:cubicBezTo>
                  <a:cubicBezTo>
                    <a:pt x="12465" y="224728"/>
                    <a:pt x="8897" y="219632"/>
                    <a:pt x="5330" y="213008"/>
                  </a:cubicBezTo>
                  <a:cubicBezTo>
                    <a:pt x="-275" y="203325"/>
                    <a:pt x="-785" y="199758"/>
                    <a:pt x="744" y="190076"/>
                  </a:cubicBezTo>
                  <a:cubicBezTo>
                    <a:pt x="1763" y="183961"/>
                    <a:pt x="2782" y="176827"/>
                    <a:pt x="4311" y="174789"/>
                  </a:cubicBezTo>
                  <a:cubicBezTo>
                    <a:pt x="5840" y="172750"/>
                    <a:pt x="9407" y="164087"/>
                    <a:pt x="13484" y="155424"/>
                  </a:cubicBezTo>
                  <a:cubicBezTo>
                    <a:pt x="24695" y="130964"/>
                    <a:pt x="50174" y="90197"/>
                    <a:pt x="71577" y="68794"/>
                  </a:cubicBezTo>
                  <a:cubicBezTo>
                    <a:pt x="74634" y="65737"/>
                    <a:pt x="81768" y="57074"/>
                    <a:pt x="86864" y="50449"/>
                  </a:cubicBezTo>
                  <a:cubicBezTo>
                    <a:pt x="101642" y="31594"/>
                    <a:pt x="123045" y="13249"/>
                    <a:pt x="136294" y="3567"/>
                  </a:cubicBezTo>
                  <a:cubicBezTo>
                    <a:pt x="139861" y="1019"/>
                    <a:pt x="149544" y="0"/>
                    <a:pt x="160245" y="0"/>
                  </a:cubicBezTo>
                  <a:close/>
                  <a:moveTo>
                    <a:pt x="200566" y="51468"/>
                  </a:moveTo>
                  <a:cubicBezTo>
                    <a:pt x="198464" y="51468"/>
                    <a:pt x="195661" y="51978"/>
                    <a:pt x="191839" y="52997"/>
                  </a:cubicBezTo>
                  <a:cubicBezTo>
                    <a:pt x="186234" y="54526"/>
                    <a:pt x="181648" y="56564"/>
                    <a:pt x="181648" y="58093"/>
                  </a:cubicBezTo>
                  <a:cubicBezTo>
                    <a:pt x="181648" y="59112"/>
                    <a:pt x="180119" y="59622"/>
                    <a:pt x="179100" y="59622"/>
                  </a:cubicBezTo>
                  <a:cubicBezTo>
                    <a:pt x="163302" y="59622"/>
                    <a:pt x="84826" y="148290"/>
                    <a:pt x="84826" y="155424"/>
                  </a:cubicBezTo>
                  <a:cubicBezTo>
                    <a:pt x="84826" y="156443"/>
                    <a:pt x="81259" y="161030"/>
                    <a:pt x="77182" y="165616"/>
                  </a:cubicBezTo>
                  <a:cubicBezTo>
                    <a:pt x="70048" y="172750"/>
                    <a:pt x="56289" y="199758"/>
                    <a:pt x="58327" y="201797"/>
                  </a:cubicBezTo>
                  <a:cubicBezTo>
                    <a:pt x="59347" y="202816"/>
                    <a:pt x="74125" y="193134"/>
                    <a:pt x="86864" y="183961"/>
                  </a:cubicBezTo>
                  <a:cubicBezTo>
                    <a:pt x="92470" y="179884"/>
                    <a:pt x="123045" y="150838"/>
                    <a:pt x="154130" y="119753"/>
                  </a:cubicBezTo>
                  <a:cubicBezTo>
                    <a:pt x="211713" y="62170"/>
                    <a:pt x="213242" y="61151"/>
                    <a:pt x="205089" y="52997"/>
                  </a:cubicBezTo>
                  <a:cubicBezTo>
                    <a:pt x="204069" y="51978"/>
                    <a:pt x="202668" y="51468"/>
                    <a:pt x="200566" y="51468"/>
                  </a:cubicBezTo>
                  <a:close/>
                  <a:moveTo>
                    <a:pt x="396693" y="210460"/>
                  </a:moveTo>
                  <a:cubicBezTo>
                    <a:pt x="395674" y="210714"/>
                    <a:pt x="394400" y="211224"/>
                    <a:pt x="393126" y="211988"/>
                  </a:cubicBezTo>
                  <a:cubicBezTo>
                    <a:pt x="390069" y="213517"/>
                    <a:pt x="389559" y="214027"/>
                    <a:pt x="392617" y="214027"/>
                  </a:cubicBezTo>
                  <a:cubicBezTo>
                    <a:pt x="396693" y="214536"/>
                    <a:pt x="400261" y="211988"/>
                    <a:pt x="398732" y="210460"/>
                  </a:cubicBezTo>
                  <a:cubicBezTo>
                    <a:pt x="398477" y="210205"/>
                    <a:pt x="397713" y="210205"/>
                    <a:pt x="396693" y="210460"/>
                  </a:cubicBezTo>
                  <a:close/>
                  <a:moveTo>
                    <a:pt x="366055" y="232882"/>
                  </a:moveTo>
                  <a:cubicBezTo>
                    <a:pt x="365736" y="232499"/>
                    <a:pt x="364335" y="232882"/>
                    <a:pt x="362041" y="233901"/>
                  </a:cubicBezTo>
                  <a:cubicBezTo>
                    <a:pt x="360003" y="234920"/>
                    <a:pt x="358475" y="236449"/>
                    <a:pt x="359494" y="237468"/>
                  </a:cubicBezTo>
                  <a:cubicBezTo>
                    <a:pt x="360513" y="238487"/>
                    <a:pt x="362041" y="237977"/>
                    <a:pt x="363570" y="236449"/>
                  </a:cubicBezTo>
                  <a:cubicBezTo>
                    <a:pt x="365609" y="234410"/>
                    <a:pt x="366373" y="233264"/>
                    <a:pt x="366055" y="232882"/>
                  </a:cubicBezTo>
                  <a:close/>
                  <a:moveTo>
                    <a:pt x="440391" y="179884"/>
                  </a:moveTo>
                  <a:cubicBezTo>
                    <a:pt x="440263" y="179884"/>
                    <a:pt x="440008" y="180394"/>
                    <a:pt x="439499" y="181413"/>
                  </a:cubicBezTo>
                  <a:cubicBezTo>
                    <a:pt x="438480" y="183452"/>
                    <a:pt x="437461" y="184471"/>
                    <a:pt x="435932" y="184471"/>
                  </a:cubicBezTo>
                  <a:cubicBezTo>
                    <a:pt x="434913" y="184471"/>
                    <a:pt x="431855" y="186509"/>
                    <a:pt x="428797" y="189567"/>
                  </a:cubicBezTo>
                  <a:lnTo>
                    <a:pt x="423702" y="194662"/>
                  </a:lnTo>
                  <a:lnTo>
                    <a:pt x="429307" y="191095"/>
                  </a:lnTo>
                  <a:cubicBezTo>
                    <a:pt x="432365" y="189057"/>
                    <a:pt x="436441" y="187019"/>
                    <a:pt x="437970" y="185999"/>
                  </a:cubicBezTo>
                  <a:cubicBezTo>
                    <a:pt x="439499" y="184980"/>
                    <a:pt x="441027" y="182942"/>
                    <a:pt x="440518" y="181413"/>
                  </a:cubicBezTo>
                  <a:cubicBezTo>
                    <a:pt x="440518" y="180394"/>
                    <a:pt x="440518" y="179884"/>
                    <a:pt x="440391" y="1798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81" name="Freeform 80">
              <a:extLst>
                <a:ext uri="{FF2B5EF4-FFF2-40B4-BE49-F238E27FC236}">
                  <a16:creationId xmlns:a16="http://schemas.microsoft.com/office/drawing/2014/main" id="{70014BC2-2846-CD67-840B-40674EDADDE9}"/>
                </a:ext>
              </a:extLst>
            </p:cNvPr>
            <p:cNvSpPr/>
            <p:nvPr/>
          </p:nvSpPr>
          <p:spPr>
            <a:xfrm>
              <a:off x="8989617" y="2560426"/>
              <a:ext cx="451278" cy="486721"/>
            </a:xfrm>
            <a:custGeom>
              <a:avLst/>
              <a:gdLst/>
              <a:ahLst/>
              <a:cxnLst/>
              <a:rect l="l" t="t" r="r" b="b"/>
              <a:pathLst>
                <a:path w="451278" h="486721">
                  <a:moveTo>
                    <a:pt x="450504" y="27"/>
                  </a:moveTo>
                  <a:cubicBezTo>
                    <a:pt x="455090" y="2065"/>
                    <a:pt x="439293" y="16843"/>
                    <a:pt x="403622" y="46400"/>
                  </a:cubicBezTo>
                  <a:cubicBezTo>
                    <a:pt x="388844" y="58630"/>
                    <a:pt x="376614" y="69841"/>
                    <a:pt x="376104" y="71369"/>
                  </a:cubicBezTo>
                  <a:cubicBezTo>
                    <a:pt x="376104" y="72388"/>
                    <a:pt x="368460" y="79523"/>
                    <a:pt x="359797" y="87167"/>
                  </a:cubicBezTo>
                  <a:cubicBezTo>
                    <a:pt x="338904" y="105512"/>
                    <a:pt x="319030" y="123347"/>
                    <a:pt x="313425" y="130481"/>
                  </a:cubicBezTo>
                  <a:cubicBezTo>
                    <a:pt x="310877" y="133539"/>
                    <a:pt x="305271" y="139654"/>
                    <a:pt x="301195" y="142712"/>
                  </a:cubicBezTo>
                  <a:cubicBezTo>
                    <a:pt x="297118" y="145769"/>
                    <a:pt x="289984" y="152394"/>
                    <a:pt x="285907" y="157490"/>
                  </a:cubicBezTo>
                  <a:cubicBezTo>
                    <a:pt x="276225" y="169210"/>
                    <a:pt x="262466" y="182459"/>
                    <a:pt x="254822" y="188574"/>
                  </a:cubicBezTo>
                  <a:cubicBezTo>
                    <a:pt x="250745" y="191632"/>
                    <a:pt x="248197" y="194180"/>
                    <a:pt x="248197" y="195199"/>
                  </a:cubicBezTo>
                  <a:cubicBezTo>
                    <a:pt x="247688" y="197237"/>
                    <a:pt x="216094" y="229341"/>
                    <a:pt x="209469" y="234947"/>
                  </a:cubicBezTo>
                  <a:cubicBezTo>
                    <a:pt x="203863" y="240043"/>
                    <a:pt x="156472" y="287944"/>
                    <a:pt x="155962" y="291511"/>
                  </a:cubicBezTo>
                  <a:cubicBezTo>
                    <a:pt x="155962" y="293549"/>
                    <a:pt x="154943" y="294569"/>
                    <a:pt x="153414" y="294569"/>
                  </a:cubicBezTo>
                  <a:cubicBezTo>
                    <a:pt x="152395" y="294569"/>
                    <a:pt x="150357" y="296607"/>
                    <a:pt x="148828" y="299664"/>
                  </a:cubicBezTo>
                  <a:cubicBezTo>
                    <a:pt x="147299" y="302212"/>
                    <a:pt x="145261" y="305780"/>
                    <a:pt x="143732" y="307308"/>
                  </a:cubicBezTo>
                  <a:cubicBezTo>
                    <a:pt x="136598" y="314443"/>
                    <a:pt x="122329" y="331259"/>
                    <a:pt x="115705" y="339412"/>
                  </a:cubicBezTo>
                  <a:cubicBezTo>
                    <a:pt x="111628" y="344508"/>
                    <a:pt x="107551" y="349095"/>
                    <a:pt x="106532" y="349604"/>
                  </a:cubicBezTo>
                  <a:cubicBezTo>
                    <a:pt x="99398" y="353171"/>
                    <a:pt x="53025" y="416360"/>
                    <a:pt x="44872" y="428081"/>
                  </a:cubicBezTo>
                  <a:cubicBezTo>
                    <a:pt x="35190" y="441839"/>
                    <a:pt x="22450" y="460185"/>
                    <a:pt x="15826" y="468848"/>
                  </a:cubicBezTo>
                  <a:cubicBezTo>
                    <a:pt x="6143" y="481587"/>
                    <a:pt x="-481" y="489741"/>
                    <a:pt x="28" y="485664"/>
                  </a:cubicBezTo>
                  <a:cubicBezTo>
                    <a:pt x="28" y="484135"/>
                    <a:pt x="38757" y="427061"/>
                    <a:pt x="45891" y="417379"/>
                  </a:cubicBezTo>
                  <a:cubicBezTo>
                    <a:pt x="49458" y="412283"/>
                    <a:pt x="56593" y="403620"/>
                    <a:pt x="60160" y="397505"/>
                  </a:cubicBezTo>
                  <a:cubicBezTo>
                    <a:pt x="64236" y="390881"/>
                    <a:pt x="108061" y="333297"/>
                    <a:pt x="114176" y="330240"/>
                  </a:cubicBezTo>
                  <a:cubicBezTo>
                    <a:pt x="115195" y="329730"/>
                    <a:pt x="118762" y="324634"/>
                    <a:pt x="122329" y="318519"/>
                  </a:cubicBezTo>
                  <a:cubicBezTo>
                    <a:pt x="125897" y="312404"/>
                    <a:pt x="132012" y="305780"/>
                    <a:pt x="135069" y="302722"/>
                  </a:cubicBezTo>
                  <a:cubicBezTo>
                    <a:pt x="138636" y="299155"/>
                    <a:pt x="141694" y="296607"/>
                    <a:pt x="141694" y="295588"/>
                  </a:cubicBezTo>
                  <a:cubicBezTo>
                    <a:pt x="142203" y="293549"/>
                    <a:pt x="155962" y="279281"/>
                    <a:pt x="164116" y="272147"/>
                  </a:cubicBezTo>
                  <a:cubicBezTo>
                    <a:pt x="168192" y="268580"/>
                    <a:pt x="172269" y="263993"/>
                    <a:pt x="172269" y="261955"/>
                  </a:cubicBezTo>
                  <a:cubicBezTo>
                    <a:pt x="172269" y="259917"/>
                    <a:pt x="173288" y="258898"/>
                    <a:pt x="174307" y="258898"/>
                  </a:cubicBezTo>
                  <a:cubicBezTo>
                    <a:pt x="175327" y="259407"/>
                    <a:pt x="178384" y="255840"/>
                    <a:pt x="180422" y="251763"/>
                  </a:cubicBezTo>
                  <a:cubicBezTo>
                    <a:pt x="183480" y="247687"/>
                    <a:pt x="189085" y="241062"/>
                    <a:pt x="194181" y="236985"/>
                  </a:cubicBezTo>
                  <a:cubicBezTo>
                    <a:pt x="199787" y="232909"/>
                    <a:pt x="203863" y="228832"/>
                    <a:pt x="203863" y="227303"/>
                  </a:cubicBezTo>
                  <a:cubicBezTo>
                    <a:pt x="204373" y="225774"/>
                    <a:pt x="206921" y="224246"/>
                    <a:pt x="209469" y="222717"/>
                  </a:cubicBezTo>
                  <a:cubicBezTo>
                    <a:pt x="212526" y="221188"/>
                    <a:pt x="215074" y="219150"/>
                    <a:pt x="215074" y="217111"/>
                  </a:cubicBezTo>
                  <a:cubicBezTo>
                    <a:pt x="215584" y="215073"/>
                    <a:pt x="218132" y="212015"/>
                    <a:pt x="221189" y="210487"/>
                  </a:cubicBezTo>
                  <a:cubicBezTo>
                    <a:pt x="224247" y="208958"/>
                    <a:pt x="231891" y="202333"/>
                    <a:pt x="236477" y="196218"/>
                  </a:cubicBezTo>
                  <a:cubicBezTo>
                    <a:pt x="241063" y="190103"/>
                    <a:pt x="251255" y="180421"/>
                    <a:pt x="257370" y="175325"/>
                  </a:cubicBezTo>
                  <a:cubicBezTo>
                    <a:pt x="263995" y="169720"/>
                    <a:pt x="269600" y="164114"/>
                    <a:pt x="269600" y="163095"/>
                  </a:cubicBezTo>
                  <a:cubicBezTo>
                    <a:pt x="269600" y="161566"/>
                    <a:pt x="272658" y="159018"/>
                    <a:pt x="276225" y="155961"/>
                  </a:cubicBezTo>
                  <a:cubicBezTo>
                    <a:pt x="279282" y="153413"/>
                    <a:pt x="289474" y="143731"/>
                    <a:pt x="298137" y="134558"/>
                  </a:cubicBezTo>
                  <a:cubicBezTo>
                    <a:pt x="307310" y="124876"/>
                    <a:pt x="319030" y="113665"/>
                    <a:pt x="325145" y="108060"/>
                  </a:cubicBezTo>
                  <a:cubicBezTo>
                    <a:pt x="331260" y="102454"/>
                    <a:pt x="344510" y="90224"/>
                    <a:pt x="354701" y="81051"/>
                  </a:cubicBezTo>
                  <a:cubicBezTo>
                    <a:pt x="365403" y="71369"/>
                    <a:pt x="381709" y="57101"/>
                    <a:pt x="391901" y="48947"/>
                  </a:cubicBezTo>
                  <a:cubicBezTo>
                    <a:pt x="402093" y="40794"/>
                    <a:pt x="410246" y="32641"/>
                    <a:pt x="411265" y="31112"/>
                  </a:cubicBezTo>
                  <a:cubicBezTo>
                    <a:pt x="413304" y="27545"/>
                    <a:pt x="447956" y="-992"/>
                    <a:pt x="450504"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9" name="Freeform 78">
              <a:extLst>
                <a:ext uri="{FF2B5EF4-FFF2-40B4-BE49-F238E27FC236}">
                  <a16:creationId xmlns:a16="http://schemas.microsoft.com/office/drawing/2014/main" id="{34804EF4-E619-31BA-37E4-BC84D62DE19F}"/>
                </a:ext>
              </a:extLst>
            </p:cNvPr>
            <p:cNvSpPr/>
            <p:nvPr/>
          </p:nvSpPr>
          <p:spPr>
            <a:xfrm>
              <a:off x="9393214" y="2680806"/>
              <a:ext cx="4284" cy="7222"/>
            </a:xfrm>
            <a:custGeom>
              <a:avLst/>
              <a:gdLst/>
              <a:ahLst/>
              <a:cxnLst/>
              <a:rect l="l" t="t" r="r" b="b"/>
              <a:pathLst>
                <a:path w="4284" h="7222">
                  <a:moveTo>
                    <a:pt x="2955" y="292"/>
                  </a:moveTo>
                  <a:cubicBezTo>
                    <a:pt x="3464" y="-218"/>
                    <a:pt x="3847" y="-90"/>
                    <a:pt x="4101" y="929"/>
                  </a:cubicBezTo>
                  <a:cubicBezTo>
                    <a:pt x="4611" y="2967"/>
                    <a:pt x="4101" y="5515"/>
                    <a:pt x="2063" y="6534"/>
                  </a:cubicBezTo>
                  <a:cubicBezTo>
                    <a:pt x="-485" y="8063"/>
                    <a:pt x="-485" y="7044"/>
                    <a:pt x="1044" y="3477"/>
                  </a:cubicBezTo>
                  <a:cubicBezTo>
                    <a:pt x="1808" y="1948"/>
                    <a:pt x="2445" y="802"/>
                    <a:pt x="2955" y="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8" name="Freeform 77">
              <a:extLst>
                <a:ext uri="{FF2B5EF4-FFF2-40B4-BE49-F238E27FC236}">
                  <a16:creationId xmlns:a16="http://schemas.microsoft.com/office/drawing/2014/main" id="{8440A813-BDF8-1034-DE6C-E0C9F5145978}"/>
                </a:ext>
              </a:extLst>
            </p:cNvPr>
            <p:cNvSpPr/>
            <p:nvPr/>
          </p:nvSpPr>
          <p:spPr>
            <a:xfrm>
              <a:off x="9407770" y="2686321"/>
              <a:ext cx="4534" cy="4718"/>
            </a:xfrm>
            <a:custGeom>
              <a:avLst/>
              <a:gdLst/>
              <a:ahLst/>
              <a:cxnLst/>
              <a:rect l="l" t="t" r="r" b="b"/>
              <a:pathLst>
                <a:path w="4534" h="4718">
                  <a:moveTo>
                    <a:pt x="3814" y="0"/>
                  </a:moveTo>
                  <a:cubicBezTo>
                    <a:pt x="4324" y="0"/>
                    <a:pt x="4833" y="1019"/>
                    <a:pt x="4324" y="2548"/>
                  </a:cubicBezTo>
                  <a:cubicBezTo>
                    <a:pt x="4324" y="4077"/>
                    <a:pt x="3304" y="5096"/>
                    <a:pt x="1776" y="4586"/>
                  </a:cubicBezTo>
                  <a:cubicBezTo>
                    <a:pt x="247" y="4586"/>
                    <a:pt x="-772" y="3058"/>
                    <a:pt x="756" y="2039"/>
                  </a:cubicBezTo>
                  <a:cubicBezTo>
                    <a:pt x="2285" y="1019"/>
                    <a:pt x="3304" y="0"/>
                    <a:pt x="381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7" name="Freeform 76">
              <a:extLst>
                <a:ext uri="{FF2B5EF4-FFF2-40B4-BE49-F238E27FC236}">
                  <a16:creationId xmlns:a16="http://schemas.microsoft.com/office/drawing/2014/main" id="{94B3DD04-8438-E281-1EFE-425F49A21D5D}"/>
                </a:ext>
              </a:extLst>
            </p:cNvPr>
            <p:cNvSpPr/>
            <p:nvPr/>
          </p:nvSpPr>
          <p:spPr>
            <a:xfrm>
              <a:off x="9344297" y="2688869"/>
              <a:ext cx="4608" cy="5096"/>
            </a:xfrm>
            <a:custGeom>
              <a:avLst/>
              <a:gdLst/>
              <a:ahLst/>
              <a:cxnLst/>
              <a:rect l="l" t="t" r="r" b="b"/>
              <a:pathLst>
                <a:path w="4608" h="5096">
                  <a:moveTo>
                    <a:pt x="3588" y="0"/>
                  </a:moveTo>
                  <a:cubicBezTo>
                    <a:pt x="4098" y="0"/>
                    <a:pt x="4608" y="1529"/>
                    <a:pt x="4608" y="2548"/>
                  </a:cubicBezTo>
                  <a:cubicBezTo>
                    <a:pt x="4608" y="4077"/>
                    <a:pt x="3079" y="5096"/>
                    <a:pt x="1550" y="5096"/>
                  </a:cubicBezTo>
                  <a:cubicBezTo>
                    <a:pt x="21" y="4586"/>
                    <a:pt x="-488" y="3567"/>
                    <a:pt x="531" y="2548"/>
                  </a:cubicBezTo>
                  <a:cubicBezTo>
                    <a:pt x="1550" y="1019"/>
                    <a:pt x="3079" y="0"/>
                    <a:pt x="358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6" name="Freeform 75">
              <a:extLst>
                <a:ext uri="{FF2B5EF4-FFF2-40B4-BE49-F238E27FC236}">
                  <a16:creationId xmlns:a16="http://schemas.microsoft.com/office/drawing/2014/main" id="{3F3B3876-2FC6-2525-3CDE-9FB82CA7AFDF}"/>
                </a:ext>
              </a:extLst>
            </p:cNvPr>
            <p:cNvSpPr/>
            <p:nvPr/>
          </p:nvSpPr>
          <p:spPr>
            <a:xfrm>
              <a:off x="9230549" y="2692860"/>
              <a:ext cx="161516" cy="306356"/>
            </a:xfrm>
            <a:custGeom>
              <a:avLst/>
              <a:gdLst/>
              <a:ahLst/>
              <a:cxnLst/>
              <a:rect l="l" t="t" r="r" b="b"/>
              <a:pathLst>
                <a:path w="161516" h="306356">
                  <a:moveTo>
                    <a:pt x="161161" y="86"/>
                  </a:moveTo>
                  <a:cubicBezTo>
                    <a:pt x="162690" y="-933"/>
                    <a:pt x="159123" y="7220"/>
                    <a:pt x="153517" y="18431"/>
                  </a:cubicBezTo>
                  <a:cubicBezTo>
                    <a:pt x="147912" y="29132"/>
                    <a:pt x="142306" y="42382"/>
                    <a:pt x="139758" y="47477"/>
                  </a:cubicBezTo>
                  <a:cubicBezTo>
                    <a:pt x="137210" y="52064"/>
                    <a:pt x="135172" y="56140"/>
                    <a:pt x="133643" y="56140"/>
                  </a:cubicBezTo>
                  <a:cubicBezTo>
                    <a:pt x="132624" y="56140"/>
                    <a:pt x="132624" y="58179"/>
                    <a:pt x="131605" y="60727"/>
                  </a:cubicBezTo>
                  <a:cubicBezTo>
                    <a:pt x="130586" y="62765"/>
                    <a:pt x="127528" y="68880"/>
                    <a:pt x="124471" y="74486"/>
                  </a:cubicBezTo>
                  <a:cubicBezTo>
                    <a:pt x="121413" y="80091"/>
                    <a:pt x="118356" y="86206"/>
                    <a:pt x="117846" y="87735"/>
                  </a:cubicBezTo>
                  <a:cubicBezTo>
                    <a:pt x="117846" y="89773"/>
                    <a:pt x="116827" y="91812"/>
                    <a:pt x="115808" y="92831"/>
                  </a:cubicBezTo>
                  <a:cubicBezTo>
                    <a:pt x="114789" y="93850"/>
                    <a:pt x="111221" y="98946"/>
                    <a:pt x="108164" y="105570"/>
                  </a:cubicBezTo>
                  <a:cubicBezTo>
                    <a:pt x="103068" y="119329"/>
                    <a:pt x="90328" y="141242"/>
                    <a:pt x="86252" y="147866"/>
                  </a:cubicBezTo>
                  <a:cubicBezTo>
                    <a:pt x="82175" y="153981"/>
                    <a:pt x="67906" y="185066"/>
                    <a:pt x="59243" y="201882"/>
                  </a:cubicBezTo>
                  <a:cubicBezTo>
                    <a:pt x="55676" y="209017"/>
                    <a:pt x="52109" y="216661"/>
                    <a:pt x="50580" y="218699"/>
                  </a:cubicBezTo>
                  <a:cubicBezTo>
                    <a:pt x="49052" y="220737"/>
                    <a:pt x="48542" y="222776"/>
                    <a:pt x="48033" y="223285"/>
                  </a:cubicBezTo>
                  <a:cubicBezTo>
                    <a:pt x="45994" y="229400"/>
                    <a:pt x="38350" y="245197"/>
                    <a:pt x="34783" y="250803"/>
                  </a:cubicBezTo>
                  <a:cubicBezTo>
                    <a:pt x="24082" y="267619"/>
                    <a:pt x="20515" y="275263"/>
                    <a:pt x="20515" y="277811"/>
                  </a:cubicBezTo>
                  <a:cubicBezTo>
                    <a:pt x="20005" y="283416"/>
                    <a:pt x="4208" y="306857"/>
                    <a:pt x="2170" y="306348"/>
                  </a:cubicBezTo>
                  <a:cubicBezTo>
                    <a:pt x="-1907" y="305329"/>
                    <a:pt x="131" y="296666"/>
                    <a:pt x="5227" y="290041"/>
                  </a:cubicBezTo>
                  <a:cubicBezTo>
                    <a:pt x="7775" y="287493"/>
                    <a:pt x="9304" y="284436"/>
                    <a:pt x="8285" y="284436"/>
                  </a:cubicBezTo>
                  <a:cubicBezTo>
                    <a:pt x="7775" y="284436"/>
                    <a:pt x="9304" y="280869"/>
                    <a:pt x="11852" y="276792"/>
                  </a:cubicBezTo>
                  <a:cubicBezTo>
                    <a:pt x="15929" y="270167"/>
                    <a:pt x="34274" y="237044"/>
                    <a:pt x="37331" y="228381"/>
                  </a:cubicBezTo>
                  <a:cubicBezTo>
                    <a:pt x="37841" y="226852"/>
                    <a:pt x="40389" y="221756"/>
                    <a:pt x="43446" y="216661"/>
                  </a:cubicBezTo>
                  <a:cubicBezTo>
                    <a:pt x="46504" y="212074"/>
                    <a:pt x="49561" y="204430"/>
                    <a:pt x="51090" y="200863"/>
                  </a:cubicBezTo>
                  <a:cubicBezTo>
                    <a:pt x="52619" y="197296"/>
                    <a:pt x="54657" y="192710"/>
                    <a:pt x="55676" y="192200"/>
                  </a:cubicBezTo>
                  <a:cubicBezTo>
                    <a:pt x="57205" y="191691"/>
                    <a:pt x="58734" y="189143"/>
                    <a:pt x="58734" y="186595"/>
                  </a:cubicBezTo>
                  <a:cubicBezTo>
                    <a:pt x="58734" y="184047"/>
                    <a:pt x="62301" y="176403"/>
                    <a:pt x="66887" y="169778"/>
                  </a:cubicBezTo>
                  <a:cubicBezTo>
                    <a:pt x="70964" y="163663"/>
                    <a:pt x="78608" y="150414"/>
                    <a:pt x="83194" y="140732"/>
                  </a:cubicBezTo>
                  <a:cubicBezTo>
                    <a:pt x="87271" y="131559"/>
                    <a:pt x="94405" y="120348"/>
                    <a:pt x="96953" y="116272"/>
                  </a:cubicBezTo>
                  <a:cubicBezTo>
                    <a:pt x="99501" y="112195"/>
                    <a:pt x="105106" y="102513"/>
                    <a:pt x="109183" y="94869"/>
                  </a:cubicBezTo>
                  <a:cubicBezTo>
                    <a:pt x="127528" y="60217"/>
                    <a:pt x="157084" y="3143"/>
                    <a:pt x="161161" y="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5" name="Freeform 74">
              <a:extLst>
                <a:ext uri="{FF2B5EF4-FFF2-40B4-BE49-F238E27FC236}">
                  <a16:creationId xmlns:a16="http://schemas.microsoft.com/office/drawing/2014/main" id="{FF8AB39A-CC76-069C-57AC-CBFD2655C73F}"/>
                </a:ext>
              </a:extLst>
            </p:cNvPr>
            <p:cNvSpPr/>
            <p:nvPr/>
          </p:nvSpPr>
          <p:spPr>
            <a:xfrm>
              <a:off x="9393389" y="2703678"/>
              <a:ext cx="11126" cy="20329"/>
            </a:xfrm>
            <a:custGeom>
              <a:avLst/>
              <a:gdLst/>
              <a:ahLst/>
              <a:cxnLst/>
              <a:rect l="l" t="t" r="r" b="b"/>
              <a:pathLst>
                <a:path w="11126" h="20329">
                  <a:moveTo>
                    <a:pt x="10352" y="184"/>
                  </a:moveTo>
                  <a:cubicBezTo>
                    <a:pt x="11952" y="-700"/>
                    <a:pt x="11188" y="1498"/>
                    <a:pt x="6984" y="9142"/>
                  </a:cubicBezTo>
                  <a:cubicBezTo>
                    <a:pt x="-660" y="22901"/>
                    <a:pt x="-1169" y="23410"/>
                    <a:pt x="1378" y="13728"/>
                  </a:cubicBezTo>
                  <a:cubicBezTo>
                    <a:pt x="2398" y="9651"/>
                    <a:pt x="5455" y="4046"/>
                    <a:pt x="8003" y="2007"/>
                  </a:cubicBezTo>
                  <a:cubicBezTo>
                    <a:pt x="9022" y="1116"/>
                    <a:pt x="9819" y="479"/>
                    <a:pt x="10352"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4" name="Freeform 73">
              <a:extLst>
                <a:ext uri="{FF2B5EF4-FFF2-40B4-BE49-F238E27FC236}">
                  <a16:creationId xmlns:a16="http://schemas.microsoft.com/office/drawing/2014/main" id="{4D31B215-95A1-0CBE-7C6D-8CB5E68AFA51}"/>
                </a:ext>
              </a:extLst>
            </p:cNvPr>
            <p:cNvSpPr/>
            <p:nvPr/>
          </p:nvSpPr>
          <p:spPr>
            <a:xfrm>
              <a:off x="9376527" y="2726579"/>
              <a:ext cx="16712" cy="29056"/>
            </a:xfrm>
            <a:custGeom>
              <a:avLst/>
              <a:gdLst/>
              <a:ahLst/>
              <a:cxnLst/>
              <a:rect l="l" t="t" r="r" b="b"/>
              <a:pathLst>
                <a:path w="16712" h="29056">
                  <a:moveTo>
                    <a:pt x="16712" y="0"/>
                  </a:moveTo>
                  <a:lnTo>
                    <a:pt x="14164" y="8153"/>
                  </a:lnTo>
                  <a:cubicBezTo>
                    <a:pt x="13145" y="10701"/>
                    <a:pt x="4991" y="29556"/>
                    <a:pt x="915" y="29046"/>
                  </a:cubicBezTo>
                  <a:cubicBezTo>
                    <a:pt x="-2653" y="28537"/>
                    <a:pt x="4991" y="9682"/>
                    <a:pt x="10597" y="5095"/>
                  </a:cubicBezTo>
                  <a:lnTo>
                    <a:pt x="1671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3" name="Freeform 72">
              <a:extLst>
                <a:ext uri="{FF2B5EF4-FFF2-40B4-BE49-F238E27FC236}">
                  <a16:creationId xmlns:a16="http://schemas.microsoft.com/office/drawing/2014/main" id="{B0A28B06-4D33-A92C-7E44-3EAC0F38D66C}"/>
                </a:ext>
              </a:extLst>
            </p:cNvPr>
            <p:cNvSpPr/>
            <p:nvPr/>
          </p:nvSpPr>
          <p:spPr>
            <a:xfrm>
              <a:off x="9364911" y="2758968"/>
              <a:ext cx="10591" cy="20624"/>
            </a:xfrm>
            <a:custGeom>
              <a:avLst/>
              <a:gdLst/>
              <a:ahLst/>
              <a:cxnLst/>
              <a:rect l="l" t="t" r="r" b="b"/>
              <a:pathLst>
                <a:path w="10591" h="20624">
                  <a:moveTo>
                    <a:pt x="9538" y="97"/>
                  </a:moveTo>
                  <a:cubicBezTo>
                    <a:pt x="10111" y="-285"/>
                    <a:pt x="10238" y="479"/>
                    <a:pt x="10493" y="2263"/>
                  </a:cubicBezTo>
                  <a:cubicBezTo>
                    <a:pt x="11003" y="5320"/>
                    <a:pt x="9474" y="9906"/>
                    <a:pt x="7436" y="13983"/>
                  </a:cubicBezTo>
                  <a:cubicBezTo>
                    <a:pt x="3359" y="21627"/>
                    <a:pt x="-1227" y="23156"/>
                    <a:pt x="301" y="16021"/>
                  </a:cubicBezTo>
                  <a:cubicBezTo>
                    <a:pt x="1321" y="13983"/>
                    <a:pt x="3359" y="8378"/>
                    <a:pt x="5907" y="4811"/>
                  </a:cubicBezTo>
                  <a:cubicBezTo>
                    <a:pt x="7945" y="2008"/>
                    <a:pt x="8964" y="479"/>
                    <a:pt x="9538" y="9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2" name="Freeform 71">
              <a:extLst>
                <a:ext uri="{FF2B5EF4-FFF2-40B4-BE49-F238E27FC236}">
                  <a16:creationId xmlns:a16="http://schemas.microsoft.com/office/drawing/2014/main" id="{CBC097B3-698B-81D6-9B98-7EEC68DEAACD}"/>
                </a:ext>
              </a:extLst>
            </p:cNvPr>
            <p:cNvSpPr/>
            <p:nvPr/>
          </p:nvSpPr>
          <p:spPr>
            <a:xfrm>
              <a:off x="9300457" y="2782555"/>
              <a:ext cx="63940" cy="118368"/>
            </a:xfrm>
            <a:custGeom>
              <a:avLst/>
              <a:gdLst/>
              <a:ahLst/>
              <a:cxnLst/>
              <a:rect l="l" t="t" r="r" b="b"/>
              <a:pathLst>
                <a:path w="63940" h="118368">
                  <a:moveTo>
                    <a:pt x="62851" y="38"/>
                  </a:moveTo>
                  <a:cubicBezTo>
                    <a:pt x="65264" y="588"/>
                    <a:pt x="63735" y="7085"/>
                    <a:pt x="57620" y="15875"/>
                  </a:cubicBezTo>
                  <a:cubicBezTo>
                    <a:pt x="53034" y="22500"/>
                    <a:pt x="49976" y="28615"/>
                    <a:pt x="49467" y="29634"/>
                  </a:cubicBezTo>
                  <a:cubicBezTo>
                    <a:pt x="49467" y="30144"/>
                    <a:pt x="46409" y="35749"/>
                    <a:pt x="42842" y="41864"/>
                  </a:cubicBezTo>
                  <a:cubicBezTo>
                    <a:pt x="37237" y="51547"/>
                    <a:pt x="37237" y="56133"/>
                    <a:pt x="31631" y="69892"/>
                  </a:cubicBezTo>
                  <a:cubicBezTo>
                    <a:pt x="30612" y="72440"/>
                    <a:pt x="29083" y="74988"/>
                    <a:pt x="27555" y="75497"/>
                  </a:cubicBezTo>
                  <a:cubicBezTo>
                    <a:pt x="22459" y="77026"/>
                    <a:pt x="17363" y="87727"/>
                    <a:pt x="19911" y="87727"/>
                  </a:cubicBezTo>
                  <a:cubicBezTo>
                    <a:pt x="21439" y="87727"/>
                    <a:pt x="22459" y="89256"/>
                    <a:pt x="22459" y="90785"/>
                  </a:cubicBezTo>
                  <a:cubicBezTo>
                    <a:pt x="22459" y="91804"/>
                    <a:pt x="20420" y="93333"/>
                    <a:pt x="18891" y="92314"/>
                  </a:cubicBezTo>
                  <a:cubicBezTo>
                    <a:pt x="16853" y="90785"/>
                    <a:pt x="16344" y="92314"/>
                    <a:pt x="16344" y="94352"/>
                  </a:cubicBezTo>
                  <a:cubicBezTo>
                    <a:pt x="16344" y="96390"/>
                    <a:pt x="15324" y="97409"/>
                    <a:pt x="13796" y="97409"/>
                  </a:cubicBezTo>
                  <a:cubicBezTo>
                    <a:pt x="10229" y="96900"/>
                    <a:pt x="10738" y="101486"/>
                    <a:pt x="14305" y="106582"/>
                  </a:cubicBezTo>
                  <a:cubicBezTo>
                    <a:pt x="17872" y="111678"/>
                    <a:pt x="18382" y="115245"/>
                    <a:pt x="14305" y="114735"/>
                  </a:cubicBezTo>
                  <a:cubicBezTo>
                    <a:pt x="13286" y="114735"/>
                    <a:pt x="12267" y="113716"/>
                    <a:pt x="12776" y="112697"/>
                  </a:cubicBezTo>
                  <a:cubicBezTo>
                    <a:pt x="14815" y="108620"/>
                    <a:pt x="8190" y="109130"/>
                    <a:pt x="5642" y="113716"/>
                  </a:cubicBezTo>
                  <a:cubicBezTo>
                    <a:pt x="4113" y="116264"/>
                    <a:pt x="2075" y="118812"/>
                    <a:pt x="546" y="118303"/>
                  </a:cubicBezTo>
                  <a:cubicBezTo>
                    <a:pt x="-1492" y="118303"/>
                    <a:pt x="2585" y="106072"/>
                    <a:pt x="6152" y="102505"/>
                  </a:cubicBezTo>
                  <a:cubicBezTo>
                    <a:pt x="7681" y="100977"/>
                    <a:pt x="7681" y="98938"/>
                    <a:pt x="6661" y="97409"/>
                  </a:cubicBezTo>
                  <a:cubicBezTo>
                    <a:pt x="4623" y="93842"/>
                    <a:pt x="7681" y="83141"/>
                    <a:pt x="10229" y="85179"/>
                  </a:cubicBezTo>
                  <a:cubicBezTo>
                    <a:pt x="12776" y="87218"/>
                    <a:pt x="16853" y="81103"/>
                    <a:pt x="18891" y="72440"/>
                  </a:cubicBezTo>
                  <a:cubicBezTo>
                    <a:pt x="22459" y="58171"/>
                    <a:pt x="21949" y="58171"/>
                    <a:pt x="26026" y="59190"/>
                  </a:cubicBezTo>
                  <a:cubicBezTo>
                    <a:pt x="28574" y="59700"/>
                    <a:pt x="30102" y="57662"/>
                    <a:pt x="30102" y="53585"/>
                  </a:cubicBezTo>
                  <a:cubicBezTo>
                    <a:pt x="30102" y="50018"/>
                    <a:pt x="32141" y="46451"/>
                    <a:pt x="33670" y="45941"/>
                  </a:cubicBezTo>
                  <a:cubicBezTo>
                    <a:pt x="35708" y="45431"/>
                    <a:pt x="38256" y="39316"/>
                    <a:pt x="40294" y="33201"/>
                  </a:cubicBezTo>
                  <a:cubicBezTo>
                    <a:pt x="42333" y="26577"/>
                    <a:pt x="44371" y="22500"/>
                    <a:pt x="46919" y="22500"/>
                  </a:cubicBezTo>
                  <a:cubicBezTo>
                    <a:pt x="48957" y="23010"/>
                    <a:pt x="50486" y="20971"/>
                    <a:pt x="50995" y="18423"/>
                  </a:cubicBezTo>
                  <a:cubicBezTo>
                    <a:pt x="50995" y="15366"/>
                    <a:pt x="53034" y="12308"/>
                    <a:pt x="54563" y="11799"/>
                  </a:cubicBezTo>
                  <a:cubicBezTo>
                    <a:pt x="56091" y="11289"/>
                    <a:pt x="56601" y="9251"/>
                    <a:pt x="56091" y="7212"/>
                  </a:cubicBezTo>
                  <a:cubicBezTo>
                    <a:pt x="55582" y="5174"/>
                    <a:pt x="57111" y="3136"/>
                    <a:pt x="59149" y="1607"/>
                  </a:cubicBezTo>
                  <a:cubicBezTo>
                    <a:pt x="60805" y="333"/>
                    <a:pt x="62047" y="-145"/>
                    <a:pt x="62851" y="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1" name="Freeform 70">
              <a:extLst>
                <a:ext uri="{FF2B5EF4-FFF2-40B4-BE49-F238E27FC236}">
                  <a16:creationId xmlns:a16="http://schemas.microsoft.com/office/drawing/2014/main" id="{024BC369-6CB8-957B-CAF3-A639A9374294}"/>
                </a:ext>
              </a:extLst>
            </p:cNvPr>
            <p:cNvSpPr/>
            <p:nvPr/>
          </p:nvSpPr>
          <p:spPr>
            <a:xfrm>
              <a:off x="9194375" y="2830852"/>
              <a:ext cx="9134" cy="9874"/>
            </a:xfrm>
            <a:custGeom>
              <a:avLst/>
              <a:gdLst/>
              <a:ahLst/>
              <a:cxnLst/>
              <a:rect l="l" t="t" r="r" b="b"/>
              <a:pathLst>
                <a:path w="9134" h="9874">
                  <a:moveTo>
                    <a:pt x="634" y="192"/>
                  </a:moveTo>
                  <a:cubicBezTo>
                    <a:pt x="1144" y="-318"/>
                    <a:pt x="2163" y="192"/>
                    <a:pt x="1653" y="1721"/>
                  </a:cubicBezTo>
                  <a:cubicBezTo>
                    <a:pt x="1144" y="3759"/>
                    <a:pt x="3182" y="4269"/>
                    <a:pt x="5730" y="3759"/>
                  </a:cubicBezTo>
                  <a:cubicBezTo>
                    <a:pt x="9807" y="2740"/>
                    <a:pt x="10316" y="2740"/>
                    <a:pt x="6749" y="6307"/>
                  </a:cubicBezTo>
                  <a:cubicBezTo>
                    <a:pt x="4201" y="8855"/>
                    <a:pt x="2163" y="9874"/>
                    <a:pt x="2163" y="9874"/>
                  </a:cubicBezTo>
                  <a:cubicBezTo>
                    <a:pt x="634" y="9874"/>
                    <a:pt x="-895" y="1211"/>
                    <a:pt x="634" y="1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70" name="Freeform 69">
              <a:extLst>
                <a:ext uri="{FF2B5EF4-FFF2-40B4-BE49-F238E27FC236}">
                  <a16:creationId xmlns:a16="http://schemas.microsoft.com/office/drawing/2014/main" id="{22F909BA-B4EE-5398-58E6-5A07F0BEFE30}"/>
                </a:ext>
              </a:extLst>
            </p:cNvPr>
            <p:cNvSpPr/>
            <p:nvPr/>
          </p:nvSpPr>
          <p:spPr>
            <a:xfrm>
              <a:off x="9352735" y="2837553"/>
              <a:ext cx="6197" cy="8779"/>
            </a:xfrm>
            <a:custGeom>
              <a:avLst/>
              <a:gdLst/>
              <a:ahLst/>
              <a:cxnLst/>
              <a:rect l="l" t="t" r="r" b="b"/>
              <a:pathLst>
                <a:path w="6197" h="8779">
                  <a:moveTo>
                    <a:pt x="5789" y="52"/>
                  </a:moveTo>
                  <a:cubicBezTo>
                    <a:pt x="6490" y="370"/>
                    <a:pt x="6362" y="2154"/>
                    <a:pt x="4834" y="5212"/>
                  </a:cubicBezTo>
                  <a:cubicBezTo>
                    <a:pt x="3814" y="7250"/>
                    <a:pt x="1776" y="8779"/>
                    <a:pt x="757" y="8779"/>
                  </a:cubicBezTo>
                  <a:cubicBezTo>
                    <a:pt x="-772" y="8779"/>
                    <a:pt x="247" y="6231"/>
                    <a:pt x="1776" y="3683"/>
                  </a:cubicBezTo>
                  <a:cubicBezTo>
                    <a:pt x="3560" y="880"/>
                    <a:pt x="5088" y="-267"/>
                    <a:pt x="5789" y="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61" name="Freeform 60">
              <a:extLst>
                <a:ext uri="{FF2B5EF4-FFF2-40B4-BE49-F238E27FC236}">
                  <a16:creationId xmlns:a16="http://schemas.microsoft.com/office/drawing/2014/main" id="{166C2AA8-4565-C36B-45F9-80C267CBE11B}"/>
                </a:ext>
              </a:extLst>
            </p:cNvPr>
            <p:cNvSpPr/>
            <p:nvPr/>
          </p:nvSpPr>
          <p:spPr>
            <a:xfrm>
              <a:off x="9173050" y="2861110"/>
              <a:ext cx="4124" cy="5096"/>
            </a:xfrm>
            <a:custGeom>
              <a:avLst/>
              <a:gdLst/>
              <a:ahLst/>
              <a:cxnLst/>
              <a:rect l="l" t="t" r="r" b="b"/>
              <a:pathLst>
                <a:path w="4124" h="5096">
                  <a:moveTo>
                    <a:pt x="3614" y="0"/>
                  </a:moveTo>
                  <a:cubicBezTo>
                    <a:pt x="4124" y="509"/>
                    <a:pt x="4124" y="1528"/>
                    <a:pt x="4124" y="3057"/>
                  </a:cubicBezTo>
                  <a:cubicBezTo>
                    <a:pt x="4124" y="4076"/>
                    <a:pt x="2595" y="5096"/>
                    <a:pt x="1066" y="5096"/>
                  </a:cubicBezTo>
                  <a:cubicBezTo>
                    <a:pt x="47" y="5096"/>
                    <a:pt x="-463" y="3567"/>
                    <a:pt x="556" y="2548"/>
                  </a:cubicBezTo>
                  <a:cubicBezTo>
                    <a:pt x="1576" y="1019"/>
                    <a:pt x="2595" y="0"/>
                    <a:pt x="361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58" name="Freeform 57">
              <a:extLst>
                <a:ext uri="{FF2B5EF4-FFF2-40B4-BE49-F238E27FC236}">
                  <a16:creationId xmlns:a16="http://schemas.microsoft.com/office/drawing/2014/main" id="{2AE226F3-0948-28E2-B40A-6494021367E1}"/>
                </a:ext>
              </a:extLst>
            </p:cNvPr>
            <p:cNvSpPr/>
            <p:nvPr/>
          </p:nvSpPr>
          <p:spPr>
            <a:xfrm>
              <a:off x="9244632" y="2899621"/>
              <a:ext cx="56113" cy="96661"/>
            </a:xfrm>
            <a:custGeom>
              <a:avLst/>
              <a:gdLst/>
              <a:ahLst/>
              <a:cxnLst/>
              <a:rect l="l" t="t" r="r" b="b"/>
              <a:pathLst>
                <a:path w="56113" h="96661">
                  <a:moveTo>
                    <a:pt x="49047" y="26"/>
                  </a:moveTo>
                  <a:cubicBezTo>
                    <a:pt x="50130" y="-165"/>
                    <a:pt x="51277" y="727"/>
                    <a:pt x="53315" y="2256"/>
                  </a:cubicBezTo>
                  <a:cubicBezTo>
                    <a:pt x="57901" y="5823"/>
                    <a:pt x="57392" y="6842"/>
                    <a:pt x="47709" y="24678"/>
                  </a:cubicBezTo>
                  <a:cubicBezTo>
                    <a:pt x="42104" y="34869"/>
                    <a:pt x="36498" y="46080"/>
                    <a:pt x="35479" y="49647"/>
                  </a:cubicBezTo>
                  <a:cubicBezTo>
                    <a:pt x="29364" y="71560"/>
                    <a:pt x="23249" y="81751"/>
                    <a:pt x="16115" y="88886"/>
                  </a:cubicBezTo>
                  <a:cubicBezTo>
                    <a:pt x="5923" y="99077"/>
                    <a:pt x="-4269" y="99077"/>
                    <a:pt x="1847" y="89905"/>
                  </a:cubicBezTo>
                  <a:cubicBezTo>
                    <a:pt x="4395" y="85828"/>
                    <a:pt x="5923" y="84809"/>
                    <a:pt x="6942" y="86847"/>
                  </a:cubicBezTo>
                  <a:cubicBezTo>
                    <a:pt x="7962" y="89395"/>
                    <a:pt x="8471" y="86847"/>
                    <a:pt x="8981" y="82771"/>
                  </a:cubicBezTo>
                  <a:cubicBezTo>
                    <a:pt x="9490" y="79203"/>
                    <a:pt x="10509" y="75127"/>
                    <a:pt x="12038" y="75127"/>
                  </a:cubicBezTo>
                  <a:cubicBezTo>
                    <a:pt x="17644" y="73598"/>
                    <a:pt x="22740" y="65445"/>
                    <a:pt x="21720" y="59329"/>
                  </a:cubicBezTo>
                  <a:cubicBezTo>
                    <a:pt x="21211" y="55762"/>
                    <a:pt x="22230" y="53214"/>
                    <a:pt x="23249" y="53214"/>
                  </a:cubicBezTo>
                  <a:cubicBezTo>
                    <a:pt x="24778" y="53214"/>
                    <a:pt x="25288" y="51686"/>
                    <a:pt x="24778" y="49647"/>
                  </a:cubicBezTo>
                  <a:cubicBezTo>
                    <a:pt x="24268" y="47099"/>
                    <a:pt x="25288" y="45571"/>
                    <a:pt x="27835" y="47609"/>
                  </a:cubicBezTo>
                  <a:cubicBezTo>
                    <a:pt x="30383" y="49647"/>
                    <a:pt x="31403" y="48119"/>
                    <a:pt x="31912" y="45571"/>
                  </a:cubicBezTo>
                  <a:cubicBezTo>
                    <a:pt x="32422" y="43023"/>
                    <a:pt x="31403" y="42004"/>
                    <a:pt x="29874" y="42513"/>
                  </a:cubicBezTo>
                  <a:cubicBezTo>
                    <a:pt x="28345" y="43023"/>
                    <a:pt x="27326" y="43532"/>
                    <a:pt x="27326" y="42513"/>
                  </a:cubicBezTo>
                  <a:cubicBezTo>
                    <a:pt x="27835" y="39456"/>
                    <a:pt x="37518" y="24678"/>
                    <a:pt x="39556" y="23658"/>
                  </a:cubicBezTo>
                  <a:cubicBezTo>
                    <a:pt x="41085" y="22639"/>
                    <a:pt x="42613" y="20601"/>
                    <a:pt x="42613" y="19072"/>
                  </a:cubicBezTo>
                  <a:cubicBezTo>
                    <a:pt x="42613" y="17543"/>
                    <a:pt x="41594" y="17543"/>
                    <a:pt x="40066" y="19582"/>
                  </a:cubicBezTo>
                  <a:cubicBezTo>
                    <a:pt x="37518" y="22639"/>
                    <a:pt x="37518" y="22639"/>
                    <a:pt x="37518" y="18562"/>
                  </a:cubicBezTo>
                  <a:cubicBezTo>
                    <a:pt x="38027" y="16524"/>
                    <a:pt x="40066" y="14486"/>
                    <a:pt x="42613" y="14995"/>
                  </a:cubicBezTo>
                  <a:cubicBezTo>
                    <a:pt x="45161" y="14995"/>
                    <a:pt x="45671" y="14995"/>
                    <a:pt x="43633" y="12957"/>
                  </a:cubicBezTo>
                  <a:cubicBezTo>
                    <a:pt x="41594" y="10919"/>
                    <a:pt x="41594" y="9390"/>
                    <a:pt x="45161" y="4294"/>
                  </a:cubicBezTo>
                  <a:cubicBezTo>
                    <a:pt x="46945" y="1491"/>
                    <a:pt x="47964" y="217"/>
                    <a:pt x="49047"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B7886B6A-22A5-A7E5-BAE0-9AAA0A16F19D}"/>
                </a:ext>
              </a:extLst>
            </p:cNvPr>
            <p:cNvSpPr/>
            <p:nvPr/>
          </p:nvSpPr>
          <p:spPr>
            <a:xfrm>
              <a:off x="9286025" y="2948302"/>
              <a:ext cx="2238" cy="6159"/>
            </a:xfrm>
            <a:custGeom>
              <a:avLst/>
              <a:gdLst/>
              <a:ahLst/>
              <a:cxnLst/>
              <a:rect l="l" t="t" r="r" b="b"/>
              <a:pathLst>
                <a:path w="2238" h="6159">
                  <a:moveTo>
                    <a:pt x="774" y="75"/>
                  </a:moveTo>
                  <a:cubicBezTo>
                    <a:pt x="965" y="-180"/>
                    <a:pt x="1219" y="202"/>
                    <a:pt x="1729" y="1476"/>
                  </a:cubicBezTo>
                  <a:cubicBezTo>
                    <a:pt x="2239" y="3005"/>
                    <a:pt x="2748" y="5553"/>
                    <a:pt x="1219" y="6062"/>
                  </a:cubicBezTo>
                  <a:cubicBezTo>
                    <a:pt x="200" y="6572"/>
                    <a:pt x="-309" y="5043"/>
                    <a:pt x="200" y="2495"/>
                  </a:cubicBezTo>
                  <a:cubicBezTo>
                    <a:pt x="455" y="1221"/>
                    <a:pt x="583" y="329"/>
                    <a:pt x="774" y="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8" name="Freeform 47">
              <a:extLst>
                <a:ext uri="{FF2B5EF4-FFF2-40B4-BE49-F238E27FC236}">
                  <a16:creationId xmlns:a16="http://schemas.microsoft.com/office/drawing/2014/main" id="{2BF6659E-F411-4FF9-F6AE-4E5F1EA744BF}"/>
                </a:ext>
              </a:extLst>
            </p:cNvPr>
            <p:cNvSpPr/>
            <p:nvPr/>
          </p:nvSpPr>
          <p:spPr>
            <a:xfrm>
              <a:off x="9232162" y="3027612"/>
              <a:ext cx="6408" cy="4719"/>
            </a:xfrm>
            <a:custGeom>
              <a:avLst/>
              <a:gdLst/>
              <a:ahLst/>
              <a:cxnLst/>
              <a:rect l="l" t="t" r="r" b="b"/>
              <a:pathLst>
                <a:path w="6408" h="4719">
                  <a:moveTo>
                    <a:pt x="4633" y="133"/>
                  </a:moveTo>
                  <a:cubicBezTo>
                    <a:pt x="6162" y="133"/>
                    <a:pt x="7181" y="1152"/>
                    <a:pt x="5652" y="2681"/>
                  </a:cubicBezTo>
                  <a:cubicBezTo>
                    <a:pt x="4633" y="3700"/>
                    <a:pt x="2595" y="4719"/>
                    <a:pt x="1066" y="4719"/>
                  </a:cubicBezTo>
                  <a:cubicBezTo>
                    <a:pt x="47" y="4209"/>
                    <a:pt x="-463" y="3190"/>
                    <a:pt x="557" y="2171"/>
                  </a:cubicBezTo>
                  <a:cubicBezTo>
                    <a:pt x="2085" y="642"/>
                    <a:pt x="3614" y="-377"/>
                    <a:pt x="4633" y="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7" name="Freeform 46">
              <a:extLst>
                <a:ext uri="{FF2B5EF4-FFF2-40B4-BE49-F238E27FC236}">
                  <a16:creationId xmlns:a16="http://schemas.microsoft.com/office/drawing/2014/main" id="{715A8FD3-1069-D1CE-71E0-1CBA302634C7}"/>
                </a:ext>
              </a:extLst>
            </p:cNvPr>
            <p:cNvSpPr/>
            <p:nvPr/>
          </p:nvSpPr>
          <p:spPr>
            <a:xfrm>
              <a:off x="9083993" y="3034896"/>
              <a:ext cx="153301" cy="328825"/>
            </a:xfrm>
            <a:custGeom>
              <a:avLst/>
              <a:gdLst/>
              <a:ahLst/>
              <a:cxnLst/>
              <a:rect l="l" t="t" r="r" b="b"/>
              <a:pathLst>
                <a:path w="153301" h="328825">
                  <a:moveTo>
                    <a:pt x="140828" y="174"/>
                  </a:moveTo>
                  <a:cubicBezTo>
                    <a:pt x="141975" y="-144"/>
                    <a:pt x="143631" y="-17"/>
                    <a:pt x="145669" y="493"/>
                  </a:cubicBezTo>
                  <a:cubicBezTo>
                    <a:pt x="153822" y="2531"/>
                    <a:pt x="155861" y="6098"/>
                    <a:pt x="149746" y="9156"/>
                  </a:cubicBezTo>
                  <a:cubicBezTo>
                    <a:pt x="146688" y="10684"/>
                    <a:pt x="145669" y="12213"/>
                    <a:pt x="146688" y="12213"/>
                  </a:cubicBezTo>
                  <a:cubicBezTo>
                    <a:pt x="148217" y="12213"/>
                    <a:pt x="147707" y="13232"/>
                    <a:pt x="145160" y="14251"/>
                  </a:cubicBezTo>
                  <a:cubicBezTo>
                    <a:pt x="143121" y="15271"/>
                    <a:pt x="140573" y="18838"/>
                    <a:pt x="140573" y="22405"/>
                  </a:cubicBezTo>
                  <a:cubicBezTo>
                    <a:pt x="140064" y="25462"/>
                    <a:pt x="139044" y="30049"/>
                    <a:pt x="137516" y="31068"/>
                  </a:cubicBezTo>
                  <a:cubicBezTo>
                    <a:pt x="135987" y="32087"/>
                    <a:pt x="136496" y="34125"/>
                    <a:pt x="138535" y="34125"/>
                  </a:cubicBezTo>
                  <a:cubicBezTo>
                    <a:pt x="140573" y="34125"/>
                    <a:pt x="140064" y="36164"/>
                    <a:pt x="137006" y="36673"/>
                  </a:cubicBezTo>
                  <a:cubicBezTo>
                    <a:pt x="134458" y="37183"/>
                    <a:pt x="130891" y="42788"/>
                    <a:pt x="128343" y="47375"/>
                  </a:cubicBezTo>
                  <a:cubicBezTo>
                    <a:pt x="125795" y="52471"/>
                    <a:pt x="123757" y="57057"/>
                    <a:pt x="122738" y="57566"/>
                  </a:cubicBezTo>
                  <a:cubicBezTo>
                    <a:pt x="121209" y="58076"/>
                    <a:pt x="116623" y="68268"/>
                    <a:pt x="111527" y="79988"/>
                  </a:cubicBezTo>
                  <a:cubicBezTo>
                    <a:pt x="106431" y="91709"/>
                    <a:pt x="100825" y="103429"/>
                    <a:pt x="99297" y="105977"/>
                  </a:cubicBezTo>
                  <a:cubicBezTo>
                    <a:pt x="97768" y="108016"/>
                    <a:pt x="95730" y="112092"/>
                    <a:pt x="95730" y="114640"/>
                  </a:cubicBezTo>
                  <a:cubicBezTo>
                    <a:pt x="95730" y="116679"/>
                    <a:pt x="93182" y="120755"/>
                    <a:pt x="91143" y="123303"/>
                  </a:cubicBezTo>
                  <a:cubicBezTo>
                    <a:pt x="89105" y="125851"/>
                    <a:pt x="83499" y="138591"/>
                    <a:pt x="77384" y="150821"/>
                  </a:cubicBezTo>
                  <a:cubicBezTo>
                    <a:pt x="71269" y="163051"/>
                    <a:pt x="66683" y="175791"/>
                    <a:pt x="64135" y="177319"/>
                  </a:cubicBezTo>
                  <a:cubicBezTo>
                    <a:pt x="62097" y="178848"/>
                    <a:pt x="61587" y="181906"/>
                    <a:pt x="61587" y="183435"/>
                  </a:cubicBezTo>
                  <a:cubicBezTo>
                    <a:pt x="61587" y="188530"/>
                    <a:pt x="54962" y="206366"/>
                    <a:pt x="52415" y="205856"/>
                  </a:cubicBezTo>
                  <a:cubicBezTo>
                    <a:pt x="50886" y="205856"/>
                    <a:pt x="50376" y="207385"/>
                    <a:pt x="50886" y="209423"/>
                  </a:cubicBezTo>
                  <a:cubicBezTo>
                    <a:pt x="51395" y="211462"/>
                    <a:pt x="50886" y="215539"/>
                    <a:pt x="48848" y="217577"/>
                  </a:cubicBezTo>
                  <a:cubicBezTo>
                    <a:pt x="45790" y="220634"/>
                    <a:pt x="45790" y="220634"/>
                    <a:pt x="45790" y="218086"/>
                  </a:cubicBezTo>
                  <a:cubicBezTo>
                    <a:pt x="45790" y="215029"/>
                    <a:pt x="45790" y="214519"/>
                    <a:pt x="43242" y="217577"/>
                  </a:cubicBezTo>
                  <a:cubicBezTo>
                    <a:pt x="39675" y="222163"/>
                    <a:pt x="38656" y="227259"/>
                    <a:pt x="42223" y="226240"/>
                  </a:cubicBezTo>
                  <a:cubicBezTo>
                    <a:pt x="43752" y="225730"/>
                    <a:pt x="45790" y="227259"/>
                    <a:pt x="44771" y="228788"/>
                  </a:cubicBezTo>
                  <a:cubicBezTo>
                    <a:pt x="41713" y="233374"/>
                    <a:pt x="40694" y="235922"/>
                    <a:pt x="38656" y="231845"/>
                  </a:cubicBezTo>
                  <a:cubicBezTo>
                    <a:pt x="37637" y="229807"/>
                    <a:pt x="37637" y="230826"/>
                    <a:pt x="36617" y="233884"/>
                  </a:cubicBezTo>
                  <a:cubicBezTo>
                    <a:pt x="35598" y="236432"/>
                    <a:pt x="34579" y="239999"/>
                    <a:pt x="33050" y="240508"/>
                  </a:cubicBezTo>
                  <a:cubicBezTo>
                    <a:pt x="32031" y="241018"/>
                    <a:pt x="31522" y="243566"/>
                    <a:pt x="32031" y="245604"/>
                  </a:cubicBezTo>
                  <a:cubicBezTo>
                    <a:pt x="33050" y="249171"/>
                    <a:pt x="32541" y="249171"/>
                    <a:pt x="35089" y="246623"/>
                  </a:cubicBezTo>
                  <a:cubicBezTo>
                    <a:pt x="36617" y="245095"/>
                    <a:pt x="37637" y="244585"/>
                    <a:pt x="37637" y="246114"/>
                  </a:cubicBezTo>
                  <a:cubicBezTo>
                    <a:pt x="37637" y="247643"/>
                    <a:pt x="34579" y="251210"/>
                    <a:pt x="31522" y="253758"/>
                  </a:cubicBezTo>
                  <a:cubicBezTo>
                    <a:pt x="27445" y="257325"/>
                    <a:pt x="25916" y="260892"/>
                    <a:pt x="26426" y="264969"/>
                  </a:cubicBezTo>
                  <a:cubicBezTo>
                    <a:pt x="26935" y="269045"/>
                    <a:pt x="26426" y="271084"/>
                    <a:pt x="24897" y="271084"/>
                  </a:cubicBezTo>
                  <a:cubicBezTo>
                    <a:pt x="23878" y="271084"/>
                    <a:pt x="21839" y="275160"/>
                    <a:pt x="18782" y="280256"/>
                  </a:cubicBezTo>
                  <a:cubicBezTo>
                    <a:pt x="12157" y="290957"/>
                    <a:pt x="13686" y="292996"/>
                    <a:pt x="17763" y="291467"/>
                  </a:cubicBezTo>
                  <a:cubicBezTo>
                    <a:pt x="20311" y="290448"/>
                    <a:pt x="20311" y="290448"/>
                    <a:pt x="17253" y="293505"/>
                  </a:cubicBezTo>
                  <a:cubicBezTo>
                    <a:pt x="15215" y="295544"/>
                    <a:pt x="14196" y="298601"/>
                    <a:pt x="14705" y="300130"/>
                  </a:cubicBezTo>
                  <a:cubicBezTo>
                    <a:pt x="15215" y="301149"/>
                    <a:pt x="14196" y="303188"/>
                    <a:pt x="11648" y="303697"/>
                  </a:cubicBezTo>
                  <a:cubicBezTo>
                    <a:pt x="9100" y="304207"/>
                    <a:pt x="7571" y="306245"/>
                    <a:pt x="8080" y="309812"/>
                  </a:cubicBezTo>
                  <a:cubicBezTo>
                    <a:pt x="8590" y="312360"/>
                    <a:pt x="8080" y="314908"/>
                    <a:pt x="7061" y="314399"/>
                  </a:cubicBezTo>
                  <a:cubicBezTo>
                    <a:pt x="6552" y="314399"/>
                    <a:pt x="5023" y="317456"/>
                    <a:pt x="4004" y="321023"/>
                  </a:cubicBezTo>
                  <a:cubicBezTo>
                    <a:pt x="2985" y="325100"/>
                    <a:pt x="2475" y="328157"/>
                    <a:pt x="1456" y="328667"/>
                  </a:cubicBezTo>
                  <a:cubicBezTo>
                    <a:pt x="-8736" y="333763"/>
                    <a:pt x="37127" y="214519"/>
                    <a:pt x="60568" y="169166"/>
                  </a:cubicBezTo>
                  <a:cubicBezTo>
                    <a:pt x="63116" y="164580"/>
                    <a:pt x="65664" y="157446"/>
                    <a:pt x="67193" y="153369"/>
                  </a:cubicBezTo>
                  <a:cubicBezTo>
                    <a:pt x="68721" y="149292"/>
                    <a:pt x="71779" y="143177"/>
                    <a:pt x="75346" y="141139"/>
                  </a:cubicBezTo>
                  <a:cubicBezTo>
                    <a:pt x="79423" y="138591"/>
                    <a:pt x="80952" y="135533"/>
                    <a:pt x="79932" y="134005"/>
                  </a:cubicBezTo>
                  <a:cubicBezTo>
                    <a:pt x="79423" y="132985"/>
                    <a:pt x="79423" y="134005"/>
                    <a:pt x="78404" y="135533"/>
                  </a:cubicBezTo>
                  <a:cubicBezTo>
                    <a:pt x="77384" y="137062"/>
                    <a:pt x="76365" y="138591"/>
                    <a:pt x="74836" y="138081"/>
                  </a:cubicBezTo>
                  <a:cubicBezTo>
                    <a:pt x="72288" y="137062"/>
                    <a:pt x="72798" y="137062"/>
                    <a:pt x="75346" y="135024"/>
                  </a:cubicBezTo>
                  <a:cubicBezTo>
                    <a:pt x="77384" y="133495"/>
                    <a:pt x="78913" y="129928"/>
                    <a:pt x="78913" y="127380"/>
                  </a:cubicBezTo>
                  <a:cubicBezTo>
                    <a:pt x="79423" y="124832"/>
                    <a:pt x="80952" y="123303"/>
                    <a:pt x="82990" y="124322"/>
                  </a:cubicBezTo>
                  <a:cubicBezTo>
                    <a:pt x="85538" y="125342"/>
                    <a:pt x="87067" y="124322"/>
                    <a:pt x="88595" y="120755"/>
                  </a:cubicBezTo>
                  <a:cubicBezTo>
                    <a:pt x="92162" y="112602"/>
                    <a:pt x="91653" y="109035"/>
                    <a:pt x="88086" y="110564"/>
                  </a:cubicBezTo>
                  <a:cubicBezTo>
                    <a:pt x="86047" y="111583"/>
                    <a:pt x="85538" y="111583"/>
                    <a:pt x="87067" y="110054"/>
                  </a:cubicBezTo>
                  <a:cubicBezTo>
                    <a:pt x="88086" y="109035"/>
                    <a:pt x="90634" y="108016"/>
                    <a:pt x="92162" y="108525"/>
                  </a:cubicBezTo>
                  <a:cubicBezTo>
                    <a:pt x="93691" y="109035"/>
                    <a:pt x="95220" y="106487"/>
                    <a:pt x="96239" y="103939"/>
                  </a:cubicBezTo>
                  <a:cubicBezTo>
                    <a:pt x="97768" y="99862"/>
                    <a:pt x="97768" y="99862"/>
                    <a:pt x="94710" y="102410"/>
                  </a:cubicBezTo>
                  <a:cubicBezTo>
                    <a:pt x="91653" y="104958"/>
                    <a:pt x="91653" y="104448"/>
                    <a:pt x="93182" y="99353"/>
                  </a:cubicBezTo>
                  <a:cubicBezTo>
                    <a:pt x="94710" y="96295"/>
                    <a:pt x="95730" y="92728"/>
                    <a:pt x="95730" y="91709"/>
                  </a:cubicBezTo>
                  <a:cubicBezTo>
                    <a:pt x="95730" y="90690"/>
                    <a:pt x="97768" y="90690"/>
                    <a:pt x="99806" y="91709"/>
                  </a:cubicBezTo>
                  <a:cubicBezTo>
                    <a:pt x="101845" y="92728"/>
                    <a:pt x="103883" y="92218"/>
                    <a:pt x="103883" y="89670"/>
                  </a:cubicBezTo>
                  <a:cubicBezTo>
                    <a:pt x="103883" y="87122"/>
                    <a:pt x="102864" y="85594"/>
                    <a:pt x="101335" y="86613"/>
                  </a:cubicBezTo>
                  <a:cubicBezTo>
                    <a:pt x="100316" y="87122"/>
                    <a:pt x="98787" y="87122"/>
                    <a:pt x="99297" y="85594"/>
                  </a:cubicBezTo>
                  <a:cubicBezTo>
                    <a:pt x="99297" y="81517"/>
                    <a:pt x="110508" y="61643"/>
                    <a:pt x="112036" y="62662"/>
                  </a:cubicBezTo>
                  <a:cubicBezTo>
                    <a:pt x="113056" y="63172"/>
                    <a:pt x="113565" y="61134"/>
                    <a:pt x="113565" y="58076"/>
                  </a:cubicBezTo>
                  <a:cubicBezTo>
                    <a:pt x="114075" y="55018"/>
                    <a:pt x="115603" y="53490"/>
                    <a:pt x="117132" y="53490"/>
                  </a:cubicBezTo>
                  <a:cubicBezTo>
                    <a:pt x="119680" y="53999"/>
                    <a:pt x="124266" y="47375"/>
                    <a:pt x="128853" y="35145"/>
                  </a:cubicBezTo>
                  <a:cubicBezTo>
                    <a:pt x="130891" y="29539"/>
                    <a:pt x="130891" y="29029"/>
                    <a:pt x="126814" y="33616"/>
                  </a:cubicBezTo>
                  <a:cubicBezTo>
                    <a:pt x="124776" y="36164"/>
                    <a:pt x="122228" y="37183"/>
                    <a:pt x="122228" y="36673"/>
                  </a:cubicBezTo>
                  <a:cubicBezTo>
                    <a:pt x="122738" y="33106"/>
                    <a:pt x="129872" y="22914"/>
                    <a:pt x="131910" y="22914"/>
                  </a:cubicBezTo>
                  <a:cubicBezTo>
                    <a:pt x="132929" y="23424"/>
                    <a:pt x="132929" y="21895"/>
                    <a:pt x="132929" y="19347"/>
                  </a:cubicBezTo>
                  <a:cubicBezTo>
                    <a:pt x="132929" y="16290"/>
                    <a:pt x="132929" y="15780"/>
                    <a:pt x="135477" y="17309"/>
                  </a:cubicBezTo>
                  <a:cubicBezTo>
                    <a:pt x="138535" y="18838"/>
                    <a:pt x="139044" y="17819"/>
                    <a:pt x="140064" y="15271"/>
                  </a:cubicBezTo>
                  <a:cubicBezTo>
                    <a:pt x="141083" y="12723"/>
                    <a:pt x="139554" y="11704"/>
                    <a:pt x="137516" y="12723"/>
                  </a:cubicBezTo>
                  <a:cubicBezTo>
                    <a:pt x="134968" y="13742"/>
                    <a:pt x="135477" y="12723"/>
                    <a:pt x="136496" y="10175"/>
                  </a:cubicBezTo>
                  <a:cubicBezTo>
                    <a:pt x="137516" y="7627"/>
                    <a:pt x="139044" y="4060"/>
                    <a:pt x="139044" y="2531"/>
                  </a:cubicBezTo>
                  <a:cubicBezTo>
                    <a:pt x="139044" y="1257"/>
                    <a:pt x="139682" y="493"/>
                    <a:pt x="140828" y="1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B8B82EC0-2AD9-7B2F-9424-6C3799B0556E}"/>
                </a:ext>
              </a:extLst>
            </p:cNvPr>
            <p:cNvSpPr/>
            <p:nvPr/>
          </p:nvSpPr>
          <p:spPr>
            <a:xfrm>
              <a:off x="9175453" y="3035322"/>
              <a:ext cx="42488" cy="79068"/>
            </a:xfrm>
            <a:custGeom>
              <a:avLst/>
              <a:gdLst/>
              <a:ahLst/>
              <a:cxnLst/>
              <a:rect l="l" t="t" r="r" b="b"/>
              <a:pathLst>
                <a:path w="42488" h="79068">
                  <a:moveTo>
                    <a:pt x="39048" y="3"/>
                  </a:moveTo>
                  <a:cubicBezTo>
                    <a:pt x="40959" y="-61"/>
                    <a:pt x="42488" y="1086"/>
                    <a:pt x="42488" y="3634"/>
                  </a:cubicBezTo>
                  <a:cubicBezTo>
                    <a:pt x="41978" y="5672"/>
                    <a:pt x="40959" y="7710"/>
                    <a:pt x="39940" y="8220"/>
                  </a:cubicBezTo>
                  <a:cubicBezTo>
                    <a:pt x="36882" y="9749"/>
                    <a:pt x="20066" y="51535"/>
                    <a:pt x="7326" y="76505"/>
                  </a:cubicBezTo>
                  <a:cubicBezTo>
                    <a:pt x="5797" y="79562"/>
                    <a:pt x="2230" y="80072"/>
                    <a:pt x="192" y="77014"/>
                  </a:cubicBezTo>
                  <a:cubicBezTo>
                    <a:pt x="-318" y="76505"/>
                    <a:pt x="192" y="72938"/>
                    <a:pt x="1721" y="69880"/>
                  </a:cubicBezTo>
                  <a:cubicBezTo>
                    <a:pt x="3759" y="66823"/>
                    <a:pt x="4269" y="63765"/>
                    <a:pt x="3249" y="63765"/>
                  </a:cubicBezTo>
                  <a:cubicBezTo>
                    <a:pt x="2740" y="63765"/>
                    <a:pt x="4269" y="61217"/>
                    <a:pt x="6816" y="58160"/>
                  </a:cubicBezTo>
                  <a:cubicBezTo>
                    <a:pt x="9364" y="55102"/>
                    <a:pt x="11912" y="50516"/>
                    <a:pt x="11912" y="48477"/>
                  </a:cubicBezTo>
                  <a:cubicBezTo>
                    <a:pt x="12422" y="42362"/>
                    <a:pt x="28219" y="11278"/>
                    <a:pt x="33315" y="3634"/>
                  </a:cubicBezTo>
                  <a:cubicBezTo>
                    <a:pt x="34844" y="1341"/>
                    <a:pt x="37137" y="67"/>
                    <a:pt x="39048"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76141644-7C22-877C-82AB-95795B55D76D}"/>
                </a:ext>
              </a:extLst>
            </p:cNvPr>
            <p:cNvSpPr/>
            <p:nvPr/>
          </p:nvSpPr>
          <p:spPr>
            <a:xfrm>
              <a:off x="9254530" y="3042523"/>
              <a:ext cx="5706" cy="6439"/>
            </a:xfrm>
            <a:custGeom>
              <a:avLst/>
              <a:gdLst/>
              <a:ahLst/>
              <a:cxnLst/>
              <a:rect l="l" t="t" r="r" b="b"/>
              <a:pathLst>
                <a:path w="5706" h="6439">
                  <a:moveTo>
                    <a:pt x="3158" y="0"/>
                  </a:moveTo>
                  <a:cubicBezTo>
                    <a:pt x="4687" y="0"/>
                    <a:pt x="5706" y="1529"/>
                    <a:pt x="5706" y="2548"/>
                  </a:cubicBezTo>
                  <a:cubicBezTo>
                    <a:pt x="5197" y="4077"/>
                    <a:pt x="4178" y="5096"/>
                    <a:pt x="2649" y="6115"/>
                  </a:cubicBezTo>
                  <a:cubicBezTo>
                    <a:pt x="1120" y="7134"/>
                    <a:pt x="-409" y="5605"/>
                    <a:pt x="101" y="3567"/>
                  </a:cubicBezTo>
                  <a:cubicBezTo>
                    <a:pt x="1120" y="1019"/>
                    <a:pt x="1630" y="0"/>
                    <a:pt x="315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DE1B6184-08E7-47C7-8A70-56B52D4DB4A0}"/>
                </a:ext>
              </a:extLst>
            </p:cNvPr>
            <p:cNvSpPr/>
            <p:nvPr/>
          </p:nvSpPr>
          <p:spPr>
            <a:xfrm>
              <a:off x="9218961" y="3114375"/>
              <a:ext cx="4277" cy="4586"/>
            </a:xfrm>
            <a:custGeom>
              <a:avLst/>
              <a:gdLst/>
              <a:ahLst/>
              <a:cxnLst/>
              <a:rect l="l" t="t" r="r" b="b"/>
              <a:pathLst>
                <a:path w="4277" h="4586">
                  <a:moveTo>
                    <a:pt x="3057" y="0"/>
                  </a:moveTo>
                  <a:cubicBezTo>
                    <a:pt x="4586" y="0"/>
                    <a:pt x="4586" y="1019"/>
                    <a:pt x="3567" y="2548"/>
                  </a:cubicBezTo>
                  <a:cubicBezTo>
                    <a:pt x="2548" y="4076"/>
                    <a:pt x="1528" y="4586"/>
                    <a:pt x="1019" y="4586"/>
                  </a:cubicBezTo>
                  <a:cubicBezTo>
                    <a:pt x="0" y="4586"/>
                    <a:pt x="0" y="3567"/>
                    <a:pt x="0" y="2038"/>
                  </a:cubicBezTo>
                  <a:cubicBezTo>
                    <a:pt x="0" y="509"/>
                    <a:pt x="1528" y="0"/>
                    <a:pt x="305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C8BD39DF-10E5-F63A-EE89-3877D1E1412F}"/>
                </a:ext>
              </a:extLst>
            </p:cNvPr>
            <p:cNvSpPr/>
            <p:nvPr/>
          </p:nvSpPr>
          <p:spPr>
            <a:xfrm>
              <a:off x="9069142" y="3125831"/>
              <a:ext cx="104737" cy="259501"/>
            </a:xfrm>
            <a:custGeom>
              <a:avLst/>
              <a:gdLst/>
              <a:ahLst/>
              <a:cxnLst/>
              <a:rect l="l" t="t" r="r" b="b"/>
              <a:pathLst>
                <a:path w="104737" h="259501">
                  <a:moveTo>
                    <a:pt x="104529" y="73"/>
                  </a:moveTo>
                  <a:cubicBezTo>
                    <a:pt x="105103" y="392"/>
                    <a:pt x="104465" y="1793"/>
                    <a:pt x="102937" y="4850"/>
                  </a:cubicBezTo>
                  <a:cubicBezTo>
                    <a:pt x="96312" y="18609"/>
                    <a:pt x="89687" y="32368"/>
                    <a:pt x="84082" y="46127"/>
                  </a:cubicBezTo>
                  <a:cubicBezTo>
                    <a:pt x="78986" y="58867"/>
                    <a:pt x="71852" y="72626"/>
                    <a:pt x="69813" y="76702"/>
                  </a:cubicBezTo>
                  <a:cubicBezTo>
                    <a:pt x="67775" y="80779"/>
                    <a:pt x="64718" y="87913"/>
                    <a:pt x="63189" y="92500"/>
                  </a:cubicBezTo>
                  <a:cubicBezTo>
                    <a:pt x="61660" y="97086"/>
                    <a:pt x="59622" y="101162"/>
                    <a:pt x="58603" y="102691"/>
                  </a:cubicBezTo>
                  <a:cubicBezTo>
                    <a:pt x="57583" y="104220"/>
                    <a:pt x="55035" y="109316"/>
                    <a:pt x="53507" y="114921"/>
                  </a:cubicBezTo>
                  <a:cubicBezTo>
                    <a:pt x="51468" y="123075"/>
                    <a:pt x="38219" y="154669"/>
                    <a:pt x="27008" y="180149"/>
                  </a:cubicBezTo>
                  <a:cubicBezTo>
                    <a:pt x="25479" y="183716"/>
                    <a:pt x="21403" y="193907"/>
                    <a:pt x="19364" y="202061"/>
                  </a:cubicBezTo>
                  <a:cubicBezTo>
                    <a:pt x="17326" y="210214"/>
                    <a:pt x="13759" y="220406"/>
                    <a:pt x="11721" y="224992"/>
                  </a:cubicBezTo>
                  <a:cubicBezTo>
                    <a:pt x="9682" y="229579"/>
                    <a:pt x="7134" y="238751"/>
                    <a:pt x="5096" y="245885"/>
                  </a:cubicBezTo>
                  <a:cubicBezTo>
                    <a:pt x="2038" y="257096"/>
                    <a:pt x="0" y="262702"/>
                    <a:pt x="0" y="257606"/>
                  </a:cubicBezTo>
                  <a:cubicBezTo>
                    <a:pt x="0" y="246905"/>
                    <a:pt x="5096" y="226011"/>
                    <a:pt x="10701" y="210214"/>
                  </a:cubicBezTo>
                  <a:cubicBezTo>
                    <a:pt x="14269" y="200022"/>
                    <a:pt x="16816" y="190850"/>
                    <a:pt x="16307" y="189321"/>
                  </a:cubicBezTo>
                  <a:cubicBezTo>
                    <a:pt x="15797" y="188302"/>
                    <a:pt x="16816" y="186264"/>
                    <a:pt x="18345" y="184735"/>
                  </a:cubicBezTo>
                  <a:cubicBezTo>
                    <a:pt x="20384" y="182697"/>
                    <a:pt x="21912" y="177601"/>
                    <a:pt x="23441" y="173014"/>
                  </a:cubicBezTo>
                  <a:cubicBezTo>
                    <a:pt x="27008" y="161803"/>
                    <a:pt x="30575" y="150592"/>
                    <a:pt x="33123" y="148045"/>
                  </a:cubicBezTo>
                  <a:cubicBezTo>
                    <a:pt x="34142" y="147025"/>
                    <a:pt x="36181" y="140401"/>
                    <a:pt x="38219" y="134795"/>
                  </a:cubicBezTo>
                  <a:cubicBezTo>
                    <a:pt x="40257" y="128680"/>
                    <a:pt x="42296" y="122056"/>
                    <a:pt x="43825" y="121036"/>
                  </a:cubicBezTo>
                  <a:cubicBezTo>
                    <a:pt x="45863" y="120017"/>
                    <a:pt x="47392" y="116450"/>
                    <a:pt x="47901" y="113902"/>
                  </a:cubicBezTo>
                  <a:cubicBezTo>
                    <a:pt x="47901" y="111354"/>
                    <a:pt x="50449" y="108297"/>
                    <a:pt x="51468" y="106258"/>
                  </a:cubicBezTo>
                  <a:cubicBezTo>
                    <a:pt x="52488" y="104730"/>
                    <a:pt x="52488" y="102182"/>
                    <a:pt x="51978" y="100143"/>
                  </a:cubicBezTo>
                  <a:cubicBezTo>
                    <a:pt x="51468" y="98615"/>
                    <a:pt x="52997" y="96067"/>
                    <a:pt x="55545" y="94538"/>
                  </a:cubicBezTo>
                  <a:cubicBezTo>
                    <a:pt x="58603" y="93009"/>
                    <a:pt x="59622" y="91480"/>
                    <a:pt x="58093" y="91480"/>
                  </a:cubicBezTo>
                  <a:cubicBezTo>
                    <a:pt x="54526" y="91480"/>
                    <a:pt x="57074" y="85365"/>
                    <a:pt x="63699" y="71606"/>
                  </a:cubicBezTo>
                  <a:cubicBezTo>
                    <a:pt x="65227" y="69568"/>
                    <a:pt x="65737" y="67530"/>
                    <a:pt x="65737" y="66511"/>
                  </a:cubicBezTo>
                  <a:cubicBezTo>
                    <a:pt x="65737" y="64982"/>
                    <a:pt x="66246" y="64472"/>
                    <a:pt x="67775" y="64472"/>
                  </a:cubicBezTo>
                  <a:cubicBezTo>
                    <a:pt x="68794" y="64982"/>
                    <a:pt x="69813" y="63453"/>
                    <a:pt x="69813" y="61924"/>
                  </a:cubicBezTo>
                  <a:cubicBezTo>
                    <a:pt x="70323" y="56319"/>
                    <a:pt x="76438" y="40522"/>
                    <a:pt x="77967" y="40522"/>
                  </a:cubicBezTo>
                  <a:cubicBezTo>
                    <a:pt x="78986" y="40522"/>
                    <a:pt x="80005" y="37974"/>
                    <a:pt x="81024" y="33897"/>
                  </a:cubicBezTo>
                  <a:cubicBezTo>
                    <a:pt x="82044" y="30330"/>
                    <a:pt x="83572" y="25234"/>
                    <a:pt x="86630" y="22176"/>
                  </a:cubicBezTo>
                  <a:cubicBezTo>
                    <a:pt x="89687" y="19119"/>
                    <a:pt x="91726" y="14023"/>
                    <a:pt x="91726" y="10966"/>
                  </a:cubicBezTo>
                  <a:cubicBezTo>
                    <a:pt x="91726" y="6889"/>
                    <a:pt x="94783" y="3322"/>
                    <a:pt x="98860" y="1793"/>
                  </a:cubicBezTo>
                  <a:cubicBezTo>
                    <a:pt x="102172" y="519"/>
                    <a:pt x="103956" y="-245"/>
                    <a:pt x="104529" y="7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737A9EBB-B8D5-2FE3-EC27-C612D702F1A1}"/>
                </a:ext>
              </a:extLst>
            </p:cNvPr>
            <p:cNvSpPr/>
            <p:nvPr/>
          </p:nvSpPr>
          <p:spPr>
            <a:xfrm>
              <a:off x="9695916" y="3188774"/>
              <a:ext cx="16915" cy="14778"/>
            </a:xfrm>
            <a:custGeom>
              <a:avLst/>
              <a:gdLst/>
              <a:ahLst/>
              <a:cxnLst/>
              <a:rect l="l" t="t" r="r" b="b"/>
              <a:pathLst>
                <a:path w="16915" h="14778">
                  <a:moveTo>
                    <a:pt x="16689" y="0"/>
                  </a:moveTo>
                  <a:cubicBezTo>
                    <a:pt x="16816" y="0"/>
                    <a:pt x="16816" y="510"/>
                    <a:pt x="16816" y="1529"/>
                  </a:cubicBezTo>
                  <a:cubicBezTo>
                    <a:pt x="17325" y="3058"/>
                    <a:pt x="15797" y="5096"/>
                    <a:pt x="14268" y="6115"/>
                  </a:cubicBezTo>
                  <a:cubicBezTo>
                    <a:pt x="12739" y="7135"/>
                    <a:pt x="8663" y="9173"/>
                    <a:pt x="5605" y="11211"/>
                  </a:cubicBezTo>
                  <a:lnTo>
                    <a:pt x="0" y="14778"/>
                  </a:lnTo>
                  <a:lnTo>
                    <a:pt x="5095" y="9683"/>
                  </a:lnTo>
                  <a:cubicBezTo>
                    <a:pt x="8153" y="6625"/>
                    <a:pt x="11211" y="4587"/>
                    <a:pt x="12230" y="4587"/>
                  </a:cubicBezTo>
                  <a:cubicBezTo>
                    <a:pt x="13759" y="4587"/>
                    <a:pt x="14778" y="3568"/>
                    <a:pt x="15797" y="1529"/>
                  </a:cubicBezTo>
                  <a:cubicBezTo>
                    <a:pt x="16306" y="510"/>
                    <a:pt x="16561" y="0"/>
                    <a:pt x="1668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804C2613-8AB6-8163-9915-D607220BC41E}"/>
                </a:ext>
              </a:extLst>
            </p:cNvPr>
            <p:cNvSpPr/>
            <p:nvPr/>
          </p:nvSpPr>
          <p:spPr>
            <a:xfrm>
              <a:off x="9175900" y="3197947"/>
              <a:ext cx="6115" cy="14778"/>
            </a:xfrm>
            <a:custGeom>
              <a:avLst/>
              <a:gdLst/>
              <a:ahLst/>
              <a:cxnLst/>
              <a:rect l="l" t="t" r="r" b="b"/>
              <a:pathLst>
                <a:path w="6115" h="14778">
                  <a:moveTo>
                    <a:pt x="5351" y="0"/>
                  </a:moveTo>
                  <a:cubicBezTo>
                    <a:pt x="6370" y="510"/>
                    <a:pt x="6370" y="3567"/>
                    <a:pt x="5351" y="7644"/>
                  </a:cubicBezTo>
                  <a:cubicBezTo>
                    <a:pt x="4332" y="11721"/>
                    <a:pt x="2294" y="14778"/>
                    <a:pt x="765" y="14778"/>
                  </a:cubicBezTo>
                  <a:cubicBezTo>
                    <a:pt x="-254" y="14778"/>
                    <a:pt x="-254" y="12230"/>
                    <a:pt x="765" y="9173"/>
                  </a:cubicBezTo>
                  <a:lnTo>
                    <a:pt x="3313" y="1529"/>
                  </a:lnTo>
                  <a:cubicBezTo>
                    <a:pt x="3313" y="510"/>
                    <a:pt x="4332" y="0"/>
                    <a:pt x="53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304D6B52-B503-A185-6062-3F904262A03A}"/>
                </a:ext>
              </a:extLst>
            </p:cNvPr>
            <p:cNvSpPr/>
            <p:nvPr/>
          </p:nvSpPr>
          <p:spPr>
            <a:xfrm>
              <a:off x="9662776" y="3219158"/>
              <a:ext cx="8531" cy="3825"/>
            </a:xfrm>
            <a:custGeom>
              <a:avLst/>
              <a:gdLst/>
              <a:ahLst/>
              <a:cxnLst/>
              <a:rect l="l" t="t" r="r" b="b"/>
              <a:pathLst>
                <a:path w="8531" h="3825">
                  <a:moveTo>
                    <a:pt x="6131" y="192"/>
                  </a:moveTo>
                  <a:cubicBezTo>
                    <a:pt x="7151" y="-63"/>
                    <a:pt x="7915" y="-63"/>
                    <a:pt x="8170" y="192"/>
                  </a:cubicBezTo>
                  <a:cubicBezTo>
                    <a:pt x="9699" y="1720"/>
                    <a:pt x="6131" y="4268"/>
                    <a:pt x="2055" y="3759"/>
                  </a:cubicBezTo>
                  <a:cubicBezTo>
                    <a:pt x="-1003" y="3759"/>
                    <a:pt x="-493" y="3249"/>
                    <a:pt x="2564" y="1720"/>
                  </a:cubicBezTo>
                  <a:cubicBezTo>
                    <a:pt x="3838" y="956"/>
                    <a:pt x="5112" y="446"/>
                    <a:pt x="6131" y="1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A68BF964-1800-2E39-8D79-83F6A8B06091}"/>
                </a:ext>
              </a:extLst>
            </p:cNvPr>
            <p:cNvSpPr/>
            <p:nvPr/>
          </p:nvSpPr>
          <p:spPr>
            <a:xfrm>
              <a:off x="9631383" y="3241626"/>
              <a:ext cx="6955" cy="5262"/>
            </a:xfrm>
            <a:custGeom>
              <a:avLst/>
              <a:gdLst/>
              <a:ahLst/>
              <a:cxnLst/>
              <a:rect l="l" t="t" r="r" b="b"/>
              <a:pathLst>
                <a:path w="6955" h="5262">
                  <a:moveTo>
                    <a:pt x="6886" y="146"/>
                  </a:moveTo>
                  <a:cubicBezTo>
                    <a:pt x="7204" y="528"/>
                    <a:pt x="6440" y="1674"/>
                    <a:pt x="4401" y="3713"/>
                  </a:cubicBezTo>
                  <a:cubicBezTo>
                    <a:pt x="2872" y="5241"/>
                    <a:pt x="1344" y="5751"/>
                    <a:pt x="325" y="4732"/>
                  </a:cubicBezTo>
                  <a:cubicBezTo>
                    <a:pt x="-694" y="3713"/>
                    <a:pt x="834" y="2184"/>
                    <a:pt x="2872" y="1165"/>
                  </a:cubicBezTo>
                  <a:cubicBezTo>
                    <a:pt x="5166" y="146"/>
                    <a:pt x="6567" y="-237"/>
                    <a:pt x="6886" y="1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EB0C64D5-5438-A183-51E7-E15FB63450C1}"/>
                </a:ext>
              </a:extLst>
            </p:cNvPr>
            <p:cNvSpPr/>
            <p:nvPr/>
          </p:nvSpPr>
          <p:spPr>
            <a:xfrm>
              <a:off x="9079860" y="3368659"/>
              <a:ext cx="5721" cy="13807"/>
            </a:xfrm>
            <a:custGeom>
              <a:avLst/>
              <a:gdLst/>
              <a:ahLst/>
              <a:cxnLst/>
              <a:rect l="l" t="t" r="r" b="b"/>
              <a:pathLst>
                <a:path w="5721" h="13807">
                  <a:moveTo>
                    <a:pt x="3551" y="0"/>
                  </a:moveTo>
                  <a:cubicBezTo>
                    <a:pt x="5079" y="509"/>
                    <a:pt x="6098" y="2038"/>
                    <a:pt x="5589" y="3567"/>
                  </a:cubicBezTo>
                  <a:cubicBezTo>
                    <a:pt x="5589" y="5096"/>
                    <a:pt x="4060" y="8663"/>
                    <a:pt x="2531" y="11211"/>
                  </a:cubicBezTo>
                  <a:cubicBezTo>
                    <a:pt x="-17" y="15287"/>
                    <a:pt x="-526" y="14778"/>
                    <a:pt x="493" y="8153"/>
                  </a:cubicBezTo>
                  <a:cubicBezTo>
                    <a:pt x="1003" y="4077"/>
                    <a:pt x="2531" y="0"/>
                    <a:pt x="35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1C3788A4-5B76-3DE5-D8F4-F5996A491E84}"/>
                </a:ext>
              </a:extLst>
            </p:cNvPr>
            <p:cNvSpPr/>
            <p:nvPr/>
          </p:nvSpPr>
          <p:spPr>
            <a:xfrm>
              <a:off x="9065952" y="3387415"/>
              <a:ext cx="4851" cy="7331"/>
            </a:xfrm>
            <a:custGeom>
              <a:avLst/>
              <a:gdLst/>
              <a:ahLst/>
              <a:cxnLst/>
              <a:rect l="l" t="t" r="r" b="b"/>
              <a:pathLst>
                <a:path w="4851" h="7331">
                  <a:moveTo>
                    <a:pt x="2681" y="99"/>
                  </a:moveTo>
                  <a:cubicBezTo>
                    <a:pt x="4209" y="99"/>
                    <a:pt x="5228" y="2137"/>
                    <a:pt x="4719" y="4175"/>
                  </a:cubicBezTo>
                  <a:cubicBezTo>
                    <a:pt x="4719" y="6214"/>
                    <a:pt x="3190" y="7742"/>
                    <a:pt x="2171" y="7233"/>
                  </a:cubicBezTo>
                  <a:cubicBezTo>
                    <a:pt x="642" y="7233"/>
                    <a:pt x="-377" y="5704"/>
                    <a:pt x="133" y="3156"/>
                  </a:cubicBezTo>
                  <a:cubicBezTo>
                    <a:pt x="133" y="1118"/>
                    <a:pt x="1661" y="-411"/>
                    <a:pt x="2681" y="9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grpSp>
      <p:sp>
        <p:nvSpPr>
          <p:cNvPr id="92" name="Freeform 91">
            <a:extLst>
              <a:ext uri="{FF2B5EF4-FFF2-40B4-BE49-F238E27FC236}">
                <a16:creationId xmlns:a16="http://schemas.microsoft.com/office/drawing/2014/main" id="{4E99C9DC-66CD-8894-0996-0C0E5D3CCC8B}"/>
              </a:ext>
            </a:extLst>
          </p:cNvPr>
          <p:cNvSpPr/>
          <p:nvPr/>
        </p:nvSpPr>
        <p:spPr>
          <a:xfrm>
            <a:off x="6981293" y="3817736"/>
            <a:ext cx="3016949" cy="566716"/>
          </a:xfrm>
          <a:custGeom>
            <a:avLst/>
            <a:gdLst/>
            <a:ahLst/>
            <a:cxnLst/>
            <a:rect l="l" t="t" r="r" b="b"/>
            <a:pathLst>
              <a:path w="3251330" h="610743">
                <a:moveTo>
                  <a:pt x="2991650" y="587807"/>
                </a:moveTo>
                <a:cubicBezTo>
                  <a:pt x="2991650" y="587007"/>
                  <a:pt x="2990583" y="587274"/>
                  <a:pt x="2989250" y="588074"/>
                </a:cubicBezTo>
                <a:cubicBezTo>
                  <a:pt x="2987916" y="588874"/>
                  <a:pt x="2986849" y="589674"/>
                  <a:pt x="2987116" y="589674"/>
                </a:cubicBezTo>
                <a:cubicBezTo>
                  <a:pt x="2987916" y="590474"/>
                  <a:pt x="2991383" y="588874"/>
                  <a:pt x="2991650" y="587807"/>
                </a:cubicBezTo>
                <a:close/>
                <a:moveTo>
                  <a:pt x="2993250" y="583540"/>
                </a:moveTo>
                <a:cubicBezTo>
                  <a:pt x="2992984" y="583807"/>
                  <a:pt x="2992984" y="584873"/>
                  <a:pt x="2993250" y="585673"/>
                </a:cubicBezTo>
                <a:cubicBezTo>
                  <a:pt x="2993517" y="586740"/>
                  <a:pt x="2993783" y="586474"/>
                  <a:pt x="2994050" y="585140"/>
                </a:cubicBezTo>
                <a:cubicBezTo>
                  <a:pt x="2994050" y="583807"/>
                  <a:pt x="2993783" y="583007"/>
                  <a:pt x="2993250" y="583540"/>
                </a:cubicBezTo>
                <a:close/>
                <a:moveTo>
                  <a:pt x="2110244" y="560070"/>
                </a:moveTo>
                <a:cubicBezTo>
                  <a:pt x="2109711" y="559804"/>
                  <a:pt x="2108644" y="560070"/>
                  <a:pt x="2108377" y="560604"/>
                </a:cubicBezTo>
                <a:cubicBezTo>
                  <a:pt x="2107844" y="561404"/>
                  <a:pt x="2108377" y="561937"/>
                  <a:pt x="2109444" y="561937"/>
                </a:cubicBezTo>
                <a:cubicBezTo>
                  <a:pt x="2111578" y="561937"/>
                  <a:pt x="2111844" y="560870"/>
                  <a:pt x="2110244" y="560070"/>
                </a:cubicBezTo>
                <a:close/>
                <a:moveTo>
                  <a:pt x="2111311" y="550469"/>
                </a:moveTo>
                <a:cubicBezTo>
                  <a:pt x="2110778" y="550736"/>
                  <a:pt x="2109711" y="552336"/>
                  <a:pt x="2108911" y="553670"/>
                </a:cubicBezTo>
                <a:lnTo>
                  <a:pt x="2107577" y="556337"/>
                </a:lnTo>
                <a:lnTo>
                  <a:pt x="2109978" y="553936"/>
                </a:lnTo>
                <a:cubicBezTo>
                  <a:pt x="2112644" y="551269"/>
                  <a:pt x="2113445" y="549402"/>
                  <a:pt x="2111311" y="550469"/>
                </a:cubicBezTo>
                <a:close/>
                <a:moveTo>
                  <a:pt x="2111311" y="539268"/>
                </a:moveTo>
                <a:cubicBezTo>
                  <a:pt x="2111311" y="539001"/>
                  <a:pt x="2111044" y="539001"/>
                  <a:pt x="2110244" y="539534"/>
                </a:cubicBezTo>
                <a:cubicBezTo>
                  <a:pt x="2109711" y="539801"/>
                  <a:pt x="2109178" y="541668"/>
                  <a:pt x="2109178" y="543535"/>
                </a:cubicBezTo>
                <a:lnTo>
                  <a:pt x="2109178" y="546735"/>
                </a:lnTo>
                <a:lnTo>
                  <a:pt x="2110244" y="543268"/>
                </a:lnTo>
                <a:cubicBezTo>
                  <a:pt x="2110778" y="541135"/>
                  <a:pt x="2111311" y="539534"/>
                  <a:pt x="2111311" y="539268"/>
                </a:cubicBezTo>
                <a:close/>
                <a:moveTo>
                  <a:pt x="2105444" y="538468"/>
                </a:moveTo>
                <a:cubicBezTo>
                  <a:pt x="2104644" y="539001"/>
                  <a:pt x="2104377" y="540068"/>
                  <a:pt x="2104377" y="541135"/>
                </a:cubicBezTo>
                <a:cubicBezTo>
                  <a:pt x="2104110" y="543002"/>
                  <a:pt x="2104377" y="543002"/>
                  <a:pt x="2105444" y="541401"/>
                </a:cubicBezTo>
                <a:cubicBezTo>
                  <a:pt x="2107044" y="539001"/>
                  <a:pt x="2107044" y="537401"/>
                  <a:pt x="2105444" y="538468"/>
                </a:cubicBezTo>
                <a:close/>
                <a:moveTo>
                  <a:pt x="2111578" y="534200"/>
                </a:moveTo>
                <a:cubicBezTo>
                  <a:pt x="2110778" y="534200"/>
                  <a:pt x="2110244" y="534734"/>
                  <a:pt x="2110244" y="535534"/>
                </a:cubicBezTo>
                <a:cubicBezTo>
                  <a:pt x="2110244" y="536067"/>
                  <a:pt x="2110778" y="536334"/>
                  <a:pt x="2111578" y="536067"/>
                </a:cubicBezTo>
                <a:cubicBezTo>
                  <a:pt x="2112378" y="535801"/>
                  <a:pt x="2112644" y="535001"/>
                  <a:pt x="2112644" y="534734"/>
                </a:cubicBezTo>
                <a:cubicBezTo>
                  <a:pt x="2112644" y="534467"/>
                  <a:pt x="2112111" y="534200"/>
                  <a:pt x="2111578" y="534200"/>
                </a:cubicBezTo>
                <a:close/>
                <a:moveTo>
                  <a:pt x="2106510" y="531800"/>
                </a:moveTo>
                <a:cubicBezTo>
                  <a:pt x="2105977" y="531800"/>
                  <a:pt x="2105444" y="532867"/>
                  <a:pt x="2105444" y="534200"/>
                </a:cubicBezTo>
                <a:cubicBezTo>
                  <a:pt x="2105444" y="535534"/>
                  <a:pt x="2105977" y="536334"/>
                  <a:pt x="2106510" y="536067"/>
                </a:cubicBezTo>
                <a:cubicBezTo>
                  <a:pt x="2107044" y="535801"/>
                  <a:pt x="2107577" y="534734"/>
                  <a:pt x="2107577" y="533667"/>
                </a:cubicBezTo>
                <a:cubicBezTo>
                  <a:pt x="2107577" y="532600"/>
                  <a:pt x="2107044" y="531800"/>
                  <a:pt x="2106510" y="531800"/>
                </a:cubicBezTo>
                <a:close/>
                <a:moveTo>
                  <a:pt x="2114870" y="525958"/>
                </a:moveTo>
                <a:cubicBezTo>
                  <a:pt x="2114628" y="525966"/>
                  <a:pt x="2114245" y="526199"/>
                  <a:pt x="2113711" y="526733"/>
                </a:cubicBezTo>
                <a:cubicBezTo>
                  <a:pt x="2112911" y="527533"/>
                  <a:pt x="2112111" y="529133"/>
                  <a:pt x="2111844" y="530200"/>
                </a:cubicBezTo>
                <a:cubicBezTo>
                  <a:pt x="2111578" y="532067"/>
                  <a:pt x="2111844" y="532067"/>
                  <a:pt x="2113445" y="529933"/>
                </a:cubicBezTo>
                <a:cubicBezTo>
                  <a:pt x="2115045" y="527933"/>
                  <a:pt x="2115595" y="525933"/>
                  <a:pt x="2114870" y="525958"/>
                </a:cubicBezTo>
                <a:close/>
                <a:moveTo>
                  <a:pt x="2124112" y="523799"/>
                </a:moveTo>
                <a:cubicBezTo>
                  <a:pt x="2123579" y="524333"/>
                  <a:pt x="2123579" y="525133"/>
                  <a:pt x="2123846" y="525933"/>
                </a:cubicBezTo>
                <a:cubicBezTo>
                  <a:pt x="2124112" y="527000"/>
                  <a:pt x="2124646" y="526733"/>
                  <a:pt x="2124646" y="525399"/>
                </a:cubicBezTo>
                <a:cubicBezTo>
                  <a:pt x="2124646" y="524066"/>
                  <a:pt x="2124646" y="523266"/>
                  <a:pt x="2124112" y="523799"/>
                </a:cubicBezTo>
                <a:close/>
                <a:moveTo>
                  <a:pt x="2118412" y="523666"/>
                </a:moveTo>
                <a:cubicBezTo>
                  <a:pt x="2117712" y="524066"/>
                  <a:pt x="2117045" y="525266"/>
                  <a:pt x="2116378" y="527266"/>
                </a:cubicBezTo>
                <a:cubicBezTo>
                  <a:pt x="2114778" y="532067"/>
                  <a:pt x="2114245" y="532600"/>
                  <a:pt x="2116912" y="529933"/>
                </a:cubicBezTo>
                <a:cubicBezTo>
                  <a:pt x="2117978" y="528866"/>
                  <a:pt x="2118778" y="528066"/>
                  <a:pt x="2118778" y="528600"/>
                </a:cubicBezTo>
                <a:cubicBezTo>
                  <a:pt x="2118778" y="529133"/>
                  <a:pt x="2119312" y="529133"/>
                  <a:pt x="2120112" y="528600"/>
                </a:cubicBezTo>
                <a:cubicBezTo>
                  <a:pt x="2121179" y="528066"/>
                  <a:pt x="2121179" y="527533"/>
                  <a:pt x="2120112" y="527266"/>
                </a:cubicBezTo>
                <a:cubicBezTo>
                  <a:pt x="2119312" y="527000"/>
                  <a:pt x="2118778" y="526199"/>
                  <a:pt x="2118778" y="525666"/>
                </a:cubicBezTo>
                <a:cubicBezTo>
                  <a:pt x="2118778" y="524866"/>
                  <a:pt x="2119312" y="524866"/>
                  <a:pt x="2120112" y="525399"/>
                </a:cubicBezTo>
                <a:cubicBezTo>
                  <a:pt x="2120912" y="525933"/>
                  <a:pt x="2121179" y="525666"/>
                  <a:pt x="2120646" y="524866"/>
                </a:cubicBezTo>
                <a:cubicBezTo>
                  <a:pt x="2119846" y="523666"/>
                  <a:pt x="2119112" y="523266"/>
                  <a:pt x="2118412" y="523666"/>
                </a:cubicBezTo>
                <a:close/>
                <a:moveTo>
                  <a:pt x="2115045" y="521666"/>
                </a:moveTo>
                <a:cubicBezTo>
                  <a:pt x="2114245" y="521399"/>
                  <a:pt x="2113978" y="521399"/>
                  <a:pt x="2113978" y="521932"/>
                </a:cubicBezTo>
                <a:cubicBezTo>
                  <a:pt x="2113978" y="522732"/>
                  <a:pt x="2114512" y="523532"/>
                  <a:pt x="2115045" y="524066"/>
                </a:cubicBezTo>
                <a:cubicBezTo>
                  <a:pt x="2115578" y="524599"/>
                  <a:pt x="2116378" y="524066"/>
                  <a:pt x="2116378" y="523532"/>
                </a:cubicBezTo>
                <a:cubicBezTo>
                  <a:pt x="2116378" y="522732"/>
                  <a:pt x="2115845" y="521932"/>
                  <a:pt x="2115045" y="521666"/>
                </a:cubicBezTo>
                <a:close/>
                <a:moveTo>
                  <a:pt x="2110778" y="520865"/>
                </a:moveTo>
                <a:cubicBezTo>
                  <a:pt x="2109444" y="520865"/>
                  <a:pt x="2109178" y="521666"/>
                  <a:pt x="2109711" y="523266"/>
                </a:cubicBezTo>
                <a:cubicBezTo>
                  <a:pt x="2110244" y="524599"/>
                  <a:pt x="2109711" y="525666"/>
                  <a:pt x="2108377" y="526199"/>
                </a:cubicBezTo>
                <a:cubicBezTo>
                  <a:pt x="2106244" y="527000"/>
                  <a:pt x="2105977" y="530733"/>
                  <a:pt x="2108111" y="530200"/>
                </a:cubicBezTo>
                <a:cubicBezTo>
                  <a:pt x="2109444" y="529933"/>
                  <a:pt x="2111844" y="524866"/>
                  <a:pt x="2112644" y="521132"/>
                </a:cubicBezTo>
                <a:cubicBezTo>
                  <a:pt x="2112644" y="521132"/>
                  <a:pt x="2111844" y="520865"/>
                  <a:pt x="2110778" y="520865"/>
                </a:cubicBezTo>
                <a:close/>
                <a:moveTo>
                  <a:pt x="2131847" y="507264"/>
                </a:moveTo>
                <a:cubicBezTo>
                  <a:pt x="2131314" y="507530"/>
                  <a:pt x="2130780" y="508331"/>
                  <a:pt x="2130780" y="509131"/>
                </a:cubicBezTo>
                <a:cubicBezTo>
                  <a:pt x="2130780" y="509664"/>
                  <a:pt x="2131314" y="510197"/>
                  <a:pt x="2131847" y="510197"/>
                </a:cubicBezTo>
                <a:cubicBezTo>
                  <a:pt x="2132647" y="510197"/>
                  <a:pt x="2133180" y="509397"/>
                  <a:pt x="2133180" y="508331"/>
                </a:cubicBezTo>
                <a:cubicBezTo>
                  <a:pt x="2133180" y="507264"/>
                  <a:pt x="2132647" y="506730"/>
                  <a:pt x="2131847" y="507264"/>
                </a:cubicBezTo>
                <a:close/>
                <a:moveTo>
                  <a:pt x="2122246" y="504330"/>
                </a:moveTo>
                <a:cubicBezTo>
                  <a:pt x="2121446" y="504597"/>
                  <a:pt x="2119846" y="508064"/>
                  <a:pt x="2118245" y="512331"/>
                </a:cubicBezTo>
                <a:cubicBezTo>
                  <a:pt x="2116112" y="517398"/>
                  <a:pt x="2115845" y="519265"/>
                  <a:pt x="2117178" y="518465"/>
                </a:cubicBezTo>
                <a:cubicBezTo>
                  <a:pt x="2118245" y="517932"/>
                  <a:pt x="2118778" y="516065"/>
                  <a:pt x="2118778" y="514998"/>
                </a:cubicBezTo>
                <a:cubicBezTo>
                  <a:pt x="2118778" y="513931"/>
                  <a:pt x="2119846" y="511531"/>
                  <a:pt x="2121179" y="509664"/>
                </a:cubicBezTo>
                <a:cubicBezTo>
                  <a:pt x="2124112" y="505664"/>
                  <a:pt x="2124112" y="503797"/>
                  <a:pt x="2122246" y="504330"/>
                </a:cubicBezTo>
                <a:close/>
                <a:moveTo>
                  <a:pt x="2126513" y="502997"/>
                </a:moveTo>
                <a:cubicBezTo>
                  <a:pt x="2125713" y="502997"/>
                  <a:pt x="2122246" y="509664"/>
                  <a:pt x="2122246" y="511264"/>
                </a:cubicBezTo>
                <a:cubicBezTo>
                  <a:pt x="2122246" y="512064"/>
                  <a:pt x="2122779" y="512331"/>
                  <a:pt x="2123579" y="512064"/>
                </a:cubicBezTo>
                <a:cubicBezTo>
                  <a:pt x="2124379" y="511798"/>
                  <a:pt x="2124646" y="510197"/>
                  <a:pt x="2124646" y="508864"/>
                </a:cubicBezTo>
                <a:cubicBezTo>
                  <a:pt x="2124913" y="507530"/>
                  <a:pt x="2125180" y="506464"/>
                  <a:pt x="2125980" y="506464"/>
                </a:cubicBezTo>
                <a:cubicBezTo>
                  <a:pt x="2126513" y="506464"/>
                  <a:pt x="2127046" y="505664"/>
                  <a:pt x="2127046" y="504863"/>
                </a:cubicBezTo>
                <a:cubicBezTo>
                  <a:pt x="2127313" y="503797"/>
                  <a:pt x="2126780" y="502997"/>
                  <a:pt x="2126513" y="502997"/>
                </a:cubicBezTo>
                <a:close/>
                <a:moveTo>
                  <a:pt x="2117445" y="501130"/>
                </a:moveTo>
                <a:cubicBezTo>
                  <a:pt x="2116645" y="500596"/>
                  <a:pt x="2116378" y="500863"/>
                  <a:pt x="2116645" y="501663"/>
                </a:cubicBezTo>
                <a:cubicBezTo>
                  <a:pt x="2116912" y="502730"/>
                  <a:pt x="2115312" y="506997"/>
                  <a:pt x="2113178" y="511264"/>
                </a:cubicBezTo>
                <a:cubicBezTo>
                  <a:pt x="2111044" y="515531"/>
                  <a:pt x="2109444" y="519265"/>
                  <a:pt x="2109711" y="519532"/>
                </a:cubicBezTo>
                <a:cubicBezTo>
                  <a:pt x="2111044" y="520865"/>
                  <a:pt x="2115578" y="515531"/>
                  <a:pt x="2114778" y="513398"/>
                </a:cubicBezTo>
                <a:cubicBezTo>
                  <a:pt x="2114245" y="512064"/>
                  <a:pt x="2115045" y="509397"/>
                  <a:pt x="2116378" y="507264"/>
                </a:cubicBezTo>
                <a:cubicBezTo>
                  <a:pt x="2119045" y="502997"/>
                  <a:pt x="2119312" y="502196"/>
                  <a:pt x="2117445" y="501130"/>
                </a:cubicBezTo>
                <a:close/>
                <a:moveTo>
                  <a:pt x="3062326" y="498463"/>
                </a:moveTo>
                <a:cubicBezTo>
                  <a:pt x="3061792" y="498729"/>
                  <a:pt x="3060192" y="501130"/>
                  <a:pt x="3059658" y="504063"/>
                </a:cubicBezTo>
                <a:cubicBezTo>
                  <a:pt x="3059125" y="506730"/>
                  <a:pt x="3057791" y="508331"/>
                  <a:pt x="3057258" y="507530"/>
                </a:cubicBezTo>
                <a:cubicBezTo>
                  <a:pt x="3056724" y="506730"/>
                  <a:pt x="3055924" y="506730"/>
                  <a:pt x="3054858" y="508597"/>
                </a:cubicBezTo>
                <a:cubicBezTo>
                  <a:pt x="3054058" y="509931"/>
                  <a:pt x="3054058" y="510464"/>
                  <a:pt x="3054591" y="510197"/>
                </a:cubicBezTo>
                <a:cubicBezTo>
                  <a:pt x="3055391" y="509931"/>
                  <a:pt x="3055924" y="510197"/>
                  <a:pt x="3055924" y="510731"/>
                </a:cubicBezTo>
                <a:cubicBezTo>
                  <a:pt x="3055924" y="511531"/>
                  <a:pt x="3055124" y="512064"/>
                  <a:pt x="3054324" y="512064"/>
                </a:cubicBezTo>
                <a:cubicBezTo>
                  <a:pt x="3052458" y="511798"/>
                  <a:pt x="3049524" y="515265"/>
                  <a:pt x="3047924" y="518198"/>
                </a:cubicBezTo>
                <a:cubicBezTo>
                  <a:pt x="3046857" y="520332"/>
                  <a:pt x="3034855" y="535534"/>
                  <a:pt x="3031655" y="539534"/>
                </a:cubicBezTo>
                <a:cubicBezTo>
                  <a:pt x="3030321" y="541135"/>
                  <a:pt x="3029521" y="543002"/>
                  <a:pt x="3030055" y="543802"/>
                </a:cubicBezTo>
                <a:cubicBezTo>
                  <a:pt x="3030588" y="544602"/>
                  <a:pt x="3030321" y="544868"/>
                  <a:pt x="3029788" y="544335"/>
                </a:cubicBezTo>
                <a:cubicBezTo>
                  <a:pt x="3029254" y="543802"/>
                  <a:pt x="3026321" y="546469"/>
                  <a:pt x="3023654" y="549669"/>
                </a:cubicBezTo>
                <a:cubicBezTo>
                  <a:pt x="3020987" y="552869"/>
                  <a:pt x="3016986" y="557137"/>
                  <a:pt x="3014853" y="559270"/>
                </a:cubicBezTo>
                <a:cubicBezTo>
                  <a:pt x="3012719" y="561404"/>
                  <a:pt x="3009786" y="564871"/>
                  <a:pt x="3007918" y="567538"/>
                </a:cubicBezTo>
                <a:cubicBezTo>
                  <a:pt x="3006052" y="570205"/>
                  <a:pt x="3002318" y="573939"/>
                  <a:pt x="2999918" y="576339"/>
                </a:cubicBezTo>
                <a:cubicBezTo>
                  <a:pt x="2997517" y="578739"/>
                  <a:pt x="2995384" y="581673"/>
                  <a:pt x="2995384" y="582740"/>
                </a:cubicBezTo>
                <a:cubicBezTo>
                  <a:pt x="2995117" y="584607"/>
                  <a:pt x="2995384" y="584340"/>
                  <a:pt x="2997784" y="582740"/>
                </a:cubicBezTo>
                <a:cubicBezTo>
                  <a:pt x="2999384" y="581673"/>
                  <a:pt x="3000184" y="580073"/>
                  <a:pt x="3000184" y="579273"/>
                </a:cubicBezTo>
                <a:cubicBezTo>
                  <a:pt x="3000451" y="578473"/>
                  <a:pt x="3002318" y="576606"/>
                  <a:pt x="3004718" y="575006"/>
                </a:cubicBezTo>
                <a:cubicBezTo>
                  <a:pt x="3007118" y="573405"/>
                  <a:pt x="3008985" y="571805"/>
                  <a:pt x="3008985" y="570738"/>
                </a:cubicBezTo>
                <a:cubicBezTo>
                  <a:pt x="3008985" y="569938"/>
                  <a:pt x="3009786" y="569405"/>
                  <a:pt x="3010852" y="569405"/>
                </a:cubicBezTo>
                <a:cubicBezTo>
                  <a:pt x="3011919" y="569405"/>
                  <a:pt x="3013252" y="568338"/>
                  <a:pt x="3013519" y="567271"/>
                </a:cubicBezTo>
                <a:cubicBezTo>
                  <a:pt x="3014053" y="564604"/>
                  <a:pt x="3021254" y="559004"/>
                  <a:pt x="3022854" y="559004"/>
                </a:cubicBezTo>
                <a:cubicBezTo>
                  <a:pt x="3023387" y="559004"/>
                  <a:pt x="3023920" y="558203"/>
                  <a:pt x="3023920" y="557403"/>
                </a:cubicBezTo>
                <a:cubicBezTo>
                  <a:pt x="3023920" y="556603"/>
                  <a:pt x="3024987" y="555003"/>
                  <a:pt x="3026588" y="553403"/>
                </a:cubicBezTo>
                <a:cubicBezTo>
                  <a:pt x="3027921" y="552069"/>
                  <a:pt x="3028988" y="550469"/>
                  <a:pt x="3028988" y="550202"/>
                </a:cubicBezTo>
                <a:cubicBezTo>
                  <a:pt x="3028988" y="549669"/>
                  <a:pt x="3040723" y="534734"/>
                  <a:pt x="3042056" y="533134"/>
                </a:cubicBezTo>
                <a:cubicBezTo>
                  <a:pt x="3043656" y="531267"/>
                  <a:pt x="3044990" y="529667"/>
                  <a:pt x="3045790" y="529667"/>
                </a:cubicBezTo>
                <a:cubicBezTo>
                  <a:pt x="3046324" y="529667"/>
                  <a:pt x="3046590" y="529400"/>
                  <a:pt x="3046324" y="528600"/>
                </a:cubicBezTo>
                <a:cubicBezTo>
                  <a:pt x="3046056" y="527800"/>
                  <a:pt x="3046590" y="526199"/>
                  <a:pt x="3047924" y="524866"/>
                </a:cubicBezTo>
                <a:cubicBezTo>
                  <a:pt x="3049524" y="523266"/>
                  <a:pt x="3051390" y="520599"/>
                  <a:pt x="3052458" y="518465"/>
                </a:cubicBezTo>
                <a:cubicBezTo>
                  <a:pt x="3053524" y="516598"/>
                  <a:pt x="3056458" y="512864"/>
                  <a:pt x="3058858" y="509664"/>
                </a:cubicBezTo>
                <a:cubicBezTo>
                  <a:pt x="3062592" y="504863"/>
                  <a:pt x="3065259" y="496862"/>
                  <a:pt x="3062326" y="498463"/>
                </a:cubicBezTo>
                <a:close/>
                <a:moveTo>
                  <a:pt x="2139982" y="498463"/>
                </a:moveTo>
                <a:cubicBezTo>
                  <a:pt x="2139848" y="498329"/>
                  <a:pt x="2139581" y="498996"/>
                  <a:pt x="2139048" y="500330"/>
                </a:cubicBezTo>
                <a:cubicBezTo>
                  <a:pt x="2138514" y="501930"/>
                  <a:pt x="2138248" y="503797"/>
                  <a:pt x="2138781" y="504330"/>
                </a:cubicBezTo>
                <a:cubicBezTo>
                  <a:pt x="2139314" y="504863"/>
                  <a:pt x="2139848" y="503530"/>
                  <a:pt x="2140115" y="501396"/>
                </a:cubicBezTo>
                <a:cubicBezTo>
                  <a:pt x="2140115" y="499529"/>
                  <a:pt x="2140115" y="498596"/>
                  <a:pt x="2139982" y="498463"/>
                </a:cubicBezTo>
                <a:close/>
                <a:moveTo>
                  <a:pt x="2127046" y="494996"/>
                </a:moveTo>
                <a:cubicBezTo>
                  <a:pt x="2127046" y="494462"/>
                  <a:pt x="2125980" y="495262"/>
                  <a:pt x="2124646" y="496862"/>
                </a:cubicBezTo>
                <a:cubicBezTo>
                  <a:pt x="2122512" y="499796"/>
                  <a:pt x="2121712" y="502997"/>
                  <a:pt x="2123046" y="502997"/>
                </a:cubicBezTo>
                <a:cubicBezTo>
                  <a:pt x="2123579" y="502997"/>
                  <a:pt x="2127046" y="496596"/>
                  <a:pt x="2127046" y="494996"/>
                </a:cubicBezTo>
                <a:close/>
                <a:moveTo>
                  <a:pt x="2131947" y="493529"/>
                </a:moveTo>
                <a:cubicBezTo>
                  <a:pt x="2131914" y="493129"/>
                  <a:pt x="2131314" y="493529"/>
                  <a:pt x="2130247" y="494996"/>
                </a:cubicBezTo>
                <a:cubicBezTo>
                  <a:pt x="2129180" y="496329"/>
                  <a:pt x="2128380" y="497929"/>
                  <a:pt x="2128380" y="498729"/>
                </a:cubicBezTo>
                <a:cubicBezTo>
                  <a:pt x="2128380" y="499263"/>
                  <a:pt x="2129180" y="498463"/>
                  <a:pt x="2130247" y="496862"/>
                </a:cubicBezTo>
                <a:cubicBezTo>
                  <a:pt x="2131447" y="495129"/>
                  <a:pt x="2131980" y="493929"/>
                  <a:pt x="2131947" y="493529"/>
                </a:cubicBezTo>
                <a:close/>
                <a:moveTo>
                  <a:pt x="3018053" y="493129"/>
                </a:moveTo>
                <a:cubicBezTo>
                  <a:pt x="3017520" y="492862"/>
                  <a:pt x="3016453" y="493395"/>
                  <a:pt x="3016186" y="494195"/>
                </a:cubicBezTo>
                <a:cubicBezTo>
                  <a:pt x="3015653" y="495262"/>
                  <a:pt x="3016186" y="496062"/>
                  <a:pt x="3017253" y="496062"/>
                </a:cubicBezTo>
                <a:cubicBezTo>
                  <a:pt x="3019387" y="496329"/>
                  <a:pt x="3020187" y="494195"/>
                  <a:pt x="3018053" y="493129"/>
                </a:cubicBezTo>
                <a:close/>
                <a:moveTo>
                  <a:pt x="2141548" y="490062"/>
                </a:moveTo>
                <a:cubicBezTo>
                  <a:pt x="2141448" y="489862"/>
                  <a:pt x="2140915" y="490062"/>
                  <a:pt x="2139848" y="490462"/>
                </a:cubicBezTo>
                <a:cubicBezTo>
                  <a:pt x="2138781" y="490995"/>
                  <a:pt x="2138248" y="491795"/>
                  <a:pt x="2138781" y="492329"/>
                </a:cubicBezTo>
                <a:cubicBezTo>
                  <a:pt x="2139581" y="493129"/>
                  <a:pt x="2139848" y="492862"/>
                  <a:pt x="2140648" y="492062"/>
                </a:cubicBezTo>
                <a:cubicBezTo>
                  <a:pt x="2141315" y="490862"/>
                  <a:pt x="2141648" y="490262"/>
                  <a:pt x="2141548" y="490062"/>
                </a:cubicBezTo>
                <a:close/>
                <a:moveTo>
                  <a:pt x="2130514" y="487261"/>
                </a:moveTo>
                <a:cubicBezTo>
                  <a:pt x="2130247" y="487261"/>
                  <a:pt x="2128913" y="488328"/>
                  <a:pt x="2127846" y="489662"/>
                </a:cubicBezTo>
                <a:cubicBezTo>
                  <a:pt x="2126513" y="490995"/>
                  <a:pt x="2126246" y="492062"/>
                  <a:pt x="2127046" y="492595"/>
                </a:cubicBezTo>
                <a:cubicBezTo>
                  <a:pt x="2127846" y="493129"/>
                  <a:pt x="2128913" y="492329"/>
                  <a:pt x="2129447" y="490728"/>
                </a:cubicBezTo>
                <a:cubicBezTo>
                  <a:pt x="2130514" y="487261"/>
                  <a:pt x="2130780" y="487261"/>
                  <a:pt x="2130514" y="487261"/>
                </a:cubicBezTo>
                <a:close/>
                <a:moveTo>
                  <a:pt x="2125446" y="487261"/>
                </a:moveTo>
                <a:cubicBezTo>
                  <a:pt x="2123846" y="487261"/>
                  <a:pt x="2121179" y="491528"/>
                  <a:pt x="2121179" y="493929"/>
                </a:cubicBezTo>
                <a:cubicBezTo>
                  <a:pt x="2121179" y="495529"/>
                  <a:pt x="2120379" y="497396"/>
                  <a:pt x="2119312" y="497663"/>
                </a:cubicBezTo>
                <a:cubicBezTo>
                  <a:pt x="2118245" y="497929"/>
                  <a:pt x="2117978" y="498729"/>
                  <a:pt x="2118245" y="499263"/>
                </a:cubicBezTo>
                <a:cubicBezTo>
                  <a:pt x="2119312" y="501396"/>
                  <a:pt x="2122246" y="498996"/>
                  <a:pt x="2122246" y="495529"/>
                </a:cubicBezTo>
                <a:cubicBezTo>
                  <a:pt x="2122246" y="493662"/>
                  <a:pt x="2122779" y="492062"/>
                  <a:pt x="2123579" y="492062"/>
                </a:cubicBezTo>
                <a:cubicBezTo>
                  <a:pt x="2124112" y="492062"/>
                  <a:pt x="2124913" y="491262"/>
                  <a:pt x="2125180" y="489928"/>
                </a:cubicBezTo>
                <a:cubicBezTo>
                  <a:pt x="2125446" y="488861"/>
                  <a:pt x="2125713" y="487795"/>
                  <a:pt x="2125980" y="487528"/>
                </a:cubicBezTo>
                <a:cubicBezTo>
                  <a:pt x="2125980" y="487528"/>
                  <a:pt x="2125713" y="487261"/>
                  <a:pt x="2125446" y="487261"/>
                </a:cubicBezTo>
                <a:close/>
                <a:moveTo>
                  <a:pt x="3026588" y="478460"/>
                </a:moveTo>
                <a:cubicBezTo>
                  <a:pt x="3026321" y="478460"/>
                  <a:pt x="3025788" y="479527"/>
                  <a:pt x="3025254" y="480860"/>
                </a:cubicBezTo>
                <a:cubicBezTo>
                  <a:pt x="3024987" y="482194"/>
                  <a:pt x="3025254" y="482994"/>
                  <a:pt x="3025788" y="482461"/>
                </a:cubicBezTo>
                <a:cubicBezTo>
                  <a:pt x="3026588" y="481661"/>
                  <a:pt x="3027388" y="478460"/>
                  <a:pt x="3026588" y="478460"/>
                </a:cubicBezTo>
                <a:close/>
                <a:moveTo>
                  <a:pt x="2153183" y="468326"/>
                </a:moveTo>
                <a:cubicBezTo>
                  <a:pt x="2152650" y="468059"/>
                  <a:pt x="2151850" y="468326"/>
                  <a:pt x="2151049" y="469126"/>
                </a:cubicBezTo>
                <a:cubicBezTo>
                  <a:pt x="2149716" y="470459"/>
                  <a:pt x="2149982" y="470459"/>
                  <a:pt x="2151583" y="469926"/>
                </a:cubicBezTo>
                <a:cubicBezTo>
                  <a:pt x="2152916" y="469392"/>
                  <a:pt x="2153450" y="468592"/>
                  <a:pt x="2153183" y="468326"/>
                </a:cubicBezTo>
                <a:close/>
                <a:moveTo>
                  <a:pt x="2143848" y="466459"/>
                </a:moveTo>
                <a:cubicBezTo>
                  <a:pt x="2143315" y="466725"/>
                  <a:pt x="2142782" y="467525"/>
                  <a:pt x="2142782" y="468059"/>
                </a:cubicBezTo>
                <a:cubicBezTo>
                  <a:pt x="2142782" y="468859"/>
                  <a:pt x="2143315" y="469392"/>
                  <a:pt x="2143848" y="469392"/>
                </a:cubicBezTo>
                <a:cubicBezTo>
                  <a:pt x="2144382" y="469392"/>
                  <a:pt x="2144915" y="468592"/>
                  <a:pt x="2144915" y="467525"/>
                </a:cubicBezTo>
                <a:cubicBezTo>
                  <a:pt x="2144915" y="466459"/>
                  <a:pt x="2144382" y="465925"/>
                  <a:pt x="2143848" y="466459"/>
                </a:cubicBezTo>
                <a:close/>
                <a:moveTo>
                  <a:pt x="2138248" y="460858"/>
                </a:moveTo>
                <a:cubicBezTo>
                  <a:pt x="2136914" y="460858"/>
                  <a:pt x="2129714" y="475260"/>
                  <a:pt x="2129714" y="477660"/>
                </a:cubicBezTo>
                <a:cubicBezTo>
                  <a:pt x="2129714" y="478193"/>
                  <a:pt x="2129180" y="478994"/>
                  <a:pt x="2128380" y="478994"/>
                </a:cubicBezTo>
                <a:cubicBezTo>
                  <a:pt x="2127846" y="478994"/>
                  <a:pt x="2127313" y="479527"/>
                  <a:pt x="2127313" y="480327"/>
                </a:cubicBezTo>
                <a:cubicBezTo>
                  <a:pt x="2127313" y="481127"/>
                  <a:pt x="2128113" y="480860"/>
                  <a:pt x="2129447" y="479527"/>
                </a:cubicBezTo>
                <a:cubicBezTo>
                  <a:pt x="2130780" y="478193"/>
                  <a:pt x="2131847" y="477127"/>
                  <a:pt x="2131847" y="476593"/>
                </a:cubicBezTo>
                <a:cubicBezTo>
                  <a:pt x="2131580" y="474193"/>
                  <a:pt x="2132380" y="473126"/>
                  <a:pt x="2133714" y="473660"/>
                </a:cubicBezTo>
                <a:cubicBezTo>
                  <a:pt x="2135314" y="474193"/>
                  <a:pt x="2135314" y="474726"/>
                  <a:pt x="2133714" y="477127"/>
                </a:cubicBezTo>
                <a:cubicBezTo>
                  <a:pt x="2132647" y="478727"/>
                  <a:pt x="2132114" y="480060"/>
                  <a:pt x="2132647" y="480060"/>
                </a:cubicBezTo>
                <a:cubicBezTo>
                  <a:pt x="2133180" y="480060"/>
                  <a:pt x="2132914" y="480860"/>
                  <a:pt x="2132114" y="481661"/>
                </a:cubicBezTo>
                <a:cubicBezTo>
                  <a:pt x="2131047" y="482727"/>
                  <a:pt x="2129714" y="482994"/>
                  <a:pt x="2128380" y="482727"/>
                </a:cubicBezTo>
                <a:cubicBezTo>
                  <a:pt x="2127046" y="482461"/>
                  <a:pt x="2125980" y="482727"/>
                  <a:pt x="2125980" y="483794"/>
                </a:cubicBezTo>
                <a:cubicBezTo>
                  <a:pt x="2125980" y="484594"/>
                  <a:pt x="2126780" y="484861"/>
                  <a:pt x="2127580" y="484594"/>
                </a:cubicBezTo>
                <a:cubicBezTo>
                  <a:pt x="2128646" y="484328"/>
                  <a:pt x="2129714" y="484328"/>
                  <a:pt x="2130514" y="485128"/>
                </a:cubicBezTo>
                <a:cubicBezTo>
                  <a:pt x="2131314" y="485928"/>
                  <a:pt x="2132647" y="484861"/>
                  <a:pt x="2134247" y="481127"/>
                </a:cubicBezTo>
                <a:lnTo>
                  <a:pt x="2136648" y="475793"/>
                </a:lnTo>
                <a:lnTo>
                  <a:pt x="2135314" y="484328"/>
                </a:lnTo>
                <a:lnTo>
                  <a:pt x="2137981" y="479527"/>
                </a:lnTo>
                <a:cubicBezTo>
                  <a:pt x="2139581" y="476860"/>
                  <a:pt x="2141182" y="474193"/>
                  <a:pt x="2141715" y="473660"/>
                </a:cubicBezTo>
                <a:cubicBezTo>
                  <a:pt x="2143582" y="471793"/>
                  <a:pt x="2143048" y="470459"/>
                  <a:pt x="2141182" y="471259"/>
                </a:cubicBezTo>
                <a:cubicBezTo>
                  <a:pt x="2140115" y="471793"/>
                  <a:pt x="2139314" y="472593"/>
                  <a:pt x="2139314" y="473660"/>
                </a:cubicBezTo>
                <a:cubicBezTo>
                  <a:pt x="2139314" y="474460"/>
                  <a:pt x="2138781" y="475260"/>
                  <a:pt x="2137981" y="475260"/>
                </a:cubicBezTo>
                <a:cubicBezTo>
                  <a:pt x="2137181" y="475260"/>
                  <a:pt x="2137181" y="474460"/>
                  <a:pt x="2137981" y="472859"/>
                </a:cubicBezTo>
                <a:cubicBezTo>
                  <a:pt x="2139581" y="469659"/>
                  <a:pt x="2139581" y="469659"/>
                  <a:pt x="2136648" y="469126"/>
                </a:cubicBezTo>
                <a:lnTo>
                  <a:pt x="2133980" y="468592"/>
                </a:lnTo>
                <a:lnTo>
                  <a:pt x="2136648" y="465925"/>
                </a:lnTo>
                <a:cubicBezTo>
                  <a:pt x="2139314" y="463258"/>
                  <a:pt x="2140115" y="460858"/>
                  <a:pt x="2138248" y="460858"/>
                </a:cubicBezTo>
                <a:close/>
                <a:moveTo>
                  <a:pt x="2141348" y="454924"/>
                </a:moveTo>
                <a:cubicBezTo>
                  <a:pt x="2141048" y="454924"/>
                  <a:pt x="2140515" y="455391"/>
                  <a:pt x="2139581" y="456324"/>
                </a:cubicBezTo>
                <a:cubicBezTo>
                  <a:pt x="2138514" y="457391"/>
                  <a:pt x="2137981" y="458724"/>
                  <a:pt x="2138248" y="459258"/>
                </a:cubicBezTo>
                <a:cubicBezTo>
                  <a:pt x="2139048" y="460858"/>
                  <a:pt x="2141715" y="458458"/>
                  <a:pt x="2141715" y="456324"/>
                </a:cubicBezTo>
                <a:cubicBezTo>
                  <a:pt x="2141715" y="455391"/>
                  <a:pt x="2141648" y="454924"/>
                  <a:pt x="2141348" y="454924"/>
                </a:cubicBezTo>
                <a:close/>
                <a:moveTo>
                  <a:pt x="3096996" y="448056"/>
                </a:moveTo>
                <a:cubicBezTo>
                  <a:pt x="3095663" y="446723"/>
                  <a:pt x="3092462" y="451523"/>
                  <a:pt x="3093529" y="453390"/>
                </a:cubicBezTo>
                <a:cubicBezTo>
                  <a:pt x="3093796" y="453924"/>
                  <a:pt x="3093796" y="454457"/>
                  <a:pt x="3092729" y="454457"/>
                </a:cubicBezTo>
                <a:cubicBezTo>
                  <a:pt x="3090862" y="454457"/>
                  <a:pt x="3084195" y="465125"/>
                  <a:pt x="3083928" y="468326"/>
                </a:cubicBezTo>
                <a:cubicBezTo>
                  <a:pt x="3083928" y="469659"/>
                  <a:pt x="3083395" y="471259"/>
                  <a:pt x="3082594" y="471526"/>
                </a:cubicBezTo>
                <a:cubicBezTo>
                  <a:pt x="3081794" y="471793"/>
                  <a:pt x="3081794" y="471526"/>
                  <a:pt x="3082328" y="470192"/>
                </a:cubicBezTo>
                <a:cubicBezTo>
                  <a:pt x="3082861" y="468859"/>
                  <a:pt x="3080994" y="470726"/>
                  <a:pt x="3078594" y="474193"/>
                </a:cubicBezTo>
                <a:cubicBezTo>
                  <a:pt x="3075927" y="477927"/>
                  <a:pt x="3074327" y="481127"/>
                  <a:pt x="3074594" y="482461"/>
                </a:cubicBezTo>
                <a:cubicBezTo>
                  <a:pt x="3074860" y="483527"/>
                  <a:pt x="3074860" y="484328"/>
                  <a:pt x="3074060" y="483527"/>
                </a:cubicBezTo>
                <a:cubicBezTo>
                  <a:pt x="3072727" y="482194"/>
                  <a:pt x="3069526" y="486728"/>
                  <a:pt x="3070593" y="488595"/>
                </a:cubicBezTo>
                <a:cubicBezTo>
                  <a:pt x="3070860" y="489128"/>
                  <a:pt x="3070326" y="489662"/>
                  <a:pt x="3069260" y="489662"/>
                </a:cubicBezTo>
                <a:cubicBezTo>
                  <a:pt x="3068193" y="489662"/>
                  <a:pt x="3067392" y="490728"/>
                  <a:pt x="3067392" y="492062"/>
                </a:cubicBezTo>
                <a:cubicBezTo>
                  <a:pt x="3067392" y="493395"/>
                  <a:pt x="3066592" y="494462"/>
                  <a:pt x="3065526" y="494462"/>
                </a:cubicBezTo>
                <a:cubicBezTo>
                  <a:pt x="3063392" y="494195"/>
                  <a:pt x="3063125" y="496062"/>
                  <a:pt x="3064992" y="497396"/>
                </a:cubicBezTo>
                <a:cubicBezTo>
                  <a:pt x="3066326" y="498463"/>
                  <a:pt x="3070060" y="494996"/>
                  <a:pt x="3073260" y="488595"/>
                </a:cubicBezTo>
                <a:cubicBezTo>
                  <a:pt x="3074327" y="486461"/>
                  <a:pt x="3076460" y="483527"/>
                  <a:pt x="3077527" y="482194"/>
                </a:cubicBezTo>
                <a:cubicBezTo>
                  <a:pt x="3078594" y="480860"/>
                  <a:pt x="3081528" y="476327"/>
                  <a:pt x="3084462" y="471526"/>
                </a:cubicBezTo>
                <a:cubicBezTo>
                  <a:pt x="3087128" y="466992"/>
                  <a:pt x="3089796" y="462992"/>
                  <a:pt x="3090329" y="462191"/>
                </a:cubicBezTo>
                <a:cubicBezTo>
                  <a:pt x="3091662" y="460058"/>
                  <a:pt x="3096196" y="452590"/>
                  <a:pt x="3097796" y="448323"/>
                </a:cubicBezTo>
                <a:cubicBezTo>
                  <a:pt x="3097796" y="448590"/>
                  <a:pt x="3097530" y="448590"/>
                  <a:pt x="3096996" y="448056"/>
                </a:cubicBezTo>
                <a:close/>
                <a:moveTo>
                  <a:pt x="3099197" y="443089"/>
                </a:moveTo>
                <a:cubicBezTo>
                  <a:pt x="3098863" y="443122"/>
                  <a:pt x="3098463" y="443389"/>
                  <a:pt x="3098063" y="443789"/>
                </a:cubicBezTo>
                <a:cubicBezTo>
                  <a:pt x="3097263" y="444589"/>
                  <a:pt x="3097263" y="445923"/>
                  <a:pt x="3097796" y="447256"/>
                </a:cubicBezTo>
                <a:cubicBezTo>
                  <a:pt x="3098063" y="447523"/>
                  <a:pt x="3098063" y="447790"/>
                  <a:pt x="3098063" y="448056"/>
                </a:cubicBezTo>
                <a:cubicBezTo>
                  <a:pt x="3098330" y="447256"/>
                  <a:pt x="3098596" y="446723"/>
                  <a:pt x="3098596" y="446189"/>
                </a:cubicBezTo>
                <a:cubicBezTo>
                  <a:pt x="3098330" y="445656"/>
                  <a:pt x="3098596" y="445123"/>
                  <a:pt x="3099397" y="445123"/>
                </a:cubicBezTo>
                <a:cubicBezTo>
                  <a:pt x="3099930" y="445123"/>
                  <a:pt x="3100196" y="444589"/>
                  <a:pt x="3099930" y="443789"/>
                </a:cubicBezTo>
                <a:cubicBezTo>
                  <a:pt x="3099797" y="443256"/>
                  <a:pt x="3099530" y="443056"/>
                  <a:pt x="3099197" y="443089"/>
                </a:cubicBezTo>
                <a:close/>
                <a:moveTo>
                  <a:pt x="2148849" y="443089"/>
                </a:moveTo>
                <a:cubicBezTo>
                  <a:pt x="2148716" y="442922"/>
                  <a:pt x="2148116" y="443256"/>
                  <a:pt x="2147049" y="444056"/>
                </a:cubicBezTo>
                <a:cubicBezTo>
                  <a:pt x="2145982" y="444856"/>
                  <a:pt x="2145715" y="445923"/>
                  <a:pt x="2145982" y="446189"/>
                </a:cubicBezTo>
                <a:cubicBezTo>
                  <a:pt x="2146249" y="446723"/>
                  <a:pt x="2147049" y="446189"/>
                  <a:pt x="2147849" y="445123"/>
                </a:cubicBezTo>
                <a:cubicBezTo>
                  <a:pt x="2148649" y="443922"/>
                  <a:pt x="2148982" y="443256"/>
                  <a:pt x="2148849" y="443089"/>
                </a:cubicBezTo>
                <a:close/>
                <a:moveTo>
                  <a:pt x="3101530" y="439255"/>
                </a:moveTo>
                <a:cubicBezTo>
                  <a:pt x="3100997" y="439255"/>
                  <a:pt x="3100464" y="439789"/>
                  <a:pt x="3100196" y="440322"/>
                </a:cubicBezTo>
                <a:cubicBezTo>
                  <a:pt x="3099663" y="440855"/>
                  <a:pt x="3099930" y="441389"/>
                  <a:pt x="3100464" y="441656"/>
                </a:cubicBezTo>
                <a:cubicBezTo>
                  <a:pt x="3101264" y="441656"/>
                  <a:pt x="3101797" y="441122"/>
                  <a:pt x="3101797" y="440322"/>
                </a:cubicBezTo>
                <a:cubicBezTo>
                  <a:pt x="3101797" y="439789"/>
                  <a:pt x="3101797" y="439255"/>
                  <a:pt x="3101530" y="439255"/>
                </a:cubicBezTo>
                <a:close/>
                <a:moveTo>
                  <a:pt x="2157984" y="424853"/>
                </a:moveTo>
                <a:cubicBezTo>
                  <a:pt x="2157717" y="424853"/>
                  <a:pt x="2156917" y="425920"/>
                  <a:pt x="2156116" y="427520"/>
                </a:cubicBezTo>
                <a:cubicBezTo>
                  <a:pt x="2154783" y="429921"/>
                  <a:pt x="2154783" y="429921"/>
                  <a:pt x="2156650" y="428587"/>
                </a:cubicBezTo>
                <a:cubicBezTo>
                  <a:pt x="2158784" y="427254"/>
                  <a:pt x="2159317" y="424853"/>
                  <a:pt x="2157984" y="424853"/>
                </a:cubicBezTo>
                <a:close/>
                <a:moveTo>
                  <a:pt x="1690954" y="416319"/>
                </a:moveTo>
                <a:cubicBezTo>
                  <a:pt x="1689354" y="416052"/>
                  <a:pt x="1688287" y="416319"/>
                  <a:pt x="1689087" y="416852"/>
                </a:cubicBezTo>
                <a:cubicBezTo>
                  <a:pt x="1689887" y="417386"/>
                  <a:pt x="1690687" y="418186"/>
                  <a:pt x="1692020" y="418186"/>
                </a:cubicBezTo>
                <a:cubicBezTo>
                  <a:pt x="1694954" y="418186"/>
                  <a:pt x="1694421" y="417119"/>
                  <a:pt x="1690954" y="416319"/>
                </a:cubicBezTo>
                <a:close/>
                <a:moveTo>
                  <a:pt x="3118612" y="412314"/>
                </a:moveTo>
                <a:cubicBezTo>
                  <a:pt x="3117849" y="411902"/>
                  <a:pt x="3115398" y="413852"/>
                  <a:pt x="3116999" y="414452"/>
                </a:cubicBezTo>
                <a:cubicBezTo>
                  <a:pt x="3117799" y="414452"/>
                  <a:pt x="3118332" y="414185"/>
                  <a:pt x="3118599" y="413652"/>
                </a:cubicBezTo>
                <a:cubicBezTo>
                  <a:pt x="3118932" y="412852"/>
                  <a:pt x="3118866" y="412452"/>
                  <a:pt x="3118612" y="412314"/>
                </a:cubicBezTo>
                <a:close/>
                <a:moveTo>
                  <a:pt x="1674952" y="404851"/>
                </a:moveTo>
                <a:cubicBezTo>
                  <a:pt x="1673885" y="405918"/>
                  <a:pt x="1676285" y="408585"/>
                  <a:pt x="1677886" y="408585"/>
                </a:cubicBezTo>
                <a:cubicBezTo>
                  <a:pt x="1678952" y="408318"/>
                  <a:pt x="1678952" y="407518"/>
                  <a:pt x="1677619" y="406184"/>
                </a:cubicBezTo>
                <a:cubicBezTo>
                  <a:pt x="1676552" y="405118"/>
                  <a:pt x="1675218" y="404318"/>
                  <a:pt x="1674952" y="404851"/>
                </a:cubicBezTo>
                <a:close/>
                <a:moveTo>
                  <a:pt x="3136602" y="402184"/>
                </a:moveTo>
                <a:cubicBezTo>
                  <a:pt x="3136401" y="402451"/>
                  <a:pt x="3136201" y="403384"/>
                  <a:pt x="3136201" y="404584"/>
                </a:cubicBezTo>
                <a:cubicBezTo>
                  <a:pt x="3136201" y="405651"/>
                  <a:pt x="3136734" y="405384"/>
                  <a:pt x="3137001" y="403784"/>
                </a:cubicBezTo>
                <a:cubicBezTo>
                  <a:pt x="3137001" y="402317"/>
                  <a:pt x="3136801" y="401917"/>
                  <a:pt x="3136602" y="402184"/>
                </a:cubicBezTo>
                <a:close/>
                <a:moveTo>
                  <a:pt x="2189988" y="398450"/>
                </a:moveTo>
                <a:cubicBezTo>
                  <a:pt x="2189188" y="398450"/>
                  <a:pt x="2188654" y="398984"/>
                  <a:pt x="2188654" y="399784"/>
                </a:cubicBezTo>
                <a:cubicBezTo>
                  <a:pt x="2188654" y="400317"/>
                  <a:pt x="2189188" y="400584"/>
                  <a:pt x="2189988" y="400317"/>
                </a:cubicBezTo>
                <a:cubicBezTo>
                  <a:pt x="2190788" y="400050"/>
                  <a:pt x="2191054" y="399250"/>
                  <a:pt x="2191054" y="398984"/>
                </a:cubicBezTo>
                <a:cubicBezTo>
                  <a:pt x="2191054" y="398717"/>
                  <a:pt x="2190521" y="398450"/>
                  <a:pt x="2189988" y="398450"/>
                </a:cubicBezTo>
                <a:close/>
                <a:moveTo>
                  <a:pt x="2195055" y="390182"/>
                </a:moveTo>
                <a:cubicBezTo>
                  <a:pt x="2193988" y="389649"/>
                  <a:pt x="2193188" y="389916"/>
                  <a:pt x="2192655" y="390449"/>
                </a:cubicBezTo>
                <a:cubicBezTo>
                  <a:pt x="2191321" y="391783"/>
                  <a:pt x="2193455" y="392849"/>
                  <a:pt x="2195055" y="391783"/>
                </a:cubicBezTo>
                <a:cubicBezTo>
                  <a:pt x="2196388" y="390983"/>
                  <a:pt x="2196122" y="390716"/>
                  <a:pt x="2195055" y="390182"/>
                </a:cubicBezTo>
                <a:close/>
                <a:moveTo>
                  <a:pt x="2180386" y="388849"/>
                </a:moveTo>
                <a:cubicBezTo>
                  <a:pt x="2179853" y="388849"/>
                  <a:pt x="2179053" y="389649"/>
                  <a:pt x="2178786" y="390449"/>
                </a:cubicBezTo>
                <a:cubicBezTo>
                  <a:pt x="2177986" y="392316"/>
                  <a:pt x="2179053" y="392849"/>
                  <a:pt x="2180653" y="391516"/>
                </a:cubicBezTo>
                <a:cubicBezTo>
                  <a:pt x="2181987" y="390449"/>
                  <a:pt x="2181720" y="388849"/>
                  <a:pt x="2180386" y="388849"/>
                </a:cubicBezTo>
                <a:close/>
                <a:moveTo>
                  <a:pt x="2185587" y="378714"/>
                </a:moveTo>
                <a:cubicBezTo>
                  <a:pt x="2184987" y="379248"/>
                  <a:pt x="2183854" y="381115"/>
                  <a:pt x="2181987" y="384582"/>
                </a:cubicBezTo>
                <a:cubicBezTo>
                  <a:pt x="2180120" y="388049"/>
                  <a:pt x="2180120" y="388582"/>
                  <a:pt x="2182253" y="386449"/>
                </a:cubicBezTo>
                <a:cubicBezTo>
                  <a:pt x="2184120" y="384582"/>
                  <a:pt x="2184120" y="384848"/>
                  <a:pt x="2183320" y="387515"/>
                </a:cubicBezTo>
                <a:cubicBezTo>
                  <a:pt x="2182787" y="389116"/>
                  <a:pt x="2181720" y="391516"/>
                  <a:pt x="2180653" y="392849"/>
                </a:cubicBezTo>
                <a:cubicBezTo>
                  <a:pt x="2179586" y="394183"/>
                  <a:pt x="2179053" y="396317"/>
                  <a:pt x="2179053" y="397383"/>
                </a:cubicBezTo>
                <a:cubicBezTo>
                  <a:pt x="2179053" y="398717"/>
                  <a:pt x="2178520" y="399250"/>
                  <a:pt x="2177186" y="398717"/>
                </a:cubicBezTo>
                <a:cubicBezTo>
                  <a:pt x="2175852" y="398183"/>
                  <a:pt x="2175586" y="397650"/>
                  <a:pt x="2176653" y="397117"/>
                </a:cubicBezTo>
                <a:cubicBezTo>
                  <a:pt x="2177720" y="396583"/>
                  <a:pt x="2177720" y="396050"/>
                  <a:pt x="2176919" y="395516"/>
                </a:cubicBezTo>
                <a:cubicBezTo>
                  <a:pt x="2175319" y="394450"/>
                  <a:pt x="2169985" y="402717"/>
                  <a:pt x="2171052" y="404851"/>
                </a:cubicBezTo>
                <a:cubicBezTo>
                  <a:pt x="2171585" y="405918"/>
                  <a:pt x="2170785" y="406985"/>
                  <a:pt x="2169185" y="407251"/>
                </a:cubicBezTo>
                <a:cubicBezTo>
                  <a:pt x="2167852" y="407518"/>
                  <a:pt x="2167052" y="408318"/>
                  <a:pt x="2167585" y="408851"/>
                </a:cubicBezTo>
                <a:cubicBezTo>
                  <a:pt x="2168118" y="409385"/>
                  <a:pt x="2167318" y="410452"/>
                  <a:pt x="2166518" y="410718"/>
                </a:cubicBezTo>
                <a:cubicBezTo>
                  <a:pt x="2165451" y="410985"/>
                  <a:pt x="2163851" y="412852"/>
                  <a:pt x="2163318" y="414185"/>
                </a:cubicBezTo>
                <a:cubicBezTo>
                  <a:pt x="2162784" y="415786"/>
                  <a:pt x="2161451" y="418186"/>
                  <a:pt x="2160384" y="419786"/>
                </a:cubicBezTo>
                <a:cubicBezTo>
                  <a:pt x="2158784" y="422186"/>
                  <a:pt x="2159050" y="423253"/>
                  <a:pt x="2160917" y="424320"/>
                </a:cubicBezTo>
                <a:cubicBezTo>
                  <a:pt x="2162251" y="425120"/>
                  <a:pt x="2162251" y="425920"/>
                  <a:pt x="2161451" y="425920"/>
                </a:cubicBezTo>
                <a:cubicBezTo>
                  <a:pt x="2160917" y="425920"/>
                  <a:pt x="2159584" y="427520"/>
                  <a:pt x="2158784" y="429121"/>
                </a:cubicBezTo>
                <a:cubicBezTo>
                  <a:pt x="2157717" y="431254"/>
                  <a:pt x="2156650" y="431788"/>
                  <a:pt x="2155583" y="431521"/>
                </a:cubicBezTo>
                <a:cubicBezTo>
                  <a:pt x="2154516" y="431254"/>
                  <a:pt x="2153450" y="431521"/>
                  <a:pt x="2152916" y="432588"/>
                </a:cubicBezTo>
                <a:cubicBezTo>
                  <a:pt x="2151583" y="434988"/>
                  <a:pt x="2153716" y="436588"/>
                  <a:pt x="2155050" y="434455"/>
                </a:cubicBezTo>
                <a:cubicBezTo>
                  <a:pt x="2156116" y="432854"/>
                  <a:pt x="2156116" y="433121"/>
                  <a:pt x="2155850" y="435255"/>
                </a:cubicBezTo>
                <a:cubicBezTo>
                  <a:pt x="2155316" y="438988"/>
                  <a:pt x="2153983" y="440055"/>
                  <a:pt x="2152116" y="438188"/>
                </a:cubicBezTo>
                <a:cubicBezTo>
                  <a:pt x="2151049" y="437122"/>
                  <a:pt x="2150249" y="437655"/>
                  <a:pt x="2149182" y="439522"/>
                </a:cubicBezTo>
                <a:cubicBezTo>
                  <a:pt x="2147849" y="441922"/>
                  <a:pt x="2147849" y="441656"/>
                  <a:pt x="2149449" y="441122"/>
                </a:cubicBezTo>
                <a:cubicBezTo>
                  <a:pt x="2152116" y="440322"/>
                  <a:pt x="2152916" y="442189"/>
                  <a:pt x="2150783" y="444323"/>
                </a:cubicBezTo>
                <a:cubicBezTo>
                  <a:pt x="2149716" y="445389"/>
                  <a:pt x="2148916" y="446990"/>
                  <a:pt x="2148916" y="448056"/>
                </a:cubicBezTo>
                <a:cubicBezTo>
                  <a:pt x="2148916" y="450457"/>
                  <a:pt x="2145449" y="450723"/>
                  <a:pt x="2145182" y="448590"/>
                </a:cubicBezTo>
                <a:cubicBezTo>
                  <a:pt x="2145182" y="447790"/>
                  <a:pt x="2144382" y="448056"/>
                  <a:pt x="2143582" y="449390"/>
                </a:cubicBezTo>
                <a:cubicBezTo>
                  <a:pt x="2141715" y="452324"/>
                  <a:pt x="2141182" y="454190"/>
                  <a:pt x="2142782" y="453124"/>
                </a:cubicBezTo>
                <a:cubicBezTo>
                  <a:pt x="2144648" y="451790"/>
                  <a:pt x="2144382" y="458724"/>
                  <a:pt x="2142248" y="460858"/>
                </a:cubicBezTo>
                <a:cubicBezTo>
                  <a:pt x="2140115" y="463258"/>
                  <a:pt x="2138514" y="469392"/>
                  <a:pt x="2140115" y="469392"/>
                </a:cubicBezTo>
                <a:cubicBezTo>
                  <a:pt x="2141182" y="469392"/>
                  <a:pt x="2146249" y="458991"/>
                  <a:pt x="2145182" y="458991"/>
                </a:cubicBezTo>
                <a:cubicBezTo>
                  <a:pt x="2144915" y="458991"/>
                  <a:pt x="2145449" y="458191"/>
                  <a:pt x="2146516" y="457124"/>
                </a:cubicBezTo>
                <a:cubicBezTo>
                  <a:pt x="2147582" y="456057"/>
                  <a:pt x="2148649" y="455257"/>
                  <a:pt x="2149182" y="455524"/>
                </a:cubicBezTo>
                <a:cubicBezTo>
                  <a:pt x="2149716" y="455791"/>
                  <a:pt x="2150249" y="455524"/>
                  <a:pt x="2150783" y="454991"/>
                </a:cubicBezTo>
                <a:cubicBezTo>
                  <a:pt x="2151316" y="454457"/>
                  <a:pt x="2151850" y="453924"/>
                  <a:pt x="2152650" y="454190"/>
                </a:cubicBezTo>
                <a:cubicBezTo>
                  <a:pt x="2153450" y="454457"/>
                  <a:pt x="2153983" y="454457"/>
                  <a:pt x="2154250" y="453657"/>
                </a:cubicBezTo>
                <a:cubicBezTo>
                  <a:pt x="2154516" y="452857"/>
                  <a:pt x="2154516" y="452324"/>
                  <a:pt x="2153716" y="452057"/>
                </a:cubicBezTo>
                <a:cubicBezTo>
                  <a:pt x="2152916" y="451790"/>
                  <a:pt x="2152383" y="451790"/>
                  <a:pt x="2151850" y="452324"/>
                </a:cubicBezTo>
                <a:cubicBezTo>
                  <a:pt x="2149982" y="454190"/>
                  <a:pt x="2148649" y="453657"/>
                  <a:pt x="2149716" y="450723"/>
                </a:cubicBezTo>
                <a:cubicBezTo>
                  <a:pt x="2150249" y="449123"/>
                  <a:pt x="2151850" y="446990"/>
                  <a:pt x="2154250" y="445923"/>
                </a:cubicBezTo>
                <a:cubicBezTo>
                  <a:pt x="2156383" y="444856"/>
                  <a:pt x="2157184" y="444056"/>
                  <a:pt x="2156383" y="444056"/>
                </a:cubicBezTo>
                <a:cubicBezTo>
                  <a:pt x="2155583" y="444056"/>
                  <a:pt x="2155050" y="443522"/>
                  <a:pt x="2155050" y="442722"/>
                </a:cubicBezTo>
                <a:cubicBezTo>
                  <a:pt x="2155050" y="442189"/>
                  <a:pt x="2155583" y="441922"/>
                  <a:pt x="2156116" y="442189"/>
                </a:cubicBezTo>
                <a:cubicBezTo>
                  <a:pt x="2157450" y="442989"/>
                  <a:pt x="2160917" y="440055"/>
                  <a:pt x="2160917" y="438188"/>
                </a:cubicBezTo>
                <a:cubicBezTo>
                  <a:pt x="2160917" y="437388"/>
                  <a:pt x="2160118" y="436855"/>
                  <a:pt x="2159317" y="436855"/>
                </a:cubicBezTo>
                <a:cubicBezTo>
                  <a:pt x="2157717" y="436855"/>
                  <a:pt x="2157984" y="436055"/>
                  <a:pt x="2159850" y="432588"/>
                </a:cubicBezTo>
                <a:cubicBezTo>
                  <a:pt x="2161184" y="430187"/>
                  <a:pt x="2163051" y="428854"/>
                  <a:pt x="2163851" y="429121"/>
                </a:cubicBezTo>
                <a:cubicBezTo>
                  <a:pt x="2164384" y="429921"/>
                  <a:pt x="2164651" y="429387"/>
                  <a:pt x="2164118" y="428054"/>
                </a:cubicBezTo>
                <a:cubicBezTo>
                  <a:pt x="2163584" y="426720"/>
                  <a:pt x="2164384" y="425120"/>
                  <a:pt x="2165718" y="424053"/>
                </a:cubicBezTo>
                <a:cubicBezTo>
                  <a:pt x="2167052" y="422986"/>
                  <a:pt x="2167852" y="421653"/>
                  <a:pt x="2167585" y="421120"/>
                </a:cubicBezTo>
                <a:cubicBezTo>
                  <a:pt x="2167052" y="420320"/>
                  <a:pt x="2168118" y="420053"/>
                  <a:pt x="2169452" y="420053"/>
                </a:cubicBezTo>
                <a:cubicBezTo>
                  <a:pt x="2170785" y="420053"/>
                  <a:pt x="2171852" y="419786"/>
                  <a:pt x="2171852" y="419519"/>
                </a:cubicBezTo>
                <a:cubicBezTo>
                  <a:pt x="2171852" y="419253"/>
                  <a:pt x="2172119" y="418186"/>
                  <a:pt x="2172652" y="416852"/>
                </a:cubicBezTo>
                <a:cubicBezTo>
                  <a:pt x="2173186" y="415252"/>
                  <a:pt x="2173186" y="415252"/>
                  <a:pt x="2171852" y="415786"/>
                </a:cubicBezTo>
                <a:cubicBezTo>
                  <a:pt x="2170785" y="416319"/>
                  <a:pt x="2171052" y="415786"/>
                  <a:pt x="2172119" y="414985"/>
                </a:cubicBezTo>
                <a:cubicBezTo>
                  <a:pt x="2174786" y="413119"/>
                  <a:pt x="2175052" y="410718"/>
                  <a:pt x="2172652" y="412319"/>
                </a:cubicBezTo>
                <a:cubicBezTo>
                  <a:pt x="2171852" y="412852"/>
                  <a:pt x="2171585" y="412585"/>
                  <a:pt x="2172119" y="412052"/>
                </a:cubicBezTo>
                <a:cubicBezTo>
                  <a:pt x="2172919" y="411252"/>
                  <a:pt x="2174252" y="410985"/>
                  <a:pt x="2175319" y="410985"/>
                </a:cubicBezTo>
                <a:cubicBezTo>
                  <a:pt x="2176386" y="410985"/>
                  <a:pt x="2176919" y="410452"/>
                  <a:pt x="2176919" y="409385"/>
                </a:cubicBezTo>
                <a:cubicBezTo>
                  <a:pt x="2176919" y="408585"/>
                  <a:pt x="2177720" y="408051"/>
                  <a:pt x="2179053" y="408051"/>
                </a:cubicBezTo>
                <a:cubicBezTo>
                  <a:pt x="2180653" y="408051"/>
                  <a:pt x="2181720" y="407518"/>
                  <a:pt x="2180920" y="406718"/>
                </a:cubicBezTo>
                <a:cubicBezTo>
                  <a:pt x="2180386" y="406184"/>
                  <a:pt x="2179053" y="405918"/>
                  <a:pt x="2177986" y="406184"/>
                </a:cubicBezTo>
                <a:cubicBezTo>
                  <a:pt x="2175052" y="406985"/>
                  <a:pt x="2172119" y="403784"/>
                  <a:pt x="2174252" y="401651"/>
                </a:cubicBezTo>
                <a:cubicBezTo>
                  <a:pt x="2175052" y="400850"/>
                  <a:pt x="2175586" y="400584"/>
                  <a:pt x="2175319" y="401384"/>
                </a:cubicBezTo>
                <a:cubicBezTo>
                  <a:pt x="2174252" y="404584"/>
                  <a:pt x="2175586" y="405384"/>
                  <a:pt x="2177986" y="404318"/>
                </a:cubicBezTo>
                <a:cubicBezTo>
                  <a:pt x="2179320" y="403784"/>
                  <a:pt x="2180120" y="402451"/>
                  <a:pt x="2179586" y="401651"/>
                </a:cubicBezTo>
                <a:cubicBezTo>
                  <a:pt x="2179053" y="400850"/>
                  <a:pt x="2179320" y="400584"/>
                  <a:pt x="2180653" y="401117"/>
                </a:cubicBezTo>
                <a:cubicBezTo>
                  <a:pt x="2181720" y="401651"/>
                  <a:pt x="2183054" y="401384"/>
                  <a:pt x="2183320" y="400850"/>
                </a:cubicBezTo>
                <a:cubicBezTo>
                  <a:pt x="2183854" y="400050"/>
                  <a:pt x="2183320" y="399517"/>
                  <a:pt x="2182253" y="399517"/>
                </a:cubicBezTo>
                <a:cubicBezTo>
                  <a:pt x="2180386" y="399517"/>
                  <a:pt x="2180386" y="399250"/>
                  <a:pt x="2182253" y="395783"/>
                </a:cubicBezTo>
                <a:cubicBezTo>
                  <a:pt x="2183587" y="393116"/>
                  <a:pt x="2184654" y="392583"/>
                  <a:pt x="2185454" y="393383"/>
                </a:cubicBezTo>
                <a:cubicBezTo>
                  <a:pt x="2187321" y="395250"/>
                  <a:pt x="2188921" y="393916"/>
                  <a:pt x="2189454" y="390449"/>
                </a:cubicBezTo>
                <a:cubicBezTo>
                  <a:pt x="2189721" y="388316"/>
                  <a:pt x="2189188" y="387515"/>
                  <a:pt x="2188120" y="388049"/>
                </a:cubicBezTo>
                <a:cubicBezTo>
                  <a:pt x="2186520" y="388849"/>
                  <a:pt x="2186520" y="388316"/>
                  <a:pt x="2187587" y="386182"/>
                </a:cubicBezTo>
                <a:cubicBezTo>
                  <a:pt x="2188388" y="384582"/>
                  <a:pt x="2188388" y="384048"/>
                  <a:pt x="2187321" y="384315"/>
                </a:cubicBezTo>
                <a:cubicBezTo>
                  <a:pt x="2186254" y="384315"/>
                  <a:pt x="2185720" y="383248"/>
                  <a:pt x="2185987" y="380848"/>
                </a:cubicBezTo>
                <a:cubicBezTo>
                  <a:pt x="2186254" y="378981"/>
                  <a:pt x="2186187" y="378181"/>
                  <a:pt x="2185587" y="378714"/>
                </a:cubicBezTo>
                <a:close/>
                <a:moveTo>
                  <a:pt x="1449324" y="356311"/>
                </a:moveTo>
                <a:cubicBezTo>
                  <a:pt x="1448524" y="355511"/>
                  <a:pt x="1447723" y="355511"/>
                  <a:pt x="1446923" y="356578"/>
                </a:cubicBezTo>
                <a:cubicBezTo>
                  <a:pt x="1445056" y="358445"/>
                  <a:pt x="1446923" y="360312"/>
                  <a:pt x="1448790" y="358979"/>
                </a:cubicBezTo>
                <a:cubicBezTo>
                  <a:pt x="1449590" y="358445"/>
                  <a:pt x="1450390" y="357378"/>
                  <a:pt x="1449324" y="356311"/>
                </a:cubicBezTo>
                <a:close/>
                <a:moveTo>
                  <a:pt x="1155649" y="355511"/>
                </a:moveTo>
                <a:cubicBezTo>
                  <a:pt x="1154849" y="355245"/>
                  <a:pt x="1154049" y="355511"/>
                  <a:pt x="1153782" y="356045"/>
                </a:cubicBezTo>
                <a:cubicBezTo>
                  <a:pt x="1153249" y="356578"/>
                  <a:pt x="1153515" y="357112"/>
                  <a:pt x="1154582" y="356845"/>
                </a:cubicBezTo>
                <a:cubicBezTo>
                  <a:pt x="1156716" y="356845"/>
                  <a:pt x="1156982" y="356578"/>
                  <a:pt x="1155649" y="355511"/>
                </a:cubicBezTo>
                <a:close/>
                <a:moveTo>
                  <a:pt x="2157379" y="355245"/>
                </a:moveTo>
                <a:cubicBezTo>
                  <a:pt x="2157212" y="355045"/>
                  <a:pt x="2156479" y="355245"/>
                  <a:pt x="2155278" y="355778"/>
                </a:cubicBezTo>
                <a:cubicBezTo>
                  <a:pt x="2154212" y="356311"/>
                  <a:pt x="2153412" y="357112"/>
                  <a:pt x="2153945" y="357645"/>
                </a:cubicBezTo>
                <a:cubicBezTo>
                  <a:pt x="2154478" y="358178"/>
                  <a:pt x="2155278" y="357912"/>
                  <a:pt x="2156079" y="357112"/>
                </a:cubicBezTo>
                <a:cubicBezTo>
                  <a:pt x="2157146" y="356045"/>
                  <a:pt x="2157546" y="355445"/>
                  <a:pt x="2157379" y="355245"/>
                </a:cubicBezTo>
                <a:close/>
                <a:moveTo>
                  <a:pt x="1160983" y="352578"/>
                </a:moveTo>
                <a:cubicBezTo>
                  <a:pt x="1159383" y="352578"/>
                  <a:pt x="1157516" y="354978"/>
                  <a:pt x="1158316" y="355778"/>
                </a:cubicBezTo>
                <a:cubicBezTo>
                  <a:pt x="1159116" y="356578"/>
                  <a:pt x="1161783" y="355245"/>
                  <a:pt x="1161783" y="353645"/>
                </a:cubicBezTo>
                <a:cubicBezTo>
                  <a:pt x="1161783" y="353111"/>
                  <a:pt x="1161516" y="352578"/>
                  <a:pt x="1160983" y="352578"/>
                </a:cubicBezTo>
                <a:close/>
                <a:moveTo>
                  <a:pt x="2286266" y="348311"/>
                </a:moveTo>
                <a:cubicBezTo>
                  <a:pt x="2284933" y="348044"/>
                  <a:pt x="2282532" y="348844"/>
                  <a:pt x="2281199" y="350177"/>
                </a:cubicBezTo>
                <a:cubicBezTo>
                  <a:pt x="2277732" y="353645"/>
                  <a:pt x="2270798" y="356845"/>
                  <a:pt x="2269464" y="356045"/>
                </a:cubicBezTo>
                <a:cubicBezTo>
                  <a:pt x="2268931" y="355778"/>
                  <a:pt x="2265197" y="358178"/>
                  <a:pt x="2260930" y="361912"/>
                </a:cubicBezTo>
                <a:cubicBezTo>
                  <a:pt x="2256663" y="365646"/>
                  <a:pt x="2251862" y="369113"/>
                  <a:pt x="2250528" y="369647"/>
                </a:cubicBezTo>
                <a:cubicBezTo>
                  <a:pt x="2247595" y="370980"/>
                  <a:pt x="2246795" y="374981"/>
                  <a:pt x="2248928" y="376314"/>
                </a:cubicBezTo>
                <a:cubicBezTo>
                  <a:pt x="2250262" y="377114"/>
                  <a:pt x="2261463" y="371780"/>
                  <a:pt x="2264397" y="368846"/>
                </a:cubicBezTo>
                <a:cubicBezTo>
                  <a:pt x="2265197" y="368046"/>
                  <a:pt x="2266264" y="367246"/>
                  <a:pt x="2266797" y="367246"/>
                </a:cubicBezTo>
                <a:cubicBezTo>
                  <a:pt x="2267864" y="367246"/>
                  <a:pt x="2281732" y="354978"/>
                  <a:pt x="2283066" y="353645"/>
                </a:cubicBezTo>
                <a:cubicBezTo>
                  <a:pt x="2287866" y="348844"/>
                  <a:pt x="2288400" y="348844"/>
                  <a:pt x="2286266" y="348311"/>
                </a:cubicBezTo>
                <a:close/>
                <a:moveTo>
                  <a:pt x="3147669" y="344843"/>
                </a:moveTo>
                <a:cubicBezTo>
                  <a:pt x="3146602" y="344843"/>
                  <a:pt x="3143936" y="346444"/>
                  <a:pt x="3139668" y="350444"/>
                </a:cubicBezTo>
                <a:cubicBezTo>
                  <a:pt x="3136201" y="353645"/>
                  <a:pt x="3132201" y="355778"/>
                  <a:pt x="3129534" y="358178"/>
                </a:cubicBezTo>
                <a:cubicBezTo>
                  <a:pt x="3106064" y="379248"/>
                  <a:pt x="3079928" y="410985"/>
                  <a:pt x="3059925" y="434988"/>
                </a:cubicBezTo>
                <a:cubicBezTo>
                  <a:pt x="3058592" y="436588"/>
                  <a:pt x="3056992" y="438722"/>
                  <a:pt x="3055924" y="439789"/>
                </a:cubicBezTo>
                <a:cubicBezTo>
                  <a:pt x="3054858" y="440855"/>
                  <a:pt x="3052991" y="442989"/>
                  <a:pt x="3051658" y="444856"/>
                </a:cubicBezTo>
                <a:cubicBezTo>
                  <a:pt x="3049524" y="448056"/>
                  <a:pt x="3049524" y="448056"/>
                  <a:pt x="3051924" y="447256"/>
                </a:cubicBezTo>
                <a:cubicBezTo>
                  <a:pt x="3054058" y="446456"/>
                  <a:pt x="3054058" y="446990"/>
                  <a:pt x="3052191" y="448856"/>
                </a:cubicBezTo>
                <a:cubicBezTo>
                  <a:pt x="3050857" y="450190"/>
                  <a:pt x="3049790" y="451790"/>
                  <a:pt x="3049257" y="453124"/>
                </a:cubicBezTo>
                <a:cubicBezTo>
                  <a:pt x="3048724" y="454457"/>
                  <a:pt x="3047924" y="454991"/>
                  <a:pt x="3047390" y="454724"/>
                </a:cubicBezTo>
                <a:cubicBezTo>
                  <a:pt x="3046590" y="454457"/>
                  <a:pt x="3045257" y="454991"/>
                  <a:pt x="3043923" y="456591"/>
                </a:cubicBezTo>
                <a:cubicBezTo>
                  <a:pt x="3042056" y="458724"/>
                  <a:pt x="3042056" y="458991"/>
                  <a:pt x="3043656" y="457658"/>
                </a:cubicBezTo>
                <a:cubicBezTo>
                  <a:pt x="3045523" y="456057"/>
                  <a:pt x="3046056" y="456324"/>
                  <a:pt x="3045790" y="457658"/>
                </a:cubicBezTo>
                <a:cubicBezTo>
                  <a:pt x="3045790" y="459791"/>
                  <a:pt x="3040456" y="464592"/>
                  <a:pt x="3038589" y="464592"/>
                </a:cubicBezTo>
                <a:cubicBezTo>
                  <a:pt x="3036722" y="464592"/>
                  <a:pt x="3036989" y="464325"/>
                  <a:pt x="3038322" y="465659"/>
                </a:cubicBezTo>
                <a:cubicBezTo>
                  <a:pt x="3039389" y="466725"/>
                  <a:pt x="3039656" y="466992"/>
                  <a:pt x="3038589" y="466725"/>
                </a:cubicBezTo>
                <a:cubicBezTo>
                  <a:pt x="3037789" y="466725"/>
                  <a:pt x="3037789" y="467525"/>
                  <a:pt x="3037789" y="468592"/>
                </a:cubicBezTo>
                <a:cubicBezTo>
                  <a:pt x="3037789" y="469659"/>
                  <a:pt x="3037789" y="470459"/>
                  <a:pt x="3036989" y="470459"/>
                </a:cubicBezTo>
                <a:cubicBezTo>
                  <a:pt x="3036456" y="470459"/>
                  <a:pt x="3035655" y="469659"/>
                  <a:pt x="3035655" y="468859"/>
                </a:cubicBezTo>
                <a:cubicBezTo>
                  <a:pt x="3035922" y="467792"/>
                  <a:pt x="3035655" y="467792"/>
                  <a:pt x="3034588" y="469126"/>
                </a:cubicBezTo>
                <a:cubicBezTo>
                  <a:pt x="3033788" y="470192"/>
                  <a:pt x="3033522" y="471259"/>
                  <a:pt x="3034588" y="472326"/>
                </a:cubicBezTo>
                <a:cubicBezTo>
                  <a:pt x="3035389" y="473126"/>
                  <a:pt x="3034855" y="474193"/>
                  <a:pt x="3033788" y="474993"/>
                </a:cubicBezTo>
                <a:cubicBezTo>
                  <a:pt x="3031655" y="476593"/>
                  <a:pt x="3031122" y="480327"/>
                  <a:pt x="3032988" y="479260"/>
                </a:cubicBezTo>
                <a:cubicBezTo>
                  <a:pt x="3033788" y="478727"/>
                  <a:pt x="3034055" y="479260"/>
                  <a:pt x="3033522" y="480327"/>
                </a:cubicBezTo>
                <a:cubicBezTo>
                  <a:pt x="3032988" y="481394"/>
                  <a:pt x="3031922" y="482194"/>
                  <a:pt x="3030855" y="482194"/>
                </a:cubicBezTo>
                <a:cubicBezTo>
                  <a:pt x="3030055" y="482194"/>
                  <a:pt x="3029254" y="483261"/>
                  <a:pt x="3029254" y="484594"/>
                </a:cubicBezTo>
                <a:cubicBezTo>
                  <a:pt x="3028988" y="486194"/>
                  <a:pt x="3028454" y="486995"/>
                  <a:pt x="3027654" y="486461"/>
                </a:cubicBezTo>
                <a:cubicBezTo>
                  <a:pt x="3025788" y="485128"/>
                  <a:pt x="3021520" y="488061"/>
                  <a:pt x="3020720" y="490728"/>
                </a:cubicBezTo>
                <a:cubicBezTo>
                  <a:pt x="3020454" y="491795"/>
                  <a:pt x="3020720" y="492595"/>
                  <a:pt x="3021520" y="492329"/>
                </a:cubicBezTo>
                <a:cubicBezTo>
                  <a:pt x="3023387" y="491795"/>
                  <a:pt x="3020987" y="497663"/>
                  <a:pt x="3018853" y="501130"/>
                </a:cubicBezTo>
                <a:cubicBezTo>
                  <a:pt x="3017786" y="502730"/>
                  <a:pt x="3016186" y="505130"/>
                  <a:pt x="3015920" y="506464"/>
                </a:cubicBezTo>
                <a:cubicBezTo>
                  <a:pt x="3015653" y="508064"/>
                  <a:pt x="3014053" y="509931"/>
                  <a:pt x="3012986" y="510464"/>
                </a:cubicBezTo>
                <a:cubicBezTo>
                  <a:pt x="3011919" y="510998"/>
                  <a:pt x="3011119" y="513131"/>
                  <a:pt x="3011119" y="514731"/>
                </a:cubicBezTo>
                <a:cubicBezTo>
                  <a:pt x="3011119" y="516332"/>
                  <a:pt x="3010319" y="517398"/>
                  <a:pt x="3009252" y="517398"/>
                </a:cubicBezTo>
                <a:cubicBezTo>
                  <a:pt x="3008186" y="517665"/>
                  <a:pt x="3007385" y="517932"/>
                  <a:pt x="3007118" y="518999"/>
                </a:cubicBezTo>
                <a:cubicBezTo>
                  <a:pt x="3006852" y="519799"/>
                  <a:pt x="3006852" y="520865"/>
                  <a:pt x="3006852" y="521666"/>
                </a:cubicBezTo>
                <a:cubicBezTo>
                  <a:pt x="3006585" y="522199"/>
                  <a:pt x="3004718" y="524599"/>
                  <a:pt x="3002584" y="526733"/>
                </a:cubicBezTo>
                <a:cubicBezTo>
                  <a:pt x="3000184" y="529133"/>
                  <a:pt x="2998584" y="531533"/>
                  <a:pt x="2998584" y="532600"/>
                </a:cubicBezTo>
                <a:cubicBezTo>
                  <a:pt x="2998584" y="533667"/>
                  <a:pt x="2998584" y="534734"/>
                  <a:pt x="2998050" y="534734"/>
                </a:cubicBezTo>
                <a:cubicBezTo>
                  <a:pt x="2995917" y="535001"/>
                  <a:pt x="2993517" y="539001"/>
                  <a:pt x="2994850" y="540068"/>
                </a:cubicBezTo>
                <a:cubicBezTo>
                  <a:pt x="2995650" y="540601"/>
                  <a:pt x="2994850" y="542735"/>
                  <a:pt x="2992450" y="546469"/>
                </a:cubicBezTo>
                <a:cubicBezTo>
                  <a:pt x="2984449" y="559270"/>
                  <a:pt x="2972448" y="584073"/>
                  <a:pt x="2973781" y="585407"/>
                </a:cubicBezTo>
                <a:cubicBezTo>
                  <a:pt x="2975915" y="587540"/>
                  <a:pt x="2995917" y="573405"/>
                  <a:pt x="3007118" y="562204"/>
                </a:cubicBezTo>
                <a:cubicBezTo>
                  <a:pt x="3024187" y="545135"/>
                  <a:pt x="3049790" y="516332"/>
                  <a:pt x="3063125" y="491795"/>
                </a:cubicBezTo>
                <a:cubicBezTo>
                  <a:pt x="3064726" y="488861"/>
                  <a:pt x="3068993" y="483261"/>
                  <a:pt x="3071660" y="479260"/>
                </a:cubicBezTo>
                <a:cubicBezTo>
                  <a:pt x="3074327" y="474993"/>
                  <a:pt x="3076727" y="471259"/>
                  <a:pt x="3076727" y="470993"/>
                </a:cubicBezTo>
                <a:cubicBezTo>
                  <a:pt x="3076727" y="470726"/>
                  <a:pt x="3082328" y="462992"/>
                  <a:pt x="3083128" y="462191"/>
                </a:cubicBezTo>
                <a:cubicBezTo>
                  <a:pt x="3083128" y="461658"/>
                  <a:pt x="3084728" y="459258"/>
                  <a:pt x="3086595" y="456324"/>
                </a:cubicBezTo>
                <a:cubicBezTo>
                  <a:pt x="3106864" y="424320"/>
                  <a:pt x="3127934" y="390716"/>
                  <a:pt x="3144202" y="356578"/>
                </a:cubicBezTo>
                <a:cubicBezTo>
                  <a:pt x="3147403" y="349911"/>
                  <a:pt x="3149536" y="344843"/>
                  <a:pt x="3147669" y="344843"/>
                </a:cubicBezTo>
                <a:close/>
                <a:moveTo>
                  <a:pt x="2174481" y="343510"/>
                </a:moveTo>
                <a:cubicBezTo>
                  <a:pt x="2174214" y="343243"/>
                  <a:pt x="2172881" y="343510"/>
                  <a:pt x="2171547" y="344310"/>
                </a:cubicBezTo>
                <a:cubicBezTo>
                  <a:pt x="2169947" y="345110"/>
                  <a:pt x="2169680" y="345377"/>
                  <a:pt x="2171281" y="345377"/>
                </a:cubicBezTo>
                <a:cubicBezTo>
                  <a:pt x="2173414" y="345644"/>
                  <a:pt x="2175281" y="344310"/>
                  <a:pt x="2174481" y="343510"/>
                </a:cubicBezTo>
                <a:close/>
                <a:moveTo>
                  <a:pt x="2254262" y="339509"/>
                </a:moveTo>
                <a:lnTo>
                  <a:pt x="2253729" y="340896"/>
                </a:lnTo>
                <a:lnTo>
                  <a:pt x="2253729" y="340843"/>
                </a:lnTo>
                <a:cubicBezTo>
                  <a:pt x="2254796" y="340043"/>
                  <a:pt x="2255062" y="339509"/>
                  <a:pt x="2254262" y="339509"/>
                </a:cubicBezTo>
                <a:close/>
                <a:moveTo>
                  <a:pt x="2214258" y="339509"/>
                </a:moveTo>
                <a:cubicBezTo>
                  <a:pt x="2213457" y="339509"/>
                  <a:pt x="2213457" y="340309"/>
                  <a:pt x="2213724" y="341376"/>
                </a:cubicBezTo>
                <a:cubicBezTo>
                  <a:pt x="2213990" y="342710"/>
                  <a:pt x="2213990" y="343243"/>
                  <a:pt x="2213190" y="342710"/>
                </a:cubicBezTo>
                <a:cubicBezTo>
                  <a:pt x="2211057" y="341110"/>
                  <a:pt x="2205990" y="347244"/>
                  <a:pt x="2206523" y="350177"/>
                </a:cubicBezTo>
                <a:cubicBezTo>
                  <a:pt x="2206790" y="351778"/>
                  <a:pt x="2206523" y="352844"/>
                  <a:pt x="2205723" y="352844"/>
                </a:cubicBezTo>
                <a:cubicBezTo>
                  <a:pt x="2205190" y="352578"/>
                  <a:pt x="2204390" y="353645"/>
                  <a:pt x="2204390" y="354711"/>
                </a:cubicBezTo>
                <a:cubicBezTo>
                  <a:pt x="2204656" y="355511"/>
                  <a:pt x="2203856" y="356045"/>
                  <a:pt x="2203322" y="355778"/>
                </a:cubicBezTo>
                <a:cubicBezTo>
                  <a:pt x="2202523" y="355245"/>
                  <a:pt x="2201989" y="355245"/>
                  <a:pt x="2202256" y="356045"/>
                </a:cubicBezTo>
                <a:cubicBezTo>
                  <a:pt x="2203056" y="358712"/>
                  <a:pt x="2201989" y="359512"/>
                  <a:pt x="2200122" y="358979"/>
                </a:cubicBezTo>
                <a:cubicBezTo>
                  <a:pt x="2198522" y="358445"/>
                  <a:pt x="2198256" y="358712"/>
                  <a:pt x="2199322" y="360579"/>
                </a:cubicBezTo>
                <a:cubicBezTo>
                  <a:pt x="2200389" y="362446"/>
                  <a:pt x="2199856" y="363512"/>
                  <a:pt x="2197189" y="366713"/>
                </a:cubicBezTo>
                <a:cubicBezTo>
                  <a:pt x="2195322" y="368846"/>
                  <a:pt x="2193722" y="371247"/>
                  <a:pt x="2193188" y="372047"/>
                </a:cubicBezTo>
                <a:cubicBezTo>
                  <a:pt x="2192388" y="373114"/>
                  <a:pt x="2192388" y="373380"/>
                  <a:pt x="2191321" y="372047"/>
                </a:cubicBezTo>
                <a:cubicBezTo>
                  <a:pt x="2190254" y="370713"/>
                  <a:pt x="2189988" y="370980"/>
                  <a:pt x="2189454" y="372847"/>
                </a:cubicBezTo>
                <a:cubicBezTo>
                  <a:pt x="2188921" y="374447"/>
                  <a:pt x="2188921" y="376047"/>
                  <a:pt x="2189454" y="376581"/>
                </a:cubicBezTo>
                <a:cubicBezTo>
                  <a:pt x="2189988" y="377114"/>
                  <a:pt x="2189454" y="378181"/>
                  <a:pt x="2188921" y="378448"/>
                </a:cubicBezTo>
                <a:cubicBezTo>
                  <a:pt x="2187054" y="379781"/>
                  <a:pt x="2187321" y="382715"/>
                  <a:pt x="2189454" y="382715"/>
                </a:cubicBezTo>
                <a:cubicBezTo>
                  <a:pt x="2190254" y="382715"/>
                  <a:pt x="2191321" y="381915"/>
                  <a:pt x="2191321" y="380848"/>
                </a:cubicBezTo>
                <a:cubicBezTo>
                  <a:pt x="2191054" y="377648"/>
                  <a:pt x="2191321" y="377648"/>
                  <a:pt x="2193988" y="376047"/>
                </a:cubicBezTo>
                <a:cubicBezTo>
                  <a:pt x="2195322" y="375247"/>
                  <a:pt x="2196655" y="373647"/>
                  <a:pt x="2196655" y="372580"/>
                </a:cubicBezTo>
                <a:cubicBezTo>
                  <a:pt x="2197189" y="369380"/>
                  <a:pt x="2202256" y="362446"/>
                  <a:pt x="2204123" y="362446"/>
                </a:cubicBezTo>
                <a:cubicBezTo>
                  <a:pt x="2205190" y="362179"/>
                  <a:pt x="2205723" y="361646"/>
                  <a:pt x="2205190" y="360579"/>
                </a:cubicBezTo>
                <a:cubicBezTo>
                  <a:pt x="2204123" y="358445"/>
                  <a:pt x="2210524" y="349377"/>
                  <a:pt x="2212390" y="350177"/>
                </a:cubicBezTo>
                <a:cubicBezTo>
                  <a:pt x="2212924" y="350444"/>
                  <a:pt x="2212657" y="349644"/>
                  <a:pt x="2211857" y="348311"/>
                </a:cubicBezTo>
                <a:cubicBezTo>
                  <a:pt x="2209990" y="345110"/>
                  <a:pt x="2210257" y="342977"/>
                  <a:pt x="2211857" y="345910"/>
                </a:cubicBezTo>
                <a:cubicBezTo>
                  <a:pt x="2212390" y="346977"/>
                  <a:pt x="2213724" y="347777"/>
                  <a:pt x="2214524" y="347777"/>
                </a:cubicBezTo>
                <a:cubicBezTo>
                  <a:pt x="2215324" y="348044"/>
                  <a:pt x="2215324" y="347510"/>
                  <a:pt x="2214258" y="346710"/>
                </a:cubicBezTo>
                <a:cubicBezTo>
                  <a:pt x="2213190" y="345910"/>
                  <a:pt x="2213190" y="345644"/>
                  <a:pt x="2213990" y="345110"/>
                </a:cubicBezTo>
                <a:cubicBezTo>
                  <a:pt x="2215591" y="344043"/>
                  <a:pt x="2215858" y="339509"/>
                  <a:pt x="2214258" y="339509"/>
                </a:cubicBezTo>
                <a:close/>
                <a:moveTo>
                  <a:pt x="170359" y="338576"/>
                </a:moveTo>
                <a:cubicBezTo>
                  <a:pt x="170193" y="338376"/>
                  <a:pt x="169793" y="338443"/>
                  <a:pt x="169126" y="338709"/>
                </a:cubicBezTo>
                <a:cubicBezTo>
                  <a:pt x="166992" y="339509"/>
                  <a:pt x="166459" y="342176"/>
                  <a:pt x="168326" y="342176"/>
                </a:cubicBezTo>
                <a:cubicBezTo>
                  <a:pt x="169126" y="341910"/>
                  <a:pt x="169926" y="341110"/>
                  <a:pt x="170193" y="340043"/>
                </a:cubicBezTo>
                <a:cubicBezTo>
                  <a:pt x="170459" y="339243"/>
                  <a:pt x="170526" y="338776"/>
                  <a:pt x="170359" y="338576"/>
                </a:cubicBezTo>
                <a:close/>
                <a:moveTo>
                  <a:pt x="26775" y="336509"/>
                </a:moveTo>
                <a:cubicBezTo>
                  <a:pt x="26508" y="336176"/>
                  <a:pt x="26175" y="336042"/>
                  <a:pt x="25908" y="336576"/>
                </a:cubicBezTo>
                <a:cubicBezTo>
                  <a:pt x="24841" y="339509"/>
                  <a:pt x="27241" y="340309"/>
                  <a:pt x="27241" y="337643"/>
                </a:cubicBezTo>
                <a:cubicBezTo>
                  <a:pt x="27241" y="337376"/>
                  <a:pt x="27041" y="336842"/>
                  <a:pt x="26775" y="336509"/>
                </a:cubicBezTo>
                <a:close/>
                <a:moveTo>
                  <a:pt x="1453591" y="334175"/>
                </a:moveTo>
                <a:cubicBezTo>
                  <a:pt x="1452791" y="334175"/>
                  <a:pt x="1452257" y="334976"/>
                  <a:pt x="1452257" y="335776"/>
                </a:cubicBezTo>
                <a:cubicBezTo>
                  <a:pt x="1452257" y="336576"/>
                  <a:pt x="1453057" y="337109"/>
                  <a:pt x="1453591" y="336309"/>
                </a:cubicBezTo>
                <a:cubicBezTo>
                  <a:pt x="1454124" y="335509"/>
                  <a:pt x="1455191" y="335242"/>
                  <a:pt x="1455191" y="334709"/>
                </a:cubicBezTo>
                <a:cubicBezTo>
                  <a:pt x="1454924" y="334442"/>
                  <a:pt x="1454391" y="334175"/>
                  <a:pt x="1453591" y="334175"/>
                </a:cubicBezTo>
                <a:close/>
                <a:moveTo>
                  <a:pt x="2525534" y="332842"/>
                </a:moveTo>
                <a:cubicBezTo>
                  <a:pt x="2524201" y="333375"/>
                  <a:pt x="2523134" y="333642"/>
                  <a:pt x="2523134" y="333909"/>
                </a:cubicBezTo>
                <a:cubicBezTo>
                  <a:pt x="2523134" y="334442"/>
                  <a:pt x="2523934" y="334709"/>
                  <a:pt x="2525001" y="334709"/>
                </a:cubicBezTo>
                <a:cubicBezTo>
                  <a:pt x="2526068" y="334709"/>
                  <a:pt x="2527134" y="334175"/>
                  <a:pt x="2527401" y="333642"/>
                </a:cubicBezTo>
                <a:cubicBezTo>
                  <a:pt x="2527401" y="332842"/>
                  <a:pt x="2526334" y="332575"/>
                  <a:pt x="2525534" y="332842"/>
                </a:cubicBezTo>
                <a:close/>
                <a:moveTo>
                  <a:pt x="2221192" y="332575"/>
                </a:moveTo>
                <a:cubicBezTo>
                  <a:pt x="2220391" y="332842"/>
                  <a:pt x="2218791" y="334442"/>
                  <a:pt x="2217724" y="336042"/>
                </a:cubicBezTo>
                <a:lnTo>
                  <a:pt x="2215858" y="338709"/>
                </a:lnTo>
                <a:lnTo>
                  <a:pt x="2219324" y="336576"/>
                </a:lnTo>
                <a:cubicBezTo>
                  <a:pt x="2222792" y="334442"/>
                  <a:pt x="2223592" y="331775"/>
                  <a:pt x="2221192" y="332575"/>
                </a:cubicBezTo>
                <a:close/>
                <a:moveTo>
                  <a:pt x="1206322" y="332575"/>
                </a:moveTo>
                <a:lnTo>
                  <a:pt x="1205518" y="333150"/>
                </a:lnTo>
                <a:lnTo>
                  <a:pt x="1206081" y="332655"/>
                </a:lnTo>
                <a:close/>
                <a:moveTo>
                  <a:pt x="2545004" y="328841"/>
                </a:moveTo>
                <a:lnTo>
                  <a:pt x="2545004" y="328841"/>
                </a:lnTo>
                <a:lnTo>
                  <a:pt x="2545004" y="328842"/>
                </a:lnTo>
                <a:close/>
                <a:moveTo>
                  <a:pt x="2195817" y="328308"/>
                </a:moveTo>
                <a:cubicBezTo>
                  <a:pt x="2195284" y="329375"/>
                  <a:pt x="2194750" y="329908"/>
                  <a:pt x="2193950" y="329908"/>
                </a:cubicBezTo>
                <a:cubicBezTo>
                  <a:pt x="2193417" y="329908"/>
                  <a:pt x="2191816" y="330975"/>
                  <a:pt x="2190216" y="332575"/>
                </a:cubicBezTo>
                <a:lnTo>
                  <a:pt x="2187550" y="335242"/>
                </a:lnTo>
                <a:lnTo>
                  <a:pt x="2190483" y="333375"/>
                </a:lnTo>
                <a:cubicBezTo>
                  <a:pt x="2192083" y="332309"/>
                  <a:pt x="2194217" y="331242"/>
                  <a:pt x="2195017" y="330708"/>
                </a:cubicBezTo>
                <a:cubicBezTo>
                  <a:pt x="2195817" y="330175"/>
                  <a:pt x="2196617" y="329108"/>
                  <a:pt x="2196350" y="328308"/>
                </a:cubicBezTo>
                <a:cubicBezTo>
                  <a:pt x="2196350" y="327241"/>
                  <a:pt x="2196350" y="327241"/>
                  <a:pt x="2195817" y="328308"/>
                </a:cubicBezTo>
                <a:close/>
                <a:moveTo>
                  <a:pt x="1452791" y="323241"/>
                </a:moveTo>
                <a:cubicBezTo>
                  <a:pt x="1450924" y="322974"/>
                  <a:pt x="1448790" y="325374"/>
                  <a:pt x="1445056" y="331508"/>
                </a:cubicBezTo>
                <a:cubicBezTo>
                  <a:pt x="1442389" y="336042"/>
                  <a:pt x="1439722" y="340309"/>
                  <a:pt x="1439189" y="340843"/>
                </a:cubicBezTo>
                <a:cubicBezTo>
                  <a:pt x="1437322" y="342443"/>
                  <a:pt x="1435188" y="348311"/>
                  <a:pt x="1436522" y="348311"/>
                </a:cubicBezTo>
                <a:cubicBezTo>
                  <a:pt x="1437322" y="348311"/>
                  <a:pt x="1438656" y="347510"/>
                  <a:pt x="1438922" y="346710"/>
                </a:cubicBezTo>
                <a:cubicBezTo>
                  <a:pt x="1439189" y="345644"/>
                  <a:pt x="1440522" y="345644"/>
                  <a:pt x="1441056" y="345910"/>
                </a:cubicBezTo>
                <a:cubicBezTo>
                  <a:pt x="1441856" y="346177"/>
                  <a:pt x="1442389" y="345910"/>
                  <a:pt x="1443190" y="345110"/>
                </a:cubicBezTo>
                <a:cubicBezTo>
                  <a:pt x="1443990" y="344310"/>
                  <a:pt x="1443190" y="343510"/>
                  <a:pt x="1442389" y="343510"/>
                </a:cubicBezTo>
                <a:cubicBezTo>
                  <a:pt x="1441589" y="343510"/>
                  <a:pt x="1440789" y="342977"/>
                  <a:pt x="1440789" y="341910"/>
                </a:cubicBezTo>
                <a:cubicBezTo>
                  <a:pt x="1440789" y="341110"/>
                  <a:pt x="1441856" y="340576"/>
                  <a:pt x="1443723" y="340843"/>
                </a:cubicBezTo>
                <a:cubicBezTo>
                  <a:pt x="1445590" y="341110"/>
                  <a:pt x="1446123" y="341110"/>
                  <a:pt x="1445590" y="339509"/>
                </a:cubicBezTo>
                <a:cubicBezTo>
                  <a:pt x="1445323" y="338443"/>
                  <a:pt x="1445590" y="337376"/>
                  <a:pt x="1446657" y="337376"/>
                </a:cubicBezTo>
                <a:cubicBezTo>
                  <a:pt x="1447723" y="337376"/>
                  <a:pt x="1449324" y="336042"/>
                  <a:pt x="1450390" y="334175"/>
                </a:cubicBezTo>
                <a:cubicBezTo>
                  <a:pt x="1451457" y="332575"/>
                  <a:pt x="1452524" y="331775"/>
                  <a:pt x="1453591" y="332042"/>
                </a:cubicBezTo>
                <a:cubicBezTo>
                  <a:pt x="1454391" y="332309"/>
                  <a:pt x="1455724" y="332309"/>
                  <a:pt x="1456791" y="331508"/>
                </a:cubicBezTo>
                <a:cubicBezTo>
                  <a:pt x="1458125" y="330708"/>
                  <a:pt x="1457858" y="329908"/>
                  <a:pt x="1455991" y="329908"/>
                </a:cubicBezTo>
                <a:cubicBezTo>
                  <a:pt x="1454658" y="329908"/>
                  <a:pt x="1453324" y="328841"/>
                  <a:pt x="1453324" y="328308"/>
                </a:cubicBezTo>
                <a:cubicBezTo>
                  <a:pt x="1453324" y="327508"/>
                  <a:pt x="1454124" y="326174"/>
                  <a:pt x="1455724" y="325374"/>
                </a:cubicBezTo>
                <a:cubicBezTo>
                  <a:pt x="1457058" y="324574"/>
                  <a:pt x="1457324" y="323774"/>
                  <a:pt x="1456791" y="323774"/>
                </a:cubicBezTo>
                <a:cubicBezTo>
                  <a:pt x="1455991" y="323507"/>
                  <a:pt x="1454124" y="323241"/>
                  <a:pt x="1452791" y="323241"/>
                </a:cubicBezTo>
                <a:close/>
                <a:moveTo>
                  <a:pt x="201396" y="323241"/>
                </a:moveTo>
                <a:cubicBezTo>
                  <a:pt x="201130" y="323507"/>
                  <a:pt x="200596" y="324041"/>
                  <a:pt x="200063" y="324841"/>
                </a:cubicBezTo>
                <a:cubicBezTo>
                  <a:pt x="199796" y="325641"/>
                  <a:pt x="200063" y="326174"/>
                  <a:pt x="200863" y="326174"/>
                </a:cubicBezTo>
                <a:cubicBezTo>
                  <a:pt x="201396" y="326174"/>
                  <a:pt x="202197" y="325641"/>
                  <a:pt x="202197" y="324841"/>
                </a:cubicBezTo>
                <a:cubicBezTo>
                  <a:pt x="201930" y="324041"/>
                  <a:pt x="201663" y="323241"/>
                  <a:pt x="201396" y="323241"/>
                </a:cubicBezTo>
                <a:close/>
                <a:moveTo>
                  <a:pt x="2228459" y="321941"/>
                </a:moveTo>
                <a:cubicBezTo>
                  <a:pt x="2228659" y="321507"/>
                  <a:pt x="2228259" y="321641"/>
                  <a:pt x="2227326" y="322174"/>
                </a:cubicBezTo>
                <a:cubicBezTo>
                  <a:pt x="2226792" y="322441"/>
                  <a:pt x="2225725" y="324041"/>
                  <a:pt x="2224925" y="325374"/>
                </a:cubicBezTo>
                <a:cubicBezTo>
                  <a:pt x="2223858" y="327775"/>
                  <a:pt x="2223858" y="327775"/>
                  <a:pt x="2225992" y="325108"/>
                </a:cubicBezTo>
                <a:cubicBezTo>
                  <a:pt x="2227459" y="323374"/>
                  <a:pt x="2228259" y="322374"/>
                  <a:pt x="2228459" y="321941"/>
                </a:cubicBezTo>
                <a:close/>
                <a:moveTo>
                  <a:pt x="1469859" y="319774"/>
                </a:moveTo>
                <a:cubicBezTo>
                  <a:pt x="1468793" y="319507"/>
                  <a:pt x="1468259" y="320040"/>
                  <a:pt x="1468259" y="321374"/>
                </a:cubicBezTo>
                <a:cubicBezTo>
                  <a:pt x="1468259" y="322707"/>
                  <a:pt x="1467992" y="324041"/>
                  <a:pt x="1467726" y="324041"/>
                </a:cubicBezTo>
                <a:cubicBezTo>
                  <a:pt x="1466126" y="324308"/>
                  <a:pt x="1459458" y="332042"/>
                  <a:pt x="1458125" y="335242"/>
                </a:cubicBezTo>
                <a:cubicBezTo>
                  <a:pt x="1455991" y="339776"/>
                  <a:pt x="1457858" y="341110"/>
                  <a:pt x="1460258" y="336842"/>
                </a:cubicBezTo>
                <a:cubicBezTo>
                  <a:pt x="1461325" y="334976"/>
                  <a:pt x="1463192" y="333642"/>
                  <a:pt x="1464525" y="333642"/>
                </a:cubicBezTo>
                <a:cubicBezTo>
                  <a:pt x="1465326" y="333642"/>
                  <a:pt x="1467192" y="331508"/>
                  <a:pt x="1467992" y="328841"/>
                </a:cubicBezTo>
                <a:cubicBezTo>
                  <a:pt x="1468793" y="325908"/>
                  <a:pt x="1470660" y="324041"/>
                  <a:pt x="1471726" y="324041"/>
                </a:cubicBezTo>
                <a:cubicBezTo>
                  <a:pt x="1473860" y="324574"/>
                  <a:pt x="1472260" y="320307"/>
                  <a:pt x="1469859" y="319774"/>
                </a:cubicBezTo>
                <a:close/>
                <a:moveTo>
                  <a:pt x="1455191" y="317907"/>
                </a:moveTo>
                <a:cubicBezTo>
                  <a:pt x="1454124" y="317907"/>
                  <a:pt x="1453057" y="318440"/>
                  <a:pt x="1452524" y="319240"/>
                </a:cubicBezTo>
                <a:cubicBezTo>
                  <a:pt x="1452257" y="319774"/>
                  <a:pt x="1453057" y="320574"/>
                  <a:pt x="1454658" y="320307"/>
                </a:cubicBezTo>
                <a:cubicBezTo>
                  <a:pt x="1455991" y="320040"/>
                  <a:pt x="1457324" y="319507"/>
                  <a:pt x="1457324" y="318974"/>
                </a:cubicBezTo>
                <a:cubicBezTo>
                  <a:pt x="1457324" y="318173"/>
                  <a:pt x="1456258" y="317640"/>
                  <a:pt x="1455191" y="317907"/>
                </a:cubicBezTo>
                <a:close/>
                <a:moveTo>
                  <a:pt x="2212748" y="317262"/>
                </a:moveTo>
                <a:lnTo>
                  <a:pt x="2202984" y="323407"/>
                </a:lnTo>
                <a:cubicBezTo>
                  <a:pt x="2199884" y="325574"/>
                  <a:pt x="2197950" y="327241"/>
                  <a:pt x="2199551" y="326975"/>
                </a:cubicBezTo>
                <a:cubicBezTo>
                  <a:pt x="2202218" y="326441"/>
                  <a:pt x="2204885" y="325641"/>
                  <a:pt x="2207018" y="323774"/>
                </a:cubicBezTo>
                <a:lnTo>
                  <a:pt x="2210030" y="321705"/>
                </a:lnTo>
                <a:lnTo>
                  <a:pt x="2210524" y="320840"/>
                </a:lnTo>
                <a:cubicBezTo>
                  <a:pt x="2210524" y="320707"/>
                  <a:pt x="2211057" y="319840"/>
                  <a:pt x="2211924" y="318507"/>
                </a:cubicBezTo>
                <a:close/>
                <a:moveTo>
                  <a:pt x="1465859" y="314973"/>
                </a:moveTo>
                <a:cubicBezTo>
                  <a:pt x="1465859" y="314973"/>
                  <a:pt x="1464259" y="315240"/>
                  <a:pt x="1462125" y="315773"/>
                </a:cubicBezTo>
                <a:cubicBezTo>
                  <a:pt x="1458658" y="316573"/>
                  <a:pt x="1458658" y="316840"/>
                  <a:pt x="1460792" y="317907"/>
                </a:cubicBezTo>
                <a:cubicBezTo>
                  <a:pt x="1462925" y="318974"/>
                  <a:pt x="1465592" y="317640"/>
                  <a:pt x="1465859" y="314973"/>
                </a:cubicBezTo>
                <a:close/>
                <a:moveTo>
                  <a:pt x="192329" y="311239"/>
                </a:moveTo>
                <a:cubicBezTo>
                  <a:pt x="190462" y="311506"/>
                  <a:pt x="182727" y="320307"/>
                  <a:pt x="183261" y="321907"/>
                </a:cubicBezTo>
                <a:cubicBezTo>
                  <a:pt x="183261" y="322441"/>
                  <a:pt x="182727" y="322441"/>
                  <a:pt x="181661" y="322174"/>
                </a:cubicBezTo>
                <a:cubicBezTo>
                  <a:pt x="179260" y="321641"/>
                  <a:pt x="174993" y="328308"/>
                  <a:pt x="176327" y="330975"/>
                </a:cubicBezTo>
                <a:cubicBezTo>
                  <a:pt x="176860" y="332042"/>
                  <a:pt x="176593" y="333375"/>
                  <a:pt x="175793" y="333642"/>
                </a:cubicBezTo>
                <a:cubicBezTo>
                  <a:pt x="174726" y="334175"/>
                  <a:pt x="174993" y="334442"/>
                  <a:pt x="176593" y="334442"/>
                </a:cubicBezTo>
                <a:cubicBezTo>
                  <a:pt x="177660" y="334442"/>
                  <a:pt x="178727" y="333909"/>
                  <a:pt x="178727" y="332842"/>
                </a:cubicBezTo>
                <a:cubicBezTo>
                  <a:pt x="178727" y="332042"/>
                  <a:pt x="180861" y="328841"/>
                  <a:pt x="184061" y="325641"/>
                </a:cubicBezTo>
                <a:cubicBezTo>
                  <a:pt x="187261" y="322441"/>
                  <a:pt x="189128" y="318707"/>
                  <a:pt x="188862" y="317907"/>
                </a:cubicBezTo>
                <a:cubicBezTo>
                  <a:pt x="188595" y="316840"/>
                  <a:pt x="189662" y="315506"/>
                  <a:pt x="190995" y="315240"/>
                </a:cubicBezTo>
                <a:cubicBezTo>
                  <a:pt x="193929" y="314706"/>
                  <a:pt x="194462" y="310973"/>
                  <a:pt x="192329" y="311239"/>
                </a:cubicBezTo>
                <a:close/>
                <a:moveTo>
                  <a:pt x="2900972" y="309639"/>
                </a:moveTo>
                <a:cubicBezTo>
                  <a:pt x="2900172" y="309639"/>
                  <a:pt x="2899638" y="310172"/>
                  <a:pt x="2899638" y="310706"/>
                </a:cubicBezTo>
                <a:cubicBezTo>
                  <a:pt x="2899638" y="311506"/>
                  <a:pt x="2900172" y="311773"/>
                  <a:pt x="2900972" y="311239"/>
                </a:cubicBezTo>
                <a:cubicBezTo>
                  <a:pt x="2901505" y="310973"/>
                  <a:pt x="2902039" y="310439"/>
                  <a:pt x="2902039" y="310172"/>
                </a:cubicBezTo>
                <a:cubicBezTo>
                  <a:pt x="2902039" y="309906"/>
                  <a:pt x="2901505" y="309639"/>
                  <a:pt x="2900972" y="309639"/>
                </a:cubicBezTo>
                <a:close/>
                <a:moveTo>
                  <a:pt x="208064" y="309106"/>
                </a:moveTo>
                <a:cubicBezTo>
                  <a:pt x="207264" y="309106"/>
                  <a:pt x="206730" y="309639"/>
                  <a:pt x="206730" y="310439"/>
                </a:cubicBezTo>
                <a:cubicBezTo>
                  <a:pt x="206730" y="311239"/>
                  <a:pt x="206997" y="311773"/>
                  <a:pt x="207264" y="311773"/>
                </a:cubicBezTo>
                <a:cubicBezTo>
                  <a:pt x="207797" y="311773"/>
                  <a:pt x="208331" y="311239"/>
                  <a:pt x="208597" y="310439"/>
                </a:cubicBezTo>
                <a:cubicBezTo>
                  <a:pt x="208864" y="309639"/>
                  <a:pt x="208864" y="308839"/>
                  <a:pt x="208064" y="309106"/>
                </a:cubicBezTo>
                <a:close/>
                <a:moveTo>
                  <a:pt x="179260" y="308839"/>
                </a:moveTo>
                <a:cubicBezTo>
                  <a:pt x="171793" y="312039"/>
                  <a:pt x="162458" y="315773"/>
                  <a:pt x="155524" y="317373"/>
                </a:cubicBezTo>
                <a:lnTo>
                  <a:pt x="154457" y="317640"/>
                </a:lnTo>
                <a:cubicBezTo>
                  <a:pt x="137922" y="321641"/>
                  <a:pt x="110185" y="337643"/>
                  <a:pt x="97117" y="347244"/>
                </a:cubicBezTo>
                <a:cubicBezTo>
                  <a:pt x="90716" y="351778"/>
                  <a:pt x="77914" y="358979"/>
                  <a:pt x="82182" y="369113"/>
                </a:cubicBezTo>
                <a:cubicBezTo>
                  <a:pt x="84582" y="374714"/>
                  <a:pt x="88316" y="376847"/>
                  <a:pt x="93116" y="376847"/>
                </a:cubicBezTo>
                <a:cubicBezTo>
                  <a:pt x="107785" y="376847"/>
                  <a:pt x="130721" y="355511"/>
                  <a:pt x="138455" y="348844"/>
                </a:cubicBezTo>
                <a:cubicBezTo>
                  <a:pt x="145656" y="342443"/>
                  <a:pt x="153657" y="335776"/>
                  <a:pt x="155791" y="333375"/>
                </a:cubicBezTo>
                <a:cubicBezTo>
                  <a:pt x="157924" y="330975"/>
                  <a:pt x="164592" y="323241"/>
                  <a:pt x="171526" y="317107"/>
                </a:cubicBezTo>
                <a:cubicBezTo>
                  <a:pt x="173660" y="315240"/>
                  <a:pt x="176060" y="312306"/>
                  <a:pt x="179260" y="308839"/>
                </a:cubicBezTo>
                <a:close/>
                <a:moveTo>
                  <a:pt x="1468526" y="308306"/>
                </a:moveTo>
                <a:cubicBezTo>
                  <a:pt x="1467992" y="308306"/>
                  <a:pt x="1466926" y="309639"/>
                  <a:pt x="1466392" y="310973"/>
                </a:cubicBezTo>
                <a:cubicBezTo>
                  <a:pt x="1465859" y="312839"/>
                  <a:pt x="1465859" y="313106"/>
                  <a:pt x="1467726" y="311506"/>
                </a:cubicBezTo>
                <a:cubicBezTo>
                  <a:pt x="1470393" y="309106"/>
                  <a:pt x="1470393" y="308306"/>
                  <a:pt x="1468526" y="308306"/>
                </a:cubicBezTo>
                <a:close/>
                <a:moveTo>
                  <a:pt x="1461592" y="308039"/>
                </a:moveTo>
                <a:cubicBezTo>
                  <a:pt x="1457058" y="309372"/>
                  <a:pt x="1453591" y="311773"/>
                  <a:pt x="1457058" y="311773"/>
                </a:cubicBezTo>
                <a:cubicBezTo>
                  <a:pt x="1460792" y="311773"/>
                  <a:pt x="1465592" y="309639"/>
                  <a:pt x="1465592" y="308306"/>
                </a:cubicBezTo>
                <a:cubicBezTo>
                  <a:pt x="1465592" y="307505"/>
                  <a:pt x="1463725" y="307505"/>
                  <a:pt x="1461592" y="308039"/>
                </a:cubicBezTo>
                <a:close/>
                <a:moveTo>
                  <a:pt x="13106" y="306439"/>
                </a:moveTo>
                <a:cubicBezTo>
                  <a:pt x="12306" y="307239"/>
                  <a:pt x="11773" y="308039"/>
                  <a:pt x="11773" y="308839"/>
                </a:cubicBezTo>
                <a:cubicBezTo>
                  <a:pt x="11773" y="309639"/>
                  <a:pt x="12573" y="309906"/>
                  <a:pt x="13106" y="309372"/>
                </a:cubicBezTo>
                <a:cubicBezTo>
                  <a:pt x="13906" y="308572"/>
                  <a:pt x="14440" y="307772"/>
                  <a:pt x="14440" y="306972"/>
                </a:cubicBezTo>
                <a:cubicBezTo>
                  <a:pt x="14440" y="306172"/>
                  <a:pt x="13640" y="305905"/>
                  <a:pt x="13106" y="306439"/>
                </a:cubicBezTo>
                <a:close/>
                <a:moveTo>
                  <a:pt x="565137" y="304305"/>
                </a:moveTo>
                <a:cubicBezTo>
                  <a:pt x="564604" y="304572"/>
                  <a:pt x="564337" y="305105"/>
                  <a:pt x="564337" y="305372"/>
                </a:cubicBezTo>
                <a:cubicBezTo>
                  <a:pt x="564337" y="305905"/>
                  <a:pt x="564604" y="306439"/>
                  <a:pt x="564870" y="306172"/>
                </a:cubicBezTo>
                <a:cubicBezTo>
                  <a:pt x="565137" y="306172"/>
                  <a:pt x="565404" y="305639"/>
                  <a:pt x="565671" y="305105"/>
                </a:cubicBezTo>
                <a:cubicBezTo>
                  <a:pt x="565937" y="304572"/>
                  <a:pt x="565671" y="304305"/>
                  <a:pt x="565137" y="304305"/>
                </a:cubicBezTo>
                <a:close/>
                <a:moveTo>
                  <a:pt x="197929" y="304038"/>
                </a:moveTo>
                <a:cubicBezTo>
                  <a:pt x="197663" y="304038"/>
                  <a:pt x="196863" y="304572"/>
                  <a:pt x="196596" y="305372"/>
                </a:cubicBezTo>
                <a:cubicBezTo>
                  <a:pt x="196596" y="306172"/>
                  <a:pt x="196596" y="306705"/>
                  <a:pt x="197396" y="306705"/>
                </a:cubicBezTo>
                <a:cubicBezTo>
                  <a:pt x="198196" y="306705"/>
                  <a:pt x="198729" y="306172"/>
                  <a:pt x="198729" y="305372"/>
                </a:cubicBezTo>
                <a:cubicBezTo>
                  <a:pt x="198729" y="304572"/>
                  <a:pt x="198196" y="303772"/>
                  <a:pt x="197929" y="304038"/>
                </a:cubicBezTo>
                <a:close/>
                <a:moveTo>
                  <a:pt x="571605" y="303872"/>
                </a:moveTo>
                <a:cubicBezTo>
                  <a:pt x="571005" y="304172"/>
                  <a:pt x="569938" y="305105"/>
                  <a:pt x="568604" y="306705"/>
                </a:cubicBezTo>
                <a:lnTo>
                  <a:pt x="566204" y="309639"/>
                </a:lnTo>
                <a:lnTo>
                  <a:pt x="568871" y="307772"/>
                </a:lnTo>
                <a:cubicBezTo>
                  <a:pt x="570471" y="306705"/>
                  <a:pt x="571538" y="305372"/>
                  <a:pt x="571805" y="304838"/>
                </a:cubicBezTo>
                <a:cubicBezTo>
                  <a:pt x="572338" y="303905"/>
                  <a:pt x="572205" y="303572"/>
                  <a:pt x="571605" y="303872"/>
                </a:cubicBezTo>
                <a:close/>
                <a:moveTo>
                  <a:pt x="1468793" y="301638"/>
                </a:moveTo>
                <a:cubicBezTo>
                  <a:pt x="1462392" y="302705"/>
                  <a:pt x="1460258" y="304305"/>
                  <a:pt x="1465859" y="304038"/>
                </a:cubicBezTo>
                <a:cubicBezTo>
                  <a:pt x="1467992" y="304038"/>
                  <a:pt x="1469859" y="304572"/>
                  <a:pt x="1469859" y="305639"/>
                </a:cubicBezTo>
                <a:cubicBezTo>
                  <a:pt x="1469859" y="306705"/>
                  <a:pt x="1470393" y="306705"/>
                  <a:pt x="1471993" y="305372"/>
                </a:cubicBezTo>
                <a:cubicBezTo>
                  <a:pt x="1475727" y="302438"/>
                  <a:pt x="1474127" y="300838"/>
                  <a:pt x="1468793" y="301638"/>
                </a:cubicBezTo>
                <a:close/>
                <a:moveTo>
                  <a:pt x="206197" y="300838"/>
                </a:moveTo>
                <a:cubicBezTo>
                  <a:pt x="204330" y="301105"/>
                  <a:pt x="202730" y="301371"/>
                  <a:pt x="201930" y="301371"/>
                </a:cubicBezTo>
                <a:cubicBezTo>
                  <a:pt x="199530" y="304572"/>
                  <a:pt x="199530" y="305105"/>
                  <a:pt x="201130" y="305105"/>
                </a:cubicBezTo>
                <a:cubicBezTo>
                  <a:pt x="201930" y="305105"/>
                  <a:pt x="202463" y="304572"/>
                  <a:pt x="202463" y="303772"/>
                </a:cubicBezTo>
                <a:cubicBezTo>
                  <a:pt x="202463" y="302972"/>
                  <a:pt x="203530" y="301905"/>
                  <a:pt x="205130" y="301371"/>
                </a:cubicBezTo>
                <a:cubicBezTo>
                  <a:pt x="205397" y="301371"/>
                  <a:pt x="205664" y="301105"/>
                  <a:pt x="206197" y="300838"/>
                </a:cubicBezTo>
                <a:close/>
                <a:moveTo>
                  <a:pt x="1233525" y="300305"/>
                </a:moveTo>
                <a:cubicBezTo>
                  <a:pt x="1233525" y="300038"/>
                  <a:pt x="1231125" y="301105"/>
                  <a:pt x="1228191" y="302972"/>
                </a:cubicBezTo>
                <a:cubicBezTo>
                  <a:pt x="1225258" y="304572"/>
                  <a:pt x="1222857" y="306439"/>
                  <a:pt x="1223124" y="306705"/>
                </a:cubicBezTo>
                <a:cubicBezTo>
                  <a:pt x="1223657" y="307239"/>
                  <a:pt x="1233259" y="301105"/>
                  <a:pt x="1233525" y="300305"/>
                </a:cubicBezTo>
                <a:close/>
                <a:moveTo>
                  <a:pt x="2904972" y="300038"/>
                </a:moveTo>
                <a:cubicBezTo>
                  <a:pt x="2904439" y="299771"/>
                  <a:pt x="2903639" y="300305"/>
                  <a:pt x="2903106" y="301105"/>
                </a:cubicBezTo>
                <a:cubicBezTo>
                  <a:pt x="2901238" y="304038"/>
                  <a:pt x="2902305" y="305639"/>
                  <a:pt x="2903906" y="302972"/>
                </a:cubicBezTo>
                <a:cubicBezTo>
                  <a:pt x="2904706" y="301638"/>
                  <a:pt x="2905239" y="300305"/>
                  <a:pt x="2904972" y="300038"/>
                </a:cubicBezTo>
                <a:close/>
                <a:moveTo>
                  <a:pt x="27241" y="295237"/>
                </a:moveTo>
                <a:cubicBezTo>
                  <a:pt x="26441" y="295237"/>
                  <a:pt x="25908" y="295771"/>
                  <a:pt x="25908" y="296571"/>
                </a:cubicBezTo>
                <a:cubicBezTo>
                  <a:pt x="25908" y="298971"/>
                  <a:pt x="26975" y="297904"/>
                  <a:pt x="27775" y="296571"/>
                </a:cubicBezTo>
                <a:cubicBezTo>
                  <a:pt x="28308" y="295771"/>
                  <a:pt x="28041" y="295237"/>
                  <a:pt x="27241" y="295237"/>
                </a:cubicBezTo>
                <a:close/>
                <a:moveTo>
                  <a:pt x="480842" y="295159"/>
                </a:moveTo>
                <a:lnTo>
                  <a:pt x="477835" y="297505"/>
                </a:lnTo>
                <a:lnTo>
                  <a:pt x="478726" y="297638"/>
                </a:lnTo>
                <a:cubicBezTo>
                  <a:pt x="479060" y="297838"/>
                  <a:pt x="479526" y="297454"/>
                  <a:pt x="480035" y="296721"/>
                </a:cubicBezTo>
                <a:close/>
                <a:moveTo>
                  <a:pt x="46177" y="293370"/>
                </a:moveTo>
                <a:cubicBezTo>
                  <a:pt x="45377" y="293370"/>
                  <a:pt x="45910" y="294170"/>
                  <a:pt x="46444" y="294437"/>
                </a:cubicBezTo>
                <a:cubicBezTo>
                  <a:pt x="51244" y="296837"/>
                  <a:pt x="49377" y="293104"/>
                  <a:pt x="46177" y="293370"/>
                </a:cubicBezTo>
                <a:close/>
                <a:moveTo>
                  <a:pt x="2904972" y="290437"/>
                </a:moveTo>
                <a:cubicBezTo>
                  <a:pt x="2904706" y="290437"/>
                  <a:pt x="2904172" y="291237"/>
                  <a:pt x="2903906" y="292304"/>
                </a:cubicBezTo>
                <a:cubicBezTo>
                  <a:pt x="2903372" y="293370"/>
                  <a:pt x="2903639" y="293637"/>
                  <a:pt x="2904172" y="293370"/>
                </a:cubicBezTo>
                <a:cubicBezTo>
                  <a:pt x="2905506" y="292570"/>
                  <a:pt x="2906039" y="290437"/>
                  <a:pt x="2904972" y="290437"/>
                </a:cubicBezTo>
                <a:close/>
                <a:moveTo>
                  <a:pt x="1493862" y="290170"/>
                </a:moveTo>
                <a:cubicBezTo>
                  <a:pt x="1493062" y="290703"/>
                  <a:pt x="1492529" y="291770"/>
                  <a:pt x="1492529" y="292570"/>
                </a:cubicBezTo>
                <a:cubicBezTo>
                  <a:pt x="1492529" y="293370"/>
                  <a:pt x="1493062" y="293904"/>
                  <a:pt x="1493862" y="293904"/>
                </a:cubicBezTo>
                <a:cubicBezTo>
                  <a:pt x="1494662" y="293904"/>
                  <a:pt x="1495463" y="292837"/>
                  <a:pt x="1495463" y="291503"/>
                </a:cubicBezTo>
                <a:cubicBezTo>
                  <a:pt x="1495196" y="290437"/>
                  <a:pt x="1494396" y="289903"/>
                  <a:pt x="1493862" y="290170"/>
                </a:cubicBezTo>
                <a:close/>
                <a:moveTo>
                  <a:pt x="2908706" y="288570"/>
                </a:moveTo>
                <a:lnTo>
                  <a:pt x="2907106" y="291503"/>
                </a:lnTo>
                <a:cubicBezTo>
                  <a:pt x="2904972" y="295504"/>
                  <a:pt x="2905239" y="298438"/>
                  <a:pt x="2907106" y="296571"/>
                </a:cubicBezTo>
                <a:cubicBezTo>
                  <a:pt x="2907906" y="295771"/>
                  <a:pt x="2908706" y="293904"/>
                  <a:pt x="2908706" y="292037"/>
                </a:cubicBezTo>
                <a:close/>
                <a:moveTo>
                  <a:pt x="1799653" y="287770"/>
                </a:moveTo>
                <a:cubicBezTo>
                  <a:pt x="1799653" y="287503"/>
                  <a:pt x="1799120" y="287503"/>
                  <a:pt x="1798053" y="288036"/>
                </a:cubicBezTo>
                <a:cubicBezTo>
                  <a:pt x="1796453" y="288570"/>
                  <a:pt x="1794586" y="293370"/>
                  <a:pt x="1795652" y="294437"/>
                </a:cubicBezTo>
                <a:cubicBezTo>
                  <a:pt x="1795919" y="294704"/>
                  <a:pt x="1799386" y="289103"/>
                  <a:pt x="1799653" y="287770"/>
                </a:cubicBezTo>
                <a:close/>
                <a:moveTo>
                  <a:pt x="1251127" y="287770"/>
                </a:moveTo>
                <a:cubicBezTo>
                  <a:pt x="1250861" y="287770"/>
                  <a:pt x="1249794" y="288836"/>
                  <a:pt x="1248727" y="289903"/>
                </a:cubicBezTo>
                <a:cubicBezTo>
                  <a:pt x="1246860" y="291770"/>
                  <a:pt x="1246860" y="291770"/>
                  <a:pt x="1248994" y="290437"/>
                </a:cubicBezTo>
                <a:cubicBezTo>
                  <a:pt x="1251394" y="288836"/>
                  <a:pt x="1252194" y="287770"/>
                  <a:pt x="1251127" y="287770"/>
                </a:cubicBezTo>
                <a:close/>
                <a:moveTo>
                  <a:pt x="1482932" y="287103"/>
                </a:moveTo>
                <a:cubicBezTo>
                  <a:pt x="1482644" y="287303"/>
                  <a:pt x="1482194" y="287770"/>
                  <a:pt x="1481594" y="288570"/>
                </a:cubicBezTo>
                <a:cubicBezTo>
                  <a:pt x="1480528" y="289903"/>
                  <a:pt x="1479194" y="289903"/>
                  <a:pt x="1478661" y="288836"/>
                </a:cubicBezTo>
                <a:cubicBezTo>
                  <a:pt x="1477860" y="287236"/>
                  <a:pt x="1475460" y="287770"/>
                  <a:pt x="1470660" y="290437"/>
                </a:cubicBezTo>
                <a:cubicBezTo>
                  <a:pt x="1467192" y="292304"/>
                  <a:pt x="1467459" y="292570"/>
                  <a:pt x="1470126" y="293637"/>
                </a:cubicBezTo>
                <a:cubicBezTo>
                  <a:pt x="1471460" y="294170"/>
                  <a:pt x="1472260" y="294704"/>
                  <a:pt x="1471193" y="294971"/>
                </a:cubicBezTo>
                <a:cubicBezTo>
                  <a:pt x="1469326" y="295504"/>
                  <a:pt x="1467726" y="295771"/>
                  <a:pt x="1465326" y="296571"/>
                </a:cubicBezTo>
                <a:cubicBezTo>
                  <a:pt x="1464792" y="296837"/>
                  <a:pt x="1466126" y="297371"/>
                  <a:pt x="1468259" y="297904"/>
                </a:cubicBezTo>
                <a:cubicBezTo>
                  <a:pt x="1473060" y="299238"/>
                  <a:pt x="1478127" y="298171"/>
                  <a:pt x="1478127" y="295504"/>
                </a:cubicBezTo>
                <a:cubicBezTo>
                  <a:pt x="1478127" y="294437"/>
                  <a:pt x="1479194" y="292304"/>
                  <a:pt x="1480794" y="290703"/>
                </a:cubicBezTo>
                <a:cubicBezTo>
                  <a:pt x="1483194" y="288303"/>
                  <a:pt x="1483794" y="286503"/>
                  <a:pt x="1482932" y="287103"/>
                </a:cubicBezTo>
                <a:close/>
                <a:moveTo>
                  <a:pt x="163792" y="285903"/>
                </a:moveTo>
                <a:cubicBezTo>
                  <a:pt x="162192" y="286703"/>
                  <a:pt x="161925" y="287503"/>
                  <a:pt x="163525" y="287236"/>
                </a:cubicBezTo>
                <a:cubicBezTo>
                  <a:pt x="164058" y="287236"/>
                  <a:pt x="164592" y="286703"/>
                  <a:pt x="164859" y="286169"/>
                </a:cubicBezTo>
                <a:cubicBezTo>
                  <a:pt x="165125" y="285369"/>
                  <a:pt x="164859" y="285369"/>
                  <a:pt x="163792" y="285903"/>
                </a:cubicBezTo>
                <a:close/>
                <a:moveTo>
                  <a:pt x="222732" y="281902"/>
                </a:moveTo>
                <a:cubicBezTo>
                  <a:pt x="220066" y="282436"/>
                  <a:pt x="217398" y="283236"/>
                  <a:pt x="214731" y="284036"/>
                </a:cubicBezTo>
                <a:cubicBezTo>
                  <a:pt x="214465" y="284303"/>
                  <a:pt x="214198" y="284836"/>
                  <a:pt x="213931" y="285636"/>
                </a:cubicBezTo>
                <a:cubicBezTo>
                  <a:pt x="214731" y="285369"/>
                  <a:pt x="215798" y="285103"/>
                  <a:pt x="217132" y="284836"/>
                </a:cubicBezTo>
                <a:cubicBezTo>
                  <a:pt x="218732" y="283502"/>
                  <a:pt x="220866" y="282436"/>
                  <a:pt x="221666" y="282702"/>
                </a:cubicBezTo>
                <a:cubicBezTo>
                  <a:pt x="221932" y="282702"/>
                  <a:pt x="222466" y="282436"/>
                  <a:pt x="222732" y="281902"/>
                </a:cubicBezTo>
                <a:close/>
                <a:moveTo>
                  <a:pt x="1802320" y="281369"/>
                </a:moveTo>
                <a:cubicBezTo>
                  <a:pt x="1800987" y="281369"/>
                  <a:pt x="1799386" y="283502"/>
                  <a:pt x="1800187" y="284569"/>
                </a:cubicBezTo>
                <a:cubicBezTo>
                  <a:pt x="1800987" y="285636"/>
                  <a:pt x="1803387" y="283769"/>
                  <a:pt x="1803387" y="282436"/>
                </a:cubicBezTo>
                <a:cubicBezTo>
                  <a:pt x="1803387" y="281902"/>
                  <a:pt x="1802854" y="281369"/>
                  <a:pt x="1802320" y="281369"/>
                </a:cubicBezTo>
                <a:close/>
                <a:moveTo>
                  <a:pt x="2912440" y="280035"/>
                </a:moveTo>
                <a:cubicBezTo>
                  <a:pt x="2912440" y="280302"/>
                  <a:pt x="2912173" y="281369"/>
                  <a:pt x="2911907" y="282169"/>
                </a:cubicBezTo>
                <a:cubicBezTo>
                  <a:pt x="2911640" y="283236"/>
                  <a:pt x="2912173" y="283769"/>
                  <a:pt x="2913240" y="284036"/>
                </a:cubicBezTo>
                <a:cubicBezTo>
                  <a:pt x="2915107" y="284036"/>
                  <a:pt x="2915640" y="281369"/>
                  <a:pt x="2913774" y="280035"/>
                </a:cubicBezTo>
                <a:cubicBezTo>
                  <a:pt x="2912974" y="279502"/>
                  <a:pt x="2912440" y="279502"/>
                  <a:pt x="2912440" y="280035"/>
                </a:cubicBezTo>
                <a:close/>
                <a:moveTo>
                  <a:pt x="1094841" y="279769"/>
                </a:moveTo>
                <a:cubicBezTo>
                  <a:pt x="1094308" y="279769"/>
                  <a:pt x="1093775" y="279769"/>
                  <a:pt x="1093508" y="280035"/>
                </a:cubicBezTo>
                <a:cubicBezTo>
                  <a:pt x="1093508" y="280302"/>
                  <a:pt x="1092974" y="281369"/>
                  <a:pt x="1092174" y="282436"/>
                </a:cubicBezTo>
                <a:cubicBezTo>
                  <a:pt x="1091108" y="283769"/>
                  <a:pt x="1091374" y="284036"/>
                  <a:pt x="1092974" y="283769"/>
                </a:cubicBezTo>
                <a:cubicBezTo>
                  <a:pt x="1094841" y="283502"/>
                  <a:pt x="1096442" y="280035"/>
                  <a:pt x="1094841" y="279769"/>
                </a:cubicBezTo>
                <a:close/>
                <a:moveTo>
                  <a:pt x="278206" y="276302"/>
                </a:moveTo>
                <a:cubicBezTo>
                  <a:pt x="272339" y="275501"/>
                  <a:pt x="261937" y="275768"/>
                  <a:pt x="251803" y="276568"/>
                </a:cubicBezTo>
                <a:cubicBezTo>
                  <a:pt x="250736" y="277102"/>
                  <a:pt x="249402" y="278435"/>
                  <a:pt x="247802" y="280302"/>
                </a:cubicBezTo>
                <a:cubicBezTo>
                  <a:pt x="269138" y="277635"/>
                  <a:pt x="277939" y="277368"/>
                  <a:pt x="279540" y="277902"/>
                </a:cubicBezTo>
                <a:cubicBezTo>
                  <a:pt x="280340" y="278168"/>
                  <a:pt x="281140" y="278168"/>
                  <a:pt x="281940" y="277902"/>
                </a:cubicBezTo>
                <a:cubicBezTo>
                  <a:pt x="283273" y="277368"/>
                  <a:pt x="281673" y="276835"/>
                  <a:pt x="278206" y="276302"/>
                </a:cubicBezTo>
                <a:close/>
                <a:moveTo>
                  <a:pt x="37543" y="275668"/>
                </a:moveTo>
                <a:cubicBezTo>
                  <a:pt x="37309" y="275968"/>
                  <a:pt x="36976" y="276568"/>
                  <a:pt x="36576" y="277368"/>
                </a:cubicBezTo>
                <a:cubicBezTo>
                  <a:pt x="35509" y="279769"/>
                  <a:pt x="34442" y="280302"/>
                  <a:pt x="32575" y="280035"/>
                </a:cubicBezTo>
                <a:cubicBezTo>
                  <a:pt x="30175" y="279502"/>
                  <a:pt x="30175" y="279502"/>
                  <a:pt x="32042" y="281369"/>
                </a:cubicBezTo>
                <a:cubicBezTo>
                  <a:pt x="33909" y="283236"/>
                  <a:pt x="33642" y="282969"/>
                  <a:pt x="36042" y="280302"/>
                </a:cubicBezTo>
                <a:cubicBezTo>
                  <a:pt x="37376" y="278702"/>
                  <a:pt x="38176" y="276568"/>
                  <a:pt x="37909" y="275768"/>
                </a:cubicBezTo>
                <a:cubicBezTo>
                  <a:pt x="37909" y="275368"/>
                  <a:pt x="37776" y="275368"/>
                  <a:pt x="37543" y="275668"/>
                </a:cubicBezTo>
                <a:close/>
                <a:moveTo>
                  <a:pt x="1806587" y="275235"/>
                </a:moveTo>
                <a:cubicBezTo>
                  <a:pt x="1806321" y="275235"/>
                  <a:pt x="1805787" y="275768"/>
                  <a:pt x="1805254" y="276568"/>
                </a:cubicBezTo>
                <a:cubicBezTo>
                  <a:pt x="1804987" y="277102"/>
                  <a:pt x="1804987" y="277635"/>
                  <a:pt x="1805787" y="277635"/>
                </a:cubicBezTo>
                <a:cubicBezTo>
                  <a:pt x="1806587" y="277635"/>
                  <a:pt x="1807121" y="277102"/>
                  <a:pt x="1807121" y="276568"/>
                </a:cubicBezTo>
                <a:cubicBezTo>
                  <a:pt x="1807121" y="275768"/>
                  <a:pt x="1806854" y="275235"/>
                  <a:pt x="1806587" y="275235"/>
                </a:cubicBezTo>
                <a:close/>
                <a:moveTo>
                  <a:pt x="2885503" y="273368"/>
                </a:moveTo>
                <a:cubicBezTo>
                  <a:pt x="2883903" y="273368"/>
                  <a:pt x="2877236" y="276035"/>
                  <a:pt x="2870835" y="279235"/>
                </a:cubicBezTo>
                <a:cubicBezTo>
                  <a:pt x="2857233" y="286169"/>
                  <a:pt x="2844165" y="296571"/>
                  <a:pt x="2831096" y="312839"/>
                </a:cubicBezTo>
                <a:cubicBezTo>
                  <a:pt x="2826029" y="318974"/>
                  <a:pt x="2818828" y="330975"/>
                  <a:pt x="2819895" y="332042"/>
                </a:cubicBezTo>
                <a:cubicBezTo>
                  <a:pt x="2820428" y="332575"/>
                  <a:pt x="2838831" y="317907"/>
                  <a:pt x="2847899" y="309906"/>
                </a:cubicBezTo>
                <a:cubicBezTo>
                  <a:pt x="2854300" y="304305"/>
                  <a:pt x="2860700" y="298438"/>
                  <a:pt x="2867634" y="293370"/>
                </a:cubicBezTo>
                <a:cubicBezTo>
                  <a:pt x="2869768" y="291770"/>
                  <a:pt x="2888437" y="275501"/>
                  <a:pt x="2888437" y="274701"/>
                </a:cubicBezTo>
                <a:cubicBezTo>
                  <a:pt x="2888437" y="273901"/>
                  <a:pt x="2887104" y="273368"/>
                  <a:pt x="2885503" y="273368"/>
                </a:cubicBezTo>
                <a:close/>
                <a:moveTo>
                  <a:pt x="60079" y="271101"/>
                </a:moveTo>
                <a:cubicBezTo>
                  <a:pt x="59312" y="271368"/>
                  <a:pt x="58579" y="272301"/>
                  <a:pt x="57912" y="273901"/>
                </a:cubicBezTo>
                <a:cubicBezTo>
                  <a:pt x="57379" y="275501"/>
                  <a:pt x="57112" y="276568"/>
                  <a:pt x="57645" y="276568"/>
                </a:cubicBezTo>
                <a:cubicBezTo>
                  <a:pt x="58445" y="276568"/>
                  <a:pt x="59245" y="275501"/>
                  <a:pt x="59512" y="274435"/>
                </a:cubicBezTo>
                <a:cubicBezTo>
                  <a:pt x="59779" y="273101"/>
                  <a:pt x="61112" y="272568"/>
                  <a:pt x="61912" y="273101"/>
                </a:cubicBezTo>
                <a:cubicBezTo>
                  <a:pt x="62979" y="273635"/>
                  <a:pt x="62979" y="273101"/>
                  <a:pt x="62446" y="272301"/>
                </a:cubicBezTo>
                <a:cubicBezTo>
                  <a:pt x="61646" y="271234"/>
                  <a:pt x="60846" y="270834"/>
                  <a:pt x="60079" y="271101"/>
                </a:cubicBezTo>
                <a:close/>
                <a:moveTo>
                  <a:pt x="268872" y="269634"/>
                </a:moveTo>
                <a:cubicBezTo>
                  <a:pt x="268605" y="269367"/>
                  <a:pt x="267538" y="269634"/>
                  <a:pt x="267005" y="269901"/>
                </a:cubicBezTo>
                <a:cubicBezTo>
                  <a:pt x="266205" y="270434"/>
                  <a:pt x="266471" y="270701"/>
                  <a:pt x="267538" y="270434"/>
                </a:cubicBezTo>
                <a:cubicBezTo>
                  <a:pt x="268605" y="270167"/>
                  <a:pt x="269405" y="269901"/>
                  <a:pt x="268872" y="269634"/>
                </a:cubicBezTo>
                <a:close/>
                <a:moveTo>
                  <a:pt x="2914704" y="268809"/>
                </a:moveTo>
                <a:lnTo>
                  <a:pt x="2914307" y="270167"/>
                </a:lnTo>
                <a:cubicBezTo>
                  <a:pt x="2913774" y="271234"/>
                  <a:pt x="2914307" y="272301"/>
                  <a:pt x="2914840" y="272301"/>
                </a:cubicBezTo>
                <a:cubicBezTo>
                  <a:pt x="2915774" y="272301"/>
                  <a:pt x="2915974" y="271434"/>
                  <a:pt x="2915740" y="270434"/>
                </a:cubicBezTo>
                <a:close/>
                <a:moveTo>
                  <a:pt x="40043" y="268034"/>
                </a:moveTo>
                <a:cubicBezTo>
                  <a:pt x="38709" y="267500"/>
                  <a:pt x="36843" y="268567"/>
                  <a:pt x="36309" y="269101"/>
                </a:cubicBezTo>
                <a:cubicBezTo>
                  <a:pt x="35509" y="270167"/>
                  <a:pt x="36309" y="270167"/>
                  <a:pt x="38709" y="269367"/>
                </a:cubicBezTo>
                <a:cubicBezTo>
                  <a:pt x="41376" y="268567"/>
                  <a:pt x="41643" y="268567"/>
                  <a:pt x="40043" y="268034"/>
                </a:cubicBezTo>
                <a:close/>
                <a:moveTo>
                  <a:pt x="1812988" y="264567"/>
                </a:moveTo>
                <a:cubicBezTo>
                  <a:pt x="1812455" y="264567"/>
                  <a:pt x="1811921" y="265100"/>
                  <a:pt x="1811921" y="265900"/>
                </a:cubicBezTo>
                <a:cubicBezTo>
                  <a:pt x="1811921" y="266434"/>
                  <a:pt x="1812455" y="266700"/>
                  <a:pt x="1812988" y="266434"/>
                </a:cubicBezTo>
                <a:cubicBezTo>
                  <a:pt x="1813788" y="265900"/>
                  <a:pt x="1814322" y="265367"/>
                  <a:pt x="1814322" y="265100"/>
                </a:cubicBezTo>
                <a:cubicBezTo>
                  <a:pt x="1814322" y="264833"/>
                  <a:pt x="1813788" y="264567"/>
                  <a:pt x="1812988" y="264567"/>
                </a:cubicBezTo>
                <a:close/>
                <a:moveTo>
                  <a:pt x="2066201" y="261100"/>
                </a:moveTo>
                <a:cubicBezTo>
                  <a:pt x="2063267" y="261900"/>
                  <a:pt x="2060867" y="262967"/>
                  <a:pt x="2060867" y="263767"/>
                </a:cubicBezTo>
                <a:cubicBezTo>
                  <a:pt x="2060867" y="264300"/>
                  <a:pt x="2060067" y="264567"/>
                  <a:pt x="2059533" y="264567"/>
                </a:cubicBezTo>
                <a:cubicBezTo>
                  <a:pt x="2051266" y="264567"/>
                  <a:pt x="2010194" y="310973"/>
                  <a:pt x="2010194" y="314706"/>
                </a:cubicBezTo>
                <a:cubicBezTo>
                  <a:pt x="2010194" y="315240"/>
                  <a:pt x="2008327" y="317640"/>
                  <a:pt x="2006193" y="320040"/>
                </a:cubicBezTo>
                <a:cubicBezTo>
                  <a:pt x="2002460" y="323774"/>
                  <a:pt x="1995258" y="337909"/>
                  <a:pt x="1996325" y="338976"/>
                </a:cubicBezTo>
                <a:cubicBezTo>
                  <a:pt x="1996859" y="339509"/>
                  <a:pt x="2004593" y="334442"/>
                  <a:pt x="2011260" y="329642"/>
                </a:cubicBezTo>
                <a:cubicBezTo>
                  <a:pt x="2014194" y="327508"/>
                  <a:pt x="2030196" y="312306"/>
                  <a:pt x="2046465" y="296037"/>
                </a:cubicBezTo>
                <a:cubicBezTo>
                  <a:pt x="2076602" y="265900"/>
                  <a:pt x="2077402" y="265367"/>
                  <a:pt x="2073135" y="261100"/>
                </a:cubicBezTo>
                <a:cubicBezTo>
                  <a:pt x="2072068" y="260033"/>
                  <a:pt x="2070201" y="260033"/>
                  <a:pt x="2066201" y="261100"/>
                </a:cubicBezTo>
                <a:close/>
                <a:moveTo>
                  <a:pt x="42143" y="259466"/>
                </a:moveTo>
                <a:cubicBezTo>
                  <a:pt x="41643" y="259299"/>
                  <a:pt x="40843" y="260033"/>
                  <a:pt x="40310" y="261900"/>
                </a:cubicBezTo>
                <a:cubicBezTo>
                  <a:pt x="39776" y="263767"/>
                  <a:pt x="39510" y="265100"/>
                  <a:pt x="40043" y="264833"/>
                </a:cubicBezTo>
                <a:cubicBezTo>
                  <a:pt x="40843" y="264833"/>
                  <a:pt x="41643" y="263767"/>
                  <a:pt x="42177" y="262433"/>
                </a:cubicBezTo>
                <a:cubicBezTo>
                  <a:pt x="42843" y="260700"/>
                  <a:pt x="42643" y="259633"/>
                  <a:pt x="42143" y="259466"/>
                </a:cubicBezTo>
                <a:close/>
                <a:moveTo>
                  <a:pt x="36042" y="258966"/>
                </a:moveTo>
                <a:cubicBezTo>
                  <a:pt x="35242" y="258699"/>
                  <a:pt x="34709" y="258699"/>
                  <a:pt x="34709" y="259499"/>
                </a:cubicBezTo>
                <a:cubicBezTo>
                  <a:pt x="34976" y="260300"/>
                  <a:pt x="35509" y="261100"/>
                  <a:pt x="36309" y="261100"/>
                </a:cubicBezTo>
                <a:cubicBezTo>
                  <a:pt x="36843" y="260833"/>
                  <a:pt x="37376" y="260566"/>
                  <a:pt x="37376" y="260300"/>
                </a:cubicBezTo>
                <a:cubicBezTo>
                  <a:pt x="37376" y="260033"/>
                  <a:pt x="36843" y="259233"/>
                  <a:pt x="36042" y="258966"/>
                </a:cubicBezTo>
                <a:close/>
                <a:moveTo>
                  <a:pt x="56045" y="258433"/>
                </a:moveTo>
                <a:cubicBezTo>
                  <a:pt x="55245" y="258433"/>
                  <a:pt x="54445" y="259233"/>
                  <a:pt x="54711" y="260033"/>
                </a:cubicBezTo>
                <a:cubicBezTo>
                  <a:pt x="54711" y="260833"/>
                  <a:pt x="54978" y="261366"/>
                  <a:pt x="55245" y="261366"/>
                </a:cubicBezTo>
                <a:cubicBezTo>
                  <a:pt x="55512" y="261366"/>
                  <a:pt x="56312" y="260833"/>
                  <a:pt x="56578" y="259766"/>
                </a:cubicBezTo>
                <a:cubicBezTo>
                  <a:pt x="56845" y="258966"/>
                  <a:pt x="56578" y="258433"/>
                  <a:pt x="56045" y="258433"/>
                </a:cubicBezTo>
                <a:close/>
                <a:moveTo>
                  <a:pt x="236668" y="258366"/>
                </a:moveTo>
                <a:cubicBezTo>
                  <a:pt x="236267" y="258499"/>
                  <a:pt x="235534" y="259499"/>
                  <a:pt x="234201" y="261633"/>
                </a:cubicBezTo>
                <a:cubicBezTo>
                  <a:pt x="232867" y="263500"/>
                  <a:pt x="232600" y="264300"/>
                  <a:pt x="233934" y="262967"/>
                </a:cubicBezTo>
                <a:cubicBezTo>
                  <a:pt x="235001" y="261900"/>
                  <a:pt x="236068" y="261366"/>
                  <a:pt x="236601" y="261900"/>
                </a:cubicBezTo>
                <a:cubicBezTo>
                  <a:pt x="236868" y="262166"/>
                  <a:pt x="237134" y="261366"/>
                  <a:pt x="237134" y="260300"/>
                </a:cubicBezTo>
                <a:cubicBezTo>
                  <a:pt x="237134" y="258966"/>
                  <a:pt x="237068" y="258233"/>
                  <a:pt x="236668" y="258366"/>
                </a:cubicBezTo>
                <a:close/>
                <a:moveTo>
                  <a:pt x="66980" y="257899"/>
                </a:moveTo>
                <a:cubicBezTo>
                  <a:pt x="66713" y="257899"/>
                  <a:pt x="66446" y="258433"/>
                  <a:pt x="65646" y="259233"/>
                </a:cubicBezTo>
                <a:cubicBezTo>
                  <a:pt x="65379" y="260033"/>
                  <a:pt x="65646" y="260833"/>
                  <a:pt x="66446" y="260833"/>
                </a:cubicBezTo>
                <a:cubicBezTo>
                  <a:pt x="67246" y="260566"/>
                  <a:pt x="67780" y="260033"/>
                  <a:pt x="67780" y="259233"/>
                </a:cubicBezTo>
                <a:cubicBezTo>
                  <a:pt x="67780" y="258433"/>
                  <a:pt x="67513" y="257899"/>
                  <a:pt x="66980" y="257899"/>
                </a:cubicBezTo>
                <a:close/>
                <a:moveTo>
                  <a:pt x="47544" y="256699"/>
                </a:moveTo>
                <a:cubicBezTo>
                  <a:pt x="47244" y="256432"/>
                  <a:pt x="46844" y="256432"/>
                  <a:pt x="46444" y="256832"/>
                </a:cubicBezTo>
                <a:cubicBezTo>
                  <a:pt x="46177" y="257633"/>
                  <a:pt x="45644" y="258433"/>
                  <a:pt x="46177" y="259233"/>
                </a:cubicBezTo>
                <a:cubicBezTo>
                  <a:pt x="47244" y="261100"/>
                  <a:pt x="47777" y="260566"/>
                  <a:pt x="48044" y="258166"/>
                </a:cubicBezTo>
                <a:cubicBezTo>
                  <a:pt x="48044" y="257499"/>
                  <a:pt x="47844" y="256966"/>
                  <a:pt x="47544" y="256699"/>
                </a:cubicBezTo>
                <a:close/>
                <a:moveTo>
                  <a:pt x="49644" y="251232"/>
                </a:moveTo>
                <a:cubicBezTo>
                  <a:pt x="47511" y="252299"/>
                  <a:pt x="46977" y="254699"/>
                  <a:pt x="48844" y="254699"/>
                </a:cubicBezTo>
                <a:cubicBezTo>
                  <a:pt x="49644" y="254699"/>
                  <a:pt x="50444" y="253632"/>
                  <a:pt x="50711" y="252565"/>
                </a:cubicBezTo>
                <a:cubicBezTo>
                  <a:pt x="50978" y="251232"/>
                  <a:pt x="50978" y="250698"/>
                  <a:pt x="49644" y="251232"/>
                </a:cubicBezTo>
                <a:close/>
                <a:moveTo>
                  <a:pt x="1822122" y="250932"/>
                </a:moveTo>
                <a:cubicBezTo>
                  <a:pt x="1821722" y="251032"/>
                  <a:pt x="1821256" y="251365"/>
                  <a:pt x="1820722" y="252032"/>
                </a:cubicBezTo>
                <a:cubicBezTo>
                  <a:pt x="1819656" y="254432"/>
                  <a:pt x="1818322" y="256299"/>
                  <a:pt x="1816722" y="258433"/>
                </a:cubicBezTo>
                <a:cubicBezTo>
                  <a:pt x="1815388" y="260033"/>
                  <a:pt x="1814322" y="261366"/>
                  <a:pt x="1814322" y="262166"/>
                </a:cubicBezTo>
                <a:cubicBezTo>
                  <a:pt x="1814322" y="264300"/>
                  <a:pt x="1820189" y="259233"/>
                  <a:pt x="1820189" y="257099"/>
                </a:cubicBezTo>
                <a:cubicBezTo>
                  <a:pt x="1820189" y="256032"/>
                  <a:pt x="1821256" y="254432"/>
                  <a:pt x="1822056" y="253632"/>
                </a:cubicBezTo>
                <a:cubicBezTo>
                  <a:pt x="1823123" y="252565"/>
                  <a:pt x="1823656" y="251765"/>
                  <a:pt x="1823123" y="251232"/>
                </a:cubicBezTo>
                <a:cubicBezTo>
                  <a:pt x="1822856" y="250965"/>
                  <a:pt x="1822522" y="250832"/>
                  <a:pt x="1822122" y="250932"/>
                </a:cubicBezTo>
                <a:close/>
                <a:moveTo>
                  <a:pt x="243402" y="250065"/>
                </a:moveTo>
                <a:cubicBezTo>
                  <a:pt x="243335" y="249965"/>
                  <a:pt x="242868" y="250165"/>
                  <a:pt x="241935" y="250432"/>
                </a:cubicBezTo>
                <a:cubicBezTo>
                  <a:pt x="240868" y="250698"/>
                  <a:pt x="239801" y="252032"/>
                  <a:pt x="239801" y="252565"/>
                </a:cubicBezTo>
                <a:cubicBezTo>
                  <a:pt x="240068" y="254432"/>
                  <a:pt x="240601" y="254165"/>
                  <a:pt x="242468" y="251498"/>
                </a:cubicBezTo>
                <a:cubicBezTo>
                  <a:pt x="243135" y="250565"/>
                  <a:pt x="243468" y="250165"/>
                  <a:pt x="243402" y="250065"/>
                </a:cubicBezTo>
                <a:close/>
                <a:moveTo>
                  <a:pt x="1145514" y="247498"/>
                </a:moveTo>
                <a:cubicBezTo>
                  <a:pt x="1144981" y="247498"/>
                  <a:pt x="1144181" y="247765"/>
                  <a:pt x="1143647" y="247765"/>
                </a:cubicBezTo>
                <a:cubicBezTo>
                  <a:pt x="1139647" y="248831"/>
                  <a:pt x="1130579" y="251498"/>
                  <a:pt x="1123378" y="253632"/>
                </a:cubicBezTo>
                <a:cubicBezTo>
                  <a:pt x="1112444" y="260566"/>
                  <a:pt x="1098842" y="270701"/>
                  <a:pt x="1090307" y="279235"/>
                </a:cubicBezTo>
                <a:lnTo>
                  <a:pt x="1106310" y="270701"/>
                </a:lnTo>
                <a:cubicBezTo>
                  <a:pt x="1103909" y="272301"/>
                  <a:pt x="1098309" y="276568"/>
                  <a:pt x="1097508" y="278969"/>
                </a:cubicBezTo>
                <a:cubicBezTo>
                  <a:pt x="1096708" y="281369"/>
                  <a:pt x="1097775" y="282436"/>
                  <a:pt x="1098842" y="280302"/>
                </a:cubicBezTo>
                <a:cubicBezTo>
                  <a:pt x="1099109" y="279769"/>
                  <a:pt x="1099909" y="279502"/>
                  <a:pt x="1100709" y="279502"/>
                </a:cubicBezTo>
                <a:cubicBezTo>
                  <a:pt x="1101509" y="279502"/>
                  <a:pt x="1103109" y="278969"/>
                  <a:pt x="1103909" y="278435"/>
                </a:cubicBezTo>
                <a:cubicBezTo>
                  <a:pt x="1107109" y="276302"/>
                  <a:pt x="1115377" y="271768"/>
                  <a:pt x="1116177" y="271768"/>
                </a:cubicBezTo>
                <a:cubicBezTo>
                  <a:pt x="1116977" y="271768"/>
                  <a:pt x="1130846" y="263500"/>
                  <a:pt x="1134580" y="261100"/>
                </a:cubicBezTo>
                <a:cubicBezTo>
                  <a:pt x="1140180" y="257633"/>
                  <a:pt x="1140980" y="255766"/>
                  <a:pt x="1141781" y="254432"/>
                </a:cubicBezTo>
                <a:cubicBezTo>
                  <a:pt x="1142314" y="253632"/>
                  <a:pt x="1142314" y="253099"/>
                  <a:pt x="1142581" y="253632"/>
                </a:cubicBezTo>
                <a:cubicBezTo>
                  <a:pt x="1143114" y="254432"/>
                  <a:pt x="1143914" y="249898"/>
                  <a:pt x="1145514" y="247498"/>
                </a:cubicBezTo>
                <a:close/>
                <a:moveTo>
                  <a:pt x="1834058" y="246965"/>
                </a:moveTo>
                <a:cubicBezTo>
                  <a:pt x="1833258" y="246965"/>
                  <a:pt x="1832457" y="247765"/>
                  <a:pt x="1832457" y="248565"/>
                </a:cubicBezTo>
                <a:cubicBezTo>
                  <a:pt x="1832457" y="250165"/>
                  <a:pt x="1832724" y="250165"/>
                  <a:pt x="1834058" y="248831"/>
                </a:cubicBezTo>
                <a:cubicBezTo>
                  <a:pt x="1835124" y="247765"/>
                  <a:pt x="1835924" y="247231"/>
                  <a:pt x="1835924" y="247231"/>
                </a:cubicBezTo>
                <a:cubicBezTo>
                  <a:pt x="1835924" y="246965"/>
                  <a:pt x="1835124" y="246965"/>
                  <a:pt x="1834058" y="246965"/>
                </a:cubicBezTo>
                <a:close/>
                <a:moveTo>
                  <a:pt x="1500263" y="246965"/>
                </a:moveTo>
                <a:cubicBezTo>
                  <a:pt x="1497596" y="246965"/>
                  <a:pt x="1495729" y="248831"/>
                  <a:pt x="1492529" y="253899"/>
                </a:cubicBezTo>
                <a:cubicBezTo>
                  <a:pt x="1489862" y="258166"/>
                  <a:pt x="1489062" y="261366"/>
                  <a:pt x="1489862" y="262433"/>
                </a:cubicBezTo>
                <a:cubicBezTo>
                  <a:pt x="1491462" y="264567"/>
                  <a:pt x="1490129" y="265900"/>
                  <a:pt x="1487462" y="265100"/>
                </a:cubicBezTo>
                <a:cubicBezTo>
                  <a:pt x="1486395" y="264833"/>
                  <a:pt x="1485328" y="264833"/>
                  <a:pt x="1485595" y="265634"/>
                </a:cubicBezTo>
                <a:cubicBezTo>
                  <a:pt x="1486662" y="268567"/>
                  <a:pt x="1485595" y="270167"/>
                  <a:pt x="1483194" y="271234"/>
                </a:cubicBezTo>
                <a:cubicBezTo>
                  <a:pt x="1481861" y="271768"/>
                  <a:pt x="1479727" y="274168"/>
                  <a:pt x="1478394" y="276568"/>
                </a:cubicBezTo>
                <a:lnTo>
                  <a:pt x="1475994" y="281369"/>
                </a:lnTo>
                <a:lnTo>
                  <a:pt x="1481328" y="280302"/>
                </a:lnTo>
                <a:cubicBezTo>
                  <a:pt x="1487195" y="279502"/>
                  <a:pt x="1490662" y="276835"/>
                  <a:pt x="1489328" y="274701"/>
                </a:cubicBezTo>
                <a:cubicBezTo>
                  <a:pt x="1487995" y="272568"/>
                  <a:pt x="1485328" y="273635"/>
                  <a:pt x="1486395" y="275768"/>
                </a:cubicBezTo>
                <a:cubicBezTo>
                  <a:pt x="1487728" y="278435"/>
                  <a:pt x="1486928" y="278435"/>
                  <a:pt x="1483994" y="275501"/>
                </a:cubicBezTo>
                <a:cubicBezTo>
                  <a:pt x="1481594" y="273101"/>
                  <a:pt x="1481861" y="273101"/>
                  <a:pt x="1486662" y="272301"/>
                </a:cubicBezTo>
                <a:cubicBezTo>
                  <a:pt x="1493062" y="271234"/>
                  <a:pt x="1494929" y="270701"/>
                  <a:pt x="1494396" y="267234"/>
                </a:cubicBezTo>
                <a:cubicBezTo>
                  <a:pt x="1493862" y="265900"/>
                  <a:pt x="1494929" y="264033"/>
                  <a:pt x="1495729" y="263500"/>
                </a:cubicBezTo>
                <a:cubicBezTo>
                  <a:pt x="1496796" y="262700"/>
                  <a:pt x="1497063" y="262967"/>
                  <a:pt x="1496263" y="264300"/>
                </a:cubicBezTo>
                <a:cubicBezTo>
                  <a:pt x="1495463" y="265634"/>
                  <a:pt x="1495996" y="265634"/>
                  <a:pt x="1497063" y="265100"/>
                </a:cubicBezTo>
                <a:cubicBezTo>
                  <a:pt x="1498130" y="264567"/>
                  <a:pt x="1498396" y="263500"/>
                  <a:pt x="1497330" y="262433"/>
                </a:cubicBezTo>
                <a:cubicBezTo>
                  <a:pt x="1496529" y="261633"/>
                  <a:pt x="1495996" y="260033"/>
                  <a:pt x="1496263" y="258966"/>
                </a:cubicBezTo>
                <a:cubicBezTo>
                  <a:pt x="1496529" y="257899"/>
                  <a:pt x="1496263" y="256832"/>
                  <a:pt x="1495196" y="256299"/>
                </a:cubicBezTo>
                <a:cubicBezTo>
                  <a:pt x="1492796" y="255232"/>
                  <a:pt x="1495996" y="250698"/>
                  <a:pt x="1499196" y="250698"/>
                </a:cubicBezTo>
                <a:cubicBezTo>
                  <a:pt x="1504264" y="250698"/>
                  <a:pt x="1505064" y="246965"/>
                  <a:pt x="1500263" y="246965"/>
                </a:cubicBezTo>
                <a:close/>
                <a:moveTo>
                  <a:pt x="52578" y="244564"/>
                </a:moveTo>
                <a:cubicBezTo>
                  <a:pt x="52044" y="244564"/>
                  <a:pt x="51244" y="245364"/>
                  <a:pt x="51511" y="246164"/>
                </a:cubicBezTo>
                <a:cubicBezTo>
                  <a:pt x="51511" y="246965"/>
                  <a:pt x="51778" y="247498"/>
                  <a:pt x="52044" y="247498"/>
                </a:cubicBezTo>
                <a:cubicBezTo>
                  <a:pt x="52311" y="247498"/>
                  <a:pt x="52845" y="246698"/>
                  <a:pt x="53378" y="245898"/>
                </a:cubicBezTo>
                <a:cubicBezTo>
                  <a:pt x="53911" y="245098"/>
                  <a:pt x="53378" y="244564"/>
                  <a:pt x="52578" y="244564"/>
                </a:cubicBezTo>
                <a:close/>
                <a:moveTo>
                  <a:pt x="254503" y="242531"/>
                </a:moveTo>
                <a:cubicBezTo>
                  <a:pt x="254136" y="242764"/>
                  <a:pt x="253803" y="243364"/>
                  <a:pt x="253403" y="244298"/>
                </a:cubicBezTo>
                <a:cubicBezTo>
                  <a:pt x="252870" y="245631"/>
                  <a:pt x="250469" y="249632"/>
                  <a:pt x="247269" y="253365"/>
                </a:cubicBezTo>
                <a:cubicBezTo>
                  <a:pt x="244068" y="256832"/>
                  <a:pt x="241935" y="260300"/>
                  <a:pt x="242468" y="261100"/>
                </a:cubicBezTo>
                <a:cubicBezTo>
                  <a:pt x="243002" y="262166"/>
                  <a:pt x="244068" y="261633"/>
                  <a:pt x="244869" y="260033"/>
                </a:cubicBezTo>
                <a:cubicBezTo>
                  <a:pt x="245669" y="258433"/>
                  <a:pt x="247536" y="257633"/>
                  <a:pt x="249136" y="257899"/>
                </a:cubicBezTo>
                <a:cubicBezTo>
                  <a:pt x="251003" y="258166"/>
                  <a:pt x="251536" y="257899"/>
                  <a:pt x="251003" y="255766"/>
                </a:cubicBezTo>
                <a:cubicBezTo>
                  <a:pt x="250203" y="254165"/>
                  <a:pt x="251269" y="251498"/>
                  <a:pt x="253670" y="248831"/>
                </a:cubicBezTo>
                <a:cubicBezTo>
                  <a:pt x="256337" y="245631"/>
                  <a:pt x="256870" y="244031"/>
                  <a:pt x="255803" y="242964"/>
                </a:cubicBezTo>
                <a:cubicBezTo>
                  <a:pt x="255270" y="242431"/>
                  <a:pt x="254870" y="242297"/>
                  <a:pt x="254503" y="242531"/>
                </a:cubicBezTo>
                <a:close/>
                <a:moveTo>
                  <a:pt x="45910" y="242164"/>
                </a:moveTo>
                <a:cubicBezTo>
                  <a:pt x="45377" y="242164"/>
                  <a:pt x="44577" y="242964"/>
                  <a:pt x="44577" y="243764"/>
                </a:cubicBezTo>
                <a:cubicBezTo>
                  <a:pt x="44844" y="244298"/>
                  <a:pt x="45110" y="245098"/>
                  <a:pt x="45377" y="245098"/>
                </a:cubicBezTo>
                <a:cubicBezTo>
                  <a:pt x="45644" y="245098"/>
                  <a:pt x="46444" y="244298"/>
                  <a:pt x="46710" y="243497"/>
                </a:cubicBezTo>
                <a:cubicBezTo>
                  <a:pt x="46977" y="242697"/>
                  <a:pt x="46710" y="242164"/>
                  <a:pt x="45910" y="242164"/>
                </a:cubicBezTo>
                <a:close/>
                <a:moveTo>
                  <a:pt x="250203" y="239230"/>
                </a:moveTo>
                <a:cubicBezTo>
                  <a:pt x="249402" y="239230"/>
                  <a:pt x="248336" y="240297"/>
                  <a:pt x="248069" y="241364"/>
                </a:cubicBezTo>
                <a:cubicBezTo>
                  <a:pt x="247536" y="242697"/>
                  <a:pt x="247802" y="243497"/>
                  <a:pt x="248069" y="243497"/>
                </a:cubicBezTo>
                <a:cubicBezTo>
                  <a:pt x="248336" y="243497"/>
                  <a:pt x="249136" y="242697"/>
                  <a:pt x="249936" y="241364"/>
                </a:cubicBezTo>
                <a:cubicBezTo>
                  <a:pt x="250736" y="240030"/>
                  <a:pt x="251003" y="239230"/>
                  <a:pt x="250203" y="239230"/>
                </a:cubicBezTo>
                <a:close/>
                <a:moveTo>
                  <a:pt x="1831124" y="238163"/>
                </a:moveTo>
                <a:cubicBezTo>
                  <a:pt x="1830590" y="238163"/>
                  <a:pt x="1830057" y="238697"/>
                  <a:pt x="1830057" y="239230"/>
                </a:cubicBezTo>
                <a:cubicBezTo>
                  <a:pt x="1830057" y="240030"/>
                  <a:pt x="1830590" y="240297"/>
                  <a:pt x="1831124" y="239764"/>
                </a:cubicBezTo>
                <a:cubicBezTo>
                  <a:pt x="1831657" y="239230"/>
                  <a:pt x="1832457" y="238964"/>
                  <a:pt x="1832457" y="238697"/>
                </a:cubicBezTo>
                <a:cubicBezTo>
                  <a:pt x="1832457" y="238430"/>
                  <a:pt x="1831924" y="238163"/>
                  <a:pt x="1831124" y="238163"/>
                </a:cubicBezTo>
                <a:close/>
                <a:moveTo>
                  <a:pt x="1524000" y="236297"/>
                </a:moveTo>
                <a:cubicBezTo>
                  <a:pt x="1522933" y="236563"/>
                  <a:pt x="1519199" y="240564"/>
                  <a:pt x="1519199" y="241897"/>
                </a:cubicBezTo>
                <a:cubicBezTo>
                  <a:pt x="1519466" y="242431"/>
                  <a:pt x="1517866" y="245098"/>
                  <a:pt x="1515998" y="247498"/>
                </a:cubicBezTo>
                <a:cubicBezTo>
                  <a:pt x="1514132" y="250165"/>
                  <a:pt x="1512798" y="252832"/>
                  <a:pt x="1513065" y="253899"/>
                </a:cubicBezTo>
                <a:cubicBezTo>
                  <a:pt x="1513332" y="254966"/>
                  <a:pt x="1512798" y="256566"/>
                  <a:pt x="1511198" y="256832"/>
                </a:cubicBezTo>
                <a:cubicBezTo>
                  <a:pt x="1509598" y="257099"/>
                  <a:pt x="1504530" y="263767"/>
                  <a:pt x="1499463" y="271234"/>
                </a:cubicBezTo>
                <a:cubicBezTo>
                  <a:pt x="1494396" y="278435"/>
                  <a:pt x="1489062" y="285636"/>
                  <a:pt x="1487728" y="286703"/>
                </a:cubicBezTo>
                <a:cubicBezTo>
                  <a:pt x="1484528" y="289370"/>
                  <a:pt x="1478394" y="303238"/>
                  <a:pt x="1479461" y="303772"/>
                </a:cubicBezTo>
                <a:cubicBezTo>
                  <a:pt x="1479994" y="304038"/>
                  <a:pt x="1478394" y="305905"/>
                  <a:pt x="1476260" y="307772"/>
                </a:cubicBezTo>
                <a:cubicBezTo>
                  <a:pt x="1473860" y="309906"/>
                  <a:pt x="1473327" y="311239"/>
                  <a:pt x="1474660" y="311239"/>
                </a:cubicBezTo>
                <a:cubicBezTo>
                  <a:pt x="1475727" y="311239"/>
                  <a:pt x="1474927" y="312039"/>
                  <a:pt x="1472526" y="312839"/>
                </a:cubicBezTo>
                <a:cubicBezTo>
                  <a:pt x="1468526" y="314706"/>
                  <a:pt x="1467459" y="317640"/>
                  <a:pt x="1470926" y="316573"/>
                </a:cubicBezTo>
                <a:cubicBezTo>
                  <a:pt x="1473860" y="315773"/>
                  <a:pt x="1478127" y="312839"/>
                  <a:pt x="1481061" y="305905"/>
                </a:cubicBezTo>
                <a:cubicBezTo>
                  <a:pt x="1482394" y="302705"/>
                  <a:pt x="1485862" y="299238"/>
                  <a:pt x="1487728" y="298438"/>
                </a:cubicBezTo>
                <a:cubicBezTo>
                  <a:pt x="1490662" y="297104"/>
                  <a:pt x="1491462" y="296037"/>
                  <a:pt x="1490662" y="294170"/>
                </a:cubicBezTo>
                <a:cubicBezTo>
                  <a:pt x="1489862" y="292570"/>
                  <a:pt x="1490129" y="291237"/>
                  <a:pt x="1490929" y="291237"/>
                </a:cubicBezTo>
                <a:cubicBezTo>
                  <a:pt x="1491462" y="290970"/>
                  <a:pt x="1492796" y="289103"/>
                  <a:pt x="1493862" y="286970"/>
                </a:cubicBezTo>
                <a:cubicBezTo>
                  <a:pt x="1494929" y="284569"/>
                  <a:pt x="1497596" y="280302"/>
                  <a:pt x="1500263" y="277635"/>
                </a:cubicBezTo>
                <a:cubicBezTo>
                  <a:pt x="1502930" y="274968"/>
                  <a:pt x="1504530" y="272568"/>
                  <a:pt x="1504530" y="272301"/>
                </a:cubicBezTo>
                <a:cubicBezTo>
                  <a:pt x="1503997" y="270701"/>
                  <a:pt x="1507731" y="263767"/>
                  <a:pt x="1510931" y="260033"/>
                </a:cubicBezTo>
                <a:cubicBezTo>
                  <a:pt x="1513065" y="257366"/>
                  <a:pt x="1514665" y="254699"/>
                  <a:pt x="1514665" y="254165"/>
                </a:cubicBezTo>
                <a:cubicBezTo>
                  <a:pt x="1514665" y="253365"/>
                  <a:pt x="1515465" y="252299"/>
                  <a:pt x="1516799" y="250965"/>
                </a:cubicBezTo>
                <a:cubicBezTo>
                  <a:pt x="1520266" y="247498"/>
                  <a:pt x="1526400" y="236297"/>
                  <a:pt x="1524000" y="236297"/>
                </a:cubicBezTo>
                <a:close/>
                <a:moveTo>
                  <a:pt x="1842592" y="234430"/>
                </a:moveTo>
                <a:cubicBezTo>
                  <a:pt x="1842325" y="234430"/>
                  <a:pt x="1842058" y="234963"/>
                  <a:pt x="1841525" y="235763"/>
                </a:cubicBezTo>
                <a:cubicBezTo>
                  <a:pt x="1841258" y="236297"/>
                  <a:pt x="1841258" y="236830"/>
                  <a:pt x="1842058" y="236830"/>
                </a:cubicBezTo>
                <a:cubicBezTo>
                  <a:pt x="1842592" y="236830"/>
                  <a:pt x="1843125" y="236297"/>
                  <a:pt x="1843125" y="235763"/>
                </a:cubicBezTo>
                <a:cubicBezTo>
                  <a:pt x="1843125" y="234963"/>
                  <a:pt x="1842858" y="234430"/>
                  <a:pt x="1842592" y="234430"/>
                </a:cubicBezTo>
                <a:close/>
                <a:moveTo>
                  <a:pt x="1833524" y="234430"/>
                </a:moveTo>
                <a:cubicBezTo>
                  <a:pt x="1832990" y="234430"/>
                  <a:pt x="1832457" y="234963"/>
                  <a:pt x="1832457" y="235763"/>
                </a:cubicBezTo>
                <a:cubicBezTo>
                  <a:pt x="1832457" y="236563"/>
                  <a:pt x="1832990" y="236830"/>
                  <a:pt x="1833524" y="236297"/>
                </a:cubicBezTo>
                <a:cubicBezTo>
                  <a:pt x="1834324" y="235496"/>
                  <a:pt x="1834858" y="235230"/>
                  <a:pt x="1834858" y="234963"/>
                </a:cubicBezTo>
                <a:cubicBezTo>
                  <a:pt x="1834858" y="234696"/>
                  <a:pt x="1834324" y="234430"/>
                  <a:pt x="1833524" y="234430"/>
                </a:cubicBezTo>
                <a:close/>
                <a:moveTo>
                  <a:pt x="59612" y="231963"/>
                </a:moveTo>
                <a:cubicBezTo>
                  <a:pt x="59779" y="232029"/>
                  <a:pt x="59645" y="232563"/>
                  <a:pt x="59245" y="233630"/>
                </a:cubicBezTo>
                <a:cubicBezTo>
                  <a:pt x="58445" y="235496"/>
                  <a:pt x="56312" y="237097"/>
                  <a:pt x="56312" y="235496"/>
                </a:cubicBezTo>
                <a:cubicBezTo>
                  <a:pt x="56312" y="235230"/>
                  <a:pt x="57112" y="234163"/>
                  <a:pt x="58179" y="233096"/>
                </a:cubicBezTo>
                <a:cubicBezTo>
                  <a:pt x="58979" y="232296"/>
                  <a:pt x="59445" y="231896"/>
                  <a:pt x="59612" y="231963"/>
                </a:cubicBezTo>
                <a:close/>
                <a:moveTo>
                  <a:pt x="262337" y="230696"/>
                </a:moveTo>
                <a:cubicBezTo>
                  <a:pt x="261871" y="230896"/>
                  <a:pt x="261271" y="231629"/>
                  <a:pt x="260070" y="233096"/>
                </a:cubicBezTo>
                <a:cubicBezTo>
                  <a:pt x="257403" y="236563"/>
                  <a:pt x="256870" y="238697"/>
                  <a:pt x="258204" y="238697"/>
                </a:cubicBezTo>
                <a:cubicBezTo>
                  <a:pt x="258737" y="238697"/>
                  <a:pt x="260070" y="237897"/>
                  <a:pt x="262204" y="236030"/>
                </a:cubicBezTo>
                <a:cubicBezTo>
                  <a:pt x="264338" y="234163"/>
                  <a:pt x="264871" y="232563"/>
                  <a:pt x="263804" y="231496"/>
                </a:cubicBezTo>
                <a:cubicBezTo>
                  <a:pt x="263137" y="230829"/>
                  <a:pt x="262804" y="230496"/>
                  <a:pt x="262337" y="230696"/>
                </a:cubicBezTo>
                <a:close/>
                <a:moveTo>
                  <a:pt x="1539968" y="230062"/>
                </a:moveTo>
                <a:cubicBezTo>
                  <a:pt x="1539468" y="229496"/>
                  <a:pt x="1539202" y="229496"/>
                  <a:pt x="1539202" y="230162"/>
                </a:cubicBezTo>
                <a:cubicBezTo>
                  <a:pt x="1539202" y="231496"/>
                  <a:pt x="1537334" y="233896"/>
                  <a:pt x="1534934" y="236030"/>
                </a:cubicBezTo>
                <a:cubicBezTo>
                  <a:pt x="1532534" y="238163"/>
                  <a:pt x="1530934" y="240030"/>
                  <a:pt x="1531467" y="241364"/>
                </a:cubicBezTo>
                <a:cubicBezTo>
                  <a:pt x="1532000" y="242431"/>
                  <a:pt x="1531734" y="243497"/>
                  <a:pt x="1530934" y="243497"/>
                </a:cubicBezTo>
                <a:cubicBezTo>
                  <a:pt x="1530134" y="243497"/>
                  <a:pt x="1528267" y="246164"/>
                  <a:pt x="1526133" y="249632"/>
                </a:cubicBezTo>
                <a:cubicBezTo>
                  <a:pt x="1523466" y="253899"/>
                  <a:pt x="1522399" y="255232"/>
                  <a:pt x="1520266" y="254966"/>
                </a:cubicBezTo>
                <a:cubicBezTo>
                  <a:pt x="1518399" y="254699"/>
                  <a:pt x="1518132" y="254432"/>
                  <a:pt x="1519732" y="255499"/>
                </a:cubicBezTo>
                <a:cubicBezTo>
                  <a:pt x="1521332" y="256566"/>
                  <a:pt x="1521066" y="256832"/>
                  <a:pt x="1519466" y="258699"/>
                </a:cubicBezTo>
                <a:cubicBezTo>
                  <a:pt x="1518399" y="260033"/>
                  <a:pt x="1517332" y="261366"/>
                  <a:pt x="1517332" y="262166"/>
                </a:cubicBezTo>
                <a:cubicBezTo>
                  <a:pt x="1517332" y="263500"/>
                  <a:pt x="1511998" y="271768"/>
                  <a:pt x="1502664" y="284569"/>
                </a:cubicBezTo>
                <a:cubicBezTo>
                  <a:pt x="1500530" y="287503"/>
                  <a:pt x="1498130" y="291237"/>
                  <a:pt x="1497063" y="293637"/>
                </a:cubicBezTo>
                <a:cubicBezTo>
                  <a:pt x="1493596" y="301105"/>
                  <a:pt x="1488528" y="307505"/>
                  <a:pt x="1486128" y="307505"/>
                </a:cubicBezTo>
                <a:cubicBezTo>
                  <a:pt x="1484528" y="307772"/>
                  <a:pt x="1483728" y="309106"/>
                  <a:pt x="1483728" y="311506"/>
                </a:cubicBezTo>
                <a:cubicBezTo>
                  <a:pt x="1483461" y="316040"/>
                  <a:pt x="1482928" y="316573"/>
                  <a:pt x="1479461" y="317373"/>
                </a:cubicBezTo>
                <a:cubicBezTo>
                  <a:pt x="1478127" y="317640"/>
                  <a:pt x="1476527" y="318707"/>
                  <a:pt x="1476527" y="319774"/>
                </a:cubicBezTo>
                <a:cubicBezTo>
                  <a:pt x="1476260" y="321107"/>
                  <a:pt x="1476527" y="321374"/>
                  <a:pt x="1477594" y="320574"/>
                </a:cubicBezTo>
                <a:cubicBezTo>
                  <a:pt x="1478394" y="320040"/>
                  <a:pt x="1478661" y="320307"/>
                  <a:pt x="1478394" y="321907"/>
                </a:cubicBezTo>
                <a:cubicBezTo>
                  <a:pt x="1478127" y="323241"/>
                  <a:pt x="1477060" y="323774"/>
                  <a:pt x="1476260" y="323507"/>
                </a:cubicBezTo>
                <a:cubicBezTo>
                  <a:pt x="1474393" y="322974"/>
                  <a:pt x="1473060" y="326174"/>
                  <a:pt x="1473060" y="331242"/>
                </a:cubicBezTo>
                <a:cubicBezTo>
                  <a:pt x="1473060" y="336309"/>
                  <a:pt x="1463992" y="350711"/>
                  <a:pt x="1459992" y="352044"/>
                </a:cubicBezTo>
                <a:cubicBezTo>
                  <a:pt x="1457058" y="353111"/>
                  <a:pt x="1453591" y="351244"/>
                  <a:pt x="1455458" y="349911"/>
                </a:cubicBezTo>
                <a:cubicBezTo>
                  <a:pt x="1456258" y="349377"/>
                  <a:pt x="1457058" y="349644"/>
                  <a:pt x="1457591" y="350711"/>
                </a:cubicBezTo>
                <a:cubicBezTo>
                  <a:pt x="1458125" y="351511"/>
                  <a:pt x="1458125" y="350444"/>
                  <a:pt x="1458125" y="348577"/>
                </a:cubicBezTo>
                <a:cubicBezTo>
                  <a:pt x="1458125" y="344577"/>
                  <a:pt x="1458125" y="344843"/>
                  <a:pt x="1454658" y="346977"/>
                </a:cubicBezTo>
                <a:cubicBezTo>
                  <a:pt x="1450390" y="349644"/>
                  <a:pt x="1450657" y="350177"/>
                  <a:pt x="1454658" y="353378"/>
                </a:cubicBezTo>
                <a:cubicBezTo>
                  <a:pt x="1457324" y="355511"/>
                  <a:pt x="1457591" y="356845"/>
                  <a:pt x="1456258" y="358445"/>
                </a:cubicBezTo>
                <a:cubicBezTo>
                  <a:pt x="1455191" y="359779"/>
                  <a:pt x="1453591" y="360312"/>
                  <a:pt x="1453057" y="360045"/>
                </a:cubicBezTo>
                <a:cubicBezTo>
                  <a:pt x="1450657" y="358712"/>
                  <a:pt x="1451990" y="361379"/>
                  <a:pt x="1454391" y="362979"/>
                </a:cubicBezTo>
                <a:cubicBezTo>
                  <a:pt x="1457058" y="364846"/>
                  <a:pt x="1455991" y="368313"/>
                  <a:pt x="1452791" y="368313"/>
                </a:cubicBezTo>
                <a:cubicBezTo>
                  <a:pt x="1451457" y="368313"/>
                  <a:pt x="1450924" y="369380"/>
                  <a:pt x="1451190" y="370980"/>
                </a:cubicBezTo>
                <a:cubicBezTo>
                  <a:pt x="1451457" y="372580"/>
                  <a:pt x="1450924" y="373380"/>
                  <a:pt x="1449324" y="373114"/>
                </a:cubicBezTo>
                <a:cubicBezTo>
                  <a:pt x="1447457" y="373114"/>
                  <a:pt x="1445856" y="375781"/>
                  <a:pt x="1443456" y="382448"/>
                </a:cubicBezTo>
                <a:cubicBezTo>
                  <a:pt x="1441323" y="387782"/>
                  <a:pt x="1440256" y="393116"/>
                  <a:pt x="1440522" y="394183"/>
                </a:cubicBezTo>
                <a:cubicBezTo>
                  <a:pt x="1440789" y="395250"/>
                  <a:pt x="1441856" y="393916"/>
                  <a:pt x="1442389" y="391249"/>
                </a:cubicBezTo>
                <a:cubicBezTo>
                  <a:pt x="1442923" y="388582"/>
                  <a:pt x="1443723" y="386715"/>
                  <a:pt x="1444790" y="387249"/>
                </a:cubicBezTo>
                <a:cubicBezTo>
                  <a:pt x="1445590" y="387782"/>
                  <a:pt x="1446123" y="387515"/>
                  <a:pt x="1445056" y="385649"/>
                </a:cubicBezTo>
                <a:cubicBezTo>
                  <a:pt x="1444523" y="384582"/>
                  <a:pt x="1444790" y="383515"/>
                  <a:pt x="1445323" y="384048"/>
                </a:cubicBezTo>
                <a:cubicBezTo>
                  <a:pt x="1446123" y="384848"/>
                  <a:pt x="1448257" y="382181"/>
                  <a:pt x="1450124" y="378981"/>
                </a:cubicBezTo>
                <a:cubicBezTo>
                  <a:pt x="1453591" y="373114"/>
                  <a:pt x="1489328" y="313640"/>
                  <a:pt x="1490395" y="313373"/>
                </a:cubicBezTo>
                <a:cubicBezTo>
                  <a:pt x="1490662" y="313373"/>
                  <a:pt x="1499463" y="300838"/>
                  <a:pt x="1499996" y="299504"/>
                </a:cubicBezTo>
                <a:cubicBezTo>
                  <a:pt x="1500530" y="297904"/>
                  <a:pt x="1526666" y="264300"/>
                  <a:pt x="1530934" y="259233"/>
                </a:cubicBezTo>
                <a:cubicBezTo>
                  <a:pt x="1542402" y="245631"/>
                  <a:pt x="1545336" y="241097"/>
                  <a:pt x="1545336" y="239764"/>
                </a:cubicBezTo>
                <a:cubicBezTo>
                  <a:pt x="1545336" y="239497"/>
                  <a:pt x="1544002" y="236563"/>
                  <a:pt x="1542135" y="233363"/>
                </a:cubicBezTo>
                <a:cubicBezTo>
                  <a:pt x="1541202" y="231763"/>
                  <a:pt x="1540468" y="230629"/>
                  <a:pt x="1539968" y="230062"/>
                </a:cubicBezTo>
                <a:close/>
                <a:moveTo>
                  <a:pt x="1510398" y="229629"/>
                </a:moveTo>
                <a:cubicBezTo>
                  <a:pt x="1509731" y="229829"/>
                  <a:pt x="1508931" y="230429"/>
                  <a:pt x="1507998" y="231496"/>
                </a:cubicBezTo>
                <a:cubicBezTo>
                  <a:pt x="1505597" y="234163"/>
                  <a:pt x="1505597" y="234163"/>
                  <a:pt x="1507998" y="233363"/>
                </a:cubicBezTo>
                <a:cubicBezTo>
                  <a:pt x="1509864" y="232829"/>
                  <a:pt x="1510398" y="232563"/>
                  <a:pt x="1509864" y="234163"/>
                </a:cubicBezTo>
                <a:cubicBezTo>
                  <a:pt x="1509598" y="235230"/>
                  <a:pt x="1508531" y="236030"/>
                  <a:pt x="1507731" y="236030"/>
                </a:cubicBezTo>
                <a:cubicBezTo>
                  <a:pt x="1506664" y="236030"/>
                  <a:pt x="1505864" y="237097"/>
                  <a:pt x="1506131" y="238430"/>
                </a:cubicBezTo>
                <a:cubicBezTo>
                  <a:pt x="1506664" y="240564"/>
                  <a:pt x="1506131" y="240297"/>
                  <a:pt x="1504530" y="238697"/>
                </a:cubicBezTo>
                <a:cubicBezTo>
                  <a:pt x="1502930" y="237097"/>
                  <a:pt x="1502930" y="237097"/>
                  <a:pt x="1503730" y="239230"/>
                </a:cubicBezTo>
                <a:cubicBezTo>
                  <a:pt x="1504264" y="240564"/>
                  <a:pt x="1504797" y="242697"/>
                  <a:pt x="1504797" y="243497"/>
                </a:cubicBezTo>
                <a:cubicBezTo>
                  <a:pt x="1504797" y="244298"/>
                  <a:pt x="1505864" y="244298"/>
                  <a:pt x="1506931" y="242964"/>
                </a:cubicBezTo>
                <a:cubicBezTo>
                  <a:pt x="1507998" y="241631"/>
                  <a:pt x="1509064" y="240564"/>
                  <a:pt x="1509064" y="239230"/>
                </a:cubicBezTo>
                <a:cubicBezTo>
                  <a:pt x="1509064" y="238163"/>
                  <a:pt x="1509864" y="236830"/>
                  <a:pt x="1511198" y="236297"/>
                </a:cubicBezTo>
                <a:cubicBezTo>
                  <a:pt x="1513332" y="235496"/>
                  <a:pt x="1513865" y="232563"/>
                  <a:pt x="1511998" y="230162"/>
                </a:cubicBezTo>
                <a:cubicBezTo>
                  <a:pt x="1511598" y="229629"/>
                  <a:pt x="1511065" y="229429"/>
                  <a:pt x="1510398" y="229629"/>
                </a:cubicBezTo>
                <a:close/>
                <a:moveTo>
                  <a:pt x="53378" y="229096"/>
                </a:moveTo>
                <a:cubicBezTo>
                  <a:pt x="52578" y="229096"/>
                  <a:pt x="52044" y="229629"/>
                  <a:pt x="52311" y="230162"/>
                </a:cubicBezTo>
                <a:cubicBezTo>
                  <a:pt x="53111" y="231763"/>
                  <a:pt x="49111" y="237630"/>
                  <a:pt x="48044" y="237097"/>
                </a:cubicBezTo>
                <a:cubicBezTo>
                  <a:pt x="47511" y="236830"/>
                  <a:pt x="47244" y="237363"/>
                  <a:pt x="46710" y="238697"/>
                </a:cubicBezTo>
                <a:cubicBezTo>
                  <a:pt x="45644" y="242431"/>
                  <a:pt x="48044" y="240830"/>
                  <a:pt x="51511" y="235763"/>
                </a:cubicBezTo>
                <a:cubicBezTo>
                  <a:pt x="55245" y="230429"/>
                  <a:pt x="55245" y="229096"/>
                  <a:pt x="53378" y="229096"/>
                </a:cubicBezTo>
                <a:close/>
                <a:moveTo>
                  <a:pt x="83515" y="228829"/>
                </a:moveTo>
                <a:cubicBezTo>
                  <a:pt x="82715" y="228829"/>
                  <a:pt x="82448" y="229896"/>
                  <a:pt x="82448" y="230963"/>
                </a:cubicBezTo>
                <a:cubicBezTo>
                  <a:pt x="82182" y="232296"/>
                  <a:pt x="82715" y="233096"/>
                  <a:pt x="82982" y="233096"/>
                </a:cubicBezTo>
                <a:cubicBezTo>
                  <a:pt x="83248" y="233096"/>
                  <a:pt x="83782" y="232029"/>
                  <a:pt x="84048" y="230963"/>
                </a:cubicBezTo>
                <a:cubicBezTo>
                  <a:pt x="84315" y="229896"/>
                  <a:pt x="84315" y="228829"/>
                  <a:pt x="83515" y="228829"/>
                </a:cubicBezTo>
                <a:close/>
                <a:moveTo>
                  <a:pt x="1516532" y="226429"/>
                </a:moveTo>
                <a:cubicBezTo>
                  <a:pt x="1516265" y="226429"/>
                  <a:pt x="1515732" y="226962"/>
                  <a:pt x="1515198" y="228029"/>
                </a:cubicBezTo>
                <a:cubicBezTo>
                  <a:pt x="1514932" y="228829"/>
                  <a:pt x="1514932" y="229362"/>
                  <a:pt x="1515732" y="229362"/>
                </a:cubicBezTo>
                <a:cubicBezTo>
                  <a:pt x="1516532" y="229362"/>
                  <a:pt x="1517332" y="228562"/>
                  <a:pt x="1517332" y="227762"/>
                </a:cubicBezTo>
                <a:cubicBezTo>
                  <a:pt x="1517332" y="226962"/>
                  <a:pt x="1516799" y="226429"/>
                  <a:pt x="1516532" y="226429"/>
                </a:cubicBezTo>
                <a:close/>
                <a:moveTo>
                  <a:pt x="58345" y="223995"/>
                </a:moveTo>
                <a:cubicBezTo>
                  <a:pt x="57579" y="223895"/>
                  <a:pt x="56712" y="224162"/>
                  <a:pt x="56312" y="224828"/>
                </a:cubicBezTo>
                <a:cubicBezTo>
                  <a:pt x="56045" y="225629"/>
                  <a:pt x="56845" y="226162"/>
                  <a:pt x="57645" y="226162"/>
                </a:cubicBezTo>
                <a:cubicBezTo>
                  <a:pt x="58712" y="226162"/>
                  <a:pt x="59779" y="225629"/>
                  <a:pt x="59779" y="225362"/>
                </a:cubicBezTo>
                <a:cubicBezTo>
                  <a:pt x="59779" y="224562"/>
                  <a:pt x="59112" y="224095"/>
                  <a:pt x="58345" y="223995"/>
                </a:cubicBezTo>
                <a:close/>
                <a:moveTo>
                  <a:pt x="65913" y="221895"/>
                </a:moveTo>
                <a:cubicBezTo>
                  <a:pt x="66980" y="222428"/>
                  <a:pt x="65113" y="225629"/>
                  <a:pt x="63513" y="225895"/>
                </a:cubicBezTo>
                <a:cubicBezTo>
                  <a:pt x="62712" y="225895"/>
                  <a:pt x="62712" y="225095"/>
                  <a:pt x="63779" y="223495"/>
                </a:cubicBezTo>
                <a:cubicBezTo>
                  <a:pt x="64579" y="222428"/>
                  <a:pt x="65379" y="221628"/>
                  <a:pt x="65913" y="221895"/>
                </a:cubicBezTo>
                <a:close/>
                <a:moveTo>
                  <a:pt x="2946044" y="219761"/>
                </a:moveTo>
                <a:cubicBezTo>
                  <a:pt x="2945511" y="219494"/>
                  <a:pt x="2944711" y="219761"/>
                  <a:pt x="2943910" y="220561"/>
                </a:cubicBezTo>
                <a:cubicBezTo>
                  <a:pt x="2942844" y="221628"/>
                  <a:pt x="2942844" y="221628"/>
                  <a:pt x="2944711" y="221095"/>
                </a:cubicBezTo>
                <a:cubicBezTo>
                  <a:pt x="2945778" y="220828"/>
                  <a:pt x="2946578" y="220028"/>
                  <a:pt x="2946044" y="219761"/>
                </a:cubicBezTo>
                <a:close/>
                <a:moveTo>
                  <a:pt x="1843125" y="219494"/>
                </a:moveTo>
                <a:cubicBezTo>
                  <a:pt x="1842592" y="219761"/>
                  <a:pt x="1842058" y="221095"/>
                  <a:pt x="1842058" y="221895"/>
                </a:cubicBezTo>
                <a:cubicBezTo>
                  <a:pt x="1842058" y="222962"/>
                  <a:pt x="1841525" y="223762"/>
                  <a:pt x="1840992" y="223762"/>
                </a:cubicBezTo>
                <a:cubicBezTo>
                  <a:pt x="1839925" y="223762"/>
                  <a:pt x="1838058" y="227229"/>
                  <a:pt x="1838858" y="228029"/>
                </a:cubicBezTo>
                <a:cubicBezTo>
                  <a:pt x="1839392" y="228562"/>
                  <a:pt x="1844459" y="221095"/>
                  <a:pt x="1844459" y="219761"/>
                </a:cubicBezTo>
                <a:cubicBezTo>
                  <a:pt x="1844459" y="219228"/>
                  <a:pt x="1843925" y="218961"/>
                  <a:pt x="1843125" y="219494"/>
                </a:cubicBezTo>
                <a:close/>
                <a:moveTo>
                  <a:pt x="1120711" y="215761"/>
                </a:moveTo>
                <a:lnTo>
                  <a:pt x="1130846" y="216027"/>
                </a:lnTo>
                <a:cubicBezTo>
                  <a:pt x="1138847" y="216561"/>
                  <a:pt x="1142047" y="216827"/>
                  <a:pt x="1147114" y="219228"/>
                </a:cubicBezTo>
                <a:cubicBezTo>
                  <a:pt x="1151648" y="221361"/>
                  <a:pt x="1153249" y="222161"/>
                  <a:pt x="1155116" y="221095"/>
                </a:cubicBezTo>
                <a:cubicBezTo>
                  <a:pt x="1156982" y="220028"/>
                  <a:pt x="1157249" y="219494"/>
                  <a:pt x="1155116" y="221628"/>
                </a:cubicBezTo>
                <a:cubicBezTo>
                  <a:pt x="1153515" y="223228"/>
                  <a:pt x="1153515" y="223762"/>
                  <a:pt x="1155382" y="224828"/>
                </a:cubicBezTo>
                <a:cubicBezTo>
                  <a:pt x="1160450" y="227762"/>
                  <a:pt x="1166317" y="246431"/>
                  <a:pt x="1162850" y="249898"/>
                </a:cubicBezTo>
                <a:lnTo>
                  <a:pt x="1162316" y="250432"/>
                </a:lnTo>
                <a:cubicBezTo>
                  <a:pt x="1161516" y="253099"/>
                  <a:pt x="1158049" y="261100"/>
                  <a:pt x="1156182" y="262166"/>
                </a:cubicBezTo>
                <a:cubicBezTo>
                  <a:pt x="1155116" y="262700"/>
                  <a:pt x="1153515" y="264033"/>
                  <a:pt x="1152715" y="265634"/>
                </a:cubicBezTo>
                <a:cubicBezTo>
                  <a:pt x="1151382" y="268034"/>
                  <a:pt x="1144447" y="273635"/>
                  <a:pt x="1135113" y="281102"/>
                </a:cubicBezTo>
                <a:cubicBezTo>
                  <a:pt x="1133779" y="282169"/>
                  <a:pt x="1131913" y="282969"/>
                  <a:pt x="1131379" y="282702"/>
                </a:cubicBezTo>
                <a:cubicBezTo>
                  <a:pt x="1130046" y="282702"/>
                  <a:pt x="1105243" y="292837"/>
                  <a:pt x="1099642" y="296304"/>
                </a:cubicBezTo>
                <a:cubicBezTo>
                  <a:pt x="1097508" y="297638"/>
                  <a:pt x="1094308" y="298704"/>
                  <a:pt x="1092974" y="298704"/>
                </a:cubicBezTo>
                <a:cubicBezTo>
                  <a:pt x="1080440" y="300305"/>
                  <a:pt x="1070572" y="303772"/>
                  <a:pt x="1062571" y="314706"/>
                </a:cubicBezTo>
                <a:lnTo>
                  <a:pt x="1061504" y="313106"/>
                </a:lnTo>
                <a:cubicBezTo>
                  <a:pt x="1056970" y="318974"/>
                  <a:pt x="1048702" y="336309"/>
                  <a:pt x="1047369" y="341643"/>
                </a:cubicBezTo>
                <a:cubicBezTo>
                  <a:pt x="1045502" y="349111"/>
                  <a:pt x="1048169" y="354445"/>
                  <a:pt x="1052703" y="356845"/>
                </a:cubicBezTo>
                <a:cubicBezTo>
                  <a:pt x="1055903" y="358445"/>
                  <a:pt x="1066838" y="359512"/>
                  <a:pt x="1076706" y="359512"/>
                </a:cubicBezTo>
                <a:cubicBezTo>
                  <a:pt x="1082573" y="359512"/>
                  <a:pt x="1087907" y="359245"/>
                  <a:pt x="1091641" y="358445"/>
                </a:cubicBezTo>
                <a:cubicBezTo>
                  <a:pt x="1099642" y="356845"/>
                  <a:pt x="1115111" y="352578"/>
                  <a:pt x="1119644" y="351244"/>
                </a:cubicBezTo>
                <a:cubicBezTo>
                  <a:pt x="1136447" y="346444"/>
                  <a:pt x="1200988" y="319507"/>
                  <a:pt x="1208455" y="310973"/>
                </a:cubicBezTo>
                <a:cubicBezTo>
                  <a:pt x="1209256" y="309639"/>
                  <a:pt x="1211122" y="308839"/>
                  <a:pt x="1211923" y="308572"/>
                </a:cubicBezTo>
                <a:cubicBezTo>
                  <a:pt x="1214323" y="307772"/>
                  <a:pt x="1220190" y="304305"/>
                  <a:pt x="1220990" y="302705"/>
                </a:cubicBezTo>
                <a:cubicBezTo>
                  <a:pt x="1221257" y="302171"/>
                  <a:pt x="1223657" y="300038"/>
                  <a:pt x="1226591" y="298438"/>
                </a:cubicBezTo>
                <a:cubicBezTo>
                  <a:pt x="1229525" y="296837"/>
                  <a:pt x="1234592" y="293370"/>
                  <a:pt x="1237792" y="290970"/>
                </a:cubicBezTo>
                <a:cubicBezTo>
                  <a:pt x="1255395" y="277902"/>
                  <a:pt x="1290599" y="254432"/>
                  <a:pt x="1290332" y="255499"/>
                </a:cubicBezTo>
                <a:cubicBezTo>
                  <a:pt x="1289532" y="258966"/>
                  <a:pt x="1279664" y="266700"/>
                  <a:pt x="1277264" y="268567"/>
                </a:cubicBezTo>
                <a:cubicBezTo>
                  <a:pt x="1272197" y="271768"/>
                  <a:pt x="1268730" y="275235"/>
                  <a:pt x="1268996" y="275768"/>
                </a:cubicBezTo>
                <a:cubicBezTo>
                  <a:pt x="1269263" y="276302"/>
                  <a:pt x="1267930" y="277635"/>
                  <a:pt x="1266329" y="278702"/>
                </a:cubicBezTo>
                <a:cubicBezTo>
                  <a:pt x="1264729" y="279769"/>
                  <a:pt x="1263129" y="281102"/>
                  <a:pt x="1263129" y="281636"/>
                </a:cubicBezTo>
                <a:cubicBezTo>
                  <a:pt x="1262862" y="282702"/>
                  <a:pt x="1248194" y="296571"/>
                  <a:pt x="1243927" y="299504"/>
                </a:cubicBezTo>
                <a:cubicBezTo>
                  <a:pt x="1242326" y="300571"/>
                  <a:pt x="1237526" y="304305"/>
                  <a:pt x="1233259" y="307772"/>
                </a:cubicBezTo>
                <a:cubicBezTo>
                  <a:pt x="1228725" y="311506"/>
                  <a:pt x="1223657" y="314440"/>
                  <a:pt x="1221791" y="314973"/>
                </a:cubicBezTo>
                <a:cubicBezTo>
                  <a:pt x="1220190" y="315506"/>
                  <a:pt x="1218057" y="317107"/>
                  <a:pt x="1216723" y="318440"/>
                </a:cubicBezTo>
                <a:cubicBezTo>
                  <a:pt x="1215390" y="319774"/>
                  <a:pt x="1212456" y="322174"/>
                  <a:pt x="1210322" y="323241"/>
                </a:cubicBezTo>
                <a:cubicBezTo>
                  <a:pt x="1208722" y="324041"/>
                  <a:pt x="1195921" y="332309"/>
                  <a:pt x="1195921" y="333375"/>
                </a:cubicBezTo>
                <a:cubicBezTo>
                  <a:pt x="1195654" y="334175"/>
                  <a:pt x="1197521" y="333375"/>
                  <a:pt x="1199921" y="332042"/>
                </a:cubicBezTo>
                <a:cubicBezTo>
                  <a:pt x="1202321" y="330708"/>
                  <a:pt x="1205255" y="329642"/>
                  <a:pt x="1206322" y="329108"/>
                </a:cubicBezTo>
                <a:cubicBezTo>
                  <a:pt x="1207389" y="328575"/>
                  <a:pt x="1208722" y="327508"/>
                  <a:pt x="1209522" y="326708"/>
                </a:cubicBezTo>
                <a:cubicBezTo>
                  <a:pt x="1210322" y="325908"/>
                  <a:pt x="1211656" y="325108"/>
                  <a:pt x="1212723" y="325108"/>
                </a:cubicBezTo>
                <a:cubicBezTo>
                  <a:pt x="1215656" y="325108"/>
                  <a:pt x="1213256" y="329108"/>
                  <a:pt x="1210056" y="329642"/>
                </a:cubicBezTo>
                <a:cubicBezTo>
                  <a:pt x="1208455" y="329908"/>
                  <a:pt x="1207389" y="330708"/>
                  <a:pt x="1207389" y="331508"/>
                </a:cubicBezTo>
                <a:lnTo>
                  <a:pt x="1206081" y="332655"/>
                </a:lnTo>
                <a:lnTo>
                  <a:pt x="1203922" y="333375"/>
                </a:lnTo>
                <a:cubicBezTo>
                  <a:pt x="1202588" y="334442"/>
                  <a:pt x="1202588" y="334175"/>
                  <a:pt x="1204455" y="333909"/>
                </a:cubicBezTo>
                <a:lnTo>
                  <a:pt x="1205518" y="333150"/>
                </a:lnTo>
                <a:lnTo>
                  <a:pt x="1192187" y="344843"/>
                </a:lnTo>
                <a:cubicBezTo>
                  <a:pt x="1185253" y="348577"/>
                  <a:pt x="1177252" y="353111"/>
                  <a:pt x="1173784" y="354445"/>
                </a:cubicBezTo>
                <a:cubicBezTo>
                  <a:pt x="1170584" y="355778"/>
                  <a:pt x="1167117" y="357645"/>
                  <a:pt x="1165783" y="358712"/>
                </a:cubicBezTo>
                <a:cubicBezTo>
                  <a:pt x="1164183" y="360045"/>
                  <a:pt x="1164183" y="360312"/>
                  <a:pt x="1165250" y="358712"/>
                </a:cubicBezTo>
                <a:cubicBezTo>
                  <a:pt x="1166317" y="357112"/>
                  <a:pt x="1166050" y="357112"/>
                  <a:pt x="1164450" y="358178"/>
                </a:cubicBezTo>
                <a:cubicBezTo>
                  <a:pt x="1154049" y="365113"/>
                  <a:pt x="1132980" y="372047"/>
                  <a:pt x="1120711" y="373380"/>
                </a:cubicBezTo>
                <a:cubicBezTo>
                  <a:pt x="1112977" y="374180"/>
                  <a:pt x="1108443" y="374981"/>
                  <a:pt x="1107109" y="375781"/>
                </a:cubicBezTo>
                <a:cubicBezTo>
                  <a:pt x="1106843" y="376314"/>
                  <a:pt x="1107643" y="376581"/>
                  <a:pt x="1109243" y="376581"/>
                </a:cubicBezTo>
                <a:cubicBezTo>
                  <a:pt x="1112177" y="376581"/>
                  <a:pt x="1112177" y="376847"/>
                  <a:pt x="1109510" y="377914"/>
                </a:cubicBezTo>
                <a:cubicBezTo>
                  <a:pt x="1107643" y="378714"/>
                  <a:pt x="1102042" y="379248"/>
                  <a:pt x="1094841" y="379248"/>
                </a:cubicBezTo>
                <a:cubicBezTo>
                  <a:pt x="1082840" y="379248"/>
                  <a:pt x="1067105" y="378181"/>
                  <a:pt x="1059637" y="376047"/>
                </a:cubicBezTo>
                <a:cubicBezTo>
                  <a:pt x="1047102" y="372580"/>
                  <a:pt x="1043368" y="369647"/>
                  <a:pt x="1035367" y="355778"/>
                </a:cubicBezTo>
                <a:cubicBezTo>
                  <a:pt x="1029767" y="346177"/>
                  <a:pt x="1027900" y="341376"/>
                  <a:pt x="1027366" y="336042"/>
                </a:cubicBezTo>
                <a:cubicBezTo>
                  <a:pt x="1026566" y="328308"/>
                  <a:pt x="1028900" y="319840"/>
                  <a:pt x="1032700" y="311006"/>
                </a:cubicBezTo>
                <a:lnTo>
                  <a:pt x="1042362" y="292390"/>
                </a:lnTo>
                <a:lnTo>
                  <a:pt x="1040649" y="294270"/>
                </a:lnTo>
                <a:cubicBezTo>
                  <a:pt x="1035882" y="299238"/>
                  <a:pt x="1030814" y="304038"/>
                  <a:pt x="1029881" y="304038"/>
                </a:cubicBezTo>
                <a:cubicBezTo>
                  <a:pt x="1029081" y="304038"/>
                  <a:pt x="1026680" y="306172"/>
                  <a:pt x="1023480" y="308839"/>
                </a:cubicBezTo>
                <a:cubicBezTo>
                  <a:pt x="1020546" y="311239"/>
                  <a:pt x="1017613" y="313640"/>
                  <a:pt x="1016812" y="313640"/>
                </a:cubicBezTo>
                <a:cubicBezTo>
                  <a:pt x="1016012" y="313640"/>
                  <a:pt x="1015212" y="314173"/>
                  <a:pt x="1015212" y="314706"/>
                </a:cubicBezTo>
                <a:cubicBezTo>
                  <a:pt x="1015212" y="315506"/>
                  <a:pt x="1016012" y="316040"/>
                  <a:pt x="1016812" y="316040"/>
                </a:cubicBezTo>
                <a:cubicBezTo>
                  <a:pt x="1017613" y="316040"/>
                  <a:pt x="1016546" y="317107"/>
                  <a:pt x="1013879" y="317907"/>
                </a:cubicBezTo>
                <a:cubicBezTo>
                  <a:pt x="1011212" y="318707"/>
                  <a:pt x="1009345" y="320574"/>
                  <a:pt x="1009345" y="321374"/>
                </a:cubicBezTo>
                <a:cubicBezTo>
                  <a:pt x="1009345" y="322174"/>
                  <a:pt x="1006411" y="324041"/>
                  <a:pt x="1002677" y="325641"/>
                </a:cubicBezTo>
                <a:cubicBezTo>
                  <a:pt x="998944" y="327241"/>
                  <a:pt x="996010" y="328841"/>
                  <a:pt x="996010" y="329375"/>
                </a:cubicBezTo>
                <a:cubicBezTo>
                  <a:pt x="996010" y="330175"/>
                  <a:pt x="996543" y="330175"/>
                  <a:pt x="996810" y="330175"/>
                </a:cubicBezTo>
                <a:cubicBezTo>
                  <a:pt x="1001344" y="328041"/>
                  <a:pt x="1004544" y="326708"/>
                  <a:pt x="1008812" y="325108"/>
                </a:cubicBezTo>
                <a:cubicBezTo>
                  <a:pt x="1013612" y="323241"/>
                  <a:pt x="1013345" y="322974"/>
                  <a:pt x="1010678" y="325374"/>
                </a:cubicBezTo>
                <a:cubicBezTo>
                  <a:pt x="1007745" y="328041"/>
                  <a:pt x="1000810" y="331242"/>
                  <a:pt x="986942" y="337643"/>
                </a:cubicBezTo>
                <a:cubicBezTo>
                  <a:pt x="982408" y="339776"/>
                  <a:pt x="977608" y="342176"/>
                  <a:pt x="976808" y="342977"/>
                </a:cubicBezTo>
                <a:cubicBezTo>
                  <a:pt x="973340" y="346444"/>
                  <a:pt x="945070" y="350444"/>
                  <a:pt x="941603" y="348044"/>
                </a:cubicBezTo>
                <a:cubicBezTo>
                  <a:pt x="940270" y="347510"/>
                  <a:pt x="937336" y="346444"/>
                  <a:pt x="934402" y="346444"/>
                </a:cubicBezTo>
                <a:cubicBezTo>
                  <a:pt x="922401" y="345377"/>
                  <a:pt x="899998" y="321641"/>
                  <a:pt x="896798" y="312039"/>
                </a:cubicBezTo>
                <a:cubicBezTo>
                  <a:pt x="896264" y="310439"/>
                  <a:pt x="895731" y="304572"/>
                  <a:pt x="895197" y="298971"/>
                </a:cubicBezTo>
                <a:cubicBezTo>
                  <a:pt x="894397" y="289370"/>
                  <a:pt x="894397" y="288570"/>
                  <a:pt x="891730" y="288570"/>
                </a:cubicBezTo>
                <a:cubicBezTo>
                  <a:pt x="890397" y="288570"/>
                  <a:pt x="889063" y="288570"/>
                  <a:pt x="889063" y="289103"/>
                </a:cubicBezTo>
                <a:cubicBezTo>
                  <a:pt x="889063" y="289637"/>
                  <a:pt x="886396" y="290437"/>
                  <a:pt x="883729" y="291503"/>
                </a:cubicBezTo>
                <a:cubicBezTo>
                  <a:pt x="880796" y="292570"/>
                  <a:pt x="877062" y="294437"/>
                  <a:pt x="875462" y="296037"/>
                </a:cubicBezTo>
                <a:cubicBezTo>
                  <a:pt x="874128" y="297371"/>
                  <a:pt x="871995" y="298971"/>
                  <a:pt x="871194" y="298704"/>
                </a:cubicBezTo>
                <a:cubicBezTo>
                  <a:pt x="870394" y="298704"/>
                  <a:pt x="869861" y="299238"/>
                  <a:pt x="869861" y="300038"/>
                </a:cubicBezTo>
                <a:cubicBezTo>
                  <a:pt x="869861" y="300571"/>
                  <a:pt x="869061" y="301105"/>
                  <a:pt x="867994" y="301105"/>
                </a:cubicBezTo>
                <a:cubicBezTo>
                  <a:pt x="866927" y="301105"/>
                  <a:pt x="866127" y="301638"/>
                  <a:pt x="866127" y="302438"/>
                </a:cubicBezTo>
                <a:cubicBezTo>
                  <a:pt x="866127" y="302972"/>
                  <a:pt x="865327" y="303772"/>
                  <a:pt x="863727" y="304305"/>
                </a:cubicBezTo>
                <a:cubicBezTo>
                  <a:pt x="862393" y="304838"/>
                  <a:pt x="860793" y="305372"/>
                  <a:pt x="859726" y="306439"/>
                </a:cubicBezTo>
                <a:cubicBezTo>
                  <a:pt x="858926" y="307239"/>
                  <a:pt x="855459" y="310172"/>
                  <a:pt x="852259" y="312573"/>
                </a:cubicBezTo>
                <a:cubicBezTo>
                  <a:pt x="842391" y="320040"/>
                  <a:pt x="821322" y="337109"/>
                  <a:pt x="814387" y="346710"/>
                </a:cubicBezTo>
                <a:cubicBezTo>
                  <a:pt x="807186" y="356578"/>
                  <a:pt x="792785" y="368846"/>
                  <a:pt x="788251" y="370447"/>
                </a:cubicBezTo>
                <a:cubicBezTo>
                  <a:pt x="784250" y="371513"/>
                  <a:pt x="778383" y="368580"/>
                  <a:pt x="776249" y="362979"/>
                </a:cubicBezTo>
                <a:cubicBezTo>
                  <a:pt x="775182" y="360312"/>
                  <a:pt x="772782" y="358178"/>
                  <a:pt x="771982" y="358178"/>
                </a:cubicBezTo>
                <a:cubicBezTo>
                  <a:pt x="770115" y="358178"/>
                  <a:pt x="767181" y="352578"/>
                  <a:pt x="766648" y="346710"/>
                </a:cubicBezTo>
                <a:cubicBezTo>
                  <a:pt x="766115" y="343777"/>
                  <a:pt x="766915" y="340576"/>
                  <a:pt x="768782" y="336576"/>
                </a:cubicBezTo>
                <a:cubicBezTo>
                  <a:pt x="774116" y="325108"/>
                  <a:pt x="774649" y="322974"/>
                  <a:pt x="774649" y="321907"/>
                </a:cubicBezTo>
                <a:cubicBezTo>
                  <a:pt x="774649" y="321374"/>
                  <a:pt x="775449" y="320307"/>
                  <a:pt x="776249" y="319240"/>
                </a:cubicBezTo>
                <a:cubicBezTo>
                  <a:pt x="777049" y="317907"/>
                  <a:pt x="779983" y="313640"/>
                  <a:pt x="782383" y="309106"/>
                </a:cubicBezTo>
                <a:lnTo>
                  <a:pt x="786259" y="302110"/>
                </a:lnTo>
                <a:lnTo>
                  <a:pt x="782078" y="305372"/>
                </a:lnTo>
                <a:cubicBezTo>
                  <a:pt x="773277" y="310973"/>
                  <a:pt x="779678" y="307505"/>
                  <a:pt x="774611" y="312573"/>
                </a:cubicBezTo>
                <a:cubicBezTo>
                  <a:pt x="769544" y="317640"/>
                  <a:pt x="776211" y="310973"/>
                  <a:pt x="772744" y="316040"/>
                </a:cubicBezTo>
                <a:cubicBezTo>
                  <a:pt x="771944" y="317640"/>
                  <a:pt x="770877" y="319240"/>
                  <a:pt x="771144" y="320040"/>
                </a:cubicBezTo>
                <a:cubicBezTo>
                  <a:pt x="771410" y="320840"/>
                  <a:pt x="770344" y="322174"/>
                  <a:pt x="769277" y="322974"/>
                </a:cubicBezTo>
                <a:cubicBezTo>
                  <a:pt x="767943" y="323774"/>
                  <a:pt x="763409" y="326975"/>
                  <a:pt x="759676" y="329642"/>
                </a:cubicBezTo>
                <a:cubicBezTo>
                  <a:pt x="755675" y="332575"/>
                  <a:pt x="750075" y="336309"/>
                  <a:pt x="747941" y="337909"/>
                </a:cubicBezTo>
                <a:cubicBezTo>
                  <a:pt x="745541" y="339509"/>
                  <a:pt x="743407" y="341110"/>
                  <a:pt x="743407" y="341910"/>
                </a:cubicBezTo>
                <a:cubicBezTo>
                  <a:pt x="743407" y="342443"/>
                  <a:pt x="743140" y="342710"/>
                  <a:pt x="742607" y="342710"/>
                </a:cubicBezTo>
                <a:cubicBezTo>
                  <a:pt x="740740" y="342176"/>
                  <a:pt x="734606" y="345910"/>
                  <a:pt x="729805" y="350711"/>
                </a:cubicBezTo>
                <a:cubicBezTo>
                  <a:pt x="726071" y="354445"/>
                  <a:pt x="713537" y="361912"/>
                  <a:pt x="710070" y="362446"/>
                </a:cubicBezTo>
                <a:cubicBezTo>
                  <a:pt x="708469" y="362712"/>
                  <a:pt x="702602" y="364846"/>
                  <a:pt x="697268" y="366713"/>
                </a:cubicBezTo>
                <a:cubicBezTo>
                  <a:pt x="686067" y="370713"/>
                  <a:pt x="682599" y="371247"/>
                  <a:pt x="675665" y="369380"/>
                </a:cubicBezTo>
                <a:cubicBezTo>
                  <a:pt x="671398" y="368313"/>
                  <a:pt x="665531" y="367246"/>
                  <a:pt x="655929" y="366446"/>
                </a:cubicBezTo>
                <a:cubicBezTo>
                  <a:pt x="652729" y="366179"/>
                  <a:pt x="645795" y="361912"/>
                  <a:pt x="642594" y="358712"/>
                </a:cubicBezTo>
                <a:lnTo>
                  <a:pt x="642061" y="359779"/>
                </a:lnTo>
                <a:cubicBezTo>
                  <a:pt x="633260" y="354711"/>
                  <a:pt x="618058" y="338176"/>
                  <a:pt x="618058" y="327775"/>
                </a:cubicBezTo>
                <a:cubicBezTo>
                  <a:pt x="618058" y="323241"/>
                  <a:pt x="620192" y="312039"/>
                  <a:pt x="621258" y="309106"/>
                </a:cubicBezTo>
                <a:cubicBezTo>
                  <a:pt x="623125" y="304305"/>
                  <a:pt x="632193" y="283502"/>
                  <a:pt x="634327" y="283502"/>
                </a:cubicBezTo>
                <a:cubicBezTo>
                  <a:pt x="634860" y="283502"/>
                  <a:pt x="635127" y="282969"/>
                  <a:pt x="634860" y="282436"/>
                </a:cubicBezTo>
                <a:cubicBezTo>
                  <a:pt x="634593" y="281902"/>
                  <a:pt x="634860" y="280835"/>
                  <a:pt x="635927" y="280035"/>
                </a:cubicBezTo>
                <a:cubicBezTo>
                  <a:pt x="636994" y="279235"/>
                  <a:pt x="637794" y="277902"/>
                  <a:pt x="638061" y="277368"/>
                </a:cubicBezTo>
                <a:cubicBezTo>
                  <a:pt x="638061" y="276568"/>
                  <a:pt x="640194" y="272834"/>
                  <a:pt x="642861" y="269101"/>
                </a:cubicBezTo>
                <a:cubicBezTo>
                  <a:pt x="645528" y="265367"/>
                  <a:pt x="647928" y="261633"/>
                  <a:pt x="647928" y="261100"/>
                </a:cubicBezTo>
                <a:cubicBezTo>
                  <a:pt x="647928" y="260566"/>
                  <a:pt x="649262" y="259233"/>
                  <a:pt x="650595" y="257633"/>
                </a:cubicBezTo>
                <a:cubicBezTo>
                  <a:pt x="651929" y="256032"/>
                  <a:pt x="655129" y="251232"/>
                  <a:pt x="657530" y="247498"/>
                </a:cubicBezTo>
                <a:cubicBezTo>
                  <a:pt x="662864" y="239230"/>
                  <a:pt x="666331" y="235763"/>
                  <a:pt x="676732" y="235763"/>
                </a:cubicBezTo>
                <a:cubicBezTo>
                  <a:pt x="685266" y="235763"/>
                  <a:pt x="693801" y="240297"/>
                  <a:pt x="697535" y="247498"/>
                </a:cubicBezTo>
                <a:cubicBezTo>
                  <a:pt x="699935" y="252032"/>
                  <a:pt x="698335" y="254966"/>
                  <a:pt x="692734" y="264300"/>
                </a:cubicBezTo>
                <a:cubicBezTo>
                  <a:pt x="691934" y="265634"/>
                  <a:pt x="690867" y="267767"/>
                  <a:pt x="689800" y="269634"/>
                </a:cubicBezTo>
                <a:cubicBezTo>
                  <a:pt x="689000" y="271234"/>
                  <a:pt x="687133" y="273901"/>
                  <a:pt x="685266" y="275235"/>
                </a:cubicBezTo>
                <a:cubicBezTo>
                  <a:pt x="682066" y="277368"/>
                  <a:pt x="667931" y="297638"/>
                  <a:pt x="663130" y="306172"/>
                </a:cubicBezTo>
                <a:cubicBezTo>
                  <a:pt x="661797" y="308572"/>
                  <a:pt x="659930" y="310706"/>
                  <a:pt x="659396" y="310973"/>
                </a:cubicBezTo>
                <a:cubicBezTo>
                  <a:pt x="658330" y="311506"/>
                  <a:pt x="658596" y="312306"/>
                  <a:pt x="659663" y="313106"/>
                </a:cubicBezTo>
                <a:cubicBezTo>
                  <a:pt x="660463" y="313640"/>
                  <a:pt x="660730" y="314706"/>
                  <a:pt x="660463" y="316307"/>
                </a:cubicBezTo>
                <a:cubicBezTo>
                  <a:pt x="660197" y="317907"/>
                  <a:pt x="659130" y="317907"/>
                  <a:pt x="657796" y="316840"/>
                </a:cubicBezTo>
                <a:cubicBezTo>
                  <a:pt x="656196" y="315506"/>
                  <a:pt x="655396" y="316840"/>
                  <a:pt x="650862" y="325108"/>
                </a:cubicBezTo>
                <a:cubicBezTo>
                  <a:pt x="644195" y="337109"/>
                  <a:pt x="643128" y="344043"/>
                  <a:pt x="646595" y="344043"/>
                </a:cubicBezTo>
                <a:cubicBezTo>
                  <a:pt x="647928" y="344043"/>
                  <a:pt x="649262" y="344843"/>
                  <a:pt x="649795" y="345377"/>
                </a:cubicBezTo>
                <a:cubicBezTo>
                  <a:pt x="649262" y="347244"/>
                  <a:pt x="648462" y="348844"/>
                  <a:pt x="647662" y="350177"/>
                </a:cubicBezTo>
                <a:cubicBezTo>
                  <a:pt x="648995" y="350978"/>
                  <a:pt x="651129" y="351244"/>
                  <a:pt x="656196" y="351244"/>
                </a:cubicBezTo>
                <a:cubicBezTo>
                  <a:pt x="690334" y="350444"/>
                  <a:pt x="728472" y="324574"/>
                  <a:pt x="756475" y="305639"/>
                </a:cubicBezTo>
                <a:cubicBezTo>
                  <a:pt x="762876" y="301638"/>
                  <a:pt x="769010" y="297371"/>
                  <a:pt x="775411" y="293104"/>
                </a:cubicBezTo>
                <a:cubicBezTo>
                  <a:pt x="778878" y="290837"/>
                  <a:pt x="788613" y="283702"/>
                  <a:pt x="798347" y="277435"/>
                </a:cubicBezTo>
                <a:lnTo>
                  <a:pt x="802522" y="275008"/>
                </a:lnTo>
                <a:lnTo>
                  <a:pt x="803986" y="272568"/>
                </a:lnTo>
                <a:cubicBezTo>
                  <a:pt x="805053" y="271234"/>
                  <a:pt x="808787" y="265367"/>
                  <a:pt x="812520" y="258966"/>
                </a:cubicBezTo>
                <a:cubicBezTo>
                  <a:pt x="820788" y="244831"/>
                  <a:pt x="823722" y="240830"/>
                  <a:pt x="826389" y="240830"/>
                </a:cubicBezTo>
                <a:cubicBezTo>
                  <a:pt x="827456" y="241097"/>
                  <a:pt x="829056" y="240564"/>
                  <a:pt x="829856" y="239497"/>
                </a:cubicBezTo>
                <a:cubicBezTo>
                  <a:pt x="830389" y="238697"/>
                  <a:pt x="831723" y="238430"/>
                  <a:pt x="833056" y="238430"/>
                </a:cubicBezTo>
                <a:cubicBezTo>
                  <a:pt x="841324" y="238430"/>
                  <a:pt x="851725" y="244831"/>
                  <a:pt x="851725" y="253632"/>
                </a:cubicBezTo>
                <a:cubicBezTo>
                  <a:pt x="851725" y="261900"/>
                  <a:pt x="848525" y="265367"/>
                  <a:pt x="843991" y="271768"/>
                </a:cubicBezTo>
                <a:cubicBezTo>
                  <a:pt x="842657" y="273635"/>
                  <a:pt x="840257" y="277102"/>
                  <a:pt x="839457" y="279769"/>
                </a:cubicBezTo>
                <a:cubicBezTo>
                  <a:pt x="838657" y="282436"/>
                  <a:pt x="836257" y="285369"/>
                  <a:pt x="834390" y="286970"/>
                </a:cubicBezTo>
                <a:cubicBezTo>
                  <a:pt x="831189" y="289637"/>
                  <a:pt x="827722" y="295771"/>
                  <a:pt x="824789" y="302171"/>
                </a:cubicBezTo>
                <a:cubicBezTo>
                  <a:pt x="822388" y="307505"/>
                  <a:pt x="822388" y="307772"/>
                  <a:pt x="826122" y="304838"/>
                </a:cubicBezTo>
                <a:cubicBezTo>
                  <a:pt x="841857" y="292304"/>
                  <a:pt x="873328" y="266967"/>
                  <a:pt x="894397" y="266967"/>
                </a:cubicBezTo>
                <a:cubicBezTo>
                  <a:pt x="900531" y="266967"/>
                  <a:pt x="902932" y="267500"/>
                  <a:pt x="903999" y="269101"/>
                </a:cubicBezTo>
                <a:cubicBezTo>
                  <a:pt x="904799" y="270167"/>
                  <a:pt x="907199" y="271234"/>
                  <a:pt x="909599" y="271768"/>
                </a:cubicBezTo>
                <a:cubicBezTo>
                  <a:pt x="915467" y="273101"/>
                  <a:pt x="921067" y="280035"/>
                  <a:pt x="923468" y="289370"/>
                </a:cubicBezTo>
                <a:cubicBezTo>
                  <a:pt x="925068" y="295771"/>
                  <a:pt x="925335" y="298438"/>
                  <a:pt x="924001" y="306705"/>
                </a:cubicBezTo>
                <a:cubicBezTo>
                  <a:pt x="922134" y="318173"/>
                  <a:pt x="922134" y="324041"/>
                  <a:pt x="923468" y="325641"/>
                </a:cubicBezTo>
                <a:cubicBezTo>
                  <a:pt x="924534" y="326975"/>
                  <a:pt x="928802" y="327508"/>
                  <a:pt x="933869" y="327508"/>
                </a:cubicBezTo>
                <a:cubicBezTo>
                  <a:pt x="958672" y="327508"/>
                  <a:pt x="1006411" y="306705"/>
                  <a:pt x="1025080" y="292570"/>
                </a:cubicBezTo>
                <a:cubicBezTo>
                  <a:pt x="1026147" y="291770"/>
                  <a:pt x="1029614" y="289370"/>
                  <a:pt x="1033348" y="287503"/>
                </a:cubicBezTo>
                <a:cubicBezTo>
                  <a:pt x="1039615" y="284436"/>
                  <a:pt x="1043416" y="282369"/>
                  <a:pt x="1046216" y="280702"/>
                </a:cubicBezTo>
                <a:lnTo>
                  <a:pt x="1050714" y="277820"/>
                </a:lnTo>
                <a:lnTo>
                  <a:pt x="1053970" y="273568"/>
                </a:lnTo>
                <a:cubicBezTo>
                  <a:pt x="1056970" y="269901"/>
                  <a:pt x="1060170" y="266434"/>
                  <a:pt x="1062304" y="264567"/>
                </a:cubicBezTo>
                <a:cubicBezTo>
                  <a:pt x="1065771" y="261633"/>
                  <a:pt x="1068171" y="258966"/>
                  <a:pt x="1068438" y="258699"/>
                </a:cubicBezTo>
                <a:cubicBezTo>
                  <a:pt x="1068972" y="255232"/>
                  <a:pt x="1104709" y="225629"/>
                  <a:pt x="1111643" y="221361"/>
                </a:cubicBezTo>
                <a:close/>
                <a:moveTo>
                  <a:pt x="1667751" y="213627"/>
                </a:moveTo>
                <a:cubicBezTo>
                  <a:pt x="1666951" y="213627"/>
                  <a:pt x="1666417" y="214427"/>
                  <a:pt x="1666417" y="215227"/>
                </a:cubicBezTo>
                <a:cubicBezTo>
                  <a:pt x="1666417" y="216027"/>
                  <a:pt x="1667217" y="216561"/>
                  <a:pt x="1667751" y="215761"/>
                </a:cubicBezTo>
                <a:cubicBezTo>
                  <a:pt x="1668284" y="214961"/>
                  <a:pt x="1669351" y="214694"/>
                  <a:pt x="1669351" y="214160"/>
                </a:cubicBezTo>
                <a:cubicBezTo>
                  <a:pt x="1669351" y="213894"/>
                  <a:pt x="1668551" y="213627"/>
                  <a:pt x="1667751" y="213627"/>
                </a:cubicBezTo>
                <a:close/>
                <a:moveTo>
                  <a:pt x="1849259" y="213094"/>
                </a:moveTo>
                <a:cubicBezTo>
                  <a:pt x="1847126" y="213627"/>
                  <a:pt x="1845792" y="214160"/>
                  <a:pt x="1845792" y="216827"/>
                </a:cubicBezTo>
                <a:cubicBezTo>
                  <a:pt x="1845792" y="219228"/>
                  <a:pt x="1846326" y="219228"/>
                  <a:pt x="1847392" y="216561"/>
                </a:cubicBezTo>
                <a:cubicBezTo>
                  <a:pt x="1848192" y="214694"/>
                  <a:pt x="1848992" y="213360"/>
                  <a:pt x="1849259" y="213094"/>
                </a:cubicBezTo>
                <a:close/>
                <a:moveTo>
                  <a:pt x="1674152" y="208826"/>
                </a:moveTo>
                <a:cubicBezTo>
                  <a:pt x="1673885" y="208826"/>
                  <a:pt x="1672818" y="210160"/>
                  <a:pt x="1671751" y="211760"/>
                </a:cubicBezTo>
                <a:cubicBezTo>
                  <a:pt x="1670151" y="213894"/>
                  <a:pt x="1670151" y="214160"/>
                  <a:pt x="1672285" y="212294"/>
                </a:cubicBezTo>
                <a:cubicBezTo>
                  <a:pt x="1674685" y="210160"/>
                  <a:pt x="1675485" y="208826"/>
                  <a:pt x="1674152" y="208826"/>
                </a:cubicBezTo>
                <a:close/>
                <a:moveTo>
                  <a:pt x="1529334" y="204293"/>
                </a:moveTo>
                <a:cubicBezTo>
                  <a:pt x="1526933" y="204293"/>
                  <a:pt x="1525333" y="205893"/>
                  <a:pt x="1524533" y="207760"/>
                </a:cubicBezTo>
                <a:cubicBezTo>
                  <a:pt x="1523733" y="209627"/>
                  <a:pt x="1522666" y="211227"/>
                  <a:pt x="1522133" y="211227"/>
                </a:cubicBezTo>
                <a:cubicBezTo>
                  <a:pt x="1521332" y="211227"/>
                  <a:pt x="1521066" y="212294"/>
                  <a:pt x="1521066" y="213094"/>
                </a:cubicBezTo>
                <a:cubicBezTo>
                  <a:pt x="1521066" y="213894"/>
                  <a:pt x="1519732" y="216027"/>
                  <a:pt x="1517866" y="217628"/>
                </a:cubicBezTo>
                <a:cubicBezTo>
                  <a:pt x="1515732" y="219761"/>
                  <a:pt x="1515732" y="220561"/>
                  <a:pt x="1517065" y="220028"/>
                </a:cubicBezTo>
                <a:cubicBezTo>
                  <a:pt x="1518399" y="219494"/>
                  <a:pt x="1520266" y="219761"/>
                  <a:pt x="1521332" y="220828"/>
                </a:cubicBezTo>
                <a:cubicBezTo>
                  <a:pt x="1522666" y="222161"/>
                  <a:pt x="1523466" y="221895"/>
                  <a:pt x="1522133" y="220561"/>
                </a:cubicBezTo>
                <a:cubicBezTo>
                  <a:pt x="1521332" y="219761"/>
                  <a:pt x="1521866" y="218694"/>
                  <a:pt x="1522666" y="218694"/>
                </a:cubicBezTo>
                <a:cubicBezTo>
                  <a:pt x="1523466" y="218694"/>
                  <a:pt x="1524000" y="217094"/>
                  <a:pt x="1523733" y="215227"/>
                </a:cubicBezTo>
                <a:cubicBezTo>
                  <a:pt x="1523466" y="213360"/>
                  <a:pt x="1523733" y="211760"/>
                  <a:pt x="1525066" y="212294"/>
                </a:cubicBezTo>
                <a:cubicBezTo>
                  <a:pt x="1526133" y="212827"/>
                  <a:pt x="1526400" y="212027"/>
                  <a:pt x="1525866" y="210960"/>
                </a:cubicBezTo>
                <a:cubicBezTo>
                  <a:pt x="1525333" y="209893"/>
                  <a:pt x="1525600" y="209360"/>
                  <a:pt x="1527200" y="210160"/>
                </a:cubicBezTo>
                <a:cubicBezTo>
                  <a:pt x="1528267" y="210693"/>
                  <a:pt x="1529867" y="210160"/>
                  <a:pt x="1530400" y="209360"/>
                </a:cubicBezTo>
                <a:cubicBezTo>
                  <a:pt x="1530934" y="208560"/>
                  <a:pt x="1532267" y="208026"/>
                  <a:pt x="1533867" y="207760"/>
                </a:cubicBezTo>
                <a:cubicBezTo>
                  <a:pt x="1536268" y="207493"/>
                  <a:pt x="1536534" y="206960"/>
                  <a:pt x="1534934" y="205893"/>
                </a:cubicBezTo>
                <a:cubicBezTo>
                  <a:pt x="1533867" y="205093"/>
                  <a:pt x="1531467" y="204293"/>
                  <a:pt x="1529334" y="204293"/>
                </a:cubicBezTo>
                <a:close/>
                <a:moveTo>
                  <a:pt x="1855660" y="202959"/>
                </a:moveTo>
                <a:cubicBezTo>
                  <a:pt x="1855127" y="202159"/>
                  <a:pt x="1854593" y="202426"/>
                  <a:pt x="1854060" y="203492"/>
                </a:cubicBezTo>
                <a:cubicBezTo>
                  <a:pt x="1852460" y="205893"/>
                  <a:pt x="1852726" y="207226"/>
                  <a:pt x="1854593" y="205626"/>
                </a:cubicBezTo>
                <a:cubicBezTo>
                  <a:pt x="1855660" y="204826"/>
                  <a:pt x="1856194" y="203759"/>
                  <a:pt x="1855660" y="202959"/>
                </a:cubicBezTo>
                <a:close/>
                <a:moveTo>
                  <a:pt x="69380" y="201626"/>
                </a:moveTo>
                <a:cubicBezTo>
                  <a:pt x="68847" y="201626"/>
                  <a:pt x="68047" y="202959"/>
                  <a:pt x="67780" y="204559"/>
                </a:cubicBezTo>
                <a:cubicBezTo>
                  <a:pt x="67513" y="206159"/>
                  <a:pt x="67246" y="207226"/>
                  <a:pt x="67513" y="207226"/>
                </a:cubicBezTo>
                <a:cubicBezTo>
                  <a:pt x="67780" y="207226"/>
                  <a:pt x="68580" y="205893"/>
                  <a:pt x="69380" y="204293"/>
                </a:cubicBezTo>
                <a:cubicBezTo>
                  <a:pt x="70180" y="202692"/>
                  <a:pt x="70180" y="201626"/>
                  <a:pt x="69380" y="201626"/>
                </a:cubicBezTo>
                <a:close/>
                <a:moveTo>
                  <a:pt x="1532000" y="197625"/>
                </a:moveTo>
                <a:cubicBezTo>
                  <a:pt x="1531200" y="197625"/>
                  <a:pt x="1530400" y="198158"/>
                  <a:pt x="1529867" y="198959"/>
                </a:cubicBezTo>
                <a:cubicBezTo>
                  <a:pt x="1529600" y="199492"/>
                  <a:pt x="1530400" y="200025"/>
                  <a:pt x="1531467" y="200025"/>
                </a:cubicBezTo>
                <a:cubicBezTo>
                  <a:pt x="1532534" y="200025"/>
                  <a:pt x="1533601" y="199492"/>
                  <a:pt x="1533334" y="198692"/>
                </a:cubicBezTo>
                <a:cubicBezTo>
                  <a:pt x="1533334" y="198158"/>
                  <a:pt x="1532534" y="197625"/>
                  <a:pt x="1532000" y="197625"/>
                </a:cubicBezTo>
                <a:close/>
                <a:moveTo>
                  <a:pt x="1553436" y="197025"/>
                </a:moveTo>
                <a:cubicBezTo>
                  <a:pt x="1553470" y="196692"/>
                  <a:pt x="1552670" y="197092"/>
                  <a:pt x="1550936" y="198158"/>
                </a:cubicBezTo>
                <a:cubicBezTo>
                  <a:pt x="1549603" y="198959"/>
                  <a:pt x="1545869" y="203226"/>
                  <a:pt x="1542935" y="207760"/>
                </a:cubicBezTo>
                <a:cubicBezTo>
                  <a:pt x="1540268" y="212027"/>
                  <a:pt x="1535468" y="218428"/>
                  <a:pt x="1532534" y="222428"/>
                </a:cubicBezTo>
                <a:cubicBezTo>
                  <a:pt x="1529867" y="226162"/>
                  <a:pt x="1526933" y="230429"/>
                  <a:pt x="1526133" y="232029"/>
                </a:cubicBezTo>
                <a:cubicBezTo>
                  <a:pt x="1524533" y="235230"/>
                  <a:pt x="1524533" y="234963"/>
                  <a:pt x="1528000" y="232296"/>
                </a:cubicBezTo>
                <a:cubicBezTo>
                  <a:pt x="1530400" y="230429"/>
                  <a:pt x="1548269" y="206960"/>
                  <a:pt x="1548269" y="204559"/>
                </a:cubicBezTo>
                <a:cubicBezTo>
                  <a:pt x="1548269" y="203759"/>
                  <a:pt x="1549336" y="202159"/>
                  <a:pt x="1550936" y="200292"/>
                </a:cubicBezTo>
                <a:cubicBezTo>
                  <a:pt x="1552536" y="198425"/>
                  <a:pt x="1553403" y="197358"/>
                  <a:pt x="1553436" y="197025"/>
                </a:cubicBezTo>
                <a:close/>
                <a:moveTo>
                  <a:pt x="105651" y="191491"/>
                </a:moveTo>
                <a:cubicBezTo>
                  <a:pt x="104584" y="191758"/>
                  <a:pt x="103784" y="193091"/>
                  <a:pt x="103518" y="193891"/>
                </a:cubicBezTo>
                <a:cubicBezTo>
                  <a:pt x="102984" y="194958"/>
                  <a:pt x="103518" y="195758"/>
                  <a:pt x="104584" y="195225"/>
                </a:cubicBezTo>
                <a:cubicBezTo>
                  <a:pt x="105651" y="194691"/>
                  <a:pt x="106451" y="193625"/>
                  <a:pt x="106718" y="192558"/>
                </a:cubicBezTo>
                <a:cubicBezTo>
                  <a:pt x="106985" y="191491"/>
                  <a:pt x="106718" y="191224"/>
                  <a:pt x="105651" y="191491"/>
                </a:cubicBezTo>
                <a:close/>
                <a:moveTo>
                  <a:pt x="286561" y="190720"/>
                </a:moveTo>
                <a:cubicBezTo>
                  <a:pt x="284674" y="191508"/>
                  <a:pt x="282073" y="194958"/>
                  <a:pt x="282473" y="197358"/>
                </a:cubicBezTo>
                <a:cubicBezTo>
                  <a:pt x="282740" y="198692"/>
                  <a:pt x="280606" y="202692"/>
                  <a:pt x="277939" y="205093"/>
                </a:cubicBezTo>
                <a:cubicBezTo>
                  <a:pt x="275006" y="207760"/>
                  <a:pt x="273139" y="211493"/>
                  <a:pt x="272339" y="213360"/>
                </a:cubicBezTo>
                <a:cubicBezTo>
                  <a:pt x="270738" y="217094"/>
                  <a:pt x="268605" y="221095"/>
                  <a:pt x="266738" y="224028"/>
                </a:cubicBezTo>
                <a:cubicBezTo>
                  <a:pt x="265138" y="226162"/>
                  <a:pt x="264604" y="228562"/>
                  <a:pt x="265938" y="228562"/>
                </a:cubicBezTo>
                <a:cubicBezTo>
                  <a:pt x="267271" y="228562"/>
                  <a:pt x="270205" y="223495"/>
                  <a:pt x="271005" y="222428"/>
                </a:cubicBezTo>
                <a:cubicBezTo>
                  <a:pt x="275539" y="213360"/>
                  <a:pt x="281673" y="203759"/>
                  <a:pt x="282740" y="203759"/>
                </a:cubicBezTo>
                <a:cubicBezTo>
                  <a:pt x="283540" y="203759"/>
                  <a:pt x="284073" y="203226"/>
                  <a:pt x="283273" y="202426"/>
                </a:cubicBezTo>
                <a:cubicBezTo>
                  <a:pt x="282740" y="201892"/>
                  <a:pt x="284073" y="199225"/>
                  <a:pt x="285674" y="196825"/>
                </a:cubicBezTo>
                <a:cubicBezTo>
                  <a:pt x="287541" y="194158"/>
                  <a:pt x="288607" y="191758"/>
                  <a:pt x="288074" y="190958"/>
                </a:cubicBezTo>
                <a:cubicBezTo>
                  <a:pt x="287741" y="190491"/>
                  <a:pt x="287190" y="190457"/>
                  <a:pt x="286561" y="190720"/>
                </a:cubicBezTo>
                <a:close/>
                <a:moveTo>
                  <a:pt x="1541335" y="190157"/>
                </a:moveTo>
                <a:cubicBezTo>
                  <a:pt x="1539735" y="189624"/>
                  <a:pt x="1537868" y="190424"/>
                  <a:pt x="1537068" y="191491"/>
                </a:cubicBezTo>
                <a:cubicBezTo>
                  <a:pt x="1535734" y="193091"/>
                  <a:pt x="1535734" y="193358"/>
                  <a:pt x="1538135" y="192291"/>
                </a:cubicBezTo>
                <a:cubicBezTo>
                  <a:pt x="1539468" y="191758"/>
                  <a:pt x="1541602" y="191224"/>
                  <a:pt x="1542402" y="190958"/>
                </a:cubicBezTo>
                <a:cubicBezTo>
                  <a:pt x="1543202" y="190958"/>
                  <a:pt x="1542669" y="190691"/>
                  <a:pt x="1541335" y="190157"/>
                </a:cubicBezTo>
                <a:close/>
                <a:moveTo>
                  <a:pt x="85115" y="186057"/>
                </a:moveTo>
                <a:cubicBezTo>
                  <a:pt x="84715" y="186224"/>
                  <a:pt x="84048" y="186690"/>
                  <a:pt x="83248" y="187490"/>
                </a:cubicBezTo>
                <a:cubicBezTo>
                  <a:pt x="81648" y="189091"/>
                  <a:pt x="80848" y="190691"/>
                  <a:pt x="81915" y="190691"/>
                </a:cubicBezTo>
                <a:cubicBezTo>
                  <a:pt x="84048" y="191224"/>
                  <a:pt x="83515" y="193625"/>
                  <a:pt x="81648" y="193891"/>
                </a:cubicBezTo>
                <a:cubicBezTo>
                  <a:pt x="79248" y="194158"/>
                  <a:pt x="74447" y="201359"/>
                  <a:pt x="75514" y="202959"/>
                </a:cubicBezTo>
                <a:cubicBezTo>
                  <a:pt x="76047" y="203759"/>
                  <a:pt x="75781" y="204293"/>
                  <a:pt x="74714" y="203492"/>
                </a:cubicBezTo>
                <a:cubicBezTo>
                  <a:pt x="73914" y="202959"/>
                  <a:pt x="73380" y="203492"/>
                  <a:pt x="73380" y="204826"/>
                </a:cubicBezTo>
                <a:cubicBezTo>
                  <a:pt x="73380" y="205893"/>
                  <a:pt x="72847" y="206960"/>
                  <a:pt x="72047" y="206960"/>
                </a:cubicBezTo>
                <a:cubicBezTo>
                  <a:pt x="70980" y="207226"/>
                  <a:pt x="70713" y="207493"/>
                  <a:pt x="71247" y="208026"/>
                </a:cubicBezTo>
                <a:cubicBezTo>
                  <a:pt x="72847" y="209627"/>
                  <a:pt x="70180" y="216027"/>
                  <a:pt x="67780" y="216561"/>
                </a:cubicBezTo>
                <a:cubicBezTo>
                  <a:pt x="66446" y="216827"/>
                  <a:pt x="65113" y="217628"/>
                  <a:pt x="64846" y="218694"/>
                </a:cubicBezTo>
                <a:cubicBezTo>
                  <a:pt x="64846" y="219494"/>
                  <a:pt x="63513" y="221895"/>
                  <a:pt x="61646" y="224295"/>
                </a:cubicBezTo>
                <a:cubicBezTo>
                  <a:pt x="58179" y="228562"/>
                  <a:pt x="55512" y="234963"/>
                  <a:pt x="56045" y="236297"/>
                </a:cubicBezTo>
                <a:cubicBezTo>
                  <a:pt x="56045" y="236830"/>
                  <a:pt x="55512" y="237630"/>
                  <a:pt x="54711" y="237630"/>
                </a:cubicBezTo>
                <a:cubicBezTo>
                  <a:pt x="53645" y="237630"/>
                  <a:pt x="53645" y="237897"/>
                  <a:pt x="54978" y="238697"/>
                </a:cubicBezTo>
                <a:cubicBezTo>
                  <a:pt x="57645" y="240297"/>
                  <a:pt x="60046" y="237630"/>
                  <a:pt x="65379" y="228029"/>
                </a:cubicBezTo>
                <a:cubicBezTo>
                  <a:pt x="68313" y="222695"/>
                  <a:pt x="68847" y="220828"/>
                  <a:pt x="67513" y="220028"/>
                </a:cubicBezTo>
                <a:cubicBezTo>
                  <a:pt x="66180" y="219228"/>
                  <a:pt x="66446" y="218694"/>
                  <a:pt x="68847" y="218161"/>
                </a:cubicBezTo>
                <a:cubicBezTo>
                  <a:pt x="70980" y="217628"/>
                  <a:pt x="72047" y="216561"/>
                  <a:pt x="72314" y="214427"/>
                </a:cubicBezTo>
                <a:cubicBezTo>
                  <a:pt x="72314" y="212560"/>
                  <a:pt x="73114" y="210960"/>
                  <a:pt x="74447" y="211227"/>
                </a:cubicBezTo>
                <a:cubicBezTo>
                  <a:pt x="75781" y="211227"/>
                  <a:pt x="76314" y="210160"/>
                  <a:pt x="75781" y="208826"/>
                </a:cubicBezTo>
                <a:cubicBezTo>
                  <a:pt x="75247" y="207493"/>
                  <a:pt x="75514" y="207226"/>
                  <a:pt x="76047" y="207493"/>
                </a:cubicBezTo>
                <a:cubicBezTo>
                  <a:pt x="76848" y="207760"/>
                  <a:pt x="77381" y="207760"/>
                  <a:pt x="77381" y="207226"/>
                </a:cubicBezTo>
                <a:cubicBezTo>
                  <a:pt x="77381" y="206426"/>
                  <a:pt x="78448" y="204293"/>
                  <a:pt x="80048" y="202692"/>
                </a:cubicBezTo>
                <a:cubicBezTo>
                  <a:pt x="81648" y="201092"/>
                  <a:pt x="82182" y="198959"/>
                  <a:pt x="81915" y="198425"/>
                </a:cubicBezTo>
                <a:cubicBezTo>
                  <a:pt x="81648" y="197892"/>
                  <a:pt x="82448" y="196558"/>
                  <a:pt x="84315" y="194958"/>
                </a:cubicBezTo>
                <a:cubicBezTo>
                  <a:pt x="87516" y="192024"/>
                  <a:pt x="88316" y="188024"/>
                  <a:pt x="85649" y="188024"/>
                </a:cubicBezTo>
                <a:cubicBezTo>
                  <a:pt x="85115" y="188024"/>
                  <a:pt x="84849" y="187224"/>
                  <a:pt x="85382" y="186424"/>
                </a:cubicBezTo>
                <a:cubicBezTo>
                  <a:pt x="85649" y="186024"/>
                  <a:pt x="85515" y="185890"/>
                  <a:pt x="85115" y="186057"/>
                </a:cubicBezTo>
                <a:close/>
                <a:moveTo>
                  <a:pt x="280873" y="185624"/>
                </a:moveTo>
                <a:cubicBezTo>
                  <a:pt x="280073" y="185624"/>
                  <a:pt x="279006" y="187224"/>
                  <a:pt x="278206" y="189357"/>
                </a:cubicBezTo>
                <a:cubicBezTo>
                  <a:pt x="277673" y="191224"/>
                  <a:pt x="277139" y="192824"/>
                  <a:pt x="277406" y="192824"/>
                </a:cubicBezTo>
                <a:cubicBezTo>
                  <a:pt x="277673" y="192824"/>
                  <a:pt x="278739" y="191224"/>
                  <a:pt x="280073" y="189091"/>
                </a:cubicBezTo>
                <a:cubicBezTo>
                  <a:pt x="281140" y="187224"/>
                  <a:pt x="281406" y="185624"/>
                  <a:pt x="280873" y="185624"/>
                </a:cubicBezTo>
                <a:close/>
                <a:moveTo>
                  <a:pt x="79248" y="182690"/>
                </a:moveTo>
                <a:cubicBezTo>
                  <a:pt x="77914" y="182957"/>
                  <a:pt x="75247" y="186424"/>
                  <a:pt x="73114" y="191224"/>
                </a:cubicBezTo>
                <a:cubicBezTo>
                  <a:pt x="70980" y="195491"/>
                  <a:pt x="71780" y="195491"/>
                  <a:pt x="76581" y="189891"/>
                </a:cubicBezTo>
                <a:cubicBezTo>
                  <a:pt x="80315" y="185624"/>
                  <a:pt x="81381" y="182156"/>
                  <a:pt x="79248" y="182690"/>
                </a:cubicBezTo>
                <a:close/>
                <a:moveTo>
                  <a:pt x="113285" y="178156"/>
                </a:moveTo>
                <a:cubicBezTo>
                  <a:pt x="112652" y="178356"/>
                  <a:pt x="111919" y="179089"/>
                  <a:pt x="111519" y="180290"/>
                </a:cubicBezTo>
                <a:cubicBezTo>
                  <a:pt x="110985" y="181623"/>
                  <a:pt x="111252" y="181890"/>
                  <a:pt x="112585" y="181356"/>
                </a:cubicBezTo>
                <a:cubicBezTo>
                  <a:pt x="113652" y="180823"/>
                  <a:pt x="114452" y="180023"/>
                  <a:pt x="114452" y="179223"/>
                </a:cubicBezTo>
                <a:cubicBezTo>
                  <a:pt x="114452" y="178289"/>
                  <a:pt x="113919" y="177956"/>
                  <a:pt x="113285" y="178156"/>
                </a:cubicBezTo>
                <a:close/>
                <a:moveTo>
                  <a:pt x="1549870" y="176022"/>
                </a:moveTo>
                <a:cubicBezTo>
                  <a:pt x="1549069" y="176022"/>
                  <a:pt x="1548536" y="176822"/>
                  <a:pt x="1548536" y="177623"/>
                </a:cubicBezTo>
                <a:cubicBezTo>
                  <a:pt x="1548536" y="178423"/>
                  <a:pt x="1548269" y="178689"/>
                  <a:pt x="1547202" y="178423"/>
                </a:cubicBezTo>
                <a:cubicBezTo>
                  <a:pt x="1546402" y="178156"/>
                  <a:pt x="1545602" y="178689"/>
                  <a:pt x="1545069" y="180023"/>
                </a:cubicBezTo>
                <a:cubicBezTo>
                  <a:pt x="1544269" y="182690"/>
                  <a:pt x="1545336" y="182957"/>
                  <a:pt x="1548803" y="180556"/>
                </a:cubicBezTo>
                <a:cubicBezTo>
                  <a:pt x="1551470" y="178689"/>
                  <a:pt x="1552270" y="176022"/>
                  <a:pt x="1549870" y="176022"/>
                </a:cubicBezTo>
                <a:close/>
                <a:moveTo>
                  <a:pt x="298146" y="172693"/>
                </a:moveTo>
                <a:cubicBezTo>
                  <a:pt x="297859" y="172655"/>
                  <a:pt x="297342" y="172822"/>
                  <a:pt x="296608" y="173089"/>
                </a:cubicBezTo>
                <a:cubicBezTo>
                  <a:pt x="295275" y="173622"/>
                  <a:pt x="294475" y="174689"/>
                  <a:pt x="294741" y="175222"/>
                </a:cubicBezTo>
                <a:cubicBezTo>
                  <a:pt x="294741" y="176022"/>
                  <a:pt x="293141" y="178689"/>
                  <a:pt x="291541" y="181090"/>
                </a:cubicBezTo>
                <a:cubicBezTo>
                  <a:pt x="288874" y="185090"/>
                  <a:pt x="287541" y="189357"/>
                  <a:pt x="289407" y="189357"/>
                </a:cubicBezTo>
                <a:cubicBezTo>
                  <a:pt x="289674" y="189357"/>
                  <a:pt x="291808" y="185890"/>
                  <a:pt x="294208" y="181356"/>
                </a:cubicBezTo>
                <a:cubicBezTo>
                  <a:pt x="297808" y="174756"/>
                  <a:pt x="299009" y="172805"/>
                  <a:pt x="298146" y="172693"/>
                </a:cubicBezTo>
                <a:close/>
                <a:moveTo>
                  <a:pt x="1554137" y="170422"/>
                </a:moveTo>
                <a:cubicBezTo>
                  <a:pt x="1552270" y="170688"/>
                  <a:pt x="1551736" y="171222"/>
                  <a:pt x="1552536" y="172022"/>
                </a:cubicBezTo>
                <a:cubicBezTo>
                  <a:pt x="1553336" y="172822"/>
                  <a:pt x="1554670" y="172822"/>
                  <a:pt x="1555470" y="172289"/>
                </a:cubicBezTo>
                <a:cubicBezTo>
                  <a:pt x="1557604" y="170688"/>
                  <a:pt x="1557337" y="169622"/>
                  <a:pt x="1554137" y="170422"/>
                </a:cubicBezTo>
                <a:close/>
                <a:moveTo>
                  <a:pt x="302742" y="160820"/>
                </a:moveTo>
                <a:cubicBezTo>
                  <a:pt x="302476" y="160287"/>
                  <a:pt x="301409" y="161887"/>
                  <a:pt x="300609" y="164021"/>
                </a:cubicBezTo>
                <a:cubicBezTo>
                  <a:pt x="299809" y="165888"/>
                  <a:pt x="298742" y="167755"/>
                  <a:pt x="297942" y="167755"/>
                </a:cubicBezTo>
                <a:cubicBezTo>
                  <a:pt x="297408" y="167755"/>
                  <a:pt x="297142" y="168555"/>
                  <a:pt x="297675" y="169355"/>
                </a:cubicBezTo>
                <a:cubicBezTo>
                  <a:pt x="298209" y="170422"/>
                  <a:pt x="299542" y="168821"/>
                  <a:pt x="301142" y="166154"/>
                </a:cubicBezTo>
                <a:cubicBezTo>
                  <a:pt x="302476" y="163754"/>
                  <a:pt x="303009" y="161354"/>
                  <a:pt x="302742" y="160820"/>
                </a:cubicBezTo>
                <a:close/>
                <a:moveTo>
                  <a:pt x="92583" y="159487"/>
                </a:moveTo>
                <a:cubicBezTo>
                  <a:pt x="91783" y="159754"/>
                  <a:pt x="91249" y="160287"/>
                  <a:pt x="91249" y="161087"/>
                </a:cubicBezTo>
                <a:cubicBezTo>
                  <a:pt x="91249" y="161887"/>
                  <a:pt x="91516" y="162421"/>
                  <a:pt x="92049" y="162421"/>
                </a:cubicBezTo>
                <a:cubicBezTo>
                  <a:pt x="92316" y="162421"/>
                  <a:pt x="92850" y="161621"/>
                  <a:pt x="93383" y="161087"/>
                </a:cubicBezTo>
                <a:cubicBezTo>
                  <a:pt x="93916" y="160554"/>
                  <a:pt x="93383" y="159487"/>
                  <a:pt x="92583" y="159487"/>
                </a:cubicBezTo>
                <a:close/>
                <a:moveTo>
                  <a:pt x="293408" y="156020"/>
                </a:moveTo>
                <a:cubicBezTo>
                  <a:pt x="293408" y="156020"/>
                  <a:pt x="292074" y="158153"/>
                  <a:pt x="290208" y="162154"/>
                </a:cubicBezTo>
                <a:cubicBezTo>
                  <a:pt x="286474" y="169888"/>
                  <a:pt x="285940" y="171222"/>
                  <a:pt x="287274" y="171222"/>
                </a:cubicBezTo>
                <a:cubicBezTo>
                  <a:pt x="287541" y="171222"/>
                  <a:pt x="289141" y="168021"/>
                  <a:pt x="290741" y="164021"/>
                </a:cubicBezTo>
                <a:cubicBezTo>
                  <a:pt x="292875" y="158687"/>
                  <a:pt x="293675" y="156020"/>
                  <a:pt x="293408" y="156020"/>
                </a:cubicBezTo>
                <a:close/>
                <a:moveTo>
                  <a:pt x="304343" y="155486"/>
                </a:moveTo>
                <a:cubicBezTo>
                  <a:pt x="303543" y="154953"/>
                  <a:pt x="303009" y="155486"/>
                  <a:pt x="303009" y="156287"/>
                </a:cubicBezTo>
                <a:cubicBezTo>
                  <a:pt x="303009" y="157087"/>
                  <a:pt x="303809" y="157620"/>
                  <a:pt x="304343" y="157620"/>
                </a:cubicBezTo>
                <a:cubicBezTo>
                  <a:pt x="305143" y="157620"/>
                  <a:pt x="305676" y="157353"/>
                  <a:pt x="305676" y="157087"/>
                </a:cubicBezTo>
                <a:cubicBezTo>
                  <a:pt x="305676" y="156553"/>
                  <a:pt x="305143" y="156020"/>
                  <a:pt x="304343" y="155486"/>
                </a:cubicBezTo>
                <a:close/>
                <a:moveTo>
                  <a:pt x="1567505" y="155420"/>
                </a:moveTo>
                <a:cubicBezTo>
                  <a:pt x="1567538" y="154686"/>
                  <a:pt x="1566538" y="154686"/>
                  <a:pt x="1564538" y="155486"/>
                </a:cubicBezTo>
                <a:cubicBezTo>
                  <a:pt x="1563204" y="156020"/>
                  <a:pt x="1562138" y="157620"/>
                  <a:pt x="1562138" y="158420"/>
                </a:cubicBezTo>
                <a:cubicBezTo>
                  <a:pt x="1562138" y="159487"/>
                  <a:pt x="1561338" y="160820"/>
                  <a:pt x="1560537" y="161087"/>
                </a:cubicBezTo>
                <a:cubicBezTo>
                  <a:pt x="1559471" y="161621"/>
                  <a:pt x="1559204" y="162421"/>
                  <a:pt x="1559471" y="162687"/>
                </a:cubicBezTo>
                <a:cubicBezTo>
                  <a:pt x="1560004" y="163221"/>
                  <a:pt x="1562138" y="161887"/>
                  <a:pt x="1564271" y="159754"/>
                </a:cubicBezTo>
                <a:cubicBezTo>
                  <a:pt x="1566405" y="157620"/>
                  <a:pt x="1567472" y="156153"/>
                  <a:pt x="1567505" y="155420"/>
                </a:cubicBezTo>
                <a:close/>
                <a:moveTo>
                  <a:pt x="1632546" y="153086"/>
                </a:moveTo>
                <a:cubicBezTo>
                  <a:pt x="1632280" y="153086"/>
                  <a:pt x="1631213" y="154420"/>
                  <a:pt x="1630146" y="155753"/>
                </a:cubicBezTo>
                <a:cubicBezTo>
                  <a:pt x="1628546" y="158153"/>
                  <a:pt x="1628546" y="158153"/>
                  <a:pt x="1630680" y="156287"/>
                </a:cubicBezTo>
                <a:cubicBezTo>
                  <a:pt x="1633080" y="154153"/>
                  <a:pt x="1633880" y="153086"/>
                  <a:pt x="1632546" y="153086"/>
                </a:cubicBezTo>
                <a:close/>
                <a:moveTo>
                  <a:pt x="102317" y="148219"/>
                </a:moveTo>
                <a:cubicBezTo>
                  <a:pt x="102117" y="148019"/>
                  <a:pt x="101917" y="148152"/>
                  <a:pt x="101917" y="148819"/>
                </a:cubicBezTo>
                <a:cubicBezTo>
                  <a:pt x="101651" y="149886"/>
                  <a:pt x="100317" y="150152"/>
                  <a:pt x="99250" y="149886"/>
                </a:cubicBezTo>
                <a:cubicBezTo>
                  <a:pt x="97917" y="149619"/>
                  <a:pt x="97650" y="150419"/>
                  <a:pt x="97650" y="152553"/>
                </a:cubicBezTo>
                <a:cubicBezTo>
                  <a:pt x="97917" y="154686"/>
                  <a:pt x="98184" y="155220"/>
                  <a:pt x="98450" y="153353"/>
                </a:cubicBezTo>
                <a:cubicBezTo>
                  <a:pt x="98717" y="152019"/>
                  <a:pt x="99784" y="151219"/>
                  <a:pt x="100851" y="151753"/>
                </a:cubicBezTo>
                <a:cubicBezTo>
                  <a:pt x="102184" y="152286"/>
                  <a:pt x="102451" y="151486"/>
                  <a:pt x="102717" y="149619"/>
                </a:cubicBezTo>
                <a:cubicBezTo>
                  <a:pt x="102717" y="148952"/>
                  <a:pt x="102517" y="148419"/>
                  <a:pt x="102317" y="148219"/>
                </a:cubicBezTo>
                <a:close/>
                <a:moveTo>
                  <a:pt x="1573072" y="141885"/>
                </a:moveTo>
                <a:cubicBezTo>
                  <a:pt x="1570939" y="143218"/>
                  <a:pt x="1571472" y="145619"/>
                  <a:pt x="1573872" y="144552"/>
                </a:cubicBezTo>
                <a:cubicBezTo>
                  <a:pt x="1575206" y="144018"/>
                  <a:pt x="1575473" y="142685"/>
                  <a:pt x="1575206" y="142151"/>
                </a:cubicBezTo>
                <a:cubicBezTo>
                  <a:pt x="1574673" y="141351"/>
                  <a:pt x="1573872" y="141351"/>
                  <a:pt x="1573072" y="141885"/>
                </a:cubicBezTo>
                <a:close/>
                <a:moveTo>
                  <a:pt x="1651216" y="134150"/>
                </a:moveTo>
                <a:cubicBezTo>
                  <a:pt x="1649615" y="134684"/>
                  <a:pt x="1648282" y="135217"/>
                  <a:pt x="1648282" y="135484"/>
                </a:cubicBezTo>
                <a:cubicBezTo>
                  <a:pt x="1648548" y="136017"/>
                  <a:pt x="1649615" y="136017"/>
                  <a:pt x="1651216" y="136017"/>
                </a:cubicBezTo>
                <a:cubicBezTo>
                  <a:pt x="1652816" y="136017"/>
                  <a:pt x="1654149" y="135217"/>
                  <a:pt x="1654149" y="134417"/>
                </a:cubicBezTo>
                <a:cubicBezTo>
                  <a:pt x="1654149" y="133884"/>
                  <a:pt x="1652816" y="133617"/>
                  <a:pt x="1651216" y="134150"/>
                </a:cubicBezTo>
                <a:close/>
                <a:moveTo>
                  <a:pt x="735673" y="133884"/>
                </a:moveTo>
                <a:cubicBezTo>
                  <a:pt x="742340" y="133884"/>
                  <a:pt x="748741" y="142151"/>
                  <a:pt x="750341" y="152819"/>
                </a:cubicBezTo>
                <a:cubicBezTo>
                  <a:pt x="750875" y="156553"/>
                  <a:pt x="750075" y="158687"/>
                  <a:pt x="747408" y="162421"/>
                </a:cubicBezTo>
                <a:cubicBezTo>
                  <a:pt x="740473" y="172022"/>
                  <a:pt x="728205" y="180290"/>
                  <a:pt x="722071" y="180290"/>
                </a:cubicBezTo>
                <a:cubicBezTo>
                  <a:pt x="720204" y="180290"/>
                  <a:pt x="713803" y="184023"/>
                  <a:pt x="711403" y="186957"/>
                </a:cubicBezTo>
                <a:cubicBezTo>
                  <a:pt x="709803" y="188824"/>
                  <a:pt x="706336" y="191758"/>
                  <a:pt x="703402" y="193358"/>
                </a:cubicBezTo>
                <a:cubicBezTo>
                  <a:pt x="700468" y="194958"/>
                  <a:pt x="698068" y="196825"/>
                  <a:pt x="698068" y="197358"/>
                </a:cubicBezTo>
                <a:cubicBezTo>
                  <a:pt x="698068" y="197892"/>
                  <a:pt x="696734" y="198692"/>
                  <a:pt x="694868" y="199492"/>
                </a:cubicBezTo>
                <a:cubicBezTo>
                  <a:pt x="692201" y="200559"/>
                  <a:pt x="691934" y="200559"/>
                  <a:pt x="691934" y="197625"/>
                </a:cubicBezTo>
                <a:cubicBezTo>
                  <a:pt x="692201" y="194425"/>
                  <a:pt x="724738" y="140551"/>
                  <a:pt x="730339" y="136017"/>
                </a:cubicBezTo>
                <a:cubicBezTo>
                  <a:pt x="731939" y="134684"/>
                  <a:pt x="733806" y="133884"/>
                  <a:pt x="735673" y="133884"/>
                </a:cubicBezTo>
                <a:close/>
                <a:moveTo>
                  <a:pt x="421348" y="133884"/>
                </a:moveTo>
                <a:cubicBezTo>
                  <a:pt x="428015" y="133884"/>
                  <a:pt x="434416" y="142151"/>
                  <a:pt x="436016" y="152819"/>
                </a:cubicBezTo>
                <a:cubicBezTo>
                  <a:pt x="436550" y="156553"/>
                  <a:pt x="435750" y="158687"/>
                  <a:pt x="433083" y="162421"/>
                </a:cubicBezTo>
                <a:cubicBezTo>
                  <a:pt x="426148" y="172022"/>
                  <a:pt x="413880" y="180290"/>
                  <a:pt x="407746" y="180290"/>
                </a:cubicBezTo>
                <a:cubicBezTo>
                  <a:pt x="405879" y="180290"/>
                  <a:pt x="399478" y="184023"/>
                  <a:pt x="397078" y="186957"/>
                </a:cubicBezTo>
                <a:cubicBezTo>
                  <a:pt x="395478" y="188824"/>
                  <a:pt x="392011" y="191758"/>
                  <a:pt x="389077" y="193358"/>
                </a:cubicBezTo>
                <a:cubicBezTo>
                  <a:pt x="386143" y="194958"/>
                  <a:pt x="383743" y="196825"/>
                  <a:pt x="383743" y="197358"/>
                </a:cubicBezTo>
                <a:cubicBezTo>
                  <a:pt x="383743" y="197892"/>
                  <a:pt x="382410" y="198692"/>
                  <a:pt x="380543" y="199492"/>
                </a:cubicBezTo>
                <a:cubicBezTo>
                  <a:pt x="377876" y="200559"/>
                  <a:pt x="377609" y="200559"/>
                  <a:pt x="377609" y="197625"/>
                </a:cubicBezTo>
                <a:cubicBezTo>
                  <a:pt x="377876" y="194425"/>
                  <a:pt x="410413" y="140551"/>
                  <a:pt x="416014" y="136017"/>
                </a:cubicBezTo>
                <a:cubicBezTo>
                  <a:pt x="417614" y="134684"/>
                  <a:pt x="419481" y="133884"/>
                  <a:pt x="421348" y="133884"/>
                </a:cubicBezTo>
                <a:close/>
                <a:moveTo>
                  <a:pt x="110718" y="131217"/>
                </a:moveTo>
                <a:cubicBezTo>
                  <a:pt x="111252" y="130417"/>
                  <a:pt x="110718" y="130683"/>
                  <a:pt x="109652" y="131750"/>
                </a:cubicBezTo>
                <a:cubicBezTo>
                  <a:pt x="108318" y="133084"/>
                  <a:pt x="107251" y="135217"/>
                  <a:pt x="107518" y="136551"/>
                </a:cubicBezTo>
                <a:cubicBezTo>
                  <a:pt x="108051" y="138684"/>
                  <a:pt x="108051" y="139218"/>
                  <a:pt x="109918" y="137351"/>
                </a:cubicBezTo>
                <a:cubicBezTo>
                  <a:pt x="111519" y="135751"/>
                  <a:pt x="111785" y="135484"/>
                  <a:pt x="111252" y="133884"/>
                </a:cubicBezTo>
                <a:cubicBezTo>
                  <a:pt x="110985" y="132817"/>
                  <a:pt x="110185" y="132017"/>
                  <a:pt x="110718" y="131217"/>
                </a:cubicBezTo>
                <a:close/>
                <a:moveTo>
                  <a:pt x="3027388" y="128283"/>
                </a:moveTo>
                <a:cubicBezTo>
                  <a:pt x="3026054" y="128016"/>
                  <a:pt x="3017786" y="136551"/>
                  <a:pt x="3018053" y="137884"/>
                </a:cubicBezTo>
                <a:cubicBezTo>
                  <a:pt x="3018053" y="139218"/>
                  <a:pt x="3009519" y="147485"/>
                  <a:pt x="3008452" y="147485"/>
                </a:cubicBezTo>
                <a:cubicBezTo>
                  <a:pt x="3007385" y="147485"/>
                  <a:pt x="3004718" y="153620"/>
                  <a:pt x="3004718" y="154953"/>
                </a:cubicBezTo>
                <a:cubicBezTo>
                  <a:pt x="3004718" y="155486"/>
                  <a:pt x="3004452" y="155753"/>
                  <a:pt x="3003918" y="155220"/>
                </a:cubicBezTo>
                <a:cubicBezTo>
                  <a:pt x="3003385" y="154686"/>
                  <a:pt x="3001518" y="156287"/>
                  <a:pt x="2999918" y="158153"/>
                </a:cubicBezTo>
                <a:cubicBezTo>
                  <a:pt x="2994584" y="164288"/>
                  <a:pt x="2988183" y="171488"/>
                  <a:pt x="2986583" y="171488"/>
                </a:cubicBezTo>
                <a:cubicBezTo>
                  <a:pt x="2983916" y="171488"/>
                  <a:pt x="2981782" y="174689"/>
                  <a:pt x="2983649" y="175489"/>
                </a:cubicBezTo>
                <a:cubicBezTo>
                  <a:pt x="2984982" y="176022"/>
                  <a:pt x="2984982" y="176556"/>
                  <a:pt x="2983382" y="177356"/>
                </a:cubicBezTo>
                <a:cubicBezTo>
                  <a:pt x="2982316" y="177889"/>
                  <a:pt x="2981515" y="178156"/>
                  <a:pt x="2981249" y="177356"/>
                </a:cubicBezTo>
                <a:cubicBezTo>
                  <a:pt x="2980715" y="175489"/>
                  <a:pt x="2979115" y="175756"/>
                  <a:pt x="2979115" y="177889"/>
                </a:cubicBezTo>
                <a:cubicBezTo>
                  <a:pt x="2979115" y="178956"/>
                  <a:pt x="2979648" y="179756"/>
                  <a:pt x="2980448" y="179756"/>
                </a:cubicBezTo>
                <a:cubicBezTo>
                  <a:pt x="2980982" y="179756"/>
                  <a:pt x="2981249" y="180290"/>
                  <a:pt x="2980715" y="180556"/>
                </a:cubicBezTo>
                <a:cubicBezTo>
                  <a:pt x="2976448" y="182690"/>
                  <a:pt x="2975648" y="183757"/>
                  <a:pt x="2973781" y="188557"/>
                </a:cubicBezTo>
                <a:cubicBezTo>
                  <a:pt x="2972981" y="190691"/>
                  <a:pt x="2971381" y="192291"/>
                  <a:pt x="2970047" y="192824"/>
                </a:cubicBezTo>
                <a:cubicBezTo>
                  <a:pt x="2968980" y="193358"/>
                  <a:pt x="2968447" y="193625"/>
                  <a:pt x="2968714" y="194425"/>
                </a:cubicBezTo>
                <a:cubicBezTo>
                  <a:pt x="2968980" y="195225"/>
                  <a:pt x="2968714" y="195491"/>
                  <a:pt x="2967647" y="195491"/>
                </a:cubicBezTo>
                <a:cubicBezTo>
                  <a:pt x="2966580" y="195491"/>
                  <a:pt x="2965780" y="196025"/>
                  <a:pt x="2965780" y="196558"/>
                </a:cubicBezTo>
                <a:cubicBezTo>
                  <a:pt x="2965780" y="197358"/>
                  <a:pt x="2966313" y="197625"/>
                  <a:pt x="2967114" y="197092"/>
                </a:cubicBezTo>
                <a:cubicBezTo>
                  <a:pt x="2967914" y="196558"/>
                  <a:pt x="2968714" y="196558"/>
                  <a:pt x="2967647" y="197625"/>
                </a:cubicBezTo>
                <a:cubicBezTo>
                  <a:pt x="2967114" y="198158"/>
                  <a:pt x="2966047" y="198692"/>
                  <a:pt x="2965246" y="198158"/>
                </a:cubicBezTo>
                <a:cubicBezTo>
                  <a:pt x="2964446" y="197625"/>
                  <a:pt x="2962580" y="198959"/>
                  <a:pt x="2961513" y="200825"/>
                </a:cubicBezTo>
                <a:cubicBezTo>
                  <a:pt x="2959912" y="203759"/>
                  <a:pt x="2956446" y="205626"/>
                  <a:pt x="2958046" y="202426"/>
                </a:cubicBezTo>
                <a:cubicBezTo>
                  <a:pt x="2958579" y="201359"/>
                  <a:pt x="2958312" y="201626"/>
                  <a:pt x="2956979" y="202426"/>
                </a:cubicBezTo>
                <a:cubicBezTo>
                  <a:pt x="2955645" y="203226"/>
                  <a:pt x="2955379" y="204559"/>
                  <a:pt x="2955912" y="204826"/>
                </a:cubicBezTo>
                <a:cubicBezTo>
                  <a:pt x="2958046" y="205893"/>
                  <a:pt x="2957246" y="212027"/>
                  <a:pt x="2954845" y="213627"/>
                </a:cubicBezTo>
                <a:cubicBezTo>
                  <a:pt x="2953245" y="214694"/>
                  <a:pt x="2952178" y="214427"/>
                  <a:pt x="2953245" y="213627"/>
                </a:cubicBezTo>
                <a:cubicBezTo>
                  <a:pt x="2954045" y="213094"/>
                  <a:pt x="2953512" y="212560"/>
                  <a:pt x="2952178" y="213094"/>
                </a:cubicBezTo>
                <a:cubicBezTo>
                  <a:pt x="2951112" y="213627"/>
                  <a:pt x="2950311" y="213894"/>
                  <a:pt x="2950845" y="214427"/>
                </a:cubicBezTo>
                <a:cubicBezTo>
                  <a:pt x="2951112" y="214694"/>
                  <a:pt x="2950845" y="216294"/>
                  <a:pt x="2950045" y="217361"/>
                </a:cubicBezTo>
                <a:cubicBezTo>
                  <a:pt x="2948444" y="219494"/>
                  <a:pt x="2948978" y="220028"/>
                  <a:pt x="2950845" y="218161"/>
                </a:cubicBezTo>
                <a:cubicBezTo>
                  <a:pt x="2952178" y="216827"/>
                  <a:pt x="2952178" y="217361"/>
                  <a:pt x="2950311" y="220295"/>
                </a:cubicBezTo>
                <a:cubicBezTo>
                  <a:pt x="2948711" y="222695"/>
                  <a:pt x="2946311" y="225095"/>
                  <a:pt x="2944711" y="226162"/>
                </a:cubicBezTo>
                <a:cubicBezTo>
                  <a:pt x="2943110" y="227229"/>
                  <a:pt x="2942044" y="229096"/>
                  <a:pt x="2942310" y="229896"/>
                </a:cubicBezTo>
                <a:cubicBezTo>
                  <a:pt x="2942844" y="231229"/>
                  <a:pt x="2941777" y="232029"/>
                  <a:pt x="2939910" y="232029"/>
                </a:cubicBezTo>
                <a:cubicBezTo>
                  <a:pt x="2936710" y="232029"/>
                  <a:pt x="2936443" y="230963"/>
                  <a:pt x="2939110" y="229096"/>
                </a:cubicBezTo>
                <a:cubicBezTo>
                  <a:pt x="2940177" y="228296"/>
                  <a:pt x="2940710" y="226962"/>
                  <a:pt x="2940710" y="226429"/>
                </a:cubicBezTo>
                <a:cubicBezTo>
                  <a:pt x="2940710" y="225629"/>
                  <a:pt x="2939643" y="226695"/>
                  <a:pt x="2938310" y="228296"/>
                </a:cubicBezTo>
                <a:cubicBezTo>
                  <a:pt x="2935643" y="231496"/>
                  <a:pt x="2935643" y="232029"/>
                  <a:pt x="2937776" y="233363"/>
                </a:cubicBezTo>
                <a:cubicBezTo>
                  <a:pt x="2939110" y="234163"/>
                  <a:pt x="2939643" y="234963"/>
                  <a:pt x="2938844" y="234963"/>
                </a:cubicBezTo>
                <a:cubicBezTo>
                  <a:pt x="2938043" y="234963"/>
                  <a:pt x="2937776" y="236297"/>
                  <a:pt x="2938043" y="237363"/>
                </a:cubicBezTo>
                <a:cubicBezTo>
                  <a:pt x="2938310" y="238697"/>
                  <a:pt x="2938310" y="239764"/>
                  <a:pt x="2937510" y="239764"/>
                </a:cubicBezTo>
                <a:cubicBezTo>
                  <a:pt x="2936710" y="239764"/>
                  <a:pt x="2936710" y="238964"/>
                  <a:pt x="2936976" y="238163"/>
                </a:cubicBezTo>
                <a:cubicBezTo>
                  <a:pt x="2937510" y="236830"/>
                  <a:pt x="2936710" y="236297"/>
                  <a:pt x="2935109" y="236297"/>
                </a:cubicBezTo>
                <a:cubicBezTo>
                  <a:pt x="2933776" y="236297"/>
                  <a:pt x="2932442" y="237097"/>
                  <a:pt x="2931376" y="238163"/>
                </a:cubicBezTo>
                <a:cubicBezTo>
                  <a:pt x="2930309" y="239230"/>
                  <a:pt x="2930309" y="239764"/>
                  <a:pt x="2931109" y="239764"/>
                </a:cubicBezTo>
                <a:cubicBezTo>
                  <a:pt x="2931642" y="239764"/>
                  <a:pt x="2932442" y="238964"/>
                  <a:pt x="2932709" y="238430"/>
                </a:cubicBezTo>
                <a:cubicBezTo>
                  <a:pt x="2933242" y="237630"/>
                  <a:pt x="2933776" y="237897"/>
                  <a:pt x="2934843" y="239497"/>
                </a:cubicBezTo>
                <a:cubicBezTo>
                  <a:pt x="2936976" y="242697"/>
                  <a:pt x="2935910" y="246698"/>
                  <a:pt x="2932442" y="247498"/>
                </a:cubicBezTo>
                <a:cubicBezTo>
                  <a:pt x="2931109" y="247765"/>
                  <a:pt x="2929775" y="249098"/>
                  <a:pt x="2929509" y="250432"/>
                </a:cubicBezTo>
                <a:cubicBezTo>
                  <a:pt x="2929242" y="251765"/>
                  <a:pt x="2927375" y="253365"/>
                  <a:pt x="2926042" y="254165"/>
                </a:cubicBezTo>
                <a:cubicBezTo>
                  <a:pt x="2924441" y="254966"/>
                  <a:pt x="2923108" y="256299"/>
                  <a:pt x="2923108" y="256832"/>
                </a:cubicBezTo>
                <a:cubicBezTo>
                  <a:pt x="2922841" y="257899"/>
                  <a:pt x="2922574" y="259766"/>
                  <a:pt x="2922574" y="261100"/>
                </a:cubicBezTo>
                <a:cubicBezTo>
                  <a:pt x="2922574" y="262700"/>
                  <a:pt x="2922841" y="263500"/>
                  <a:pt x="2923374" y="263233"/>
                </a:cubicBezTo>
                <a:cubicBezTo>
                  <a:pt x="2924175" y="262967"/>
                  <a:pt x="2924441" y="262967"/>
                  <a:pt x="2924441" y="263767"/>
                </a:cubicBezTo>
                <a:cubicBezTo>
                  <a:pt x="2924441" y="264300"/>
                  <a:pt x="2922574" y="265100"/>
                  <a:pt x="2920174" y="265367"/>
                </a:cubicBezTo>
                <a:cubicBezTo>
                  <a:pt x="2916707" y="265634"/>
                  <a:pt x="2916174" y="265367"/>
                  <a:pt x="2916440" y="264033"/>
                </a:cubicBezTo>
                <a:cubicBezTo>
                  <a:pt x="2916707" y="262700"/>
                  <a:pt x="2916974" y="262433"/>
                  <a:pt x="2915374" y="263767"/>
                </a:cubicBezTo>
                <a:cubicBezTo>
                  <a:pt x="2913240" y="265634"/>
                  <a:pt x="2914840" y="267767"/>
                  <a:pt x="2918040" y="266700"/>
                </a:cubicBezTo>
                <a:cubicBezTo>
                  <a:pt x="2918841" y="266434"/>
                  <a:pt x="2919641" y="266700"/>
                  <a:pt x="2919641" y="267500"/>
                </a:cubicBezTo>
                <a:cubicBezTo>
                  <a:pt x="2919641" y="268301"/>
                  <a:pt x="2919908" y="268301"/>
                  <a:pt x="2920974" y="268034"/>
                </a:cubicBezTo>
                <a:cubicBezTo>
                  <a:pt x="2921774" y="267767"/>
                  <a:pt x="2921774" y="267500"/>
                  <a:pt x="2921508" y="268567"/>
                </a:cubicBezTo>
                <a:cubicBezTo>
                  <a:pt x="2921241" y="269367"/>
                  <a:pt x="2919908" y="269901"/>
                  <a:pt x="2919108" y="269901"/>
                </a:cubicBezTo>
                <a:cubicBezTo>
                  <a:pt x="2918040" y="269901"/>
                  <a:pt x="2916974" y="270968"/>
                  <a:pt x="2916707" y="272301"/>
                </a:cubicBezTo>
                <a:cubicBezTo>
                  <a:pt x="2916440" y="273635"/>
                  <a:pt x="2915374" y="274701"/>
                  <a:pt x="2914840" y="274701"/>
                </a:cubicBezTo>
                <a:cubicBezTo>
                  <a:pt x="2912706" y="274701"/>
                  <a:pt x="2911907" y="271234"/>
                  <a:pt x="2913507" y="269634"/>
                </a:cubicBezTo>
                <a:lnTo>
                  <a:pt x="2914702" y="268804"/>
                </a:lnTo>
                <a:lnTo>
                  <a:pt x="2914040" y="267767"/>
                </a:lnTo>
                <a:cubicBezTo>
                  <a:pt x="2913240" y="267234"/>
                  <a:pt x="2912173" y="268567"/>
                  <a:pt x="2911907" y="269901"/>
                </a:cubicBezTo>
                <a:cubicBezTo>
                  <a:pt x="2911640" y="271234"/>
                  <a:pt x="2910573" y="272034"/>
                  <a:pt x="2909506" y="271501"/>
                </a:cubicBezTo>
                <a:cubicBezTo>
                  <a:pt x="2908973" y="270968"/>
                  <a:pt x="2909506" y="271768"/>
                  <a:pt x="2910840" y="273368"/>
                </a:cubicBezTo>
                <a:cubicBezTo>
                  <a:pt x="2912173" y="274968"/>
                  <a:pt x="2913774" y="276302"/>
                  <a:pt x="2913774" y="276835"/>
                </a:cubicBezTo>
                <a:cubicBezTo>
                  <a:pt x="2913774" y="277368"/>
                  <a:pt x="2914574" y="277902"/>
                  <a:pt x="2915374" y="277902"/>
                </a:cubicBezTo>
                <a:cubicBezTo>
                  <a:pt x="2916440" y="277902"/>
                  <a:pt x="2916974" y="277368"/>
                  <a:pt x="2916707" y="276835"/>
                </a:cubicBezTo>
                <a:cubicBezTo>
                  <a:pt x="2916440" y="276035"/>
                  <a:pt x="2916707" y="275768"/>
                  <a:pt x="2917507" y="276035"/>
                </a:cubicBezTo>
                <a:cubicBezTo>
                  <a:pt x="2918308" y="276035"/>
                  <a:pt x="2918574" y="275501"/>
                  <a:pt x="2918040" y="275235"/>
                </a:cubicBezTo>
                <a:cubicBezTo>
                  <a:pt x="2917507" y="274968"/>
                  <a:pt x="2918308" y="273635"/>
                  <a:pt x="2919641" y="272568"/>
                </a:cubicBezTo>
                <a:cubicBezTo>
                  <a:pt x="2920974" y="271501"/>
                  <a:pt x="2923108" y="268034"/>
                  <a:pt x="2924708" y="265100"/>
                </a:cubicBezTo>
                <a:cubicBezTo>
                  <a:pt x="2926308" y="262166"/>
                  <a:pt x="2927642" y="258966"/>
                  <a:pt x="2927908" y="258966"/>
                </a:cubicBezTo>
                <a:cubicBezTo>
                  <a:pt x="2928442" y="258966"/>
                  <a:pt x="2928976" y="257899"/>
                  <a:pt x="2929509" y="256299"/>
                </a:cubicBezTo>
                <a:cubicBezTo>
                  <a:pt x="2930042" y="254699"/>
                  <a:pt x="2932176" y="251765"/>
                  <a:pt x="2935109" y="249098"/>
                </a:cubicBezTo>
                <a:cubicBezTo>
                  <a:pt x="2937776" y="246698"/>
                  <a:pt x="2939377" y="244564"/>
                  <a:pt x="2939110" y="244564"/>
                </a:cubicBezTo>
                <a:cubicBezTo>
                  <a:pt x="2938844" y="244564"/>
                  <a:pt x="2939110" y="242964"/>
                  <a:pt x="2940444" y="241097"/>
                </a:cubicBezTo>
                <a:cubicBezTo>
                  <a:pt x="2941777" y="239230"/>
                  <a:pt x="2941777" y="237363"/>
                  <a:pt x="2941244" y="237363"/>
                </a:cubicBezTo>
                <a:cubicBezTo>
                  <a:pt x="2940710" y="237363"/>
                  <a:pt x="2941244" y="236830"/>
                  <a:pt x="2942844" y="236297"/>
                </a:cubicBezTo>
                <a:cubicBezTo>
                  <a:pt x="2944177" y="235763"/>
                  <a:pt x="2946044" y="233896"/>
                  <a:pt x="2946844" y="232029"/>
                </a:cubicBezTo>
                <a:cubicBezTo>
                  <a:pt x="2947911" y="229896"/>
                  <a:pt x="2949244" y="228029"/>
                  <a:pt x="2950045" y="227495"/>
                </a:cubicBezTo>
                <a:cubicBezTo>
                  <a:pt x="2950845" y="226962"/>
                  <a:pt x="2951378" y="225895"/>
                  <a:pt x="2951645" y="224828"/>
                </a:cubicBezTo>
                <a:cubicBezTo>
                  <a:pt x="2951645" y="223762"/>
                  <a:pt x="2952178" y="222962"/>
                  <a:pt x="2952712" y="222962"/>
                </a:cubicBezTo>
                <a:cubicBezTo>
                  <a:pt x="2953512" y="222962"/>
                  <a:pt x="2954045" y="222428"/>
                  <a:pt x="2954045" y="221895"/>
                </a:cubicBezTo>
                <a:cubicBezTo>
                  <a:pt x="2954045" y="219761"/>
                  <a:pt x="2968714" y="202159"/>
                  <a:pt x="2970847" y="200025"/>
                </a:cubicBezTo>
                <a:cubicBezTo>
                  <a:pt x="2972448" y="198425"/>
                  <a:pt x="2973781" y="196558"/>
                  <a:pt x="2973514" y="196292"/>
                </a:cubicBezTo>
                <a:cubicBezTo>
                  <a:pt x="2973248" y="196025"/>
                  <a:pt x="2974314" y="194425"/>
                  <a:pt x="2976448" y="192291"/>
                </a:cubicBezTo>
                <a:cubicBezTo>
                  <a:pt x="2978315" y="190424"/>
                  <a:pt x="2979915" y="188291"/>
                  <a:pt x="2979915" y="187224"/>
                </a:cubicBezTo>
                <a:cubicBezTo>
                  <a:pt x="2979915" y="186424"/>
                  <a:pt x="2980715" y="185624"/>
                  <a:pt x="2981782" y="185090"/>
                </a:cubicBezTo>
                <a:cubicBezTo>
                  <a:pt x="2982849" y="184557"/>
                  <a:pt x="2983649" y="183757"/>
                  <a:pt x="2983649" y="182957"/>
                </a:cubicBezTo>
                <a:cubicBezTo>
                  <a:pt x="2983649" y="182156"/>
                  <a:pt x="2985516" y="180023"/>
                  <a:pt x="2987650" y="177623"/>
                </a:cubicBezTo>
                <a:cubicBezTo>
                  <a:pt x="2989783" y="175222"/>
                  <a:pt x="2991916" y="173089"/>
                  <a:pt x="2991916" y="172022"/>
                </a:cubicBezTo>
                <a:cubicBezTo>
                  <a:pt x="2991916" y="170955"/>
                  <a:pt x="2992716" y="170155"/>
                  <a:pt x="2993783" y="170155"/>
                </a:cubicBezTo>
                <a:cubicBezTo>
                  <a:pt x="2994584" y="170155"/>
                  <a:pt x="2995384" y="169355"/>
                  <a:pt x="2995650" y="168555"/>
                </a:cubicBezTo>
                <a:cubicBezTo>
                  <a:pt x="2995650" y="167755"/>
                  <a:pt x="2998584" y="164554"/>
                  <a:pt x="3002051" y="161887"/>
                </a:cubicBezTo>
                <a:cubicBezTo>
                  <a:pt x="3005518" y="159220"/>
                  <a:pt x="3008452" y="155486"/>
                  <a:pt x="3008186" y="154686"/>
                </a:cubicBezTo>
                <a:cubicBezTo>
                  <a:pt x="3007918" y="153620"/>
                  <a:pt x="3008719" y="152819"/>
                  <a:pt x="3009519" y="153086"/>
                </a:cubicBezTo>
                <a:cubicBezTo>
                  <a:pt x="3010319" y="153353"/>
                  <a:pt x="3010852" y="152819"/>
                  <a:pt x="3010319" y="152286"/>
                </a:cubicBezTo>
                <a:cubicBezTo>
                  <a:pt x="3009519" y="151486"/>
                  <a:pt x="3010586" y="150152"/>
                  <a:pt x="3011919" y="149619"/>
                </a:cubicBezTo>
                <a:cubicBezTo>
                  <a:pt x="3013519" y="149086"/>
                  <a:pt x="3014319" y="147485"/>
                  <a:pt x="3014319" y="146952"/>
                </a:cubicBezTo>
                <a:cubicBezTo>
                  <a:pt x="3014319" y="145885"/>
                  <a:pt x="3017520" y="142151"/>
                  <a:pt x="3024721" y="134951"/>
                </a:cubicBezTo>
                <a:cubicBezTo>
                  <a:pt x="3028454" y="131217"/>
                  <a:pt x="3029788" y="128283"/>
                  <a:pt x="3027388" y="128283"/>
                </a:cubicBezTo>
                <a:close/>
                <a:moveTo>
                  <a:pt x="118453" y="120015"/>
                </a:moveTo>
                <a:cubicBezTo>
                  <a:pt x="118453" y="119215"/>
                  <a:pt x="117653" y="119215"/>
                  <a:pt x="116586" y="120282"/>
                </a:cubicBezTo>
                <a:cubicBezTo>
                  <a:pt x="115519" y="121349"/>
                  <a:pt x="114719" y="122416"/>
                  <a:pt x="114719" y="122682"/>
                </a:cubicBezTo>
                <a:cubicBezTo>
                  <a:pt x="114719" y="122949"/>
                  <a:pt x="115519" y="122682"/>
                  <a:pt x="116586" y="122149"/>
                </a:cubicBezTo>
                <a:cubicBezTo>
                  <a:pt x="117919" y="121616"/>
                  <a:pt x="118719" y="120815"/>
                  <a:pt x="118453" y="120015"/>
                </a:cubicBezTo>
                <a:close/>
                <a:moveTo>
                  <a:pt x="137122" y="100280"/>
                </a:moveTo>
                <a:cubicBezTo>
                  <a:pt x="135788" y="100280"/>
                  <a:pt x="135255" y="100546"/>
                  <a:pt x="135522" y="101080"/>
                </a:cubicBezTo>
                <a:cubicBezTo>
                  <a:pt x="136055" y="101880"/>
                  <a:pt x="135522" y="102947"/>
                  <a:pt x="134455" y="103480"/>
                </a:cubicBezTo>
                <a:cubicBezTo>
                  <a:pt x="133388" y="104013"/>
                  <a:pt x="132855" y="105614"/>
                  <a:pt x="133121" y="106947"/>
                </a:cubicBezTo>
                <a:cubicBezTo>
                  <a:pt x="133655" y="109081"/>
                  <a:pt x="133388" y="109614"/>
                  <a:pt x="131788" y="109081"/>
                </a:cubicBezTo>
                <a:cubicBezTo>
                  <a:pt x="130454" y="108547"/>
                  <a:pt x="129921" y="109081"/>
                  <a:pt x="130454" y="110414"/>
                </a:cubicBezTo>
                <a:cubicBezTo>
                  <a:pt x="130988" y="111481"/>
                  <a:pt x="130454" y="112548"/>
                  <a:pt x="128854" y="113081"/>
                </a:cubicBezTo>
                <a:cubicBezTo>
                  <a:pt x="127787" y="113348"/>
                  <a:pt x="125387" y="116282"/>
                  <a:pt x="124053" y="119215"/>
                </a:cubicBezTo>
                <a:cubicBezTo>
                  <a:pt x="122720" y="122149"/>
                  <a:pt x="121920" y="124283"/>
                  <a:pt x="122720" y="123482"/>
                </a:cubicBezTo>
                <a:cubicBezTo>
                  <a:pt x="124587" y="121616"/>
                  <a:pt x="124320" y="124549"/>
                  <a:pt x="121386" y="127483"/>
                </a:cubicBezTo>
                <a:cubicBezTo>
                  <a:pt x="119786" y="129083"/>
                  <a:pt x="118986" y="130150"/>
                  <a:pt x="119520" y="128550"/>
                </a:cubicBezTo>
                <a:cubicBezTo>
                  <a:pt x="120053" y="126950"/>
                  <a:pt x="120320" y="126950"/>
                  <a:pt x="118986" y="128016"/>
                </a:cubicBezTo>
                <a:cubicBezTo>
                  <a:pt x="117919" y="128816"/>
                  <a:pt x="117386" y="130683"/>
                  <a:pt x="117386" y="132017"/>
                </a:cubicBezTo>
                <a:cubicBezTo>
                  <a:pt x="117119" y="133350"/>
                  <a:pt x="115519" y="135484"/>
                  <a:pt x="113652" y="137351"/>
                </a:cubicBezTo>
                <a:cubicBezTo>
                  <a:pt x="111785" y="139218"/>
                  <a:pt x="110185" y="141085"/>
                  <a:pt x="110985" y="141885"/>
                </a:cubicBezTo>
                <a:cubicBezTo>
                  <a:pt x="111519" y="142418"/>
                  <a:pt x="111252" y="143218"/>
                  <a:pt x="110452" y="143218"/>
                </a:cubicBezTo>
                <a:cubicBezTo>
                  <a:pt x="108852" y="143218"/>
                  <a:pt x="102717" y="154153"/>
                  <a:pt x="103251" y="156287"/>
                </a:cubicBezTo>
                <a:cubicBezTo>
                  <a:pt x="103518" y="157620"/>
                  <a:pt x="102717" y="158420"/>
                  <a:pt x="100851" y="158420"/>
                </a:cubicBezTo>
                <a:cubicBezTo>
                  <a:pt x="99250" y="158420"/>
                  <a:pt x="98450" y="158954"/>
                  <a:pt x="98717" y="160020"/>
                </a:cubicBezTo>
                <a:cubicBezTo>
                  <a:pt x="98984" y="160820"/>
                  <a:pt x="98717" y="162687"/>
                  <a:pt x="97383" y="163487"/>
                </a:cubicBezTo>
                <a:cubicBezTo>
                  <a:pt x="96050" y="164288"/>
                  <a:pt x="95517" y="166421"/>
                  <a:pt x="95517" y="167755"/>
                </a:cubicBezTo>
                <a:cubicBezTo>
                  <a:pt x="95517" y="168821"/>
                  <a:pt x="94450" y="170688"/>
                  <a:pt x="92850" y="172022"/>
                </a:cubicBezTo>
                <a:cubicBezTo>
                  <a:pt x="91516" y="173089"/>
                  <a:pt x="90716" y="174689"/>
                  <a:pt x="91249" y="176022"/>
                </a:cubicBezTo>
                <a:cubicBezTo>
                  <a:pt x="91783" y="177089"/>
                  <a:pt x="91516" y="177889"/>
                  <a:pt x="90716" y="177356"/>
                </a:cubicBezTo>
                <a:cubicBezTo>
                  <a:pt x="88849" y="176289"/>
                  <a:pt x="85649" y="181623"/>
                  <a:pt x="86449" y="184823"/>
                </a:cubicBezTo>
                <a:cubicBezTo>
                  <a:pt x="87249" y="188024"/>
                  <a:pt x="89916" y="189091"/>
                  <a:pt x="89649" y="186424"/>
                </a:cubicBezTo>
                <a:cubicBezTo>
                  <a:pt x="89649" y="185624"/>
                  <a:pt x="90716" y="183757"/>
                  <a:pt x="91783" y="182156"/>
                </a:cubicBezTo>
                <a:cubicBezTo>
                  <a:pt x="98450" y="172289"/>
                  <a:pt x="102984" y="165888"/>
                  <a:pt x="101384" y="163487"/>
                </a:cubicBezTo>
                <a:cubicBezTo>
                  <a:pt x="100851" y="162687"/>
                  <a:pt x="101117" y="162421"/>
                  <a:pt x="102184" y="162687"/>
                </a:cubicBezTo>
                <a:cubicBezTo>
                  <a:pt x="104318" y="163221"/>
                  <a:pt x="107785" y="155220"/>
                  <a:pt x="107251" y="152819"/>
                </a:cubicBezTo>
                <a:cubicBezTo>
                  <a:pt x="106985" y="151753"/>
                  <a:pt x="106718" y="151486"/>
                  <a:pt x="107518" y="152019"/>
                </a:cubicBezTo>
                <a:cubicBezTo>
                  <a:pt x="109385" y="153353"/>
                  <a:pt x="111785" y="149886"/>
                  <a:pt x="111785" y="146952"/>
                </a:cubicBezTo>
                <a:cubicBezTo>
                  <a:pt x="111785" y="145619"/>
                  <a:pt x="112319" y="144552"/>
                  <a:pt x="112852" y="145085"/>
                </a:cubicBezTo>
                <a:cubicBezTo>
                  <a:pt x="113385" y="145619"/>
                  <a:pt x="115519" y="144018"/>
                  <a:pt x="116853" y="141885"/>
                </a:cubicBezTo>
                <a:cubicBezTo>
                  <a:pt x="118186" y="139484"/>
                  <a:pt x="119520" y="137084"/>
                  <a:pt x="120320" y="136284"/>
                </a:cubicBezTo>
                <a:cubicBezTo>
                  <a:pt x="121120" y="135484"/>
                  <a:pt x="122187" y="132550"/>
                  <a:pt x="123253" y="129617"/>
                </a:cubicBezTo>
                <a:cubicBezTo>
                  <a:pt x="124320" y="126950"/>
                  <a:pt x="126454" y="123482"/>
                  <a:pt x="127787" y="121882"/>
                </a:cubicBezTo>
                <a:cubicBezTo>
                  <a:pt x="129121" y="120282"/>
                  <a:pt x="129921" y="118682"/>
                  <a:pt x="129654" y="118148"/>
                </a:cubicBezTo>
                <a:cubicBezTo>
                  <a:pt x="129121" y="117348"/>
                  <a:pt x="129387" y="116815"/>
                  <a:pt x="130188" y="116815"/>
                </a:cubicBezTo>
                <a:cubicBezTo>
                  <a:pt x="130988" y="116815"/>
                  <a:pt x="131521" y="115748"/>
                  <a:pt x="131521" y="114681"/>
                </a:cubicBezTo>
                <a:cubicBezTo>
                  <a:pt x="131521" y="113348"/>
                  <a:pt x="132321" y="112014"/>
                  <a:pt x="133388" y="111481"/>
                </a:cubicBezTo>
                <a:cubicBezTo>
                  <a:pt x="134455" y="110948"/>
                  <a:pt x="134988" y="109614"/>
                  <a:pt x="135255" y="108547"/>
                </a:cubicBezTo>
                <a:cubicBezTo>
                  <a:pt x="135255" y="107480"/>
                  <a:pt x="136055" y="106680"/>
                  <a:pt x="136855" y="106680"/>
                </a:cubicBezTo>
                <a:cubicBezTo>
                  <a:pt x="137922" y="106680"/>
                  <a:pt x="137655" y="106147"/>
                  <a:pt x="136322" y="105347"/>
                </a:cubicBezTo>
                <a:cubicBezTo>
                  <a:pt x="134722" y="104280"/>
                  <a:pt x="134988" y="104013"/>
                  <a:pt x="137388" y="103747"/>
                </a:cubicBezTo>
                <a:cubicBezTo>
                  <a:pt x="140856" y="103747"/>
                  <a:pt x="140856" y="100280"/>
                  <a:pt x="137122" y="100280"/>
                </a:cubicBezTo>
                <a:close/>
                <a:moveTo>
                  <a:pt x="134421" y="91112"/>
                </a:moveTo>
                <a:cubicBezTo>
                  <a:pt x="134388" y="91012"/>
                  <a:pt x="133921" y="91478"/>
                  <a:pt x="132855" y="92545"/>
                </a:cubicBezTo>
                <a:cubicBezTo>
                  <a:pt x="131788" y="93612"/>
                  <a:pt x="130721" y="94946"/>
                  <a:pt x="130721" y="95212"/>
                </a:cubicBezTo>
                <a:cubicBezTo>
                  <a:pt x="130721" y="96279"/>
                  <a:pt x="132054" y="95746"/>
                  <a:pt x="133388" y="93079"/>
                </a:cubicBezTo>
                <a:cubicBezTo>
                  <a:pt x="134055" y="91878"/>
                  <a:pt x="134455" y="91212"/>
                  <a:pt x="134421" y="91112"/>
                </a:cubicBezTo>
                <a:close/>
                <a:moveTo>
                  <a:pt x="1708023" y="83211"/>
                </a:moveTo>
                <a:cubicBezTo>
                  <a:pt x="1707756" y="83211"/>
                  <a:pt x="1706689" y="84544"/>
                  <a:pt x="1705622" y="85878"/>
                </a:cubicBezTo>
                <a:cubicBezTo>
                  <a:pt x="1704022" y="88278"/>
                  <a:pt x="1704022" y="88278"/>
                  <a:pt x="1706156" y="86411"/>
                </a:cubicBezTo>
                <a:cubicBezTo>
                  <a:pt x="1708556" y="84278"/>
                  <a:pt x="1709356" y="83211"/>
                  <a:pt x="1708023" y="83211"/>
                </a:cubicBezTo>
                <a:close/>
                <a:moveTo>
                  <a:pt x="153391" y="78143"/>
                </a:moveTo>
                <a:cubicBezTo>
                  <a:pt x="152324" y="77077"/>
                  <a:pt x="144856" y="86678"/>
                  <a:pt x="145656" y="88011"/>
                </a:cubicBezTo>
                <a:cubicBezTo>
                  <a:pt x="146190" y="88811"/>
                  <a:pt x="145923" y="89345"/>
                  <a:pt x="145123" y="89345"/>
                </a:cubicBezTo>
                <a:cubicBezTo>
                  <a:pt x="144323" y="89345"/>
                  <a:pt x="143523" y="90412"/>
                  <a:pt x="143789" y="91745"/>
                </a:cubicBezTo>
                <a:cubicBezTo>
                  <a:pt x="143789" y="93612"/>
                  <a:pt x="144323" y="93345"/>
                  <a:pt x="146990" y="89878"/>
                </a:cubicBezTo>
                <a:cubicBezTo>
                  <a:pt x="148857" y="87478"/>
                  <a:pt x="149923" y="84811"/>
                  <a:pt x="149923" y="83744"/>
                </a:cubicBezTo>
                <a:cubicBezTo>
                  <a:pt x="149923" y="82677"/>
                  <a:pt x="150457" y="82144"/>
                  <a:pt x="150990" y="82677"/>
                </a:cubicBezTo>
                <a:cubicBezTo>
                  <a:pt x="152324" y="83211"/>
                  <a:pt x="154191" y="78944"/>
                  <a:pt x="153391" y="78143"/>
                </a:cubicBezTo>
                <a:close/>
                <a:moveTo>
                  <a:pt x="1716290" y="77077"/>
                </a:moveTo>
                <a:cubicBezTo>
                  <a:pt x="1715757" y="76543"/>
                  <a:pt x="1714690" y="77343"/>
                  <a:pt x="1713890" y="78143"/>
                </a:cubicBezTo>
                <a:cubicBezTo>
                  <a:pt x="1712823" y="79210"/>
                  <a:pt x="1712823" y="80010"/>
                  <a:pt x="1713623" y="80010"/>
                </a:cubicBezTo>
                <a:cubicBezTo>
                  <a:pt x="1715757" y="80010"/>
                  <a:pt x="1717357" y="78143"/>
                  <a:pt x="1716290" y="77077"/>
                </a:cubicBezTo>
                <a:close/>
                <a:moveTo>
                  <a:pt x="3087928" y="71976"/>
                </a:moveTo>
                <a:cubicBezTo>
                  <a:pt x="3092129" y="72476"/>
                  <a:pt x="3095930" y="73343"/>
                  <a:pt x="3096463" y="74143"/>
                </a:cubicBezTo>
                <a:cubicBezTo>
                  <a:pt x="3096996" y="74943"/>
                  <a:pt x="3098596" y="76277"/>
                  <a:pt x="3100464" y="77077"/>
                </a:cubicBezTo>
                <a:cubicBezTo>
                  <a:pt x="3103664" y="78410"/>
                  <a:pt x="3106331" y="82944"/>
                  <a:pt x="3107131" y="89345"/>
                </a:cubicBezTo>
                <a:cubicBezTo>
                  <a:pt x="3107664" y="94412"/>
                  <a:pt x="3105531" y="97879"/>
                  <a:pt x="3095663" y="104013"/>
                </a:cubicBezTo>
                <a:cubicBezTo>
                  <a:pt x="3078061" y="114948"/>
                  <a:pt x="3051924" y="139218"/>
                  <a:pt x="3027921" y="166688"/>
                </a:cubicBezTo>
                <a:cubicBezTo>
                  <a:pt x="3022320" y="173089"/>
                  <a:pt x="3015920" y="179489"/>
                  <a:pt x="3013252" y="182156"/>
                </a:cubicBezTo>
                <a:cubicBezTo>
                  <a:pt x="3010852" y="184557"/>
                  <a:pt x="3008985" y="187224"/>
                  <a:pt x="3008985" y="187757"/>
                </a:cubicBezTo>
                <a:cubicBezTo>
                  <a:pt x="3008985" y="188557"/>
                  <a:pt x="3007918" y="190157"/>
                  <a:pt x="3006585" y="191224"/>
                </a:cubicBezTo>
                <a:cubicBezTo>
                  <a:pt x="3004985" y="192558"/>
                  <a:pt x="3004185" y="194158"/>
                  <a:pt x="3004185" y="194958"/>
                </a:cubicBezTo>
                <a:cubicBezTo>
                  <a:pt x="3004185" y="196025"/>
                  <a:pt x="3003651" y="196558"/>
                  <a:pt x="3003118" y="196558"/>
                </a:cubicBezTo>
                <a:cubicBezTo>
                  <a:pt x="3001784" y="196558"/>
                  <a:pt x="2984982" y="216294"/>
                  <a:pt x="2985249" y="217628"/>
                </a:cubicBezTo>
                <a:cubicBezTo>
                  <a:pt x="2985249" y="218694"/>
                  <a:pt x="2975381" y="230696"/>
                  <a:pt x="2974314" y="231229"/>
                </a:cubicBezTo>
                <a:cubicBezTo>
                  <a:pt x="2973781" y="231496"/>
                  <a:pt x="2973248" y="232563"/>
                  <a:pt x="2973248" y="233630"/>
                </a:cubicBezTo>
                <a:cubicBezTo>
                  <a:pt x="2973248" y="234696"/>
                  <a:pt x="2971114" y="237897"/>
                  <a:pt x="2968447" y="241097"/>
                </a:cubicBezTo>
                <a:cubicBezTo>
                  <a:pt x="2962313" y="248565"/>
                  <a:pt x="2961513" y="249098"/>
                  <a:pt x="2961513" y="250698"/>
                </a:cubicBezTo>
                <a:cubicBezTo>
                  <a:pt x="2961513" y="251498"/>
                  <a:pt x="2960979" y="252032"/>
                  <a:pt x="2960446" y="252032"/>
                </a:cubicBezTo>
                <a:cubicBezTo>
                  <a:pt x="2959646" y="252032"/>
                  <a:pt x="2959112" y="252565"/>
                  <a:pt x="2959112" y="253365"/>
                </a:cubicBezTo>
                <a:cubicBezTo>
                  <a:pt x="2959112" y="253899"/>
                  <a:pt x="2957512" y="256566"/>
                  <a:pt x="2955645" y="259233"/>
                </a:cubicBezTo>
                <a:cubicBezTo>
                  <a:pt x="2950045" y="267234"/>
                  <a:pt x="2943644" y="276035"/>
                  <a:pt x="2939377" y="284836"/>
                </a:cubicBezTo>
                <a:cubicBezTo>
                  <a:pt x="2936976" y="289637"/>
                  <a:pt x="2934042" y="294971"/>
                  <a:pt x="2932442" y="297104"/>
                </a:cubicBezTo>
                <a:cubicBezTo>
                  <a:pt x="2930842" y="299238"/>
                  <a:pt x="2929775" y="301905"/>
                  <a:pt x="2929509" y="302705"/>
                </a:cubicBezTo>
                <a:cubicBezTo>
                  <a:pt x="2929509" y="303505"/>
                  <a:pt x="2927642" y="308572"/>
                  <a:pt x="2924975" y="313906"/>
                </a:cubicBezTo>
                <a:cubicBezTo>
                  <a:pt x="2916974" y="329908"/>
                  <a:pt x="2913240" y="351511"/>
                  <a:pt x="2916974" y="357912"/>
                </a:cubicBezTo>
                <a:cubicBezTo>
                  <a:pt x="2918040" y="359779"/>
                  <a:pt x="2919908" y="360312"/>
                  <a:pt x="2927108" y="360045"/>
                </a:cubicBezTo>
                <a:cubicBezTo>
                  <a:pt x="2931909" y="360045"/>
                  <a:pt x="2938576" y="359512"/>
                  <a:pt x="2941510" y="358445"/>
                </a:cubicBezTo>
                <a:cubicBezTo>
                  <a:pt x="2944444" y="357378"/>
                  <a:pt x="2947111" y="357112"/>
                  <a:pt x="2947111" y="357378"/>
                </a:cubicBezTo>
                <a:cubicBezTo>
                  <a:pt x="2947111" y="357645"/>
                  <a:pt x="2948978" y="356845"/>
                  <a:pt x="2964446" y="351244"/>
                </a:cubicBezTo>
                <a:cubicBezTo>
                  <a:pt x="2976715" y="346710"/>
                  <a:pt x="2980182" y="344843"/>
                  <a:pt x="2991383" y="337909"/>
                </a:cubicBezTo>
                <a:cubicBezTo>
                  <a:pt x="3003385" y="330442"/>
                  <a:pt x="3015653" y="322174"/>
                  <a:pt x="3027654" y="314706"/>
                </a:cubicBezTo>
                <a:cubicBezTo>
                  <a:pt x="3034055" y="310706"/>
                  <a:pt x="3039923" y="306439"/>
                  <a:pt x="3046324" y="302171"/>
                </a:cubicBezTo>
                <a:cubicBezTo>
                  <a:pt x="3049791" y="299904"/>
                  <a:pt x="3059592" y="292770"/>
                  <a:pt x="3069360" y="286469"/>
                </a:cubicBezTo>
                <a:lnTo>
                  <a:pt x="3078657" y="281015"/>
                </a:lnTo>
                <a:lnTo>
                  <a:pt x="3081961" y="274801"/>
                </a:lnTo>
                <a:cubicBezTo>
                  <a:pt x="3083528" y="272434"/>
                  <a:pt x="3085262" y="270301"/>
                  <a:pt x="3086595" y="269367"/>
                </a:cubicBezTo>
                <a:cubicBezTo>
                  <a:pt x="3088195" y="268301"/>
                  <a:pt x="3089262" y="266434"/>
                  <a:pt x="3089262" y="266167"/>
                </a:cubicBezTo>
                <a:cubicBezTo>
                  <a:pt x="3089529" y="265634"/>
                  <a:pt x="3092462" y="261366"/>
                  <a:pt x="3096196" y="256299"/>
                </a:cubicBezTo>
                <a:cubicBezTo>
                  <a:pt x="3099930" y="251232"/>
                  <a:pt x="3102864" y="246698"/>
                  <a:pt x="3102864" y="246431"/>
                </a:cubicBezTo>
                <a:cubicBezTo>
                  <a:pt x="3103130" y="244831"/>
                  <a:pt x="3112998" y="240030"/>
                  <a:pt x="3115398" y="241097"/>
                </a:cubicBezTo>
                <a:cubicBezTo>
                  <a:pt x="3116732" y="241631"/>
                  <a:pt x="3119132" y="241097"/>
                  <a:pt x="3120466" y="240830"/>
                </a:cubicBezTo>
                <a:cubicBezTo>
                  <a:pt x="3124200" y="240030"/>
                  <a:pt x="3137001" y="245631"/>
                  <a:pt x="3139668" y="248831"/>
                </a:cubicBezTo>
                <a:cubicBezTo>
                  <a:pt x="3141002" y="250432"/>
                  <a:pt x="3141268" y="252565"/>
                  <a:pt x="3140468" y="257099"/>
                </a:cubicBezTo>
                <a:cubicBezTo>
                  <a:pt x="3139935" y="260300"/>
                  <a:pt x="3138868" y="263233"/>
                  <a:pt x="3138068" y="263500"/>
                </a:cubicBezTo>
                <a:cubicBezTo>
                  <a:pt x="3135668" y="264300"/>
                  <a:pt x="3131134" y="269634"/>
                  <a:pt x="3130867" y="271234"/>
                </a:cubicBezTo>
                <a:cubicBezTo>
                  <a:pt x="3130600" y="273101"/>
                  <a:pt x="3128467" y="274701"/>
                  <a:pt x="3120199" y="284036"/>
                </a:cubicBezTo>
                <a:cubicBezTo>
                  <a:pt x="3112198" y="292837"/>
                  <a:pt x="3105531" y="302171"/>
                  <a:pt x="3099397" y="312039"/>
                </a:cubicBezTo>
                <a:cubicBezTo>
                  <a:pt x="3096463" y="316840"/>
                  <a:pt x="3083661" y="339509"/>
                  <a:pt x="3087395" y="339509"/>
                </a:cubicBezTo>
                <a:cubicBezTo>
                  <a:pt x="3088462" y="339509"/>
                  <a:pt x="3091396" y="337376"/>
                  <a:pt x="3096463" y="331775"/>
                </a:cubicBezTo>
                <a:cubicBezTo>
                  <a:pt x="3111932" y="314440"/>
                  <a:pt x="3127667" y="298438"/>
                  <a:pt x="3145802" y="283769"/>
                </a:cubicBezTo>
                <a:cubicBezTo>
                  <a:pt x="3152737" y="278168"/>
                  <a:pt x="3162604" y="270434"/>
                  <a:pt x="3164738" y="268301"/>
                </a:cubicBezTo>
                <a:cubicBezTo>
                  <a:pt x="3166605" y="266434"/>
                  <a:pt x="3168739" y="264833"/>
                  <a:pt x="3170872" y="263233"/>
                </a:cubicBezTo>
                <a:cubicBezTo>
                  <a:pt x="3173006" y="255766"/>
                  <a:pt x="3181007" y="245898"/>
                  <a:pt x="3188741" y="246164"/>
                </a:cubicBezTo>
                <a:cubicBezTo>
                  <a:pt x="3190074" y="246164"/>
                  <a:pt x="3192208" y="246965"/>
                  <a:pt x="3194342" y="247765"/>
                </a:cubicBezTo>
                <a:cubicBezTo>
                  <a:pt x="3194875" y="247498"/>
                  <a:pt x="3195142" y="247498"/>
                  <a:pt x="3195142" y="247498"/>
                </a:cubicBezTo>
                <a:cubicBezTo>
                  <a:pt x="3195408" y="247498"/>
                  <a:pt x="3195676" y="247765"/>
                  <a:pt x="3195676" y="248298"/>
                </a:cubicBezTo>
                <a:cubicBezTo>
                  <a:pt x="3199409" y="249898"/>
                  <a:pt x="3202876" y="252032"/>
                  <a:pt x="3202876" y="252832"/>
                </a:cubicBezTo>
                <a:cubicBezTo>
                  <a:pt x="3202876" y="253365"/>
                  <a:pt x="3204210" y="255232"/>
                  <a:pt x="3205810" y="257633"/>
                </a:cubicBezTo>
                <a:cubicBezTo>
                  <a:pt x="3208210" y="261366"/>
                  <a:pt x="3209277" y="262433"/>
                  <a:pt x="3207944" y="267500"/>
                </a:cubicBezTo>
                <a:cubicBezTo>
                  <a:pt x="3207144" y="270701"/>
                  <a:pt x="3206877" y="273901"/>
                  <a:pt x="3206343" y="274701"/>
                </a:cubicBezTo>
                <a:cubicBezTo>
                  <a:pt x="3205810" y="275501"/>
                  <a:pt x="3205010" y="277902"/>
                  <a:pt x="3205010" y="279769"/>
                </a:cubicBezTo>
                <a:cubicBezTo>
                  <a:pt x="3205010" y="281902"/>
                  <a:pt x="3203143" y="286970"/>
                  <a:pt x="3201809" y="290970"/>
                </a:cubicBezTo>
                <a:lnTo>
                  <a:pt x="3199142" y="298438"/>
                </a:lnTo>
                <a:lnTo>
                  <a:pt x="3201543" y="298171"/>
                </a:lnTo>
                <a:cubicBezTo>
                  <a:pt x="3203143" y="297904"/>
                  <a:pt x="3208744" y="297104"/>
                  <a:pt x="3213811" y="296037"/>
                </a:cubicBezTo>
                <a:cubicBezTo>
                  <a:pt x="3220212" y="294704"/>
                  <a:pt x="3225546" y="294704"/>
                  <a:pt x="3230080" y="295504"/>
                </a:cubicBezTo>
                <a:cubicBezTo>
                  <a:pt x="3236214" y="296571"/>
                  <a:pt x="3245548" y="300838"/>
                  <a:pt x="3249549" y="304838"/>
                </a:cubicBezTo>
                <a:cubicBezTo>
                  <a:pt x="3251682" y="306972"/>
                  <a:pt x="3251949" y="310172"/>
                  <a:pt x="3250082" y="309906"/>
                </a:cubicBezTo>
                <a:cubicBezTo>
                  <a:pt x="3249549" y="309906"/>
                  <a:pt x="3249016" y="309372"/>
                  <a:pt x="3249016" y="308839"/>
                </a:cubicBezTo>
                <a:cubicBezTo>
                  <a:pt x="3249016" y="306705"/>
                  <a:pt x="3238614" y="300305"/>
                  <a:pt x="3235414" y="300571"/>
                </a:cubicBezTo>
                <a:cubicBezTo>
                  <a:pt x="3231413" y="300838"/>
                  <a:pt x="3214344" y="304838"/>
                  <a:pt x="3209544" y="306705"/>
                </a:cubicBezTo>
                <a:cubicBezTo>
                  <a:pt x="3207410" y="307505"/>
                  <a:pt x="3205010" y="308306"/>
                  <a:pt x="3204210" y="308306"/>
                </a:cubicBezTo>
                <a:cubicBezTo>
                  <a:pt x="3202076" y="308039"/>
                  <a:pt x="3192208" y="314973"/>
                  <a:pt x="3192208" y="316840"/>
                </a:cubicBezTo>
                <a:cubicBezTo>
                  <a:pt x="3191942" y="317640"/>
                  <a:pt x="3191141" y="320307"/>
                  <a:pt x="3190342" y="322441"/>
                </a:cubicBezTo>
                <a:cubicBezTo>
                  <a:pt x="3189541" y="324574"/>
                  <a:pt x="3186874" y="331242"/>
                  <a:pt x="3184740" y="337109"/>
                </a:cubicBezTo>
                <a:cubicBezTo>
                  <a:pt x="3182607" y="342710"/>
                  <a:pt x="3180207" y="348577"/>
                  <a:pt x="3179406" y="349911"/>
                </a:cubicBezTo>
                <a:cubicBezTo>
                  <a:pt x="3178607" y="351244"/>
                  <a:pt x="3176740" y="355245"/>
                  <a:pt x="3175406" y="358979"/>
                </a:cubicBezTo>
                <a:cubicBezTo>
                  <a:pt x="3174073" y="362446"/>
                  <a:pt x="3171139" y="369913"/>
                  <a:pt x="3168205" y="374714"/>
                </a:cubicBezTo>
                <a:cubicBezTo>
                  <a:pt x="3165272" y="379781"/>
                  <a:pt x="3163138" y="384848"/>
                  <a:pt x="3162871" y="385649"/>
                </a:cubicBezTo>
                <a:cubicBezTo>
                  <a:pt x="3162871" y="386449"/>
                  <a:pt x="3162338" y="387782"/>
                  <a:pt x="3161271" y="388316"/>
                </a:cubicBezTo>
                <a:cubicBezTo>
                  <a:pt x="3160204" y="388849"/>
                  <a:pt x="3158871" y="391516"/>
                  <a:pt x="3158337" y="393650"/>
                </a:cubicBezTo>
                <a:cubicBezTo>
                  <a:pt x="3157537" y="397383"/>
                  <a:pt x="3150603" y="408851"/>
                  <a:pt x="3148736" y="411518"/>
                </a:cubicBezTo>
                <a:cubicBezTo>
                  <a:pt x="3148203" y="412319"/>
                  <a:pt x="3147403" y="413385"/>
                  <a:pt x="3147403" y="414719"/>
                </a:cubicBezTo>
                <a:cubicBezTo>
                  <a:pt x="3147403" y="415786"/>
                  <a:pt x="3146869" y="416852"/>
                  <a:pt x="3146069" y="416852"/>
                </a:cubicBezTo>
                <a:cubicBezTo>
                  <a:pt x="3145536" y="416852"/>
                  <a:pt x="3145002" y="417653"/>
                  <a:pt x="3145002" y="418453"/>
                </a:cubicBezTo>
                <a:cubicBezTo>
                  <a:pt x="3144736" y="419519"/>
                  <a:pt x="3144202" y="420320"/>
                  <a:pt x="3143669" y="420320"/>
                </a:cubicBezTo>
                <a:cubicBezTo>
                  <a:pt x="3142869" y="420320"/>
                  <a:pt x="3142335" y="420586"/>
                  <a:pt x="3142602" y="421120"/>
                </a:cubicBezTo>
                <a:cubicBezTo>
                  <a:pt x="3142869" y="423520"/>
                  <a:pt x="3142069" y="424853"/>
                  <a:pt x="3139135" y="427787"/>
                </a:cubicBezTo>
                <a:cubicBezTo>
                  <a:pt x="3137535" y="429387"/>
                  <a:pt x="3136468" y="430987"/>
                  <a:pt x="3136734" y="431254"/>
                </a:cubicBezTo>
                <a:cubicBezTo>
                  <a:pt x="3137268" y="431788"/>
                  <a:pt x="3136468" y="432321"/>
                  <a:pt x="3135401" y="432854"/>
                </a:cubicBezTo>
                <a:cubicBezTo>
                  <a:pt x="3133801" y="433655"/>
                  <a:pt x="3133801" y="433655"/>
                  <a:pt x="3134868" y="434455"/>
                </a:cubicBezTo>
                <a:cubicBezTo>
                  <a:pt x="3136201" y="435255"/>
                  <a:pt x="3136201" y="435788"/>
                  <a:pt x="3134868" y="435521"/>
                </a:cubicBezTo>
                <a:cubicBezTo>
                  <a:pt x="3134068" y="435521"/>
                  <a:pt x="3133268" y="436588"/>
                  <a:pt x="3133268" y="437388"/>
                </a:cubicBezTo>
                <a:cubicBezTo>
                  <a:pt x="3133268" y="438455"/>
                  <a:pt x="3132734" y="439255"/>
                  <a:pt x="3132201" y="439255"/>
                </a:cubicBezTo>
                <a:cubicBezTo>
                  <a:pt x="3131668" y="438988"/>
                  <a:pt x="3130067" y="441389"/>
                  <a:pt x="3128467" y="444056"/>
                </a:cubicBezTo>
                <a:cubicBezTo>
                  <a:pt x="3126600" y="446990"/>
                  <a:pt x="3124466" y="450190"/>
                  <a:pt x="3123133" y="451790"/>
                </a:cubicBezTo>
                <a:cubicBezTo>
                  <a:pt x="3121800" y="453390"/>
                  <a:pt x="3121000" y="454457"/>
                  <a:pt x="3121533" y="454457"/>
                </a:cubicBezTo>
                <a:cubicBezTo>
                  <a:pt x="3121800" y="454457"/>
                  <a:pt x="3121800" y="454724"/>
                  <a:pt x="3120732" y="455791"/>
                </a:cubicBezTo>
                <a:cubicBezTo>
                  <a:pt x="3119933" y="456591"/>
                  <a:pt x="3119132" y="457924"/>
                  <a:pt x="3119132" y="459258"/>
                </a:cubicBezTo>
                <a:cubicBezTo>
                  <a:pt x="3119132" y="460591"/>
                  <a:pt x="3118066" y="462458"/>
                  <a:pt x="3116732" y="463792"/>
                </a:cubicBezTo>
                <a:cubicBezTo>
                  <a:pt x="3115132" y="465392"/>
                  <a:pt x="3114065" y="466992"/>
                  <a:pt x="3114065" y="468059"/>
                </a:cubicBezTo>
                <a:cubicBezTo>
                  <a:pt x="3114065" y="468859"/>
                  <a:pt x="3113532" y="469659"/>
                  <a:pt x="3112998" y="469659"/>
                </a:cubicBezTo>
                <a:cubicBezTo>
                  <a:pt x="3112465" y="469659"/>
                  <a:pt x="3111398" y="470993"/>
                  <a:pt x="3111132" y="472593"/>
                </a:cubicBezTo>
                <a:cubicBezTo>
                  <a:pt x="3110865" y="474193"/>
                  <a:pt x="3109531" y="475526"/>
                  <a:pt x="3108998" y="475526"/>
                </a:cubicBezTo>
                <a:cubicBezTo>
                  <a:pt x="3108198" y="475526"/>
                  <a:pt x="3107664" y="476060"/>
                  <a:pt x="3107664" y="476860"/>
                </a:cubicBezTo>
                <a:cubicBezTo>
                  <a:pt x="3107664" y="477660"/>
                  <a:pt x="3106331" y="478994"/>
                  <a:pt x="3105264" y="480060"/>
                </a:cubicBezTo>
                <a:cubicBezTo>
                  <a:pt x="3103930" y="481394"/>
                  <a:pt x="3102597" y="482994"/>
                  <a:pt x="3102330" y="484328"/>
                </a:cubicBezTo>
                <a:cubicBezTo>
                  <a:pt x="3102330" y="485661"/>
                  <a:pt x="3100997" y="487528"/>
                  <a:pt x="3099663" y="488595"/>
                </a:cubicBezTo>
                <a:cubicBezTo>
                  <a:pt x="3098330" y="489662"/>
                  <a:pt x="3097530" y="491795"/>
                  <a:pt x="3097530" y="492595"/>
                </a:cubicBezTo>
                <a:cubicBezTo>
                  <a:pt x="3097530" y="493662"/>
                  <a:pt x="3092996" y="500063"/>
                  <a:pt x="3087662" y="506464"/>
                </a:cubicBezTo>
                <a:cubicBezTo>
                  <a:pt x="3082328" y="512864"/>
                  <a:pt x="3077260" y="519799"/>
                  <a:pt x="3075927" y="521932"/>
                </a:cubicBezTo>
                <a:cubicBezTo>
                  <a:pt x="3074860" y="523799"/>
                  <a:pt x="3072727" y="527266"/>
                  <a:pt x="3070860" y="529133"/>
                </a:cubicBezTo>
                <a:cubicBezTo>
                  <a:pt x="3068993" y="531000"/>
                  <a:pt x="3068193" y="532867"/>
                  <a:pt x="3068459" y="533400"/>
                </a:cubicBezTo>
                <a:cubicBezTo>
                  <a:pt x="3068726" y="533667"/>
                  <a:pt x="3066859" y="536334"/>
                  <a:pt x="3063659" y="539534"/>
                </a:cubicBezTo>
                <a:cubicBezTo>
                  <a:pt x="3060725" y="542468"/>
                  <a:pt x="3056458" y="547802"/>
                  <a:pt x="3053791" y="551003"/>
                </a:cubicBezTo>
                <a:cubicBezTo>
                  <a:pt x="3051124" y="554203"/>
                  <a:pt x="3048190" y="557403"/>
                  <a:pt x="3047390" y="557937"/>
                </a:cubicBezTo>
                <a:cubicBezTo>
                  <a:pt x="3046590" y="558470"/>
                  <a:pt x="3045523" y="559537"/>
                  <a:pt x="3045523" y="560604"/>
                </a:cubicBezTo>
                <a:cubicBezTo>
                  <a:pt x="3045523" y="561671"/>
                  <a:pt x="3042856" y="565138"/>
                  <a:pt x="3039923" y="567538"/>
                </a:cubicBezTo>
                <a:cubicBezTo>
                  <a:pt x="3036722" y="570205"/>
                  <a:pt x="3034322" y="572872"/>
                  <a:pt x="3034322" y="573139"/>
                </a:cubicBezTo>
                <a:cubicBezTo>
                  <a:pt x="3034055" y="575806"/>
                  <a:pt x="3007652" y="598742"/>
                  <a:pt x="3004185" y="599809"/>
                </a:cubicBezTo>
                <a:cubicBezTo>
                  <a:pt x="3001784" y="600609"/>
                  <a:pt x="2999384" y="602209"/>
                  <a:pt x="2998050" y="603276"/>
                </a:cubicBezTo>
                <a:cubicBezTo>
                  <a:pt x="2992716" y="607543"/>
                  <a:pt x="2983649" y="610743"/>
                  <a:pt x="2976982" y="610743"/>
                </a:cubicBezTo>
                <a:cubicBezTo>
                  <a:pt x="2972981" y="610477"/>
                  <a:pt x="2969780" y="609943"/>
                  <a:pt x="2969247" y="609143"/>
                </a:cubicBezTo>
                <a:cubicBezTo>
                  <a:pt x="2968714" y="608343"/>
                  <a:pt x="2964980" y="605143"/>
                  <a:pt x="2960179" y="601675"/>
                </a:cubicBezTo>
                <a:cubicBezTo>
                  <a:pt x="2952978" y="596608"/>
                  <a:pt x="2951912" y="594741"/>
                  <a:pt x="2949511" y="588874"/>
                </a:cubicBezTo>
                <a:cubicBezTo>
                  <a:pt x="2946844" y="581140"/>
                  <a:pt x="2946578" y="579806"/>
                  <a:pt x="2949511" y="573672"/>
                </a:cubicBezTo>
                <a:cubicBezTo>
                  <a:pt x="2950845" y="571005"/>
                  <a:pt x="2951645" y="568338"/>
                  <a:pt x="2951645" y="567538"/>
                </a:cubicBezTo>
                <a:cubicBezTo>
                  <a:pt x="2951645" y="566738"/>
                  <a:pt x="2952178" y="566204"/>
                  <a:pt x="2952712" y="566471"/>
                </a:cubicBezTo>
                <a:cubicBezTo>
                  <a:pt x="2952978" y="566738"/>
                  <a:pt x="2954312" y="564871"/>
                  <a:pt x="2955645" y="561937"/>
                </a:cubicBezTo>
                <a:cubicBezTo>
                  <a:pt x="2968180" y="534467"/>
                  <a:pt x="3015386" y="469126"/>
                  <a:pt x="3034855" y="445123"/>
                </a:cubicBezTo>
                <a:cubicBezTo>
                  <a:pt x="3043656" y="434188"/>
                  <a:pt x="3052458" y="422186"/>
                  <a:pt x="3055124" y="418453"/>
                </a:cubicBezTo>
                <a:cubicBezTo>
                  <a:pt x="3056724" y="416319"/>
                  <a:pt x="3058325" y="414985"/>
                  <a:pt x="3059925" y="413385"/>
                </a:cubicBezTo>
                <a:cubicBezTo>
                  <a:pt x="3090862" y="382448"/>
                  <a:pt x="3108731" y="355778"/>
                  <a:pt x="3145802" y="329642"/>
                </a:cubicBezTo>
                <a:cubicBezTo>
                  <a:pt x="3154870" y="323241"/>
                  <a:pt x="3160738" y="317907"/>
                  <a:pt x="3160204" y="316040"/>
                </a:cubicBezTo>
                <a:cubicBezTo>
                  <a:pt x="3159938" y="315240"/>
                  <a:pt x="3159938" y="314440"/>
                  <a:pt x="3160471" y="313906"/>
                </a:cubicBezTo>
                <a:cubicBezTo>
                  <a:pt x="3161004" y="313373"/>
                  <a:pt x="3163405" y="308306"/>
                  <a:pt x="3164738" y="301905"/>
                </a:cubicBezTo>
                <a:cubicBezTo>
                  <a:pt x="3165538" y="299504"/>
                  <a:pt x="3166338" y="297104"/>
                  <a:pt x="3166872" y="295237"/>
                </a:cubicBezTo>
                <a:lnTo>
                  <a:pt x="3166072" y="296304"/>
                </a:lnTo>
                <a:cubicBezTo>
                  <a:pt x="3166338" y="295771"/>
                  <a:pt x="3166605" y="294971"/>
                  <a:pt x="3166605" y="293904"/>
                </a:cubicBezTo>
                <a:cubicBezTo>
                  <a:pt x="3167138" y="291503"/>
                  <a:pt x="3168739" y="287503"/>
                  <a:pt x="3170339" y="284836"/>
                </a:cubicBezTo>
                <a:cubicBezTo>
                  <a:pt x="3171406" y="282969"/>
                  <a:pt x="3171672" y="281369"/>
                  <a:pt x="3172206" y="279235"/>
                </a:cubicBezTo>
                <a:cubicBezTo>
                  <a:pt x="3170872" y="278702"/>
                  <a:pt x="3164205" y="284036"/>
                  <a:pt x="3164738" y="285369"/>
                </a:cubicBezTo>
                <a:cubicBezTo>
                  <a:pt x="3164738" y="285903"/>
                  <a:pt x="3164472" y="286169"/>
                  <a:pt x="3163405" y="285903"/>
                </a:cubicBezTo>
                <a:cubicBezTo>
                  <a:pt x="3162604" y="285903"/>
                  <a:pt x="3161271" y="286436"/>
                  <a:pt x="3160738" y="287770"/>
                </a:cubicBezTo>
                <a:cubicBezTo>
                  <a:pt x="3160204" y="288836"/>
                  <a:pt x="3159404" y="289637"/>
                  <a:pt x="3158871" y="289370"/>
                </a:cubicBezTo>
                <a:cubicBezTo>
                  <a:pt x="3157537" y="288836"/>
                  <a:pt x="3142069" y="305372"/>
                  <a:pt x="3140202" y="307239"/>
                </a:cubicBezTo>
                <a:cubicBezTo>
                  <a:pt x="3136734" y="310706"/>
                  <a:pt x="3133534" y="314173"/>
                  <a:pt x="3130334" y="317640"/>
                </a:cubicBezTo>
                <a:cubicBezTo>
                  <a:pt x="3118866" y="330175"/>
                  <a:pt x="3104464" y="349377"/>
                  <a:pt x="3090329" y="357112"/>
                </a:cubicBezTo>
                <a:cubicBezTo>
                  <a:pt x="3085528" y="359779"/>
                  <a:pt x="3082328" y="361912"/>
                  <a:pt x="3078861" y="361912"/>
                </a:cubicBezTo>
                <a:cubicBezTo>
                  <a:pt x="3076460" y="361912"/>
                  <a:pt x="3073794" y="360845"/>
                  <a:pt x="3070593" y="357645"/>
                </a:cubicBezTo>
                <a:cubicBezTo>
                  <a:pt x="3053391" y="340443"/>
                  <a:pt x="3062592" y="325491"/>
                  <a:pt x="3068718" y="308401"/>
                </a:cubicBezTo>
                <a:lnTo>
                  <a:pt x="3070485" y="300483"/>
                </a:lnTo>
                <a:lnTo>
                  <a:pt x="3067593" y="302872"/>
                </a:lnTo>
                <a:cubicBezTo>
                  <a:pt x="3062792" y="307039"/>
                  <a:pt x="3058058" y="311106"/>
                  <a:pt x="3053258" y="314440"/>
                </a:cubicBezTo>
                <a:cubicBezTo>
                  <a:pt x="3044456" y="320574"/>
                  <a:pt x="3050591" y="316840"/>
                  <a:pt x="3045523" y="321641"/>
                </a:cubicBezTo>
                <a:cubicBezTo>
                  <a:pt x="3040456" y="326441"/>
                  <a:pt x="3047657" y="320574"/>
                  <a:pt x="3043923" y="325108"/>
                </a:cubicBezTo>
                <a:cubicBezTo>
                  <a:pt x="3042856" y="326441"/>
                  <a:pt x="3042056" y="328041"/>
                  <a:pt x="3042056" y="329108"/>
                </a:cubicBezTo>
                <a:cubicBezTo>
                  <a:pt x="3042056" y="329908"/>
                  <a:pt x="3041523" y="330975"/>
                  <a:pt x="3040189" y="332042"/>
                </a:cubicBezTo>
                <a:cubicBezTo>
                  <a:pt x="3038856" y="333109"/>
                  <a:pt x="3034588" y="335509"/>
                  <a:pt x="3030588" y="338709"/>
                </a:cubicBezTo>
                <a:cubicBezTo>
                  <a:pt x="3026588" y="341910"/>
                  <a:pt x="3021520" y="345377"/>
                  <a:pt x="3018853" y="346977"/>
                </a:cubicBezTo>
                <a:cubicBezTo>
                  <a:pt x="3016453" y="348311"/>
                  <a:pt x="3014319" y="350177"/>
                  <a:pt x="3014319" y="350711"/>
                </a:cubicBezTo>
                <a:cubicBezTo>
                  <a:pt x="3014319" y="351511"/>
                  <a:pt x="3014053" y="351778"/>
                  <a:pt x="3013519" y="351778"/>
                </a:cubicBezTo>
                <a:cubicBezTo>
                  <a:pt x="3011919" y="351244"/>
                  <a:pt x="3006052" y="355245"/>
                  <a:pt x="3000984" y="359779"/>
                </a:cubicBezTo>
                <a:cubicBezTo>
                  <a:pt x="2996984" y="363246"/>
                  <a:pt x="2984449" y="370980"/>
                  <a:pt x="2980982" y="371513"/>
                </a:cubicBezTo>
                <a:cubicBezTo>
                  <a:pt x="2979382" y="371780"/>
                  <a:pt x="2973514" y="373914"/>
                  <a:pt x="2968180" y="375781"/>
                </a:cubicBezTo>
                <a:cubicBezTo>
                  <a:pt x="2957246" y="379514"/>
                  <a:pt x="2953778" y="380315"/>
                  <a:pt x="2946844" y="378448"/>
                </a:cubicBezTo>
                <a:cubicBezTo>
                  <a:pt x="2942577" y="377381"/>
                  <a:pt x="2936176" y="376314"/>
                  <a:pt x="2926842" y="375514"/>
                </a:cubicBezTo>
                <a:cubicBezTo>
                  <a:pt x="2923108" y="374981"/>
                  <a:pt x="2913774" y="369913"/>
                  <a:pt x="2912440" y="366179"/>
                </a:cubicBezTo>
                <a:cubicBezTo>
                  <a:pt x="2911907" y="364579"/>
                  <a:pt x="2910306" y="363779"/>
                  <a:pt x="2909240" y="363779"/>
                </a:cubicBezTo>
                <a:cubicBezTo>
                  <a:pt x="2907106" y="363512"/>
                  <a:pt x="2898838" y="352578"/>
                  <a:pt x="2895371" y="345377"/>
                </a:cubicBezTo>
                <a:cubicBezTo>
                  <a:pt x="2892971" y="340576"/>
                  <a:pt x="2892704" y="336576"/>
                  <a:pt x="2892704" y="322174"/>
                </a:cubicBezTo>
                <a:cubicBezTo>
                  <a:pt x="2892704" y="319507"/>
                  <a:pt x="2892971" y="316840"/>
                  <a:pt x="2893504" y="316307"/>
                </a:cubicBezTo>
                <a:cubicBezTo>
                  <a:pt x="2894304" y="315506"/>
                  <a:pt x="2894571" y="313373"/>
                  <a:pt x="2894571" y="311506"/>
                </a:cubicBezTo>
                <a:cubicBezTo>
                  <a:pt x="2894571" y="309372"/>
                  <a:pt x="2895371" y="307505"/>
                  <a:pt x="2896171" y="306972"/>
                </a:cubicBezTo>
                <a:cubicBezTo>
                  <a:pt x="2896971" y="306439"/>
                  <a:pt x="2896971" y="305639"/>
                  <a:pt x="2896705" y="304838"/>
                </a:cubicBezTo>
                <a:cubicBezTo>
                  <a:pt x="2896438" y="304305"/>
                  <a:pt x="2896438" y="303238"/>
                  <a:pt x="2897238" y="302972"/>
                </a:cubicBezTo>
                <a:cubicBezTo>
                  <a:pt x="2898038" y="302705"/>
                  <a:pt x="2898038" y="301638"/>
                  <a:pt x="2897772" y="301105"/>
                </a:cubicBezTo>
                <a:cubicBezTo>
                  <a:pt x="2897238" y="300305"/>
                  <a:pt x="2897505" y="300038"/>
                  <a:pt x="2898305" y="300038"/>
                </a:cubicBezTo>
                <a:cubicBezTo>
                  <a:pt x="2899105" y="300038"/>
                  <a:pt x="2899638" y="299504"/>
                  <a:pt x="2899372" y="298438"/>
                </a:cubicBezTo>
                <a:cubicBezTo>
                  <a:pt x="2899105" y="297638"/>
                  <a:pt x="2899372" y="295504"/>
                  <a:pt x="2899905" y="293370"/>
                </a:cubicBezTo>
                <a:cubicBezTo>
                  <a:pt x="2900705" y="290703"/>
                  <a:pt x="2900438" y="289103"/>
                  <a:pt x="2898038" y="287236"/>
                </a:cubicBezTo>
                <a:lnTo>
                  <a:pt x="2895371" y="284303"/>
                </a:lnTo>
                <a:lnTo>
                  <a:pt x="2890570" y="288570"/>
                </a:lnTo>
                <a:cubicBezTo>
                  <a:pt x="2885503" y="293104"/>
                  <a:pt x="2858566" y="318173"/>
                  <a:pt x="2849499" y="327241"/>
                </a:cubicBezTo>
                <a:cubicBezTo>
                  <a:pt x="2845498" y="331242"/>
                  <a:pt x="2844432" y="332575"/>
                  <a:pt x="2845765" y="333375"/>
                </a:cubicBezTo>
                <a:cubicBezTo>
                  <a:pt x="2847098" y="334175"/>
                  <a:pt x="2846032" y="334976"/>
                  <a:pt x="2843632" y="338443"/>
                </a:cubicBezTo>
                <a:cubicBezTo>
                  <a:pt x="2841764" y="341110"/>
                  <a:pt x="2840698" y="341910"/>
                  <a:pt x="2842031" y="341376"/>
                </a:cubicBezTo>
                <a:cubicBezTo>
                  <a:pt x="2843898" y="340576"/>
                  <a:pt x="2842031" y="342710"/>
                  <a:pt x="2827629" y="355511"/>
                </a:cubicBezTo>
                <a:cubicBezTo>
                  <a:pt x="2820962" y="361379"/>
                  <a:pt x="2815894" y="364046"/>
                  <a:pt x="2811361" y="364046"/>
                </a:cubicBezTo>
                <a:cubicBezTo>
                  <a:pt x="2807627" y="364046"/>
                  <a:pt x="2804160" y="362446"/>
                  <a:pt x="2801226" y="358445"/>
                </a:cubicBezTo>
                <a:cubicBezTo>
                  <a:pt x="2800426" y="357378"/>
                  <a:pt x="2794292" y="350444"/>
                  <a:pt x="2794292" y="348844"/>
                </a:cubicBezTo>
                <a:cubicBezTo>
                  <a:pt x="2794292" y="348311"/>
                  <a:pt x="2793492" y="347777"/>
                  <a:pt x="2792692" y="347777"/>
                </a:cubicBezTo>
                <a:cubicBezTo>
                  <a:pt x="2790292" y="347777"/>
                  <a:pt x="2787624" y="339509"/>
                  <a:pt x="2787891" y="331775"/>
                </a:cubicBezTo>
                <a:cubicBezTo>
                  <a:pt x="2788024" y="319240"/>
                  <a:pt x="2797559" y="302505"/>
                  <a:pt x="2809394" y="287370"/>
                </a:cubicBezTo>
                <a:lnTo>
                  <a:pt x="2810400" y="286245"/>
                </a:lnTo>
                <a:lnTo>
                  <a:pt x="2805477" y="289457"/>
                </a:lnTo>
                <a:cubicBezTo>
                  <a:pt x="2788262" y="299621"/>
                  <a:pt x="2766060" y="309372"/>
                  <a:pt x="2746858" y="309372"/>
                </a:cubicBezTo>
                <a:cubicBezTo>
                  <a:pt x="2740456" y="309372"/>
                  <a:pt x="2733522" y="308572"/>
                  <a:pt x="2727922" y="305639"/>
                </a:cubicBezTo>
                <a:cubicBezTo>
                  <a:pt x="2727122" y="306705"/>
                  <a:pt x="2725521" y="308839"/>
                  <a:pt x="2724188" y="311239"/>
                </a:cubicBezTo>
                <a:cubicBezTo>
                  <a:pt x="2719120" y="320307"/>
                  <a:pt x="2717520" y="321641"/>
                  <a:pt x="2715387" y="324308"/>
                </a:cubicBezTo>
                <a:cubicBezTo>
                  <a:pt x="2714320" y="325641"/>
                  <a:pt x="2713520" y="327241"/>
                  <a:pt x="2713520" y="328041"/>
                </a:cubicBezTo>
                <a:cubicBezTo>
                  <a:pt x="2714053" y="334175"/>
                  <a:pt x="2678582" y="362179"/>
                  <a:pt x="2671915" y="364313"/>
                </a:cubicBezTo>
                <a:cubicBezTo>
                  <a:pt x="2670314" y="364846"/>
                  <a:pt x="2667114" y="366179"/>
                  <a:pt x="2664980" y="367513"/>
                </a:cubicBezTo>
                <a:cubicBezTo>
                  <a:pt x="2659380" y="370980"/>
                  <a:pt x="2654046" y="372313"/>
                  <a:pt x="2648712" y="372313"/>
                </a:cubicBezTo>
                <a:cubicBezTo>
                  <a:pt x="2639377" y="372313"/>
                  <a:pt x="2630309" y="367513"/>
                  <a:pt x="2622308" y="361112"/>
                </a:cubicBezTo>
                <a:cubicBezTo>
                  <a:pt x="2620975" y="358712"/>
                  <a:pt x="2619641" y="356845"/>
                  <a:pt x="2619375" y="357378"/>
                </a:cubicBezTo>
                <a:cubicBezTo>
                  <a:pt x="2618308" y="359512"/>
                  <a:pt x="2614841" y="353911"/>
                  <a:pt x="2612974" y="346444"/>
                </a:cubicBezTo>
                <a:cubicBezTo>
                  <a:pt x="2610574" y="337109"/>
                  <a:pt x="2610840" y="331775"/>
                  <a:pt x="2615908" y="319507"/>
                </a:cubicBezTo>
                <a:cubicBezTo>
                  <a:pt x="2617774" y="314973"/>
                  <a:pt x="2619108" y="310973"/>
                  <a:pt x="2619108" y="310439"/>
                </a:cubicBezTo>
                <a:cubicBezTo>
                  <a:pt x="2618842" y="309906"/>
                  <a:pt x="2619908" y="308572"/>
                  <a:pt x="2620708" y="307239"/>
                </a:cubicBezTo>
                <a:lnTo>
                  <a:pt x="2621631" y="305898"/>
                </a:lnTo>
                <a:lnTo>
                  <a:pt x="2614146" y="307239"/>
                </a:lnTo>
                <a:cubicBezTo>
                  <a:pt x="2604344" y="309239"/>
                  <a:pt x="2595543" y="311506"/>
                  <a:pt x="2595943" y="312306"/>
                </a:cubicBezTo>
                <a:cubicBezTo>
                  <a:pt x="2596743" y="313906"/>
                  <a:pt x="2593276" y="314706"/>
                  <a:pt x="2588742" y="313373"/>
                </a:cubicBezTo>
                <a:cubicBezTo>
                  <a:pt x="2585808" y="312573"/>
                  <a:pt x="2584475" y="313106"/>
                  <a:pt x="2584208" y="314173"/>
                </a:cubicBezTo>
                <a:cubicBezTo>
                  <a:pt x="2584208" y="314973"/>
                  <a:pt x="2583142" y="315506"/>
                  <a:pt x="2582075" y="314706"/>
                </a:cubicBezTo>
                <a:cubicBezTo>
                  <a:pt x="2581274" y="314173"/>
                  <a:pt x="2579674" y="314173"/>
                  <a:pt x="2579408" y="315240"/>
                </a:cubicBezTo>
                <a:cubicBezTo>
                  <a:pt x="2579141" y="316040"/>
                  <a:pt x="2577808" y="316307"/>
                  <a:pt x="2576741" y="316040"/>
                </a:cubicBezTo>
                <a:cubicBezTo>
                  <a:pt x="2573807" y="315240"/>
                  <a:pt x="2571940" y="315506"/>
                  <a:pt x="2569006" y="318173"/>
                </a:cubicBezTo>
                <a:cubicBezTo>
                  <a:pt x="2567140" y="319774"/>
                  <a:pt x="2565806" y="320040"/>
                  <a:pt x="2565806" y="319507"/>
                </a:cubicBezTo>
                <a:cubicBezTo>
                  <a:pt x="2566340" y="317907"/>
                  <a:pt x="2557805" y="321107"/>
                  <a:pt x="2554071" y="323774"/>
                </a:cubicBezTo>
                <a:cubicBezTo>
                  <a:pt x="2550604" y="326174"/>
                  <a:pt x="2548470" y="326708"/>
                  <a:pt x="2549004" y="324574"/>
                </a:cubicBezTo>
                <a:cubicBezTo>
                  <a:pt x="2549004" y="323774"/>
                  <a:pt x="2548470" y="323507"/>
                  <a:pt x="2547937" y="323774"/>
                </a:cubicBezTo>
                <a:cubicBezTo>
                  <a:pt x="2547137" y="324041"/>
                  <a:pt x="2546337" y="325641"/>
                  <a:pt x="2546604" y="327241"/>
                </a:cubicBezTo>
                <a:lnTo>
                  <a:pt x="2545004" y="328841"/>
                </a:lnTo>
                <a:lnTo>
                  <a:pt x="2542603" y="328575"/>
                </a:lnTo>
                <a:cubicBezTo>
                  <a:pt x="2541536" y="328841"/>
                  <a:pt x="2541803" y="329108"/>
                  <a:pt x="2543403" y="329375"/>
                </a:cubicBezTo>
                <a:lnTo>
                  <a:pt x="2545004" y="328842"/>
                </a:lnTo>
                <a:lnTo>
                  <a:pt x="2542870" y="330975"/>
                </a:lnTo>
                <a:cubicBezTo>
                  <a:pt x="2538603" y="332309"/>
                  <a:pt x="2537802" y="332042"/>
                  <a:pt x="2539136" y="330708"/>
                </a:cubicBezTo>
                <a:cubicBezTo>
                  <a:pt x="2539936" y="329908"/>
                  <a:pt x="2538603" y="329642"/>
                  <a:pt x="2537269" y="329908"/>
                </a:cubicBezTo>
                <a:cubicBezTo>
                  <a:pt x="2535669" y="330175"/>
                  <a:pt x="2534336" y="331508"/>
                  <a:pt x="2534069" y="332575"/>
                </a:cubicBezTo>
                <a:cubicBezTo>
                  <a:pt x="2533535" y="334442"/>
                  <a:pt x="2533535" y="334442"/>
                  <a:pt x="2532735" y="332575"/>
                </a:cubicBezTo>
                <a:cubicBezTo>
                  <a:pt x="2531935" y="330975"/>
                  <a:pt x="2531668" y="330975"/>
                  <a:pt x="2530068" y="332042"/>
                </a:cubicBezTo>
                <a:cubicBezTo>
                  <a:pt x="2529002" y="332842"/>
                  <a:pt x="2528735" y="333642"/>
                  <a:pt x="2529268" y="333909"/>
                </a:cubicBezTo>
                <a:cubicBezTo>
                  <a:pt x="2530868" y="333909"/>
                  <a:pt x="2527401" y="336309"/>
                  <a:pt x="2525268" y="336042"/>
                </a:cubicBezTo>
                <a:cubicBezTo>
                  <a:pt x="2524468" y="336042"/>
                  <a:pt x="2522067" y="336576"/>
                  <a:pt x="2519400" y="337643"/>
                </a:cubicBezTo>
                <a:cubicBezTo>
                  <a:pt x="2515666" y="339243"/>
                  <a:pt x="2514600" y="340043"/>
                  <a:pt x="2514066" y="344043"/>
                </a:cubicBezTo>
                <a:cubicBezTo>
                  <a:pt x="2511932" y="360579"/>
                  <a:pt x="2481529" y="369380"/>
                  <a:pt x="2467127" y="371513"/>
                </a:cubicBezTo>
                <a:cubicBezTo>
                  <a:pt x="2463393" y="372047"/>
                  <a:pt x="2459126" y="372847"/>
                  <a:pt x="2457259" y="373647"/>
                </a:cubicBezTo>
                <a:cubicBezTo>
                  <a:pt x="2454325" y="374981"/>
                  <a:pt x="2450858" y="375514"/>
                  <a:pt x="2447924" y="375514"/>
                </a:cubicBezTo>
                <a:cubicBezTo>
                  <a:pt x="2443924" y="375514"/>
                  <a:pt x="2438590" y="374180"/>
                  <a:pt x="2438590" y="369380"/>
                </a:cubicBezTo>
                <a:cubicBezTo>
                  <a:pt x="2438857" y="368846"/>
                  <a:pt x="2438057" y="367246"/>
                  <a:pt x="2436990" y="366179"/>
                </a:cubicBezTo>
                <a:cubicBezTo>
                  <a:pt x="2435656" y="364846"/>
                  <a:pt x="2435656" y="362446"/>
                  <a:pt x="2437524" y="354978"/>
                </a:cubicBezTo>
                <a:cubicBezTo>
                  <a:pt x="2440457" y="343510"/>
                  <a:pt x="2442324" y="341110"/>
                  <a:pt x="2455392" y="336842"/>
                </a:cubicBezTo>
                <a:cubicBezTo>
                  <a:pt x="2457792" y="336042"/>
                  <a:pt x="2475928" y="329375"/>
                  <a:pt x="2477795" y="329642"/>
                </a:cubicBezTo>
                <a:cubicBezTo>
                  <a:pt x="2478328" y="329642"/>
                  <a:pt x="2479929" y="328841"/>
                  <a:pt x="2480996" y="327775"/>
                </a:cubicBezTo>
                <a:cubicBezTo>
                  <a:pt x="2483396" y="325374"/>
                  <a:pt x="2480996" y="321641"/>
                  <a:pt x="2476995" y="321374"/>
                </a:cubicBezTo>
                <a:cubicBezTo>
                  <a:pt x="2475395" y="321374"/>
                  <a:pt x="2474328" y="320840"/>
                  <a:pt x="2474328" y="320040"/>
                </a:cubicBezTo>
                <a:cubicBezTo>
                  <a:pt x="2474595" y="319507"/>
                  <a:pt x="2473261" y="317907"/>
                  <a:pt x="2471394" y="316840"/>
                </a:cubicBezTo>
                <a:cubicBezTo>
                  <a:pt x="2469527" y="315773"/>
                  <a:pt x="2467927" y="314440"/>
                  <a:pt x="2467660" y="313906"/>
                </a:cubicBezTo>
                <a:cubicBezTo>
                  <a:pt x="2467394" y="313373"/>
                  <a:pt x="2466060" y="312573"/>
                  <a:pt x="2464727" y="311773"/>
                </a:cubicBezTo>
                <a:cubicBezTo>
                  <a:pt x="2461260" y="309639"/>
                  <a:pt x="2459926" y="301638"/>
                  <a:pt x="2459660" y="293904"/>
                </a:cubicBezTo>
                <a:cubicBezTo>
                  <a:pt x="2459660" y="290170"/>
                  <a:pt x="2459393" y="286169"/>
                  <a:pt x="2458593" y="284836"/>
                </a:cubicBezTo>
                <a:cubicBezTo>
                  <a:pt x="2457926" y="283769"/>
                  <a:pt x="2457759" y="282252"/>
                  <a:pt x="2458018" y="280423"/>
                </a:cubicBezTo>
                <a:lnTo>
                  <a:pt x="2459547" y="275554"/>
                </a:lnTo>
                <a:lnTo>
                  <a:pt x="2459088" y="275768"/>
                </a:lnTo>
                <a:cubicBezTo>
                  <a:pt x="2458021" y="276835"/>
                  <a:pt x="2455354" y="277635"/>
                  <a:pt x="2452954" y="277635"/>
                </a:cubicBezTo>
                <a:cubicBezTo>
                  <a:pt x="2450820" y="277635"/>
                  <a:pt x="2448153" y="278435"/>
                  <a:pt x="2447086" y="279502"/>
                </a:cubicBezTo>
                <a:cubicBezTo>
                  <a:pt x="2446020" y="280569"/>
                  <a:pt x="2444953" y="281102"/>
                  <a:pt x="2444686" y="281102"/>
                </a:cubicBezTo>
                <a:lnTo>
                  <a:pt x="2443886" y="281102"/>
                </a:lnTo>
                <a:cubicBezTo>
                  <a:pt x="2443619" y="281102"/>
                  <a:pt x="2441752" y="281369"/>
                  <a:pt x="2439886" y="281636"/>
                </a:cubicBezTo>
                <a:cubicBezTo>
                  <a:pt x="2434818" y="282436"/>
                  <a:pt x="2430818" y="283502"/>
                  <a:pt x="2431351" y="284569"/>
                </a:cubicBezTo>
                <a:cubicBezTo>
                  <a:pt x="2431618" y="285103"/>
                  <a:pt x="2431084" y="285903"/>
                  <a:pt x="2430018" y="286169"/>
                </a:cubicBezTo>
                <a:cubicBezTo>
                  <a:pt x="2427084" y="286970"/>
                  <a:pt x="2426284" y="287236"/>
                  <a:pt x="2428418" y="285903"/>
                </a:cubicBezTo>
                <a:cubicBezTo>
                  <a:pt x="2429751" y="285103"/>
                  <a:pt x="2429751" y="284569"/>
                  <a:pt x="2427351" y="284569"/>
                </a:cubicBezTo>
                <a:cubicBezTo>
                  <a:pt x="2426017" y="284569"/>
                  <a:pt x="2424417" y="285369"/>
                  <a:pt x="2424150" y="286169"/>
                </a:cubicBezTo>
                <a:cubicBezTo>
                  <a:pt x="2423884" y="287236"/>
                  <a:pt x="2420950" y="288570"/>
                  <a:pt x="2417750" y="289370"/>
                </a:cubicBezTo>
                <a:cubicBezTo>
                  <a:pt x="2414816" y="290170"/>
                  <a:pt x="2410015" y="291503"/>
                  <a:pt x="2407348" y="292570"/>
                </a:cubicBezTo>
                <a:cubicBezTo>
                  <a:pt x="2403081" y="294170"/>
                  <a:pt x="2396414" y="295237"/>
                  <a:pt x="2390013" y="295237"/>
                </a:cubicBezTo>
                <a:cubicBezTo>
                  <a:pt x="2388679" y="295237"/>
                  <a:pt x="2387612" y="295771"/>
                  <a:pt x="2387879" y="296304"/>
                </a:cubicBezTo>
                <a:cubicBezTo>
                  <a:pt x="2388146" y="297104"/>
                  <a:pt x="2384946" y="298438"/>
                  <a:pt x="2380412" y="300038"/>
                </a:cubicBezTo>
                <a:cubicBezTo>
                  <a:pt x="2376144" y="301638"/>
                  <a:pt x="2367610" y="304838"/>
                  <a:pt x="2361742" y="307505"/>
                </a:cubicBezTo>
                <a:cubicBezTo>
                  <a:pt x="2353475" y="311773"/>
                  <a:pt x="2351074" y="313106"/>
                  <a:pt x="2350541" y="315506"/>
                </a:cubicBezTo>
                <a:cubicBezTo>
                  <a:pt x="2345474" y="338709"/>
                  <a:pt x="2304935" y="372580"/>
                  <a:pt x="2286000" y="387782"/>
                </a:cubicBezTo>
                <a:cubicBezTo>
                  <a:pt x="2281999" y="390983"/>
                  <a:pt x="2278266" y="393650"/>
                  <a:pt x="2275598" y="395250"/>
                </a:cubicBezTo>
                <a:cubicBezTo>
                  <a:pt x="2274265" y="396050"/>
                  <a:pt x="2272932" y="397117"/>
                  <a:pt x="2272932" y="397650"/>
                </a:cubicBezTo>
                <a:cubicBezTo>
                  <a:pt x="2272932" y="398183"/>
                  <a:pt x="2272131" y="398450"/>
                  <a:pt x="2271331" y="398450"/>
                </a:cubicBezTo>
                <a:cubicBezTo>
                  <a:pt x="2270531" y="398717"/>
                  <a:pt x="2267330" y="399784"/>
                  <a:pt x="2264397" y="401384"/>
                </a:cubicBezTo>
                <a:cubicBezTo>
                  <a:pt x="2261463" y="402984"/>
                  <a:pt x="2256929" y="404318"/>
                  <a:pt x="2253996" y="404318"/>
                </a:cubicBezTo>
                <a:cubicBezTo>
                  <a:pt x="2249195" y="404851"/>
                  <a:pt x="2248395" y="404318"/>
                  <a:pt x="2242528" y="398183"/>
                </a:cubicBezTo>
                <a:cubicBezTo>
                  <a:pt x="2237194" y="392583"/>
                  <a:pt x="2228392" y="380315"/>
                  <a:pt x="2229993" y="380315"/>
                </a:cubicBezTo>
                <a:cubicBezTo>
                  <a:pt x="2230526" y="380315"/>
                  <a:pt x="2229993" y="378181"/>
                  <a:pt x="2229192" y="375247"/>
                </a:cubicBezTo>
                <a:cubicBezTo>
                  <a:pt x="2228126" y="371247"/>
                  <a:pt x="2227859" y="369380"/>
                  <a:pt x="2229192" y="366446"/>
                </a:cubicBezTo>
                <a:cubicBezTo>
                  <a:pt x="2230793" y="362979"/>
                  <a:pt x="2244661" y="349111"/>
                  <a:pt x="2246795" y="349111"/>
                </a:cubicBezTo>
                <a:cubicBezTo>
                  <a:pt x="2247328" y="349111"/>
                  <a:pt x="2247862" y="348311"/>
                  <a:pt x="2247862" y="347510"/>
                </a:cubicBezTo>
                <a:cubicBezTo>
                  <a:pt x="2247862" y="346444"/>
                  <a:pt x="2248662" y="345644"/>
                  <a:pt x="2249728" y="345644"/>
                </a:cubicBezTo>
                <a:cubicBezTo>
                  <a:pt x="2250528" y="345644"/>
                  <a:pt x="2251329" y="345110"/>
                  <a:pt x="2251329" y="344310"/>
                </a:cubicBezTo>
                <a:cubicBezTo>
                  <a:pt x="2251329" y="343510"/>
                  <a:pt x="2252128" y="343510"/>
                  <a:pt x="2252929" y="344043"/>
                </a:cubicBezTo>
                <a:cubicBezTo>
                  <a:pt x="2253996" y="344843"/>
                  <a:pt x="2254262" y="344577"/>
                  <a:pt x="2252929" y="342977"/>
                </a:cubicBezTo>
                <a:lnTo>
                  <a:pt x="2253729" y="340896"/>
                </a:lnTo>
                <a:lnTo>
                  <a:pt x="2253729" y="341910"/>
                </a:lnTo>
                <a:cubicBezTo>
                  <a:pt x="2254796" y="341910"/>
                  <a:pt x="2257462" y="340309"/>
                  <a:pt x="2259863" y="338443"/>
                </a:cubicBezTo>
                <a:cubicBezTo>
                  <a:pt x="2262530" y="336576"/>
                  <a:pt x="2266797" y="333375"/>
                  <a:pt x="2270531" y="331508"/>
                </a:cubicBezTo>
                <a:cubicBezTo>
                  <a:pt x="2273731" y="329908"/>
                  <a:pt x="2276665" y="327775"/>
                  <a:pt x="2276665" y="327241"/>
                </a:cubicBezTo>
                <a:cubicBezTo>
                  <a:pt x="2276665" y="326708"/>
                  <a:pt x="2277198" y="326441"/>
                  <a:pt x="2277732" y="326975"/>
                </a:cubicBezTo>
                <a:cubicBezTo>
                  <a:pt x="2278266" y="327508"/>
                  <a:pt x="2280132" y="326708"/>
                  <a:pt x="2281999" y="325108"/>
                </a:cubicBezTo>
                <a:cubicBezTo>
                  <a:pt x="2283600" y="323774"/>
                  <a:pt x="2285733" y="322707"/>
                  <a:pt x="2286800" y="322707"/>
                </a:cubicBezTo>
                <a:cubicBezTo>
                  <a:pt x="2287866" y="322974"/>
                  <a:pt x="2288666" y="322174"/>
                  <a:pt x="2288666" y="321641"/>
                </a:cubicBezTo>
                <a:cubicBezTo>
                  <a:pt x="2288666" y="320840"/>
                  <a:pt x="2289200" y="320574"/>
                  <a:pt x="2290000" y="321107"/>
                </a:cubicBezTo>
                <a:cubicBezTo>
                  <a:pt x="2290534" y="321374"/>
                  <a:pt x="2291067" y="321107"/>
                  <a:pt x="2291067" y="320574"/>
                </a:cubicBezTo>
                <a:cubicBezTo>
                  <a:pt x="2291067" y="319774"/>
                  <a:pt x="2292400" y="318974"/>
                  <a:pt x="2294001" y="318440"/>
                </a:cubicBezTo>
                <a:cubicBezTo>
                  <a:pt x="2298534" y="316840"/>
                  <a:pt x="2307336" y="313106"/>
                  <a:pt x="2310536" y="310706"/>
                </a:cubicBezTo>
                <a:cubicBezTo>
                  <a:pt x="2312403" y="309372"/>
                  <a:pt x="2314536" y="308306"/>
                  <a:pt x="2315070" y="308306"/>
                </a:cubicBezTo>
                <a:cubicBezTo>
                  <a:pt x="2318270" y="308306"/>
                  <a:pt x="2324671" y="302705"/>
                  <a:pt x="2327072" y="297904"/>
                </a:cubicBezTo>
                <a:cubicBezTo>
                  <a:pt x="2328405" y="295237"/>
                  <a:pt x="2328938" y="293104"/>
                  <a:pt x="2328138" y="293637"/>
                </a:cubicBezTo>
                <a:cubicBezTo>
                  <a:pt x="2327072" y="294170"/>
                  <a:pt x="2327072" y="293904"/>
                  <a:pt x="2328138" y="292837"/>
                </a:cubicBezTo>
                <a:cubicBezTo>
                  <a:pt x="2329738" y="291237"/>
                  <a:pt x="2330272" y="288036"/>
                  <a:pt x="2330005" y="284036"/>
                </a:cubicBezTo>
                <a:cubicBezTo>
                  <a:pt x="2330005" y="282969"/>
                  <a:pt x="2329205" y="282436"/>
                  <a:pt x="2328405" y="282436"/>
                </a:cubicBezTo>
                <a:cubicBezTo>
                  <a:pt x="2326805" y="282436"/>
                  <a:pt x="2324404" y="283769"/>
                  <a:pt x="2322004" y="285636"/>
                </a:cubicBezTo>
                <a:cubicBezTo>
                  <a:pt x="2320671" y="286703"/>
                  <a:pt x="2317470" y="288303"/>
                  <a:pt x="2315337" y="288836"/>
                </a:cubicBezTo>
                <a:cubicBezTo>
                  <a:pt x="2312936" y="289370"/>
                  <a:pt x="2307869" y="292037"/>
                  <a:pt x="2304402" y="294704"/>
                </a:cubicBezTo>
                <a:cubicBezTo>
                  <a:pt x="2295334" y="301638"/>
                  <a:pt x="2294001" y="302705"/>
                  <a:pt x="2294534" y="304038"/>
                </a:cubicBezTo>
                <a:cubicBezTo>
                  <a:pt x="2294801" y="304838"/>
                  <a:pt x="2294801" y="305105"/>
                  <a:pt x="2294267" y="304572"/>
                </a:cubicBezTo>
                <a:cubicBezTo>
                  <a:pt x="2293200" y="303505"/>
                  <a:pt x="2283332" y="311506"/>
                  <a:pt x="2279065" y="315773"/>
                </a:cubicBezTo>
                <a:cubicBezTo>
                  <a:pt x="2277998" y="316840"/>
                  <a:pt x="2273998" y="319774"/>
                  <a:pt x="2269998" y="322174"/>
                </a:cubicBezTo>
                <a:cubicBezTo>
                  <a:pt x="2261730" y="327241"/>
                  <a:pt x="2261197" y="328308"/>
                  <a:pt x="2261996" y="330975"/>
                </a:cubicBezTo>
                <a:cubicBezTo>
                  <a:pt x="2262530" y="332575"/>
                  <a:pt x="2262530" y="332842"/>
                  <a:pt x="2260930" y="331508"/>
                </a:cubicBezTo>
                <a:cubicBezTo>
                  <a:pt x="2258530" y="329642"/>
                  <a:pt x="2256129" y="331775"/>
                  <a:pt x="2257196" y="334709"/>
                </a:cubicBezTo>
                <a:cubicBezTo>
                  <a:pt x="2257730" y="336309"/>
                  <a:pt x="2257730" y="336042"/>
                  <a:pt x="2256129" y="334976"/>
                </a:cubicBezTo>
                <a:cubicBezTo>
                  <a:pt x="2254529" y="333909"/>
                  <a:pt x="2253196" y="334442"/>
                  <a:pt x="2248662" y="337909"/>
                </a:cubicBezTo>
                <a:cubicBezTo>
                  <a:pt x="2245461" y="340309"/>
                  <a:pt x="2242528" y="341910"/>
                  <a:pt x="2242261" y="341643"/>
                </a:cubicBezTo>
                <a:cubicBezTo>
                  <a:pt x="2241728" y="341110"/>
                  <a:pt x="2240661" y="341643"/>
                  <a:pt x="2239860" y="342710"/>
                </a:cubicBezTo>
                <a:cubicBezTo>
                  <a:pt x="2237727" y="345644"/>
                  <a:pt x="2224925" y="362446"/>
                  <a:pt x="2224925" y="363246"/>
                </a:cubicBezTo>
                <a:cubicBezTo>
                  <a:pt x="2224925" y="363779"/>
                  <a:pt x="2223325" y="366179"/>
                  <a:pt x="2221458" y="368313"/>
                </a:cubicBezTo>
                <a:cubicBezTo>
                  <a:pt x="2218524" y="371780"/>
                  <a:pt x="2211590" y="383248"/>
                  <a:pt x="2206256" y="392316"/>
                </a:cubicBezTo>
                <a:cubicBezTo>
                  <a:pt x="2192922" y="414719"/>
                  <a:pt x="2191321" y="418453"/>
                  <a:pt x="2185720" y="424053"/>
                </a:cubicBezTo>
                <a:cubicBezTo>
                  <a:pt x="2184654" y="425120"/>
                  <a:pt x="2184120" y="425920"/>
                  <a:pt x="2184387" y="425920"/>
                </a:cubicBezTo>
                <a:cubicBezTo>
                  <a:pt x="2185720" y="426187"/>
                  <a:pt x="2181186" y="434988"/>
                  <a:pt x="2178786" y="437655"/>
                </a:cubicBezTo>
                <a:cubicBezTo>
                  <a:pt x="2177453" y="439255"/>
                  <a:pt x="2176653" y="440589"/>
                  <a:pt x="2177186" y="440589"/>
                </a:cubicBezTo>
                <a:cubicBezTo>
                  <a:pt x="2177720" y="440589"/>
                  <a:pt x="2177453" y="441389"/>
                  <a:pt x="2176386" y="442456"/>
                </a:cubicBezTo>
                <a:cubicBezTo>
                  <a:pt x="2175319" y="443522"/>
                  <a:pt x="2172652" y="448323"/>
                  <a:pt x="2169985" y="452857"/>
                </a:cubicBezTo>
                <a:cubicBezTo>
                  <a:pt x="2167318" y="457124"/>
                  <a:pt x="2164918" y="460858"/>
                  <a:pt x="2164384" y="460858"/>
                </a:cubicBezTo>
                <a:cubicBezTo>
                  <a:pt x="2163851" y="460858"/>
                  <a:pt x="2163318" y="461925"/>
                  <a:pt x="2163318" y="462992"/>
                </a:cubicBezTo>
                <a:cubicBezTo>
                  <a:pt x="2163318" y="464325"/>
                  <a:pt x="2162251" y="466192"/>
                  <a:pt x="2160917" y="467525"/>
                </a:cubicBezTo>
                <a:cubicBezTo>
                  <a:pt x="2159584" y="468859"/>
                  <a:pt x="2158784" y="469926"/>
                  <a:pt x="2158784" y="470459"/>
                </a:cubicBezTo>
                <a:cubicBezTo>
                  <a:pt x="2159050" y="472326"/>
                  <a:pt x="2156917" y="477393"/>
                  <a:pt x="2155316" y="478193"/>
                </a:cubicBezTo>
                <a:cubicBezTo>
                  <a:pt x="2154250" y="478727"/>
                  <a:pt x="2153716" y="479794"/>
                  <a:pt x="2154250" y="480860"/>
                </a:cubicBezTo>
                <a:cubicBezTo>
                  <a:pt x="2154783" y="481927"/>
                  <a:pt x="2153716" y="483527"/>
                  <a:pt x="2152383" y="484861"/>
                </a:cubicBezTo>
                <a:cubicBezTo>
                  <a:pt x="2149982" y="487261"/>
                  <a:pt x="2146516" y="493662"/>
                  <a:pt x="2146249" y="495529"/>
                </a:cubicBezTo>
                <a:cubicBezTo>
                  <a:pt x="2146249" y="496062"/>
                  <a:pt x="2145182" y="497663"/>
                  <a:pt x="2143848" y="499263"/>
                </a:cubicBezTo>
                <a:cubicBezTo>
                  <a:pt x="2141715" y="501663"/>
                  <a:pt x="2140915" y="503530"/>
                  <a:pt x="2140381" y="506997"/>
                </a:cubicBezTo>
                <a:cubicBezTo>
                  <a:pt x="2140381" y="507530"/>
                  <a:pt x="2139848" y="507530"/>
                  <a:pt x="2139048" y="506997"/>
                </a:cubicBezTo>
                <a:cubicBezTo>
                  <a:pt x="2137981" y="506464"/>
                  <a:pt x="2137714" y="506730"/>
                  <a:pt x="2138248" y="508064"/>
                </a:cubicBezTo>
                <a:cubicBezTo>
                  <a:pt x="2139314" y="510464"/>
                  <a:pt x="2137448" y="515531"/>
                  <a:pt x="2134247" y="519265"/>
                </a:cubicBezTo>
                <a:cubicBezTo>
                  <a:pt x="2133180" y="520599"/>
                  <a:pt x="2131847" y="524066"/>
                  <a:pt x="2130780" y="527000"/>
                </a:cubicBezTo>
                <a:cubicBezTo>
                  <a:pt x="2129714" y="529933"/>
                  <a:pt x="2128913" y="532867"/>
                  <a:pt x="2128113" y="533667"/>
                </a:cubicBezTo>
                <a:cubicBezTo>
                  <a:pt x="2127580" y="534200"/>
                  <a:pt x="2127046" y="536334"/>
                  <a:pt x="2127046" y="537934"/>
                </a:cubicBezTo>
                <a:cubicBezTo>
                  <a:pt x="2127046" y="540335"/>
                  <a:pt x="2126513" y="541401"/>
                  <a:pt x="2125180" y="541401"/>
                </a:cubicBezTo>
                <a:cubicBezTo>
                  <a:pt x="2123846" y="541401"/>
                  <a:pt x="2123579" y="542735"/>
                  <a:pt x="2123579" y="546735"/>
                </a:cubicBezTo>
                <a:cubicBezTo>
                  <a:pt x="2123579" y="549669"/>
                  <a:pt x="2123046" y="552336"/>
                  <a:pt x="2122246" y="552869"/>
                </a:cubicBezTo>
                <a:cubicBezTo>
                  <a:pt x="2121712" y="553136"/>
                  <a:pt x="2121179" y="555270"/>
                  <a:pt x="2121446" y="557137"/>
                </a:cubicBezTo>
                <a:cubicBezTo>
                  <a:pt x="2121712" y="559004"/>
                  <a:pt x="2121446" y="560604"/>
                  <a:pt x="2120912" y="560604"/>
                </a:cubicBezTo>
                <a:cubicBezTo>
                  <a:pt x="2120379" y="560604"/>
                  <a:pt x="2119846" y="563004"/>
                  <a:pt x="2119846" y="565671"/>
                </a:cubicBezTo>
                <a:cubicBezTo>
                  <a:pt x="2119846" y="569938"/>
                  <a:pt x="2119579" y="570472"/>
                  <a:pt x="2117978" y="569138"/>
                </a:cubicBezTo>
                <a:cubicBezTo>
                  <a:pt x="2116378" y="567805"/>
                  <a:pt x="2116112" y="568338"/>
                  <a:pt x="2116112" y="572339"/>
                </a:cubicBezTo>
                <a:cubicBezTo>
                  <a:pt x="2116378" y="579273"/>
                  <a:pt x="2117178" y="581940"/>
                  <a:pt x="2120646" y="583540"/>
                </a:cubicBezTo>
                <a:lnTo>
                  <a:pt x="2123846" y="584873"/>
                </a:lnTo>
                <a:lnTo>
                  <a:pt x="2120646" y="586474"/>
                </a:lnTo>
                <a:cubicBezTo>
                  <a:pt x="2117178" y="588341"/>
                  <a:pt x="2110244" y="587540"/>
                  <a:pt x="2107310" y="584873"/>
                </a:cubicBezTo>
                <a:cubicBezTo>
                  <a:pt x="2104110" y="581940"/>
                  <a:pt x="2099576" y="572605"/>
                  <a:pt x="2097710" y="565138"/>
                </a:cubicBezTo>
                <a:cubicBezTo>
                  <a:pt x="2095309" y="555536"/>
                  <a:pt x="2096376" y="540868"/>
                  <a:pt x="2100910" y="524599"/>
                </a:cubicBezTo>
                <a:cubicBezTo>
                  <a:pt x="2103844" y="512598"/>
                  <a:pt x="2111844" y="494195"/>
                  <a:pt x="2113711" y="491528"/>
                </a:cubicBezTo>
                <a:cubicBezTo>
                  <a:pt x="2114512" y="490462"/>
                  <a:pt x="2115045" y="489662"/>
                  <a:pt x="2114778" y="489662"/>
                </a:cubicBezTo>
                <a:cubicBezTo>
                  <a:pt x="2114245" y="489662"/>
                  <a:pt x="2114778" y="488061"/>
                  <a:pt x="2115312" y="486194"/>
                </a:cubicBezTo>
                <a:cubicBezTo>
                  <a:pt x="2115845" y="484061"/>
                  <a:pt x="2117178" y="482727"/>
                  <a:pt x="2117712" y="482994"/>
                </a:cubicBezTo>
                <a:cubicBezTo>
                  <a:pt x="2118512" y="483261"/>
                  <a:pt x="2118245" y="482727"/>
                  <a:pt x="2117978" y="481394"/>
                </a:cubicBezTo>
                <a:cubicBezTo>
                  <a:pt x="2117712" y="480327"/>
                  <a:pt x="2118245" y="478460"/>
                  <a:pt x="2119312" y="477660"/>
                </a:cubicBezTo>
                <a:cubicBezTo>
                  <a:pt x="2120379" y="476860"/>
                  <a:pt x="2121179" y="475526"/>
                  <a:pt x="2121179" y="474460"/>
                </a:cubicBezTo>
                <a:cubicBezTo>
                  <a:pt x="2121179" y="473660"/>
                  <a:pt x="2121712" y="472859"/>
                  <a:pt x="2122246" y="472859"/>
                </a:cubicBezTo>
                <a:cubicBezTo>
                  <a:pt x="2123046" y="472859"/>
                  <a:pt x="2123312" y="472059"/>
                  <a:pt x="2123046" y="471259"/>
                </a:cubicBezTo>
                <a:cubicBezTo>
                  <a:pt x="2122779" y="470459"/>
                  <a:pt x="2123579" y="468326"/>
                  <a:pt x="2125180" y="466725"/>
                </a:cubicBezTo>
                <a:cubicBezTo>
                  <a:pt x="2126780" y="465125"/>
                  <a:pt x="2127580" y="463525"/>
                  <a:pt x="2127580" y="463258"/>
                </a:cubicBezTo>
                <a:cubicBezTo>
                  <a:pt x="2127046" y="461925"/>
                  <a:pt x="2130780" y="453657"/>
                  <a:pt x="2132114" y="453657"/>
                </a:cubicBezTo>
                <a:cubicBezTo>
                  <a:pt x="2132647" y="453657"/>
                  <a:pt x="2133180" y="453124"/>
                  <a:pt x="2133180" y="452590"/>
                </a:cubicBezTo>
                <a:cubicBezTo>
                  <a:pt x="2132647" y="450990"/>
                  <a:pt x="2134781" y="446456"/>
                  <a:pt x="2135848" y="446456"/>
                </a:cubicBezTo>
                <a:cubicBezTo>
                  <a:pt x="2136648" y="446456"/>
                  <a:pt x="2136648" y="445923"/>
                  <a:pt x="2136381" y="445123"/>
                </a:cubicBezTo>
                <a:cubicBezTo>
                  <a:pt x="2136114" y="444323"/>
                  <a:pt x="2137181" y="442722"/>
                  <a:pt x="2138781" y="441122"/>
                </a:cubicBezTo>
                <a:cubicBezTo>
                  <a:pt x="2140648" y="439255"/>
                  <a:pt x="2141715" y="437655"/>
                  <a:pt x="2141448" y="437122"/>
                </a:cubicBezTo>
                <a:cubicBezTo>
                  <a:pt x="2140648" y="435788"/>
                  <a:pt x="2142782" y="431788"/>
                  <a:pt x="2144115" y="432588"/>
                </a:cubicBezTo>
                <a:cubicBezTo>
                  <a:pt x="2144915" y="433121"/>
                  <a:pt x="2145182" y="432588"/>
                  <a:pt x="2144648" y="431521"/>
                </a:cubicBezTo>
                <a:cubicBezTo>
                  <a:pt x="2144115" y="430454"/>
                  <a:pt x="2144648" y="429387"/>
                  <a:pt x="2145715" y="428854"/>
                </a:cubicBezTo>
                <a:cubicBezTo>
                  <a:pt x="2146782" y="428321"/>
                  <a:pt x="2147849" y="426987"/>
                  <a:pt x="2147849" y="425920"/>
                </a:cubicBezTo>
                <a:cubicBezTo>
                  <a:pt x="2147849" y="424587"/>
                  <a:pt x="2149182" y="421386"/>
                  <a:pt x="2150783" y="418719"/>
                </a:cubicBezTo>
                <a:cubicBezTo>
                  <a:pt x="2152383" y="416052"/>
                  <a:pt x="2153716" y="413385"/>
                  <a:pt x="2153716" y="412852"/>
                </a:cubicBezTo>
                <a:cubicBezTo>
                  <a:pt x="2153716" y="412319"/>
                  <a:pt x="2154783" y="411252"/>
                  <a:pt x="2155850" y="410452"/>
                </a:cubicBezTo>
                <a:cubicBezTo>
                  <a:pt x="2157184" y="409652"/>
                  <a:pt x="2157450" y="409118"/>
                  <a:pt x="2156917" y="409118"/>
                </a:cubicBezTo>
                <a:cubicBezTo>
                  <a:pt x="2156116" y="409118"/>
                  <a:pt x="2156917" y="408051"/>
                  <a:pt x="2158517" y="406718"/>
                </a:cubicBezTo>
                <a:cubicBezTo>
                  <a:pt x="2160384" y="405118"/>
                  <a:pt x="2160917" y="404318"/>
                  <a:pt x="2159850" y="404851"/>
                </a:cubicBezTo>
                <a:cubicBezTo>
                  <a:pt x="2158784" y="405384"/>
                  <a:pt x="2159317" y="404584"/>
                  <a:pt x="2160651" y="403251"/>
                </a:cubicBezTo>
                <a:cubicBezTo>
                  <a:pt x="2162251" y="401651"/>
                  <a:pt x="2163318" y="400317"/>
                  <a:pt x="2162784" y="398984"/>
                </a:cubicBezTo>
                <a:cubicBezTo>
                  <a:pt x="2162251" y="397917"/>
                  <a:pt x="2162518" y="397117"/>
                  <a:pt x="2163318" y="397117"/>
                </a:cubicBezTo>
                <a:cubicBezTo>
                  <a:pt x="2163851" y="397117"/>
                  <a:pt x="2164918" y="395783"/>
                  <a:pt x="2165184" y="394450"/>
                </a:cubicBezTo>
                <a:cubicBezTo>
                  <a:pt x="2165451" y="392849"/>
                  <a:pt x="2167852" y="389382"/>
                  <a:pt x="2170252" y="386715"/>
                </a:cubicBezTo>
                <a:cubicBezTo>
                  <a:pt x="2172652" y="384048"/>
                  <a:pt x="2174786" y="380315"/>
                  <a:pt x="2175052" y="378981"/>
                </a:cubicBezTo>
                <a:cubicBezTo>
                  <a:pt x="2175319" y="377381"/>
                  <a:pt x="2176119" y="376047"/>
                  <a:pt x="2176653" y="375781"/>
                </a:cubicBezTo>
                <a:cubicBezTo>
                  <a:pt x="2177453" y="375514"/>
                  <a:pt x="2177986" y="374714"/>
                  <a:pt x="2177986" y="373914"/>
                </a:cubicBezTo>
                <a:cubicBezTo>
                  <a:pt x="2177986" y="373380"/>
                  <a:pt x="2179320" y="370980"/>
                  <a:pt x="2180653" y="369113"/>
                </a:cubicBezTo>
                <a:cubicBezTo>
                  <a:pt x="2182253" y="366980"/>
                  <a:pt x="2184654" y="363246"/>
                  <a:pt x="2185987" y="360579"/>
                </a:cubicBezTo>
                <a:cubicBezTo>
                  <a:pt x="2190521" y="351778"/>
                  <a:pt x="2193988" y="346710"/>
                  <a:pt x="2195855" y="344310"/>
                </a:cubicBezTo>
                <a:cubicBezTo>
                  <a:pt x="2196922" y="342977"/>
                  <a:pt x="2199056" y="340043"/>
                  <a:pt x="2200389" y="337376"/>
                </a:cubicBezTo>
                <a:cubicBezTo>
                  <a:pt x="2201056" y="336176"/>
                  <a:pt x="2202056" y="334375"/>
                  <a:pt x="2203156" y="332509"/>
                </a:cubicBezTo>
                <a:lnTo>
                  <a:pt x="2203974" y="331229"/>
                </a:lnTo>
                <a:lnTo>
                  <a:pt x="2199301" y="335213"/>
                </a:lnTo>
                <a:cubicBezTo>
                  <a:pt x="2196900" y="337159"/>
                  <a:pt x="2195150" y="338443"/>
                  <a:pt x="2194750" y="338443"/>
                </a:cubicBezTo>
                <a:cubicBezTo>
                  <a:pt x="2194217" y="338443"/>
                  <a:pt x="2192884" y="339243"/>
                  <a:pt x="2191816" y="340043"/>
                </a:cubicBezTo>
                <a:cubicBezTo>
                  <a:pt x="2190750" y="340843"/>
                  <a:pt x="2187816" y="342977"/>
                  <a:pt x="2185416" y="344310"/>
                </a:cubicBezTo>
                <a:cubicBezTo>
                  <a:pt x="2183016" y="345644"/>
                  <a:pt x="2179015" y="347510"/>
                  <a:pt x="2176881" y="349111"/>
                </a:cubicBezTo>
                <a:cubicBezTo>
                  <a:pt x="2174748" y="350711"/>
                  <a:pt x="2171014" y="351511"/>
                  <a:pt x="2168880" y="352044"/>
                </a:cubicBezTo>
                <a:cubicBezTo>
                  <a:pt x="2166480" y="352578"/>
                  <a:pt x="2165146" y="353645"/>
                  <a:pt x="2165680" y="354445"/>
                </a:cubicBezTo>
                <a:cubicBezTo>
                  <a:pt x="2166213" y="355245"/>
                  <a:pt x="2164346" y="356845"/>
                  <a:pt x="2160613" y="358445"/>
                </a:cubicBezTo>
                <a:cubicBezTo>
                  <a:pt x="2150211" y="362979"/>
                  <a:pt x="2142210" y="364313"/>
                  <a:pt x="2125142" y="364579"/>
                </a:cubicBezTo>
                <a:cubicBezTo>
                  <a:pt x="2108339" y="364846"/>
                  <a:pt x="2108339" y="364579"/>
                  <a:pt x="2101672" y="360845"/>
                </a:cubicBezTo>
                <a:cubicBezTo>
                  <a:pt x="2093938" y="356578"/>
                  <a:pt x="2071535" y="336842"/>
                  <a:pt x="2071535" y="330708"/>
                </a:cubicBezTo>
                <a:cubicBezTo>
                  <a:pt x="2071535" y="330175"/>
                  <a:pt x="2070468" y="329908"/>
                  <a:pt x="2069934" y="330442"/>
                </a:cubicBezTo>
                <a:cubicBezTo>
                  <a:pt x="2069134" y="331242"/>
                  <a:pt x="2068868" y="330708"/>
                  <a:pt x="2069401" y="330442"/>
                </a:cubicBezTo>
                <a:cubicBezTo>
                  <a:pt x="2069934" y="330175"/>
                  <a:pt x="2069668" y="328575"/>
                  <a:pt x="2069134" y="327241"/>
                </a:cubicBezTo>
                <a:cubicBezTo>
                  <a:pt x="2067801" y="324041"/>
                  <a:pt x="2066734" y="319240"/>
                  <a:pt x="2066201" y="308572"/>
                </a:cubicBezTo>
                <a:cubicBezTo>
                  <a:pt x="2065667" y="299238"/>
                  <a:pt x="2065401" y="298438"/>
                  <a:pt x="2063267" y="298438"/>
                </a:cubicBezTo>
                <a:cubicBezTo>
                  <a:pt x="2061934" y="298438"/>
                  <a:pt x="2057933" y="305905"/>
                  <a:pt x="2057933" y="307772"/>
                </a:cubicBezTo>
                <a:cubicBezTo>
                  <a:pt x="2057933" y="308572"/>
                  <a:pt x="2057400" y="309639"/>
                  <a:pt x="2056600" y="309906"/>
                </a:cubicBezTo>
                <a:cubicBezTo>
                  <a:pt x="2055533" y="310172"/>
                  <a:pt x="2054733" y="311239"/>
                  <a:pt x="2054733" y="312039"/>
                </a:cubicBezTo>
                <a:cubicBezTo>
                  <a:pt x="2054733" y="313106"/>
                  <a:pt x="2053399" y="315240"/>
                  <a:pt x="2052066" y="316840"/>
                </a:cubicBezTo>
                <a:cubicBezTo>
                  <a:pt x="2050732" y="318440"/>
                  <a:pt x="2049666" y="320307"/>
                  <a:pt x="2049399" y="320840"/>
                </a:cubicBezTo>
                <a:cubicBezTo>
                  <a:pt x="2049399" y="321374"/>
                  <a:pt x="2048865" y="321641"/>
                  <a:pt x="2048598" y="321641"/>
                </a:cubicBezTo>
                <a:cubicBezTo>
                  <a:pt x="2048065" y="321374"/>
                  <a:pt x="2045665" y="323774"/>
                  <a:pt x="2042998" y="326975"/>
                </a:cubicBezTo>
                <a:cubicBezTo>
                  <a:pt x="2032330" y="339776"/>
                  <a:pt x="2018195" y="353645"/>
                  <a:pt x="2016594" y="353645"/>
                </a:cubicBezTo>
                <a:cubicBezTo>
                  <a:pt x="2015794" y="353645"/>
                  <a:pt x="2014194" y="354711"/>
                  <a:pt x="2013128" y="356045"/>
                </a:cubicBezTo>
                <a:cubicBezTo>
                  <a:pt x="2011794" y="357645"/>
                  <a:pt x="2010460" y="357912"/>
                  <a:pt x="2009660" y="357645"/>
                </a:cubicBezTo>
                <a:cubicBezTo>
                  <a:pt x="2008860" y="357378"/>
                  <a:pt x="2008594" y="357112"/>
                  <a:pt x="2009127" y="358178"/>
                </a:cubicBezTo>
                <a:cubicBezTo>
                  <a:pt x="2009927" y="359779"/>
                  <a:pt x="2006193" y="362446"/>
                  <a:pt x="1999792" y="364313"/>
                </a:cubicBezTo>
                <a:cubicBezTo>
                  <a:pt x="1997126" y="365113"/>
                  <a:pt x="1994458" y="366179"/>
                  <a:pt x="1993925" y="366713"/>
                </a:cubicBezTo>
                <a:cubicBezTo>
                  <a:pt x="1993392" y="367246"/>
                  <a:pt x="1991258" y="367513"/>
                  <a:pt x="1989658" y="366980"/>
                </a:cubicBezTo>
                <a:cubicBezTo>
                  <a:pt x="1985924" y="366446"/>
                  <a:pt x="1980324" y="361379"/>
                  <a:pt x="1976590" y="354711"/>
                </a:cubicBezTo>
                <a:cubicBezTo>
                  <a:pt x="1975256" y="352311"/>
                  <a:pt x="1973656" y="350711"/>
                  <a:pt x="1973122" y="350711"/>
                </a:cubicBezTo>
                <a:cubicBezTo>
                  <a:pt x="1972322" y="350978"/>
                  <a:pt x="1970456" y="348311"/>
                  <a:pt x="1968588" y="344843"/>
                </a:cubicBezTo>
                <a:cubicBezTo>
                  <a:pt x="1965655" y="339776"/>
                  <a:pt x="1965388" y="337909"/>
                  <a:pt x="1966188" y="332842"/>
                </a:cubicBezTo>
                <a:lnTo>
                  <a:pt x="1966776" y="329457"/>
                </a:lnTo>
                <a:lnTo>
                  <a:pt x="1966607" y="329642"/>
                </a:lnTo>
                <a:cubicBezTo>
                  <a:pt x="1965540" y="330442"/>
                  <a:pt x="1964740" y="331508"/>
                  <a:pt x="1965007" y="332042"/>
                </a:cubicBezTo>
                <a:cubicBezTo>
                  <a:pt x="1965807" y="333642"/>
                  <a:pt x="1955939" y="342710"/>
                  <a:pt x="1948738" y="346710"/>
                </a:cubicBezTo>
                <a:cubicBezTo>
                  <a:pt x="1945005" y="348844"/>
                  <a:pt x="1940471" y="351778"/>
                  <a:pt x="1938604" y="353645"/>
                </a:cubicBezTo>
                <a:cubicBezTo>
                  <a:pt x="1936470" y="355778"/>
                  <a:pt x="1933270" y="357912"/>
                  <a:pt x="1930603" y="358712"/>
                </a:cubicBezTo>
                <a:cubicBezTo>
                  <a:pt x="1928469" y="359245"/>
                  <a:pt x="1925802" y="361112"/>
                  <a:pt x="1925002" y="361912"/>
                </a:cubicBezTo>
                <a:cubicBezTo>
                  <a:pt x="1924202" y="362712"/>
                  <a:pt x="1923135" y="363246"/>
                  <a:pt x="1921802" y="363246"/>
                </a:cubicBezTo>
                <a:cubicBezTo>
                  <a:pt x="1919935" y="363246"/>
                  <a:pt x="1917001" y="362446"/>
                  <a:pt x="1911400" y="361379"/>
                </a:cubicBezTo>
                <a:cubicBezTo>
                  <a:pt x="1907133" y="360579"/>
                  <a:pt x="1902333" y="359512"/>
                  <a:pt x="1900466" y="359512"/>
                </a:cubicBezTo>
                <a:cubicBezTo>
                  <a:pt x="1893532" y="359779"/>
                  <a:pt x="1871929" y="337909"/>
                  <a:pt x="1871929" y="335776"/>
                </a:cubicBezTo>
                <a:cubicBezTo>
                  <a:pt x="1871929" y="335242"/>
                  <a:pt x="1871129" y="333642"/>
                  <a:pt x="1870062" y="332842"/>
                </a:cubicBezTo>
                <a:cubicBezTo>
                  <a:pt x="1864728" y="328841"/>
                  <a:pt x="1864461" y="313640"/>
                  <a:pt x="1868195" y="298438"/>
                </a:cubicBezTo>
                <a:cubicBezTo>
                  <a:pt x="1868995" y="295237"/>
                  <a:pt x="1869528" y="291503"/>
                  <a:pt x="1869528" y="289903"/>
                </a:cubicBezTo>
                <a:lnTo>
                  <a:pt x="1869528" y="286970"/>
                </a:lnTo>
                <a:lnTo>
                  <a:pt x="1868195" y="289903"/>
                </a:lnTo>
                <a:cubicBezTo>
                  <a:pt x="1867662" y="291770"/>
                  <a:pt x="1866595" y="292304"/>
                  <a:pt x="1866328" y="291503"/>
                </a:cubicBezTo>
                <a:cubicBezTo>
                  <a:pt x="1865528" y="289370"/>
                  <a:pt x="1859927" y="293104"/>
                  <a:pt x="1859927" y="295771"/>
                </a:cubicBezTo>
                <a:cubicBezTo>
                  <a:pt x="1859927" y="297371"/>
                  <a:pt x="1859127" y="297904"/>
                  <a:pt x="1858860" y="296037"/>
                </a:cubicBezTo>
                <a:cubicBezTo>
                  <a:pt x="1858594" y="294704"/>
                  <a:pt x="1857527" y="294704"/>
                  <a:pt x="1857527" y="295504"/>
                </a:cubicBezTo>
                <a:cubicBezTo>
                  <a:pt x="1857527" y="296037"/>
                  <a:pt x="1856194" y="297371"/>
                  <a:pt x="1854593" y="298171"/>
                </a:cubicBezTo>
                <a:cubicBezTo>
                  <a:pt x="1852726" y="298971"/>
                  <a:pt x="1850860" y="300571"/>
                  <a:pt x="1850326" y="302438"/>
                </a:cubicBezTo>
                <a:cubicBezTo>
                  <a:pt x="1849793" y="304038"/>
                  <a:pt x="1847926" y="305639"/>
                  <a:pt x="1846326" y="306172"/>
                </a:cubicBezTo>
                <a:cubicBezTo>
                  <a:pt x="1844726" y="306705"/>
                  <a:pt x="1843125" y="308039"/>
                  <a:pt x="1842592" y="309639"/>
                </a:cubicBezTo>
                <a:cubicBezTo>
                  <a:pt x="1842058" y="311239"/>
                  <a:pt x="1841525" y="311506"/>
                  <a:pt x="1840992" y="310706"/>
                </a:cubicBezTo>
                <a:cubicBezTo>
                  <a:pt x="1839658" y="308839"/>
                  <a:pt x="1834324" y="313106"/>
                  <a:pt x="1835391" y="315240"/>
                </a:cubicBezTo>
                <a:cubicBezTo>
                  <a:pt x="1835924" y="316307"/>
                  <a:pt x="1835658" y="316840"/>
                  <a:pt x="1834858" y="315773"/>
                </a:cubicBezTo>
                <a:cubicBezTo>
                  <a:pt x="1834324" y="314973"/>
                  <a:pt x="1833524" y="315506"/>
                  <a:pt x="1833524" y="316840"/>
                </a:cubicBezTo>
                <a:cubicBezTo>
                  <a:pt x="1833524" y="317907"/>
                  <a:pt x="1832724" y="318440"/>
                  <a:pt x="1832190" y="318173"/>
                </a:cubicBezTo>
                <a:cubicBezTo>
                  <a:pt x="1831390" y="317640"/>
                  <a:pt x="1830590" y="318440"/>
                  <a:pt x="1830057" y="319774"/>
                </a:cubicBezTo>
                <a:cubicBezTo>
                  <a:pt x="1829257" y="321907"/>
                  <a:pt x="1828990" y="322174"/>
                  <a:pt x="1828457" y="320840"/>
                </a:cubicBezTo>
                <a:cubicBezTo>
                  <a:pt x="1827923" y="319507"/>
                  <a:pt x="1827123" y="319507"/>
                  <a:pt x="1827390" y="320840"/>
                </a:cubicBezTo>
                <a:cubicBezTo>
                  <a:pt x="1827390" y="321641"/>
                  <a:pt x="1827123" y="322707"/>
                  <a:pt x="1826856" y="323507"/>
                </a:cubicBezTo>
                <a:cubicBezTo>
                  <a:pt x="1826856" y="325108"/>
                  <a:pt x="1821789" y="329642"/>
                  <a:pt x="1820189" y="329642"/>
                </a:cubicBezTo>
                <a:cubicBezTo>
                  <a:pt x="1819122" y="329375"/>
                  <a:pt x="1814055" y="334442"/>
                  <a:pt x="1806321" y="342977"/>
                </a:cubicBezTo>
                <a:cubicBezTo>
                  <a:pt x="1800187" y="349911"/>
                  <a:pt x="1789785" y="358445"/>
                  <a:pt x="1788185" y="358445"/>
                </a:cubicBezTo>
                <a:cubicBezTo>
                  <a:pt x="1787118" y="358178"/>
                  <a:pt x="1786318" y="359512"/>
                  <a:pt x="1785785" y="361112"/>
                </a:cubicBezTo>
                <a:cubicBezTo>
                  <a:pt x="1785251" y="362712"/>
                  <a:pt x="1784451" y="364046"/>
                  <a:pt x="1783651" y="364046"/>
                </a:cubicBezTo>
                <a:cubicBezTo>
                  <a:pt x="1782851" y="364046"/>
                  <a:pt x="1780717" y="364313"/>
                  <a:pt x="1778317" y="364846"/>
                </a:cubicBezTo>
                <a:cubicBezTo>
                  <a:pt x="1775117" y="365646"/>
                  <a:pt x="1774317" y="365113"/>
                  <a:pt x="1770583" y="361379"/>
                </a:cubicBezTo>
                <a:cubicBezTo>
                  <a:pt x="1765516" y="356578"/>
                  <a:pt x="1764182" y="351244"/>
                  <a:pt x="1764715" y="337109"/>
                </a:cubicBezTo>
                <a:cubicBezTo>
                  <a:pt x="1764982" y="328575"/>
                  <a:pt x="1767116" y="318974"/>
                  <a:pt x="1769516" y="318974"/>
                </a:cubicBezTo>
                <a:cubicBezTo>
                  <a:pt x="1770050" y="318974"/>
                  <a:pt x="1770583" y="317640"/>
                  <a:pt x="1770050" y="316840"/>
                </a:cubicBezTo>
                <a:cubicBezTo>
                  <a:pt x="1768983" y="315240"/>
                  <a:pt x="1772983" y="308039"/>
                  <a:pt x="1774850" y="305372"/>
                </a:cubicBezTo>
                <a:cubicBezTo>
                  <a:pt x="1775650" y="304305"/>
                  <a:pt x="1776450" y="303238"/>
                  <a:pt x="1776184" y="302171"/>
                </a:cubicBezTo>
                <a:cubicBezTo>
                  <a:pt x="1775384" y="299238"/>
                  <a:pt x="1784718" y="285903"/>
                  <a:pt x="1786852" y="286970"/>
                </a:cubicBezTo>
                <a:cubicBezTo>
                  <a:pt x="1787385" y="287236"/>
                  <a:pt x="1787385" y="286703"/>
                  <a:pt x="1787118" y="285636"/>
                </a:cubicBezTo>
                <a:cubicBezTo>
                  <a:pt x="1786852" y="284303"/>
                  <a:pt x="1787918" y="282436"/>
                  <a:pt x="1790052" y="280302"/>
                </a:cubicBezTo>
                <a:cubicBezTo>
                  <a:pt x="1793519" y="276835"/>
                  <a:pt x="1793786" y="276568"/>
                  <a:pt x="1791652" y="275501"/>
                </a:cubicBezTo>
                <a:cubicBezTo>
                  <a:pt x="1790052" y="274701"/>
                  <a:pt x="1789785" y="274168"/>
                  <a:pt x="1791385" y="273901"/>
                </a:cubicBezTo>
                <a:cubicBezTo>
                  <a:pt x="1792452" y="273901"/>
                  <a:pt x="1793786" y="273901"/>
                  <a:pt x="1794319" y="274168"/>
                </a:cubicBezTo>
                <a:cubicBezTo>
                  <a:pt x="1795119" y="274168"/>
                  <a:pt x="1795119" y="273901"/>
                  <a:pt x="1794852" y="273368"/>
                </a:cubicBezTo>
                <a:cubicBezTo>
                  <a:pt x="1794586" y="272568"/>
                  <a:pt x="1794852" y="270968"/>
                  <a:pt x="1796186" y="269367"/>
                </a:cubicBezTo>
                <a:cubicBezTo>
                  <a:pt x="1797786" y="267500"/>
                  <a:pt x="1798320" y="265634"/>
                  <a:pt x="1797786" y="265367"/>
                </a:cubicBezTo>
                <a:cubicBezTo>
                  <a:pt x="1796986" y="265100"/>
                  <a:pt x="1797786" y="264567"/>
                  <a:pt x="1798320" y="264567"/>
                </a:cubicBezTo>
                <a:cubicBezTo>
                  <a:pt x="1799120" y="264567"/>
                  <a:pt x="1799920" y="263500"/>
                  <a:pt x="1799920" y="262700"/>
                </a:cubicBezTo>
                <a:cubicBezTo>
                  <a:pt x="1799920" y="261633"/>
                  <a:pt x="1801520" y="259233"/>
                  <a:pt x="1803654" y="257366"/>
                </a:cubicBezTo>
                <a:cubicBezTo>
                  <a:pt x="1805787" y="255499"/>
                  <a:pt x="1807121" y="253365"/>
                  <a:pt x="1806587" y="252565"/>
                </a:cubicBezTo>
                <a:cubicBezTo>
                  <a:pt x="1806321" y="252032"/>
                  <a:pt x="1806587" y="251232"/>
                  <a:pt x="1807654" y="250698"/>
                </a:cubicBezTo>
                <a:cubicBezTo>
                  <a:pt x="1808721" y="250165"/>
                  <a:pt x="1809254" y="249632"/>
                  <a:pt x="1808988" y="249098"/>
                </a:cubicBezTo>
                <a:cubicBezTo>
                  <a:pt x="1808721" y="248565"/>
                  <a:pt x="1809788" y="246965"/>
                  <a:pt x="1811921" y="245098"/>
                </a:cubicBezTo>
                <a:cubicBezTo>
                  <a:pt x="1814055" y="243764"/>
                  <a:pt x="1815655" y="241897"/>
                  <a:pt x="1815655" y="241364"/>
                </a:cubicBezTo>
                <a:cubicBezTo>
                  <a:pt x="1815655" y="240830"/>
                  <a:pt x="1818056" y="237097"/>
                  <a:pt x="1820989" y="232563"/>
                </a:cubicBezTo>
                <a:cubicBezTo>
                  <a:pt x="1823923" y="228296"/>
                  <a:pt x="1826590" y="224028"/>
                  <a:pt x="1826590" y="222695"/>
                </a:cubicBezTo>
                <a:cubicBezTo>
                  <a:pt x="1826856" y="221361"/>
                  <a:pt x="1827390" y="220561"/>
                  <a:pt x="1827656" y="220828"/>
                </a:cubicBezTo>
                <a:cubicBezTo>
                  <a:pt x="1829257" y="221628"/>
                  <a:pt x="1835924" y="211493"/>
                  <a:pt x="1835124" y="209627"/>
                </a:cubicBezTo>
                <a:cubicBezTo>
                  <a:pt x="1834591" y="208560"/>
                  <a:pt x="1835124" y="208293"/>
                  <a:pt x="1836191" y="208293"/>
                </a:cubicBezTo>
                <a:cubicBezTo>
                  <a:pt x="1837258" y="208293"/>
                  <a:pt x="1837791" y="208026"/>
                  <a:pt x="1837524" y="206426"/>
                </a:cubicBezTo>
                <a:cubicBezTo>
                  <a:pt x="1837258" y="205093"/>
                  <a:pt x="1837791" y="204026"/>
                  <a:pt x="1839392" y="203759"/>
                </a:cubicBezTo>
                <a:cubicBezTo>
                  <a:pt x="1841525" y="203492"/>
                  <a:pt x="1845259" y="198692"/>
                  <a:pt x="1844192" y="197625"/>
                </a:cubicBezTo>
                <a:cubicBezTo>
                  <a:pt x="1843925" y="197358"/>
                  <a:pt x="1845792" y="194691"/>
                  <a:pt x="1848992" y="191491"/>
                </a:cubicBezTo>
                <a:cubicBezTo>
                  <a:pt x="1851926" y="188557"/>
                  <a:pt x="1854060" y="185090"/>
                  <a:pt x="1854060" y="184557"/>
                </a:cubicBezTo>
                <a:cubicBezTo>
                  <a:pt x="1854060" y="183757"/>
                  <a:pt x="1855127" y="182423"/>
                  <a:pt x="1855927" y="181623"/>
                </a:cubicBezTo>
                <a:cubicBezTo>
                  <a:pt x="1856727" y="180823"/>
                  <a:pt x="1857260" y="179489"/>
                  <a:pt x="1856994" y="178689"/>
                </a:cubicBezTo>
                <a:cubicBezTo>
                  <a:pt x="1856727" y="177623"/>
                  <a:pt x="1857527" y="176556"/>
                  <a:pt x="1858860" y="175489"/>
                </a:cubicBezTo>
                <a:cubicBezTo>
                  <a:pt x="1860194" y="174422"/>
                  <a:pt x="1861261" y="173889"/>
                  <a:pt x="1860727" y="173089"/>
                </a:cubicBezTo>
                <a:cubicBezTo>
                  <a:pt x="1860461" y="172555"/>
                  <a:pt x="1861261" y="171755"/>
                  <a:pt x="1862594" y="170688"/>
                </a:cubicBezTo>
                <a:cubicBezTo>
                  <a:pt x="1863928" y="169622"/>
                  <a:pt x="1864994" y="168821"/>
                  <a:pt x="1864994" y="167755"/>
                </a:cubicBezTo>
                <a:cubicBezTo>
                  <a:pt x="1864994" y="166688"/>
                  <a:pt x="1865528" y="165888"/>
                  <a:pt x="1866328" y="165888"/>
                </a:cubicBezTo>
                <a:cubicBezTo>
                  <a:pt x="1866862" y="165888"/>
                  <a:pt x="1867395" y="165088"/>
                  <a:pt x="1867395" y="164288"/>
                </a:cubicBezTo>
                <a:cubicBezTo>
                  <a:pt x="1867395" y="163487"/>
                  <a:pt x="1868462" y="162154"/>
                  <a:pt x="1869795" y="160554"/>
                </a:cubicBezTo>
                <a:cubicBezTo>
                  <a:pt x="1871396" y="158420"/>
                  <a:pt x="1873796" y="153353"/>
                  <a:pt x="1873796" y="151219"/>
                </a:cubicBezTo>
                <a:cubicBezTo>
                  <a:pt x="1873796" y="150686"/>
                  <a:pt x="1874329" y="150419"/>
                  <a:pt x="1875129" y="150419"/>
                </a:cubicBezTo>
                <a:cubicBezTo>
                  <a:pt x="1876730" y="150419"/>
                  <a:pt x="1877796" y="148286"/>
                  <a:pt x="1878063" y="145085"/>
                </a:cubicBezTo>
                <a:cubicBezTo>
                  <a:pt x="1878063" y="144552"/>
                  <a:pt x="1878596" y="143752"/>
                  <a:pt x="1879396" y="143218"/>
                </a:cubicBezTo>
                <a:cubicBezTo>
                  <a:pt x="1880730" y="142418"/>
                  <a:pt x="1886864" y="135217"/>
                  <a:pt x="1895665" y="120815"/>
                </a:cubicBezTo>
                <a:cubicBezTo>
                  <a:pt x="1899132" y="115215"/>
                  <a:pt x="1902866" y="110681"/>
                  <a:pt x="1903400" y="110414"/>
                </a:cubicBezTo>
                <a:cubicBezTo>
                  <a:pt x="1903933" y="110414"/>
                  <a:pt x="1905533" y="108281"/>
                  <a:pt x="1906866" y="105880"/>
                </a:cubicBezTo>
                <a:cubicBezTo>
                  <a:pt x="1909267" y="101346"/>
                  <a:pt x="1912467" y="99479"/>
                  <a:pt x="1917001" y="99479"/>
                </a:cubicBezTo>
                <a:cubicBezTo>
                  <a:pt x="1926069" y="99479"/>
                  <a:pt x="1942071" y="106414"/>
                  <a:pt x="1942071" y="116548"/>
                </a:cubicBezTo>
                <a:cubicBezTo>
                  <a:pt x="1942071" y="120015"/>
                  <a:pt x="1939137" y="127216"/>
                  <a:pt x="1936470" y="130417"/>
                </a:cubicBezTo>
                <a:cubicBezTo>
                  <a:pt x="1935137" y="132017"/>
                  <a:pt x="1933003" y="134684"/>
                  <a:pt x="1931670" y="136551"/>
                </a:cubicBezTo>
                <a:cubicBezTo>
                  <a:pt x="1930336" y="138684"/>
                  <a:pt x="1927136" y="142418"/>
                  <a:pt x="1924736" y="145619"/>
                </a:cubicBezTo>
                <a:cubicBezTo>
                  <a:pt x="1922335" y="148819"/>
                  <a:pt x="1919402" y="152819"/>
                  <a:pt x="1918334" y="154686"/>
                </a:cubicBezTo>
                <a:cubicBezTo>
                  <a:pt x="1917268" y="156553"/>
                  <a:pt x="1915134" y="159487"/>
                  <a:pt x="1913534" y="161354"/>
                </a:cubicBezTo>
                <a:cubicBezTo>
                  <a:pt x="1906600" y="169355"/>
                  <a:pt x="1892198" y="186690"/>
                  <a:pt x="1887664" y="196025"/>
                </a:cubicBezTo>
                <a:cubicBezTo>
                  <a:pt x="1886064" y="199225"/>
                  <a:pt x="1882330" y="203759"/>
                  <a:pt x="1880196" y="206426"/>
                </a:cubicBezTo>
                <a:cubicBezTo>
                  <a:pt x="1878063" y="209360"/>
                  <a:pt x="1875929" y="211493"/>
                  <a:pt x="1876196" y="212560"/>
                </a:cubicBezTo>
                <a:cubicBezTo>
                  <a:pt x="1876463" y="213360"/>
                  <a:pt x="1875396" y="215227"/>
                  <a:pt x="1874062" y="216827"/>
                </a:cubicBezTo>
                <a:cubicBezTo>
                  <a:pt x="1872729" y="218428"/>
                  <a:pt x="1870329" y="221095"/>
                  <a:pt x="1868995" y="223228"/>
                </a:cubicBezTo>
                <a:cubicBezTo>
                  <a:pt x="1867662" y="225095"/>
                  <a:pt x="1865795" y="226962"/>
                  <a:pt x="1865261" y="227762"/>
                </a:cubicBezTo>
                <a:cubicBezTo>
                  <a:pt x="1864728" y="228562"/>
                  <a:pt x="1863661" y="229096"/>
                  <a:pt x="1863661" y="229896"/>
                </a:cubicBezTo>
                <a:cubicBezTo>
                  <a:pt x="1863661" y="230696"/>
                  <a:pt x="1861261" y="234163"/>
                  <a:pt x="1858327" y="237363"/>
                </a:cubicBezTo>
                <a:cubicBezTo>
                  <a:pt x="1855127" y="240830"/>
                  <a:pt x="1852726" y="244564"/>
                  <a:pt x="1852726" y="245631"/>
                </a:cubicBezTo>
                <a:cubicBezTo>
                  <a:pt x="1852726" y="246431"/>
                  <a:pt x="1851126" y="248565"/>
                  <a:pt x="1848459" y="250965"/>
                </a:cubicBezTo>
                <a:cubicBezTo>
                  <a:pt x="1846059" y="253099"/>
                  <a:pt x="1844726" y="254966"/>
                  <a:pt x="1844992" y="254966"/>
                </a:cubicBezTo>
                <a:cubicBezTo>
                  <a:pt x="1846326" y="254966"/>
                  <a:pt x="1840725" y="263767"/>
                  <a:pt x="1837791" y="266700"/>
                </a:cubicBezTo>
                <a:cubicBezTo>
                  <a:pt x="1836191" y="268301"/>
                  <a:pt x="1834858" y="270167"/>
                  <a:pt x="1834858" y="270701"/>
                </a:cubicBezTo>
                <a:cubicBezTo>
                  <a:pt x="1834591" y="272034"/>
                  <a:pt x="1823390" y="288036"/>
                  <a:pt x="1821789" y="289103"/>
                </a:cubicBezTo>
                <a:cubicBezTo>
                  <a:pt x="1820989" y="289637"/>
                  <a:pt x="1820456" y="290437"/>
                  <a:pt x="1820722" y="290703"/>
                </a:cubicBezTo>
                <a:cubicBezTo>
                  <a:pt x="1820989" y="291237"/>
                  <a:pt x="1819389" y="294971"/>
                  <a:pt x="1816455" y="298704"/>
                </a:cubicBezTo>
                <a:cubicBezTo>
                  <a:pt x="1813522" y="302438"/>
                  <a:pt x="1811921" y="306439"/>
                  <a:pt x="1811655" y="307239"/>
                </a:cubicBezTo>
                <a:cubicBezTo>
                  <a:pt x="1811655" y="308839"/>
                  <a:pt x="1812455" y="308572"/>
                  <a:pt x="1823656" y="298704"/>
                </a:cubicBezTo>
                <a:cubicBezTo>
                  <a:pt x="1840992" y="283236"/>
                  <a:pt x="1860727" y="270701"/>
                  <a:pt x="1872462" y="266167"/>
                </a:cubicBezTo>
                <a:cubicBezTo>
                  <a:pt x="1878330" y="264300"/>
                  <a:pt x="1886330" y="264833"/>
                  <a:pt x="1889798" y="268301"/>
                </a:cubicBezTo>
                <a:cubicBezTo>
                  <a:pt x="1890864" y="269367"/>
                  <a:pt x="1892731" y="270167"/>
                  <a:pt x="1893798" y="270968"/>
                </a:cubicBezTo>
                <a:cubicBezTo>
                  <a:pt x="1894865" y="271768"/>
                  <a:pt x="1897265" y="273635"/>
                  <a:pt x="1899132" y="276035"/>
                </a:cubicBezTo>
                <a:cubicBezTo>
                  <a:pt x="1902333" y="280035"/>
                  <a:pt x="1902333" y="280835"/>
                  <a:pt x="1901532" y="288836"/>
                </a:cubicBezTo>
                <a:cubicBezTo>
                  <a:pt x="1900999" y="293637"/>
                  <a:pt x="1899666" y="300305"/>
                  <a:pt x="1898332" y="304305"/>
                </a:cubicBezTo>
                <a:cubicBezTo>
                  <a:pt x="1896998" y="308039"/>
                  <a:pt x="1895398" y="312306"/>
                  <a:pt x="1895132" y="313906"/>
                </a:cubicBezTo>
                <a:cubicBezTo>
                  <a:pt x="1894865" y="315773"/>
                  <a:pt x="1893532" y="318440"/>
                  <a:pt x="1892731" y="319774"/>
                </a:cubicBezTo>
                <a:cubicBezTo>
                  <a:pt x="1891664" y="321374"/>
                  <a:pt x="1890598" y="326441"/>
                  <a:pt x="1890331" y="330708"/>
                </a:cubicBezTo>
                <a:cubicBezTo>
                  <a:pt x="1889798" y="338176"/>
                  <a:pt x="1889798" y="339243"/>
                  <a:pt x="1892198" y="340309"/>
                </a:cubicBezTo>
                <a:cubicBezTo>
                  <a:pt x="1893532" y="340843"/>
                  <a:pt x="1897532" y="341376"/>
                  <a:pt x="1900732" y="341110"/>
                </a:cubicBezTo>
                <a:cubicBezTo>
                  <a:pt x="1907933" y="340576"/>
                  <a:pt x="1922335" y="336042"/>
                  <a:pt x="1922335" y="334442"/>
                </a:cubicBezTo>
                <a:cubicBezTo>
                  <a:pt x="1922335" y="333909"/>
                  <a:pt x="1923135" y="333375"/>
                  <a:pt x="1924202" y="333375"/>
                </a:cubicBezTo>
                <a:cubicBezTo>
                  <a:pt x="1925802" y="333375"/>
                  <a:pt x="1942338" y="324574"/>
                  <a:pt x="1946605" y="321107"/>
                </a:cubicBezTo>
                <a:cubicBezTo>
                  <a:pt x="1951672" y="317107"/>
                  <a:pt x="1962340" y="309106"/>
                  <a:pt x="1971141" y="303772"/>
                </a:cubicBezTo>
                <a:cubicBezTo>
                  <a:pt x="1973542" y="302305"/>
                  <a:pt x="1977742" y="299371"/>
                  <a:pt x="1982643" y="295871"/>
                </a:cubicBezTo>
                <a:lnTo>
                  <a:pt x="1983903" y="294964"/>
                </a:lnTo>
                <a:lnTo>
                  <a:pt x="1986057" y="291437"/>
                </a:lnTo>
                <a:cubicBezTo>
                  <a:pt x="1991525" y="283102"/>
                  <a:pt x="1997659" y="274968"/>
                  <a:pt x="2003260" y="269367"/>
                </a:cubicBezTo>
                <a:cubicBezTo>
                  <a:pt x="2004860" y="267767"/>
                  <a:pt x="2008594" y="263233"/>
                  <a:pt x="2011260" y="259766"/>
                </a:cubicBezTo>
                <a:cubicBezTo>
                  <a:pt x="2018995" y="249898"/>
                  <a:pt x="2030196" y="240297"/>
                  <a:pt x="2037130" y="235230"/>
                </a:cubicBezTo>
                <a:cubicBezTo>
                  <a:pt x="2038997" y="233896"/>
                  <a:pt x="2044064" y="233363"/>
                  <a:pt x="2049666" y="233363"/>
                </a:cubicBezTo>
                <a:cubicBezTo>
                  <a:pt x="2057666" y="233363"/>
                  <a:pt x="2067268" y="234696"/>
                  <a:pt x="2071268" y="236830"/>
                </a:cubicBezTo>
                <a:cubicBezTo>
                  <a:pt x="2074202" y="238430"/>
                  <a:pt x="2077402" y="239497"/>
                  <a:pt x="2078202" y="239497"/>
                </a:cubicBezTo>
                <a:cubicBezTo>
                  <a:pt x="2079269" y="239497"/>
                  <a:pt x="2082203" y="241631"/>
                  <a:pt x="2085136" y="244298"/>
                </a:cubicBezTo>
                <a:cubicBezTo>
                  <a:pt x="2089937" y="248565"/>
                  <a:pt x="2090470" y="248831"/>
                  <a:pt x="2095804" y="248298"/>
                </a:cubicBezTo>
                <a:cubicBezTo>
                  <a:pt x="2101672" y="247765"/>
                  <a:pt x="2104339" y="249098"/>
                  <a:pt x="2111006" y="253899"/>
                </a:cubicBezTo>
                <a:cubicBezTo>
                  <a:pt x="2113940" y="256032"/>
                  <a:pt x="2115007" y="258433"/>
                  <a:pt x="2115540" y="261900"/>
                </a:cubicBezTo>
                <a:cubicBezTo>
                  <a:pt x="2116874" y="270701"/>
                  <a:pt x="2114740" y="275768"/>
                  <a:pt x="2104072" y="287236"/>
                </a:cubicBezTo>
                <a:cubicBezTo>
                  <a:pt x="2100872" y="290703"/>
                  <a:pt x="2095804" y="299771"/>
                  <a:pt x="2093671" y="305639"/>
                </a:cubicBezTo>
                <a:cubicBezTo>
                  <a:pt x="2091537" y="311239"/>
                  <a:pt x="2090737" y="335242"/>
                  <a:pt x="2092337" y="338176"/>
                </a:cubicBezTo>
                <a:cubicBezTo>
                  <a:pt x="2094204" y="341643"/>
                  <a:pt x="2102472" y="343243"/>
                  <a:pt x="2112073" y="343243"/>
                </a:cubicBezTo>
                <a:cubicBezTo>
                  <a:pt x="2143810" y="343243"/>
                  <a:pt x="2173414" y="323241"/>
                  <a:pt x="2198751" y="305905"/>
                </a:cubicBezTo>
                <a:cubicBezTo>
                  <a:pt x="2208085" y="299504"/>
                  <a:pt x="2217686" y="293370"/>
                  <a:pt x="2219820" y="292304"/>
                </a:cubicBezTo>
                <a:cubicBezTo>
                  <a:pt x="2221954" y="291237"/>
                  <a:pt x="2225688" y="288303"/>
                  <a:pt x="2228621" y="286169"/>
                </a:cubicBezTo>
                <a:cubicBezTo>
                  <a:pt x="2229688" y="285436"/>
                  <a:pt x="2231355" y="284219"/>
                  <a:pt x="2233314" y="282806"/>
                </a:cubicBezTo>
                <a:lnTo>
                  <a:pt x="2237192" y="280074"/>
                </a:lnTo>
                <a:lnTo>
                  <a:pt x="2239994" y="276468"/>
                </a:lnTo>
                <a:cubicBezTo>
                  <a:pt x="2241194" y="274835"/>
                  <a:pt x="2242261" y="273234"/>
                  <a:pt x="2242794" y="272034"/>
                </a:cubicBezTo>
                <a:cubicBezTo>
                  <a:pt x="2243861" y="269634"/>
                  <a:pt x="2245194" y="267767"/>
                  <a:pt x="2245728" y="268034"/>
                </a:cubicBezTo>
                <a:cubicBezTo>
                  <a:pt x="2245995" y="268301"/>
                  <a:pt x="2247328" y="266967"/>
                  <a:pt x="2248128" y="265367"/>
                </a:cubicBezTo>
                <a:cubicBezTo>
                  <a:pt x="2248928" y="263500"/>
                  <a:pt x="2250528" y="261100"/>
                  <a:pt x="2251329" y="260300"/>
                </a:cubicBezTo>
                <a:cubicBezTo>
                  <a:pt x="2252396" y="259233"/>
                  <a:pt x="2252662" y="257899"/>
                  <a:pt x="2252662" y="257366"/>
                </a:cubicBezTo>
                <a:cubicBezTo>
                  <a:pt x="2252662" y="256832"/>
                  <a:pt x="2254262" y="254966"/>
                  <a:pt x="2256663" y="252832"/>
                </a:cubicBezTo>
                <a:cubicBezTo>
                  <a:pt x="2258796" y="250965"/>
                  <a:pt x="2260130" y="249365"/>
                  <a:pt x="2259330" y="249365"/>
                </a:cubicBezTo>
                <a:cubicBezTo>
                  <a:pt x="2258796" y="249365"/>
                  <a:pt x="2259596" y="248031"/>
                  <a:pt x="2260930" y="246431"/>
                </a:cubicBezTo>
                <a:cubicBezTo>
                  <a:pt x="2262264" y="244831"/>
                  <a:pt x="2263330" y="243497"/>
                  <a:pt x="2262797" y="242964"/>
                </a:cubicBezTo>
                <a:cubicBezTo>
                  <a:pt x="2262264" y="242431"/>
                  <a:pt x="2263064" y="242164"/>
                  <a:pt x="2264130" y="242164"/>
                </a:cubicBezTo>
                <a:cubicBezTo>
                  <a:pt x="2265197" y="242164"/>
                  <a:pt x="2265997" y="241631"/>
                  <a:pt x="2265997" y="240830"/>
                </a:cubicBezTo>
                <a:cubicBezTo>
                  <a:pt x="2265997" y="239764"/>
                  <a:pt x="2267064" y="238964"/>
                  <a:pt x="2272398" y="232296"/>
                </a:cubicBezTo>
                <a:cubicBezTo>
                  <a:pt x="2273465" y="230963"/>
                  <a:pt x="2274532" y="229362"/>
                  <a:pt x="2274532" y="229096"/>
                </a:cubicBezTo>
                <a:cubicBezTo>
                  <a:pt x="2274532" y="224828"/>
                  <a:pt x="2291334" y="213894"/>
                  <a:pt x="2297734" y="213894"/>
                </a:cubicBezTo>
                <a:cubicBezTo>
                  <a:pt x="2304135" y="213894"/>
                  <a:pt x="2312936" y="218428"/>
                  <a:pt x="2312936" y="225895"/>
                </a:cubicBezTo>
                <a:cubicBezTo>
                  <a:pt x="2312936" y="226962"/>
                  <a:pt x="2313470" y="227762"/>
                  <a:pt x="2314270" y="227762"/>
                </a:cubicBezTo>
                <a:cubicBezTo>
                  <a:pt x="2314803" y="227762"/>
                  <a:pt x="2315603" y="229096"/>
                  <a:pt x="2316137" y="230696"/>
                </a:cubicBezTo>
                <a:cubicBezTo>
                  <a:pt x="2317470" y="234430"/>
                  <a:pt x="2311070" y="245364"/>
                  <a:pt x="2303868" y="253099"/>
                </a:cubicBezTo>
                <a:cubicBezTo>
                  <a:pt x="2297468" y="260033"/>
                  <a:pt x="2294267" y="263767"/>
                  <a:pt x="2295601" y="263767"/>
                </a:cubicBezTo>
                <a:cubicBezTo>
                  <a:pt x="2296134" y="264033"/>
                  <a:pt x="2295868" y="264300"/>
                  <a:pt x="2294534" y="265100"/>
                </a:cubicBezTo>
                <a:cubicBezTo>
                  <a:pt x="2293468" y="265900"/>
                  <a:pt x="2292667" y="266967"/>
                  <a:pt x="2293200" y="267500"/>
                </a:cubicBezTo>
                <a:cubicBezTo>
                  <a:pt x="2293734" y="268034"/>
                  <a:pt x="2292934" y="268567"/>
                  <a:pt x="2291867" y="268567"/>
                </a:cubicBezTo>
                <a:cubicBezTo>
                  <a:pt x="2290800" y="268567"/>
                  <a:pt x="2290000" y="269367"/>
                  <a:pt x="2290000" y="270434"/>
                </a:cubicBezTo>
                <a:cubicBezTo>
                  <a:pt x="2290000" y="271501"/>
                  <a:pt x="2289733" y="272301"/>
                  <a:pt x="2288933" y="272301"/>
                </a:cubicBezTo>
                <a:cubicBezTo>
                  <a:pt x="2288400" y="272301"/>
                  <a:pt x="2287333" y="273368"/>
                  <a:pt x="2286533" y="274968"/>
                </a:cubicBezTo>
                <a:cubicBezTo>
                  <a:pt x="2285733" y="276568"/>
                  <a:pt x="2284399" y="278969"/>
                  <a:pt x="2283332" y="280302"/>
                </a:cubicBezTo>
                <a:lnTo>
                  <a:pt x="2281199" y="283236"/>
                </a:lnTo>
                <a:lnTo>
                  <a:pt x="2284933" y="281102"/>
                </a:lnTo>
                <a:cubicBezTo>
                  <a:pt x="2287066" y="279769"/>
                  <a:pt x="2288933" y="278435"/>
                  <a:pt x="2288933" y="277902"/>
                </a:cubicBezTo>
                <a:cubicBezTo>
                  <a:pt x="2288933" y="277368"/>
                  <a:pt x="2289733" y="277102"/>
                  <a:pt x="2290534" y="277102"/>
                </a:cubicBezTo>
                <a:cubicBezTo>
                  <a:pt x="2291600" y="277102"/>
                  <a:pt x="2292400" y="276568"/>
                  <a:pt x="2292400" y="276035"/>
                </a:cubicBezTo>
                <a:cubicBezTo>
                  <a:pt x="2292400" y="274968"/>
                  <a:pt x="2298801" y="272301"/>
                  <a:pt x="2302002" y="271501"/>
                </a:cubicBezTo>
                <a:cubicBezTo>
                  <a:pt x="2303068" y="271234"/>
                  <a:pt x="2304669" y="270701"/>
                  <a:pt x="2305202" y="269634"/>
                </a:cubicBezTo>
                <a:cubicBezTo>
                  <a:pt x="2305736" y="268567"/>
                  <a:pt x="2308136" y="267500"/>
                  <a:pt x="2310536" y="266967"/>
                </a:cubicBezTo>
                <a:cubicBezTo>
                  <a:pt x="2312936" y="266434"/>
                  <a:pt x="2315870" y="265367"/>
                  <a:pt x="2317204" y="264833"/>
                </a:cubicBezTo>
                <a:cubicBezTo>
                  <a:pt x="2320671" y="263500"/>
                  <a:pt x="2330539" y="262967"/>
                  <a:pt x="2335873" y="264300"/>
                </a:cubicBezTo>
                <a:cubicBezTo>
                  <a:pt x="2343340" y="266167"/>
                  <a:pt x="2350808" y="272568"/>
                  <a:pt x="2354275" y="279235"/>
                </a:cubicBezTo>
                <a:cubicBezTo>
                  <a:pt x="2356142" y="282702"/>
                  <a:pt x="2357475" y="286169"/>
                  <a:pt x="2357475" y="286703"/>
                </a:cubicBezTo>
                <a:cubicBezTo>
                  <a:pt x="2357475" y="287503"/>
                  <a:pt x="2357475" y="288036"/>
                  <a:pt x="2358809" y="288036"/>
                </a:cubicBezTo>
                <a:cubicBezTo>
                  <a:pt x="2361209" y="288036"/>
                  <a:pt x="2367610" y="286169"/>
                  <a:pt x="2385212" y="280569"/>
                </a:cubicBezTo>
                <a:cubicBezTo>
                  <a:pt x="2392680" y="278168"/>
                  <a:pt x="2403348" y="275768"/>
                  <a:pt x="2408682" y="274435"/>
                </a:cubicBezTo>
                <a:cubicBezTo>
                  <a:pt x="2413749" y="273101"/>
                  <a:pt x="2419883" y="271768"/>
                  <a:pt x="2421750" y="271234"/>
                </a:cubicBezTo>
                <a:cubicBezTo>
                  <a:pt x="2430018" y="268834"/>
                  <a:pt x="2442019" y="267100"/>
                  <a:pt x="2454121" y="266234"/>
                </a:cubicBezTo>
                <a:lnTo>
                  <a:pt x="2465146" y="266301"/>
                </a:lnTo>
                <a:lnTo>
                  <a:pt x="2469794" y="259233"/>
                </a:lnTo>
                <a:cubicBezTo>
                  <a:pt x="2481529" y="245631"/>
                  <a:pt x="2508999" y="228562"/>
                  <a:pt x="2526868" y="223228"/>
                </a:cubicBezTo>
                <a:cubicBezTo>
                  <a:pt x="2533002" y="221361"/>
                  <a:pt x="2535402" y="221095"/>
                  <a:pt x="2539403" y="222428"/>
                </a:cubicBezTo>
                <a:cubicBezTo>
                  <a:pt x="2545270" y="224295"/>
                  <a:pt x="2549271" y="229896"/>
                  <a:pt x="2549271" y="234963"/>
                </a:cubicBezTo>
                <a:cubicBezTo>
                  <a:pt x="2549537" y="240830"/>
                  <a:pt x="2540470" y="249632"/>
                  <a:pt x="2531935" y="252832"/>
                </a:cubicBezTo>
                <a:cubicBezTo>
                  <a:pt x="2517000" y="258433"/>
                  <a:pt x="2474328" y="288036"/>
                  <a:pt x="2474328" y="292837"/>
                </a:cubicBezTo>
                <a:cubicBezTo>
                  <a:pt x="2474328" y="293904"/>
                  <a:pt x="2475928" y="295771"/>
                  <a:pt x="2478062" y="296304"/>
                </a:cubicBezTo>
                <a:cubicBezTo>
                  <a:pt x="2480195" y="296837"/>
                  <a:pt x="2482062" y="298171"/>
                  <a:pt x="2482329" y="298704"/>
                </a:cubicBezTo>
                <a:cubicBezTo>
                  <a:pt x="2482862" y="299771"/>
                  <a:pt x="2484196" y="300838"/>
                  <a:pt x="2493797" y="307772"/>
                </a:cubicBezTo>
                <a:cubicBezTo>
                  <a:pt x="2496731" y="309906"/>
                  <a:pt x="2500731" y="313106"/>
                  <a:pt x="2502331" y="314973"/>
                </a:cubicBezTo>
                <a:cubicBezTo>
                  <a:pt x="2504198" y="317107"/>
                  <a:pt x="2506598" y="318440"/>
                  <a:pt x="2507399" y="318440"/>
                </a:cubicBezTo>
                <a:cubicBezTo>
                  <a:pt x="2508466" y="318707"/>
                  <a:pt x="2516466" y="316573"/>
                  <a:pt x="2525268" y="313906"/>
                </a:cubicBezTo>
                <a:cubicBezTo>
                  <a:pt x="2557538" y="304038"/>
                  <a:pt x="2591409" y="296304"/>
                  <a:pt x="2624480" y="292570"/>
                </a:cubicBezTo>
                <a:lnTo>
                  <a:pt x="2630461" y="293074"/>
                </a:lnTo>
                <a:lnTo>
                  <a:pt x="2643111" y="274701"/>
                </a:lnTo>
                <a:cubicBezTo>
                  <a:pt x="2654579" y="261366"/>
                  <a:pt x="2661247" y="256032"/>
                  <a:pt x="2679382" y="256032"/>
                </a:cubicBezTo>
                <a:cubicBezTo>
                  <a:pt x="2695918" y="256032"/>
                  <a:pt x="2706586" y="265100"/>
                  <a:pt x="2691917" y="279502"/>
                </a:cubicBezTo>
                <a:cubicBezTo>
                  <a:pt x="2682582" y="288570"/>
                  <a:pt x="2674315" y="292837"/>
                  <a:pt x="2664180" y="302972"/>
                </a:cubicBezTo>
                <a:lnTo>
                  <a:pt x="2663114" y="304038"/>
                </a:lnTo>
                <a:cubicBezTo>
                  <a:pt x="2652446" y="312039"/>
                  <a:pt x="2643111" y="329108"/>
                  <a:pt x="2638577" y="341110"/>
                </a:cubicBezTo>
                <a:cubicBezTo>
                  <a:pt x="2635377" y="349377"/>
                  <a:pt x="2635110" y="354178"/>
                  <a:pt x="2637510" y="353911"/>
                </a:cubicBezTo>
                <a:cubicBezTo>
                  <a:pt x="2647912" y="352844"/>
                  <a:pt x="2668181" y="338709"/>
                  <a:pt x="2675648" y="329908"/>
                </a:cubicBezTo>
                <a:cubicBezTo>
                  <a:pt x="2681249" y="323507"/>
                  <a:pt x="2711386" y="290970"/>
                  <a:pt x="2710053" y="284303"/>
                </a:cubicBezTo>
                <a:cubicBezTo>
                  <a:pt x="2708719" y="278168"/>
                  <a:pt x="2706319" y="269634"/>
                  <a:pt x="2704719" y="262700"/>
                </a:cubicBezTo>
                <a:cubicBezTo>
                  <a:pt x="2703918" y="258966"/>
                  <a:pt x="2700185" y="242697"/>
                  <a:pt x="2703385" y="240030"/>
                </a:cubicBezTo>
                <a:cubicBezTo>
                  <a:pt x="2704719" y="238964"/>
                  <a:pt x="2706586" y="238697"/>
                  <a:pt x="2708452" y="238697"/>
                </a:cubicBezTo>
                <a:cubicBezTo>
                  <a:pt x="2714320" y="238697"/>
                  <a:pt x="2722054" y="242164"/>
                  <a:pt x="2725788" y="245098"/>
                </a:cubicBezTo>
                <a:cubicBezTo>
                  <a:pt x="2738323" y="254966"/>
                  <a:pt x="2732722" y="273101"/>
                  <a:pt x="2735389" y="272301"/>
                </a:cubicBezTo>
                <a:cubicBezTo>
                  <a:pt x="2735656" y="272301"/>
                  <a:pt x="2738323" y="269367"/>
                  <a:pt x="2737523" y="272834"/>
                </a:cubicBezTo>
                <a:cubicBezTo>
                  <a:pt x="2737523" y="274435"/>
                  <a:pt x="2731922" y="277635"/>
                  <a:pt x="2735923" y="276835"/>
                </a:cubicBezTo>
                <a:cubicBezTo>
                  <a:pt x="2738323" y="276302"/>
                  <a:pt x="2734056" y="285103"/>
                  <a:pt x="2736990" y="283769"/>
                </a:cubicBezTo>
                <a:cubicBezTo>
                  <a:pt x="2738056" y="283236"/>
                  <a:pt x="2740456" y="260833"/>
                  <a:pt x="2739923" y="275768"/>
                </a:cubicBezTo>
                <a:cubicBezTo>
                  <a:pt x="2739923" y="278702"/>
                  <a:pt x="2739123" y="281636"/>
                  <a:pt x="2738590" y="284569"/>
                </a:cubicBezTo>
                <a:cubicBezTo>
                  <a:pt x="2746324" y="287503"/>
                  <a:pt x="2754325" y="288570"/>
                  <a:pt x="2762326" y="288570"/>
                </a:cubicBezTo>
                <a:cubicBezTo>
                  <a:pt x="2779328" y="288570"/>
                  <a:pt x="2796930" y="283469"/>
                  <a:pt x="2812882" y="276756"/>
                </a:cubicBezTo>
                <a:lnTo>
                  <a:pt x="2823169" y="271973"/>
                </a:lnTo>
                <a:lnTo>
                  <a:pt x="2827984" y="266592"/>
                </a:lnTo>
                <a:cubicBezTo>
                  <a:pt x="2834164" y="260550"/>
                  <a:pt x="2840031" y="255632"/>
                  <a:pt x="2844698" y="252565"/>
                </a:cubicBezTo>
                <a:cubicBezTo>
                  <a:pt x="2850299" y="248831"/>
                  <a:pt x="2856166" y="248031"/>
                  <a:pt x="2866301" y="249365"/>
                </a:cubicBezTo>
                <a:cubicBezTo>
                  <a:pt x="2876969" y="250432"/>
                  <a:pt x="2879902" y="251498"/>
                  <a:pt x="2892171" y="259766"/>
                </a:cubicBezTo>
                <a:lnTo>
                  <a:pt x="2900438" y="265367"/>
                </a:lnTo>
                <a:lnTo>
                  <a:pt x="2905506" y="261900"/>
                </a:lnTo>
                <a:cubicBezTo>
                  <a:pt x="2915640" y="254165"/>
                  <a:pt x="2923908" y="248298"/>
                  <a:pt x="2925242" y="244831"/>
                </a:cubicBezTo>
                <a:cubicBezTo>
                  <a:pt x="2926042" y="242697"/>
                  <a:pt x="2927375" y="241097"/>
                  <a:pt x="2927908" y="241097"/>
                </a:cubicBezTo>
                <a:cubicBezTo>
                  <a:pt x="2928442" y="241097"/>
                  <a:pt x="2928976" y="240297"/>
                  <a:pt x="2928976" y="239764"/>
                </a:cubicBezTo>
                <a:cubicBezTo>
                  <a:pt x="2928976" y="238964"/>
                  <a:pt x="2930576" y="236030"/>
                  <a:pt x="2932442" y="233363"/>
                </a:cubicBezTo>
                <a:cubicBezTo>
                  <a:pt x="2934576" y="230162"/>
                  <a:pt x="2951645" y="206159"/>
                  <a:pt x="2952978" y="206159"/>
                </a:cubicBezTo>
                <a:cubicBezTo>
                  <a:pt x="2953512" y="206159"/>
                  <a:pt x="2953245" y="206960"/>
                  <a:pt x="2952978" y="207493"/>
                </a:cubicBezTo>
                <a:cubicBezTo>
                  <a:pt x="2952445" y="208560"/>
                  <a:pt x="2952712" y="208560"/>
                  <a:pt x="2953512" y="208293"/>
                </a:cubicBezTo>
                <a:cubicBezTo>
                  <a:pt x="2954312" y="208026"/>
                  <a:pt x="2954578" y="206693"/>
                  <a:pt x="2954312" y="205359"/>
                </a:cubicBezTo>
                <a:cubicBezTo>
                  <a:pt x="2954045" y="204026"/>
                  <a:pt x="2954845" y="201626"/>
                  <a:pt x="2956446" y="200292"/>
                </a:cubicBezTo>
                <a:cubicBezTo>
                  <a:pt x="2958312" y="198692"/>
                  <a:pt x="2964180" y="190424"/>
                  <a:pt x="2970314" y="182690"/>
                </a:cubicBezTo>
                <a:cubicBezTo>
                  <a:pt x="2980448" y="170155"/>
                  <a:pt x="2987650" y="161621"/>
                  <a:pt x="3014053" y="130683"/>
                </a:cubicBezTo>
                <a:cubicBezTo>
                  <a:pt x="3034855" y="106147"/>
                  <a:pt x="3069793" y="74143"/>
                  <a:pt x="3076994" y="72009"/>
                </a:cubicBezTo>
                <a:cubicBezTo>
                  <a:pt x="3079128" y="71343"/>
                  <a:pt x="3083728" y="71476"/>
                  <a:pt x="3087928" y="71976"/>
                </a:cubicBezTo>
                <a:close/>
                <a:moveTo>
                  <a:pt x="1778431" y="52007"/>
                </a:moveTo>
                <a:lnTo>
                  <a:pt x="1770964" y="54674"/>
                </a:lnTo>
                <a:cubicBezTo>
                  <a:pt x="1762963" y="57608"/>
                  <a:pt x="1761362" y="58141"/>
                  <a:pt x="1746694" y="66675"/>
                </a:cubicBezTo>
                <a:cubicBezTo>
                  <a:pt x="1735226" y="73343"/>
                  <a:pt x="1713090" y="90412"/>
                  <a:pt x="1714157" y="92012"/>
                </a:cubicBezTo>
                <a:cubicBezTo>
                  <a:pt x="1714690" y="92812"/>
                  <a:pt x="1714157" y="93345"/>
                  <a:pt x="1712823" y="93345"/>
                </a:cubicBezTo>
                <a:cubicBezTo>
                  <a:pt x="1711490" y="93345"/>
                  <a:pt x="1710423" y="94145"/>
                  <a:pt x="1710690" y="94679"/>
                </a:cubicBezTo>
                <a:cubicBezTo>
                  <a:pt x="1710690" y="95479"/>
                  <a:pt x="1709356" y="96546"/>
                  <a:pt x="1707489" y="97079"/>
                </a:cubicBezTo>
                <a:cubicBezTo>
                  <a:pt x="1703755" y="98146"/>
                  <a:pt x="1676819" y="122416"/>
                  <a:pt x="1677085" y="124549"/>
                </a:cubicBezTo>
                <a:cubicBezTo>
                  <a:pt x="1677085" y="125083"/>
                  <a:pt x="1676019" y="126149"/>
                  <a:pt x="1674952" y="126416"/>
                </a:cubicBezTo>
                <a:cubicBezTo>
                  <a:pt x="1671218" y="127483"/>
                  <a:pt x="1640814" y="157620"/>
                  <a:pt x="1614944" y="185624"/>
                </a:cubicBezTo>
                <a:lnTo>
                  <a:pt x="1589341" y="213360"/>
                </a:lnTo>
                <a:lnTo>
                  <a:pt x="1593608" y="226695"/>
                </a:lnTo>
                <a:cubicBezTo>
                  <a:pt x="1596008" y="233896"/>
                  <a:pt x="1597609" y="241631"/>
                  <a:pt x="1597875" y="243764"/>
                </a:cubicBezTo>
                <a:cubicBezTo>
                  <a:pt x="1598409" y="247765"/>
                  <a:pt x="1598142" y="248031"/>
                  <a:pt x="1603476" y="246698"/>
                </a:cubicBezTo>
                <a:cubicBezTo>
                  <a:pt x="1606410" y="245898"/>
                  <a:pt x="1610677" y="244564"/>
                  <a:pt x="1613344" y="243231"/>
                </a:cubicBezTo>
                <a:cubicBezTo>
                  <a:pt x="1614944" y="242431"/>
                  <a:pt x="1616278" y="241897"/>
                  <a:pt x="1617078" y="241897"/>
                </a:cubicBezTo>
                <a:cubicBezTo>
                  <a:pt x="1618945" y="241897"/>
                  <a:pt x="1618411" y="244298"/>
                  <a:pt x="1614411" y="246698"/>
                </a:cubicBezTo>
                <a:cubicBezTo>
                  <a:pt x="1612277" y="248031"/>
                  <a:pt x="1609877" y="250432"/>
                  <a:pt x="1608810" y="251232"/>
                </a:cubicBezTo>
                <a:cubicBezTo>
                  <a:pt x="1607743" y="252032"/>
                  <a:pt x="1606410" y="253365"/>
                  <a:pt x="1605343" y="253899"/>
                </a:cubicBezTo>
                <a:cubicBezTo>
                  <a:pt x="1604276" y="254432"/>
                  <a:pt x="1604010" y="255232"/>
                  <a:pt x="1604543" y="255766"/>
                </a:cubicBezTo>
                <a:cubicBezTo>
                  <a:pt x="1605876" y="257099"/>
                  <a:pt x="1626146" y="247765"/>
                  <a:pt x="1631213" y="243231"/>
                </a:cubicBezTo>
                <a:cubicBezTo>
                  <a:pt x="1633080" y="241631"/>
                  <a:pt x="1635213" y="240297"/>
                  <a:pt x="1636014" y="240297"/>
                </a:cubicBezTo>
                <a:cubicBezTo>
                  <a:pt x="1637880" y="240297"/>
                  <a:pt x="1644015" y="234696"/>
                  <a:pt x="1644015" y="233363"/>
                </a:cubicBezTo>
                <a:cubicBezTo>
                  <a:pt x="1644015" y="232829"/>
                  <a:pt x="1642148" y="233363"/>
                  <a:pt x="1640281" y="234163"/>
                </a:cubicBezTo>
                <a:cubicBezTo>
                  <a:pt x="1635480" y="236297"/>
                  <a:pt x="1635747" y="234963"/>
                  <a:pt x="1641081" y="231229"/>
                </a:cubicBezTo>
                <a:cubicBezTo>
                  <a:pt x="1644015" y="229096"/>
                  <a:pt x="1645081" y="228296"/>
                  <a:pt x="1644815" y="229629"/>
                </a:cubicBezTo>
                <a:cubicBezTo>
                  <a:pt x="1644548" y="230696"/>
                  <a:pt x="1645348" y="231229"/>
                  <a:pt x="1646682" y="231229"/>
                </a:cubicBezTo>
                <a:cubicBezTo>
                  <a:pt x="1648282" y="231229"/>
                  <a:pt x="1650415" y="230162"/>
                  <a:pt x="1651749" y="228296"/>
                </a:cubicBezTo>
                <a:cubicBezTo>
                  <a:pt x="1652549" y="227229"/>
                  <a:pt x="1653882" y="226162"/>
                  <a:pt x="1654949" y="226162"/>
                </a:cubicBezTo>
                <a:cubicBezTo>
                  <a:pt x="1655749" y="226162"/>
                  <a:pt x="1658416" y="223762"/>
                  <a:pt x="1661083" y="221361"/>
                </a:cubicBezTo>
                <a:cubicBezTo>
                  <a:pt x="1664817" y="217894"/>
                  <a:pt x="1664817" y="217094"/>
                  <a:pt x="1662150" y="218694"/>
                </a:cubicBezTo>
                <a:cubicBezTo>
                  <a:pt x="1660283" y="219761"/>
                  <a:pt x="1658150" y="221361"/>
                  <a:pt x="1657883" y="222161"/>
                </a:cubicBezTo>
                <a:cubicBezTo>
                  <a:pt x="1657616" y="222962"/>
                  <a:pt x="1656016" y="222962"/>
                  <a:pt x="1655216" y="222962"/>
                </a:cubicBezTo>
                <a:cubicBezTo>
                  <a:pt x="1654149" y="222695"/>
                  <a:pt x="1658950" y="218161"/>
                  <a:pt x="1665350" y="213360"/>
                </a:cubicBezTo>
                <a:cubicBezTo>
                  <a:pt x="1677619" y="204026"/>
                  <a:pt x="1679752" y="202959"/>
                  <a:pt x="1678152" y="206159"/>
                </a:cubicBezTo>
                <a:cubicBezTo>
                  <a:pt x="1677619" y="207226"/>
                  <a:pt x="1677619" y="207226"/>
                  <a:pt x="1678952" y="206693"/>
                </a:cubicBezTo>
                <a:cubicBezTo>
                  <a:pt x="1679752" y="206426"/>
                  <a:pt x="1680019" y="205093"/>
                  <a:pt x="1679752" y="204293"/>
                </a:cubicBezTo>
                <a:cubicBezTo>
                  <a:pt x="1679486" y="203759"/>
                  <a:pt x="1682686" y="200025"/>
                  <a:pt x="1686686" y="196558"/>
                </a:cubicBezTo>
                <a:cubicBezTo>
                  <a:pt x="1690954" y="192824"/>
                  <a:pt x="1694154" y="189624"/>
                  <a:pt x="1693621" y="188824"/>
                </a:cubicBezTo>
                <a:cubicBezTo>
                  <a:pt x="1693087" y="188024"/>
                  <a:pt x="1695488" y="186157"/>
                  <a:pt x="1698955" y="184290"/>
                </a:cubicBezTo>
                <a:cubicBezTo>
                  <a:pt x="1702422" y="182423"/>
                  <a:pt x="1706956" y="178689"/>
                  <a:pt x="1709089" y="176022"/>
                </a:cubicBezTo>
                <a:cubicBezTo>
                  <a:pt x="1711223" y="173355"/>
                  <a:pt x="1712290" y="171755"/>
                  <a:pt x="1710690" y="173089"/>
                </a:cubicBezTo>
                <a:cubicBezTo>
                  <a:pt x="1709356" y="174155"/>
                  <a:pt x="1708289" y="174689"/>
                  <a:pt x="1708289" y="174422"/>
                </a:cubicBezTo>
                <a:cubicBezTo>
                  <a:pt x="1708289" y="173889"/>
                  <a:pt x="1709890" y="172289"/>
                  <a:pt x="1712023" y="170688"/>
                </a:cubicBezTo>
                <a:cubicBezTo>
                  <a:pt x="1719757" y="164821"/>
                  <a:pt x="1763229" y="109081"/>
                  <a:pt x="1768297" y="95479"/>
                </a:cubicBezTo>
                <a:cubicBezTo>
                  <a:pt x="1769364" y="92545"/>
                  <a:pt x="1770964" y="88011"/>
                  <a:pt x="1772030" y="85611"/>
                </a:cubicBezTo>
                <a:cubicBezTo>
                  <a:pt x="1777631" y="73076"/>
                  <a:pt x="1778431" y="65075"/>
                  <a:pt x="1778698" y="58941"/>
                </a:cubicBezTo>
                <a:close/>
                <a:moveTo>
                  <a:pt x="1657616" y="17336"/>
                </a:moveTo>
                <a:cubicBezTo>
                  <a:pt x="1664817" y="17336"/>
                  <a:pt x="1676019" y="22670"/>
                  <a:pt x="1679486" y="29071"/>
                </a:cubicBezTo>
                <a:cubicBezTo>
                  <a:pt x="1683486" y="36538"/>
                  <a:pt x="1682686" y="46940"/>
                  <a:pt x="1677619" y="51207"/>
                </a:cubicBezTo>
                <a:cubicBezTo>
                  <a:pt x="1675485" y="53074"/>
                  <a:pt x="1674152" y="55741"/>
                  <a:pt x="1674152" y="56807"/>
                </a:cubicBezTo>
                <a:cubicBezTo>
                  <a:pt x="1674152" y="58141"/>
                  <a:pt x="1669618" y="63208"/>
                  <a:pt x="1664017" y="68542"/>
                </a:cubicBezTo>
                <a:cubicBezTo>
                  <a:pt x="1658416" y="73876"/>
                  <a:pt x="1649082" y="83744"/>
                  <a:pt x="1642948" y="90678"/>
                </a:cubicBezTo>
                <a:cubicBezTo>
                  <a:pt x="1636814" y="97613"/>
                  <a:pt x="1628012" y="108014"/>
                  <a:pt x="1623212" y="113348"/>
                </a:cubicBezTo>
                <a:cubicBezTo>
                  <a:pt x="1618411" y="118682"/>
                  <a:pt x="1612811" y="125616"/>
                  <a:pt x="1610677" y="128816"/>
                </a:cubicBezTo>
                <a:cubicBezTo>
                  <a:pt x="1607477" y="133617"/>
                  <a:pt x="1604810" y="138418"/>
                  <a:pt x="1600809" y="142685"/>
                </a:cubicBezTo>
                <a:cubicBezTo>
                  <a:pt x="1598409" y="145352"/>
                  <a:pt x="1596809" y="148019"/>
                  <a:pt x="1597075" y="148286"/>
                </a:cubicBezTo>
                <a:cubicBezTo>
                  <a:pt x="1597342" y="148552"/>
                  <a:pt x="1594142" y="152819"/>
                  <a:pt x="1589608" y="157887"/>
                </a:cubicBezTo>
                <a:cubicBezTo>
                  <a:pt x="1582140" y="166154"/>
                  <a:pt x="1576006" y="176289"/>
                  <a:pt x="1578406" y="176289"/>
                </a:cubicBezTo>
                <a:cubicBezTo>
                  <a:pt x="1578940" y="176289"/>
                  <a:pt x="1577073" y="178956"/>
                  <a:pt x="1573606" y="182423"/>
                </a:cubicBezTo>
                <a:cubicBezTo>
                  <a:pt x="1570405" y="185624"/>
                  <a:pt x="1567472" y="188824"/>
                  <a:pt x="1566672" y="188557"/>
                </a:cubicBezTo>
                <a:cubicBezTo>
                  <a:pt x="1565871" y="188557"/>
                  <a:pt x="1564805" y="190424"/>
                  <a:pt x="1564538" y="192291"/>
                </a:cubicBezTo>
                <a:cubicBezTo>
                  <a:pt x="1564271" y="194425"/>
                  <a:pt x="1561871" y="197358"/>
                  <a:pt x="1559737" y="199492"/>
                </a:cubicBezTo>
                <a:cubicBezTo>
                  <a:pt x="1557337" y="201892"/>
                  <a:pt x="1555470" y="204293"/>
                  <a:pt x="1555470" y="205626"/>
                </a:cubicBezTo>
                <a:cubicBezTo>
                  <a:pt x="1555470" y="206960"/>
                  <a:pt x="1554403" y="209093"/>
                  <a:pt x="1552803" y="210427"/>
                </a:cubicBezTo>
                <a:cubicBezTo>
                  <a:pt x="1550936" y="212027"/>
                  <a:pt x="1548269" y="214961"/>
                  <a:pt x="1546669" y="217894"/>
                </a:cubicBezTo>
                <a:cubicBezTo>
                  <a:pt x="1544002" y="222962"/>
                  <a:pt x="1543735" y="223495"/>
                  <a:pt x="1545602" y="227762"/>
                </a:cubicBezTo>
                <a:cubicBezTo>
                  <a:pt x="1546669" y="230162"/>
                  <a:pt x="1548269" y="232296"/>
                  <a:pt x="1548536" y="232296"/>
                </a:cubicBezTo>
                <a:cubicBezTo>
                  <a:pt x="1549069" y="232296"/>
                  <a:pt x="1550403" y="229896"/>
                  <a:pt x="1551470" y="227495"/>
                </a:cubicBezTo>
                <a:cubicBezTo>
                  <a:pt x="1553870" y="221895"/>
                  <a:pt x="1555203" y="220028"/>
                  <a:pt x="1565605" y="213894"/>
                </a:cubicBezTo>
                <a:cubicBezTo>
                  <a:pt x="1569605" y="211227"/>
                  <a:pt x="1580540" y="200559"/>
                  <a:pt x="1589874" y="190157"/>
                </a:cubicBezTo>
                <a:cubicBezTo>
                  <a:pt x="1596809" y="182423"/>
                  <a:pt x="1658950" y="116282"/>
                  <a:pt x="1661883" y="116282"/>
                </a:cubicBezTo>
                <a:cubicBezTo>
                  <a:pt x="1662417" y="116282"/>
                  <a:pt x="1666151" y="113081"/>
                  <a:pt x="1669884" y="109347"/>
                </a:cubicBezTo>
                <a:cubicBezTo>
                  <a:pt x="1679219" y="100013"/>
                  <a:pt x="1732292" y="55474"/>
                  <a:pt x="1734959" y="55474"/>
                </a:cubicBezTo>
                <a:cubicBezTo>
                  <a:pt x="1735759" y="55207"/>
                  <a:pt x="1740027" y="52807"/>
                  <a:pt x="1744560" y="49873"/>
                </a:cubicBezTo>
                <a:cubicBezTo>
                  <a:pt x="1750428" y="46139"/>
                  <a:pt x="1763496" y="39739"/>
                  <a:pt x="1770697" y="39739"/>
                </a:cubicBezTo>
                <a:cubicBezTo>
                  <a:pt x="1773097" y="39739"/>
                  <a:pt x="1775498" y="40272"/>
                  <a:pt x="1780032" y="41606"/>
                </a:cubicBezTo>
                <a:cubicBezTo>
                  <a:pt x="1796834" y="46406"/>
                  <a:pt x="1809635" y="63742"/>
                  <a:pt x="1809102" y="79477"/>
                </a:cubicBezTo>
                <a:cubicBezTo>
                  <a:pt x="1808835" y="87211"/>
                  <a:pt x="1806968" y="98413"/>
                  <a:pt x="1804834" y="103213"/>
                </a:cubicBezTo>
                <a:cubicBezTo>
                  <a:pt x="1803768" y="105614"/>
                  <a:pt x="1802168" y="110681"/>
                  <a:pt x="1801634" y="114415"/>
                </a:cubicBezTo>
                <a:cubicBezTo>
                  <a:pt x="1800834" y="120815"/>
                  <a:pt x="1796034" y="128816"/>
                  <a:pt x="1795233" y="133350"/>
                </a:cubicBezTo>
                <a:cubicBezTo>
                  <a:pt x="1794967" y="134684"/>
                  <a:pt x="1773364" y="164554"/>
                  <a:pt x="1770430" y="168021"/>
                </a:cubicBezTo>
                <a:cubicBezTo>
                  <a:pt x="1764296" y="175222"/>
                  <a:pt x="1723491" y="212827"/>
                  <a:pt x="1718957" y="214961"/>
                </a:cubicBezTo>
                <a:cubicBezTo>
                  <a:pt x="1717357" y="215761"/>
                  <a:pt x="1715757" y="216827"/>
                  <a:pt x="1715757" y="217361"/>
                </a:cubicBezTo>
                <a:cubicBezTo>
                  <a:pt x="1716024" y="218161"/>
                  <a:pt x="1712823" y="220828"/>
                  <a:pt x="1709356" y="223495"/>
                </a:cubicBezTo>
                <a:cubicBezTo>
                  <a:pt x="1705622" y="226162"/>
                  <a:pt x="1698155" y="231763"/>
                  <a:pt x="1692554" y="235763"/>
                </a:cubicBezTo>
                <a:cubicBezTo>
                  <a:pt x="1663750" y="256299"/>
                  <a:pt x="1655216" y="262967"/>
                  <a:pt x="1646948" y="264033"/>
                </a:cubicBezTo>
                <a:cubicBezTo>
                  <a:pt x="1644815" y="264300"/>
                  <a:pt x="1640281" y="266167"/>
                  <a:pt x="1637347" y="267500"/>
                </a:cubicBezTo>
                <a:cubicBezTo>
                  <a:pt x="1630946" y="270434"/>
                  <a:pt x="1624012" y="273101"/>
                  <a:pt x="1613878" y="274968"/>
                </a:cubicBezTo>
                <a:cubicBezTo>
                  <a:pt x="1607743" y="276035"/>
                  <a:pt x="1607210" y="276568"/>
                  <a:pt x="1606943" y="281102"/>
                </a:cubicBezTo>
                <a:cubicBezTo>
                  <a:pt x="1606410" y="289370"/>
                  <a:pt x="1617878" y="316573"/>
                  <a:pt x="1633880" y="342710"/>
                </a:cubicBezTo>
                <a:cubicBezTo>
                  <a:pt x="1637614" y="348844"/>
                  <a:pt x="1640014" y="354711"/>
                  <a:pt x="1640548" y="356045"/>
                </a:cubicBezTo>
                <a:cubicBezTo>
                  <a:pt x="1641081" y="357378"/>
                  <a:pt x="1641348" y="358445"/>
                  <a:pt x="1642681" y="358178"/>
                </a:cubicBezTo>
                <a:cubicBezTo>
                  <a:pt x="1644015" y="357912"/>
                  <a:pt x="1645081" y="359245"/>
                  <a:pt x="1645081" y="360312"/>
                </a:cubicBezTo>
                <a:cubicBezTo>
                  <a:pt x="1645081" y="364313"/>
                  <a:pt x="1654416" y="375514"/>
                  <a:pt x="1657350" y="375247"/>
                </a:cubicBezTo>
                <a:cubicBezTo>
                  <a:pt x="1658150" y="375247"/>
                  <a:pt x="1658950" y="376047"/>
                  <a:pt x="1658950" y="377381"/>
                </a:cubicBezTo>
                <a:cubicBezTo>
                  <a:pt x="1658950" y="378448"/>
                  <a:pt x="1659750" y="379781"/>
                  <a:pt x="1660817" y="380048"/>
                </a:cubicBezTo>
                <a:cubicBezTo>
                  <a:pt x="1662150" y="380315"/>
                  <a:pt x="1662150" y="381115"/>
                  <a:pt x="1660817" y="382448"/>
                </a:cubicBezTo>
                <a:cubicBezTo>
                  <a:pt x="1659216" y="384048"/>
                  <a:pt x="1659216" y="384048"/>
                  <a:pt x="1661883" y="384582"/>
                </a:cubicBezTo>
                <a:cubicBezTo>
                  <a:pt x="1665884" y="385382"/>
                  <a:pt x="1672818" y="390983"/>
                  <a:pt x="1672018" y="392316"/>
                </a:cubicBezTo>
                <a:cubicBezTo>
                  <a:pt x="1670951" y="394183"/>
                  <a:pt x="1676552" y="398717"/>
                  <a:pt x="1680552" y="398717"/>
                </a:cubicBezTo>
                <a:cubicBezTo>
                  <a:pt x="1682419" y="398717"/>
                  <a:pt x="1683486" y="399517"/>
                  <a:pt x="1683486" y="400584"/>
                </a:cubicBezTo>
                <a:cubicBezTo>
                  <a:pt x="1683486" y="401651"/>
                  <a:pt x="1684820" y="402184"/>
                  <a:pt x="1686953" y="402184"/>
                </a:cubicBezTo>
                <a:cubicBezTo>
                  <a:pt x="1689087" y="402184"/>
                  <a:pt x="1694154" y="404051"/>
                  <a:pt x="1698421" y="406718"/>
                </a:cubicBezTo>
                <a:cubicBezTo>
                  <a:pt x="1702955" y="409385"/>
                  <a:pt x="1707489" y="411518"/>
                  <a:pt x="1708823" y="411518"/>
                </a:cubicBezTo>
                <a:cubicBezTo>
                  <a:pt x="1710156" y="411518"/>
                  <a:pt x="1713090" y="412052"/>
                  <a:pt x="1715224" y="413385"/>
                </a:cubicBezTo>
                <a:cubicBezTo>
                  <a:pt x="1720024" y="415519"/>
                  <a:pt x="1726692" y="416586"/>
                  <a:pt x="1733626" y="416586"/>
                </a:cubicBezTo>
                <a:cubicBezTo>
                  <a:pt x="1742694" y="416586"/>
                  <a:pt x="1752028" y="414985"/>
                  <a:pt x="1758162" y="411785"/>
                </a:cubicBezTo>
                <a:cubicBezTo>
                  <a:pt x="1765630" y="408051"/>
                  <a:pt x="1778698" y="394716"/>
                  <a:pt x="1783499" y="386982"/>
                </a:cubicBezTo>
                <a:cubicBezTo>
                  <a:pt x="1785099" y="384315"/>
                  <a:pt x="1786166" y="382982"/>
                  <a:pt x="1786966" y="382982"/>
                </a:cubicBezTo>
                <a:cubicBezTo>
                  <a:pt x="1787766" y="382982"/>
                  <a:pt x="1788299" y="384048"/>
                  <a:pt x="1788833" y="385649"/>
                </a:cubicBezTo>
                <a:cubicBezTo>
                  <a:pt x="1790166" y="389382"/>
                  <a:pt x="1782432" y="401384"/>
                  <a:pt x="1773097" y="410718"/>
                </a:cubicBezTo>
                <a:cubicBezTo>
                  <a:pt x="1768830" y="414985"/>
                  <a:pt x="1765096" y="419253"/>
                  <a:pt x="1765363" y="420320"/>
                </a:cubicBezTo>
                <a:cubicBezTo>
                  <a:pt x="1765630" y="421386"/>
                  <a:pt x="1765096" y="422186"/>
                  <a:pt x="1764830" y="422186"/>
                </a:cubicBezTo>
                <a:cubicBezTo>
                  <a:pt x="1764563" y="422453"/>
                  <a:pt x="1757362" y="424053"/>
                  <a:pt x="1749361" y="426187"/>
                </a:cubicBezTo>
                <a:cubicBezTo>
                  <a:pt x="1736293" y="429654"/>
                  <a:pt x="1725358" y="431521"/>
                  <a:pt x="1715224" y="431521"/>
                </a:cubicBezTo>
                <a:cubicBezTo>
                  <a:pt x="1708289" y="431521"/>
                  <a:pt x="1701888" y="430721"/>
                  <a:pt x="1695221" y="429121"/>
                </a:cubicBezTo>
                <a:cubicBezTo>
                  <a:pt x="1670951" y="424053"/>
                  <a:pt x="1656816" y="417653"/>
                  <a:pt x="1625879" y="389649"/>
                </a:cubicBezTo>
                <a:cubicBezTo>
                  <a:pt x="1620545" y="384848"/>
                  <a:pt x="1610677" y="373647"/>
                  <a:pt x="1610677" y="371780"/>
                </a:cubicBezTo>
                <a:cubicBezTo>
                  <a:pt x="1610677" y="370713"/>
                  <a:pt x="1609877" y="370180"/>
                  <a:pt x="1609077" y="370180"/>
                </a:cubicBezTo>
                <a:cubicBezTo>
                  <a:pt x="1608277" y="370180"/>
                  <a:pt x="1606677" y="368313"/>
                  <a:pt x="1605076" y="365379"/>
                </a:cubicBezTo>
                <a:cubicBezTo>
                  <a:pt x="1603743" y="362979"/>
                  <a:pt x="1601342" y="359512"/>
                  <a:pt x="1599742" y="357912"/>
                </a:cubicBezTo>
                <a:cubicBezTo>
                  <a:pt x="1598142" y="356311"/>
                  <a:pt x="1594142" y="350177"/>
                  <a:pt x="1590941" y="344310"/>
                </a:cubicBezTo>
                <a:cubicBezTo>
                  <a:pt x="1578406" y="321107"/>
                  <a:pt x="1576273" y="319240"/>
                  <a:pt x="1575206" y="318440"/>
                </a:cubicBezTo>
                <a:cubicBezTo>
                  <a:pt x="1574406" y="317907"/>
                  <a:pt x="1571472" y="311773"/>
                  <a:pt x="1568538" y="304305"/>
                </a:cubicBezTo>
                <a:cubicBezTo>
                  <a:pt x="1565605" y="296837"/>
                  <a:pt x="1562671" y="290970"/>
                  <a:pt x="1562138" y="290970"/>
                </a:cubicBezTo>
                <a:cubicBezTo>
                  <a:pt x="1561071" y="290970"/>
                  <a:pt x="1555203" y="274701"/>
                  <a:pt x="1552803" y="266434"/>
                </a:cubicBezTo>
                <a:cubicBezTo>
                  <a:pt x="1552270" y="263767"/>
                  <a:pt x="1551203" y="261366"/>
                  <a:pt x="1550670" y="261100"/>
                </a:cubicBezTo>
                <a:cubicBezTo>
                  <a:pt x="1549336" y="260300"/>
                  <a:pt x="1531734" y="282169"/>
                  <a:pt x="1515998" y="304572"/>
                </a:cubicBezTo>
                <a:cubicBezTo>
                  <a:pt x="1499463" y="328308"/>
                  <a:pt x="1474127" y="371247"/>
                  <a:pt x="1461325" y="394450"/>
                </a:cubicBezTo>
                <a:cubicBezTo>
                  <a:pt x="1458391" y="399784"/>
                  <a:pt x="1453857" y="408585"/>
                  <a:pt x="1450924" y="413652"/>
                </a:cubicBezTo>
                <a:cubicBezTo>
                  <a:pt x="1447990" y="418719"/>
                  <a:pt x="1444256" y="425120"/>
                  <a:pt x="1442923" y="427787"/>
                </a:cubicBezTo>
                <a:cubicBezTo>
                  <a:pt x="1441589" y="430454"/>
                  <a:pt x="1439456" y="432588"/>
                  <a:pt x="1437589" y="432588"/>
                </a:cubicBezTo>
                <a:cubicBezTo>
                  <a:pt x="1435988" y="432588"/>
                  <a:pt x="1433855" y="433921"/>
                  <a:pt x="1433055" y="435788"/>
                </a:cubicBezTo>
                <a:cubicBezTo>
                  <a:pt x="1432255" y="437655"/>
                  <a:pt x="1430388" y="438455"/>
                  <a:pt x="1428788" y="438455"/>
                </a:cubicBezTo>
                <a:cubicBezTo>
                  <a:pt x="1427187" y="438455"/>
                  <a:pt x="1425587" y="437922"/>
                  <a:pt x="1423720" y="436322"/>
                </a:cubicBezTo>
                <a:cubicBezTo>
                  <a:pt x="1411186" y="426720"/>
                  <a:pt x="1405852" y="392049"/>
                  <a:pt x="1413319" y="368580"/>
                </a:cubicBezTo>
                <a:cubicBezTo>
                  <a:pt x="1418653" y="352844"/>
                  <a:pt x="1421053" y="345910"/>
                  <a:pt x="1422120" y="345910"/>
                </a:cubicBezTo>
                <a:cubicBezTo>
                  <a:pt x="1422654" y="345910"/>
                  <a:pt x="1423720" y="343777"/>
                  <a:pt x="1423987" y="340576"/>
                </a:cubicBezTo>
                <a:cubicBezTo>
                  <a:pt x="1424254" y="337909"/>
                  <a:pt x="1425320" y="335509"/>
                  <a:pt x="1426121" y="335509"/>
                </a:cubicBezTo>
                <a:cubicBezTo>
                  <a:pt x="1426921" y="335509"/>
                  <a:pt x="1427454" y="334442"/>
                  <a:pt x="1427454" y="333109"/>
                </a:cubicBezTo>
                <a:cubicBezTo>
                  <a:pt x="1427454" y="332042"/>
                  <a:pt x="1427721" y="330975"/>
                  <a:pt x="1428788" y="330975"/>
                </a:cubicBezTo>
                <a:cubicBezTo>
                  <a:pt x="1429588" y="330708"/>
                  <a:pt x="1430121" y="330175"/>
                  <a:pt x="1430121" y="329375"/>
                </a:cubicBezTo>
                <a:cubicBezTo>
                  <a:pt x="1430121" y="327241"/>
                  <a:pt x="1435188" y="317907"/>
                  <a:pt x="1437856" y="316573"/>
                </a:cubicBezTo>
                <a:cubicBezTo>
                  <a:pt x="1438922" y="316040"/>
                  <a:pt x="1439722" y="314440"/>
                  <a:pt x="1439722" y="313373"/>
                </a:cubicBezTo>
                <a:cubicBezTo>
                  <a:pt x="1439456" y="312039"/>
                  <a:pt x="1440522" y="310706"/>
                  <a:pt x="1441589" y="310172"/>
                </a:cubicBezTo>
                <a:cubicBezTo>
                  <a:pt x="1442923" y="309639"/>
                  <a:pt x="1443723" y="308306"/>
                  <a:pt x="1443723" y="307239"/>
                </a:cubicBezTo>
                <a:cubicBezTo>
                  <a:pt x="1443723" y="305905"/>
                  <a:pt x="1444790" y="304838"/>
                  <a:pt x="1445856" y="304838"/>
                </a:cubicBezTo>
                <a:cubicBezTo>
                  <a:pt x="1447457" y="304838"/>
                  <a:pt x="1448257" y="304038"/>
                  <a:pt x="1447457" y="302705"/>
                </a:cubicBezTo>
                <a:cubicBezTo>
                  <a:pt x="1446657" y="301638"/>
                  <a:pt x="1447990" y="298438"/>
                  <a:pt x="1449857" y="296037"/>
                </a:cubicBezTo>
                <a:cubicBezTo>
                  <a:pt x="1451724" y="293637"/>
                  <a:pt x="1453324" y="290970"/>
                  <a:pt x="1453324" y="290703"/>
                </a:cubicBezTo>
                <a:cubicBezTo>
                  <a:pt x="1452791" y="288836"/>
                  <a:pt x="1457324" y="280835"/>
                  <a:pt x="1458658" y="280835"/>
                </a:cubicBezTo>
                <a:cubicBezTo>
                  <a:pt x="1459191" y="280835"/>
                  <a:pt x="1460792" y="278435"/>
                  <a:pt x="1462125" y="276035"/>
                </a:cubicBezTo>
                <a:cubicBezTo>
                  <a:pt x="1463459" y="273635"/>
                  <a:pt x="1464525" y="272034"/>
                  <a:pt x="1465859" y="272568"/>
                </a:cubicBezTo>
                <a:cubicBezTo>
                  <a:pt x="1466926" y="273101"/>
                  <a:pt x="1466926" y="272834"/>
                  <a:pt x="1466126" y="271768"/>
                </a:cubicBezTo>
                <a:cubicBezTo>
                  <a:pt x="1465326" y="270701"/>
                  <a:pt x="1467192" y="267234"/>
                  <a:pt x="1470126" y="263233"/>
                </a:cubicBezTo>
                <a:cubicBezTo>
                  <a:pt x="1472793" y="259766"/>
                  <a:pt x="1474927" y="255766"/>
                  <a:pt x="1474927" y="254966"/>
                </a:cubicBezTo>
                <a:cubicBezTo>
                  <a:pt x="1474927" y="254165"/>
                  <a:pt x="1475460" y="253365"/>
                  <a:pt x="1475994" y="253365"/>
                </a:cubicBezTo>
                <a:cubicBezTo>
                  <a:pt x="1476794" y="253365"/>
                  <a:pt x="1478127" y="251232"/>
                  <a:pt x="1478661" y="248831"/>
                </a:cubicBezTo>
                <a:cubicBezTo>
                  <a:pt x="1479194" y="246164"/>
                  <a:pt x="1481061" y="243764"/>
                  <a:pt x="1482394" y="243231"/>
                </a:cubicBezTo>
                <a:cubicBezTo>
                  <a:pt x="1483461" y="242697"/>
                  <a:pt x="1484528" y="241631"/>
                  <a:pt x="1484528" y="240564"/>
                </a:cubicBezTo>
                <a:cubicBezTo>
                  <a:pt x="1484261" y="239497"/>
                  <a:pt x="1486128" y="236563"/>
                  <a:pt x="1488528" y="233896"/>
                </a:cubicBezTo>
                <a:cubicBezTo>
                  <a:pt x="1490929" y="231229"/>
                  <a:pt x="1492529" y="228296"/>
                  <a:pt x="1492529" y="227762"/>
                </a:cubicBezTo>
                <a:cubicBezTo>
                  <a:pt x="1492529" y="226695"/>
                  <a:pt x="1493062" y="224562"/>
                  <a:pt x="1501330" y="214961"/>
                </a:cubicBezTo>
                <a:cubicBezTo>
                  <a:pt x="1502930" y="213094"/>
                  <a:pt x="1504264" y="210960"/>
                  <a:pt x="1504264" y="210160"/>
                </a:cubicBezTo>
                <a:cubicBezTo>
                  <a:pt x="1503997" y="209627"/>
                  <a:pt x="1504797" y="208560"/>
                  <a:pt x="1505597" y="208026"/>
                </a:cubicBezTo>
                <a:cubicBezTo>
                  <a:pt x="1506664" y="207493"/>
                  <a:pt x="1507998" y="204826"/>
                  <a:pt x="1509331" y="202692"/>
                </a:cubicBezTo>
                <a:cubicBezTo>
                  <a:pt x="1510665" y="200292"/>
                  <a:pt x="1512532" y="198425"/>
                  <a:pt x="1513598" y="198692"/>
                </a:cubicBezTo>
                <a:cubicBezTo>
                  <a:pt x="1514398" y="198959"/>
                  <a:pt x="1515198" y="197358"/>
                  <a:pt x="1515465" y="195758"/>
                </a:cubicBezTo>
                <a:cubicBezTo>
                  <a:pt x="1515732" y="193891"/>
                  <a:pt x="1517065" y="191491"/>
                  <a:pt x="1518666" y="190157"/>
                </a:cubicBezTo>
                <a:cubicBezTo>
                  <a:pt x="1520266" y="188824"/>
                  <a:pt x="1521066" y="187757"/>
                  <a:pt x="1520532" y="187490"/>
                </a:cubicBezTo>
                <a:cubicBezTo>
                  <a:pt x="1519466" y="186957"/>
                  <a:pt x="1522666" y="182957"/>
                  <a:pt x="1527467" y="176289"/>
                </a:cubicBezTo>
                <a:cubicBezTo>
                  <a:pt x="1528800" y="174422"/>
                  <a:pt x="1531734" y="170688"/>
                  <a:pt x="1533601" y="167488"/>
                </a:cubicBezTo>
                <a:cubicBezTo>
                  <a:pt x="1535468" y="164288"/>
                  <a:pt x="1537868" y="161621"/>
                  <a:pt x="1538401" y="161887"/>
                </a:cubicBezTo>
                <a:cubicBezTo>
                  <a:pt x="1539468" y="161887"/>
                  <a:pt x="1541335" y="159220"/>
                  <a:pt x="1542402" y="155753"/>
                </a:cubicBezTo>
                <a:cubicBezTo>
                  <a:pt x="1543469" y="152286"/>
                  <a:pt x="1547469" y="146685"/>
                  <a:pt x="1550936" y="142952"/>
                </a:cubicBezTo>
                <a:cubicBezTo>
                  <a:pt x="1554137" y="139484"/>
                  <a:pt x="1557870" y="134951"/>
                  <a:pt x="1558937" y="132817"/>
                </a:cubicBezTo>
                <a:cubicBezTo>
                  <a:pt x="1560004" y="130683"/>
                  <a:pt x="1562404" y="127216"/>
                  <a:pt x="1564271" y="124283"/>
                </a:cubicBezTo>
                <a:cubicBezTo>
                  <a:pt x="1569338" y="117615"/>
                  <a:pt x="1574406" y="110414"/>
                  <a:pt x="1580273" y="104013"/>
                </a:cubicBezTo>
                <a:cubicBezTo>
                  <a:pt x="1582407" y="101613"/>
                  <a:pt x="1589608" y="91478"/>
                  <a:pt x="1603209" y="71743"/>
                </a:cubicBezTo>
                <a:cubicBezTo>
                  <a:pt x="1613611" y="56007"/>
                  <a:pt x="1625346" y="40272"/>
                  <a:pt x="1637880" y="26404"/>
                </a:cubicBezTo>
                <a:cubicBezTo>
                  <a:pt x="1640814" y="23203"/>
                  <a:pt x="1652282" y="17336"/>
                  <a:pt x="1657616" y="17336"/>
                </a:cubicBezTo>
                <a:close/>
                <a:moveTo>
                  <a:pt x="208331" y="0"/>
                </a:moveTo>
                <a:cubicBezTo>
                  <a:pt x="211798" y="0"/>
                  <a:pt x="214998" y="534"/>
                  <a:pt x="217132" y="1601"/>
                </a:cubicBezTo>
                <a:cubicBezTo>
                  <a:pt x="226733" y="6401"/>
                  <a:pt x="229933" y="13869"/>
                  <a:pt x="226733" y="21070"/>
                </a:cubicBezTo>
                <a:cubicBezTo>
                  <a:pt x="225666" y="23470"/>
                  <a:pt x="216598" y="34671"/>
                  <a:pt x="206730" y="46139"/>
                </a:cubicBezTo>
                <a:cubicBezTo>
                  <a:pt x="196863" y="57608"/>
                  <a:pt x="188862" y="67475"/>
                  <a:pt x="188862" y="68542"/>
                </a:cubicBezTo>
                <a:cubicBezTo>
                  <a:pt x="188862" y="69342"/>
                  <a:pt x="188328" y="70142"/>
                  <a:pt x="187528" y="70142"/>
                </a:cubicBezTo>
                <a:cubicBezTo>
                  <a:pt x="186195" y="70142"/>
                  <a:pt x="182461" y="74410"/>
                  <a:pt x="174460" y="85611"/>
                </a:cubicBezTo>
                <a:cubicBezTo>
                  <a:pt x="170993" y="90412"/>
                  <a:pt x="167526" y="95212"/>
                  <a:pt x="166459" y="96279"/>
                </a:cubicBezTo>
                <a:cubicBezTo>
                  <a:pt x="165392" y="97346"/>
                  <a:pt x="164325" y="99746"/>
                  <a:pt x="163792" y="101613"/>
                </a:cubicBezTo>
                <a:cubicBezTo>
                  <a:pt x="163258" y="103213"/>
                  <a:pt x="160858" y="105880"/>
                  <a:pt x="157924" y="107480"/>
                </a:cubicBezTo>
                <a:cubicBezTo>
                  <a:pt x="155257" y="109081"/>
                  <a:pt x="153657" y="110414"/>
                  <a:pt x="154457" y="110681"/>
                </a:cubicBezTo>
                <a:cubicBezTo>
                  <a:pt x="155257" y="110948"/>
                  <a:pt x="154991" y="113348"/>
                  <a:pt x="153391" y="117615"/>
                </a:cubicBezTo>
                <a:cubicBezTo>
                  <a:pt x="152057" y="121349"/>
                  <a:pt x="150190" y="123482"/>
                  <a:pt x="149390" y="123482"/>
                </a:cubicBezTo>
                <a:cubicBezTo>
                  <a:pt x="148323" y="123216"/>
                  <a:pt x="147790" y="124549"/>
                  <a:pt x="147790" y="126950"/>
                </a:cubicBezTo>
                <a:cubicBezTo>
                  <a:pt x="148056" y="130417"/>
                  <a:pt x="147256" y="131483"/>
                  <a:pt x="144589" y="132284"/>
                </a:cubicBezTo>
                <a:cubicBezTo>
                  <a:pt x="142189" y="133084"/>
                  <a:pt x="141922" y="133884"/>
                  <a:pt x="142989" y="134417"/>
                </a:cubicBezTo>
                <a:cubicBezTo>
                  <a:pt x="144323" y="135217"/>
                  <a:pt x="144056" y="135484"/>
                  <a:pt x="142189" y="135751"/>
                </a:cubicBezTo>
                <a:cubicBezTo>
                  <a:pt x="140322" y="136017"/>
                  <a:pt x="139522" y="136817"/>
                  <a:pt x="139522" y="138951"/>
                </a:cubicBezTo>
                <a:cubicBezTo>
                  <a:pt x="139255" y="140551"/>
                  <a:pt x="138455" y="142685"/>
                  <a:pt x="137922" y="142952"/>
                </a:cubicBezTo>
                <a:cubicBezTo>
                  <a:pt x="137122" y="143485"/>
                  <a:pt x="136588" y="144552"/>
                  <a:pt x="136855" y="145085"/>
                </a:cubicBezTo>
                <a:cubicBezTo>
                  <a:pt x="137655" y="146952"/>
                  <a:pt x="130454" y="156020"/>
                  <a:pt x="128854" y="155220"/>
                </a:cubicBezTo>
                <a:cubicBezTo>
                  <a:pt x="125920" y="154420"/>
                  <a:pt x="120320" y="160820"/>
                  <a:pt x="120586" y="164821"/>
                </a:cubicBezTo>
                <a:cubicBezTo>
                  <a:pt x="120586" y="168288"/>
                  <a:pt x="121920" y="168288"/>
                  <a:pt x="122453" y="162421"/>
                </a:cubicBezTo>
                <a:cubicBezTo>
                  <a:pt x="122453" y="161354"/>
                  <a:pt x="123520" y="160820"/>
                  <a:pt x="124320" y="161354"/>
                </a:cubicBezTo>
                <a:cubicBezTo>
                  <a:pt x="125387" y="162154"/>
                  <a:pt x="125387" y="162954"/>
                  <a:pt x="124587" y="163754"/>
                </a:cubicBezTo>
                <a:cubicBezTo>
                  <a:pt x="123520" y="164821"/>
                  <a:pt x="123253" y="166421"/>
                  <a:pt x="123253" y="168021"/>
                </a:cubicBezTo>
                <a:cubicBezTo>
                  <a:pt x="123253" y="169355"/>
                  <a:pt x="122720" y="170422"/>
                  <a:pt x="121920" y="170688"/>
                </a:cubicBezTo>
                <a:cubicBezTo>
                  <a:pt x="121120" y="170688"/>
                  <a:pt x="120320" y="172022"/>
                  <a:pt x="119786" y="173089"/>
                </a:cubicBezTo>
                <a:cubicBezTo>
                  <a:pt x="117653" y="177356"/>
                  <a:pt x="114986" y="181356"/>
                  <a:pt x="112052" y="185090"/>
                </a:cubicBezTo>
                <a:cubicBezTo>
                  <a:pt x="109918" y="187757"/>
                  <a:pt x="108051" y="191758"/>
                  <a:pt x="107785" y="193891"/>
                </a:cubicBezTo>
                <a:cubicBezTo>
                  <a:pt x="107251" y="197892"/>
                  <a:pt x="104851" y="201359"/>
                  <a:pt x="102717" y="201092"/>
                </a:cubicBezTo>
                <a:cubicBezTo>
                  <a:pt x="99250" y="200559"/>
                  <a:pt x="97917" y="201359"/>
                  <a:pt x="99517" y="203226"/>
                </a:cubicBezTo>
                <a:cubicBezTo>
                  <a:pt x="100584" y="204559"/>
                  <a:pt x="100851" y="205893"/>
                  <a:pt x="98984" y="207760"/>
                </a:cubicBezTo>
                <a:cubicBezTo>
                  <a:pt x="97650" y="209093"/>
                  <a:pt x="97383" y="209893"/>
                  <a:pt x="97917" y="208826"/>
                </a:cubicBezTo>
                <a:cubicBezTo>
                  <a:pt x="99517" y="205626"/>
                  <a:pt x="96317" y="206426"/>
                  <a:pt x="93116" y="210427"/>
                </a:cubicBezTo>
                <a:cubicBezTo>
                  <a:pt x="89649" y="214694"/>
                  <a:pt x="90716" y="215761"/>
                  <a:pt x="94983" y="212560"/>
                </a:cubicBezTo>
                <a:cubicBezTo>
                  <a:pt x="96050" y="211760"/>
                  <a:pt x="97117" y="211493"/>
                  <a:pt x="97650" y="211493"/>
                </a:cubicBezTo>
                <a:cubicBezTo>
                  <a:pt x="99250" y="211493"/>
                  <a:pt x="98717" y="213360"/>
                  <a:pt x="95783" y="215761"/>
                </a:cubicBezTo>
                <a:cubicBezTo>
                  <a:pt x="93650" y="217094"/>
                  <a:pt x="92583" y="219228"/>
                  <a:pt x="93116" y="219761"/>
                </a:cubicBezTo>
                <a:cubicBezTo>
                  <a:pt x="93650" y="220295"/>
                  <a:pt x="92850" y="221895"/>
                  <a:pt x="91783" y="222962"/>
                </a:cubicBezTo>
                <a:cubicBezTo>
                  <a:pt x="89916" y="224828"/>
                  <a:pt x="89382" y="224562"/>
                  <a:pt x="88849" y="223228"/>
                </a:cubicBezTo>
                <a:cubicBezTo>
                  <a:pt x="88582" y="222428"/>
                  <a:pt x="87516" y="221895"/>
                  <a:pt x="86182" y="221895"/>
                </a:cubicBezTo>
                <a:cubicBezTo>
                  <a:pt x="84315" y="221628"/>
                  <a:pt x="84582" y="222428"/>
                  <a:pt x="86982" y="224028"/>
                </a:cubicBezTo>
                <a:lnTo>
                  <a:pt x="89916" y="225895"/>
                </a:lnTo>
                <a:lnTo>
                  <a:pt x="86715" y="231229"/>
                </a:lnTo>
                <a:cubicBezTo>
                  <a:pt x="84582" y="234163"/>
                  <a:pt x="81915" y="237897"/>
                  <a:pt x="80848" y="239230"/>
                </a:cubicBezTo>
                <a:cubicBezTo>
                  <a:pt x="79515" y="240830"/>
                  <a:pt x="78714" y="241897"/>
                  <a:pt x="79515" y="241897"/>
                </a:cubicBezTo>
                <a:cubicBezTo>
                  <a:pt x="80315" y="241897"/>
                  <a:pt x="79248" y="242431"/>
                  <a:pt x="77648" y="243231"/>
                </a:cubicBezTo>
                <a:cubicBezTo>
                  <a:pt x="74981" y="244564"/>
                  <a:pt x="74447" y="244298"/>
                  <a:pt x="76848" y="245364"/>
                </a:cubicBezTo>
                <a:cubicBezTo>
                  <a:pt x="78714" y="246164"/>
                  <a:pt x="80048" y="245631"/>
                  <a:pt x="81915" y="242431"/>
                </a:cubicBezTo>
                <a:cubicBezTo>
                  <a:pt x="83248" y="240030"/>
                  <a:pt x="88582" y="232829"/>
                  <a:pt x="93916" y="225629"/>
                </a:cubicBezTo>
                <a:cubicBezTo>
                  <a:pt x="99250" y="218428"/>
                  <a:pt x="108852" y="204559"/>
                  <a:pt x="115786" y="194691"/>
                </a:cubicBezTo>
                <a:cubicBezTo>
                  <a:pt x="130454" y="173622"/>
                  <a:pt x="178727" y="109081"/>
                  <a:pt x="199796" y="94946"/>
                </a:cubicBezTo>
                <a:cubicBezTo>
                  <a:pt x="201396" y="93879"/>
                  <a:pt x="207797" y="86678"/>
                  <a:pt x="214465" y="79744"/>
                </a:cubicBezTo>
                <a:cubicBezTo>
                  <a:pt x="221666" y="72009"/>
                  <a:pt x="259004" y="35205"/>
                  <a:pt x="261937" y="35205"/>
                </a:cubicBezTo>
                <a:cubicBezTo>
                  <a:pt x="262471" y="34938"/>
                  <a:pt x="265671" y="33071"/>
                  <a:pt x="268872" y="30671"/>
                </a:cubicBezTo>
                <a:cubicBezTo>
                  <a:pt x="276606" y="24803"/>
                  <a:pt x="288341" y="20536"/>
                  <a:pt x="295275" y="21336"/>
                </a:cubicBezTo>
                <a:cubicBezTo>
                  <a:pt x="311010" y="22670"/>
                  <a:pt x="332346" y="49073"/>
                  <a:pt x="336347" y="72543"/>
                </a:cubicBezTo>
                <a:cubicBezTo>
                  <a:pt x="340347" y="96546"/>
                  <a:pt x="334746" y="124816"/>
                  <a:pt x="316077" y="167488"/>
                </a:cubicBezTo>
                <a:cubicBezTo>
                  <a:pt x="308076" y="185890"/>
                  <a:pt x="307010" y="187224"/>
                  <a:pt x="293675" y="210693"/>
                </a:cubicBezTo>
                <a:cubicBezTo>
                  <a:pt x="289141" y="218694"/>
                  <a:pt x="285674" y="225629"/>
                  <a:pt x="285940" y="226429"/>
                </a:cubicBezTo>
                <a:cubicBezTo>
                  <a:pt x="286207" y="226962"/>
                  <a:pt x="285674" y="227495"/>
                  <a:pt x="285140" y="227495"/>
                </a:cubicBezTo>
                <a:cubicBezTo>
                  <a:pt x="284340" y="227495"/>
                  <a:pt x="280873" y="232296"/>
                  <a:pt x="276606" y="238697"/>
                </a:cubicBezTo>
                <a:cubicBezTo>
                  <a:pt x="266205" y="254432"/>
                  <a:pt x="265404" y="256566"/>
                  <a:pt x="259804" y="263233"/>
                </a:cubicBezTo>
                <a:cubicBezTo>
                  <a:pt x="258470" y="264833"/>
                  <a:pt x="256870" y="266967"/>
                  <a:pt x="255803" y="268834"/>
                </a:cubicBezTo>
                <a:lnTo>
                  <a:pt x="255803" y="269901"/>
                </a:lnTo>
                <a:lnTo>
                  <a:pt x="256070" y="272568"/>
                </a:lnTo>
                <a:lnTo>
                  <a:pt x="257670" y="270167"/>
                </a:lnTo>
                <a:cubicBezTo>
                  <a:pt x="258737" y="268567"/>
                  <a:pt x="259537" y="267767"/>
                  <a:pt x="259537" y="267500"/>
                </a:cubicBezTo>
                <a:cubicBezTo>
                  <a:pt x="261671" y="267234"/>
                  <a:pt x="275006" y="268567"/>
                  <a:pt x="278206" y="269367"/>
                </a:cubicBezTo>
                <a:cubicBezTo>
                  <a:pt x="280606" y="269901"/>
                  <a:pt x="283273" y="270434"/>
                  <a:pt x="283807" y="270701"/>
                </a:cubicBezTo>
                <a:cubicBezTo>
                  <a:pt x="285674" y="270701"/>
                  <a:pt x="291541" y="271768"/>
                  <a:pt x="293408" y="272834"/>
                </a:cubicBezTo>
                <a:cubicBezTo>
                  <a:pt x="294208" y="273368"/>
                  <a:pt x="295808" y="273368"/>
                  <a:pt x="296875" y="273368"/>
                </a:cubicBezTo>
                <a:cubicBezTo>
                  <a:pt x="298209" y="273101"/>
                  <a:pt x="308076" y="280302"/>
                  <a:pt x="308343" y="281902"/>
                </a:cubicBezTo>
                <a:cubicBezTo>
                  <a:pt x="308343" y="282436"/>
                  <a:pt x="310743" y="284836"/>
                  <a:pt x="313944" y="286970"/>
                </a:cubicBezTo>
                <a:lnTo>
                  <a:pt x="316209" y="288989"/>
                </a:lnTo>
                <a:lnTo>
                  <a:pt x="317322" y="286828"/>
                </a:lnTo>
                <a:cubicBezTo>
                  <a:pt x="318502" y="284803"/>
                  <a:pt x="319468" y="283502"/>
                  <a:pt x="320002" y="283502"/>
                </a:cubicBezTo>
                <a:cubicBezTo>
                  <a:pt x="320535" y="283502"/>
                  <a:pt x="320802" y="282969"/>
                  <a:pt x="320535" y="282436"/>
                </a:cubicBezTo>
                <a:cubicBezTo>
                  <a:pt x="320268" y="281902"/>
                  <a:pt x="320535" y="280835"/>
                  <a:pt x="321602" y="280035"/>
                </a:cubicBezTo>
                <a:cubicBezTo>
                  <a:pt x="322669" y="279235"/>
                  <a:pt x="323469" y="277902"/>
                  <a:pt x="323736" y="277368"/>
                </a:cubicBezTo>
                <a:cubicBezTo>
                  <a:pt x="323736" y="276568"/>
                  <a:pt x="325869" y="272834"/>
                  <a:pt x="328536" y="269101"/>
                </a:cubicBezTo>
                <a:cubicBezTo>
                  <a:pt x="331203" y="265367"/>
                  <a:pt x="333604" y="261633"/>
                  <a:pt x="333604" y="261100"/>
                </a:cubicBezTo>
                <a:cubicBezTo>
                  <a:pt x="333604" y="260566"/>
                  <a:pt x="334937" y="259233"/>
                  <a:pt x="336270" y="257633"/>
                </a:cubicBezTo>
                <a:cubicBezTo>
                  <a:pt x="337604" y="256032"/>
                  <a:pt x="340804" y="251232"/>
                  <a:pt x="343205" y="247498"/>
                </a:cubicBezTo>
                <a:cubicBezTo>
                  <a:pt x="348539" y="239230"/>
                  <a:pt x="352006" y="235763"/>
                  <a:pt x="362407" y="235763"/>
                </a:cubicBezTo>
                <a:cubicBezTo>
                  <a:pt x="370941" y="235763"/>
                  <a:pt x="379476" y="240297"/>
                  <a:pt x="383210" y="247498"/>
                </a:cubicBezTo>
                <a:cubicBezTo>
                  <a:pt x="385610" y="252032"/>
                  <a:pt x="384010" y="254966"/>
                  <a:pt x="378409" y="264300"/>
                </a:cubicBezTo>
                <a:cubicBezTo>
                  <a:pt x="377609" y="265634"/>
                  <a:pt x="376542" y="267767"/>
                  <a:pt x="375475" y="269634"/>
                </a:cubicBezTo>
                <a:cubicBezTo>
                  <a:pt x="374675" y="271234"/>
                  <a:pt x="372808" y="273901"/>
                  <a:pt x="370941" y="275235"/>
                </a:cubicBezTo>
                <a:cubicBezTo>
                  <a:pt x="367741" y="277368"/>
                  <a:pt x="353606" y="297638"/>
                  <a:pt x="348805" y="306172"/>
                </a:cubicBezTo>
                <a:cubicBezTo>
                  <a:pt x="347472" y="308572"/>
                  <a:pt x="345605" y="310706"/>
                  <a:pt x="345072" y="310973"/>
                </a:cubicBezTo>
                <a:cubicBezTo>
                  <a:pt x="344005" y="311506"/>
                  <a:pt x="344271" y="312306"/>
                  <a:pt x="345338" y="313106"/>
                </a:cubicBezTo>
                <a:cubicBezTo>
                  <a:pt x="346138" y="313640"/>
                  <a:pt x="346405" y="314706"/>
                  <a:pt x="346138" y="316307"/>
                </a:cubicBezTo>
                <a:cubicBezTo>
                  <a:pt x="345872" y="317907"/>
                  <a:pt x="344805" y="317907"/>
                  <a:pt x="343471" y="316840"/>
                </a:cubicBezTo>
                <a:cubicBezTo>
                  <a:pt x="341871" y="315506"/>
                  <a:pt x="341071" y="316840"/>
                  <a:pt x="336537" y="325108"/>
                </a:cubicBezTo>
                <a:cubicBezTo>
                  <a:pt x="329870" y="337109"/>
                  <a:pt x="328803" y="344043"/>
                  <a:pt x="332270" y="344043"/>
                </a:cubicBezTo>
                <a:cubicBezTo>
                  <a:pt x="333604" y="344043"/>
                  <a:pt x="334937" y="344843"/>
                  <a:pt x="335470" y="345377"/>
                </a:cubicBezTo>
                <a:cubicBezTo>
                  <a:pt x="334937" y="347244"/>
                  <a:pt x="334137" y="348844"/>
                  <a:pt x="333337" y="350177"/>
                </a:cubicBezTo>
                <a:cubicBezTo>
                  <a:pt x="334670" y="350978"/>
                  <a:pt x="336804" y="351244"/>
                  <a:pt x="341871" y="351244"/>
                </a:cubicBezTo>
                <a:cubicBezTo>
                  <a:pt x="376009" y="350444"/>
                  <a:pt x="414147" y="324574"/>
                  <a:pt x="442150" y="305639"/>
                </a:cubicBezTo>
                <a:cubicBezTo>
                  <a:pt x="448551" y="301638"/>
                  <a:pt x="454685" y="297371"/>
                  <a:pt x="461086" y="293104"/>
                </a:cubicBezTo>
                <a:cubicBezTo>
                  <a:pt x="464553" y="290837"/>
                  <a:pt x="474288" y="283702"/>
                  <a:pt x="484022" y="277435"/>
                </a:cubicBezTo>
                <a:lnTo>
                  <a:pt x="489673" y="274149"/>
                </a:lnTo>
                <a:lnTo>
                  <a:pt x="492461" y="269901"/>
                </a:lnTo>
                <a:cubicBezTo>
                  <a:pt x="493195" y="268634"/>
                  <a:pt x="493662" y="267634"/>
                  <a:pt x="493662" y="267234"/>
                </a:cubicBezTo>
                <a:cubicBezTo>
                  <a:pt x="493928" y="264033"/>
                  <a:pt x="506463" y="245898"/>
                  <a:pt x="509397" y="243764"/>
                </a:cubicBezTo>
                <a:cubicBezTo>
                  <a:pt x="510730" y="242697"/>
                  <a:pt x="514998" y="241364"/>
                  <a:pt x="518198" y="240830"/>
                </a:cubicBezTo>
                <a:cubicBezTo>
                  <a:pt x="523532" y="240030"/>
                  <a:pt x="525399" y="240030"/>
                  <a:pt x="530466" y="242164"/>
                </a:cubicBezTo>
                <a:cubicBezTo>
                  <a:pt x="539267" y="245898"/>
                  <a:pt x="544068" y="249632"/>
                  <a:pt x="545668" y="254966"/>
                </a:cubicBezTo>
                <a:cubicBezTo>
                  <a:pt x="546735" y="258699"/>
                  <a:pt x="541668" y="266167"/>
                  <a:pt x="540867" y="269634"/>
                </a:cubicBezTo>
                <a:lnTo>
                  <a:pt x="534200" y="283502"/>
                </a:lnTo>
                <a:cubicBezTo>
                  <a:pt x="531800" y="285636"/>
                  <a:pt x="529666" y="288036"/>
                  <a:pt x="529399" y="288836"/>
                </a:cubicBezTo>
                <a:cubicBezTo>
                  <a:pt x="528866" y="290170"/>
                  <a:pt x="526732" y="292304"/>
                  <a:pt x="524599" y="294170"/>
                </a:cubicBezTo>
                <a:cubicBezTo>
                  <a:pt x="522732" y="295771"/>
                  <a:pt x="521132" y="298171"/>
                  <a:pt x="520598" y="300038"/>
                </a:cubicBezTo>
                <a:cubicBezTo>
                  <a:pt x="522999" y="296571"/>
                  <a:pt x="524332" y="294704"/>
                  <a:pt x="522198" y="298438"/>
                </a:cubicBezTo>
                <a:cubicBezTo>
                  <a:pt x="518998" y="303772"/>
                  <a:pt x="516331" y="308839"/>
                  <a:pt x="513931" y="313373"/>
                </a:cubicBezTo>
                <a:lnTo>
                  <a:pt x="499262" y="336042"/>
                </a:lnTo>
                <a:lnTo>
                  <a:pt x="499529" y="340576"/>
                </a:lnTo>
                <a:lnTo>
                  <a:pt x="497129" y="344043"/>
                </a:lnTo>
                <a:lnTo>
                  <a:pt x="497929" y="348577"/>
                </a:lnTo>
                <a:cubicBezTo>
                  <a:pt x="498462" y="348311"/>
                  <a:pt x="502729" y="342710"/>
                  <a:pt x="505396" y="340843"/>
                </a:cubicBezTo>
                <a:cubicBezTo>
                  <a:pt x="509664" y="337909"/>
                  <a:pt x="512864" y="337643"/>
                  <a:pt x="513131" y="337643"/>
                </a:cubicBezTo>
                <a:cubicBezTo>
                  <a:pt x="514731" y="336309"/>
                  <a:pt x="518198" y="330442"/>
                  <a:pt x="522198" y="327241"/>
                </a:cubicBezTo>
                <a:cubicBezTo>
                  <a:pt x="524599" y="325374"/>
                  <a:pt x="526732" y="326174"/>
                  <a:pt x="528866" y="324841"/>
                </a:cubicBezTo>
                <a:cubicBezTo>
                  <a:pt x="532600" y="322441"/>
                  <a:pt x="536334" y="318173"/>
                  <a:pt x="537400" y="317107"/>
                </a:cubicBezTo>
                <a:cubicBezTo>
                  <a:pt x="539267" y="315240"/>
                  <a:pt x="541401" y="313373"/>
                  <a:pt x="542201" y="313106"/>
                </a:cubicBezTo>
                <a:cubicBezTo>
                  <a:pt x="543001" y="312839"/>
                  <a:pt x="543535" y="312306"/>
                  <a:pt x="543535" y="311773"/>
                </a:cubicBezTo>
                <a:cubicBezTo>
                  <a:pt x="543535" y="311239"/>
                  <a:pt x="543801" y="310973"/>
                  <a:pt x="544335" y="310706"/>
                </a:cubicBezTo>
                <a:cubicBezTo>
                  <a:pt x="545668" y="310172"/>
                  <a:pt x="580339" y="272301"/>
                  <a:pt x="585406" y="266434"/>
                </a:cubicBezTo>
                <a:cubicBezTo>
                  <a:pt x="591007" y="259766"/>
                  <a:pt x="596074" y="254432"/>
                  <a:pt x="596341" y="254432"/>
                </a:cubicBezTo>
                <a:cubicBezTo>
                  <a:pt x="596608" y="254432"/>
                  <a:pt x="597141" y="253632"/>
                  <a:pt x="597675" y="252832"/>
                </a:cubicBezTo>
                <a:cubicBezTo>
                  <a:pt x="599008" y="250965"/>
                  <a:pt x="623811" y="222161"/>
                  <a:pt x="624878" y="221895"/>
                </a:cubicBezTo>
                <a:cubicBezTo>
                  <a:pt x="625145" y="221895"/>
                  <a:pt x="625678" y="221095"/>
                  <a:pt x="625945" y="220295"/>
                </a:cubicBezTo>
                <a:cubicBezTo>
                  <a:pt x="626212" y="219761"/>
                  <a:pt x="626478" y="219761"/>
                  <a:pt x="626478" y="220561"/>
                </a:cubicBezTo>
                <a:cubicBezTo>
                  <a:pt x="626478" y="221361"/>
                  <a:pt x="626212" y="222161"/>
                  <a:pt x="625411" y="222962"/>
                </a:cubicBezTo>
                <a:cubicBezTo>
                  <a:pt x="624878" y="223495"/>
                  <a:pt x="624345" y="224295"/>
                  <a:pt x="624345" y="225095"/>
                </a:cubicBezTo>
                <a:cubicBezTo>
                  <a:pt x="624345" y="225629"/>
                  <a:pt x="623278" y="227762"/>
                  <a:pt x="621944" y="229629"/>
                </a:cubicBezTo>
                <a:cubicBezTo>
                  <a:pt x="620611" y="231763"/>
                  <a:pt x="619277" y="233363"/>
                  <a:pt x="619277" y="233896"/>
                </a:cubicBezTo>
                <a:cubicBezTo>
                  <a:pt x="619277" y="234963"/>
                  <a:pt x="617144" y="237897"/>
                  <a:pt x="616610" y="237363"/>
                </a:cubicBezTo>
                <a:cubicBezTo>
                  <a:pt x="616344" y="237097"/>
                  <a:pt x="616077" y="237630"/>
                  <a:pt x="616077" y="238430"/>
                </a:cubicBezTo>
                <a:cubicBezTo>
                  <a:pt x="616610" y="241897"/>
                  <a:pt x="592341" y="272834"/>
                  <a:pt x="588340" y="277635"/>
                </a:cubicBezTo>
                <a:cubicBezTo>
                  <a:pt x="587007" y="279235"/>
                  <a:pt x="585940" y="280835"/>
                  <a:pt x="585940" y="281636"/>
                </a:cubicBezTo>
                <a:cubicBezTo>
                  <a:pt x="586206" y="282969"/>
                  <a:pt x="583806" y="288036"/>
                  <a:pt x="583006" y="287770"/>
                </a:cubicBezTo>
                <a:cubicBezTo>
                  <a:pt x="582739" y="287770"/>
                  <a:pt x="581673" y="288570"/>
                  <a:pt x="580872" y="289637"/>
                </a:cubicBezTo>
                <a:cubicBezTo>
                  <a:pt x="580339" y="290437"/>
                  <a:pt x="579539" y="290970"/>
                  <a:pt x="579539" y="290703"/>
                </a:cubicBezTo>
                <a:cubicBezTo>
                  <a:pt x="579539" y="290437"/>
                  <a:pt x="578739" y="290970"/>
                  <a:pt x="577939" y="292037"/>
                </a:cubicBezTo>
                <a:cubicBezTo>
                  <a:pt x="577139" y="293104"/>
                  <a:pt x="576072" y="293904"/>
                  <a:pt x="575805" y="293904"/>
                </a:cubicBezTo>
                <a:cubicBezTo>
                  <a:pt x="575272" y="293904"/>
                  <a:pt x="574738" y="294437"/>
                  <a:pt x="574738" y="294971"/>
                </a:cubicBezTo>
                <a:cubicBezTo>
                  <a:pt x="575005" y="295237"/>
                  <a:pt x="575539" y="295504"/>
                  <a:pt x="576339" y="295237"/>
                </a:cubicBezTo>
                <a:cubicBezTo>
                  <a:pt x="579006" y="294437"/>
                  <a:pt x="583006" y="290437"/>
                  <a:pt x="583006" y="289637"/>
                </a:cubicBezTo>
                <a:cubicBezTo>
                  <a:pt x="583006" y="289103"/>
                  <a:pt x="583806" y="288036"/>
                  <a:pt x="584873" y="287236"/>
                </a:cubicBezTo>
                <a:cubicBezTo>
                  <a:pt x="586206" y="286436"/>
                  <a:pt x="587007" y="285903"/>
                  <a:pt x="587007" y="286436"/>
                </a:cubicBezTo>
                <a:cubicBezTo>
                  <a:pt x="587273" y="287236"/>
                  <a:pt x="583806" y="292037"/>
                  <a:pt x="583006" y="292304"/>
                </a:cubicBezTo>
                <a:cubicBezTo>
                  <a:pt x="582739" y="292304"/>
                  <a:pt x="581139" y="293370"/>
                  <a:pt x="580072" y="294704"/>
                </a:cubicBezTo>
                <a:cubicBezTo>
                  <a:pt x="578739" y="296304"/>
                  <a:pt x="577405" y="297371"/>
                  <a:pt x="576872" y="297638"/>
                </a:cubicBezTo>
                <a:cubicBezTo>
                  <a:pt x="575272" y="298438"/>
                  <a:pt x="572605" y="302438"/>
                  <a:pt x="573405" y="302972"/>
                </a:cubicBezTo>
                <a:cubicBezTo>
                  <a:pt x="573672" y="302972"/>
                  <a:pt x="574472" y="302438"/>
                  <a:pt x="575005" y="301371"/>
                </a:cubicBezTo>
                <a:cubicBezTo>
                  <a:pt x="576339" y="298704"/>
                  <a:pt x="579539" y="296571"/>
                  <a:pt x="579539" y="297638"/>
                </a:cubicBezTo>
                <a:cubicBezTo>
                  <a:pt x="579539" y="299771"/>
                  <a:pt x="554202" y="325374"/>
                  <a:pt x="547802" y="331242"/>
                </a:cubicBezTo>
                <a:cubicBezTo>
                  <a:pt x="544868" y="333909"/>
                  <a:pt x="542468" y="336042"/>
                  <a:pt x="542201" y="336576"/>
                </a:cubicBezTo>
                <a:cubicBezTo>
                  <a:pt x="542201" y="336842"/>
                  <a:pt x="541668" y="337376"/>
                  <a:pt x="540867" y="337643"/>
                </a:cubicBezTo>
                <a:cubicBezTo>
                  <a:pt x="540334" y="337909"/>
                  <a:pt x="539534" y="338443"/>
                  <a:pt x="539267" y="339243"/>
                </a:cubicBezTo>
                <a:cubicBezTo>
                  <a:pt x="538200" y="342176"/>
                  <a:pt x="524065" y="356845"/>
                  <a:pt x="519798" y="357645"/>
                </a:cubicBezTo>
                <a:cubicBezTo>
                  <a:pt x="519265" y="357645"/>
                  <a:pt x="517665" y="359245"/>
                  <a:pt x="514464" y="363512"/>
                </a:cubicBezTo>
                <a:cubicBezTo>
                  <a:pt x="509930" y="369647"/>
                  <a:pt x="500062" y="375781"/>
                  <a:pt x="498462" y="376047"/>
                </a:cubicBezTo>
                <a:cubicBezTo>
                  <a:pt x="496329" y="376314"/>
                  <a:pt x="488328" y="374981"/>
                  <a:pt x="486994" y="374447"/>
                </a:cubicBezTo>
                <a:lnTo>
                  <a:pt x="476326" y="367513"/>
                </a:lnTo>
                <a:lnTo>
                  <a:pt x="470992" y="357112"/>
                </a:lnTo>
                <a:lnTo>
                  <a:pt x="471525" y="349644"/>
                </a:lnTo>
                <a:cubicBezTo>
                  <a:pt x="469658" y="346444"/>
                  <a:pt x="468858" y="343510"/>
                  <a:pt x="468858" y="341110"/>
                </a:cubicBezTo>
                <a:cubicBezTo>
                  <a:pt x="468858" y="339776"/>
                  <a:pt x="468325" y="337909"/>
                  <a:pt x="468058" y="337109"/>
                </a:cubicBezTo>
                <a:cubicBezTo>
                  <a:pt x="467792" y="336042"/>
                  <a:pt x="468325" y="333642"/>
                  <a:pt x="469125" y="331775"/>
                </a:cubicBezTo>
                <a:cubicBezTo>
                  <a:pt x="469925" y="329642"/>
                  <a:pt x="470459" y="327775"/>
                  <a:pt x="470459" y="327508"/>
                </a:cubicBezTo>
                <a:cubicBezTo>
                  <a:pt x="470192" y="327241"/>
                  <a:pt x="469925" y="324574"/>
                  <a:pt x="469925" y="321641"/>
                </a:cubicBezTo>
                <a:cubicBezTo>
                  <a:pt x="469925" y="318173"/>
                  <a:pt x="470192" y="317107"/>
                  <a:pt x="470725" y="318440"/>
                </a:cubicBezTo>
                <a:cubicBezTo>
                  <a:pt x="471792" y="321107"/>
                  <a:pt x="473392" y="317640"/>
                  <a:pt x="475259" y="308306"/>
                </a:cubicBezTo>
                <a:cubicBezTo>
                  <a:pt x="476059" y="304305"/>
                  <a:pt x="476859" y="300838"/>
                  <a:pt x="477393" y="301105"/>
                </a:cubicBezTo>
                <a:cubicBezTo>
                  <a:pt x="477926" y="301105"/>
                  <a:pt x="478193" y="300038"/>
                  <a:pt x="477926" y="298971"/>
                </a:cubicBezTo>
                <a:lnTo>
                  <a:pt x="477827" y="297512"/>
                </a:lnTo>
                <a:lnTo>
                  <a:pt x="467754" y="305372"/>
                </a:lnTo>
                <a:cubicBezTo>
                  <a:pt x="458952" y="310973"/>
                  <a:pt x="465353" y="307505"/>
                  <a:pt x="460286" y="312573"/>
                </a:cubicBezTo>
                <a:cubicBezTo>
                  <a:pt x="455219" y="317640"/>
                  <a:pt x="461886" y="310973"/>
                  <a:pt x="458419" y="316040"/>
                </a:cubicBezTo>
                <a:cubicBezTo>
                  <a:pt x="457619" y="317640"/>
                  <a:pt x="456552" y="319240"/>
                  <a:pt x="456819" y="320040"/>
                </a:cubicBezTo>
                <a:cubicBezTo>
                  <a:pt x="457086" y="320840"/>
                  <a:pt x="456019" y="322174"/>
                  <a:pt x="454952" y="322974"/>
                </a:cubicBezTo>
                <a:cubicBezTo>
                  <a:pt x="453618" y="323774"/>
                  <a:pt x="449085" y="326975"/>
                  <a:pt x="445351" y="329642"/>
                </a:cubicBezTo>
                <a:cubicBezTo>
                  <a:pt x="441350" y="332575"/>
                  <a:pt x="435750" y="336309"/>
                  <a:pt x="433616" y="337909"/>
                </a:cubicBezTo>
                <a:cubicBezTo>
                  <a:pt x="431216" y="339509"/>
                  <a:pt x="429082" y="341110"/>
                  <a:pt x="429082" y="341910"/>
                </a:cubicBezTo>
                <a:cubicBezTo>
                  <a:pt x="429082" y="342443"/>
                  <a:pt x="428815" y="342710"/>
                  <a:pt x="428282" y="342710"/>
                </a:cubicBezTo>
                <a:cubicBezTo>
                  <a:pt x="426415" y="342176"/>
                  <a:pt x="420281" y="345910"/>
                  <a:pt x="415480" y="350711"/>
                </a:cubicBezTo>
                <a:cubicBezTo>
                  <a:pt x="411747" y="354445"/>
                  <a:pt x="399212" y="361912"/>
                  <a:pt x="395745" y="362446"/>
                </a:cubicBezTo>
                <a:cubicBezTo>
                  <a:pt x="394144" y="362712"/>
                  <a:pt x="388277" y="364846"/>
                  <a:pt x="382943" y="366713"/>
                </a:cubicBezTo>
                <a:cubicBezTo>
                  <a:pt x="371742" y="370713"/>
                  <a:pt x="368274" y="371247"/>
                  <a:pt x="361340" y="369380"/>
                </a:cubicBezTo>
                <a:cubicBezTo>
                  <a:pt x="357073" y="368313"/>
                  <a:pt x="351206" y="367246"/>
                  <a:pt x="341604" y="366446"/>
                </a:cubicBezTo>
                <a:cubicBezTo>
                  <a:pt x="338404" y="366179"/>
                  <a:pt x="331470" y="361912"/>
                  <a:pt x="328269" y="358712"/>
                </a:cubicBezTo>
                <a:lnTo>
                  <a:pt x="327736" y="359779"/>
                </a:lnTo>
                <a:cubicBezTo>
                  <a:pt x="318935" y="354711"/>
                  <a:pt x="303733" y="338176"/>
                  <a:pt x="303733" y="327775"/>
                </a:cubicBezTo>
                <a:lnTo>
                  <a:pt x="303818" y="326697"/>
                </a:lnTo>
                <a:lnTo>
                  <a:pt x="303809" y="326708"/>
                </a:lnTo>
                <a:cubicBezTo>
                  <a:pt x="302209" y="328575"/>
                  <a:pt x="300876" y="329642"/>
                  <a:pt x="300876" y="328841"/>
                </a:cubicBezTo>
                <a:cubicBezTo>
                  <a:pt x="300609" y="328041"/>
                  <a:pt x="301142" y="326708"/>
                  <a:pt x="301676" y="325108"/>
                </a:cubicBezTo>
                <a:cubicBezTo>
                  <a:pt x="302542" y="323441"/>
                  <a:pt x="303376" y="321474"/>
                  <a:pt x="304134" y="319374"/>
                </a:cubicBezTo>
                <a:lnTo>
                  <a:pt x="305554" y="314754"/>
                </a:lnTo>
                <a:lnTo>
                  <a:pt x="305983" y="312623"/>
                </a:lnTo>
                <a:lnTo>
                  <a:pt x="306852" y="309409"/>
                </a:lnTo>
                <a:lnTo>
                  <a:pt x="307451" y="306505"/>
                </a:lnTo>
                <a:cubicBezTo>
                  <a:pt x="307743" y="304538"/>
                  <a:pt x="307876" y="302771"/>
                  <a:pt x="307810" y="301371"/>
                </a:cubicBezTo>
                <a:cubicBezTo>
                  <a:pt x="307810" y="295504"/>
                  <a:pt x="307276" y="295237"/>
                  <a:pt x="303543" y="293370"/>
                </a:cubicBezTo>
                <a:cubicBezTo>
                  <a:pt x="301409" y="292304"/>
                  <a:pt x="298475" y="291503"/>
                  <a:pt x="297142" y="291770"/>
                </a:cubicBezTo>
                <a:cubicBezTo>
                  <a:pt x="296075" y="292037"/>
                  <a:pt x="294475" y="291770"/>
                  <a:pt x="294208" y="290703"/>
                </a:cubicBezTo>
                <a:cubicBezTo>
                  <a:pt x="293941" y="289637"/>
                  <a:pt x="292608" y="289370"/>
                  <a:pt x="291541" y="289370"/>
                </a:cubicBezTo>
                <a:cubicBezTo>
                  <a:pt x="290208" y="289370"/>
                  <a:pt x="290208" y="289637"/>
                  <a:pt x="291541" y="290437"/>
                </a:cubicBezTo>
                <a:cubicBezTo>
                  <a:pt x="293141" y="291503"/>
                  <a:pt x="293141" y="292037"/>
                  <a:pt x="291274" y="290970"/>
                </a:cubicBezTo>
                <a:cubicBezTo>
                  <a:pt x="290474" y="290437"/>
                  <a:pt x="289141" y="290703"/>
                  <a:pt x="288874" y="290970"/>
                </a:cubicBezTo>
                <a:cubicBezTo>
                  <a:pt x="288607" y="290970"/>
                  <a:pt x="288607" y="290437"/>
                  <a:pt x="288874" y="289903"/>
                </a:cubicBezTo>
                <a:cubicBezTo>
                  <a:pt x="289141" y="289370"/>
                  <a:pt x="288874" y="288836"/>
                  <a:pt x="288341" y="288836"/>
                </a:cubicBezTo>
                <a:cubicBezTo>
                  <a:pt x="287807" y="289103"/>
                  <a:pt x="286474" y="289103"/>
                  <a:pt x="285407" y="288570"/>
                </a:cubicBezTo>
                <a:cubicBezTo>
                  <a:pt x="284073" y="288036"/>
                  <a:pt x="283807" y="288570"/>
                  <a:pt x="284607" y="289370"/>
                </a:cubicBezTo>
                <a:cubicBezTo>
                  <a:pt x="285674" y="290437"/>
                  <a:pt x="285140" y="290437"/>
                  <a:pt x="284073" y="290437"/>
                </a:cubicBezTo>
                <a:cubicBezTo>
                  <a:pt x="283007" y="290170"/>
                  <a:pt x="275272" y="290170"/>
                  <a:pt x="266738" y="290437"/>
                </a:cubicBezTo>
                <a:cubicBezTo>
                  <a:pt x="257937" y="290703"/>
                  <a:pt x="251803" y="290437"/>
                  <a:pt x="252603" y="290170"/>
                </a:cubicBezTo>
                <a:cubicBezTo>
                  <a:pt x="253136" y="289370"/>
                  <a:pt x="250736" y="289637"/>
                  <a:pt x="247269" y="289903"/>
                </a:cubicBezTo>
                <a:cubicBezTo>
                  <a:pt x="243802" y="290170"/>
                  <a:pt x="240868" y="291503"/>
                  <a:pt x="240601" y="292037"/>
                </a:cubicBezTo>
                <a:cubicBezTo>
                  <a:pt x="240601" y="292304"/>
                  <a:pt x="239268" y="292837"/>
                  <a:pt x="237134" y="293370"/>
                </a:cubicBezTo>
                <a:cubicBezTo>
                  <a:pt x="234201" y="296571"/>
                  <a:pt x="231534" y="300038"/>
                  <a:pt x="228867" y="302972"/>
                </a:cubicBezTo>
                <a:cubicBezTo>
                  <a:pt x="223533" y="308839"/>
                  <a:pt x="220066" y="313906"/>
                  <a:pt x="220599" y="313906"/>
                </a:cubicBezTo>
                <a:cubicBezTo>
                  <a:pt x="221132" y="313906"/>
                  <a:pt x="219265" y="315506"/>
                  <a:pt x="216332" y="318440"/>
                </a:cubicBezTo>
                <a:cubicBezTo>
                  <a:pt x="213665" y="321107"/>
                  <a:pt x="210731" y="323774"/>
                  <a:pt x="210464" y="324841"/>
                </a:cubicBezTo>
                <a:cubicBezTo>
                  <a:pt x="210198" y="325908"/>
                  <a:pt x="208864" y="327241"/>
                  <a:pt x="207264" y="327775"/>
                </a:cubicBezTo>
                <a:cubicBezTo>
                  <a:pt x="205930" y="328308"/>
                  <a:pt x="204864" y="329108"/>
                  <a:pt x="205130" y="329642"/>
                </a:cubicBezTo>
                <a:cubicBezTo>
                  <a:pt x="205664" y="330975"/>
                  <a:pt x="194462" y="345377"/>
                  <a:pt x="192595" y="345910"/>
                </a:cubicBezTo>
                <a:cubicBezTo>
                  <a:pt x="188595" y="346977"/>
                  <a:pt x="186195" y="348844"/>
                  <a:pt x="185928" y="350177"/>
                </a:cubicBezTo>
                <a:cubicBezTo>
                  <a:pt x="185928" y="351244"/>
                  <a:pt x="185128" y="352311"/>
                  <a:pt x="183528" y="353111"/>
                </a:cubicBezTo>
                <a:cubicBezTo>
                  <a:pt x="182194" y="353911"/>
                  <a:pt x="180861" y="354711"/>
                  <a:pt x="180861" y="355511"/>
                </a:cubicBezTo>
                <a:cubicBezTo>
                  <a:pt x="181127" y="358445"/>
                  <a:pt x="166725" y="371513"/>
                  <a:pt x="163258" y="371780"/>
                </a:cubicBezTo>
                <a:cubicBezTo>
                  <a:pt x="162458" y="371780"/>
                  <a:pt x="161925" y="372313"/>
                  <a:pt x="161925" y="373114"/>
                </a:cubicBezTo>
                <a:cubicBezTo>
                  <a:pt x="161925" y="373647"/>
                  <a:pt x="159791" y="376047"/>
                  <a:pt x="156858" y="377914"/>
                </a:cubicBezTo>
                <a:cubicBezTo>
                  <a:pt x="153924" y="379781"/>
                  <a:pt x="151524" y="382715"/>
                  <a:pt x="151257" y="384048"/>
                </a:cubicBezTo>
                <a:cubicBezTo>
                  <a:pt x="150990" y="385382"/>
                  <a:pt x="149657" y="386715"/>
                  <a:pt x="148590" y="386715"/>
                </a:cubicBezTo>
                <a:cubicBezTo>
                  <a:pt x="147523" y="386715"/>
                  <a:pt x="146723" y="387515"/>
                  <a:pt x="146723" y="388049"/>
                </a:cubicBezTo>
                <a:cubicBezTo>
                  <a:pt x="146723" y="388849"/>
                  <a:pt x="145656" y="389382"/>
                  <a:pt x="143789" y="389382"/>
                </a:cubicBezTo>
                <a:cubicBezTo>
                  <a:pt x="142189" y="389116"/>
                  <a:pt x="141389" y="389916"/>
                  <a:pt x="141389" y="390983"/>
                </a:cubicBezTo>
                <a:cubicBezTo>
                  <a:pt x="141389" y="391783"/>
                  <a:pt x="139789" y="393116"/>
                  <a:pt x="137122" y="393650"/>
                </a:cubicBezTo>
                <a:cubicBezTo>
                  <a:pt x="134455" y="394183"/>
                  <a:pt x="132054" y="396050"/>
                  <a:pt x="131521" y="396850"/>
                </a:cubicBezTo>
                <a:cubicBezTo>
                  <a:pt x="128321" y="401651"/>
                  <a:pt x="114452" y="405118"/>
                  <a:pt x="109385" y="405651"/>
                </a:cubicBezTo>
                <a:cubicBezTo>
                  <a:pt x="95250" y="407251"/>
                  <a:pt x="77914" y="394983"/>
                  <a:pt x="69913" y="383248"/>
                </a:cubicBezTo>
                <a:cubicBezTo>
                  <a:pt x="62712" y="372847"/>
                  <a:pt x="58979" y="347510"/>
                  <a:pt x="65379" y="335776"/>
                </a:cubicBezTo>
                <a:cubicBezTo>
                  <a:pt x="69647" y="327241"/>
                  <a:pt x="85382" y="316840"/>
                  <a:pt x="93650" y="314173"/>
                </a:cubicBezTo>
                <a:cubicBezTo>
                  <a:pt x="96850" y="312839"/>
                  <a:pt x="98184" y="316840"/>
                  <a:pt x="98184" y="314173"/>
                </a:cubicBezTo>
                <a:cubicBezTo>
                  <a:pt x="98450" y="309639"/>
                  <a:pt x="101917" y="309906"/>
                  <a:pt x="102184" y="311239"/>
                </a:cubicBezTo>
                <a:cubicBezTo>
                  <a:pt x="103784" y="310439"/>
                  <a:pt x="108585" y="305105"/>
                  <a:pt x="111519" y="305105"/>
                </a:cubicBezTo>
                <a:cubicBezTo>
                  <a:pt x="115786" y="305372"/>
                  <a:pt x="108585" y="308572"/>
                  <a:pt x="108585" y="308572"/>
                </a:cubicBezTo>
                <a:cubicBezTo>
                  <a:pt x="112052" y="309106"/>
                  <a:pt x="114452" y="308039"/>
                  <a:pt x="117919" y="306705"/>
                </a:cubicBezTo>
                <a:cubicBezTo>
                  <a:pt x="121386" y="305372"/>
                  <a:pt x="125654" y="302972"/>
                  <a:pt x="127521" y="302438"/>
                </a:cubicBezTo>
                <a:cubicBezTo>
                  <a:pt x="129387" y="301905"/>
                  <a:pt x="130454" y="301105"/>
                  <a:pt x="129921" y="300571"/>
                </a:cubicBezTo>
                <a:cubicBezTo>
                  <a:pt x="129387" y="300038"/>
                  <a:pt x="129921" y="300038"/>
                  <a:pt x="130988" y="300038"/>
                </a:cubicBezTo>
                <a:cubicBezTo>
                  <a:pt x="131788" y="300305"/>
                  <a:pt x="132588" y="300838"/>
                  <a:pt x="132855" y="301638"/>
                </a:cubicBezTo>
                <a:cubicBezTo>
                  <a:pt x="132855" y="302171"/>
                  <a:pt x="133388" y="301905"/>
                  <a:pt x="134188" y="300571"/>
                </a:cubicBezTo>
                <a:cubicBezTo>
                  <a:pt x="134988" y="299238"/>
                  <a:pt x="135522" y="298971"/>
                  <a:pt x="135788" y="299504"/>
                </a:cubicBezTo>
                <a:cubicBezTo>
                  <a:pt x="135788" y="300571"/>
                  <a:pt x="136322" y="300305"/>
                  <a:pt x="137922" y="299238"/>
                </a:cubicBezTo>
                <a:cubicBezTo>
                  <a:pt x="139255" y="298438"/>
                  <a:pt x="141389" y="297371"/>
                  <a:pt x="142722" y="297104"/>
                </a:cubicBezTo>
                <a:cubicBezTo>
                  <a:pt x="146723" y="296304"/>
                  <a:pt x="152324" y="294170"/>
                  <a:pt x="153924" y="293104"/>
                </a:cubicBezTo>
                <a:cubicBezTo>
                  <a:pt x="156324" y="291503"/>
                  <a:pt x="157391" y="291503"/>
                  <a:pt x="160591" y="290170"/>
                </a:cubicBezTo>
                <a:cubicBezTo>
                  <a:pt x="164859" y="288303"/>
                  <a:pt x="162458" y="287770"/>
                  <a:pt x="157924" y="288836"/>
                </a:cubicBezTo>
                <a:cubicBezTo>
                  <a:pt x="151257" y="290437"/>
                  <a:pt x="153924" y="288036"/>
                  <a:pt x="161125" y="285636"/>
                </a:cubicBezTo>
                <a:cubicBezTo>
                  <a:pt x="173926" y="281369"/>
                  <a:pt x="179527" y="280035"/>
                  <a:pt x="179527" y="281102"/>
                </a:cubicBezTo>
                <a:cubicBezTo>
                  <a:pt x="179527" y="281369"/>
                  <a:pt x="178194" y="282169"/>
                  <a:pt x="176593" y="282169"/>
                </a:cubicBezTo>
                <a:cubicBezTo>
                  <a:pt x="174993" y="282436"/>
                  <a:pt x="173393" y="283502"/>
                  <a:pt x="173393" y="284303"/>
                </a:cubicBezTo>
                <a:cubicBezTo>
                  <a:pt x="173126" y="285103"/>
                  <a:pt x="172059" y="286169"/>
                  <a:pt x="170726" y="286169"/>
                </a:cubicBezTo>
                <a:cubicBezTo>
                  <a:pt x="169659" y="286169"/>
                  <a:pt x="168859" y="286970"/>
                  <a:pt x="169392" y="287503"/>
                </a:cubicBezTo>
                <a:cubicBezTo>
                  <a:pt x="170459" y="288570"/>
                  <a:pt x="176593" y="286703"/>
                  <a:pt x="181927" y="284036"/>
                </a:cubicBezTo>
                <a:cubicBezTo>
                  <a:pt x="184594" y="282702"/>
                  <a:pt x="185928" y="282436"/>
                  <a:pt x="186461" y="283236"/>
                </a:cubicBezTo>
                <a:cubicBezTo>
                  <a:pt x="186995" y="284036"/>
                  <a:pt x="187528" y="283769"/>
                  <a:pt x="187261" y="282969"/>
                </a:cubicBezTo>
                <a:cubicBezTo>
                  <a:pt x="187261" y="282169"/>
                  <a:pt x="187528" y="281636"/>
                  <a:pt x="188328" y="281636"/>
                </a:cubicBezTo>
                <a:cubicBezTo>
                  <a:pt x="188862" y="281369"/>
                  <a:pt x="189128" y="281902"/>
                  <a:pt x="188862" y="282436"/>
                </a:cubicBezTo>
                <a:cubicBezTo>
                  <a:pt x="188595" y="283236"/>
                  <a:pt x="189395" y="283236"/>
                  <a:pt x="190995" y="282436"/>
                </a:cubicBezTo>
                <a:cubicBezTo>
                  <a:pt x="192595" y="281636"/>
                  <a:pt x="194462" y="281369"/>
                  <a:pt x="195262" y="281102"/>
                </a:cubicBezTo>
                <a:cubicBezTo>
                  <a:pt x="195796" y="281102"/>
                  <a:pt x="196062" y="280569"/>
                  <a:pt x="195796" y="280302"/>
                </a:cubicBezTo>
                <a:cubicBezTo>
                  <a:pt x="195529" y="279769"/>
                  <a:pt x="194729" y="279769"/>
                  <a:pt x="194196" y="280035"/>
                </a:cubicBezTo>
                <a:cubicBezTo>
                  <a:pt x="193395" y="280302"/>
                  <a:pt x="193395" y="280302"/>
                  <a:pt x="193129" y="279769"/>
                </a:cubicBezTo>
                <a:cubicBezTo>
                  <a:pt x="193129" y="279235"/>
                  <a:pt x="192595" y="278702"/>
                  <a:pt x="191795" y="279502"/>
                </a:cubicBezTo>
                <a:cubicBezTo>
                  <a:pt x="191262" y="280035"/>
                  <a:pt x="190995" y="280035"/>
                  <a:pt x="191529" y="279235"/>
                </a:cubicBezTo>
                <a:cubicBezTo>
                  <a:pt x="192062" y="278435"/>
                  <a:pt x="192595" y="278168"/>
                  <a:pt x="193129" y="278435"/>
                </a:cubicBezTo>
                <a:cubicBezTo>
                  <a:pt x="193662" y="278702"/>
                  <a:pt x="194729" y="278168"/>
                  <a:pt x="194996" y="277368"/>
                </a:cubicBezTo>
                <a:cubicBezTo>
                  <a:pt x="195529" y="276035"/>
                  <a:pt x="196329" y="276302"/>
                  <a:pt x="197929" y="277902"/>
                </a:cubicBezTo>
                <a:cubicBezTo>
                  <a:pt x="200063" y="280035"/>
                  <a:pt x="200863" y="279769"/>
                  <a:pt x="202463" y="278435"/>
                </a:cubicBezTo>
                <a:cubicBezTo>
                  <a:pt x="203797" y="277368"/>
                  <a:pt x="204597" y="277368"/>
                  <a:pt x="204597" y="277902"/>
                </a:cubicBezTo>
                <a:cubicBezTo>
                  <a:pt x="204597" y="278435"/>
                  <a:pt x="204864" y="278702"/>
                  <a:pt x="205130" y="278702"/>
                </a:cubicBezTo>
                <a:cubicBezTo>
                  <a:pt x="214465" y="267500"/>
                  <a:pt x="223533" y="256566"/>
                  <a:pt x="228600" y="249632"/>
                </a:cubicBezTo>
                <a:cubicBezTo>
                  <a:pt x="232067" y="244831"/>
                  <a:pt x="236068" y="239230"/>
                  <a:pt x="237668" y="237363"/>
                </a:cubicBezTo>
                <a:cubicBezTo>
                  <a:pt x="239535" y="235230"/>
                  <a:pt x="241401" y="231763"/>
                  <a:pt x="242735" y="229629"/>
                </a:cubicBezTo>
                <a:cubicBezTo>
                  <a:pt x="244068" y="227495"/>
                  <a:pt x="245135" y="225629"/>
                  <a:pt x="245402" y="225362"/>
                </a:cubicBezTo>
                <a:cubicBezTo>
                  <a:pt x="245935" y="225362"/>
                  <a:pt x="247802" y="223228"/>
                  <a:pt x="249402" y="220028"/>
                </a:cubicBezTo>
                <a:cubicBezTo>
                  <a:pt x="251003" y="216827"/>
                  <a:pt x="253936" y="212827"/>
                  <a:pt x="255803" y="210160"/>
                </a:cubicBezTo>
                <a:cubicBezTo>
                  <a:pt x="257403" y="207760"/>
                  <a:pt x="259004" y="205093"/>
                  <a:pt x="259004" y="204026"/>
                </a:cubicBezTo>
                <a:cubicBezTo>
                  <a:pt x="259004" y="202959"/>
                  <a:pt x="259270" y="202159"/>
                  <a:pt x="260070" y="202159"/>
                </a:cubicBezTo>
                <a:cubicBezTo>
                  <a:pt x="261671" y="202426"/>
                  <a:pt x="280073" y="170155"/>
                  <a:pt x="288074" y="152286"/>
                </a:cubicBezTo>
                <a:cubicBezTo>
                  <a:pt x="293408" y="140551"/>
                  <a:pt x="297942" y="128816"/>
                  <a:pt x="301942" y="116548"/>
                </a:cubicBezTo>
                <a:cubicBezTo>
                  <a:pt x="309410" y="93612"/>
                  <a:pt x="312610" y="65875"/>
                  <a:pt x="307010" y="49340"/>
                </a:cubicBezTo>
                <a:cubicBezTo>
                  <a:pt x="303543" y="38939"/>
                  <a:pt x="300609" y="36005"/>
                  <a:pt x="293675" y="37072"/>
                </a:cubicBezTo>
                <a:cubicBezTo>
                  <a:pt x="287807" y="37872"/>
                  <a:pt x="276873" y="44273"/>
                  <a:pt x="270205" y="49607"/>
                </a:cubicBezTo>
                <a:cubicBezTo>
                  <a:pt x="267805" y="51473"/>
                  <a:pt x="265138" y="52807"/>
                  <a:pt x="264338" y="53340"/>
                </a:cubicBezTo>
                <a:cubicBezTo>
                  <a:pt x="263538" y="53874"/>
                  <a:pt x="260337" y="55741"/>
                  <a:pt x="257670" y="58408"/>
                </a:cubicBezTo>
                <a:cubicBezTo>
                  <a:pt x="245402" y="70676"/>
                  <a:pt x="243535" y="72543"/>
                  <a:pt x="237401" y="78143"/>
                </a:cubicBezTo>
                <a:cubicBezTo>
                  <a:pt x="220066" y="94145"/>
                  <a:pt x="204063" y="111748"/>
                  <a:pt x="188862" y="129617"/>
                </a:cubicBezTo>
                <a:cubicBezTo>
                  <a:pt x="181127" y="138684"/>
                  <a:pt x="171259" y="148552"/>
                  <a:pt x="167259" y="152553"/>
                </a:cubicBezTo>
                <a:cubicBezTo>
                  <a:pt x="163525" y="156287"/>
                  <a:pt x="159525" y="160820"/>
                  <a:pt x="158458" y="162154"/>
                </a:cubicBezTo>
                <a:cubicBezTo>
                  <a:pt x="154724" y="166688"/>
                  <a:pt x="141656" y="183223"/>
                  <a:pt x="143523" y="180023"/>
                </a:cubicBezTo>
                <a:cubicBezTo>
                  <a:pt x="147523" y="173089"/>
                  <a:pt x="129121" y="197625"/>
                  <a:pt x="116052" y="215494"/>
                </a:cubicBezTo>
                <a:cubicBezTo>
                  <a:pt x="96850" y="241631"/>
                  <a:pt x="78181" y="269634"/>
                  <a:pt x="62446" y="297904"/>
                </a:cubicBezTo>
                <a:cubicBezTo>
                  <a:pt x="53378" y="314173"/>
                  <a:pt x="26975" y="369647"/>
                  <a:pt x="28308" y="386715"/>
                </a:cubicBezTo>
                <a:cubicBezTo>
                  <a:pt x="30175" y="387515"/>
                  <a:pt x="33909" y="385649"/>
                  <a:pt x="34976" y="387249"/>
                </a:cubicBezTo>
                <a:cubicBezTo>
                  <a:pt x="34176" y="388316"/>
                  <a:pt x="27775" y="395250"/>
                  <a:pt x="26441" y="395516"/>
                </a:cubicBezTo>
                <a:cubicBezTo>
                  <a:pt x="16840" y="397383"/>
                  <a:pt x="10706" y="390983"/>
                  <a:pt x="6172" y="382982"/>
                </a:cubicBezTo>
                <a:cubicBezTo>
                  <a:pt x="1638" y="374447"/>
                  <a:pt x="-1296" y="354178"/>
                  <a:pt x="571" y="337643"/>
                </a:cubicBezTo>
                <a:cubicBezTo>
                  <a:pt x="1371" y="330442"/>
                  <a:pt x="7772" y="305372"/>
                  <a:pt x="10973" y="300571"/>
                </a:cubicBezTo>
                <a:cubicBezTo>
                  <a:pt x="12039" y="298971"/>
                  <a:pt x="12573" y="296837"/>
                  <a:pt x="12573" y="295771"/>
                </a:cubicBezTo>
                <a:cubicBezTo>
                  <a:pt x="12573" y="290970"/>
                  <a:pt x="47777" y="226962"/>
                  <a:pt x="56845" y="211760"/>
                </a:cubicBezTo>
                <a:cubicBezTo>
                  <a:pt x="63779" y="200292"/>
                  <a:pt x="69113" y="190958"/>
                  <a:pt x="73114" y="184023"/>
                </a:cubicBezTo>
                <a:cubicBezTo>
                  <a:pt x="74181" y="181623"/>
                  <a:pt x="76581" y="177623"/>
                  <a:pt x="77914" y="175756"/>
                </a:cubicBezTo>
                <a:cubicBezTo>
                  <a:pt x="80048" y="172555"/>
                  <a:pt x="104584" y="132817"/>
                  <a:pt x="104584" y="131217"/>
                </a:cubicBezTo>
                <a:cubicBezTo>
                  <a:pt x="104584" y="130417"/>
                  <a:pt x="105651" y="128550"/>
                  <a:pt x="106985" y="127216"/>
                </a:cubicBezTo>
                <a:cubicBezTo>
                  <a:pt x="108585" y="125616"/>
                  <a:pt x="109385" y="123749"/>
                  <a:pt x="109385" y="122949"/>
                </a:cubicBezTo>
                <a:cubicBezTo>
                  <a:pt x="109652" y="121882"/>
                  <a:pt x="110452" y="119749"/>
                  <a:pt x="112052" y="118415"/>
                </a:cubicBezTo>
                <a:cubicBezTo>
                  <a:pt x="116052" y="115215"/>
                  <a:pt x="132855" y="84278"/>
                  <a:pt x="132855" y="84011"/>
                </a:cubicBezTo>
                <a:cubicBezTo>
                  <a:pt x="132855" y="83477"/>
                  <a:pt x="133921" y="81877"/>
                  <a:pt x="135255" y="80277"/>
                </a:cubicBezTo>
                <a:cubicBezTo>
                  <a:pt x="136588" y="78677"/>
                  <a:pt x="139522" y="74410"/>
                  <a:pt x="141656" y="70676"/>
                </a:cubicBezTo>
                <a:cubicBezTo>
                  <a:pt x="147256" y="60808"/>
                  <a:pt x="153124" y="51473"/>
                  <a:pt x="159791" y="42406"/>
                </a:cubicBezTo>
                <a:cubicBezTo>
                  <a:pt x="163792" y="37072"/>
                  <a:pt x="167526" y="31471"/>
                  <a:pt x="168059" y="30671"/>
                </a:cubicBezTo>
                <a:cubicBezTo>
                  <a:pt x="172326" y="24537"/>
                  <a:pt x="190195" y="4801"/>
                  <a:pt x="193662" y="2934"/>
                </a:cubicBezTo>
                <a:cubicBezTo>
                  <a:pt x="197129" y="1067"/>
                  <a:pt x="202997" y="0"/>
                  <a:pt x="20833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97" name="Freeform 96">
            <a:extLst>
              <a:ext uri="{FF2B5EF4-FFF2-40B4-BE49-F238E27FC236}">
                <a16:creationId xmlns:a16="http://schemas.microsoft.com/office/drawing/2014/main" id="{75112BE4-E7DF-8F9B-2401-9D6EA62DDFC7}"/>
              </a:ext>
            </a:extLst>
          </p:cNvPr>
          <p:cNvSpPr/>
          <p:nvPr/>
        </p:nvSpPr>
        <p:spPr>
          <a:xfrm>
            <a:off x="1432406" y="5493734"/>
            <a:ext cx="2428300" cy="456142"/>
          </a:xfrm>
          <a:custGeom>
            <a:avLst/>
            <a:gdLst/>
            <a:ahLst/>
            <a:cxnLst/>
            <a:rect l="l" t="t" r="r" b="b"/>
            <a:pathLst>
              <a:path w="3251330" h="610743">
                <a:moveTo>
                  <a:pt x="2991650" y="587807"/>
                </a:moveTo>
                <a:cubicBezTo>
                  <a:pt x="2991650" y="587007"/>
                  <a:pt x="2990583" y="587274"/>
                  <a:pt x="2989250" y="588074"/>
                </a:cubicBezTo>
                <a:cubicBezTo>
                  <a:pt x="2987916" y="588874"/>
                  <a:pt x="2986849" y="589674"/>
                  <a:pt x="2987116" y="589674"/>
                </a:cubicBezTo>
                <a:cubicBezTo>
                  <a:pt x="2987916" y="590474"/>
                  <a:pt x="2991383" y="588874"/>
                  <a:pt x="2991650" y="587807"/>
                </a:cubicBezTo>
                <a:close/>
                <a:moveTo>
                  <a:pt x="2993250" y="583540"/>
                </a:moveTo>
                <a:cubicBezTo>
                  <a:pt x="2992984" y="583807"/>
                  <a:pt x="2992984" y="584873"/>
                  <a:pt x="2993250" y="585673"/>
                </a:cubicBezTo>
                <a:cubicBezTo>
                  <a:pt x="2993517" y="586740"/>
                  <a:pt x="2993783" y="586474"/>
                  <a:pt x="2994050" y="585140"/>
                </a:cubicBezTo>
                <a:cubicBezTo>
                  <a:pt x="2994050" y="583807"/>
                  <a:pt x="2993783" y="583007"/>
                  <a:pt x="2993250" y="583540"/>
                </a:cubicBezTo>
                <a:close/>
                <a:moveTo>
                  <a:pt x="2110244" y="560070"/>
                </a:moveTo>
                <a:cubicBezTo>
                  <a:pt x="2109711" y="559804"/>
                  <a:pt x="2108644" y="560070"/>
                  <a:pt x="2108377" y="560604"/>
                </a:cubicBezTo>
                <a:cubicBezTo>
                  <a:pt x="2107844" y="561404"/>
                  <a:pt x="2108377" y="561937"/>
                  <a:pt x="2109444" y="561937"/>
                </a:cubicBezTo>
                <a:cubicBezTo>
                  <a:pt x="2111578" y="561937"/>
                  <a:pt x="2111844" y="560870"/>
                  <a:pt x="2110244" y="560070"/>
                </a:cubicBezTo>
                <a:close/>
                <a:moveTo>
                  <a:pt x="2111311" y="550469"/>
                </a:moveTo>
                <a:cubicBezTo>
                  <a:pt x="2110778" y="550736"/>
                  <a:pt x="2109711" y="552336"/>
                  <a:pt x="2108911" y="553670"/>
                </a:cubicBezTo>
                <a:lnTo>
                  <a:pt x="2107577" y="556337"/>
                </a:lnTo>
                <a:lnTo>
                  <a:pt x="2109978" y="553936"/>
                </a:lnTo>
                <a:cubicBezTo>
                  <a:pt x="2112644" y="551269"/>
                  <a:pt x="2113445" y="549402"/>
                  <a:pt x="2111311" y="550469"/>
                </a:cubicBezTo>
                <a:close/>
                <a:moveTo>
                  <a:pt x="2111311" y="539268"/>
                </a:moveTo>
                <a:cubicBezTo>
                  <a:pt x="2111311" y="539001"/>
                  <a:pt x="2111044" y="539001"/>
                  <a:pt x="2110244" y="539534"/>
                </a:cubicBezTo>
                <a:cubicBezTo>
                  <a:pt x="2109711" y="539801"/>
                  <a:pt x="2109178" y="541668"/>
                  <a:pt x="2109178" y="543535"/>
                </a:cubicBezTo>
                <a:lnTo>
                  <a:pt x="2109178" y="546735"/>
                </a:lnTo>
                <a:lnTo>
                  <a:pt x="2110244" y="543268"/>
                </a:lnTo>
                <a:cubicBezTo>
                  <a:pt x="2110778" y="541135"/>
                  <a:pt x="2111311" y="539534"/>
                  <a:pt x="2111311" y="539268"/>
                </a:cubicBezTo>
                <a:close/>
                <a:moveTo>
                  <a:pt x="2105444" y="538468"/>
                </a:moveTo>
                <a:cubicBezTo>
                  <a:pt x="2104644" y="539001"/>
                  <a:pt x="2104377" y="540068"/>
                  <a:pt x="2104377" y="541135"/>
                </a:cubicBezTo>
                <a:cubicBezTo>
                  <a:pt x="2104110" y="543002"/>
                  <a:pt x="2104377" y="543002"/>
                  <a:pt x="2105444" y="541401"/>
                </a:cubicBezTo>
                <a:cubicBezTo>
                  <a:pt x="2107044" y="539001"/>
                  <a:pt x="2107044" y="537401"/>
                  <a:pt x="2105444" y="538468"/>
                </a:cubicBezTo>
                <a:close/>
                <a:moveTo>
                  <a:pt x="2111578" y="534200"/>
                </a:moveTo>
                <a:cubicBezTo>
                  <a:pt x="2110778" y="534200"/>
                  <a:pt x="2110244" y="534734"/>
                  <a:pt x="2110244" y="535534"/>
                </a:cubicBezTo>
                <a:cubicBezTo>
                  <a:pt x="2110244" y="536067"/>
                  <a:pt x="2110778" y="536334"/>
                  <a:pt x="2111578" y="536067"/>
                </a:cubicBezTo>
                <a:cubicBezTo>
                  <a:pt x="2112378" y="535801"/>
                  <a:pt x="2112644" y="535001"/>
                  <a:pt x="2112644" y="534734"/>
                </a:cubicBezTo>
                <a:cubicBezTo>
                  <a:pt x="2112644" y="534467"/>
                  <a:pt x="2112111" y="534200"/>
                  <a:pt x="2111578" y="534200"/>
                </a:cubicBezTo>
                <a:close/>
                <a:moveTo>
                  <a:pt x="2106510" y="531800"/>
                </a:moveTo>
                <a:cubicBezTo>
                  <a:pt x="2105977" y="531800"/>
                  <a:pt x="2105444" y="532867"/>
                  <a:pt x="2105444" y="534200"/>
                </a:cubicBezTo>
                <a:cubicBezTo>
                  <a:pt x="2105444" y="535534"/>
                  <a:pt x="2105977" y="536334"/>
                  <a:pt x="2106510" y="536067"/>
                </a:cubicBezTo>
                <a:cubicBezTo>
                  <a:pt x="2107044" y="535801"/>
                  <a:pt x="2107577" y="534734"/>
                  <a:pt x="2107577" y="533667"/>
                </a:cubicBezTo>
                <a:cubicBezTo>
                  <a:pt x="2107577" y="532600"/>
                  <a:pt x="2107044" y="531800"/>
                  <a:pt x="2106510" y="531800"/>
                </a:cubicBezTo>
                <a:close/>
                <a:moveTo>
                  <a:pt x="2114870" y="525958"/>
                </a:moveTo>
                <a:cubicBezTo>
                  <a:pt x="2114628" y="525966"/>
                  <a:pt x="2114245" y="526199"/>
                  <a:pt x="2113711" y="526733"/>
                </a:cubicBezTo>
                <a:cubicBezTo>
                  <a:pt x="2112911" y="527533"/>
                  <a:pt x="2112111" y="529133"/>
                  <a:pt x="2111844" y="530200"/>
                </a:cubicBezTo>
                <a:cubicBezTo>
                  <a:pt x="2111578" y="532067"/>
                  <a:pt x="2111844" y="532067"/>
                  <a:pt x="2113445" y="529933"/>
                </a:cubicBezTo>
                <a:cubicBezTo>
                  <a:pt x="2115045" y="527933"/>
                  <a:pt x="2115595" y="525933"/>
                  <a:pt x="2114870" y="525958"/>
                </a:cubicBezTo>
                <a:close/>
                <a:moveTo>
                  <a:pt x="2124112" y="523799"/>
                </a:moveTo>
                <a:cubicBezTo>
                  <a:pt x="2123579" y="524333"/>
                  <a:pt x="2123579" y="525133"/>
                  <a:pt x="2123846" y="525933"/>
                </a:cubicBezTo>
                <a:cubicBezTo>
                  <a:pt x="2124112" y="527000"/>
                  <a:pt x="2124646" y="526733"/>
                  <a:pt x="2124646" y="525399"/>
                </a:cubicBezTo>
                <a:cubicBezTo>
                  <a:pt x="2124646" y="524066"/>
                  <a:pt x="2124646" y="523266"/>
                  <a:pt x="2124112" y="523799"/>
                </a:cubicBezTo>
                <a:close/>
                <a:moveTo>
                  <a:pt x="2118412" y="523666"/>
                </a:moveTo>
                <a:cubicBezTo>
                  <a:pt x="2117712" y="524066"/>
                  <a:pt x="2117045" y="525266"/>
                  <a:pt x="2116378" y="527266"/>
                </a:cubicBezTo>
                <a:cubicBezTo>
                  <a:pt x="2114778" y="532067"/>
                  <a:pt x="2114245" y="532600"/>
                  <a:pt x="2116912" y="529933"/>
                </a:cubicBezTo>
                <a:cubicBezTo>
                  <a:pt x="2117978" y="528866"/>
                  <a:pt x="2118778" y="528066"/>
                  <a:pt x="2118778" y="528600"/>
                </a:cubicBezTo>
                <a:cubicBezTo>
                  <a:pt x="2118778" y="529133"/>
                  <a:pt x="2119312" y="529133"/>
                  <a:pt x="2120112" y="528600"/>
                </a:cubicBezTo>
                <a:cubicBezTo>
                  <a:pt x="2121179" y="528066"/>
                  <a:pt x="2121179" y="527533"/>
                  <a:pt x="2120112" y="527266"/>
                </a:cubicBezTo>
                <a:cubicBezTo>
                  <a:pt x="2119312" y="527000"/>
                  <a:pt x="2118778" y="526199"/>
                  <a:pt x="2118778" y="525666"/>
                </a:cubicBezTo>
                <a:cubicBezTo>
                  <a:pt x="2118778" y="524866"/>
                  <a:pt x="2119312" y="524866"/>
                  <a:pt x="2120112" y="525399"/>
                </a:cubicBezTo>
                <a:cubicBezTo>
                  <a:pt x="2120912" y="525933"/>
                  <a:pt x="2121179" y="525666"/>
                  <a:pt x="2120646" y="524866"/>
                </a:cubicBezTo>
                <a:cubicBezTo>
                  <a:pt x="2119846" y="523666"/>
                  <a:pt x="2119112" y="523266"/>
                  <a:pt x="2118412" y="523666"/>
                </a:cubicBezTo>
                <a:close/>
                <a:moveTo>
                  <a:pt x="2115045" y="521666"/>
                </a:moveTo>
                <a:cubicBezTo>
                  <a:pt x="2114245" y="521399"/>
                  <a:pt x="2113978" y="521399"/>
                  <a:pt x="2113978" y="521932"/>
                </a:cubicBezTo>
                <a:cubicBezTo>
                  <a:pt x="2113978" y="522732"/>
                  <a:pt x="2114512" y="523532"/>
                  <a:pt x="2115045" y="524066"/>
                </a:cubicBezTo>
                <a:cubicBezTo>
                  <a:pt x="2115578" y="524599"/>
                  <a:pt x="2116378" y="524066"/>
                  <a:pt x="2116378" y="523532"/>
                </a:cubicBezTo>
                <a:cubicBezTo>
                  <a:pt x="2116378" y="522732"/>
                  <a:pt x="2115845" y="521932"/>
                  <a:pt x="2115045" y="521666"/>
                </a:cubicBezTo>
                <a:close/>
                <a:moveTo>
                  <a:pt x="2110778" y="520865"/>
                </a:moveTo>
                <a:cubicBezTo>
                  <a:pt x="2109444" y="520865"/>
                  <a:pt x="2109178" y="521666"/>
                  <a:pt x="2109711" y="523266"/>
                </a:cubicBezTo>
                <a:cubicBezTo>
                  <a:pt x="2110244" y="524599"/>
                  <a:pt x="2109711" y="525666"/>
                  <a:pt x="2108377" y="526199"/>
                </a:cubicBezTo>
                <a:cubicBezTo>
                  <a:pt x="2106244" y="527000"/>
                  <a:pt x="2105977" y="530733"/>
                  <a:pt x="2108111" y="530200"/>
                </a:cubicBezTo>
                <a:cubicBezTo>
                  <a:pt x="2109444" y="529933"/>
                  <a:pt x="2111844" y="524866"/>
                  <a:pt x="2112644" y="521132"/>
                </a:cubicBezTo>
                <a:cubicBezTo>
                  <a:pt x="2112644" y="521132"/>
                  <a:pt x="2111844" y="520865"/>
                  <a:pt x="2110778" y="520865"/>
                </a:cubicBezTo>
                <a:close/>
                <a:moveTo>
                  <a:pt x="2131847" y="507264"/>
                </a:moveTo>
                <a:cubicBezTo>
                  <a:pt x="2131314" y="507530"/>
                  <a:pt x="2130780" y="508331"/>
                  <a:pt x="2130780" y="509131"/>
                </a:cubicBezTo>
                <a:cubicBezTo>
                  <a:pt x="2130780" y="509664"/>
                  <a:pt x="2131314" y="510197"/>
                  <a:pt x="2131847" y="510197"/>
                </a:cubicBezTo>
                <a:cubicBezTo>
                  <a:pt x="2132647" y="510197"/>
                  <a:pt x="2133180" y="509397"/>
                  <a:pt x="2133180" y="508331"/>
                </a:cubicBezTo>
                <a:cubicBezTo>
                  <a:pt x="2133180" y="507264"/>
                  <a:pt x="2132647" y="506730"/>
                  <a:pt x="2131847" y="507264"/>
                </a:cubicBezTo>
                <a:close/>
                <a:moveTo>
                  <a:pt x="2122246" y="504330"/>
                </a:moveTo>
                <a:cubicBezTo>
                  <a:pt x="2121446" y="504597"/>
                  <a:pt x="2119846" y="508064"/>
                  <a:pt x="2118245" y="512331"/>
                </a:cubicBezTo>
                <a:cubicBezTo>
                  <a:pt x="2116112" y="517398"/>
                  <a:pt x="2115845" y="519265"/>
                  <a:pt x="2117178" y="518465"/>
                </a:cubicBezTo>
                <a:cubicBezTo>
                  <a:pt x="2118245" y="517932"/>
                  <a:pt x="2118778" y="516065"/>
                  <a:pt x="2118778" y="514998"/>
                </a:cubicBezTo>
                <a:cubicBezTo>
                  <a:pt x="2118778" y="513931"/>
                  <a:pt x="2119846" y="511531"/>
                  <a:pt x="2121179" y="509664"/>
                </a:cubicBezTo>
                <a:cubicBezTo>
                  <a:pt x="2124112" y="505664"/>
                  <a:pt x="2124112" y="503797"/>
                  <a:pt x="2122246" y="504330"/>
                </a:cubicBezTo>
                <a:close/>
                <a:moveTo>
                  <a:pt x="2126513" y="502997"/>
                </a:moveTo>
                <a:cubicBezTo>
                  <a:pt x="2125713" y="502997"/>
                  <a:pt x="2122246" y="509664"/>
                  <a:pt x="2122246" y="511264"/>
                </a:cubicBezTo>
                <a:cubicBezTo>
                  <a:pt x="2122246" y="512064"/>
                  <a:pt x="2122779" y="512331"/>
                  <a:pt x="2123579" y="512064"/>
                </a:cubicBezTo>
                <a:cubicBezTo>
                  <a:pt x="2124379" y="511798"/>
                  <a:pt x="2124646" y="510197"/>
                  <a:pt x="2124646" y="508864"/>
                </a:cubicBezTo>
                <a:cubicBezTo>
                  <a:pt x="2124913" y="507530"/>
                  <a:pt x="2125180" y="506464"/>
                  <a:pt x="2125980" y="506464"/>
                </a:cubicBezTo>
                <a:cubicBezTo>
                  <a:pt x="2126513" y="506464"/>
                  <a:pt x="2127046" y="505664"/>
                  <a:pt x="2127046" y="504863"/>
                </a:cubicBezTo>
                <a:cubicBezTo>
                  <a:pt x="2127313" y="503797"/>
                  <a:pt x="2126780" y="502997"/>
                  <a:pt x="2126513" y="502997"/>
                </a:cubicBezTo>
                <a:close/>
                <a:moveTo>
                  <a:pt x="2117445" y="501130"/>
                </a:moveTo>
                <a:cubicBezTo>
                  <a:pt x="2116645" y="500596"/>
                  <a:pt x="2116378" y="500863"/>
                  <a:pt x="2116645" y="501663"/>
                </a:cubicBezTo>
                <a:cubicBezTo>
                  <a:pt x="2116912" y="502730"/>
                  <a:pt x="2115312" y="506997"/>
                  <a:pt x="2113178" y="511264"/>
                </a:cubicBezTo>
                <a:cubicBezTo>
                  <a:pt x="2111044" y="515531"/>
                  <a:pt x="2109444" y="519265"/>
                  <a:pt x="2109711" y="519532"/>
                </a:cubicBezTo>
                <a:cubicBezTo>
                  <a:pt x="2111044" y="520865"/>
                  <a:pt x="2115578" y="515531"/>
                  <a:pt x="2114778" y="513398"/>
                </a:cubicBezTo>
                <a:cubicBezTo>
                  <a:pt x="2114245" y="512064"/>
                  <a:pt x="2115045" y="509397"/>
                  <a:pt x="2116378" y="507264"/>
                </a:cubicBezTo>
                <a:cubicBezTo>
                  <a:pt x="2119045" y="502997"/>
                  <a:pt x="2119312" y="502196"/>
                  <a:pt x="2117445" y="501130"/>
                </a:cubicBezTo>
                <a:close/>
                <a:moveTo>
                  <a:pt x="3062326" y="498463"/>
                </a:moveTo>
                <a:cubicBezTo>
                  <a:pt x="3061792" y="498729"/>
                  <a:pt x="3060192" y="501130"/>
                  <a:pt x="3059658" y="504063"/>
                </a:cubicBezTo>
                <a:cubicBezTo>
                  <a:pt x="3059125" y="506730"/>
                  <a:pt x="3057791" y="508331"/>
                  <a:pt x="3057258" y="507530"/>
                </a:cubicBezTo>
                <a:cubicBezTo>
                  <a:pt x="3056724" y="506730"/>
                  <a:pt x="3055924" y="506730"/>
                  <a:pt x="3054858" y="508597"/>
                </a:cubicBezTo>
                <a:cubicBezTo>
                  <a:pt x="3054058" y="509931"/>
                  <a:pt x="3054058" y="510464"/>
                  <a:pt x="3054591" y="510197"/>
                </a:cubicBezTo>
                <a:cubicBezTo>
                  <a:pt x="3055391" y="509931"/>
                  <a:pt x="3055924" y="510197"/>
                  <a:pt x="3055924" y="510731"/>
                </a:cubicBezTo>
                <a:cubicBezTo>
                  <a:pt x="3055924" y="511531"/>
                  <a:pt x="3055124" y="512064"/>
                  <a:pt x="3054324" y="512064"/>
                </a:cubicBezTo>
                <a:cubicBezTo>
                  <a:pt x="3052458" y="511798"/>
                  <a:pt x="3049524" y="515265"/>
                  <a:pt x="3047924" y="518198"/>
                </a:cubicBezTo>
                <a:cubicBezTo>
                  <a:pt x="3046857" y="520332"/>
                  <a:pt x="3034855" y="535534"/>
                  <a:pt x="3031655" y="539534"/>
                </a:cubicBezTo>
                <a:cubicBezTo>
                  <a:pt x="3030321" y="541135"/>
                  <a:pt x="3029521" y="543002"/>
                  <a:pt x="3030055" y="543802"/>
                </a:cubicBezTo>
                <a:cubicBezTo>
                  <a:pt x="3030588" y="544602"/>
                  <a:pt x="3030321" y="544868"/>
                  <a:pt x="3029788" y="544335"/>
                </a:cubicBezTo>
                <a:cubicBezTo>
                  <a:pt x="3029254" y="543802"/>
                  <a:pt x="3026321" y="546469"/>
                  <a:pt x="3023654" y="549669"/>
                </a:cubicBezTo>
                <a:cubicBezTo>
                  <a:pt x="3020987" y="552869"/>
                  <a:pt x="3016986" y="557137"/>
                  <a:pt x="3014853" y="559270"/>
                </a:cubicBezTo>
                <a:cubicBezTo>
                  <a:pt x="3012719" y="561404"/>
                  <a:pt x="3009786" y="564871"/>
                  <a:pt x="3007918" y="567538"/>
                </a:cubicBezTo>
                <a:cubicBezTo>
                  <a:pt x="3006052" y="570205"/>
                  <a:pt x="3002318" y="573939"/>
                  <a:pt x="2999918" y="576339"/>
                </a:cubicBezTo>
                <a:cubicBezTo>
                  <a:pt x="2997517" y="578739"/>
                  <a:pt x="2995384" y="581673"/>
                  <a:pt x="2995384" y="582740"/>
                </a:cubicBezTo>
                <a:cubicBezTo>
                  <a:pt x="2995117" y="584607"/>
                  <a:pt x="2995384" y="584340"/>
                  <a:pt x="2997784" y="582740"/>
                </a:cubicBezTo>
                <a:cubicBezTo>
                  <a:pt x="2999384" y="581673"/>
                  <a:pt x="3000184" y="580073"/>
                  <a:pt x="3000184" y="579273"/>
                </a:cubicBezTo>
                <a:cubicBezTo>
                  <a:pt x="3000451" y="578473"/>
                  <a:pt x="3002318" y="576606"/>
                  <a:pt x="3004718" y="575006"/>
                </a:cubicBezTo>
                <a:cubicBezTo>
                  <a:pt x="3007118" y="573405"/>
                  <a:pt x="3008985" y="571805"/>
                  <a:pt x="3008985" y="570738"/>
                </a:cubicBezTo>
                <a:cubicBezTo>
                  <a:pt x="3008985" y="569938"/>
                  <a:pt x="3009786" y="569405"/>
                  <a:pt x="3010852" y="569405"/>
                </a:cubicBezTo>
                <a:cubicBezTo>
                  <a:pt x="3011919" y="569405"/>
                  <a:pt x="3013252" y="568338"/>
                  <a:pt x="3013519" y="567271"/>
                </a:cubicBezTo>
                <a:cubicBezTo>
                  <a:pt x="3014053" y="564604"/>
                  <a:pt x="3021254" y="559004"/>
                  <a:pt x="3022854" y="559004"/>
                </a:cubicBezTo>
                <a:cubicBezTo>
                  <a:pt x="3023387" y="559004"/>
                  <a:pt x="3023920" y="558203"/>
                  <a:pt x="3023920" y="557403"/>
                </a:cubicBezTo>
                <a:cubicBezTo>
                  <a:pt x="3023920" y="556603"/>
                  <a:pt x="3024987" y="555003"/>
                  <a:pt x="3026588" y="553403"/>
                </a:cubicBezTo>
                <a:cubicBezTo>
                  <a:pt x="3027921" y="552069"/>
                  <a:pt x="3028988" y="550469"/>
                  <a:pt x="3028988" y="550202"/>
                </a:cubicBezTo>
                <a:cubicBezTo>
                  <a:pt x="3028988" y="549669"/>
                  <a:pt x="3040723" y="534734"/>
                  <a:pt x="3042056" y="533134"/>
                </a:cubicBezTo>
                <a:cubicBezTo>
                  <a:pt x="3043656" y="531267"/>
                  <a:pt x="3044990" y="529667"/>
                  <a:pt x="3045790" y="529667"/>
                </a:cubicBezTo>
                <a:cubicBezTo>
                  <a:pt x="3046324" y="529667"/>
                  <a:pt x="3046590" y="529400"/>
                  <a:pt x="3046324" y="528600"/>
                </a:cubicBezTo>
                <a:cubicBezTo>
                  <a:pt x="3046056" y="527800"/>
                  <a:pt x="3046590" y="526199"/>
                  <a:pt x="3047924" y="524866"/>
                </a:cubicBezTo>
                <a:cubicBezTo>
                  <a:pt x="3049524" y="523266"/>
                  <a:pt x="3051390" y="520599"/>
                  <a:pt x="3052458" y="518465"/>
                </a:cubicBezTo>
                <a:cubicBezTo>
                  <a:pt x="3053524" y="516598"/>
                  <a:pt x="3056458" y="512864"/>
                  <a:pt x="3058858" y="509664"/>
                </a:cubicBezTo>
                <a:cubicBezTo>
                  <a:pt x="3062592" y="504863"/>
                  <a:pt x="3065259" y="496862"/>
                  <a:pt x="3062326" y="498463"/>
                </a:cubicBezTo>
                <a:close/>
                <a:moveTo>
                  <a:pt x="2139982" y="498463"/>
                </a:moveTo>
                <a:cubicBezTo>
                  <a:pt x="2139848" y="498329"/>
                  <a:pt x="2139581" y="498996"/>
                  <a:pt x="2139048" y="500330"/>
                </a:cubicBezTo>
                <a:cubicBezTo>
                  <a:pt x="2138514" y="501930"/>
                  <a:pt x="2138248" y="503797"/>
                  <a:pt x="2138781" y="504330"/>
                </a:cubicBezTo>
                <a:cubicBezTo>
                  <a:pt x="2139314" y="504863"/>
                  <a:pt x="2139848" y="503530"/>
                  <a:pt x="2140115" y="501396"/>
                </a:cubicBezTo>
                <a:cubicBezTo>
                  <a:pt x="2140115" y="499529"/>
                  <a:pt x="2140115" y="498596"/>
                  <a:pt x="2139982" y="498463"/>
                </a:cubicBezTo>
                <a:close/>
                <a:moveTo>
                  <a:pt x="2127046" y="494996"/>
                </a:moveTo>
                <a:cubicBezTo>
                  <a:pt x="2127046" y="494462"/>
                  <a:pt x="2125980" y="495262"/>
                  <a:pt x="2124646" y="496862"/>
                </a:cubicBezTo>
                <a:cubicBezTo>
                  <a:pt x="2122512" y="499796"/>
                  <a:pt x="2121712" y="502997"/>
                  <a:pt x="2123046" y="502997"/>
                </a:cubicBezTo>
                <a:cubicBezTo>
                  <a:pt x="2123579" y="502997"/>
                  <a:pt x="2127046" y="496596"/>
                  <a:pt x="2127046" y="494996"/>
                </a:cubicBezTo>
                <a:close/>
                <a:moveTo>
                  <a:pt x="2131947" y="493529"/>
                </a:moveTo>
                <a:cubicBezTo>
                  <a:pt x="2131914" y="493129"/>
                  <a:pt x="2131314" y="493529"/>
                  <a:pt x="2130247" y="494996"/>
                </a:cubicBezTo>
                <a:cubicBezTo>
                  <a:pt x="2129180" y="496329"/>
                  <a:pt x="2128380" y="497929"/>
                  <a:pt x="2128380" y="498729"/>
                </a:cubicBezTo>
                <a:cubicBezTo>
                  <a:pt x="2128380" y="499263"/>
                  <a:pt x="2129180" y="498463"/>
                  <a:pt x="2130247" y="496862"/>
                </a:cubicBezTo>
                <a:cubicBezTo>
                  <a:pt x="2131447" y="495129"/>
                  <a:pt x="2131980" y="493929"/>
                  <a:pt x="2131947" y="493529"/>
                </a:cubicBezTo>
                <a:close/>
                <a:moveTo>
                  <a:pt x="3018053" y="493129"/>
                </a:moveTo>
                <a:cubicBezTo>
                  <a:pt x="3017520" y="492862"/>
                  <a:pt x="3016453" y="493395"/>
                  <a:pt x="3016186" y="494195"/>
                </a:cubicBezTo>
                <a:cubicBezTo>
                  <a:pt x="3015653" y="495262"/>
                  <a:pt x="3016186" y="496062"/>
                  <a:pt x="3017253" y="496062"/>
                </a:cubicBezTo>
                <a:cubicBezTo>
                  <a:pt x="3019387" y="496329"/>
                  <a:pt x="3020187" y="494195"/>
                  <a:pt x="3018053" y="493129"/>
                </a:cubicBezTo>
                <a:close/>
                <a:moveTo>
                  <a:pt x="2141548" y="490062"/>
                </a:moveTo>
                <a:cubicBezTo>
                  <a:pt x="2141448" y="489862"/>
                  <a:pt x="2140915" y="490062"/>
                  <a:pt x="2139848" y="490462"/>
                </a:cubicBezTo>
                <a:cubicBezTo>
                  <a:pt x="2138781" y="490995"/>
                  <a:pt x="2138248" y="491795"/>
                  <a:pt x="2138781" y="492329"/>
                </a:cubicBezTo>
                <a:cubicBezTo>
                  <a:pt x="2139581" y="493129"/>
                  <a:pt x="2139848" y="492862"/>
                  <a:pt x="2140648" y="492062"/>
                </a:cubicBezTo>
                <a:cubicBezTo>
                  <a:pt x="2141315" y="490862"/>
                  <a:pt x="2141648" y="490262"/>
                  <a:pt x="2141548" y="490062"/>
                </a:cubicBezTo>
                <a:close/>
                <a:moveTo>
                  <a:pt x="2130514" y="487261"/>
                </a:moveTo>
                <a:cubicBezTo>
                  <a:pt x="2130247" y="487261"/>
                  <a:pt x="2128913" y="488328"/>
                  <a:pt x="2127846" y="489662"/>
                </a:cubicBezTo>
                <a:cubicBezTo>
                  <a:pt x="2126513" y="490995"/>
                  <a:pt x="2126246" y="492062"/>
                  <a:pt x="2127046" y="492595"/>
                </a:cubicBezTo>
                <a:cubicBezTo>
                  <a:pt x="2127846" y="493129"/>
                  <a:pt x="2128913" y="492329"/>
                  <a:pt x="2129447" y="490728"/>
                </a:cubicBezTo>
                <a:cubicBezTo>
                  <a:pt x="2130514" y="487261"/>
                  <a:pt x="2130780" y="487261"/>
                  <a:pt x="2130514" y="487261"/>
                </a:cubicBezTo>
                <a:close/>
                <a:moveTo>
                  <a:pt x="2125446" y="487261"/>
                </a:moveTo>
                <a:cubicBezTo>
                  <a:pt x="2123846" y="487261"/>
                  <a:pt x="2121179" y="491528"/>
                  <a:pt x="2121179" y="493929"/>
                </a:cubicBezTo>
                <a:cubicBezTo>
                  <a:pt x="2121179" y="495529"/>
                  <a:pt x="2120379" y="497396"/>
                  <a:pt x="2119312" y="497663"/>
                </a:cubicBezTo>
                <a:cubicBezTo>
                  <a:pt x="2118245" y="497929"/>
                  <a:pt x="2117978" y="498729"/>
                  <a:pt x="2118245" y="499263"/>
                </a:cubicBezTo>
                <a:cubicBezTo>
                  <a:pt x="2119312" y="501396"/>
                  <a:pt x="2122246" y="498996"/>
                  <a:pt x="2122246" y="495529"/>
                </a:cubicBezTo>
                <a:cubicBezTo>
                  <a:pt x="2122246" y="493662"/>
                  <a:pt x="2122779" y="492062"/>
                  <a:pt x="2123579" y="492062"/>
                </a:cubicBezTo>
                <a:cubicBezTo>
                  <a:pt x="2124112" y="492062"/>
                  <a:pt x="2124913" y="491262"/>
                  <a:pt x="2125180" y="489928"/>
                </a:cubicBezTo>
                <a:cubicBezTo>
                  <a:pt x="2125446" y="488861"/>
                  <a:pt x="2125713" y="487795"/>
                  <a:pt x="2125980" y="487528"/>
                </a:cubicBezTo>
                <a:cubicBezTo>
                  <a:pt x="2125980" y="487528"/>
                  <a:pt x="2125713" y="487261"/>
                  <a:pt x="2125446" y="487261"/>
                </a:cubicBezTo>
                <a:close/>
                <a:moveTo>
                  <a:pt x="3026588" y="478460"/>
                </a:moveTo>
                <a:cubicBezTo>
                  <a:pt x="3026321" y="478460"/>
                  <a:pt x="3025788" y="479527"/>
                  <a:pt x="3025254" y="480860"/>
                </a:cubicBezTo>
                <a:cubicBezTo>
                  <a:pt x="3024987" y="482194"/>
                  <a:pt x="3025254" y="482994"/>
                  <a:pt x="3025788" y="482461"/>
                </a:cubicBezTo>
                <a:cubicBezTo>
                  <a:pt x="3026588" y="481661"/>
                  <a:pt x="3027388" y="478460"/>
                  <a:pt x="3026588" y="478460"/>
                </a:cubicBezTo>
                <a:close/>
                <a:moveTo>
                  <a:pt x="2153183" y="468326"/>
                </a:moveTo>
                <a:cubicBezTo>
                  <a:pt x="2152650" y="468059"/>
                  <a:pt x="2151850" y="468326"/>
                  <a:pt x="2151049" y="469126"/>
                </a:cubicBezTo>
                <a:cubicBezTo>
                  <a:pt x="2149716" y="470459"/>
                  <a:pt x="2149982" y="470459"/>
                  <a:pt x="2151583" y="469926"/>
                </a:cubicBezTo>
                <a:cubicBezTo>
                  <a:pt x="2152916" y="469392"/>
                  <a:pt x="2153450" y="468592"/>
                  <a:pt x="2153183" y="468326"/>
                </a:cubicBezTo>
                <a:close/>
                <a:moveTo>
                  <a:pt x="2143848" y="466459"/>
                </a:moveTo>
                <a:cubicBezTo>
                  <a:pt x="2143315" y="466725"/>
                  <a:pt x="2142782" y="467525"/>
                  <a:pt x="2142782" y="468059"/>
                </a:cubicBezTo>
                <a:cubicBezTo>
                  <a:pt x="2142782" y="468859"/>
                  <a:pt x="2143315" y="469392"/>
                  <a:pt x="2143848" y="469392"/>
                </a:cubicBezTo>
                <a:cubicBezTo>
                  <a:pt x="2144382" y="469392"/>
                  <a:pt x="2144915" y="468592"/>
                  <a:pt x="2144915" y="467525"/>
                </a:cubicBezTo>
                <a:cubicBezTo>
                  <a:pt x="2144915" y="466459"/>
                  <a:pt x="2144382" y="465925"/>
                  <a:pt x="2143848" y="466459"/>
                </a:cubicBezTo>
                <a:close/>
                <a:moveTo>
                  <a:pt x="2138248" y="460858"/>
                </a:moveTo>
                <a:cubicBezTo>
                  <a:pt x="2136914" y="460858"/>
                  <a:pt x="2129714" y="475260"/>
                  <a:pt x="2129714" y="477660"/>
                </a:cubicBezTo>
                <a:cubicBezTo>
                  <a:pt x="2129714" y="478193"/>
                  <a:pt x="2129180" y="478994"/>
                  <a:pt x="2128380" y="478994"/>
                </a:cubicBezTo>
                <a:cubicBezTo>
                  <a:pt x="2127846" y="478994"/>
                  <a:pt x="2127313" y="479527"/>
                  <a:pt x="2127313" y="480327"/>
                </a:cubicBezTo>
                <a:cubicBezTo>
                  <a:pt x="2127313" y="481127"/>
                  <a:pt x="2128113" y="480860"/>
                  <a:pt x="2129447" y="479527"/>
                </a:cubicBezTo>
                <a:cubicBezTo>
                  <a:pt x="2130780" y="478193"/>
                  <a:pt x="2131847" y="477127"/>
                  <a:pt x="2131847" y="476593"/>
                </a:cubicBezTo>
                <a:cubicBezTo>
                  <a:pt x="2131580" y="474193"/>
                  <a:pt x="2132380" y="473126"/>
                  <a:pt x="2133714" y="473660"/>
                </a:cubicBezTo>
                <a:cubicBezTo>
                  <a:pt x="2135314" y="474193"/>
                  <a:pt x="2135314" y="474726"/>
                  <a:pt x="2133714" y="477127"/>
                </a:cubicBezTo>
                <a:cubicBezTo>
                  <a:pt x="2132647" y="478727"/>
                  <a:pt x="2132114" y="480060"/>
                  <a:pt x="2132647" y="480060"/>
                </a:cubicBezTo>
                <a:cubicBezTo>
                  <a:pt x="2133180" y="480060"/>
                  <a:pt x="2132914" y="480860"/>
                  <a:pt x="2132114" y="481661"/>
                </a:cubicBezTo>
                <a:cubicBezTo>
                  <a:pt x="2131047" y="482727"/>
                  <a:pt x="2129714" y="482994"/>
                  <a:pt x="2128380" y="482727"/>
                </a:cubicBezTo>
                <a:cubicBezTo>
                  <a:pt x="2127046" y="482461"/>
                  <a:pt x="2125980" y="482727"/>
                  <a:pt x="2125980" y="483794"/>
                </a:cubicBezTo>
                <a:cubicBezTo>
                  <a:pt x="2125980" y="484594"/>
                  <a:pt x="2126780" y="484861"/>
                  <a:pt x="2127580" y="484594"/>
                </a:cubicBezTo>
                <a:cubicBezTo>
                  <a:pt x="2128646" y="484328"/>
                  <a:pt x="2129714" y="484328"/>
                  <a:pt x="2130514" y="485128"/>
                </a:cubicBezTo>
                <a:cubicBezTo>
                  <a:pt x="2131314" y="485928"/>
                  <a:pt x="2132647" y="484861"/>
                  <a:pt x="2134247" y="481127"/>
                </a:cubicBezTo>
                <a:lnTo>
                  <a:pt x="2136648" y="475793"/>
                </a:lnTo>
                <a:lnTo>
                  <a:pt x="2135314" y="484328"/>
                </a:lnTo>
                <a:lnTo>
                  <a:pt x="2137981" y="479527"/>
                </a:lnTo>
                <a:cubicBezTo>
                  <a:pt x="2139581" y="476860"/>
                  <a:pt x="2141182" y="474193"/>
                  <a:pt x="2141715" y="473660"/>
                </a:cubicBezTo>
                <a:cubicBezTo>
                  <a:pt x="2143582" y="471793"/>
                  <a:pt x="2143048" y="470459"/>
                  <a:pt x="2141182" y="471259"/>
                </a:cubicBezTo>
                <a:cubicBezTo>
                  <a:pt x="2140115" y="471793"/>
                  <a:pt x="2139314" y="472593"/>
                  <a:pt x="2139314" y="473660"/>
                </a:cubicBezTo>
                <a:cubicBezTo>
                  <a:pt x="2139314" y="474460"/>
                  <a:pt x="2138781" y="475260"/>
                  <a:pt x="2137981" y="475260"/>
                </a:cubicBezTo>
                <a:cubicBezTo>
                  <a:pt x="2137181" y="475260"/>
                  <a:pt x="2137181" y="474460"/>
                  <a:pt x="2137981" y="472859"/>
                </a:cubicBezTo>
                <a:cubicBezTo>
                  <a:pt x="2139581" y="469659"/>
                  <a:pt x="2139581" y="469659"/>
                  <a:pt x="2136648" y="469126"/>
                </a:cubicBezTo>
                <a:lnTo>
                  <a:pt x="2133980" y="468592"/>
                </a:lnTo>
                <a:lnTo>
                  <a:pt x="2136648" y="465925"/>
                </a:lnTo>
                <a:cubicBezTo>
                  <a:pt x="2139314" y="463258"/>
                  <a:pt x="2140115" y="460858"/>
                  <a:pt x="2138248" y="460858"/>
                </a:cubicBezTo>
                <a:close/>
                <a:moveTo>
                  <a:pt x="2141348" y="454924"/>
                </a:moveTo>
                <a:cubicBezTo>
                  <a:pt x="2141048" y="454924"/>
                  <a:pt x="2140515" y="455391"/>
                  <a:pt x="2139581" y="456324"/>
                </a:cubicBezTo>
                <a:cubicBezTo>
                  <a:pt x="2138514" y="457391"/>
                  <a:pt x="2137981" y="458724"/>
                  <a:pt x="2138248" y="459258"/>
                </a:cubicBezTo>
                <a:cubicBezTo>
                  <a:pt x="2139048" y="460858"/>
                  <a:pt x="2141715" y="458458"/>
                  <a:pt x="2141715" y="456324"/>
                </a:cubicBezTo>
                <a:cubicBezTo>
                  <a:pt x="2141715" y="455391"/>
                  <a:pt x="2141648" y="454924"/>
                  <a:pt x="2141348" y="454924"/>
                </a:cubicBezTo>
                <a:close/>
                <a:moveTo>
                  <a:pt x="3096996" y="448056"/>
                </a:moveTo>
                <a:cubicBezTo>
                  <a:pt x="3095663" y="446723"/>
                  <a:pt x="3092462" y="451523"/>
                  <a:pt x="3093529" y="453390"/>
                </a:cubicBezTo>
                <a:cubicBezTo>
                  <a:pt x="3093796" y="453924"/>
                  <a:pt x="3093796" y="454457"/>
                  <a:pt x="3092729" y="454457"/>
                </a:cubicBezTo>
                <a:cubicBezTo>
                  <a:pt x="3090862" y="454457"/>
                  <a:pt x="3084195" y="465125"/>
                  <a:pt x="3083928" y="468326"/>
                </a:cubicBezTo>
                <a:cubicBezTo>
                  <a:pt x="3083928" y="469659"/>
                  <a:pt x="3083395" y="471259"/>
                  <a:pt x="3082594" y="471526"/>
                </a:cubicBezTo>
                <a:cubicBezTo>
                  <a:pt x="3081794" y="471793"/>
                  <a:pt x="3081794" y="471526"/>
                  <a:pt x="3082328" y="470192"/>
                </a:cubicBezTo>
                <a:cubicBezTo>
                  <a:pt x="3082861" y="468859"/>
                  <a:pt x="3080994" y="470726"/>
                  <a:pt x="3078594" y="474193"/>
                </a:cubicBezTo>
                <a:cubicBezTo>
                  <a:pt x="3075927" y="477927"/>
                  <a:pt x="3074327" y="481127"/>
                  <a:pt x="3074594" y="482461"/>
                </a:cubicBezTo>
                <a:cubicBezTo>
                  <a:pt x="3074860" y="483527"/>
                  <a:pt x="3074860" y="484328"/>
                  <a:pt x="3074060" y="483527"/>
                </a:cubicBezTo>
                <a:cubicBezTo>
                  <a:pt x="3072727" y="482194"/>
                  <a:pt x="3069526" y="486728"/>
                  <a:pt x="3070593" y="488595"/>
                </a:cubicBezTo>
                <a:cubicBezTo>
                  <a:pt x="3070860" y="489128"/>
                  <a:pt x="3070326" y="489662"/>
                  <a:pt x="3069260" y="489662"/>
                </a:cubicBezTo>
                <a:cubicBezTo>
                  <a:pt x="3068193" y="489662"/>
                  <a:pt x="3067392" y="490728"/>
                  <a:pt x="3067392" y="492062"/>
                </a:cubicBezTo>
                <a:cubicBezTo>
                  <a:pt x="3067392" y="493395"/>
                  <a:pt x="3066592" y="494462"/>
                  <a:pt x="3065526" y="494462"/>
                </a:cubicBezTo>
                <a:cubicBezTo>
                  <a:pt x="3063392" y="494195"/>
                  <a:pt x="3063125" y="496062"/>
                  <a:pt x="3064992" y="497396"/>
                </a:cubicBezTo>
                <a:cubicBezTo>
                  <a:pt x="3066326" y="498463"/>
                  <a:pt x="3070060" y="494996"/>
                  <a:pt x="3073260" y="488595"/>
                </a:cubicBezTo>
                <a:cubicBezTo>
                  <a:pt x="3074327" y="486461"/>
                  <a:pt x="3076460" y="483527"/>
                  <a:pt x="3077527" y="482194"/>
                </a:cubicBezTo>
                <a:cubicBezTo>
                  <a:pt x="3078594" y="480860"/>
                  <a:pt x="3081528" y="476327"/>
                  <a:pt x="3084462" y="471526"/>
                </a:cubicBezTo>
                <a:cubicBezTo>
                  <a:pt x="3087128" y="466992"/>
                  <a:pt x="3089796" y="462992"/>
                  <a:pt x="3090329" y="462191"/>
                </a:cubicBezTo>
                <a:cubicBezTo>
                  <a:pt x="3091662" y="460058"/>
                  <a:pt x="3096196" y="452590"/>
                  <a:pt x="3097796" y="448323"/>
                </a:cubicBezTo>
                <a:cubicBezTo>
                  <a:pt x="3097796" y="448590"/>
                  <a:pt x="3097530" y="448590"/>
                  <a:pt x="3096996" y="448056"/>
                </a:cubicBezTo>
                <a:close/>
                <a:moveTo>
                  <a:pt x="3099197" y="443089"/>
                </a:moveTo>
                <a:cubicBezTo>
                  <a:pt x="3098863" y="443122"/>
                  <a:pt x="3098463" y="443389"/>
                  <a:pt x="3098063" y="443789"/>
                </a:cubicBezTo>
                <a:cubicBezTo>
                  <a:pt x="3097263" y="444589"/>
                  <a:pt x="3097263" y="445923"/>
                  <a:pt x="3097796" y="447256"/>
                </a:cubicBezTo>
                <a:cubicBezTo>
                  <a:pt x="3098063" y="447523"/>
                  <a:pt x="3098063" y="447790"/>
                  <a:pt x="3098063" y="448056"/>
                </a:cubicBezTo>
                <a:cubicBezTo>
                  <a:pt x="3098330" y="447256"/>
                  <a:pt x="3098596" y="446723"/>
                  <a:pt x="3098596" y="446189"/>
                </a:cubicBezTo>
                <a:cubicBezTo>
                  <a:pt x="3098330" y="445656"/>
                  <a:pt x="3098596" y="445123"/>
                  <a:pt x="3099397" y="445123"/>
                </a:cubicBezTo>
                <a:cubicBezTo>
                  <a:pt x="3099930" y="445123"/>
                  <a:pt x="3100196" y="444589"/>
                  <a:pt x="3099930" y="443789"/>
                </a:cubicBezTo>
                <a:cubicBezTo>
                  <a:pt x="3099797" y="443256"/>
                  <a:pt x="3099530" y="443056"/>
                  <a:pt x="3099197" y="443089"/>
                </a:cubicBezTo>
                <a:close/>
                <a:moveTo>
                  <a:pt x="2148849" y="443089"/>
                </a:moveTo>
                <a:cubicBezTo>
                  <a:pt x="2148716" y="442922"/>
                  <a:pt x="2148116" y="443256"/>
                  <a:pt x="2147049" y="444056"/>
                </a:cubicBezTo>
                <a:cubicBezTo>
                  <a:pt x="2145982" y="444856"/>
                  <a:pt x="2145715" y="445923"/>
                  <a:pt x="2145982" y="446189"/>
                </a:cubicBezTo>
                <a:cubicBezTo>
                  <a:pt x="2146249" y="446723"/>
                  <a:pt x="2147049" y="446189"/>
                  <a:pt x="2147849" y="445123"/>
                </a:cubicBezTo>
                <a:cubicBezTo>
                  <a:pt x="2148649" y="443922"/>
                  <a:pt x="2148982" y="443256"/>
                  <a:pt x="2148849" y="443089"/>
                </a:cubicBezTo>
                <a:close/>
                <a:moveTo>
                  <a:pt x="3101530" y="439255"/>
                </a:moveTo>
                <a:cubicBezTo>
                  <a:pt x="3100997" y="439255"/>
                  <a:pt x="3100464" y="439789"/>
                  <a:pt x="3100196" y="440322"/>
                </a:cubicBezTo>
                <a:cubicBezTo>
                  <a:pt x="3099663" y="440855"/>
                  <a:pt x="3099930" y="441389"/>
                  <a:pt x="3100464" y="441656"/>
                </a:cubicBezTo>
                <a:cubicBezTo>
                  <a:pt x="3101264" y="441656"/>
                  <a:pt x="3101797" y="441122"/>
                  <a:pt x="3101797" y="440322"/>
                </a:cubicBezTo>
                <a:cubicBezTo>
                  <a:pt x="3101797" y="439789"/>
                  <a:pt x="3101797" y="439255"/>
                  <a:pt x="3101530" y="439255"/>
                </a:cubicBezTo>
                <a:close/>
                <a:moveTo>
                  <a:pt x="2157984" y="424853"/>
                </a:moveTo>
                <a:cubicBezTo>
                  <a:pt x="2157717" y="424853"/>
                  <a:pt x="2156917" y="425920"/>
                  <a:pt x="2156116" y="427520"/>
                </a:cubicBezTo>
                <a:cubicBezTo>
                  <a:pt x="2154783" y="429921"/>
                  <a:pt x="2154783" y="429921"/>
                  <a:pt x="2156650" y="428587"/>
                </a:cubicBezTo>
                <a:cubicBezTo>
                  <a:pt x="2158784" y="427254"/>
                  <a:pt x="2159317" y="424853"/>
                  <a:pt x="2157984" y="424853"/>
                </a:cubicBezTo>
                <a:close/>
                <a:moveTo>
                  <a:pt x="1690954" y="416319"/>
                </a:moveTo>
                <a:cubicBezTo>
                  <a:pt x="1689354" y="416052"/>
                  <a:pt x="1688287" y="416319"/>
                  <a:pt x="1689087" y="416852"/>
                </a:cubicBezTo>
                <a:cubicBezTo>
                  <a:pt x="1689887" y="417386"/>
                  <a:pt x="1690687" y="418186"/>
                  <a:pt x="1692020" y="418186"/>
                </a:cubicBezTo>
                <a:cubicBezTo>
                  <a:pt x="1694954" y="418186"/>
                  <a:pt x="1694421" y="417119"/>
                  <a:pt x="1690954" y="416319"/>
                </a:cubicBezTo>
                <a:close/>
                <a:moveTo>
                  <a:pt x="3118612" y="412314"/>
                </a:moveTo>
                <a:cubicBezTo>
                  <a:pt x="3117849" y="411902"/>
                  <a:pt x="3115398" y="413852"/>
                  <a:pt x="3116999" y="414452"/>
                </a:cubicBezTo>
                <a:cubicBezTo>
                  <a:pt x="3117799" y="414452"/>
                  <a:pt x="3118332" y="414185"/>
                  <a:pt x="3118599" y="413652"/>
                </a:cubicBezTo>
                <a:cubicBezTo>
                  <a:pt x="3118932" y="412852"/>
                  <a:pt x="3118866" y="412452"/>
                  <a:pt x="3118612" y="412314"/>
                </a:cubicBezTo>
                <a:close/>
                <a:moveTo>
                  <a:pt x="1674952" y="404851"/>
                </a:moveTo>
                <a:cubicBezTo>
                  <a:pt x="1673885" y="405918"/>
                  <a:pt x="1676285" y="408585"/>
                  <a:pt x="1677886" y="408585"/>
                </a:cubicBezTo>
                <a:cubicBezTo>
                  <a:pt x="1678952" y="408318"/>
                  <a:pt x="1678952" y="407518"/>
                  <a:pt x="1677619" y="406184"/>
                </a:cubicBezTo>
                <a:cubicBezTo>
                  <a:pt x="1676552" y="405118"/>
                  <a:pt x="1675218" y="404318"/>
                  <a:pt x="1674952" y="404851"/>
                </a:cubicBezTo>
                <a:close/>
                <a:moveTo>
                  <a:pt x="3136602" y="402184"/>
                </a:moveTo>
                <a:cubicBezTo>
                  <a:pt x="3136401" y="402451"/>
                  <a:pt x="3136201" y="403384"/>
                  <a:pt x="3136201" y="404584"/>
                </a:cubicBezTo>
                <a:cubicBezTo>
                  <a:pt x="3136201" y="405651"/>
                  <a:pt x="3136734" y="405384"/>
                  <a:pt x="3137001" y="403784"/>
                </a:cubicBezTo>
                <a:cubicBezTo>
                  <a:pt x="3137001" y="402317"/>
                  <a:pt x="3136801" y="401917"/>
                  <a:pt x="3136602" y="402184"/>
                </a:cubicBezTo>
                <a:close/>
                <a:moveTo>
                  <a:pt x="2189988" y="398450"/>
                </a:moveTo>
                <a:cubicBezTo>
                  <a:pt x="2189188" y="398450"/>
                  <a:pt x="2188654" y="398984"/>
                  <a:pt x="2188654" y="399784"/>
                </a:cubicBezTo>
                <a:cubicBezTo>
                  <a:pt x="2188654" y="400317"/>
                  <a:pt x="2189188" y="400584"/>
                  <a:pt x="2189988" y="400317"/>
                </a:cubicBezTo>
                <a:cubicBezTo>
                  <a:pt x="2190788" y="400050"/>
                  <a:pt x="2191054" y="399250"/>
                  <a:pt x="2191054" y="398984"/>
                </a:cubicBezTo>
                <a:cubicBezTo>
                  <a:pt x="2191054" y="398717"/>
                  <a:pt x="2190521" y="398450"/>
                  <a:pt x="2189988" y="398450"/>
                </a:cubicBezTo>
                <a:close/>
                <a:moveTo>
                  <a:pt x="2195055" y="390182"/>
                </a:moveTo>
                <a:cubicBezTo>
                  <a:pt x="2193988" y="389649"/>
                  <a:pt x="2193188" y="389916"/>
                  <a:pt x="2192655" y="390449"/>
                </a:cubicBezTo>
                <a:cubicBezTo>
                  <a:pt x="2191321" y="391783"/>
                  <a:pt x="2193455" y="392849"/>
                  <a:pt x="2195055" y="391783"/>
                </a:cubicBezTo>
                <a:cubicBezTo>
                  <a:pt x="2196388" y="390983"/>
                  <a:pt x="2196122" y="390716"/>
                  <a:pt x="2195055" y="390182"/>
                </a:cubicBezTo>
                <a:close/>
                <a:moveTo>
                  <a:pt x="2180386" y="388849"/>
                </a:moveTo>
                <a:cubicBezTo>
                  <a:pt x="2179853" y="388849"/>
                  <a:pt x="2179053" y="389649"/>
                  <a:pt x="2178786" y="390449"/>
                </a:cubicBezTo>
                <a:cubicBezTo>
                  <a:pt x="2177986" y="392316"/>
                  <a:pt x="2179053" y="392849"/>
                  <a:pt x="2180653" y="391516"/>
                </a:cubicBezTo>
                <a:cubicBezTo>
                  <a:pt x="2181987" y="390449"/>
                  <a:pt x="2181720" y="388849"/>
                  <a:pt x="2180386" y="388849"/>
                </a:cubicBezTo>
                <a:close/>
                <a:moveTo>
                  <a:pt x="2185587" y="378714"/>
                </a:moveTo>
                <a:cubicBezTo>
                  <a:pt x="2184987" y="379248"/>
                  <a:pt x="2183854" y="381115"/>
                  <a:pt x="2181987" y="384582"/>
                </a:cubicBezTo>
                <a:cubicBezTo>
                  <a:pt x="2180120" y="388049"/>
                  <a:pt x="2180120" y="388582"/>
                  <a:pt x="2182253" y="386449"/>
                </a:cubicBezTo>
                <a:cubicBezTo>
                  <a:pt x="2184120" y="384582"/>
                  <a:pt x="2184120" y="384848"/>
                  <a:pt x="2183320" y="387515"/>
                </a:cubicBezTo>
                <a:cubicBezTo>
                  <a:pt x="2182787" y="389116"/>
                  <a:pt x="2181720" y="391516"/>
                  <a:pt x="2180653" y="392849"/>
                </a:cubicBezTo>
                <a:cubicBezTo>
                  <a:pt x="2179586" y="394183"/>
                  <a:pt x="2179053" y="396317"/>
                  <a:pt x="2179053" y="397383"/>
                </a:cubicBezTo>
                <a:cubicBezTo>
                  <a:pt x="2179053" y="398717"/>
                  <a:pt x="2178520" y="399250"/>
                  <a:pt x="2177186" y="398717"/>
                </a:cubicBezTo>
                <a:cubicBezTo>
                  <a:pt x="2175852" y="398183"/>
                  <a:pt x="2175586" y="397650"/>
                  <a:pt x="2176653" y="397117"/>
                </a:cubicBezTo>
                <a:cubicBezTo>
                  <a:pt x="2177720" y="396583"/>
                  <a:pt x="2177720" y="396050"/>
                  <a:pt x="2176919" y="395516"/>
                </a:cubicBezTo>
                <a:cubicBezTo>
                  <a:pt x="2175319" y="394450"/>
                  <a:pt x="2169985" y="402717"/>
                  <a:pt x="2171052" y="404851"/>
                </a:cubicBezTo>
                <a:cubicBezTo>
                  <a:pt x="2171585" y="405918"/>
                  <a:pt x="2170785" y="406985"/>
                  <a:pt x="2169185" y="407251"/>
                </a:cubicBezTo>
                <a:cubicBezTo>
                  <a:pt x="2167852" y="407518"/>
                  <a:pt x="2167052" y="408318"/>
                  <a:pt x="2167585" y="408851"/>
                </a:cubicBezTo>
                <a:cubicBezTo>
                  <a:pt x="2168118" y="409385"/>
                  <a:pt x="2167318" y="410452"/>
                  <a:pt x="2166518" y="410718"/>
                </a:cubicBezTo>
                <a:cubicBezTo>
                  <a:pt x="2165451" y="410985"/>
                  <a:pt x="2163851" y="412852"/>
                  <a:pt x="2163318" y="414185"/>
                </a:cubicBezTo>
                <a:cubicBezTo>
                  <a:pt x="2162784" y="415786"/>
                  <a:pt x="2161451" y="418186"/>
                  <a:pt x="2160384" y="419786"/>
                </a:cubicBezTo>
                <a:cubicBezTo>
                  <a:pt x="2158784" y="422186"/>
                  <a:pt x="2159050" y="423253"/>
                  <a:pt x="2160917" y="424320"/>
                </a:cubicBezTo>
                <a:cubicBezTo>
                  <a:pt x="2162251" y="425120"/>
                  <a:pt x="2162251" y="425920"/>
                  <a:pt x="2161451" y="425920"/>
                </a:cubicBezTo>
                <a:cubicBezTo>
                  <a:pt x="2160917" y="425920"/>
                  <a:pt x="2159584" y="427520"/>
                  <a:pt x="2158784" y="429121"/>
                </a:cubicBezTo>
                <a:cubicBezTo>
                  <a:pt x="2157717" y="431254"/>
                  <a:pt x="2156650" y="431788"/>
                  <a:pt x="2155583" y="431521"/>
                </a:cubicBezTo>
                <a:cubicBezTo>
                  <a:pt x="2154516" y="431254"/>
                  <a:pt x="2153450" y="431521"/>
                  <a:pt x="2152916" y="432588"/>
                </a:cubicBezTo>
                <a:cubicBezTo>
                  <a:pt x="2151583" y="434988"/>
                  <a:pt x="2153716" y="436588"/>
                  <a:pt x="2155050" y="434455"/>
                </a:cubicBezTo>
                <a:cubicBezTo>
                  <a:pt x="2156116" y="432854"/>
                  <a:pt x="2156116" y="433121"/>
                  <a:pt x="2155850" y="435255"/>
                </a:cubicBezTo>
                <a:cubicBezTo>
                  <a:pt x="2155316" y="438988"/>
                  <a:pt x="2153983" y="440055"/>
                  <a:pt x="2152116" y="438188"/>
                </a:cubicBezTo>
                <a:cubicBezTo>
                  <a:pt x="2151049" y="437122"/>
                  <a:pt x="2150249" y="437655"/>
                  <a:pt x="2149182" y="439522"/>
                </a:cubicBezTo>
                <a:cubicBezTo>
                  <a:pt x="2147849" y="441922"/>
                  <a:pt x="2147849" y="441656"/>
                  <a:pt x="2149449" y="441122"/>
                </a:cubicBezTo>
                <a:cubicBezTo>
                  <a:pt x="2152116" y="440322"/>
                  <a:pt x="2152916" y="442189"/>
                  <a:pt x="2150783" y="444323"/>
                </a:cubicBezTo>
                <a:cubicBezTo>
                  <a:pt x="2149716" y="445389"/>
                  <a:pt x="2148916" y="446990"/>
                  <a:pt x="2148916" y="448056"/>
                </a:cubicBezTo>
                <a:cubicBezTo>
                  <a:pt x="2148916" y="450457"/>
                  <a:pt x="2145449" y="450723"/>
                  <a:pt x="2145182" y="448590"/>
                </a:cubicBezTo>
                <a:cubicBezTo>
                  <a:pt x="2145182" y="447790"/>
                  <a:pt x="2144382" y="448056"/>
                  <a:pt x="2143582" y="449390"/>
                </a:cubicBezTo>
                <a:cubicBezTo>
                  <a:pt x="2141715" y="452324"/>
                  <a:pt x="2141182" y="454190"/>
                  <a:pt x="2142782" y="453124"/>
                </a:cubicBezTo>
                <a:cubicBezTo>
                  <a:pt x="2144648" y="451790"/>
                  <a:pt x="2144382" y="458724"/>
                  <a:pt x="2142248" y="460858"/>
                </a:cubicBezTo>
                <a:cubicBezTo>
                  <a:pt x="2140115" y="463258"/>
                  <a:pt x="2138514" y="469392"/>
                  <a:pt x="2140115" y="469392"/>
                </a:cubicBezTo>
                <a:cubicBezTo>
                  <a:pt x="2141182" y="469392"/>
                  <a:pt x="2146249" y="458991"/>
                  <a:pt x="2145182" y="458991"/>
                </a:cubicBezTo>
                <a:cubicBezTo>
                  <a:pt x="2144915" y="458991"/>
                  <a:pt x="2145449" y="458191"/>
                  <a:pt x="2146516" y="457124"/>
                </a:cubicBezTo>
                <a:cubicBezTo>
                  <a:pt x="2147582" y="456057"/>
                  <a:pt x="2148649" y="455257"/>
                  <a:pt x="2149182" y="455524"/>
                </a:cubicBezTo>
                <a:cubicBezTo>
                  <a:pt x="2149716" y="455791"/>
                  <a:pt x="2150249" y="455524"/>
                  <a:pt x="2150783" y="454991"/>
                </a:cubicBezTo>
                <a:cubicBezTo>
                  <a:pt x="2151316" y="454457"/>
                  <a:pt x="2151850" y="453924"/>
                  <a:pt x="2152650" y="454190"/>
                </a:cubicBezTo>
                <a:cubicBezTo>
                  <a:pt x="2153450" y="454457"/>
                  <a:pt x="2153983" y="454457"/>
                  <a:pt x="2154250" y="453657"/>
                </a:cubicBezTo>
                <a:cubicBezTo>
                  <a:pt x="2154516" y="452857"/>
                  <a:pt x="2154516" y="452324"/>
                  <a:pt x="2153716" y="452057"/>
                </a:cubicBezTo>
                <a:cubicBezTo>
                  <a:pt x="2152916" y="451790"/>
                  <a:pt x="2152383" y="451790"/>
                  <a:pt x="2151850" y="452324"/>
                </a:cubicBezTo>
                <a:cubicBezTo>
                  <a:pt x="2149982" y="454190"/>
                  <a:pt x="2148649" y="453657"/>
                  <a:pt x="2149716" y="450723"/>
                </a:cubicBezTo>
                <a:cubicBezTo>
                  <a:pt x="2150249" y="449123"/>
                  <a:pt x="2151850" y="446990"/>
                  <a:pt x="2154250" y="445923"/>
                </a:cubicBezTo>
                <a:cubicBezTo>
                  <a:pt x="2156383" y="444856"/>
                  <a:pt x="2157184" y="444056"/>
                  <a:pt x="2156383" y="444056"/>
                </a:cubicBezTo>
                <a:cubicBezTo>
                  <a:pt x="2155583" y="444056"/>
                  <a:pt x="2155050" y="443522"/>
                  <a:pt x="2155050" y="442722"/>
                </a:cubicBezTo>
                <a:cubicBezTo>
                  <a:pt x="2155050" y="442189"/>
                  <a:pt x="2155583" y="441922"/>
                  <a:pt x="2156116" y="442189"/>
                </a:cubicBezTo>
                <a:cubicBezTo>
                  <a:pt x="2157450" y="442989"/>
                  <a:pt x="2160917" y="440055"/>
                  <a:pt x="2160917" y="438188"/>
                </a:cubicBezTo>
                <a:cubicBezTo>
                  <a:pt x="2160917" y="437388"/>
                  <a:pt x="2160118" y="436855"/>
                  <a:pt x="2159317" y="436855"/>
                </a:cubicBezTo>
                <a:cubicBezTo>
                  <a:pt x="2157717" y="436855"/>
                  <a:pt x="2157984" y="436055"/>
                  <a:pt x="2159850" y="432588"/>
                </a:cubicBezTo>
                <a:cubicBezTo>
                  <a:pt x="2161184" y="430187"/>
                  <a:pt x="2163051" y="428854"/>
                  <a:pt x="2163851" y="429121"/>
                </a:cubicBezTo>
                <a:cubicBezTo>
                  <a:pt x="2164384" y="429921"/>
                  <a:pt x="2164651" y="429387"/>
                  <a:pt x="2164118" y="428054"/>
                </a:cubicBezTo>
                <a:cubicBezTo>
                  <a:pt x="2163584" y="426720"/>
                  <a:pt x="2164384" y="425120"/>
                  <a:pt x="2165718" y="424053"/>
                </a:cubicBezTo>
                <a:cubicBezTo>
                  <a:pt x="2167052" y="422986"/>
                  <a:pt x="2167852" y="421653"/>
                  <a:pt x="2167585" y="421120"/>
                </a:cubicBezTo>
                <a:cubicBezTo>
                  <a:pt x="2167052" y="420320"/>
                  <a:pt x="2168118" y="420053"/>
                  <a:pt x="2169452" y="420053"/>
                </a:cubicBezTo>
                <a:cubicBezTo>
                  <a:pt x="2170785" y="420053"/>
                  <a:pt x="2171852" y="419786"/>
                  <a:pt x="2171852" y="419519"/>
                </a:cubicBezTo>
                <a:cubicBezTo>
                  <a:pt x="2171852" y="419253"/>
                  <a:pt x="2172119" y="418186"/>
                  <a:pt x="2172652" y="416852"/>
                </a:cubicBezTo>
                <a:cubicBezTo>
                  <a:pt x="2173186" y="415252"/>
                  <a:pt x="2173186" y="415252"/>
                  <a:pt x="2171852" y="415786"/>
                </a:cubicBezTo>
                <a:cubicBezTo>
                  <a:pt x="2170785" y="416319"/>
                  <a:pt x="2171052" y="415786"/>
                  <a:pt x="2172119" y="414985"/>
                </a:cubicBezTo>
                <a:cubicBezTo>
                  <a:pt x="2174786" y="413119"/>
                  <a:pt x="2175052" y="410718"/>
                  <a:pt x="2172652" y="412319"/>
                </a:cubicBezTo>
                <a:cubicBezTo>
                  <a:pt x="2171852" y="412852"/>
                  <a:pt x="2171585" y="412585"/>
                  <a:pt x="2172119" y="412052"/>
                </a:cubicBezTo>
                <a:cubicBezTo>
                  <a:pt x="2172919" y="411252"/>
                  <a:pt x="2174252" y="410985"/>
                  <a:pt x="2175319" y="410985"/>
                </a:cubicBezTo>
                <a:cubicBezTo>
                  <a:pt x="2176386" y="410985"/>
                  <a:pt x="2176919" y="410452"/>
                  <a:pt x="2176919" y="409385"/>
                </a:cubicBezTo>
                <a:cubicBezTo>
                  <a:pt x="2176919" y="408585"/>
                  <a:pt x="2177720" y="408051"/>
                  <a:pt x="2179053" y="408051"/>
                </a:cubicBezTo>
                <a:cubicBezTo>
                  <a:pt x="2180653" y="408051"/>
                  <a:pt x="2181720" y="407518"/>
                  <a:pt x="2180920" y="406718"/>
                </a:cubicBezTo>
                <a:cubicBezTo>
                  <a:pt x="2180386" y="406184"/>
                  <a:pt x="2179053" y="405918"/>
                  <a:pt x="2177986" y="406184"/>
                </a:cubicBezTo>
                <a:cubicBezTo>
                  <a:pt x="2175052" y="406985"/>
                  <a:pt x="2172119" y="403784"/>
                  <a:pt x="2174252" y="401651"/>
                </a:cubicBezTo>
                <a:cubicBezTo>
                  <a:pt x="2175052" y="400850"/>
                  <a:pt x="2175586" y="400584"/>
                  <a:pt x="2175319" y="401384"/>
                </a:cubicBezTo>
                <a:cubicBezTo>
                  <a:pt x="2174252" y="404584"/>
                  <a:pt x="2175586" y="405384"/>
                  <a:pt x="2177986" y="404318"/>
                </a:cubicBezTo>
                <a:cubicBezTo>
                  <a:pt x="2179320" y="403784"/>
                  <a:pt x="2180120" y="402451"/>
                  <a:pt x="2179586" y="401651"/>
                </a:cubicBezTo>
                <a:cubicBezTo>
                  <a:pt x="2179053" y="400850"/>
                  <a:pt x="2179320" y="400584"/>
                  <a:pt x="2180653" y="401117"/>
                </a:cubicBezTo>
                <a:cubicBezTo>
                  <a:pt x="2181720" y="401651"/>
                  <a:pt x="2183054" y="401384"/>
                  <a:pt x="2183320" y="400850"/>
                </a:cubicBezTo>
                <a:cubicBezTo>
                  <a:pt x="2183854" y="400050"/>
                  <a:pt x="2183320" y="399517"/>
                  <a:pt x="2182253" y="399517"/>
                </a:cubicBezTo>
                <a:cubicBezTo>
                  <a:pt x="2180386" y="399517"/>
                  <a:pt x="2180386" y="399250"/>
                  <a:pt x="2182253" y="395783"/>
                </a:cubicBezTo>
                <a:cubicBezTo>
                  <a:pt x="2183587" y="393116"/>
                  <a:pt x="2184654" y="392583"/>
                  <a:pt x="2185454" y="393383"/>
                </a:cubicBezTo>
                <a:cubicBezTo>
                  <a:pt x="2187321" y="395250"/>
                  <a:pt x="2188921" y="393916"/>
                  <a:pt x="2189454" y="390449"/>
                </a:cubicBezTo>
                <a:cubicBezTo>
                  <a:pt x="2189721" y="388316"/>
                  <a:pt x="2189188" y="387515"/>
                  <a:pt x="2188120" y="388049"/>
                </a:cubicBezTo>
                <a:cubicBezTo>
                  <a:pt x="2186520" y="388849"/>
                  <a:pt x="2186520" y="388316"/>
                  <a:pt x="2187587" y="386182"/>
                </a:cubicBezTo>
                <a:cubicBezTo>
                  <a:pt x="2188388" y="384582"/>
                  <a:pt x="2188388" y="384048"/>
                  <a:pt x="2187321" y="384315"/>
                </a:cubicBezTo>
                <a:cubicBezTo>
                  <a:pt x="2186254" y="384315"/>
                  <a:pt x="2185720" y="383248"/>
                  <a:pt x="2185987" y="380848"/>
                </a:cubicBezTo>
                <a:cubicBezTo>
                  <a:pt x="2186254" y="378981"/>
                  <a:pt x="2186187" y="378181"/>
                  <a:pt x="2185587" y="378714"/>
                </a:cubicBezTo>
                <a:close/>
                <a:moveTo>
                  <a:pt x="1449324" y="356311"/>
                </a:moveTo>
                <a:cubicBezTo>
                  <a:pt x="1448524" y="355511"/>
                  <a:pt x="1447723" y="355511"/>
                  <a:pt x="1446923" y="356578"/>
                </a:cubicBezTo>
                <a:cubicBezTo>
                  <a:pt x="1445056" y="358445"/>
                  <a:pt x="1446923" y="360312"/>
                  <a:pt x="1448790" y="358979"/>
                </a:cubicBezTo>
                <a:cubicBezTo>
                  <a:pt x="1449590" y="358445"/>
                  <a:pt x="1450390" y="357378"/>
                  <a:pt x="1449324" y="356311"/>
                </a:cubicBezTo>
                <a:close/>
                <a:moveTo>
                  <a:pt x="1155649" y="355511"/>
                </a:moveTo>
                <a:cubicBezTo>
                  <a:pt x="1154849" y="355245"/>
                  <a:pt x="1154049" y="355511"/>
                  <a:pt x="1153782" y="356045"/>
                </a:cubicBezTo>
                <a:cubicBezTo>
                  <a:pt x="1153249" y="356578"/>
                  <a:pt x="1153515" y="357112"/>
                  <a:pt x="1154582" y="356845"/>
                </a:cubicBezTo>
                <a:cubicBezTo>
                  <a:pt x="1156716" y="356845"/>
                  <a:pt x="1156982" y="356578"/>
                  <a:pt x="1155649" y="355511"/>
                </a:cubicBezTo>
                <a:close/>
                <a:moveTo>
                  <a:pt x="2157379" y="355245"/>
                </a:moveTo>
                <a:cubicBezTo>
                  <a:pt x="2157212" y="355045"/>
                  <a:pt x="2156479" y="355245"/>
                  <a:pt x="2155278" y="355778"/>
                </a:cubicBezTo>
                <a:cubicBezTo>
                  <a:pt x="2154212" y="356311"/>
                  <a:pt x="2153412" y="357112"/>
                  <a:pt x="2153945" y="357645"/>
                </a:cubicBezTo>
                <a:cubicBezTo>
                  <a:pt x="2154478" y="358178"/>
                  <a:pt x="2155278" y="357912"/>
                  <a:pt x="2156079" y="357112"/>
                </a:cubicBezTo>
                <a:cubicBezTo>
                  <a:pt x="2157146" y="356045"/>
                  <a:pt x="2157546" y="355445"/>
                  <a:pt x="2157379" y="355245"/>
                </a:cubicBezTo>
                <a:close/>
                <a:moveTo>
                  <a:pt x="1160983" y="352578"/>
                </a:moveTo>
                <a:cubicBezTo>
                  <a:pt x="1159383" y="352578"/>
                  <a:pt x="1157516" y="354978"/>
                  <a:pt x="1158316" y="355778"/>
                </a:cubicBezTo>
                <a:cubicBezTo>
                  <a:pt x="1159116" y="356578"/>
                  <a:pt x="1161783" y="355245"/>
                  <a:pt x="1161783" y="353645"/>
                </a:cubicBezTo>
                <a:cubicBezTo>
                  <a:pt x="1161783" y="353111"/>
                  <a:pt x="1161516" y="352578"/>
                  <a:pt x="1160983" y="352578"/>
                </a:cubicBezTo>
                <a:close/>
                <a:moveTo>
                  <a:pt x="2286266" y="348311"/>
                </a:moveTo>
                <a:cubicBezTo>
                  <a:pt x="2284933" y="348044"/>
                  <a:pt x="2282532" y="348844"/>
                  <a:pt x="2281199" y="350177"/>
                </a:cubicBezTo>
                <a:cubicBezTo>
                  <a:pt x="2277732" y="353645"/>
                  <a:pt x="2270798" y="356845"/>
                  <a:pt x="2269464" y="356045"/>
                </a:cubicBezTo>
                <a:cubicBezTo>
                  <a:pt x="2268931" y="355778"/>
                  <a:pt x="2265197" y="358178"/>
                  <a:pt x="2260930" y="361912"/>
                </a:cubicBezTo>
                <a:cubicBezTo>
                  <a:pt x="2256663" y="365646"/>
                  <a:pt x="2251862" y="369113"/>
                  <a:pt x="2250528" y="369647"/>
                </a:cubicBezTo>
                <a:cubicBezTo>
                  <a:pt x="2247595" y="370980"/>
                  <a:pt x="2246795" y="374981"/>
                  <a:pt x="2248928" y="376314"/>
                </a:cubicBezTo>
                <a:cubicBezTo>
                  <a:pt x="2250262" y="377114"/>
                  <a:pt x="2261463" y="371780"/>
                  <a:pt x="2264397" y="368846"/>
                </a:cubicBezTo>
                <a:cubicBezTo>
                  <a:pt x="2265197" y="368046"/>
                  <a:pt x="2266264" y="367246"/>
                  <a:pt x="2266797" y="367246"/>
                </a:cubicBezTo>
                <a:cubicBezTo>
                  <a:pt x="2267864" y="367246"/>
                  <a:pt x="2281732" y="354978"/>
                  <a:pt x="2283066" y="353645"/>
                </a:cubicBezTo>
                <a:cubicBezTo>
                  <a:pt x="2287866" y="348844"/>
                  <a:pt x="2288400" y="348844"/>
                  <a:pt x="2286266" y="348311"/>
                </a:cubicBezTo>
                <a:close/>
                <a:moveTo>
                  <a:pt x="3147669" y="344843"/>
                </a:moveTo>
                <a:cubicBezTo>
                  <a:pt x="3146602" y="344843"/>
                  <a:pt x="3143936" y="346444"/>
                  <a:pt x="3139668" y="350444"/>
                </a:cubicBezTo>
                <a:cubicBezTo>
                  <a:pt x="3136201" y="353645"/>
                  <a:pt x="3132201" y="355778"/>
                  <a:pt x="3129534" y="358178"/>
                </a:cubicBezTo>
                <a:cubicBezTo>
                  <a:pt x="3106064" y="379248"/>
                  <a:pt x="3079928" y="410985"/>
                  <a:pt x="3059925" y="434988"/>
                </a:cubicBezTo>
                <a:cubicBezTo>
                  <a:pt x="3058592" y="436588"/>
                  <a:pt x="3056992" y="438722"/>
                  <a:pt x="3055924" y="439789"/>
                </a:cubicBezTo>
                <a:cubicBezTo>
                  <a:pt x="3054858" y="440855"/>
                  <a:pt x="3052991" y="442989"/>
                  <a:pt x="3051658" y="444856"/>
                </a:cubicBezTo>
                <a:cubicBezTo>
                  <a:pt x="3049524" y="448056"/>
                  <a:pt x="3049524" y="448056"/>
                  <a:pt x="3051924" y="447256"/>
                </a:cubicBezTo>
                <a:cubicBezTo>
                  <a:pt x="3054058" y="446456"/>
                  <a:pt x="3054058" y="446990"/>
                  <a:pt x="3052191" y="448856"/>
                </a:cubicBezTo>
                <a:cubicBezTo>
                  <a:pt x="3050857" y="450190"/>
                  <a:pt x="3049790" y="451790"/>
                  <a:pt x="3049257" y="453124"/>
                </a:cubicBezTo>
                <a:cubicBezTo>
                  <a:pt x="3048724" y="454457"/>
                  <a:pt x="3047924" y="454991"/>
                  <a:pt x="3047390" y="454724"/>
                </a:cubicBezTo>
                <a:cubicBezTo>
                  <a:pt x="3046590" y="454457"/>
                  <a:pt x="3045257" y="454991"/>
                  <a:pt x="3043923" y="456591"/>
                </a:cubicBezTo>
                <a:cubicBezTo>
                  <a:pt x="3042056" y="458724"/>
                  <a:pt x="3042056" y="458991"/>
                  <a:pt x="3043656" y="457658"/>
                </a:cubicBezTo>
                <a:cubicBezTo>
                  <a:pt x="3045523" y="456057"/>
                  <a:pt x="3046056" y="456324"/>
                  <a:pt x="3045790" y="457658"/>
                </a:cubicBezTo>
                <a:cubicBezTo>
                  <a:pt x="3045790" y="459791"/>
                  <a:pt x="3040456" y="464592"/>
                  <a:pt x="3038589" y="464592"/>
                </a:cubicBezTo>
                <a:cubicBezTo>
                  <a:pt x="3036722" y="464592"/>
                  <a:pt x="3036989" y="464325"/>
                  <a:pt x="3038322" y="465659"/>
                </a:cubicBezTo>
                <a:cubicBezTo>
                  <a:pt x="3039389" y="466725"/>
                  <a:pt x="3039656" y="466992"/>
                  <a:pt x="3038589" y="466725"/>
                </a:cubicBezTo>
                <a:cubicBezTo>
                  <a:pt x="3037789" y="466725"/>
                  <a:pt x="3037789" y="467525"/>
                  <a:pt x="3037789" y="468592"/>
                </a:cubicBezTo>
                <a:cubicBezTo>
                  <a:pt x="3037789" y="469659"/>
                  <a:pt x="3037789" y="470459"/>
                  <a:pt x="3036989" y="470459"/>
                </a:cubicBezTo>
                <a:cubicBezTo>
                  <a:pt x="3036456" y="470459"/>
                  <a:pt x="3035655" y="469659"/>
                  <a:pt x="3035655" y="468859"/>
                </a:cubicBezTo>
                <a:cubicBezTo>
                  <a:pt x="3035922" y="467792"/>
                  <a:pt x="3035655" y="467792"/>
                  <a:pt x="3034588" y="469126"/>
                </a:cubicBezTo>
                <a:cubicBezTo>
                  <a:pt x="3033788" y="470192"/>
                  <a:pt x="3033522" y="471259"/>
                  <a:pt x="3034588" y="472326"/>
                </a:cubicBezTo>
                <a:cubicBezTo>
                  <a:pt x="3035389" y="473126"/>
                  <a:pt x="3034855" y="474193"/>
                  <a:pt x="3033788" y="474993"/>
                </a:cubicBezTo>
                <a:cubicBezTo>
                  <a:pt x="3031655" y="476593"/>
                  <a:pt x="3031122" y="480327"/>
                  <a:pt x="3032988" y="479260"/>
                </a:cubicBezTo>
                <a:cubicBezTo>
                  <a:pt x="3033788" y="478727"/>
                  <a:pt x="3034055" y="479260"/>
                  <a:pt x="3033522" y="480327"/>
                </a:cubicBezTo>
                <a:cubicBezTo>
                  <a:pt x="3032988" y="481394"/>
                  <a:pt x="3031922" y="482194"/>
                  <a:pt x="3030855" y="482194"/>
                </a:cubicBezTo>
                <a:cubicBezTo>
                  <a:pt x="3030055" y="482194"/>
                  <a:pt x="3029254" y="483261"/>
                  <a:pt x="3029254" y="484594"/>
                </a:cubicBezTo>
                <a:cubicBezTo>
                  <a:pt x="3028988" y="486194"/>
                  <a:pt x="3028454" y="486995"/>
                  <a:pt x="3027654" y="486461"/>
                </a:cubicBezTo>
                <a:cubicBezTo>
                  <a:pt x="3025788" y="485128"/>
                  <a:pt x="3021520" y="488061"/>
                  <a:pt x="3020720" y="490728"/>
                </a:cubicBezTo>
                <a:cubicBezTo>
                  <a:pt x="3020454" y="491795"/>
                  <a:pt x="3020720" y="492595"/>
                  <a:pt x="3021520" y="492329"/>
                </a:cubicBezTo>
                <a:cubicBezTo>
                  <a:pt x="3023387" y="491795"/>
                  <a:pt x="3020987" y="497663"/>
                  <a:pt x="3018853" y="501130"/>
                </a:cubicBezTo>
                <a:cubicBezTo>
                  <a:pt x="3017786" y="502730"/>
                  <a:pt x="3016186" y="505130"/>
                  <a:pt x="3015920" y="506464"/>
                </a:cubicBezTo>
                <a:cubicBezTo>
                  <a:pt x="3015653" y="508064"/>
                  <a:pt x="3014053" y="509931"/>
                  <a:pt x="3012986" y="510464"/>
                </a:cubicBezTo>
                <a:cubicBezTo>
                  <a:pt x="3011919" y="510998"/>
                  <a:pt x="3011119" y="513131"/>
                  <a:pt x="3011119" y="514731"/>
                </a:cubicBezTo>
                <a:cubicBezTo>
                  <a:pt x="3011119" y="516332"/>
                  <a:pt x="3010319" y="517398"/>
                  <a:pt x="3009252" y="517398"/>
                </a:cubicBezTo>
                <a:cubicBezTo>
                  <a:pt x="3008186" y="517665"/>
                  <a:pt x="3007385" y="517932"/>
                  <a:pt x="3007118" y="518999"/>
                </a:cubicBezTo>
                <a:cubicBezTo>
                  <a:pt x="3006852" y="519799"/>
                  <a:pt x="3006852" y="520865"/>
                  <a:pt x="3006852" y="521666"/>
                </a:cubicBezTo>
                <a:cubicBezTo>
                  <a:pt x="3006585" y="522199"/>
                  <a:pt x="3004718" y="524599"/>
                  <a:pt x="3002584" y="526733"/>
                </a:cubicBezTo>
                <a:cubicBezTo>
                  <a:pt x="3000184" y="529133"/>
                  <a:pt x="2998584" y="531533"/>
                  <a:pt x="2998584" y="532600"/>
                </a:cubicBezTo>
                <a:cubicBezTo>
                  <a:pt x="2998584" y="533667"/>
                  <a:pt x="2998584" y="534734"/>
                  <a:pt x="2998050" y="534734"/>
                </a:cubicBezTo>
                <a:cubicBezTo>
                  <a:pt x="2995917" y="535001"/>
                  <a:pt x="2993517" y="539001"/>
                  <a:pt x="2994850" y="540068"/>
                </a:cubicBezTo>
                <a:cubicBezTo>
                  <a:pt x="2995650" y="540601"/>
                  <a:pt x="2994850" y="542735"/>
                  <a:pt x="2992450" y="546469"/>
                </a:cubicBezTo>
                <a:cubicBezTo>
                  <a:pt x="2984449" y="559270"/>
                  <a:pt x="2972448" y="584073"/>
                  <a:pt x="2973781" y="585407"/>
                </a:cubicBezTo>
                <a:cubicBezTo>
                  <a:pt x="2975915" y="587540"/>
                  <a:pt x="2995917" y="573405"/>
                  <a:pt x="3007118" y="562204"/>
                </a:cubicBezTo>
                <a:cubicBezTo>
                  <a:pt x="3024187" y="545135"/>
                  <a:pt x="3049790" y="516332"/>
                  <a:pt x="3063125" y="491795"/>
                </a:cubicBezTo>
                <a:cubicBezTo>
                  <a:pt x="3064726" y="488861"/>
                  <a:pt x="3068993" y="483261"/>
                  <a:pt x="3071660" y="479260"/>
                </a:cubicBezTo>
                <a:cubicBezTo>
                  <a:pt x="3074327" y="474993"/>
                  <a:pt x="3076727" y="471259"/>
                  <a:pt x="3076727" y="470993"/>
                </a:cubicBezTo>
                <a:cubicBezTo>
                  <a:pt x="3076727" y="470726"/>
                  <a:pt x="3082328" y="462992"/>
                  <a:pt x="3083128" y="462191"/>
                </a:cubicBezTo>
                <a:cubicBezTo>
                  <a:pt x="3083128" y="461658"/>
                  <a:pt x="3084728" y="459258"/>
                  <a:pt x="3086595" y="456324"/>
                </a:cubicBezTo>
                <a:cubicBezTo>
                  <a:pt x="3106864" y="424320"/>
                  <a:pt x="3127934" y="390716"/>
                  <a:pt x="3144202" y="356578"/>
                </a:cubicBezTo>
                <a:cubicBezTo>
                  <a:pt x="3147403" y="349911"/>
                  <a:pt x="3149536" y="344843"/>
                  <a:pt x="3147669" y="344843"/>
                </a:cubicBezTo>
                <a:close/>
                <a:moveTo>
                  <a:pt x="2174481" y="343510"/>
                </a:moveTo>
                <a:cubicBezTo>
                  <a:pt x="2174214" y="343243"/>
                  <a:pt x="2172881" y="343510"/>
                  <a:pt x="2171547" y="344310"/>
                </a:cubicBezTo>
                <a:cubicBezTo>
                  <a:pt x="2169947" y="345110"/>
                  <a:pt x="2169680" y="345377"/>
                  <a:pt x="2171281" y="345377"/>
                </a:cubicBezTo>
                <a:cubicBezTo>
                  <a:pt x="2173414" y="345644"/>
                  <a:pt x="2175281" y="344310"/>
                  <a:pt x="2174481" y="343510"/>
                </a:cubicBezTo>
                <a:close/>
                <a:moveTo>
                  <a:pt x="2254262" y="339509"/>
                </a:moveTo>
                <a:lnTo>
                  <a:pt x="2253729" y="340896"/>
                </a:lnTo>
                <a:lnTo>
                  <a:pt x="2253729" y="340843"/>
                </a:lnTo>
                <a:cubicBezTo>
                  <a:pt x="2254796" y="340043"/>
                  <a:pt x="2255062" y="339509"/>
                  <a:pt x="2254262" y="339509"/>
                </a:cubicBezTo>
                <a:close/>
                <a:moveTo>
                  <a:pt x="2214258" y="339509"/>
                </a:moveTo>
                <a:cubicBezTo>
                  <a:pt x="2213457" y="339509"/>
                  <a:pt x="2213457" y="340309"/>
                  <a:pt x="2213724" y="341376"/>
                </a:cubicBezTo>
                <a:cubicBezTo>
                  <a:pt x="2213990" y="342710"/>
                  <a:pt x="2213990" y="343243"/>
                  <a:pt x="2213190" y="342710"/>
                </a:cubicBezTo>
                <a:cubicBezTo>
                  <a:pt x="2211057" y="341110"/>
                  <a:pt x="2205990" y="347244"/>
                  <a:pt x="2206523" y="350177"/>
                </a:cubicBezTo>
                <a:cubicBezTo>
                  <a:pt x="2206790" y="351778"/>
                  <a:pt x="2206523" y="352844"/>
                  <a:pt x="2205723" y="352844"/>
                </a:cubicBezTo>
                <a:cubicBezTo>
                  <a:pt x="2205190" y="352578"/>
                  <a:pt x="2204390" y="353645"/>
                  <a:pt x="2204390" y="354711"/>
                </a:cubicBezTo>
                <a:cubicBezTo>
                  <a:pt x="2204656" y="355511"/>
                  <a:pt x="2203856" y="356045"/>
                  <a:pt x="2203322" y="355778"/>
                </a:cubicBezTo>
                <a:cubicBezTo>
                  <a:pt x="2202523" y="355245"/>
                  <a:pt x="2201989" y="355245"/>
                  <a:pt x="2202256" y="356045"/>
                </a:cubicBezTo>
                <a:cubicBezTo>
                  <a:pt x="2203056" y="358712"/>
                  <a:pt x="2201989" y="359512"/>
                  <a:pt x="2200122" y="358979"/>
                </a:cubicBezTo>
                <a:cubicBezTo>
                  <a:pt x="2198522" y="358445"/>
                  <a:pt x="2198256" y="358712"/>
                  <a:pt x="2199322" y="360579"/>
                </a:cubicBezTo>
                <a:cubicBezTo>
                  <a:pt x="2200389" y="362446"/>
                  <a:pt x="2199856" y="363512"/>
                  <a:pt x="2197189" y="366713"/>
                </a:cubicBezTo>
                <a:cubicBezTo>
                  <a:pt x="2195322" y="368846"/>
                  <a:pt x="2193722" y="371247"/>
                  <a:pt x="2193188" y="372047"/>
                </a:cubicBezTo>
                <a:cubicBezTo>
                  <a:pt x="2192388" y="373114"/>
                  <a:pt x="2192388" y="373380"/>
                  <a:pt x="2191321" y="372047"/>
                </a:cubicBezTo>
                <a:cubicBezTo>
                  <a:pt x="2190254" y="370713"/>
                  <a:pt x="2189988" y="370980"/>
                  <a:pt x="2189454" y="372847"/>
                </a:cubicBezTo>
                <a:cubicBezTo>
                  <a:pt x="2188921" y="374447"/>
                  <a:pt x="2188921" y="376047"/>
                  <a:pt x="2189454" y="376581"/>
                </a:cubicBezTo>
                <a:cubicBezTo>
                  <a:pt x="2189988" y="377114"/>
                  <a:pt x="2189454" y="378181"/>
                  <a:pt x="2188921" y="378448"/>
                </a:cubicBezTo>
                <a:cubicBezTo>
                  <a:pt x="2187054" y="379781"/>
                  <a:pt x="2187321" y="382715"/>
                  <a:pt x="2189454" y="382715"/>
                </a:cubicBezTo>
                <a:cubicBezTo>
                  <a:pt x="2190254" y="382715"/>
                  <a:pt x="2191321" y="381915"/>
                  <a:pt x="2191321" y="380848"/>
                </a:cubicBezTo>
                <a:cubicBezTo>
                  <a:pt x="2191054" y="377648"/>
                  <a:pt x="2191321" y="377648"/>
                  <a:pt x="2193988" y="376047"/>
                </a:cubicBezTo>
                <a:cubicBezTo>
                  <a:pt x="2195322" y="375247"/>
                  <a:pt x="2196655" y="373647"/>
                  <a:pt x="2196655" y="372580"/>
                </a:cubicBezTo>
                <a:cubicBezTo>
                  <a:pt x="2197189" y="369380"/>
                  <a:pt x="2202256" y="362446"/>
                  <a:pt x="2204123" y="362446"/>
                </a:cubicBezTo>
                <a:cubicBezTo>
                  <a:pt x="2205190" y="362179"/>
                  <a:pt x="2205723" y="361646"/>
                  <a:pt x="2205190" y="360579"/>
                </a:cubicBezTo>
                <a:cubicBezTo>
                  <a:pt x="2204123" y="358445"/>
                  <a:pt x="2210524" y="349377"/>
                  <a:pt x="2212390" y="350177"/>
                </a:cubicBezTo>
                <a:cubicBezTo>
                  <a:pt x="2212924" y="350444"/>
                  <a:pt x="2212657" y="349644"/>
                  <a:pt x="2211857" y="348311"/>
                </a:cubicBezTo>
                <a:cubicBezTo>
                  <a:pt x="2209990" y="345110"/>
                  <a:pt x="2210257" y="342977"/>
                  <a:pt x="2211857" y="345910"/>
                </a:cubicBezTo>
                <a:cubicBezTo>
                  <a:pt x="2212390" y="346977"/>
                  <a:pt x="2213724" y="347777"/>
                  <a:pt x="2214524" y="347777"/>
                </a:cubicBezTo>
                <a:cubicBezTo>
                  <a:pt x="2215324" y="348044"/>
                  <a:pt x="2215324" y="347510"/>
                  <a:pt x="2214258" y="346710"/>
                </a:cubicBezTo>
                <a:cubicBezTo>
                  <a:pt x="2213190" y="345910"/>
                  <a:pt x="2213190" y="345644"/>
                  <a:pt x="2213990" y="345110"/>
                </a:cubicBezTo>
                <a:cubicBezTo>
                  <a:pt x="2215591" y="344043"/>
                  <a:pt x="2215858" y="339509"/>
                  <a:pt x="2214258" y="339509"/>
                </a:cubicBezTo>
                <a:close/>
                <a:moveTo>
                  <a:pt x="170359" y="338576"/>
                </a:moveTo>
                <a:cubicBezTo>
                  <a:pt x="170193" y="338376"/>
                  <a:pt x="169793" y="338443"/>
                  <a:pt x="169126" y="338709"/>
                </a:cubicBezTo>
                <a:cubicBezTo>
                  <a:pt x="166992" y="339509"/>
                  <a:pt x="166459" y="342176"/>
                  <a:pt x="168326" y="342176"/>
                </a:cubicBezTo>
                <a:cubicBezTo>
                  <a:pt x="169126" y="341910"/>
                  <a:pt x="169926" y="341110"/>
                  <a:pt x="170193" y="340043"/>
                </a:cubicBezTo>
                <a:cubicBezTo>
                  <a:pt x="170459" y="339243"/>
                  <a:pt x="170526" y="338776"/>
                  <a:pt x="170359" y="338576"/>
                </a:cubicBezTo>
                <a:close/>
                <a:moveTo>
                  <a:pt x="26775" y="336509"/>
                </a:moveTo>
                <a:cubicBezTo>
                  <a:pt x="26508" y="336176"/>
                  <a:pt x="26175" y="336042"/>
                  <a:pt x="25908" y="336576"/>
                </a:cubicBezTo>
                <a:cubicBezTo>
                  <a:pt x="24841" y="339509"/>
                  <a:pt x="27241" y="340309"/>
                  <a:pt x="27241" y="337643"/>
                </a:cubicBezTo>
                <a:cubicBezTo>
                  <a:pt x="27241" y="337376"/>
                  <a:pt x="27041" y="336842"/>
                  <a:pt x="26775" y="336509"/>
                </a:cubicBezTo>
                <a:close/>
                <a:moveTo>
                  <a:pt x="1453591" y="334175"/>
                </a:moveTo>
                <a:cubicBezTo>
                  <a:pt x="1452791" y="334175"/>
                  <a:pt x="1452257" y="334976"/>
                  <a:pt x="1452257" y="335776"/>
                </a:cubicBezTo>
                <a:cubicBezTo>
                  <a:pt x="1452257" y="336576"/>
                  <a:pt x="1453057" y="337109"/>
                  <a:pt x="1453591" y="336309"/>
                </a:cubicBezTo>
                <a:cubicBezTo>
                  <a:pt x="1454124" y="335509"/>
                  <a:pt x="1455191" y="335242"/>
                  <a:pt x="1455191" y="334709"/>
                </a:cubicBezTo>
                <a:cubicBezTo>
                  <a:pt x="1454924" y="334442"/>
                  <a:pt x="1454391" y="334175"/>
                  <a:pt x="1453591" y="334175"/>
                </a:cubicBezTo>
                <a:close/>
                <a:moveTo>
                  <a:pt x="2525534" y="332842"/>
                </a:moveTo>
                <a:cubicBezTo>
                  <a:pt x="2524201" y="333375"/>
                  <a:pt x="2523134" y="333642"/>
                  <a:pt x="2523134" y="333909"/>
                </a:cubicBezTo>
                <a:cubicBezTo>
                  <a:pt x="2523134" y="334442"/>
                  <a:pt x="2523934" y="334709"/>
                  <a:pt x="2525001" y="334709"/>
                </a:cubicBezTo>
                <a:cubicBezTo>
                  <a:pt x="2526068" y="334709"/>
                  <a:pt x="2527134" y="334175"/>
                  <a:pt x="2527401" y="333642"/>
                </a:cubicBezTo>
                <a:cubicBezTo>
                  <a:pt x="2527401" y="332842"/>
                  <a:pt x="2526334" y="332575"/>
                  <a:pt x="2525534" y="332842"/>
                </a:cubicBezTo>
                <a:close/>
                <a:moveTo>
                  <a:pt x="2221192" y="332575"/>
                </a:moveTo>
                <a:cubicBezTo>
                  <a:pt x="2220391" y="332842"/>
                  <a:pt x="2218791" y="334442"/>
                  <a:pt x="2217724" y="336042"/>
                </a:cubicBezTo>
                <a:lnTo>
                  <a:pt x="2215858" y="338709"/>
                </a:lnTo>
                <a:lnTo>
                  <a:pt x="2219324" y="336576"/>
                </a:lnTo>
                <a:cubicBezTo>
                  <a:pt x="2222792" y="334442"/>
                  <a:pt x="2223592" y="331775"/>
                  <a:pt x="2221192" y="332575"/>
                </a:cubicBezTo>
                <a:close/>
                <a:moveTo>
                  <a:pt x="1206322" y="332575"/>
                </a:moveTo>
                <a:lnTo>
                  <a:pt x="1205518" y="333150"/>
                </a:lnTo>
                <a:lnTo>
                  <a:pt x="1206081" y="332655"/>
                </a:lnTo>
                <a:close/>
                <a:moveTo>
                  <a:pt x="2545004" y="328841"/>
                </a:moveTo>
                <a:lnTo>
                  <a:pt x="2545004" y="328841"/>
                </a:lnTo>
                <a:lnTo>
                  <a:pt x="2545004" y="328842"/>
                </a:lnTo>
                <a:close/>
                <a:moveTo>
                  <a:pt x="2195817" y="328308"/>
                </a:moveTo>
                <a:cubicBezTo>
                  <a:pt x="2195284" y="329375"/>
                  <a:pt x="2194750" y="329908"/>
                  <a:pt x="2193950" y="329908"/>
                </a:cubicBezTo>
                <a:cubicBezTo>
                  <a:pt x="2193417" y="329908"/>
                  <a:pt x="2191816" y="330975"/>
                  <a:pt x="2190216" y="332575"/>
                </a:cubicBezTo>
                <a:lnTo>
                  <a:pt x="2187550" y="335242"/>
                </a:lnTo>
                <a:lnTo>
                  <a:pt x="2190483" y="333375"/>
                </a:lnTo>
                <a:cubicBezTo>
                  <a:pt x="2192083" y="332309"/>
                  <a:pt x="2194217" y="331242"/>
                  <a:pt x="2195017" y="330708"/>
                </a:cubicBezTo>
                <a:cubicBezTo>
                  <a:pt x="2195817" y="330175"/>
                  <a:pt x="2196617" y="329108"/>
                  <a:pt x="2196350" y="328308"/>
                </a:cubicBezTo>
                <a:cubicBezTo>
                  <a:pt x="2196350" y="327241"/>
                  <a:pt x="2196350" y="327241"/>
                  <a:pt x="2195817" y="328308"/>
                </a:cubicBezTo>
                <a:close/>
                <a:moveTo>
                  <a:pt x="1452791" y="323241"/>
                </a:moveTo>
                <a:cubicBezTo>
                  <a:pt x="1450924" y="322974"/>
                  <a:pt x="1448790" y="325374"/>
                  <a:pt x="1445056" y="331508"/>
                </a:cubicBezTo>
                <a:cubicBezTo>
                  <a:pt x="1442389" y="336042"/>
                  <a:pt x="1439722" y="340309"/>
                  <a:pt x="1439189" y="340843"/>
                </a:cubicBezTo>
                <a:cubicBezTo>
                  <a:pt x="1437322" y="342443"/>
                  <a:pt x="1435188" y="348311"/>
                  <a:pt x="1436522" y="348311"/>
                </a:cubicBezTo>
                <a:cubicBezTo>
                  <a:pt x="1437322" y="348311"/>
                  <a:pt x="1438656" y="347510"/>
                  <a:pt x="1438922" y="346710"/>
                </a:cubicBezTo>
                <a:cubicBezTo>
                  <a:pt x="1439189" y="345644"/>
                  <a:pt x="1440522" y="345644"/>
                  <a:pt x="1441056" y="345910"/>
                </a:cubicBezTo>
                <a:cubicBezTo>
                  <a:pt x="1441856" y="346177"/>
                  <a:pt x="1442389" y="345910"/>
                  <a:pt x="1443190" y="345110"/>
                </a:cubicBezTo>
                <a:cubicBezTo>
                  <a:pt x="1443990" y="344310"/>
                  <a:pt x="1443190" y="343510"/>
                  <a:pt x="1442389" y="343510"/>
                </a:cubicBezTo>
                <a:cubicBezTo>
                  <a:pt x="1441589" y="343510"/>
                  <a:pt x="1440789" y="342977"/>
                  <a:pt x="1440789" y="341910"/>
                </a:cubicBezTo>
                <a:cubicBezTo>
                  <a:pt x="1440789" y="341110"/>
                  <a:pt x="1441856" y="340576"/>
                  <a:pt x="1443723" y="340843"/>
                </a:cubicBezTo>
                <a:cubicBezTo>
                  <a:pt x="1445590" y="341110"/>
                  <a:pt x="1446123" y="341110"/>
                  <a:pt x="1445590" y="339509"/>
                </a:cubicBezTo>
                <a:cubicBezTo>
                  <a:pt x="1445323" y="338443"/>
                  <a:pt x="1445590" y="337376"/>
                  <a:pt x="1446657" y="337376"/>
                </a:cubicBezTo>
                <a:cubicBezTo>
                  <a:pt x="1447723" y="337376"/>
                  <a:pt x="1449324" y="336042"/>
                  <a:pt x="1450390" y="334175"/>
                </a:cubicBezTo>
                <a:cubicBezTo>
                  <a:pt x="1451457" y="332575"/>
                  <a:pt x="1452524" y="331775"/>
                  <a:pt x="1453591" y="332042"/>
                </a:cubicBezTo>
                <a:cubicBezTo>
                  <a:pt x="1454391" y="332309"/>
                  <a:pt x="1455724" y="332309"/>
                  <a:pt x="1456791" y="331508"/>
                </a:cubicBezTo>
                <a:cubicBezTo>
                  <a:pt x="1458125" y="330708"/>
                  <a:pt x="1457858" y="329908"/>
                  <a:pt x="1455991" y="329908"/>
                </a:cubicBezTo>
                <a:cubicBezTo>
                  <a:pt x="1454658" y="329908"/>
                  <a:pt x="1453324" y="328841"/>
                  <a:pt x="1453324" y="328308"/>
                </a:cubicBezTo>
                <a:cubicBezTo>
                  <a:pt x="1453324" y="327508"/>
                  <a:pt x="1454124" y="326174"/>
                  <a:pt x="1455724" y="325374"/>
                </a:cubicBezTo>
                <a:cubicBezTo>
                  <a:pt x="1457058" y="324574"/>
                  <a:pt x="1457324" y="323774"/>
                  <a:pt x="1456791" y="323774"/>
                </a:cubicBezTo>
                <a:cubicBezTo>
                  <a:pt x="1455991" y="323507"/>
                  <a:pt x="1454124" y="323241"/>
                  <a:pt x="1452791" y="323241"/>
                </a:cubicBezTo>
                <a:close/>
                <a:moveTo>
                  <a:pt x="201396" y="323241"/>
                </a:moveTo>
                <a:cubicBezTo>
                  <a:pt x="201130" y="323507"/>
                  <a:pt x="200596" y="324041"/>
                  <a:pt x="200063" y="324841"/>
                </a:cubicBezTo>
                <a:cubicBezTo>
                  <a:pt x="199796" y="325641"/>
                  <a:pt x="200063" y="326174"/>
                  <a:pt x="200863" y="326174"/>
                </a:cubicBezTo>
                <a:cubicBezTo>
                  <a:pt x="201396" y="326174"/>
                  <a:pt x="202197" y="325641"/>
                  <a:pt x="202197" y="324841"/>
                </a:cubicBezTo>
                <a:cubicBezTo>
                  <a:pt x="201930" y="324041"/>
                  <a:pt x="201663" y="323241"/>
                  <a:pt x="201396" y="323241"/>
                </a:cubicBezTo>
                <a:close/>
                <a:moveTo>
                  <a:pt x="2228459" y="321941"/>
                </a:moveTo>
                <a:cubicBezTo>
                  <a:pt x="2228659" y="321507"/>
                  <a:pt x="2228259" y="321641"/>
                  <a:pt x="2227326" y="322174"/>
                </a:cubicBezTo>
                <a:cubicBezTo>
                  <a:pt x="2226792" y="322441"/>
                  <a:pt x="2225725" y="324041"/>
                  <a:pt x="2224925" y="325374"/>
                </a:cubicBezTo>
                <a:cubicBezTo>
                  <a:pt x="2223858" y="327775"/>
                  <a:pt x="2223858" y="327775"/>
                  <a:pt x="2225992" y="325108"/>
                </a:cubicBezTo>
                <a:cubicBezTo>
                  <a:pt x="2227459" y="323374"/>
                  <a:pt x="2228259" y="322374"/>
                  <a:pt x="2228459" y="321941"/>
                </a:cubicBezTo>
                <a:close/>
                <a:moveTo>
                  <a:pt x="1469859" y="319774"/>
                </a:moveTo>
                <a:cubicBezTo>
                  <a:pt x="1468793" y="319507"/>
                  <a:pt x="1468259" y="320040"/>
                  <a:pt x="1468259" y="321374"/>
                </a:cubicBezTo>
                <a:cubicBezTo>
                  <a:pt x="1468259" y="322707"/>
                  <a:pt x="1467992" y="324041"/>
                  <a:pt x="1467726" y="324041"/>
                </a:cubicBezTo>
                <a:cubicBezTo>
                  <a:pt x="1466126" y="324308"/>
                  <a:pt x="1459458" y="332042"/>
                  <a:pt x="1458125" y="335242"/>
                </a:cubicBezTo>
                <a:cubicBezTo>
                  <a:pt x="1455991" y="339776"/>
                  <a:pt x="1457858" y="341110"/>
                  <a:pt x="1460258" y="336842"/>
                </a:cubicBezTo>
                <a:cubicBezTo>
                  <a:pt x="1461325" y="334976"/>
                  <a:pt x="1463192" y="333642"/>
                  <a:pt x="1464525" y="333642"/>
                </a:cubicBezTo>
                <a:cubicBezTo>
                  <a:pt x="1465326" y="333642"/>
                  <a:pt x="1467192" y="331508"/>
                  <a:pt x="1467992" y="328841"/>
                </a:cubicBezTo>
                <a:cubicBezTo>
                  <a:pt x="1468793" y="325908"/>
                  <a:pt x="1470660" y="324041"/>
                  <a:pt x="1471726" y="324041"/>
                </a:cubicBezTo>
                <a:cubicBezTo>
                  <a:pt x="1473860" y="324574"/>
                  <a:pt x="1472260" y="320307"/>
                  <a:pt x="1469859" y="319774"/>
                </a:cubicBezTo>
                <a:close/>
                <a:moveTo>
                  <a:pt x="1455191" y="317907"/>
                </a:moveTo>
                <a:cubicBezTo>
                  <a:pt x="1454124" y="317907"/>
                  <a:pt x="1453057" y="318440"/>
                  <a:pt x="1452524" y="319240"/>
                </a:cubicBezTo>
                <a:cubicBezTo>
                  <a:pt x="1452257" y="319774"/>
                  <a:pt x="1453057" y="320574"/>
                  <a:pt x="1454658" y="320307"/>
                </a:cubicBezTo>
                <a:cubicBezTo>
                  <a:pt x="1455991" y="320040"/>
                  <a:pt x="1457324" y="319507"/>
                  <a:pt x="1457324" y="318974"/>
                </a:cubicBezTo>
                <a:cubicBezTo>
                  <a:pt x="1457324" y="318173"/>
                  <a:pt x="1456258" y="317640"/>
                  <a:pt x="1455191" y="317907"/>
                </a:cubicBezTo>
                <a:close/>
                <a:moveTo>
                  <a:pt x="2212748" y="317262"/>
                </a:moveTo>
                <a:lnTo>
                  <a:pt x="2202984" y="323407"/>
                </a:lnTo>
                <a:cubicBezTo>
                  <a:pt x="2199884" y="325574"/>
                  <a:pt x="2197950" y="327241"/>
                  <a:pt x="2199551" y="326975"/>
                </a:cubicBezTo>
                <a:cubicBezTo>
                  <a:pt x="2202218" y="326441"/>
                  <a:pt x="2204885" y="325641"/>
                  <a:pt x="2207018" y="323774"/>
                </a:cubicBezTo>
                <a:lnTo>
                  <a:pt x="2210030" y="321705"/>
                </a:lnTo>
                <a:lnTo>
                  <a:pt x="2210524" y="320840"/>
                </a:lnTo>
                <a:cubicBezTo>
                  <a:pt x="2210524" y="320707"/>
                  <a:pt x="2211057" y="319840"/>
                  <a:pt x="2211924" y="318507"/>
                </a:cubicBezTo>
                <a:close/>
                <a:moveTo>
                  <a:pt x="1465859" y="314973"/>
                </a:moveTo>
                <a:cubicBezTo>
                  <a:pt x="1465859" y="314973"/>
                  <a:pt x="1464259" y="315240"/>
                  <a:pt x="1462125" y="315773"/>
                </a:cubicBezTo>
                <a:cubicBezTo>
                  <a:pt x="1458658" y="316573"/>
                  <a:pt x="1458658" y="316840"/>
                  <a:pt x="1460792" y="317907"/>
                </a:cubicBezTo>
                <a:cubicBezTo>
                  <a:pt x="1462925" y="318974"/>
                  <a:pt x="1465592" y="317640"/>
                  <a:pt x="1465859" y="314973"/>
                </a:cubicBezTo>
                <a:close/>
                <a:moveTo>
                  <a:pt x="192329" y="311239"/>
                </a:moveTo>
                <a:cubicBezTo>
                  <a:pt x="190462" y="311506"/>
                  <a:pt x="182727" y="320307"/>
                  <a:pt x="183261" y="321907"/>
                </a:cubicBezTo>
                <a:cubicBezTo>
                  <a:pt x="183261" y="322441"/>
                  <a:pt x="182727" y="322441"/>
                  <a:pt x="181661" y="322174"/>
                </a:cubicBezTo>
                <a:cubicBezTo>
                  <a:pt x="179260" y="321641"/>
                  <a:pt x="174993" y="328308"/>
                  <a:pt x="176327" y="330975"/>
                </a:cubicBezTo>
                <a:cubicBezTo>
                  <a:pt x="176860" y="332042"/>
                  <a:pt x="176593" y="333375"/>
                  <a:pt x="175793" y="333642"/>
                </a:cubicBezTo>
                <a:cubicBezTo>
                  <a:pt x="174726" y="334175"/>
                  <a:pt x="174993" y="334442"/>
                  <a:pt x="176593" y="334442"/>
                </a:cubicBezTo>
                <a:cubicBezTo>
                  <a:pt x="177660" y="334442"/>
                  <a:pt x="178727" y="333909"/>
                  <a:pt x="178727" y="332842"/>
                </a:cubicBezTo>
                <a:cubicBezTo>
                  <a:pt x="178727" y="332042"/>
                  <a:pt x="180861" y="328841"/>
                  <a:pt x="184061" y="325641"/>
                </a:cubicBezTo>
                <a:cubicBezTo>
                  <a:pt x="187261" y="322441"/>
                  <a:pt x="189128" y="318707"/>
                  <a:pt x="188862" y="317907"/>
                </a:cubicBezTo>
                <a:cubicBezTo>
                  <a:pt x="188595" y="316840"/>
                  <a:pt x="189662" y="315506"/>
                  <a:pt x="190995" y="315240"/>
                </a:cubicBezTo>
                <a:cubicBezTo>
                  <a:pt x="193929" y="314706"/>
                  <a:pt x="194462" y="310973"/>
                  <a:pt x="192329" y="311239"/>
                </a:cubicBezTo>
                <a:close/>
                <a:moveTo>
                  <a:pt x="2900972" y="309639"/>
                </a:moveTo>
                <a:cubicBezTo>
                  <a:pt x="2900172" y="309639"/>
                  <a:pt x="2899638" y="310172"/>
                  <a:pt x="2899638" y="310706"/>
                </a:cubicBezTo>
                <a:cubicBezTo>
                  <a:pt x="2899638" y="311506"/>
                  <a:pt x="2900172" y="311773"/>
                  <a:pt x="2900972" y="311239"/>
                </a:cubicBezTo>
                <a:cubicBezTo>
                  <a:pt x="2901505" y="310973"/>
                  <a:pt x="2902039" y="310439"/>
                  <a:pt x="2902039" y="310172"/>
                </a:cubicBezTo>
                <a:cubicBezTo>
                  <a:pt x="2902039" y="309906"/>
                  <a:pt x="2901505" y="309639"/>
                  <a:pt x="2900972" y="309639"/>
                </a:cubicBezTo>
                <a:close/>
                <a:moveTo>
                  <a:pt x="208064" y="309106"/>
                </a:moveTo>
                <a:cubicBezTo>
                  <a:pt x="207264" y="309106"/>
                  <a:pt x="206730" y="309639"/>
                  <a:pt x="206730" y="310439"/>
                </a:cubicBezTo>
                <a:cubicBezTo>
                  <a:pt x="206730" y="311239"/>
                  <a:pt x="206997" y="311773"/>
                  <a:pt x="207264" y="311773"/>
                </a:cubicBezTo>
                <a:cubicBezTo>
                  <a:pt x="207797" y="311773"/>
                  <a:pt x="208331" y="311239"/>
                  <a:pt x="208597" y="310439"/>
                </a:cubicBezTo>
                <a:cubicBezTo>
                  <a:pt x="208864" y="309639"/>
                  <a:pt x="208864" y="308839"/>
                  <a:pt x="208064" y="309106"/>
                </a:cubicBezTo>
                <a:close/>
                <a:moveTo>
                  <a:pt x="179260" y="308839"/>
                </a:moveTo>
                <a:cubicBezTo>
                  <a:pt x="171793" y="312039"/>
                  <a:pt x="162458" y="315773"/>
                  <a:pt x="155524" y="317373"/>
                </a:cubicBezTo>
                <a:lnTo>
                  <a:pt x="154457" y="317640"/>
                </a:lnTo>
                <a:cubicBezTo>
                  <a:pt x="137922" y="321641"/>
                  <a:pt x="110185" y="337643"/>
                  <a:pt x="97117" y="347244"/>
                </a:cubicBezTo>
                <a:cubicBezTo>
                  <a:pt x="90716" y="351778"/>
                  <a:pt x="77914" y="358979"/>
                  <a:pt x="82182" y="369113"/>
                </a:cubicBezTo>
                <a:cubicBezTo>
                  <a:pt x="84582" y="374714"/>
                  <a:pt x="88316" y="376847"/>
                  <a:pt x="93116" y="376847"/>
                </a:cubicBezTo>
                <a:cubicBezTo>
                  <a:pt x="107785" y="376847"/>
                  <a:pt x="130721" y="355511"/>
                  <a:pt x="138455" y="348844"/>
                </a:cubicBezTo>
                <a:cubicBezTo>
                  <a:pt x="145656" y="342443"/>
                  <a:pt x="153657" y="335776"/>
                  <a:pt x="155791" y="333375"/>
                </a:cubicBezTo>
                <a:cubicBezTo>
                  <a:pt x="157924" y="330975"/>
                  <a:pt x="164592" y="323241"/>
                  <a:pt x="171526" y="317107"/>
                </a:cubicBezTo>
                <a:cubicBezTo>
                  <a:pt x="173660" y="315240"/>
                  <a:pt x="176060" y="312306"/>
                  <a:pt x="179260" y="308839"/>
                </a:cubicBezTo>
                <a:close/>
                <a:moveTo>
                  <a:pt x="1468526" y="308306"/>
                </a:moveTo>
                <a:cubicBezTo>
                  <a:pt x="1467992" y="308306"/>
                  <a:pt x="1466926" y="309639"/>
                  <a:pt x="1466392" y="310973"/>
                </a:cubicBezTo>
                <a:cubicBezTo>
                  <a:pt x="1465859" y="312839"/>
                  <a:pt x="1465859" y="313106"/>
                  <a:pt x="1467726" y="311506"/>
                </a:cubicBezTo>
                <a:cubicBezTo>
                  <a:pt x="1470393" y="309106"/>
                  <a:pt x="1470393" y="308306"/>
                  <a:pt x="1468526" y="308306"/>
                </a:cubicBezTo>
                <a:close/>
                <a:moveTo>
                  <a:pt x="1461592" y="308039"/>
                </a:moveTo>
                <a:cubicBezTo>
                  <a:pt x="1457058" y="309372"/>
                  <a:pt x="1453591" y="311773"/>
                  <a:pt x="1457058" y="311773"/>
                </a:cubicBezTo>
                <a:cubicBezTo>
                  <a:pt x="1460792" y="311773"/>
                  <a:pt x="1465592" y="309639"/>
                  <a:pt x="1465592" y="308306"/>
                </a:cubicBezTo>
                <a:cubicBezTo>
                  <a:pt x="1465592" y="307505"/>
                  <a:pt x="1463725" y="307505"/>
                  <a:pt x="1461592" y="308039"/>
                </a:cubicBezTo>
                <a:close/>
                <a:moveTo>
                  <a:pt x="13106" y="306439"/>
                </a:moveTo>
                <a:cubicBezTo>
                  <a:pt x="12306" y="307239"/>
                  <a:pt x="11773" y="308039"/>
                  <a:pt x="11773" y="308839"/>
                </a:cubicBezTo>
                <a:cubicBezTo>
                  <a:pt x="11773" y="309639"/>
                  <a:pt x="12573" y="309906"/>
                  <a:pt x="13106" y="309372"/>
                </a:cubicBezTo>
                <a:cubicBezTo>
                  <a:pt x="13906" y="308572"/>
                  <a:pt x="14440" y="307772"/>
                  <a:pt x="14440" y="306972"/>
                </a:cubicBezTo>
                <a:cubicBezTo>
                  <a:pt x="14440" y="306172"/>
                  <a:pt x="13640" y="305905"/>
                  <a:pt x="13106" y="306439"/>
                </a:cubicBezTo>
                <a:close/>
                <a:moveTo>
                  <a:pt x="565137" y="304305"/>
                </a:moveTo>
                <a:cubicBezTo>
                  <a:pt x="564604" y="304572"/>
                  <a:pt x="564337" y="305105"/>
                  <a:pt x="564337" y="305372"/>
                </a:cubicBezTo>
                <a:cubicBezTo>
                  <a:pt x="564337" y="305905"/>
                  <a:pt x="564604" y="306439"/>
                  <a:pt x="564870" y="306172"/>
                </a:cubicBezTo>
                <a:cubicBezTo>
                  <a:pt x="565137" y="306172"/>
                  <a:pt x="565404" y="305639"/>
                  <a:pt x="565671" y="305105"/>
                </a:cubicBezTo>
                <a:cubicBezTo>
                  <a:pt x="565937" y="304572"/>
                  <a:pt x="565671" y="304305"/>
                  <a:pt x="565137" y="304305"/>
                </a:cubicBezTo>
                <a:close/>
                <a:moveTo>
                  <a:pt x="197929" y="304038"/>
                </a:moveTo>
                <a:cubicBezTo>
                  <a:pt x="197663" y="304038"/>
                  <a:pt x="196863" y="304572"/>
                  <a:pt x="196596" y="305372"/>
                </a:cubicBezTo>
                <a:cubicBezTo>
                  <a:pt x="196596" y="306172"/>
                  <a:pt x="196596" y="306705"/>
                  <a:pt x="197396" y="306705"/>
                </a:cubicBezTo>
                <a:cubicBezTo>
                  <a:pt x="198196" y="306705"/>
                  <a:pt x="198729" y="306172"/>
                  <a:pt x="198729" y="305372"/>
                </a:cubicBezTo>
                <a:cubicBezTo>
                  <a:pt x="198729" y="304572"/>
                  <a:pt x="198196" y="303772"/>
                  <a:pt x="197929" y="304038"/>
                </a:cubicBezTo>
                <a:close/>
                <a:moveTo>
                  <a:pt x="571605" y="303872"/>
                </a:moveTo>
                <a:cubicBezTo>
                  <a:pt x="571005" y="304172"/>
                  <a:pt x="569938" y="305105"/>
                  <a:pt x="568604" y="306705"/>
                </a:cubicBezTo>
                <a:lnTo>
                  <a:pt x="566204" y="309639"/>
                </a:lnTo>
                <a:lnTo>
                  <a:pt x="568871" y="307772"/>
                </a:lnTo>
                <a:cubicBezTo>
                  <a:pt x="570471" y="306705"/>
                  <a:pt x="571538" y="305372"/>
                  <a:pt x="571805" y="304838"/>
                </a:cubicBezTo>
                <a:cubicBezTo>
                  <a:pt x="572338" y="303905"/>
                  <a:pt x="572205" y="303572"/>
                  <a:pt x="571605" y="303872"/>
                </a:cubicBezTo>
                <a:close/>
                <a:moveTo>
                  <a:pt x="1468793" y="301638"/>
                </a:moveTo>
                <a:cubicBezTo>
                  <a:pt x="1462392" y="302705"/>
                  <a:pt x="1460258" y="304305"/>
                  <a:pt x="1465859" y="304038"/>
                </a:cubicBezTo>
                <a:cubicBezTo>
                  <a:pt x="1467992" y="304038"/>
                  <a:pt x="1469859" y="304572"/>
                  <a:pt x="1469859" y="305639"/>
                </a:cubicBezTo>
                <a:cubicBezTo>
                  <a:pt x="1469859" y="306705"/>
                  <a:pt x="1470393" y="306705"/>
                  <a:pt x="1471993" y="305372"/>
                </a:cubicBezTo>
                <a:cubicBezTo>
                  <a:pt x="1475727" y="302438"/>
                  <a:pt x="1474127" y="300838"/>
                  <a:pt x="1468793" y="301638"/>
                </a:cubicBezTo>
                <a:close/>
                <a:moveTo>
                  <a:pt x="206197" y="300838"/>
                </a:moveTo>
                <a:cubicBezTo>
                  <a:pt x="204330" y="301105"/>
                  <a:pt x="202730" y="301371"/>
                  <a:pt x="201930" y="301371"/>
                </a:cubicBezTo>
                <a:cubicBezTo>
                  <a:pt x="199530" y="304572"/>
                  <a:pt x="199530" y="305105"/>
                  <a:pt x="201130" y="305105"/>
                </a:cubicBezTo>
                <a:cubicBezTo>
                  <a:pt x="201930" y="305105"/>
                  <a:pt x="202463" y="304572"/>
                  <a:pt x="202463" y="303772"/>
                </a:cubicBezTo>
                <a:cubicBezTo>
                  <a:pt x="202463" y="302972"/>
                  <a:pt x="203530" y="301905"/>
                  <a:pt x="205130" y="301371"/>
                </a:cubicBezTo>
                <a:cubicBezTo>
                  <a:pt x="205397" y="301371"/>
                  <a:pt x="205664" y="301105"/>
                  <a:pt x="206197" y="300838"/>
                </a:cubicBezTo>
                <a:close/>
                <a:moveTo>
                  <a:pt x="1233525" y="300305"/>
                </a:moveTo>
                <a:cubicBezTo>
                  <a:pt x="1233525" y="300038"/>
                  <a:pt x="1231125" y="301105"/>
                  <a:pt x="1228191" y="302972"/>
                </a:cubicBezTo>
                <a:cubicBezTo>
                  <a:pt x="1225258" y="304572"/>
                  <a:pt x="1222857" y="306439"/>
                  <a:pt x="1223124" y="306705"/>
                </a:cubicBezTo>
                <a:cubicBezTo>
                  <a:pt x="1223657" y="307239"/>
                  <a:pt x="1233259" y="301105"/>
                  <a:pt x="1233525" y="300305"/>
                </a:cubicBezTo>
                <a:close/>
                <a:moveTo>
                  <a:pt x="2904972" y="300038"/>
                </a:moveTo>
                <a:cubicBezTo>
                  <a:pt x="2904439" y="299771"/>
                  <a:pt x="2903639" y="300305"/>
                  <a:pt x="2903106" y="301105"/>
                </a:cubicBezTo>
                <a:cubicBezTo>
                  <a:pt x="2901238" y="304038"/>
                  <a:pt x="2902305" y="305639"/>
                  <a:pt x="2903906" y="302972"/>
                </a:cubicBezTo>
                <a:cubicBezTo>
                  <a:pt x="2904706" y="301638"/>
                  <a:pt x="2905239" y="300305"/>
                  <a:pt x="2904972" y="300038"/>
                </a:cubicBezTo>
                <a:close/>
                <a:moveTo>
                  <a:pt x="27241" y="295237"/>
                </a:moveTo>
                <a:cubicBezTo>
                  <a:pt x="26441" y="295237"/>
                  <a:pt x="25908" y="295771"/>
                  <a:pt x="25908" y="296571"/>
                </a:cubicBezTo>
                <a:cubicBezTo>
                  <a:pt x="25908" y="298971"/>
                  <a:pt x="26975" y="297904"/>
                  <a:pt x="27775" y="296571"/>
                </a:cubicBezTo>
                <a:cubicBezTo>
                  <a:pt x="28308" y="295771"/>
                  <a:pt x="28041" y="295237"/>
                  <a:pt x="27241" y="295237"/>
                </a:cubicBezTo>
                <a:close/>
                <a:moveTo>
                  <a:pt x="480842" y="295159"/>
                </a:moveTo>
                <a:lnTo>
                  <a:pt x="477835" y="297505"/>
                </a:lnTo>
                <a:lnTo>
                  <a:pt x="478726" y="297638"/>
                </a:lnTo>
                <a:cubicBezTo>
                  <a:pt x="479060" y="297838"/>
                  <a:pt x="479526" y="297454"/>
                  <a:pt x="480035" y="296721"/>
                </a:cubicBezTo>
                <a:close/>
                <a:moveTo>
                  <a:pt x="46177" y="293370"/>
                </a:moveTo>
                <a:cubicBezTo>
                  <a:pt x="45377" y="293370"/>
                  <a:pt x="45910" y="294170"/>
                  <a:pt x="46444" y="294437"/>
                </a:cubicBezTo>
                <a:cubicBezTo>
                  <a:pt x="51244" y="296837"/>
                  <a:pt x="49377" y="293104"/>
                  <a:pt x="46177" y="293370"/>
                </a:cubicBezTo>
                <a:close/>
                <a:moveTo>
                  <a:pt x="2904972" y="290437"/>
                </a:moveTo>
                <a:cubicBezTo>
                  <a:pt x="2904706" y="290437"/>
                  <a:pt x="2904172" y="291237"/>
                  <a:pt x="2903906" y="292304"/>
                </a:cubicBezTo>
                <a:cubicBezTo>
                  <a:pt x="2903372" y="293370"/>
                  <a:pt x="2903639" y="293637"/>
                  <a:pt x="2904172" y="293370"/>
                </a:cubicBezTo>
                <a:cubicBezTo>
                  <a:pt x="2905506" y="292570"/>
                  <a:pt x="2906039" y="290437"/>
                  <a:pt x="2904972" y="290437"/>
                </a:cubicBezTo>
                <a:close/>
                <a:moveTo>
                  <a:pt x="1493862" y="290170"/>
                </a:moveTo>
                <a:cubicBezTo>
                  <a:pt x="1493062" y="290703"/>
                  <a:pt x="1492529" y="291770"/>
                  <a:pt x="1492529" y="292570"/>
                </a:cubicBezTo>
                <a:cubicBezTo>
                  <a:pt x="1492529" y="293370"/>
                  <a:pt x="1493062" y="293904"/>
                  <a:pt x="1493862" y="293904"/>
                </a:cubicBezTo>
                <a:cubicBezTo>
                  <a:pt x="1494662" y="293904"/>
                  <a:pt x="1495463" y="292837"/>
                  <a:pt x="1495463" y="291503"/>
                </a:cubicBezTo>
                <a:cubicBezTo>
                  <a:pt x="1495196" y="290437"/>
                  <a:pt x="1494396" y="289903"/>
                  <a:pt x="1493862" y="290170"/>
                </a:cubicBezTo>
                <a:close/>
                <a:moveTo>
                  <a:pt x="2908706" y="288570"/>
                </a:moveTo>
                <a:lnTo>
                  <a:pt x="2907106" y="291503"/>
                </a:lnTo>
                <a:cubicBezTo>
                  <a:pt x="2904972" y="295504"/>
                  <a:pt x="2905239" y="298438"/>
                  <a:pt x="2907106" y="296571"/>
                </a:cubicBezTo>
                <a:cubicBezTo>
                  <a:pt x="2907906" y="295771"/>
                  <a:pt x="2908706" y="293904"/>
                  <a:pt x="2908706" y="292037"/>
                </a:cubicBezTo>
                <a:close/>
                <a:moveTo>
                  <a:pt x="1799653" y="287770"/>
                </a:moveTo>
                <a:cubicBezTo>
                  <a:pt x="1799653" y="287503"/>
                  <a:pt x="1799120" y="287503"/>
                  <a:pt x="1798053" y="288036"/>
                </a:cubicBezTo>
                <a:cubicBezTo>
                  <a:pt x="1796453" y="288570"/>
                  <a:pt x="1794586" y="293370"/>
                  <a:pt x="1795652" y="294437"/>
                </a:cubicBezTo>
                <a:cubicBezTo>
                  <a:pt x="1795919" y="294704"/>
                  <a:pt x="1799386" y="289103"/>
                  <a:pt x="1799653" y="287770"/>
                </a:cubicBezTo>
                <a:close/>
                <a:moveTo>
                  <a:pt x="1251127" y="287770"/>
                </a:moveTo>
                <a:cubicBezTo>
                  <a:pt x="1250861" y="287770"/>
                  <a:pt x="1249794" y="288836"/>
                  <a:pt x="1248727" y="289903"/>
                </a:cubicBezTo>
                <a:cubicBezTo>
                  <a:pt x="1246860" y="291770"/>
                  <a:pt x="1246860" y="291770"/>
                  <a:pt x="1248994" y="290437"/>
                </a:cubicBezTo>
                <a:cubicBezTo>
                  <a:pt x="1251394" y="288836"/>
                  <a:pt x="1252194" y="287770"/>
                  <a:pt x="1251127" y="287770"/>
                </a:cubicBezTo>
                <a:close/>
                <a:moveTo>
                  <a:pt x="1482932" y="287103"/>
                </a:moveTo>
                <a:cubicBezTo>
                  <a:pt x="1482644" y="287303"/>
                  <a:pt x="1482194" y="287770"/>
                  <a:pt x="1481594" y="288570"/>
                </a:cubicBezTo>
                <a:cubicBezTo>
                  <a:pt x="1480528" y="289903"/>
                  <a:pt x="1479194" y="289903"/>
                  <a:pt x="1478661" y="288836"/>
                </a:cubicBezTo>
                <a:cubicBezTo>
                  <a:pt x="1477860" y="287236"/>
                  <a:pt x="1475460" y="287770"/>
                  <a:pt x="1470660" y="290437"/>
                </a:cubicBezTo>
                <a:cubicBezTo>
                  <a:pt x="1467192" y="292304"/>
                  <a:pt x="1467459" y="292570"/>
                  <a:pt x="1470126" y="293637"/>
                </a:cubicBezTo>
                <a:cubicBezTo>
                  <a:pt x="1471460" y="294170"/>
                  <a:pt x="1472260" y="294704"/>
                  <a:pt x="1471193" y="294971"/>
                </a:cubicBezTo>
                <a:cubicBezTo>
                  <a:pt x="1469326" y="295504"/>
                  <a:pt x="1467726" y="295771"/>
                  <a:pt x="1465326" y="296571"/>
                </a:cubicBezTo>
                <a:cubicBezTo>
                  <a:pt x="1464792" y="296837"/>
                  <a:pt x="1466126" y="297371"/>
                  <a:pt x="1468259" y="297904"/>
                </a:cubicBezTo>
                <a:cubicBezTo>
                  <a:pt x="1473060" y="299238"/>
                  <a:pt x="1478127" y="298171"/>
                  <a:pt x="1478127" y="295504"/>
                </a:cubicBezTo>
                <a:cubicBezTo>
                  <a:pt x="1478127" y="294437"/>
                  <a:pt x="1479194" y="292304"/>
                  <a:pt x="1480794" y="290703"/>
                </a:cubicBezTo>
                <a:cubicBezTo>
                  <a:pt x="1483194" y="288303"/>
                  <a:pt x="1483794" y="286503"/>
                  <a:pt x="1482932" y="287103"/>
                </a:cubicBezTo>
                <a:close/>
                <a:moveTo>
                  <a:pt x="163792" y="285903"/>
                </a:moveTo>
                <a:cubicBezTo>
                  <a:pt x="162192" y="286703"/>
                  <a:pt x="161925" y="287503"/>
                  <a:pt x="163525" y="287236"/>
                </a:cubicBezTo>
                <a:cubicBezTo>
                  <a:pt x="164058" y="287236"/>
                  <a:pt x="164592" y="286703"/>
                  <a:pt x="164859" y="286169"/>
                </a:cubicBezTo>
                <a:cubicBezTo>
                  <a:pt x="165125" y="285369"/>
                  <a:pt x="164859" y="285369"/>
                  <a:pt x="163792" y="285903"/>
                </a:cubicBezTo>
                <a:close/>
                <a:moveTo>
                  <a:pt x="222732" y="281902"/>
                </a:moveTo>
                <a:cubicBezTo>
                  <a:pt x="220066" y="282436"/>
                  <a:pt x="217398" y="283236"/>
                  <a:pt x="214731" y="284036"/>
                </a:cubicBezTo>
                <a:cubicBezTo>
                  <a:pt x="214465" y="284303"/>
                  <a:pt x="214198" y="284836"/>
                  <a:pt x="213931" y="285636"/>
                </a:cubicBezTo>
                <a:cubicBezTo>
                  <a:pt x="214731" y="285369"/>
                  <a:pt x="215798" y="285103"/>
                  <a:pt x="217132" y="284836"/>
                </a:cubicBezTo>
                <a:cubicBezTo>
                  <a:pt x="218732" y="283502"/>
                  <a:pt x="220866" y="282436"/>
                  <a:pt x="221666" y="282702"/>
                </a:cubicBezTo>
                <a:cubicBezTo>
                  <a:pt x="221932" y="282702"/>
                  <a:pt x="222466" y="282436"/>
                  <a:pt x="222732" y="281902"/>
                </a:cubicBezTo>
                <a:close/>
                <a:moveTo>
                  <a:pt x="1802320" y="281369"/>
                </a:moveTo>
                <a:cubicBezTo>
                  <a:pt x="1800987" y="281369"/>
                  <a:pt x="1799386" y="283502"/>
                  <a:pt x="1800187" y="284569"/>
                </a:cubicBezTo>
                <a:cubicBezTo>
                  <a:pt x="1800987" y="285636"/>
                  <a:pt x="1803387" y="283769"/>
                  <a:pt x="1803387" y="282436"/>
                </a:cubicBezTo>
                <a:cubicBezTo>
                  <a:pt x="1803387" y="281902"/>
                  <a:pt x="1802854" y="281369"/>
                  <a:pt x="1802320" y="281369"/>
                </a:cubicBezTo>
                <a:close/>
                <a:moveTo>
                  <a:pt x="2912440" y="280035"/>
                </a:moveTo>
                <a:cubicBezTo>
                  <a:pt x="2912440" y="280302"/>
                  <a:pt x="2912173" y="281369"/>
                  <a:pt x="2911907" y="282169"/>
                </a:cubicBezTo>
                <a:cubicBezTo>
                  <a:pt x="2911640" y="283236"/>
                  <a:pt x="2912173" y="283769"/>
                  <a:pt x="2913240" y="284036"/>
                </a:cubicBezTo>
                <a:cubicBezTo>
                  <a:pt x="2915107" y="284036"/>
                  <a:pt x="2915640" y="281369"/>
                  <a:pt x="2913774" y="280035"/>
                </a:cubicBezTo>
                <a:cubicBezTo>
                  <a:pt x="2912974" y="279502"/>
                  <a:pt x="2912440" y="279502"/>
                  <a:pt x="2912440" y="280035"/>
                </a:cubicBezTo>
                <a:close/>
                <a:moveTo>
                  <a:pt x="1094841" y="279769"/>
                </a:moveTo>
                <a:cubicBezTo>
                  <a:pt x="1094308" y="279769"/>
                  <a:pt x="1093775" y="279769"/>
                  <a:pt x="1093508" y="280035"/>
                </a:cubicBezTo>
                <a:cubicBezTo>
                  <a:pt x="1093508" y="280302"/>
                  <a:pt x="1092974" y="281369"/>
                  <a:pt x="1092174" y="282436"/>
                </a:cubicBezTo>
                <a:cubicBezTo>
                  <a:pt x="1091108" y="283769"/>
                  <a:pt x="1091374" y="284036"/>
                  <a:pt x="1092974" y="283769"/>
                </a:cubicBezTo>
                <a:cubicBezTo>
                  <a:pt x="1094841" y="283502"/>
                  <a:pt x="1096442" y="280035"/>
                  <a:pt x="1094841" y="279769"/>
                </a:cubicBezTo>
                <a:close/>
                <a:moveTo>
                  <a:pt x="278206" y="276302"/>
                </a:moveTo>
                <a:cubicBezTo>
                  <a:pt x="272339" y="275501"/>
                  <a:pt x="261937" y="275768"/>
                  <a:pt x="251803" y="276568"/>
                </a:cubicBezTo>
                <a:cubicBezTo>
                  <a:pt x="250736" y="277102"/>
                  <a:pt x="249402" y="278435"/>
                  <a:pt x="247802" y="280302"/>
                </a:cubicBezTo>
                <a:cubicBezTo>
                  <a:pt x="269138" y="277635"/>
                  <a:pt x="277939" y="277368"/>
                  <a:pt x="279540" y="277902"/>
                </a:cubicBezTo>
                <a:cubicBezTo>
                  <a:pt x="280340" y="278168"/>
                  <a:pt x="281140" y="278168"/>
                  <a:pt x="281940" y="277902"/>
                </a:cubicBezTo>
                <a:cubicBezTo>
                  <a:pt x="283273" y="277368"/>
                  <a:pt x="281673" y="276835"/>
                  <a:pt x="278206" y="276302"/>
                </a:cubicBezTo>
                <a:close/>
                <a:moveTo>
                  <a:pt x="37543" y="275668"/>
                </a:moveTo>
                <a:cubicBezTo>
                  <a:pt x="37309" y="275968"/>
                  <a:pt x="36976" y="276568"/>
                  <a:pt x="36576" y="277368"/>
                </a:cubicBezTo>
                <a:cubicBezTo>
                  <a:pt x="35509" y="279769"/>
                  <a:pt x="34442" y="280302"/>
                  <a:pt x="32575" y="280035"/>
                </a:cubicBezTo>
                <a:cubicBezTo>
                  <a:pt x="30175" y="279502"/>
                  <a:pt x="30175" y="279502"/>
                  <a:pt x="32042" y="281369"/>
                </a:cubicBezTo>
                <a:cubicBezTo>
                  <a:pt x="33909" y="283236"/>
                  <a:pt x="33642" y="282969"/>
                  <a:pt x="36042" y="280302"/>
                </a:cubicBezTo>
                <a:cubicBezTo>
                  <a:pt x="37376" y="278702"/>
                  <a:pt x="38176" y="276568"/>
                  <a:pt x="37909" y="275768"/>
                </a:cubicBezTo>
                <a:cubicBezTo>
                  <a:pt x="37909" y="275368"/>
                  <a:pt x="37776" y="275368"/>
                  <a:pt x="37543" y="275668"/>
                </a:cubicBezTo>
                <a:close/>
                <a:moveTo>
                  <a:pt x="1806587" y="275235"/>
                </a:moveTo>
                <a:cubicBezTo>
                  <a:pt x="1806321" y="275235"/>
                  <a:pt x="1805787" y="275768"/>
                  <a:pt x="1805254" y="276568"/>
                </a:cubicBezTo>
                <a:cubicBezTo>
                  <a:pt x="1804987" y="277102"/>
                  <a:pt x="1804987" y="277635"/>
                  <a:pt x="1805787" y="277635"/>
                </a:cubicBezTo>
                <a:cubicBezTo>
                  <a:pt x="1806587" y="277635"/>
                  <a:pt x="1807121" y="277102"/>
                  <a:pt x="1807121" y="276568"/>
                </a:cubicBezTo>
                <a:cubicBezTo>
                  <a:pt x="1807121" y="275768"/>
                  <a:pt x="1806854" y="275235"/>
                  <a:pt x="1806587" y="275235"/>
                </a:cubicBezTo>
                <a:close/>
                <a:moveTo>
                  <a:pt x="2885503" y="273368"/>
                </a:moveTo>
                <a:cubicBezTo>
                  <a:pt x="2883903" y="273368"/>
                  <a:pt x="2877236" y="276035"/>
                  <a:pt x="2870835" y="279235"/>
                </a:cubicBezTo>
                <a:cubicBezTo>
                  <a:pt x="2857233" y="286169"/>
                  <a:pt x="2844165" y="296571"/>
                  <a:pt x="2831096" y="312839"/>
                </a:cubicBezTo>
                <a:cubicBezTo>
                  <a:pt x="2826029" y="318974"/>
                  <a:pt x="2818828" y="330975"/>
                  <a:pt x="2819895" y="332042"/>
                </a:cubicBezTo>
                <a:cubicBezTo>
                  <a:pt x="2820428" y="332575"/>
                  <a:pt x="2838831" y="317907"/>
                  <a:pt x="2847899" y="309906"/>
                </a:cubicBezTo>
                <a:cubicBezTo>
                  <a:pt x="2854300" y="304305"/>
                  <a:pt x="2860700" y="298438"/>
                  <a:pt x="2867634" y="293370"/>
                </a:cubicBezTo>
                <a:cubicBezTo>
                  <a:pt x="2869768" y="291770"/>
                  <a:pt x="2888437" y="275501"/>
                  <a:pt x="2888437" y="274701"/>
                </a:cubicBezTo>
                <a:cubicBezTo>
                  <a:pt x="2888437" y="273901"/>
                  <a:pt x="2887104" y="273368"/>
                  <a:pt x="2885503" y="273368"/>
                </a:cubicBezTo>
                <a:close/>
                <a:moveTo>
                  <a:pt x="60079" y="271101"/>
                </a:moveTo>
                <a:cubicBezTo>
                  <a:pt x="59312" y="271368"/>
                  <a:pt x="58579" y="272301"/>
                  <a:pt x="57912" y="273901"/>
                </a:cubicBezTo>
                <a:cubicBezTo>
                  <a:pt x="57379" y="275501"/>
                  <a:pt x="57112" y="276568"/>
                  <a:pt x="57645" y="276568"/>
                </a:cubicBezTo>
                <a:cubicBezTo>
                  <a:pt x="58445" y="276568"/>
                  <a:pt x="59245" y="275501"/>
                  <a:pt x="59512" y="274435"/>
                </a:cubicBezTo>
                <a:cubicBezTo>
                  <a:pt x="59779" y="273101"/>
                  <a:pt x="61112" y="272568"/>
                  <a:pt x="61912" y="273101"/>
                </a:cubicBezTo>
                <a:cubicBezTo>
                  <a:pt x="62979" y="273635"/>
                  <a:pt x="62979" y="273101"/>
                  <a:pt x="62446" y="272301"/>
                </a:cubicBezTo>
                <a:cubicBezTo>
                  <a:pt x="61646" y="271234"/>
                  <a:pt x="60846" y="270834"/>
                  <a:pt x="60079" y="271101"/>
                </a:cubicBezTo>
                <a:close/>
                <a:moveTo>
                  <a:pt x="268872" y="269634"/>
                </a:moveTo>
                <a:cubicBezTo>
                  <a:pt x="268605" y="269367"/>
                  <a:pt x="267538" y="269634"/>
                  <a:pt x="267005" y="269901"/>
                </a:cubicBezTo>
                <a:cubicBezTo>
                  <a:pt x="266205" y="270434"/>
                  <a:pt x="266471" y="270701"/>
                  <a:pt x="267538" y="270434"/>
                </a:cubicBezTo>
                <a:cubicBezTo>
                  <a:pt x="268605" y="270167"/>
                  <a:pt x="269405" y="269901"/>
                  <a:pt x="268872" y="269634"/>
                </a:cubicBezTo>
                <a:close/>
                <a:moveTo>
                  <a:pt x="2914704" y="268809"/>
                </a:moveTo>
                <a:lnTo>
                  <a:pt x="2914307" y="270167"/>
                </a:lnTo>
                <a:cubicBezTo>
                  <a:pt x="2913774" y="271234"/>
                  <a:pt x="2914307" y="272301"/>
                  <a:pt x="2914840" y="272301"/>
                </a:cubicBezTo>
                <a:cubicBezTo>
                  <a:pt x="2915774" y="272301"/>
                  <a:pt x="2915974" y="271434"/>
                  <a:pt x="2915740" y="270434"/>
                </a:cubicBezTo>
                <a:close/>
                <a:moveTo>
                  <a:pt x="40043" y="268034"/>
                </a:moveTo>
                <a:cubicBezTo>
                  <a:pt x="38709" y="267500"/>
                  <a:pt x="36843" y="268567"/>
                  <a:pt x="36309" y="269101"/>
                </a:cubicBezTo>
                <a:cubicBezTo>
                  <a:pt x="35509" y="270167"/>
                  <a:pt x="36309" y="270167"/>
                  <a:pt x="38709" y="269367"/>
                </a:cubicBezTo>
                <a:cubicBezTo>
                  <a:pt x="41376" y="268567"/>
                  <a:pt x="41643" y="268567"/>
                  <a:pt x="40043" y="268034"/>
                </a:cubicBezTo>
                <a:close/>
                <a:moveTo>
                  <a:pt x="1812988" y="264567"/>
                </a:moveTo>
                <a:cubicBezTo>
                  <a:pt x="1812455" y="264567"/>
                  <a:pt x="1811921" y="265100"/>
                  <a:pt x="1811921" y="265900"/>
                </a:cubicBezTo>
                <a:cubicBezTo>
                  <a:pt x="1811921" y="266434"/>
                  <a:pt x="1812455" y="266700"/>
                  <a:pt x="1812988" y="266434"/>
                </a:cubicBezTo>
                <a:cubicBezTo>
                  <a:pt x="1813788" y="265900"/>
                  <a:pt x="1814322" y="265367"/>
                  <a:pt x="1814322" y="265100"/>
                </a:cubicBezTo>
                <a:cubicBezTo>
                  <a:pt x="1814322" y="264833"/>
                  <a:pt x="1813788" y="264567"/>
                  <a:pt x="1812988" y="264567"/>
                </a:cubicBezTo>
                <a:close/>
                <a:moveTo>
                  <a:pt x="2066201" y="261100"/>
                </a:moveTo>
                <a:cubicBezTo>
                  <a:pt x="2063267" y="261900"/>
                  <a:pt x="2060867" y="262967"/>
                  <a:pt x="2060867" y="263767"/>
                </a:cubicBezTo>
                <a:cubicBezTo>
                  <a:pt x="2060867" y="264300"/>
                  <a:pt x="2060067" y="264567"/>
                  <a:pt x="2059533" y="264567"/>
                </a:cubicBezTo>
                <a:cubicBezTo>
                  <a:pt x="2051266" y="264567"/>
                  <a:pt x="2010194" y="310973"/>
                  <a:pt x="2010194" y="314706"/>
                </a:cubicBezTo>
                <a:cubicBezTo>
                  <a:pt x="2010194" y="315240"/>
                  <a:pt x="2008327" y="317640"/>
                  <a:pt x="2006193" y="320040"/>
                </a:cubicBezTo>
                <a:cubicBezTo>
                  <a:pt x="2002460" y="323774"/>
                  <a:pt x="1995258" y="337909"/>
                  <a:pt x="1996325" y="338976"/>
                </a:cubicBezTo>
                <a:cubicBezTo>
                  <a:pt x="1996859" y="339509"/>
                  <a:pt x="2004593" y="334442"/>
                  <a:pt x="2011260" y="329642"/>
                </a:cubicBezTo>
                <a:cubicBezTo>
                  <a:pt x="2014194" y="327508"/>
                  <a:pt x="2030196" y="312306"/>
                  <a:pt x="2046465" y="296037"/>
                </a:cubicBezTo>
                <a:cubicBezTo>
                  <a:pt x="2076602" y="265900"/>
                  <a:pt x="2077402" y="265367"/>
                  <a:pt x="2073135" y="261100"/>
                </a:cubicBezTo>
                <a:cubicBezTo>
                  <a:pt x="2072068" y="260033"/>
                  <a:pt x="2070201" y="260033"/>
                  <a:pt x="2066201" y="261100"/>
                </a:cubicBezTo>
                <a:close/>
                <a:moveTo>
                  <a:pt x="42143" y="259466"/>
                </a:moveTo>
                <a:cubicBezTo>
                  <a:pt x="41643" y="259299"/>
                  <a:pt x="40843" y="260033"/>
                  <a:pt x="40310" y="261900"/>
                </a:cubicBezTo>
                <a:cubicBezTo>
                  <a:pt x="39776" y="263767"/>
                  <a:pt x="39510" y="265100"/>
                  <a:pt x="40043" y="264833"/>
                </a:cubicBezTo>
                <a:cubicBezTo>
                  <a:pt x="40843" y="264833"/>
                  <a:pt x="41643" y="263767"/>
                  <a:pt x="42177" y="262433"/>
                </a:cubicBezTo>
                <a:cubicBezTo>
                  <a:pt x="42843" y="260700"/>
                  <a:pt x="42643" y="259633"/>
                  <a:pt x="42143" y="259466"/>
                </a:cubicBezTo>
                <a:close/>
                <a:moveTo>
                  <a:pt x="36042" y="258966"/>
                </a:moveTo>
                <a:cubicBezTo>
                  <a:pt x="35242" y="258699"/>
                  <a:pt x="34709" y="258699"/>
                  <a:pt x="34709" y="259499"/>
                </a:cubicBezTo>
                <a:cubicBezTo>
                  <a:pt x="34976" y="260300"/>
                  <a:pt x="35509" y="261100"/>
                  <a:pt x="36309" y="261100"/>
                </a:cubicBezTo>
                <a:cubicBezTo>
                  <a:pt x="36843" y="260833"/>
                  <a:pt x="37376" y="260566"/>
                  <a:pt x="37376" y="260300"/>
                </a:cubicBezTo>
                <a:cubicBezTo>
                  <a:pt x="37376" y="260033"/>
                  <a:pt x="36843" y="259233"/>
                  <a:pt x="36042" y="258966"/>
                </a:cubicBezTo>
                <a:close/>
                <a:moveTo>
                  <a:pt x="56045" y="258433"/>
                </a:moveTo>
                <a:cubicBezTo>
                  <a:pt x="55245" y="258433"/>
                  <a:pt x="54445" y="259233"/>
                  <a:pt x="54711" y="260033"/>
                </a:cubicBezTo>
                <a:cubicBezTo>
                  <a:pt x="54711" y="260833"/>
                  <a:pt x="54978" y="261366"/>
                  <a:pt x="55245" y="261366"/>
                </a:cubicBezTo>
                <a:cubicBezTo>
                  <a:pt x="55512" y="261366"/>
                  <a:pt x="56312" y="260833"/>
                  <a:pt x="56578" y="259766"/>
                </a:cubicBezTo>
                <a:cubicBezTo>
                  <a:pt x="56845" y="258966"/>
                  <a:pt x="56578" y="258433"/>
                  <a:pt x="56045" y="258433"/>
                </a:cubicBezTo>
                <a:close/>
                <a:moveTo>
                  <a:pt x="236668" y="258366"/>
                </a:moveTo>
                <a:cubicBezTo>
                  <a:pt x="236267" y="258499"/>
                  <a:pt x="235534" y="259499"/>
                  <a:pt x="234201" y="261633"/>
                </a:cubicBezTo>
                <a:cubicBezTo>
                  <a:pt x="232867" y="263500"/>
                  <a:pt x="232600" y="264300"/>
                  <a:pt x="233934" y="262967"/>
                </a:cubicBezTo>
                <a:cubicBezTo>
                  <a:pt x="235001" y="261900"/>
                  <a:pt x="236068" y="261366"/>
                  <a:pt x="236601" y="261900"/>
                </a:cubicBezTo>
                <a:cubicBezTo>
                  <a:pt x="236868" y="262166"/>
                  <a:pt x="237134" y="261366"/>
                  <a:pt x="237134" y="260300"/>
                </a:cubicBezTo>
                <a:cubicBezTo>
                  <a:pt x="237134" y="258966"/>
                  <a:pt x="237068" y="258233"/>
                  <a:pt x="236668" y="258366"/>
                </a:cubicBezTo>
                <a:close/>
                <a:moveTo>
                  <a:pt x="66980" y="257899"/>
                </a:moveTo>
                <a:cubicBezTo>
                  <a:pt x="66713" y="257899"/>
                  <a:pt x="66446" y="258433"/>
                  <a:pt x="65646" y="259233"/>
                </a:cubicBezTo>
                <a:cubicBezTo>
                  <a:pt x="65379" y="260033"/>
                  <a:pt x="65646" y="260833"/>
                  <a:pt x="66446" y="260833"/>
                </a:cubicBezTo>
                <a:cubicBezTo>
                  <a:pt x="67246" y="260566"/>
                  <a:pt x="67780" y="260033"/>
                  <a:pt x="67780" y="259233"/>
                </a:cubicBezTo>
                <a:cubicBezTo>
                  <a:pt x="67780" y="258433"/>
                  <a:pt x="67513" y="257899"/>
                  <a:pt x="66980" y="257899"/>
                </a:cubicBezTo>
                <a:close/>
                <a:moveTo>
                  <a:pt x="47544" y="256699"/>
                </a:moveTo>
                <a:cubicBezTo>
                  <a:pt x="47244" y="256432"/>
                  <a:pt x="46844" y="256432"/>
                  <a:pt x="46444" y="256832"/>
                </a:cubicBezTo>
                <a:cubicBezTo>
                  <a:pt x="46177" y="257633"/>
                  <a:pt x="45644" y="258433"/>
                  <a:pt x="46177" y="259233"/>
                </a:cubicBezTo>
                <a:cubicBezTo>
                  <a:pt x="47244" y="261100"/>
                  <a:pt x="47777" y="260566"/>
                  <a:pt x="48044" y="258166"/>
                </a:cubicBezTo>
                <a:cubicBezTo>
                  <a:pt x="48044" y="257499"/>
                  <a:pt x="47844" y="256966"/>
                  <a:pt x="47544" y="256699"/>
                </a:cubicBezTo>
                <a:close/>
                <a:moveTo>
                  <a:pt x="49644" y="251232"/>
                </a:moveTo>
                <a:cubicBezTo>
                  <a:pt x="47511" y="252299"/>
                  <a:pt x="46977" y="254699"/>
                  <a:pt x="48844" y="254699"/>
                </a:cubicBezTo>
                <a:cubicBezTo>
                  <a:pt x="49644" y="254699"/>
                  <a:pt x="50444" y="253632"/>
                  <a:pt x="50711" y="252565"/>
                </a:cubicBezTo>
                <a:cubicBezTo>
                  <a:pt x="50978" y="251232"/>
                  <a:pt x="50978" y="250698"/>
                  <a:pt x="49644" y="251232"/>
                </a:cubicBezTo>
                <a:close/>
                <a:moveTo>
                  <a:pt x="1822122" y="250932"/>
                </a:moveTo>
                <a:cubicBezTo>
                  <a:pt x="1821722" y="251032"/>
                  <a:pt x="1821256" y="251365"/>
                  <a:pt x="1820722" y="252032"/>
                </a:cubicBezTo>
                <a:cubicBezTo>
                  <a:pt x="1819656" y="254432"/>
                  <a:pt x="1818322" y="256299"/>
                  <a:pt x="1816722" y="258433"/>
                </a:cubicBezTo>
                <a:cubicBezTo>
                  <a:pt x="1815388" y="260033"/>
                  <a:pt x="1814322" y="261366"/>
                  <a:pt x="1814322" y="262166"/>
                </a:cubicBezTo>
                <a:cubicBezTo>
                  <a:pt x="1814322" y="264300"/>
                  <a:pt x="1820189" y="259233"/>
                  <a:pt x="1820189" y="257099"/>
                </a:cubicBezTo>
                <a:cubicBezTo>
                  <a:pt x="1820189" y="256032"/>
                  <a:pt x="1821256" y="254432"/>
                  <a:pt x="1822056" y="253632"/>
                </a:cubicBezTo>
                <a:cubicBezTo>
                  <a:pt x="1823123" y="252565"/>
                  <a:pt x="1823656" y="251765"/>
                  <a:pt x="1823123" y="251232"/>
                </a:cubicBezTo>
                <a:cubicBezTo>
                  <a:pt x="1822856" y="250965"/>
                  <a:pt x="1822522" y="250832"/>
                  <a:pt x="1822122" y="250932"/>
                </a:cubicBezTo>
                <a:close/>
                <a:moveTo>
                  <a:pt x="243402" y="250065"/>
                </a:moveTo>
                <a:cubicBezTo>
                  <a:pt x="243335" y="249965"/>
                  <a:pt x="242868" y="250165"/>
                  <a:pt x="241935" y="250432"/>
                </a:cubicBezTo>
                <a:cubicBezTo>
                  <a:pt x="240868" y="250698"/>
                  <a:pt x="239801" y="252032"/>
                  <a:pt x="239801" y="252565"/>
                </a:cubicBezTo>
                <a:cubicBezTo>
                  <a:pt x="240068" y="254432"/>
                  <a:pt x="240601" y="254165"/>
                  <a:pt x="242468" y="251498"/>
                </a:cubicBezTo>
                <a:cubicBezTo>
                  <a:pt x="243135" y="250565"/>
                  <a:pt x="243468" y="250165"/>
                  <a:pt x="243402" y="250065"/>
                </a:cubicBezTo>
                <a:close/>
                <a:moveTo>
                  <a:pt x="1145514" y="247498"/>
                </a:moveTo>
                <a:cubicBezTo>
                  <a:pt x="1144981" y="247498"/>
                  <a:pt x="1144181" y="247765"/>
                  <a:pt x="1143647" y="247765"/>
                </a:cubicBezTo>
                <a:cubicBezTo>
                  <a:pt x="1139647" y="248831"/>
                  <a:pt x="1130579" y="251498"/>
                  <a:pt x="1123378" y="253632"/>
                </a:cubicBezTo>
                <a:cubicBezTo>
                  <a:pt x="1112444" y="260566"/>
                  <a:pt x="1098842" y="270701"/>
                  <a:pt x="1090307" y="279235"/>
                </a:cubicBezTo>
                <a:lnTo>
                  <a:pt x="1106310" y="270701"/>
                </a:lnTo>
                <a:cubicBezTo>
                  <a:pt x="1103909" y="272301"/>
                  <a:pt x="1098309" y="276568"/>
                  <a:pt x="1097508" y="278969"/>
                </a:cubicBezTo>
                <a:cubicBezTo>
                  <a:pt x="1096708" y="281369"/>
                  <a:pt x="1097775" y="282436"/>
                  <a:pt x="1098842" y="280302"/>
                </a:cubicBezTo>
                <a:cubicBezTo>
                  <a:pt x="1099109" y="279769"/>
                  <a:pt x="1099909" y="279502"/>
                  <a:pt x="1100709" y="279502"/>
                </a:cubicBezTo>
                <a:cubicBezTo>
                  <a:pt x="1101509" y="279502"/>
                  <a:pt x="1103109" y="278969"/>
                  <a:pt x="1103909" y="278435"/>
                </a:cubicBezTo>
                <a:cubicBezTo>
                  <a:pt x="1107109" y="276302"/>
                  <a:pt x="1115377" y="271768"/>
                  <a:pt x="1116177" y="271768"/>
                </a:cubicBezTo>
                <a:cubicBezTo>
                  <a:pt x="1116977" y="271768"/>
                  <a:pt x="1130846" y="263500"/>
                  <a:pt x="1134580" y="261100"/>
                </a:cubicBezTo>
                <a:cubicBezTo>
                  <a:pt x="1140180" y="257633"/>
                  <a:pt x="1140980" y="255766"/>
                  <a:pt x="1141781" y="254432"/>
                </a:cubicBezTo>
                <a:cubicBezTo>
                  <a:pt x="1142314" y="253632"/>
                  <a:pt x="1142314" y="253099"/>
                  <a:pt x="1142581" y="253632"/>
                </a:cubicBezTo>
                <a:cubicBezTo>
                  <a:pt x="1143114" y="254432"/>
                  <a:pt x="1143914" y="249898"/>
                  <a:pt x="1145514" y="247498"/>
                </a:cubicBezTo>
                <a:close/>
                <a:moveTo>
                  <a:pt x="1834058" y="246965"/>
                </a:moveTo>
                <a:cubicBezTo>
                  <a:pt x="1833258" y="246965"/>
                  <a:pt x="1832457" y="247765"/>
                  <a:pt x="1832457" y="248565"/>
                </a:cubicBezTo>
                <a:cubicBezTo>
                  <a:pt x="1832457" y="250165"/>
                  <a:pt x="1832724" y="250165"/>
                  <a:pt x="1834058" y="248831"/>
                </a:cubicBezTo>
                <a:cubicBezTo>
                  <a:pt x="1835124" y="247765"/>
                  <a:pt x="1835924" y="247231"/>
                  <a:pt x="1835924" y="247231"/>
                </a:cubicBezTo>
                <a:cubicBezTo>
                  <a:pt x="1835924" y="246965"/>
                  <a:pt x="1835124" y="246965"/>
                  <a:pt x="1834058" y="246965"/>
                </a:cubicBezTo>
                <a:close/>
                <a:moveTo>
                  <a:pt x="1500263" y="246965"/>
                </a:moveTo>
                <a:cubicBezTo>
                  <a:pt x="1497596" y="246965"/>
                  <a:pt x="1495729" y="248831"/>
                  <a:pt x="1492529" y="253899"/>
                </a:cubicBezTo>
                <a:cubicBezTo>
                  <a:pt x="1489862" y="258166"/>
                  <a:pt x="1489062" y="261366"/>
                  <a:pt x="1489862" y="262433"/>
                </a:cubicBezTo>
                <a:cubicBezTo>
                  <a:pt x="1491462" y="264567"/>
                  <a:pt x="1490129" y="265900"/>
                  <a:pt x="1487462" y="265100"/>
                </a:cubicBezTo>
                <a:cubicBezTo>
                  <a:pt x="1486395" y="264833"/>
                  <a:pt x="1485328" y="264833"/>
                  <a:pt x="1485595" y="265634"/>
                </a:cubicBezTo>
                <a:cubicBezTo>
                  <a:pt x="1486662" y="268567"/>
                  <a:pt x="1485595" y="270167"/>
                  <a:pt x="1483194" y="271234"/>
                </a:cubicBezTo>
                <a:cubicBezTo>
                  <a:pt x="1481861" y="271768"/>
                  <a:pt x="1479727" y="274168"/>
                  <a:pt x="1478394" y="276568"/>
                </a:cubicBezTo>
                <a:lnTo>
                  <a:pt x="1475994" y="281369"/>
                </a:lnTo>
                <a:lnTo>
                  <a:pt x="1481328" y="280302"/>
                </a:lnTo>
                <a:cubicBezTo>
                  <a:pt x="1487195" y="279502"/>
                  <a:pt x="1490662" y="276835"/>
                  <a:pt x="1489328" y="274701"/>
                </a:cubicBezTo>
                <a:cubicBezTo>
                  <a:pt x="1487995" y="272568"/>
                  <a:pt x="1485328" y="273635"/>
                  <a:pt x="1486395" y="275768"/>
                </a:cubicBezTo>
                <a:cubicBezTo>
                  <a:pt x="1487728" y="278435"/>
                  <a:pt x="1486928" y="278435"/>
                  <a:pt x="1483994" y="275501"/>
                </a:cubicBezTo>
                <a:cubicBezTo>
                  <a:pt x="1481594" y="273101"/>
                  <a:pt x="1481861" y="273101"/>
                  <a:pt x="1486662" y="272301"/>
                </a:cubicBezTo>
                <a:cubicBezTo>
                  <a:pt x="1493062" y="271234"/>
                  <a:pt x="1494929" y="270701"/>
                  <a:pt x="1494396" y="267234"/>
                </a:cubicBezTo>
                <a:cubicBezTo>
                  <a:pt x="1493862" y="265900"/>
                  <a:pt x="1494929" y="264033"/>
                  <a:pt x="1495729" y="263500"/>
                </a:cubicBezTo>
                <a:cubicBezTo>
                  <a:pt x="1496796" y="262700"/>
                  <a:pt x="1497063" y="262967"/>
                  <a:pt x="1496263" y="264300"/>
                </a:cubicBezTo>
                <a:cubicBezTo>
                  <a:pt x="1495463" y="265634"/>
                  <a:pt x="1495996" y="265634"/>
                  <a:pt x="1497063" y="265100"/>
                </a:cubicBezTo>
                <a:cubicBezTo>
                  <a:pt x="1498130" y="264567"/>
                  <a:pt x="1498396" y="263500"/>
                  <a:pt x="1497330" y="262433"/>
                </a:cubicBezTo>
                <a:cubicBezTo>
                  <a:pt x="1496529" y="261633"/>
                  <a:pt x="1495996" y="260033"/>
                  <a:pt x="1496263" y="258966"/>
                </a:cubicBezTo>
                <a:cubicBezTo>
                  <a:pt x="1496529" y="257899"/>
                  <a:pt x="1496263" y="256832"/>
                  <a:pt x="1495196" y="256299"/>
                </a:cubicBezTo>
                <a:cubicBezTo>
                  <a:pt x="1492796" y="255232"/>
                  <a:pt x="1495996" y="250698"/>
                  <a:pt x="1499196" y="250698"/>
                </a:cubicBezTo>
                <a:cubicBezTo>
                  <a:pt x="1504264" y="250698"/>
                  <a:pt x="1505064" y="246965"/>
                  <a:pt x="1500263" y="246965"/>
                </a:cubicBezTo>
                <a:close/>
                <a:moveTo>
                  <a:pt x="52578" y="244564"/>
                </a:moveTo>
                <a:cubicBezTo>
                  <a:pt x="52044" y="244564"/>
                  <a:pt x="51244" y="245364"/>
                  <a:pt x="51511" y="246164"/>
                </a:cubicBezTo>
                <a:cubicBezTo>
                  <a:pt x="51511" y="246965"/>
                  <a:pt x="51778" y="247498"/>
                  <a:pt x="52044" y="247498"/>
                </a:cubicBezTo>
                <a:cubicBezTo>
                  <a:pt x="52311" y="247498"/>
                  <a:pt x="52845" y="246698"/>
                  <a:pt x="53378" y="245898"/>
                </a:cubicBezTo>
                <a:cubicBezTo>
                  <a:pt x="53911" y="245098"/>
                  <a:pt x="53378" y="244564"/>
                  <a:pt x="52578" y="244564"/>
                </a:cubicBezTo>
                <a:close/>
                <a:moveTo>
                  <a:pt x="254503" y="242531"/>
                </a:moveTo>
                <a:cubicBezTo>
                  <a:pt x="254136" y="242764"/>
                  <a:pt x="253803" y="243364"/>
                  <a:pt x="253403" y="244298"/>
                </a:cubicBezTo>
                <a:cubicBezTo>
                  <a:pt x="252870" y="245631"/>
                  <a:pt x="250469" y="249632"/>
                  <a:pt x="247269" y="253365"/>
                </a:cubicBezTo>
                <a:cubicBezTo>
                  <a:pt x="244068" y="256832"/>
                  <a:pt x="241935" y="260300"/>
                  <a:pt x="242468" y="261100"/>
                </a:cubicBezTo>
                <a:cubicBezTo>
                  <a:pt x="243002" y="262166"/>
                  <a:pt x="244068" y="261633"/>
                  <a:pt x="244869" y="260033"/>
                </a:cubicBezTo>
                <a:cubicBezTo>
                  <a:pt x="245669" y="258433"/>
                  <a:pt x="247536" y="257633"/>
                  <a:pt x="249136" y="257899"/>
                </a:cubicBezTo>
                <a:cubicBezTo>
                  <a:pt x="251003" y="258166"/>
                  <a:pt x="251536" y="257899"/>
                  <a:pt x="251003" y="255766"/>
                </a:cubicBezTo>
                <a:cubicBezTo>
                  <a:pt x="250203" y="254165"/>
                  <a:pt x="251269" y="251498"/>
                  <a:pt x="253670" y="248831"/>
                </a:cubicBezTo>
                <a:cubicBezTo>
                  <a:pt x="256337" y="245631"/>
                  <a:pt x="256870" y="244031"/>
                  <a:pt x="255803" y="242964"/>
                </a:cubicBezTo>
                <a:cubicBezTo>
                  <a:pt x="255270" y="242431"/>
                  <a:pt x="254870" y="242297"/>
                  <a:pt x="254503" y="242531"/>
                </a:cubicBezTo>
                <a:close/>
                <a:moveTo>
                  <a:pt x="45910" y="242164"/>
                </a:moveTo>
                <a:cubicBezTo>
                  <a:pt x="45377" y="242164"/>
                  <a:pt x="44577" y="242964"/>
                  <a:pt x="44577" y="243764"/>
                </a:cubicBezTo>
                <a:cubicBezTo>
                  <a:pt x="44844" y="244298"/>
                  <a:pt x="45110" y="245098"/>
                  <a:pt x="45377" y="245098"/>
                </a:cubicBezTo>
                <a:cubicBezTo>
                  <a:pt x="45644" y="245098"/>
                  <a:pt x="46444" y="244298"/>
                  <a:pt x="46710" y="243497"/>
                </a:cubicBezTo>
                <a:cubicBezTo>
                  <a:pt x="46977" y="242697"/>
                  <a:pt x="46710" y="242164"/>
                  <a:pt x="45910" y="242164"/>
                </a:cubicBezTo>
                <a:close/>
                <a:moveTo>
                  <a:pt x="250203" y="239230"/>
                </a:moveTo>
                <a:cubicBezTo>
                  <a:pt x="249402" y="239230"/>
                  <a:pt x="248336" y="240297"/>
                  <a:pt x="248069" y="241364"/>
                </a:cubicBezTo>
                <a:cubicBezTo>
                  <a:pt x="247536" y="242697"/>
                  <a:pt x="247802" y="243497"/>
                  <a:pt x="248069" y="243497"/>
                </a:cubicBezTo>
                <a:cubicBezTo>
                  <a:pt x="248336" y="243497"/>
                  <a:pt x="249136" y="242697"/>
                  <a:pt x="249936" y="241364"/>
                </a:cubicBezTo>
                <a:cubicBezTo>
                  <a:pt x="250736" y="240030"/>
                  <a:pt x="251003" y="239230"/>
                  <a:pt x="250203" y="239230"/>
                </a:cubicBezTo>
                <a:close/>
                <a:moveTo>
                  <a:pt x="1831124" y="238163"/>
                </a:moveTo>
                <a:cubicBezTo>
                  <a:pt x="1830590" y="238163"/>
                  <a:pt x="1830057" y="238697"/>
                  <a:pt x="1830057" y="239230"/>
                </a:cubicBezTo>
                <a:cubicBezTo>
                  <a:pt x="1830057" y="240030"/>
                  <a:pt x="1830590" y="240297"/>
                  <a:pt x="1831124" y="239764"/>
                </a:cubicBezTo>
                <a:cubicBezTo>
                  <a:pt x="1831657" y="239230"/>
                  <a:pt x="1832457" y="238964"/>
                  <a:pt x="1832457" y="238697"/>
                </a:cubicBezTo>
                <a:cubicBezTo>
                  <a:pt x="1832457" y="238430"/>
                  <a:pt x="1831924" y="238163"/>
                  <a:pt x="1831124" y="238163"/>
                </a:cubicBezTo>
                <a:close/>
                <a:moveTo>
                  <a:pt x="1524000" y="236297"/>
                </a:moveTo>
                <a:cubicBezTo>
                  <a:pt x="1522933" y="236563"/>
                  <a:pt x="1519199" y="240564"/>
                  <a:pt x="1519199" y="241897"/>
                </a:cubicBezTo>
                <a:cubicBezTo>
                  <a:pt x="1519466" y="242431"/>
                  <a:pt x="1517866" y="245098"/>
                  <a:pt x="1515998" y="247498"/>
                </a:cubicBezTo>
                <a:cubicBezTo>
                  <a:pt x="1514132" y="250165"/>
                  <a:pt x="1512798" y="252832"/>
                  <a:pt x="1513065" y="253899"/>
                </a:cubicBezTo>
                <a:cubicBezTo>
                  <a:pt x="1513332" y="254966"/>
                  <a:pt x="1512798" y="256566"/>
                  <a:pt x="1511198" y="256832"/>
                </a:cubicBezTo>
                <a:cubicBezTo>
                  <a:pt x="1509598" y="257099"/>
                  <a:pt x="1504530" y="263767"/>
                  <a:pt x="1499463" y="271234"/>
                </a:cubicBezTo>
                <a:cubicBezTo>
                  <a:pt x="1494396" y="278435"/>
                  <a:pt x="1489062" y="285636"/>
                  <a:pt x="1487728" y="286703"/>
                </a:cubicBezTo>
                <a:cubicBezTo>
                  <a:pt x="1484528" y="289370"/>
                  <a:pt x="1478394" y="303238"/>
                  <a:pt x="1479461" y="303772"/>
                </a:cubicBezTo>
                <a:cubicBezTo>
                  <a:pt x="1479994" y="304038"/>
                  <a:pt x="1478394" y="305905"/>
                  <a:pt x="1476260" y="307772"/>
                </a:cubicBezTo>
                <a:cubicBezTo>
                  <a:pt x="1473860" y="309906"/>
                  <a:pt x="1473327" y="311239"/>
                  <a:pt x="1474660" y="311239"/>
                </a:cubicBezTo>
                <a:cubicBezTo>
                  <a:pt x="1475727" y="311239"/>
                  <a:pt x="1474927" y="312039"/>
                  <a:pt x="1472526" y="312839"/>
                </a:cubicBezTo>
                <a:cubicBezTo>
                  <a:pt x="1468526" y="314706"/>
                  <a:pt x="1467459" y="317640"/>
                  <a:pt x="1470926" y="316573"/>
                </a:cubicBezTo>
                <a:cubicBezTo>
                  <a:pt x="1473860" y="315773"/>
                  <a:pt x="1478127" y="312839"/>
                  <a:pt x="1481061" y="305905"/>
                </a:cubicBezTo>
                <a:cubicBezTo>
                  <a:pt x="1482394" y="302705"/>
                  <a:pt x="1485862" y="299238"/>
                  <a:pt x="1487728" y="298438"/>
                </a:cubicBezTo>
                <a:cubicBezTo>
                  <a:pt x="1490662" y="297104"/>
                  <a:pt x="1491462" y="296037"/>
                  <a:pt x="1490662" y="294170"/>
                </a:cubicBezTo>
                <a:cubicBezTo>
                  <a:pt x="1489862" y="292570"/>
                  <a:pt x="1490129" y="291237"/>
                  <a:pt x="1490929" y="291237"/>
                </a:cubicBezTo>
                <a:cubicBezTo>
                  <a:pt x="1491462" y="290970"/>
                  <a:pt x="1492796" y="289103"/>
                  <a:pt x="1493862" y="286970"/>
                </a:cubicBezTo>
                <a:cubicBezTo>
                  <a:pt x="1494929" y="284569"/>
                  <a:pt x="1497596" y="280302"/>
                  <a:pt x="1500263" y="277635"/>
                </a:cubicBezTo>
                <a:cubicBezTo>
                  <a:pt x="1502930" y="274968"/>
                  <a:pt x="1504530" y="272568"/>
                  <a:pt x="1504530" y="272301"/>
                </a:cubicBezTo>
                <a:cubicBezTo>
                  <a:pt x="1503997" y="270701"/>
                  <a:pt x="1507731" y="263767"/>
                  <a:pt x="1510931" y="260033"/>
                </a:cubicBezTo>
                <a:cubicBezTo>
                  <a:pt x="1513065" y="257366"/>
                  <a:pt x="1514665" y="254699"/>
                  <a:pt x="1514665" y="254165"/>
                </a:cubicBezTo>
                <a:cubicBezTo>
                  <a:pt x="1514665" y="253365"/>
                  <a:pt x="1515465" y="252299"/>
                  <a:pt x="1516799" y="250965"/>
                </a:cubicBezTo>
                <a:cubicBezTo>
                  <a:pt x="1520266" y="247498"/>
                  <a:pt x="1526400" y="236297"/>
                  <a:pt x="1524000" y="236297"/>
                </a:cubicBezTo>
                <a:close/>
                <a:moveTo>
                  <a:pt x="1842592" y="234430"/>
                </a:moveTo>
                <a:cubicBezTo>
                  <a:pt x="1842325" y="234430"/>
                  <a:pt x="1842058" y="234963"/>
                  <a:pt x="1841525" y="235763"/>
                </a:cubicBezTo>
                <a:cubicBezTo>
                  <a:pt x="1841258" y="236297"/>
                  <a:pt x="1841258" y="236830"/>
                  <a:pt x="1842058" y="236830"/>
                </a:cubicBezTo>
                <a:cubicBezTo>
                  <a:pt x="1842592" y="236830"/>
                  <a:pt x="1843125" y="236297"/>
                  <a:pt x="1843125" y="235763"/>
                </a:cubicBezTo>
                <a:cubicBezTo>
                  <a:pt x="1843125" y="234963"/>
                  <a:pt x="1842858" y="234430"/>
                  <a:pt x="1842592" y="234430"/>
                </a:cubicBezTo>
                <a:close/>
                <a:moveTo>
                  <a:pt x="1833524" y="234430"/>
                </a:moveTo>
                <a:cubicBezTo>
                  <a:pt x="1832990" y="234430"/>
                  <a:pt x="1832457" y="234963"/>
                  <a:pt x="1832457" y="235763"/>
                </a:cubicBezTo>
                <a:cubicBezTo>
                  <a:pt x="1832457" y="236563"/>
                  <a:pt x="1832990" y="236830"/>
                  <a:pt x="1833524" y="236297"/>
                </a:cubicBezTo>
                <a:cubicBezTo>
                  <a:pt x="1834324" y="235496"/>
                  <a:pt x="1834858" y="235230"/>
                  <a:pt x="1834858" y="234963"/>
                </a:cubicBezTo>
                <a:cubicBezTo>
                  <a:pt x="1834858" y="234696"/>
                  <a:pt x="1834324" y="234430"/>
                  <a:pt x="1833524" y="234430"/>
                </a:cubicBezTo>
                <a:close/>
                <a:moveTo>
                  <a:pt x="59612" y="231963"/>
                </a:moveTo>
                <a:cubicBezTo>
                  <a:pt x="59779" y="232029"/>
                  <a:pt x="59645" y="232563"/>
                  <a:pt x="59245" y="233630"/>
                </a:cubicBezTo>
                <a:cubicBezTo>
                  <a:pt x="58445" y="235496"/>
                  <a:pt x="56312" y="237097"/>
                  <a:pt x="56312" y="235496"/>
                </a:cubicBezTo>
                <a:cubicBezTo>
                  <a:pt x="56312" y="235230"/>
                  <a:pt x="57112" y="234163"/>
                  <a:pt x="58179" y="233096"/>
                </a:cubicBezTo>
                <a:cubicBezTo>
                  <a:pt x="58979" y="232296"/>
                  <a:pt x="59445" y="231896"/>
                  <a:pt x="59612" y="231963"/>
                </a:cubicBezTo>
                <a:close/>
                <a:moveTo>
                  <a:pt x="262337" y="230696"/>
                </a:moveTo>
                <a:cubicBezTo>
                  <a:pt x="261871" y="230896"/>
                  <a:pt x="261271" y="231629"/>
                  <a:pt x="260070" y="233096"/>
                </a:cubicBezTo>
                <a:cubicBezTo>
                  <a:pt x="257403" y="236563"/>
                  <a:pt x="256870" y="238697"/>
                  <a:pt x="258204" y="238697"/>
                </a:cubicBezTo>
                <a:cubicBezTo>
                  <a:pt x="258737" y="238697"/>
                  <a:pt x="260070" y="237897"/>
                  <a:pt x="262204" y="236030"/>
                </a:cubicBezTo>
                <a:cubicBezTo>
                  <a:pt x="264338" y="234163"/>
                  <a:pt x="264871" y="232563"/>
                  <a:pt x="263804" y="231496"/>
                </a:cubicBezTo>
                <a:cubicBezTo>
                  <a:pt x="263137" y="230829"/>
                  <a:pt x="262804" y="230496"/>
                  <a:pt x="262337" y="230696"/>
                </a:cubicBezTo>
                <a:close/>
                <a:moveTo>
                  <a:pt x="1539968" y="230062"/>
                </a:moveTo>
                <a:cubicBezTo>
                  <a:pt x="1539468" y="229496"/>
                  <a:pt x="1539202" y="229496"/>
                  <a:pt x="1539202" y="230162"/>
                </a:cubicBezTo>
                <a:cubicBezTo>
                  <a:pt x="1539202" y="231496"/>
                  <a:pt x="1537334" y="233896"/>
                  <a:pt x="1534934" y="236030"/>
                </a:cubicBezTo>
                <a:cubicBezTo>
                  <a:pt x="1532534" y="238163"/>
                  <a:pt x="1530934" y="240030"/>
                  <a:pt x="1531467" y="241364"/>
                </a:cubicBezTo>
                <a:cubicBezTo>
                  <a:pt x="1532000" y="242431"/>
                  <a:pt x="1531734" y="243497"/>
                  <a:pt x="1530934" y="243497"/>
                </a:cubicBezTo>
                <a:cubicBezTo>
                  <a:pt x="1530134" y="243497"/>
                  <a:pt x="1528267" y="246164"/>
                  <a:pt x="1526133" y="249632"/>
                </a:cubicBezTo>
                <a:cubicBezTo>
                  <a:pt x="1523466" y="253899"/>
                  <a:pt x="1522399" y="255232"/>
                  <a:pt x="1520266" y="254966"/>
                </a:cubicBezTo>
                <a:cubicBezTo>
                  <a:pt x="1518399" y="254699"/>
                  <a:pt x="1518132" y="254432"/>
                  <a:pt x="1519732" y="255499"/>
                </a:cubicBezTo>
                <a:cubicBezTo>
                  <a:pt x="1521332" y="256566"/>
                  <a:pt x="1521066" y="256832"/>
                  <a:pt x="1519466" y="258699"/>
                </a:cubicBezTo>
                <a:cubicBezTo>
                  <a:pt x="1518399" y="260033"/>
                  <a:pt x="1517332" y="261366"/>
                  <a:pt x="1517332" y="262166"/>
                </a:cubicBezTo>
                <a:cubicBezTo>
                  <a:pt x="1517332" y="263500"/>
                  <a:pt x="1511998" y="271768"/>
                  <a:pt x="1502664" y="284569"/>
                </a:cubicBezTo>
                <a:cubicBezTo>
                  <a:pt x="1500530" y="287503"/>
                  <a:pt x="1498130" y="291237"/>
                  <a:pt x="1497063" y="293637"/>
                </a:cubicBezTo>
                <a:cubicBezTo>
                  <a:pt x="1493596" y="301105"/>
                  <a:pt x="1488528" y="307505"/>
                  <a:pt x="1486128" y="307505"/>
                </a:cubicBezTo>
                <a:cubicBezTo>
                  <a:pt x="1484528" y="307772"/>
                  <a:pt x="1483728" y="309106"/>
                  <a:pt x="1483728" y="311506"/>
                </a:cubicBezTo>
                <a:cubicBezTo>
                  <a:pt x="1483461" y="316040"/>
                  <a:pt x="1482928" y="316573"/>
                  <a:pt x="1479461" y="317373"/>
                </a:cubicBezTo>
                <a:cubicBezTo>
                  <a:pt x="1478127" y="317640"/>
                  <a:pt x="1476527" y="318707"/>
                  <a:pt x="1476527" y="319774"/>
                </a:cubicBezTo>
                <a:cubicBezTo>
                  <a:pt x="1476260" y="321107"/>
                  <a:pt x="1476527" y="321374"/>
                  <a:pt x="1477594" y="320574"/>
                </a:cubicBezTo>
                <a:cubicBezTo>
                  <a:pt x="1478394" y="320040"/>
                  <a:pt x="1478661" y="320307"/>
                  <a:pt x="1478394" y="321907"/>
                </a:cubicBezTo>
                <a:cubicBezTo>
                  <a:pt x="1478127" y="323241"/>
                  <a:pt x="1477060" y="323774"/>
                  <a:pt x="1476260" y="323507"/>
                </a:cubicBezTo>
                <a:cubicBezTo>
                  <a:pt x="1474393" y="322974"/>
                  <a:pt x="1473060" y="326174"/>
                  <a:pt x="1473060" y="331242"/>
                </a:cubicBezTo>
                <a:cubicBezTo>
                  <a:pt x="1473060" y="336309"/>
                  <a:pt x="1463992" y="350711"/>
                  <a:pt x="1459992" y="352044"/>
                </a:cubicBezTo>
                <a:cubicBezTo>
                  <a:pt x="1457058" y="353111"/>
                  <a:pt x="1453591" y="351244"/>
                  <a:pt x="1455458" y="349911"/>
                </a:cubicBezTo>
                <a:cubicBezTo>
                  <a:pt x="1456258" y="349377"/>
                  <a:pt x="1457058" y="349644"/>
                  <a:pt x="1457591" y="350711"/>
                </a:cubicBezTo>
                <a:cubicBezTo>
                  <a:pt x="1458125" y="351511"/>
                  <a:pt x="1458125" y="350444"/>
                  <a:pt x="1458125" y="348577"/>
                </a:cubicBezTo>
                <a:cubicBezTo>
                  <a:pt x="1458125" y="344577"/>
                  <a:pt x="1458125" y="344843"/>
                  <a:pt x="1454658" y="346977"/>
                </a:cubicBezTo>
                <a:cubicBezTo>
                  <a:pt x="1450390" y="349644"/>
                  <a:pt x="1450657" y="350177"/>
                  <a:pt x="1454658" y="353378"/>
                </a:cubicBezTo>
                <a:cubicBezTo>
                  <a:pt x="1457324" y="355511"/>
                  <a:pt x="1457591" y="356845"/>
                  <a:pt x="1456258" y="358445"/>
                </a:cubicBezTo>
                <a:cubicBezTo>
                  <a:pt x="1455191" y="359779"/>
                  <a:pt x="1453591" y="360312"/>
                  <a:pt x="1453057" y="360045"/>
                </a:cubicBezTo>
                <a:cubicBezTo>
                  <a:pt x="1450657" y="358712"/>
                  <a:pt x="1451990" y="361379"/>
                  <a:pt x="1454391" y="362979"/>
                </a:cubicBezTo>
                <a:cubicBezTo>
                  <a:pt x="1457058" y="364846"/>
                  <a:pt x="1455991" y="368313"/>
                  <a:pt x="1452791" y="368313"/>
                </a:cubicBezTo>
                <a:cubicBezTo>
                  <a:pt x="1451457" y="368313"/>
                  <a:pt x="1450924" y="369380"/>
                  <a:pt x="1451190" y="370980"/>
                </a:cubicBezTo>
                <a:cubicBezTo>
                  <a:pt x="1451457" y="372580"/>
                  <a:pt x="1450924" y="373380"/>
                  <a:pt x="1449324" y="373114"/>
                </a:cubicBezTo>
                <a:cubicBezTo>
                  <a:pt x="1447457" y="373114"/>
                  <a:pt x="1445856" y="375781"/>
                  <a:pt x="1443456" y="382448"/>
                </a:cubicBezTo>
                <a:cubicBezTo>
                  <a:pt x="1441323" y="387782"/>
                  <a:pt x="1440256" y="393116"/>
                  <a:pt x="1440522" y="394183"/>
                </a:cubicBezTo>
                <a:cubicBezTo>
                  <a:pt x="1440789" y="395250"/>
                  <a:pt x="1441856" y="393916"/>
                  <a:pt x="1442389" y="391249"/>
                </a:cubicBezTo>
                <a:cubicBezTo>
                  <a:pt x="1442923" y="388582"/>
                  <a:pt x="1443723" y="386715"/>
                  <a:pt x="1444790" y="387249"/>
                </a:cubicBezTo>
                <a:cubicBezTo>
                  <a:pt x="1445590" y="387782"/>
                  <a:pt x="1446123" y="387515"/>
                  <a:pt x="1445056" y="385649"/>
                </a:cubicBezTo>
                <a:cubicBezTo>
                  <a:pt x="1444523" y="384582"/>
                  <a:pt x="1444790" y="383515"/>
                  <a:pt x="1445323" y="384048"/>
                </a:cubicBezTo>
                <a:cubicBezTo>
                  <a:pt x="1446123" y="384848"/>
                  <a:pt x="1448257" y="382181"/>
                  <a:pt x="1450124" y="378981"/>
                </a:cubicBezTo>
                <a:cubicBezTo>
                  <a:pt x="1453591" y="373114"/>
                  <a:pt x="1489328" y="313640"/>
                  <a:pt x="1490395" y="313373"/>
                </a:cubicBezTo>
                <a:cubicBezTo>
                  <a:pt x="1490662" y="313373"/>
                  <a:pt x="1499463" y="300838"/>
                  <a:pt x="1499996" y="299504"/>
                </a:cubicBezTo>
                <a:cubicBezTo>
                  <a:pt x="1500530" y="297904"/>
                  <a:pt x="1526666" y="264300"/>
                  <a:pt x="1530934" y="259233"/>
                </a:cubicBezTo>
                <a:cubicBezTo>
                  <a:pt x="1542402" y="245631"/>
                  <a:pt x="1545336" y="241097"/>
                  <a:pt x="1545336" y="239764"/>
                </a:cubicBezTo>
                <a:cubicBezTo>
                  <a:pt x="1545336" y="239497"/>
                  <a:pt x="1544002" y="236563"/>
                  <a:pt x="1542135" y="233363"/>
                </a:cubicBezTo>
                <a:cubicBezTo>
                  <a:pt x="1541202" y="231763"/>
                  <a:pt x="1540468" y="230629"/>
                  <a:pt x="1539968" y="230062"/>
                </a:cubicBezTo>
                <a:close/>
                <a:moveTo>
                  <a:pt x="1510398" y="229629"/>
                </a:moveTo>
                <a:cubicBezTo>
                  <a:pt x="1509731" y="229829"/>
                  <a:pt x="1508931" y="230429"/>
                  <a:pt x="1507998" y="231496"/>
                </a:cubicBezTo>
                <a:cubicBezTo>
                  <a:pt x="1505597" y="234163"/>
                  <a:pt x="1505597" y="234163"/>
                  <a:pt x="1507998" y="233363"/>
                </a:cubicBezTo>
                <a:cubicBezTo>
                  <a:pt x="1509864" y="232829"/>
                  <a:pt x="1510398" y="232563"/>
                  <a:pt x="1509864" y="234163"/>
                </a:cubicBezTo>
                <a:cubicBezTo>
                  <a:pt x="1509598" y="235230"/>
                  <a:pt x="1508531" y="236030"/>
                  <a:pt x="1507731" y="236030"/>
                </a:cubicBezTo>
                <a:cubicBezTo>
                  <a:pt x="1506664" y="236030"/>
                  <a:pt x="1505864" y="237097"/>
                  <a:pt x="1506131" y="238430"/>
                </a:cubicBezTo>
                <a:cubicBezTo>
                  <a:pt x="1506664" y="240564"/>
                  <a:pt x="1506131" y="240297"/>
                  <a:pt x="1504530" y="238697"/>
                </a:cubicBezTo>
                <a:cubicBezTo>
                  <a:pt x="1502930" y="237097"/>
                  <a:pt x="1502930" y="237097"/>
                  <a:pt x="1503730" y="239230"/>
                </a:cubicBezTo>
                <a:cubicBezTo>
                  <a:pt x="1504264" y="240564"/>
                  <a:pt x="1504797" y="242697"/>
                  <a:pt x="1504797" y="243497"/>
                </a:cubicBezTo>
                <a:cubicBezTo>
                  <a:pt x="1504797" y="244298"/>
                  <a:pt x="1505864" y="244298"/>
                  <a:pt x="1506931" y="242964"/>
                </a:cubicBezTo>
                <a:cubicBezTo>
                  <a:pt x="1507998" y="241631"/>
                  <a:pt x="1509064" y="240564"/>
                  <a:pt x="1509064" y="239230"/>
                </a:cubicBezTo>
                <a:cubicBezTo>
                  <a:pt x="1509064" y="238163"/>
                  <a:pt x="1509864" y="236830"/>
                  <a:pt x="1511198" y="236297"/>
                </a:cubicBezTo>
                <a:cubicBezTo>
                  <a:pt x="1513332" y="235496"/>
                  <a:pt x="1513865" y="232563"/>
                  <a:pt x="1511998" y="230162"/>
                </a:cubicBezTo>
                <a:cubicBezTo>
                  <a:pt x="1511598" y="229629"/>
                  <a:pt x="1511065" y="229429"/>
                  <a:pt x="1510398" y="229629"/>
                </a:cubicBezTo>
                <a:close/>
                <a:moveTo>
                  <a:pt x="53378" y="229096"/>
                </a:moveTo>
                <a:cubicBezTo>
                  <a:pt x="52578" y="229096"/>
                  <a:pt x="52044" y="229629"/>
                  <a:pt x="52311" y="230162"/>
                </a:cubicBezTo>
                <a:cubicBezTo>
                  <a:pt x="53111" y="231763"/>
                  <a:pt x="49111" y="237630"/>
                  <a:pt x="48044" y="237097"/>
                </a:cubicBezTo>
                <a:cubicBezTo>
                  <a:pt x="47511" y="236830"/>
                  <a:pt x="47244" y="237363"/>
                  <a:pt x="46710" y="238697"/>
                </a:cubicBezTo>
                <a:cubicBezTo>
                  <a:pt x="45644" y="242431"/>
                  <a:pt x="48044" y="240830"/>
                  <a:pt x="51511" y="235763"/>
                </a:cubicBezTo>
                <a:cubicBezTo>
                  <a:pt x="55245" y="230429"/>
                  <a:pt x="55245" y="229096"/>
                  <a:pt x="53378" y="229096"/>
                </a:cubicBezTo>
                <a:close/>
                <a:moveTo>
                  <a:pt x="83515" y="228829"/>
                </a:moveTo>
                <a:cubicBezTo>
                  <a:pt x="82715" y="228829"/>
                  <a:pt x="82448" y="229896"/>
                  <a:pt x="82448" y="230963"/>
                </a:cubicBezTo>
                <a:cubicBezTo>
                  <a:pt x="82182" y="232296"/>
                  <a:pt x="82715" y="233096"/>
                  <a:pt x="82982" y="233096"/>
                </a:cubicBezTo>
                <a:cubicBezTo>
                  <a:pt x="83248" y="233096"/>
                  <a:pt x="83782" y="232029"/>
                  <a:pt x="84048" y="230963"/>
                </a:cubicBezTo>
                <a:cubicBezTo>
                  <a:pt x="84315" y="229896"/>
                  <a:pt x="84315" y="228829"/>
                  <a:pt x="83515" y="228829"/>
                </a:cubicBezTo>
                <a:close/>
                <a:moveTo>
                  <a:pt x="1516532" y="226429"/>
                </a:moveTo>
                <a:cubicBezTo>
                  <a:pt x="1516265" y="226429"/>
                  <a:pt x="1515732" y="226962"/>
                  <a:pt x="1515198" y="228029"/>
                </a:cubicBezTo>
                <a:cubicBezTo>
                  <a:pt x="1514932" y="228829"/>
                  <a:pt x="1514932" y="229362"/>
                  <a:pt x="1515732" y="229362"/>
                </a:cubicBezTo>
                <a:cubicBezTo>
                  <a:pt x="1516532" y="229362"/>
                  <a:pt x="1517332" y="228562"/>
                  <a:pt x="1517332" y="227762"/>
                </a:cubicBezTo>
                <a:cubicBezTo>
                  <a:pt x="1517332" y="226962"/>
                  <a:pt x="1516799" y="226429"/>
                  <a:pt x="1516532" y="226429"/>
                </a:cubicBezTo>
                <a:close/>
                <a:moveTo>
                  <a:pt x="58345" y="223995"/>
                </a:moveTo>
                <a:cubicBezTo>
                  <a:pt x="57579" y="223895"/>
                  <a:pt x="56712" y="224162"/>
                  <a:pt x="56312" y="224828"/>
                </a:cubicBezTo>
                <a:cubicBezTo>
                  <a:pt x="56045" y="225629"/>
                  <a:pt x="56845" y="226162"/>
                  <a:pt x="57645" y="226162"/>
                </a:cubicBezTo>
                <a:cubicBezTo>
                  <a:pt x="58712" y="226162"/>
                  <a:pt x="59779" y="225629"/>
                  <a:pt x="59779" y="225362"/>
                </a:cubicBezTo>
                <a:cubicBezTo>
                  <a:pt x="59779" y="224562"/>
                  <a:pt x="59112" y="224095"/>
                  <a:pt x="58345" y="223995"/>
                </a:cubicBezTo>
                <a:close/>
                <a:moveTo>
                  <a:pt x="65913" y="221895"/>
                </a:moveTo>
                <a:cubicBezTo>
                  <a:pt x="66980" y="222428"/>
                  <a:pt x="65113" y="225629"/>
                  <a:pt x="63513" y="225895"/>
                </a:cubicBezTo>
                <a:cubicBezTo>
                  <a:pt x="62712" y="225895"/>
                  <a:pt x="62712" y="225095"/>
                  <a:pt x="63779" y="223495"/>
                </a:cubicBezTo>
                <a:cubicBezTo>
                  <a:pt x="64579" y="222428"/>
                  <a:pt x="65379" y="221628"/>
                  <a:pt x="65913" y="221895"/>
                </a:cubicBezTo>
                <a:close/>
                <a:moveTo>
                  <a:pt x="2946044" y="219761"/>
                </a:moveTo>
                <a:cubicBezTo>
                  <a:pt x="2945511" y="219494"/>
                  <a:pt x="2944711" y="219761"/>
                  <a:pt x="2943910" y="220561"/>
                </a:cubicBezTo>
                <a:cubicBezTo>
                  <a:pt x="2942844" y="221628"/>
                  <a:pt x="2942844" y="221628"/>
                  <a:pt x="2944711" y="221095"/>
                </a:cubicBezTo>
                <a:cubicBezTo>
                  <a:pt x="2945778" y="220828"/>
                  <a:pt x="2946578" y="220028"/>
                  <a:pt x="2946044" y="219761"/>
                </a:cubicBezTo>
                <a:close/>
                <a:moveTo>
                  <a:pt x="1843125" y="219494"/>
                </a:moveTo>
                <a:cubicBezTo>
                  <a:pt x="1842592" y="219761"/>
                  <a:pt x="1842058" y="221095"/>
                  <a:pt x="1842058" y="221895"/>
                </a:cubicBezTo>
                <a:cubicBezTo>
                  <a:pt x="1842058" y="222962"/>
                  <a:pt x="1841525" y="223762"/>
                  <a:pt x="1840992" y="223762"/>
                </a:cubicBezTo>
                <a:cubicBezTo>
                  <a:pt x="1839925" y="223762"/>
                  <a:pt x="1838058" y="227229"/>
                  <a:pt x="1838858" y="228029"/>
                </a:cubicBezTo>
                <a:cubicBezTo>
                  <a:pt x="1839392" y="228562"/>
                  <a:pt x="1844459" y="221095"/>
                  <a:pt x="1844459" y="219761"/>
                </a:cubicBezTo>
                <a:cubicBezTo>
                  <a:pt x="1844459" y="219228"/>
                  <a:pt x="1843925" y="218961"/>
                  <a:pt x="1843125" y="219494"/>
                </a:cubicBezTo>
                <a:close/>
                <a:moveTo>
                  <a:pt x="1120711" y="215761"/>
                </a:moveTo>
                <a:lnTo>
                  <a:pt x="1130846" y="216027"/>
                </a:lnTo>
                <a:cubicBezTo>
                  <a:pt x="1138847" y="216561"/>
                  <a:pt x="1142047" y="216827"/>
                  <a:pt x="1147114" y="219228"/>
                </a:cubicBezTo>
                <a:cubicBezTo>
                  <a:pt x="1151648" y="221361"/>
                  <a:pt x="1153249" y="222161"/>
                  <a:pt x="1155116" y="221095"/>
                </a:cubicBezTo>
                <a:cubicBezTo>
                  <a:pt x="1156982" y="220028"/>
                  <a:pt x="1157249" y="219494"/>
                  <a:pt x="1155116" y="221628"/>
                </a:cubicBezTo>
                <a:cubicBezTo>
                  <a:pt x="1153515" y="223228"/>
                  <a:pt x="1153515" y="223762"/>
                  <a:pt x="1155382" y="224828"/>
                </a:cubicBezTo>
                <a:cubicBezTo>
                  <a:pt x="1160450" y="227762"/>
                  <a:pt x="1166317" y="246431"/>
                  <a:pt x="1162850" y="249898"/>
                </a:cubicBezTo>
                <a:lnTo>
                  <a:pt x="1162316" y="250432"/>
                </a:lnTo>
                <a:cubicBezTo>
                  <a:pt x="1161516" y="253099"/>
                  <a:pt x="1158049" y="261100"/>
                  <a:pt x="1156182" y="262166"/>
                </a:cubicBezTo>
                <a:cubicBezTo>
                  <a:pt x="1155116" y="262700"/>
                  <a:pt x="1153515" y="264033"/>
                  <a:pt x="1152715" y="265634"/>
                </a:cubicBezTo>
                <a:cubicBezTo>
                  <a:pt x="1151382" y="268034"/>
                  <a:pt x="1144447" y="273635"/>
                  <a:pt x="1135113" y="281102"/>
                </a:cubicBezTo>
                <a:cubicBezTo>
                  <a:pt x="1133779" y="282169"/>
                  <a:pt x="1131913" y="282969"/>
                  <a:pt x="1131379" y="282702"/>
                </a:cubicBezTo>
                <a:cubicBezTo>
                  <a:pt x="1130046" y="282702"/>
                  <a:pt x="1105243" y="292837"/>
                  <a:pt x="1099642" y="296304"/>
                </a:cubicBezTo>
                <a:cubicBezTo>
                  <a:pt x="1097508" y="297638"/>
                  <a:pt x="1094308" y="298704"/>
                  <a:pt x="1092974" y="298704"/>
                </a:cubicBezTo>
                <a:cubicBezTo>
                  <a:pt x="1080440" y="300305"/>
                  <a:pt x="1070572" y="303772"/>
                  <a:pt x="1062571" y="314706"/>
                </a:cubicBezTo>
                <a:lnTo>
                  <a:pt x="1061504" y="313106"/>
                </a:lnTo>
                <a:cubicBezTo>
                  <a:pt x="1056970" y="318974"/>
                  <a:pt x="1048702" y="336309"/>
                  <a:pt x="1047369" y="341643"/>
                </a:cubicBezTo>
                <a:cubicBezTo>
                  <a:pt x="1045502" y="349111"/>
                  <a:pt x="1048169" y="354445"/>
                  <a:pt x="1052703" y="356845"/>
                </a:cubicBezTo>
                <a:cubicBezTo>
                  <a:pt x="1055903" y="358445"/>
                  <a:pt x="1066838" y="359512"/>
                  <a:pt x="1076706" y="359512"/>
                </a:cubicBezTo>
                <a:cubicBezTo>
                  <a:pt x="1082573" y="359512"/>
                  <a:pt x="1087907" y="359245"/>
                  <a:pt x="1091641" y="358445"/>
                </a:cubicBezTo>
                <a:cubicBezTo>
                  <a:pt x="1099642" y="356845"/>
                  <a:pt x="1115111" y="352578"/>
                  <a:pt x="1119644" y="351244"/>
                </a:cubicBezTo>
                <a:cubicBezTo>
                  <a:pt x="1136447" y="346444"/>
                  <a:pt x="1200988" y="319507"/>
                  <a:pt x="1208455" y="310973"/>
                </a:cubicBezTo>
                <a:cubicBezTo>
                  <a:pt x="1209256" y="309639"/>
                  <a:pt x="1211122" y="308839"/>
                  <a:pt x="1211923" y="308572"/>
                </a:cubicBezTo>
                <a:cubicBezTo>
                  <a:pt x="1214323" y="307772"/>
                  <a:pt x="1220190" y="304305"/>
                  <a:pt x="1220990" y="302705"/>
                </a:cubicBezTo>
                <a:cubicBezTo>
                  <a:pt x="1221257" y="302171"/>
                  <a:pt x="1223657" y="300038"/>
                  <a:pt x="1226591" y="298438"/>
                </a:cubicBezTo>
                <a:cubicBezTo>
                  <a:pt x="1229525" y="296837"/>
                  <a:pt x="1234592" y="293370"/>
                  <a:pt x="1237792" y="290970"/>
                </a:cubicBezTo>
                <a:cubicBezTo>
                  <a:pt x="1255395" y="277902"/>
                  <a:pt x="1290599" y="254432"/>
                  <a:pt x="1290332" y="255499"/>
                </a:cubicBezTo>
                <a:cubicBezTo>
                  <a:pt x="1289532" y="258966"/>
                  <a:pt x="1279664" y="266700"/>
                  <a:pt x="1277264" y="268567"/>
                </a:cubicBezTo>
                <a:cubicBezTo>
                  <a:pt x="1272197" y="271768"/>
                  <a:pt x="1268730" y="275235"/>
                  <a:pt x="1268996" y="275768"/>
                </a:cubicBezTo>
                <a:cubicBezTo>
                  <a:pt x="1269263" y="276302"/>
                  <a:pt x="1267930" y="277635"/>
                  <a:pt x="1266329" y="278702"/>
                </a:cubicBezTo>
                <a:cubicBezTo>
                  <a:pt x="1264729" y="279769"/>
                  <a:pt x="1263129" y="281102"/>
                  <a:pt x="1263129" y="281636"/>
                </a:cubicBezTo>
                <a:cubicBezTo>
                  <a:pt x="1262862" y="282702"/>
                  <a:pt x="1248194" y="296571"/>
                  <a:pt x="1243927" y="299504"/>
                </a:cubicBezTo>
                <a:cubicBezTo>
                  <a:pt x="1242326" y="300571"/>
                  <a:pt x="1237526" y="304305"/>
                  <a:pt x="1233259" y="307772"/>
                </a:cubicBezTo>
                <a:cubicBezTo>
                  <a:pt x="1228725" y="311506"/>
                  <a:pt x="1223657" y="314440"/>
                  <a:pt x="1221791" y="314973"/>
                </a:cubicBezTo>
                <a:cubicBezTo>
                  <a:pt x="1220190" y="315506"/>
                  <a:pt x="1218057" y="317107"/>
                  <a:pt x="1216723" y="318440"/>
                </a:cubicBezTo>
                <a:cubicBezTo>
                  <a:pt x="1215390" y="319774"/>
                  <a:pt x="1212456" y="322174"/>
                  <a:pt x="1210322" y="323241"/>
                </a:cubicBezTo>
                <a:cubicBezTo>
                  <a:pt x="1208722" y="324041"/>
                  <a:pt x="1195921" y="332309"/>
                  <a:pt x="1195921" y="333375"/>
                </a:cubicBezTo>
                <a:cubicBezTo>
                  <a:pt x="1195654" y="334175"/>
                  <a:pt x="1197521" y="333375"/>
                  <a:pt x="1199921" y="332042"/>
                </a:cubicBezTo>
                <a:cubicBezTo>
                  <a:pt x="1202321" y="330708"/>
                  <a:pt x="1205255" y="329642"/>
                  <a:pt x="1206322" y="329108"/>
                </a:cubicBezTo>
                <a:cubicBezTo>
                  <a:pt x="1207389" y="328575"/>
                  <a:pt x="1208722" y="327508"/>
                  <a:pt x="1209522" y="326708"/>
                </a:cubicBezTo>
                <a:cubicBezTo>
                  <a:pt x="1210322" y="325908"/>
                  <a:pt x="1211656" y="325108"/>
                  <a:pt x="1212723" y="325108"/>
                </a:cubicBezTo>
                <a:cubicBezTo>
                  <a:pt x="1215656" y="325108"/>
                  <a:pt x="1213256" y="329108"/>
                  <a:pt x="1210056" y="329642"/>
                </a:cubicBezTo>
                <a:cubicBezTo>
                  <a:pt x="1208455" y="329908"/>
                  <a:pt x="1207389" y="330708"/>
                  <a:pt x="1207389" y="331508"/>
                </a:cubicBezTo>
                <a:lnTo>
                  <a:pt x="1206081" y="332655"/>
                </a:lnTo>
                <a:lnTo>
                  <a:pt x="1203922" y="333375"/>
                </a:lnTo>
                <a:cubicBezTo>
                  <a:pt x="1202588" y="334442"/>
                  <a:pt x="1202588" y="334175"/>
                  <a:pt x="1204455" y="333909"/>
                </a:cubicBezTo>
                <a:lnTo>
                  <a:pt x="1205518" y="333150"/>
                </a:lnTo>
                <a:lnTo>
                  <a:pt x="1192187" y="344843"/>
                </a:lnTo>
                <a:cubicBezTo>
                  <a:pt x="1185253" y="348577"/>
                  <a:pt x="1177252" y="353111"/>
                  <a:pt x="1173784" y="354445"/>
                </a:cubicBezTo>
                <a:cubicBezTo>
                  <a:pt x="1170584" y="355778"/>
                  <a:pt x="1167117" y="357645"/>
                  <a:pt x="1165783" y="358712"/>
                </a:cubicBezTo>
                <a:cubicBezTo>
                  <a:pt x="1164183" y="360045"/>
                  <a:pt x="1164183" y="360312"/>
                  <a:pt x="1165250" y="358712"/>
                </a:cubicBezTo>
                <a:cubicBezTo>
                  <a:pt x="1166317" y="357112"/>
                  <a:pt x="1166050" y="357112"/>
                  <a:pt x="1164450" y="358178"/>
                </a:cubicBezTo>
                <a:cubicBezTo>
                  <a:pt x="1154049" y="365113"/>
                  <a:pt x="1132980" y="372047"/>
                  <a:pt x="1120711" y="373380"/>
                </a:cubicBezTo>
                <a:cubicBezTo>
                  <a:pt x="1112977" y="374180"/>
                  <a:pt x="1108443" y="374981"/>
                  <a:pt x="1107109" y="375781"/>
                </a:cubicBezTo>
                <a:cubicBezTo>
                  <a:pt x="1106843" y="376314"/>
                  <a:pt x="1107643" y="376581"/>
                  <a:pt x="1109243" y="376581"/>
                </a:cubicBezTo>
                <a:cubicBezTo>
                  <a:pt x="1112177" y="376581"/>
                  <a:pt x="1112177" y="376847"/>
                  <a:pt x="1109510" y="377914"/>
                </a:cubicBezTo>
                <a:cubicBezTo>
                  <a:pt x="1107643" y="378714"/>
                  <a:pt x="1102042" y="379248"/>
                  <a:pt x="1094841" y="379248"/>
                </a:cubicBezTo>
                <a:cubicBezTo>
                  <a:pt x="1082840" y="379248"/>
                  <a:pt x="1067105" y="378181"/>
                  <a:pt x="1059637" y="376047"/>
                </a:cubicBezTo>
                <a:cubicBezTo>
                  <a:pt x="1047102" y="372580"/>
                  <a:pt x="1043368" y="369647"/>
                  <a:pt x="1035367" y="355778"/>
                </a:cubicBezTo>
                <a:cubicBezTo>
                  <a:pt x="1029767" y="346177"/>
                  <a:pt x="1027900" y="341376"/>
                  <a:pt x="1027366" y="336042"/>
                </a:cubicBezTo>
                <a:cubicBezTo>
                  <a:pt x="1026566" y="328308"/>
                  <a:pt x="1028900" y="319840"/>
                  <a:pt x="1032700" y="311006"/>
                </a:cubicBezTo>
                <a:lnTo>
                  <a:pt x="1042362" y="292390"/>
                </a:lnTo>
                <a:lnTo>
                  <a:pt x="1040649" y="294270"/>
                </a:lnTo>
                <a:cubicBezTo>
                  <a:pt x="1035882" y="299238"/>
                  <a:pt x="1030814" y="304038"/>
                  <a:pt x="1029881" y="304038"/>
                </a:cubicBezTo>
                <a:cubicBezTo>
                  <a:pt x="1029081" y="304038"/>
                  <a:pt x="1026680" y="306172"/>
                  <a:pt x="1023480" y="308839"/>
                </a:cubicBezTo>
                <a:cubicBezTo>
                  <a:pt x="1020546" y="311239"/>
                  <a:pt x="1017613" y="313640"/>
                  <a:pt x="1016812" y="313640"/>
                </a:cubicBezTo>
                <a:cubicBezTo>
                  <a:pt x="1016012" y="313640"/>
                  <a:pt x="1015212" y="314173"/>
                  <a:pt x="1015212" y="314706"/>
                </a:cubicBezTo>
                <a:cubicBezTo>
                  <a:pt x="1015212" y="315506"/>
                  <a:pt x="1016012" y="316040"/>
                  <a:pt x="1016812" y="316040"/>
                </a:cubicBezTo>
                <a:cubicBezTo>
                  <a:pt x="1017613" y="316040"/>
                  <a:pt x="1016546" y="317107"/>
                  <a:pt x="1013879" y="317907"/>
                </a:cubicBezTo>
                <a:cubicBezTo>
                  <a:pt x="1011212" y="318707"/>
                  <a:pt x="1009345" y="320574"/>
                  <a:pt x="1009345" y="321374"/>
                </a:cubicBezTo>
                <a:cubicBezTo>
                  <a:pt x="1009345" y="322174"/>
                  <a:pt x="1006411" y="324041"/>
                  <a:pt x="1002677" y="325641"/>
                </a:cubicBezTo>
                <a:cubicBezTo>
                  <a:pt x="998944" y="327241"/>
                  <a:pt x="996010" y="328841"/>
                  <a:pt x="996010" y="329375"/>
                </a:cubicBezTo>
                <a:cubicBezTo>
                  <a:pt x="996010" y="330175"/>
                  <a:pt x="996543" y="330175"/>
                  <a:pt x="996810" y="330175"/>
                </a:cubicBezTo>
                <a:cubicBezTo>
                  <a:pt x="1001344" y="328041"/>
                  <a:pt x="1004544" y="326708"/>
                  <a:pt x="1008812" y="325108"/>
                </a:cubicBezTo>
                <a:cubicBezTo>
                  <a:pt x="1013612" y="323241"/>
                  <a:pt x="1013345" y="322974"/>
                  <a:pt x="1010678" y="325374"/>
                </a:cubicBezTo>
                <a:cubicBezTo>
                  <a:pt x="1007745" y="328041"/>
                  <a:pt x="1000810" y="331242"/>
                  <a:pt x="986942" y="337643"/>
                </a:cubicBezTo>
                <a:cubicBezTo>
                  <a:pt x="982408" y="339776"/>
                  <a:pt x="977608" y="342176"/>
                  <a:pt x="976808" y="342977"/>
                </a:cubicBezTo>
                <a:cubicBezTo>
                  <a:pt x="973340" y="346444"/>
                  <a:pt x="945070" y="350444"/>
                  <a:pt x="941603" y="348044"/>
                </a:cubicBezTo>
                <a:cubicBezTo>
                  <a:pt x="940270" y="347510"/>
                  <a:pt x="937336" y="346444"/>
                  <a:pt x="934402" y="346444"/>
                </a:cubicBezTo>
                <a:cubicBezTo>
                  <a:pt x="922401" y="345377"/>
                  <a:pt x="899998" y="321641"/>
                  <a:pt x="896798" y="312039"/>
                </a:cubicBezTo>
                <a:cubicBezTo>
                  <a:pt x="896264" y="310439"/>
                  <a:pt x="895731" y="304572"/>
                  <a:pt x="895197" y="298971"/>
                </a:cubicBezTo>
                <a:cubicBezTo>
                  <a:pt x="894397" y="289370"/>
                  <a:pt x="894397" y="288570"/>
                  <a:pt x="891730" y="288570"/>
                </a:cubicBezTo>
                <a:cubicBezTo>
                  <a:pt x="890397" y="288570"/>
                  <a:pt x="889063" y="288570"/>
                  <a:pt x="889063" y="289103"/>
                </a:cubicBezTo>
                <a:cubicBezTo>
                  <a:pt x="889063" y="289637"/>
                  <a:pt x="886396" y="290437"/>
                  <a:pt x="883729" y="291503"/>
                </a:cubicBezTo>
                <a:cubicBezTo>
                  <a:pt x="880796" y="292570"/>
                  <a:pt x="877062" y="294437"/>
                  <a:pt x="875462" y="296037"/>
                </a:cubicBezTo>
                <a:cubicBezTo>
                  <a:pt x="874128" y="297371"/>
                  <a:pt x="871995" y="298971"/>
                  <a:pt x="871194" y="298704"/>
                </a:cubicBezTo>
                <a:cubicBezTo>
                  <a:pt x="870394" y="298704"/>
                  <a:pt x="869861" y="299238"/>
                  <a:pt x="869861" y="300038"/>
                </a:cubicBezTo>
                <a:cubicBezTo>
                  <a:pt x="869861" y="300571"/>
                  <a:pt x="869061" y="301105"/>
                  <a:pt x="867994" y="301105"/>
                </a:cubicBezTo>
                <a:cubicBezTo>
                  <a:pt x="866927" y="301105"/>
                  <a:pt x="866127" y="301638"/>
                  <a:pt x="866127" y="302438"/>
                </a:cubicBezTo>
                <a:cubicBezTo>
                  <a:pt x="866127" y="302972"/>
                  <a:pt x="865327" y="303772"/>
                  <a:pt x="863727" y="304305"/>
                </a:cubicBezTo>
                <a:cubicBezTo>
                  <a:pt x="862393" y="304838"/>
                  <a:pt x="860793" y="305372"/>
                  <a:pt x="859726" y="306439"/>
                </a:cubicBezTo>
                <a:cubicBezTo>
                  <a:pt x="858926" y="307239"/>
                  <a:pt x="855459" y="310172"/>
                  <a:pt x="852259" y="312573"/>
                </a:cubicBezTo>
                <a:cubicBezTo>
                  <a:pt x="842391" y="320040"/>
                  <a:pt x="821322" y="337109"/>
                  <a:pt x="814387" y="346710"/>
                </a:cubicBezTo>
                <a:cubicBezTo>
                  <a:pt x="807186" y="356578"/>
                  <a:pt x="792785" y="368846"/>
                  <a:pt x="788251" y="370447"/>
                </a:cubicBezTo>
                <a:cubicBezTo>
                  <a:pt x="784250" y="371513"/>
                  <a:pt x="778383" y="368580"/>
                  <a:pt x="776249" y="362979"/>
                </a:cubicBezTo>
                <a:cubicBezTo>
                  <a:pt x="775182" y="360312"/>
                  <a:pt x="772782" y="358178"/>
                  <a:pt x="771982" y="358178"/>
                </a:cubicBezTo>
                <a:cubicBezTo>
                  <a:pt x="770115" y="358178"/>
                  <a:pt x="767181" y="352578"/>
                  <a:pt x="766648" y="346710"/>
                </a:cubicBezTo>
                <a:cubicBezTo>
                  <a:pt x="766115" y="343777"/>
                  <a:pt x="766915" y="340576"/>
                  <a:pt x="768782" y="336576"/>
                </a:cubicBezTo>
                <a:cubicBezTo>
                  <a:pt x="774116" y="325108"/>
                  <a:pt x="774649" y="322974"/>
                  <a:pt x="774649" y="321907"/>
                </a:cubicBezTo>
                <a:cubicBezTo>
                  <a:pt x="774649" y="321374"/>
                  <a:pt x="775449" y="320307"/>
                  <a:pt x="776249" y="319240"/>
                </a:cubicBezTo>
                <a:cubicBezTo>
                  <a:pt x="777049" y="317907"/>
                  <a:pt x="779983" y="313640"/>
                  <a:pt x="782383" y="309106"/>
                </a:cubicBezTo>
                <a:lnTo>
                  <a:pt x="786259" y="302110"/>
                </a:lnTo>
                <a:lnTo>
                  <a:pt x="782078" y="305372"/>
                </a:lnTo>
                <a:cubicBezTo>
                  <a:pt x="773277" y="310973"/>
                  <a:pt x="779678" y="307505"/>
                  <a:pt x="774611" y="312573"/>
                </a:cubicBezTo>
                <a:cubicBezTo>
                  <a:pt x="769544" y="317640"/>
                  <a:pt x="776211" y="310973"/>
                  <a:pt x="772744" y="316040"/>
                </a:cubicBezTo>
                <a:cubicBezTo>
                  <a:pt x="771944" y="317640"/>
                  <a:pt x="770877" y="319240"/>
                  <a:pt x="771144" y="320040"/>
                </a:cubicBezTo>
                <a:cubicBezTo>
                  <a:pt x="771410" y="320840"/>
                  <a:pt x="770344" y="322174"/>
                  <a:pt x="769277" y="322974"/>
                </a:cubicBezTo>
                <a:cubicBezTo>
                  <a:pt x="767943" y="323774"/>
                  <a:pt x="763409" y="326975"/>
                  <a:pt x="759676" y="329642"/>
                </a:cubicBezTo>
                <a:cubicBezTo>
                  <a:pt x="755675" y="332575"/>
                  <a:pt x="750075" y="336309"/>
                  <a:pt x="747941" y="337909"/>
                </a:cubicBezTo>
                <a:cubicBezTo>
                  <a:pt x="745541" y="339509"/>
                  <a:pt x="743407" y="341110"/>
                  <a:pt x="743407" y="341910"/>
                </a:cubicBezTo>
                <a:cubicBezTo>
                  <a:pt x="743407" y="342443"/>
                  <a:pt x="743140" y="342710"/>
                  <a:pt x="742607" y="342710"/>
                </a:cubicBezTo>
                <a:cubicBezTo>
                  <a:pt x="740740" y="342176"/>
                  <a:pt x="734606" y="345910"/>
                  <a:pt x="729805" y="350711"/>
                </a:cubicBezTo>
                <a:cubicBezTo>
                  <a:pt x="726071" y="354445"/>
                  <a:pt x="713537" y="361912"/>
                  <a:pt x="710070" y="362446"/>
                </a:cubicBezTo>
                <a:cubicBezTo>
                  <a:pt x="708469" y="362712"/>
                  <a:pt x="702602" y="364846"/>
                  <a:pt x="697268" y="366713"/>
                </a:cubicBezTo>
                <a:cubicBezTo>
                  <a:pt x="686067" y="370713"/>
                  <a:pt x="682599" y="371247"/>
                  <a:pt x="675665" y="369380"/>
                </a:cubicBezTo>
                <a:cubicBezTo>
                  <a:pt x="671398" y="368313"/>
                  <a:pt x="665531" y="367246"/>
                  <a:pt x="655929" y="366446"/>
                </a:cubicBezTo>
                <a:cubicBezTo>
                  <a:pt x="652729" y="366179"/>
                  <a:pt x="645795" y="361912"/>
                  <a:pt x="642594" y="358712"/>
                </a:cubicBezTo>
                <a:lnTo>
                  <a:pt x="642061" y="359779"/>
                </a:lnTo>
                <a:cubicBezTo>
                  <a:pt x="633260" y="354711"/>
                  <a:pt x="618058" y="338176"/>
                  <a:pt x="618058" y="327775"/>
                </a:cubicBezTo>
                <a:cubicBezTo>
                  <a:pt x="618058" y="323241"/>
                  <a:pt x="620192" y="312039"/>
                  <a:pt x="621258" y="309106"/>
                </a:cubicBezTo>
                <a:cubicBezTo>
                  <a:pt x="623125" y="304305"/>
                  <a:pt x="632193" y="283502"/>
                  <a:pt x="634327" y="283502"/>
                </a:cubicBezTo>
                <a:cubicBezTo>
                  <a:pt x="634860" y="283502"/>
                  <a:pt x="635127" y="282969"/>
                  <a:pt x="634860" y="282436"/>
                </a:cubicBezTo>
                <a:cubicBezTo>
                  <a:pt x="634593" y="281902"/>
                  <a:pt x="634860" y="280835"/>
                  <a:pt x="635927" y="280035"/>
                </a:cubicBezTo>
                <a:cubicBezTo>
                  <a:pt x="636994" y="279235"/>
                  <a:pt x="637794" y="277902"/>
                  <a:pt x="638061" y="277368"/>
                </a:cubicBezTo>
                <a:cubicBezTo>
                  <a:pt x="638061" y="276568"/>
                  <a:pt x="640194" y="272834"/>
                  <a:pt x="642861" y="269101"/>
                </a:cubicBezTo>
                <a:cubicBezTo>
                  <a:pt x="645528" y="265367"/>
                  <a:pt x="647928" y="261633"/>
                  <a:pt x="647928" y="261100"/>
                </a:cubicBezTo>
                <a:cubicBezTo>
                  <a:pt x="647928" y="260566"/>
                  <a:pt x="649262" y="259233"/>
                  <a:pt x="650595" y="257633"/>
                </a:cubicBezTo>
                <a:cubicBezTo>
                  <a:pt x="651929" y="256032"/>
                  <a:pt x="655129" y="251232"/>
                  <a:pt x="657530" y="247498"/>
                </a:cubicBezTo>
                <a:cubicBezTo>
                  <a:pt x="662864" y="239230"/>
                  <a:pt x="666331" y="235763"/>
                  <a:pt x="676732" y="235763"/>
                </a:cubicBezTo>
                <a:cubicBezTo>
                  <a:pt x="685266" y="235763"/>
                  <a:pt x="693801" y="240297"/>
                  <a:pt x="697535" y="247498"/>
                </a:cubicBezTo>
                <a:cubicBezTo>
                  <a:pt x="699935" y="252032"/>
                  <a:pt x="698335" y="254966"/>
                  <a:pt x="692734" y="264300"/>
                </a:cubicBezTo>
                <a:cubicBezTo>
                  <a:pt x="691934" y="265634"/>
                  <a:pt x="690867" y="267767"/>
                  <a:pt x="689800" y="269634"/>
                </a:cubicBezTo>
                <a:cubicBezTo>
                  <a:pt x="689000" y="271234"/>
                  <a:pt x="687133" y="273901"/>
                  <a:pt x="685266" y="275235"/>
                </a:cubicBezTo>
                <a:cubicBezTo>
                  <a:pt x="682066" y="277368"/>
                  <a:pt x="667931" y="297638"/>
                  <a:pt x="663130" y="306172"/>
                </a:cubicBezTo>
                <a:cubicBezTo>
                  <a:pt x="661797" y="308572"/>
                  <a:pt x="659930" y="310706"/>
                  <a:pt x="659396" y="310973"/>
                </a:cubicBezTo>
                <a:cubicBezTo>
                  <a:pt x="658330" y="311506"/>
                  <a:pt x="658596" y="312306"/>
                  <a:pt x="659663" y="313106"/>
                </a:cubicBezTo>
                <a:cubicBezTo>
                  <a:pt x="660463" y="313640"/>
                  <a:pt x="660730" y="314706"/>
                  <a:pt x="660463" y="316307"/>
                </a:cubicBezTo>
                <a:cubicBezTo>
                  <a:pt x="660197" y="317907"/>
                  <a:pt x="659130" y="317907"/>
                  <a:pt x="657796" y="316840"/>
                </a:cubicBezTo>
                <a:cubicBezTo>
                  <a:pt x="656196" y="315506"/>
                  <a:pt x="655396" y="316840"/>
                  <a:pt x="650862" y="325108"/>
                </a:cubicBezTo>
                <a:cubicBezTo>
                  <a:pt x="644195" y="337109"/>
                  <a:pt x="643128" y="344043"/>
                  <a:pt x="646595" y="344043"/>
                </a:cubicBezTo>
                <a:cubicBezTo>
                  <a:pt x="647928" y="344043"/>
                  <a:pt x="649262" y="344843"/>
                  <a:pt x="649795" y="345377"/>
                </a:cubicBezTo>
                <a:cubicBezTo>
                  <a:pt x="649262" y="347244"/>
                  <a:pt x="648462" y="348844"/>
                  <a:pt x="647662" y="350177"/>
                </a:cubicBezTo>
                <a:cubicBezTo>
                  <a:pt x="648995" y="350978"/>
                  <a:pt x="651129" y="351244"/>
                  <a:pt x="656196" y="351244"/>
                </a:cubicBezTo>
                <a:cubicBezTo>
                  <a:pt x="690334" y="350444"/>
                  <a:pt x="728472" y="324574"/>
                  <a:pt x="756475" y="305639"/>
                </a:cubicBezTo>
                <a:cubicBezTo>
                  <a:pt x="762876" y="301638"/>
                  <a:pt x="769010" y="297371"/>
                  <a:pt x="775411" y="293104"/>
                </a:cubicBezTo>
                <a:cubicBezTo>
                  <a:pt x="778878" y="290837"/>
                  <a:pt x="788613" y="283702"/>
                  <a:pt x="798347" y="277435"/>
                </a:cubicBezTo>
                <a:lnTo>
                  <a:pt x="802522" y="275008"/>
                </a:lnTo>
                <a:lnTo>
                  <a:pt x="803986" y="272568"/>
                </a:lnTo>
                <a:cubicBezTo>
                  <a:pt x="805053" y="271234"/>
                  <a:pt x="808787" y="265367"/>
                  <a:pt x="812520" y="258966"/>
                </a:cubicBezTo>
                <a:cubicBezTo>
                  <a:pt x="820788" y="244831"/>
                  <a:pt x="823722" y="240830"/>
                  <a:pt x="826389" y="240830"/>
                </a:cubicBezTo>
                <a:cubicBezTo>
                  <a:pt x="827456" y="241097"/>
                  <a:pt x="829056" y="240564"/>
                  <a:pt x="829856" y="239497"/>
                </a:cubicBezTo>
                <a:cubicBezTo>
                  <a:pt x="830389" y="238697"/>
                  <a:pt x="831723" y="238430"/>
                  <a:pt x="833056" y="238430"/>
                </a:cubicBezTo>
                <a:cubicBezTo>
                  <a:pt x="841324" y="238430"/>
                  <a:pt x="851725" y="244831"/>
                  <a:pt x="851725" y="253632"/>
                </a:cubicBezTo>
                <a:cubicBezTo>
                  <a:pt x="851725" y="261900"/>
                  <a:pt x="848525" y="265367"/>
                  <a:pt x="843991" y="271768"/>
                </a:cubicBezTo>
                <a:cubicBezTo>
                  <a:pt x="842657" y="273635"/>
                  <a:pt x="840257" y="277102"/>
                  <a:pt x="839457" y="279769"/>
                </a:cubicBezTo>
                <a:cubicBezTo>
                  <a:pt x="838657" y="282436"/>
                  <a:pt x="836257" y="285369"/>
                  <a:pt x="834390" y="286970"/>
                </a:cubicBezTo>
                <a:cubicBezTo>
                  <a:pt x="831189" y="289637"/>
                  <a:pt x="827722" y="295771"/>
                  <a:pt x="824789" y="302171"/>
                </a:cubicBezTo>
                <a:cubicBezTo>
                  <a:pt x="822388" y="307505"/>
                  <a:pt x="822388" y="307772"/>
                  <a:pt x="826122" y="304838"/>
                </a:cubicBezTo>
                <a:cubicBezTo>
                  <a:pt x="841857" y="292304"/>
                  <a:pt x="873328" y="266967"/>
                  <a:pt x="894397" y="266967"/>
                </a:cubicBezTo>
                <a:cubicBezTo>
                  <a:pt x="900531" y="266967"/>
                  <a:pt x="902932" y="267500"/>
                  <a:pt x="903999" y="269101"/>
                </a:cubicBezTo>
                <a:cubicBezTo>
                  <a:pt x="904799" y="270167"/>
                  <a:pt x="907199" y="271234"/>
                  <a:pt x="909599" y="271768"/>
                </a:cubicBezTo>
                <a:cubicBezTo>
                  <a:pt x="915467" y="273101"/>
                  <a:pt x="921067" y="280035"/>
                  <a:pt x="923468" y="289370"/>
                </a:cubicBezTo>
                <a:cubicBezTo>
                  <a:pt x="925068" y="295771"/>
                  <a:pt x="925335" y="298438"/>
                  <a:pt x="924001" y="306705"/>
                </a:cubicBezTo>
                <a:cubicBezTo>
                  <a:pt x="922134" y="318173"/>
                  <a:pt x="922134" y="324041"/>
                  <a:pt x="923468" y="325641"/>
                </a:cubicBezTo>
                <a:cubicBezTo>
                  <a:pt x="924534" y="326975"/>
                  <a:pt x="928802" y="327508"/>
                  <a:pt x="933869" y="327508"/>
                </a:cubicBezTo>
                <a:cubicBezTo>
                  <a:pt x="958672" y="327508"/>
                  <a:pt x="1006411" y="306705"/>
                  <a:pt x="1025080" y="292570"/>
                </a:cubicBezTo>
                <a:cubicBezTo>
                  <a:pt x="1026147" y="291770"/>
                  <a:pt x="1029614" y="289370"/>
                  <a:pt x="1033348" y="287503"/>
                </a:cubicBezTo>
                <a:cubicBezTo>
                  <a:pt x="1039615" y="284436"/>
                  <a:pt x="1043416" y="282369"/>
                  <a:pt x="1046216" y="280702"/>
                </a:cubicBezTo>
                <a:lnTo>
                  <a:pt x="1050714" y="277820"/>
                </a:lnTo>
                <a:lnTo>
                  <a:pt x="1053970" y="273568"/>
                </a:lnTo>
                <a:cubicBezTo>
                  <a:pt x="1056970" y="269901"/>
                  <a:pt x="1060170" y="266434"/>
                  <a:pt x="1062304" y="264567"/>
                </a:cubicBezTo>
                <a:cubicBezTo>
                  <a:pt x="1065771" y="261633"/>
                  <a:pt x="1068171" y="258966"/>
                  <a:pt x="1068438" y="258699"/>
                </a:cubicBezTo>
                <a:cubicBezTo>
                  <a:pt x="1068972" y="255232"/>
                  <a:pt x="1104709" y="225629"/>
                  <a:pt x="1111643" y="221361"/>
                </a:cubicBezTo>
                <a:close/>
                <a:moveTo>
                  <a:pt x="1667751" y="213627"/>
                </a:moveTo>
                <a:cubicBezTo>
                  <a:pt x="1666951" y="213627"/>
                  <a:pt x="1666417" y="214427"/>
                  <a:pt x="1666417" y="215227"/>
                </a:cubicBezTo>
                <a:cubicBezTo>
                  <a:pt x="1666417" y="216027"/>
                  <a:pt x="1667217" y="216561"/>
                  <a:pt x="1667751" y="215761"/>
                </a:cubicBezTo>
                <a:cubicBezTo>
                  <a:pt x="1668284" y="214961"/>
                  <a:pt x="1669351" y="214694"/>
                  <a:pt x="1669351" y="214160"/>
                </a:cubicBezTo>
                <a:cubicBezTo>
                  <a:pt x="1669351" y="213894"/>
                  <a:pt x="1668551" y="213627"/>
                  <a:pt x="1667751" y="213627"/>
                </a:cubicBezTo>
                <a:close/>
                <a:moveTo>
                  <a:pt x="1849259" y="213094"/>
                </a:moveTo>
                <a:cubicBezTo>
                  <a:pt x="1847126" y="213627"/>
                  <a:pt x="1845792" y="214160"/>
                  <a:pt x="1845792" y="216827"/>
                </a:cubicBezTo>
                <a:cubicBezTo>
                  <a:pt x="1845792" y="219228"/>
                  <a:pt x="1846326" y="219228"/>
                  <a:pt x="1847392" y="216561"/>
                </a:cubicBezTo>
                <a:cubicBezTo>
                  <a:pt x="1848192" y="214694"/>
                  <a:pt x="1848992" y="213360"/>
                  <a:pt x="1849259" y="213094"/>
                </a:cubicBezTo>
                <a:close/>
                <a:moveTo>
                  <a:pt x="1674152" y="208826"/>
                </a:moveTo>
                <a:cubicBezTo>
                  <a:pt x="1673885" y="208826"/>
                  <a:pt x="1672818" y="210160"/>
                  <a:pt x="1671751" y="211760"/>
                </a:cubicBezTo>
                <a:cubicBezTo>
                  <a:pt x="1670151" y="213894"/>
                  <a:pt x="1670151" y="214160"/>
                  <a:pt x="1672285" y="212294"/>
                </a:cubicBezTo>
                <a:cubicBezTo>
                  <a:pt x="1674685" y="210160"/>
                  <a:pt x="1675485" y="208826"/>
                  <a:pt x="1674152" y="208826"/>
                </a:cubicBezTo>
                <a:close/>
                <a:moveTo>
                  <a:pt x="1529334" y="204293"/>
                </a:moveTo>
                <a:cubicBezTo>
                  <a:pt x="1526933" y="204293"/>
                  <a:pt x="1525333" y="205893"/>
                  <a:pt x="1524533" y="207760"/>
                </a:cubicBezTo>
                <a:cubicBezTo>
                  <a:pt x="1523733" y="209627"/>
                  <a:pt x="1522666" y="211227"/>
                  <a:pt x="1522133" y="211227"/>
                </a:cubicBezTo>
                <a:cubicBezTo>
                  <a:pt x="1521332" y="211227"/>
                  <a:pt x="1521066" y="212294"/>
                  <a:pt x="1521066" y="213094"/>
                </a:cubicBezTo>
                <a:cubicBezTo>
                  <a:pt x="1521066" y="213894"/>
                  <a:pt x="1519732" y="216027"/>
                  <a:pt x="1517866" y="217628"/>
                </a:cubicBezTo>
                <a:cubicBezTo>
                  <a:pt x="1515732" y="219761"/>
                  <a:pt x="1515732" y="220561"/>
                  <a:pt x="1517065" y="220028"/>
                </a:cubicBezTo>
                <a:cubicBezTo>
                  <a:pt x="1518399" y="219494"/>
                  <a:pt x="1520266" y="219761"/>
                  <a:pt x="1521332" y="220828"/>
                </a:cubicBezTo>
                <a:cubicBezTo>
                  <a:pt x="1522666" y="222161"/>
                  <a:pt x="1523466" y="221895"/>
                  <a:pt x="1522133" y="220561"/>
                </a:cubicBezTo>
                <a:cubicBezTo>
                  <a:pt x="1521332" y="219761"/>
                  <a:pt x="1521866" y="218694"/>
                  <a:pt x="1522666" y="218694"/>
                </a:cubicBezTo>
                <a:cubicBezTo>
                  <a:pt x="1523466" y="218694"/>
                  <a:pt x="1524000" y="217094"/>
                  <a:pt x="1523733" y="215227"/>
                </a:cubicBezTo>
                <a:cubicBezTo>
                  <a:pt x="1523466" y="213360"/>
                  <a:pt x="1523733" y="211760"/>
                  <a:pt x="1525066" y="212294"/>
                </a:cubicBezTo>
                <a:cubicBezTo>
                  <a:pt x="1526133" y="212827"/>
                  <a:pt x="1526400" y="212027"/>
                  <a:pt x="1525866" y="210960"/>
                </a:cubicBezTo>
                <a:cubicBezTo>
                  <a:pt x="1525333" y="209893"/>
                  <a:pt x="1525600" y="209360"/>
                  <a:pt x="1527200" y="210160"/>
                </a:cubicBezTo>
                <a:cubicBezTo>
                  <a:pt x="1528267" y="210693"/>
                  <a:pt x="1529867" y="210160"/>
                  <a:pt x="1530400" y="209360"/>
                </a:cubicBezTo>
                <a:cubicBezTo>
                  <a:pt x="1530934" y="208560"/>
                  <a:pt x="1532267" y="208026"/>
                  <a:pt x="1533867" y="207760"/>
                </a:cubicBezTo>
                <a:cubicBezTo>
                  <a:pt x="1536268" y="207493"/>
                  <a:pt x="1536534" y="206960"/>
                  <a:pt x="1534934" y="205893"/>
                </a:cubicBezTo>
                <a:cubicBezTo>
                  <a:pt x="1533867" y="205093"/>
                  <a:pt x="1531467" y="204293"/>
                  <a:pt x="1529334" y="204293"/>
                </a:cubicBezTo>
                <a:close/>
                <a:moveTo>
                  <a:pt x="1855660" y="202959"/>
                </a:moveTo>
                <a:cubicBezTo>
                  <a:pt x="1855127" y="202159"/>
                  <a:pt x="1854593" y="202426"/>
                  <a:pt x="1854060" y="203492"/>
                </a:cubicBezTo>
                <a:cubicBezTo>
                  <a:pt x="1852460" y="205893"/>
                  <a:pt x="1852726" y="207226"/>
                  <a:pt x="1854593" y="205626"/>
                </a:cubicBezTo>
                <a:cubicBezTo>
                  <a:pt x="1855660" y="204826"/>
                  <a:pt x="1856194" y="203759"/>
                  <a:pt x="1855660" y="202959"/>
                </a:cubicBezTo>
                <a:close/>
                <a:moveTo>
                  <a:pt x="69380" y="201626"/>
                </a:moveTo>
                <a:cubicBezTo>
                  <a:pt x="68847" y="201626"/>
                  <a:pt x="68047" y="202959"/>
                  <a:pt x="67780" y="204559"/>
                </a:cubicBezTo>
                <a:cubicBezTo>
                  <a:pt x="67513" y="206159"/>
                  <a:pt x="67246" y="207226"/>
                  <a:pt x="67513" y="207226"/>
                </a:cubicBezTo>
                <a:cubicBezTo>
                  <a:pt x="67780" y="207226"/>
                  <a:pt x="68580" y="205893"/>
                  <a:pt x="69380" y="204293"/>
                </a:cubicBezTo>
                <a:cubicBezTo>
                  <a:pt x="70180" y="202692"/>
                  <a:pt x="70180" y="201626"/>
                  <a:pt x="69380" y="201626"/>
                </a:cubicBezTo>
                <a:close/>
                <a:moveTo>
                  <a:pt x="1532000" y="197625"/>
                </a:moveTo>
                <a:cubicBezTo>
                  <a:pt x="1531200" y="197625"/>
                  <a:pt x="1530400" y="198158"/>
                  <a:pt x="1529867" y="198959"/>
                </a:cubicBezTo>
                <a:cubicBezTo>
                  <a:pt x="1529600" y="199492"/>
                  <a:pt x="1530400" y="200025"/>
                  <a:pt x="1531467" y="200025"/>
                </a:cubicBezTo>
                <a:cubicBezTo>
                  <a:pt x="1532534" y="200025"/>
                  <a:pt x="1533601" y="199492"/>
                  <a:pt x="1533334" y="198692"/>
                </a:cubicBezTo>
                <a:cubicBezTo>
                  <a:pt x="1533334" y="198158"/>
                  <a:pt x="1532534" y="197625"/>
                  <a:pt x="1532000" y="197625"/>
                </a:cubicBezTo>
                <a:close/>
                <a:moveTo>
                  <a:pt x="1553436" y="197025"/>
                </a:moveTo>
                <a:cubicBezTo>
                  <a:pt x="1553470" y="196692"/>
                  <a:pt x="1552670" y="197092"/>
                  <a:pt x="1550936" y="198158"/>
                </a:cubicBezTo>
                <a:cubicBezTo>
                  <a:pt x="1549603" y="198959"/>
                  <a:pt x="1545869" y="203226"/>
                  <a:pt x="1542935" y="207760"/>
                </a:cubicBezTo>
                <a:cubicBezTo>
                  <a:pt x="1540268" y="212027"/>
                  <a:pt x="1535468" y="218428"/>
                  <a:pt x="1532534" y="222428"/>
                </a:cubicBezTo>
                <a:cubicBezTo>
                  <a:pt x="1529867" y="226162"/>
                  <a:pt x="1526933" y="230429"/>
                  <a:pt x="1526133" y="232029"/>
                </a:cubicBezTo>
                <a:cubicBezTo>
                  <a:pt x="1524533" y="235230"/>
                  <a:pt x="1524533" y="234963"/>
                  <a:pt x="1528000" y="232296"/>
                </a:cubicBezTo>
                <a:cubicBezTo>
                  <a:pt x="1530400" y="230429"/>
                  <a:pt x="1548269" y="206960"/>
                  <a:pt x="1548269" y="204559"/>
                </a:cubicBezTo>
                <a:cubicBezTo>
                  <a:pt x="1548269" y="203759"/>
                  <a:pt x="1549336" y="202159"/>
                  <a:pt x="1550936" y="200292"/>
                </a:cubicBezTo>
                <a:cubicBezTo>
                  <a:pt x="1552536" y="198425"/>
                  <a:pt x="1553403" y="197358"/>
                  <a:pt x="1553436" y="197025"/>
                </a:cubicBezTo>
                <a:close/>
                <a:moveTo>
                  <a:pt x="105651" y="191491"/>
                </a:moveTo>
                <a:cubicBezTo>
                  <a:pt x="104584" y="191758"/>
                  <a:pt x="103784" y="193091"/>
                  <a:pt x="103518" y="193891"/>
                </a:cubicBezTo>
                <a:cubicBezTo>
                  <a:pt x="102984" y="194958"/>
                  <a:pt x="103518" y="195758"/>
                  <a:pt x="104584" y="195225"/>
                </a:cubicBezTo>
                <a:cubicBezTo>
                  <a:pt x="105651" y="194691"/>
                  <a:pt x="106451" y="193625"/>
                  <a:pt x="106718" y="192558"/>
                </a:cubicBezTo>
                <a:cubicBezTo>
                  <a:pt x="106985" y="191491"/>
                  <a:pt x="106718" y="191224"/>
                  <a:pt x="105651" y="191491"/>
                </a:cubicBezTo>
                <a:close/>
                <a:moveTo>
                  <a:pt x="286561" y="190720"/>
                </a:moveTo>
                <a:cubicBezTo>
                  <a:pt x="284674" y="191508"/>
                  <a:pt x="282073" y="194958"/>
                  <a:pt x="282473" y="197358"/>
                </a:cubicBezTo>
                <a:cubicBezTo>
                  <a:pt x="282740" y="198692"/>
                  <a:pt x="280606" y="202692"/>
                  <a:pt x="277939" y="205093"/>
                </a:cubicBezTo>
                <a:cubicBezTo>
                  <a:pt x="275006" y="207760"/>
                  <a:pt x="273139" y="211493"/>
                  <a:pt x="272339" y="213360"/>
                </a:cubicBezTo>
                <a:cubicBezTo>
                  <a:pt x="270738" y="217094"/>
                  <a:pt x="268605" y="221095"/>
                  <a:pt x="266738" y="224028"/>
                </a:cubicBezTo>
                <a:cubicBezTo>
                  <a:pt x="265138" y="226162"/>
                  <a:pt x="264604" y="228562"/>
                  <a:pt x="265938" y="228562"/>
                </a:cubicBezTo>
                <a:cubicBezTo>
                  <a:pt x="267271" y="228562"/>
                  <a:pt x="270205" y="223495"/>
                  <a:pt x="271005" y="222428"/>
                </a:cubicBezTo>
                <a:cubicBezTo>
                  <a:pt x="275539" y="213360"/>
                  <a:pt x="281673" y="203759"/>
                  <a:pt x="282740" y="203759"/>
                </a:cubicBezTo>
                <a:cubicBezTo>
                  <a:pt x="283540" y="203759"/>
                  <a:pt x="284073" y="203226"/>
                  <a:pt x="283273" y="202426"/>
                </a:cubicBezTo>
                <a:cubicBezTo>
                  <a:pt x="282740" y="201892"/>
                  <a:pt x="284073" y="199225"/>
                  <a:pt x="285674" y="196825"/>
                </a:cubicBezTo>
                <a:cubicBezTo>
                  <a:pt x="287541" y="194158"/>
                  <a:pt x="288607" y="191758"/>
                  <a:pt x="288074" y="190958"/>
                </a:cubicBezTo>
                <a:cubicBezTo>
                  <a:pt x="287741" y="190491"/>
                  <a:pt x="287190" y="190457"/>
                  <a:pt x="286561" y="190720"/>
                </a:cubicBezTo>
                <a:close/>
                <a:moveTo>
                  <a:pt x="1541335" y="190157"/>
                </a:moveTo>
                <a:cubicBezTo>
                  <a:pt x="1539735" y="189624"/>
                  <a:pt x="1537868" y="190424"/>
                  <a:pt x="1537068" y="191491"/>
                </a:cubicBezTo>
                <a:cubicBezTo>
                  <a:pt x="1535734" y="193091"/>
                  <a:pt x="1535734" y="193358"/>
                  <a:pt x="1538135" y="192291"/>
                </a:cubicBezTo>
                <a:cubicBezTo>
                  <a:pt x="1539468" y="191758"/>
                  <a:pt x="1541602" y="191224"/>
                  <a:pt x="1542402" y="190958"/>
                </a:cubicBezTo>
                <a:cubicBezTo>
                  <a:pt x="1543202" y="190958"/>
                  <a:pt x="1542669" y="190691"/>
                  <a:pt x="1541335" y="190157"/>
                </a:cubicBezTo>
                <a:close/>
                <a:moveTo>
                  <a:pt x="85115" y="186057"/>
                </a:moveTo>
                <a:cubicBezTo>
                  <a:pt x="84715" y="186224"/>
                  <a:pt x="84048" y="186690"/>
                  <a:pt x="83248" y="187490"/>
                </a:cubicBezTo>
                <a:cubicBezTo>
                  <a:pt x="81648" y="189091"/>
                  <a:pt x="80848" y="190691"/>
                  <a:pt x="81915" y="190691"/>
                </a:cubicBezTo>
                <a:cubicBezTo>
                  <a:pt x="84048" y="191224"/>
                  <a:pt x="83515" y="193625"/>
                  <a:pt x="81648" y="193891"/>
                </a:cubicBezTo>
                <a:cubicBezTo>
                  <a:pt x="79248" y="194158"/>
                  <a:pt x="74447" y="201359"/>
                  <a:pt x="75514" y="202959"/>
                </a:cubicBezTo>
                <a:cubicBezTo>
                  <a:pt x="76047" y="203759"/>
                  <a:pt x="75781" y="204293"/>
                  <a:pt x="74714" y="203492"/>
                </a:cubicBezTo>
                <a:cubicBezTo>
                  <a:pt x="73914" y="202959"/>
                  <a:pt x="73380" y="203492"/>
                  <a:pt x="73380" y="204826"/>
                </a:cubicBezTo>
                <a:cubicBezTo>
                  <a:pt x="73380" y="205893"/>
                  <a:pt x="72847" y="206960"/>
                  <a:pt x="72047" y="206960"/>
                </a:cubicBezTo>
                <a:cubicBezTo>
                  <a:pt x="70980" y="207226"/>
                  <a:pt x="70713" y="207493"/>
                  <a:pt x="71247" y="208026"/>
                </a:cubicBezTo>
                <a:cubicBezTo>
                  <a:pt x="72847" y="209627"/>
                  <a:pt x="70180" y="216027"/>
                  <a:pt x="67780" y="216561"/>
                </a:cubicBezTo>
                <a:cubicBezTo>
                  <a:pt x="66446" y="216827"/>
                  <a:pt x="65113" y="217628"/>
                  <a:pt x="64846" y="218694"/>
                </a:cubicBezTo>
                <a:cubicBezTo>
                  <a:pt x="64846" y="219494"/>
                  <a:pt x="63513" y="221895"/>
                  <a:pt x="61646" y="224295"/>
                </a:cubicBezTo>
                <a:cubicBezTo>
                  <a:pt x="58179" y="228562"/>
                  <a:pt x="55512" y="234963"/>
                  <a:pt x="56045" y="236297"/>
                </a:cubicBezTo>
                <a:cubicBezTo>
                  <a:pt x="56045" y="236830"/>
                  <a:pt x="55512" y="237630"/>
                  <a:pt x="54711" y="237630"/>
                </a:cubicBezTo>
                <a:cubicBezTo>
                  <a:pt x="53645" y="237630"/>
                  <a:pt x="53645" y="237897"/>
                  <a:pt x="54978" y="238697"/>
                </a:cubicBezTo>
                <a:cubicBezTo>
                  <a:pt x="57645" y="240297"/>
                  <a:pt x="60046" y="237630"/>
                  <a:pt x="65379" y="228029"/>
                </a:cubicBezTo>
                <a:cubicBezTo>
                  <a:pt x="68313" y="222695"/>
                  <a:pt x="68847" y="220828"/>
                  <a:pt x="67513" y="220028"/>
                </a:cubicBezTo>
                <a:cubicBezTo>
                  <a:pt x="66180" y="219228"/>
                  <a:pt x="66446" y="218694"/>
                  <a:pt x="68847" y="218161"/>
                </a:cubicBezTo>
                <a:cubicBezTo>
                  <a:pt x="70980" y="217628"/>
                  <a:pt x="72047" y="216561"/>
                  <a:pt x="72314" y="214427"/>
                </a:cubicBezTo>
                <a:cubicBezTo>
                  <a:pt x="72314" y="212560"/>
                  <a:pt x="73114" y="210960"/>
                  <a:pt x="74447" y="211227"/>
                </a:cubicBezTo>
                <a:cubicBezTo>
                  <a:pt x="75781" y="211227"/>
                  <a:pt x="76314" y="210160"/>
                  <a:pt x="75781" y="208826"/>
                </a:cubicBezTo>
                <a:cubicBezTo>
                  <a:pt x="75247" y="207493"/>
                  <a:pt x="75514" y="207226"/>
                  <a:pt x="76047" y="207493"/>
                </a:cubicBezTo>
                <a:cubicBezTo>
                  <a:pt x="76848" y="207760"/>
                  <a:pt x="77381" y="207760"/>
                  <a:pt x="77381" y="207226"/>
                </a:cubicBezTo>
                <a:cubicBezTo>
                  <a:pt x="77381" y="206426"/>
                  <a:pt x="78448" y="204293"/>
                  <a:pt x="80048" y="202692"/>
                </a:cubicBezTo>
                <a:cubicBezTo>
                  <a:pt x="81648" y="201092"/>
                  <a:pt x="82182" y="198959"/>
                  <a:pt x="81915" y="198425"/>
                </a:cubicBezTo>
                <a:cubicBezTo>
                  <a:pt x="81648" y="197892"/>
                  <a:pt x="82448" y="196558"/>
                  <a:pt x="84315" y="194958"/>
                </a:cubicBezTo>
                <a:cubicBezTo>
                  <a:pt x="87516" y="192024"/>
                  <a:pt x="88316" y="188024"/>
                  <a:pt x="85649" y="188024"/>
                </a:cubicBezTo>
                <a:cubicBezTo>
                  <a:pt x="85115" y="188024"/>
                  <a:pt x="84849" y="187224"/>
                  <a:pt x="85382" y="186424"/>
                </a:cubicBezTo>
                <a:cubicBezTo>
                  <a:pt x="85649" y="186024"/>
                  <a:pt x="85515" y="185890"/>
                  <a:pt x="85115" y="186057"/>
                </a:cubicBezTo>
                <a:close/>
                <a:moveTo>
                  <a:pt x="280873" y="185624"/>
                </a:moveTo>
                <a:cubicBezTo>
                  <a:pt x="280073" y="185624"/>
                  <a:pt x="279006" y="187224"/>
                  <a:pt x="278206" y="189357"/>
                </a:cubicBezTo>
                <a:cubicBezTo>
                  <a:pt x="277673" y="191224"/>
                  <a:pt x="277139" y="192824"/>
                  <a:pt x="277406" y="192824"/>
                </a:cubicBezTo>
                <a:cubicBezTo>
                  <a:pt x="277673" y="192824"/>
                  <a:pt x="278739" y="191224"/>
                  <a:pt x="280073" y="189091"/>
                </a:cubicBezTo>
                <a:cubicBezTo>
                  <a:pt x="281140" y="187224"/>
                  <a:pt x="281406" y="185624"/>
                  <a:pt x="280873" y="185624"/>
                </a:cubicBezTo>
                <a:close/>
                <a:moveTo>
                  <a:pt x="79248" y="182690"/>
                </a:moveTo>
                <a:cubicBezTo>
                  <a:pt x="77914" y="182957"/>
                  <a:pt x="75247" y="186424"/>
                  <a:pt x="73114" y="191224"/>
                </a:cubicBezTo>
                <a:cubicBezTo>
                  <a:pt x="70980" y="195491"/>
                  <a:pt x="71780" y="195491"/>
                  <a:pt x="76581" y="189891"/>
                </a:cubicBezTo>
                <a:cubicBezTo>
                  <a:pt x="80315" y="185624"/>
                  <a:pt x="81381" y="182156"/>
                  <a:pt x="79248" y="182690"/>
                </a:cubicBezTo>
                <a:close/>
                <a:moveTo>
                  <a:pt x="113285" y="178156"/>
                </a:moveTo>
                <a:cubicBezTo>
                  <a:pt x="112652" y="178356"/>
                  <a:pt x="111919" y="179089"/>
                  <a:pt x="111519" y="180290"/>
                </a:cubicBezTo>
                <a:cubicBezTo>
                  <a:pt x="110985" y="181623"/>
                  <a:pt x="111252" y="181890"/>
                  <a:pt x="112585" y="181356"/>
                </a:cubicBezTo>
                <a:cubicBezTo>
                  <a:pt x="113652" y="180823"/>
                  <a:pt x="114452" y="180023"/>
                  <a:pt x="114452" y="179223"/>
                </a:cubicBezTo>
                <a:cubicBezTo>
                  <a:pt x="114452" y="178289"/>
                  <a:pt x="113919" y="177956"/>
                  <a:pt x="113285" y="178156"/>
                </a:cubicBezTo>
                <a:close/>
                <a:moveTo>
                  <a:pt x="1549870" y="176022"/>
                </a:moveTo>
                <a:cubicBezTo>
                  <a:pt x="1549069" y="176022"/>
                  <a:pt x="1548536" y="176822"/>
                  <a:pt x="1548536" y="177623"/>
                </a:cubicBezTo>
                <a:cubicBezTo>
                  <a:pt x="1548536" y="178423"/>
                  <a:pt x="1548269" y="178689"/>
                  <a:pt x="1547202" y="178423"/>
                </a:cubicBezTo>
                <a:cubicBezTo>
                  <a:pt x="1546402" y="178156"/>
                  <a:pt x="1545602" y="178689"/>
                  <a:pt x="1545069" y="180023"/>
                </a:cubicBezTo>
                <a:cubicBezTo>
                  <a:pt x="1544269" y="182690"/>
                  <a:pt x="1545336" y="182957"/>
                  <a:pt x="1548803" y="180556"/>
                </a:cubicBezTo>
                <a:cubicBezTo>
                  <a:pt x="1551470" y="178689"/>
                  <a:pt x="1552270" y="176022"/>
                  <a:pt x="1549870" y="176022"/>
                </a:cubicBezTo>
                <a:close/>
                <a:moveTo>
                  <a:pt x="298146" y="172693"/>
                </a:moveTo>
                <a:cubicBezTo>
                  <a:pt x="297859" y="172655"/>
                  <a:pt x="297342" y="172822"/>
                  <a:pt x="296608" y="173089"/>
                </a:cubicBezTo>
                <a:cubicBezTo>
                  <a:pt x="295275" y="173622"/>
                  <a:pt x="294475" y="174689"/>
                  <a:pt x="294741" y="175222"/>
                </a:cubicBezTo>
                <a:cubicBezTo>
                  <a:pt x="294741" y="176022"/>
                  <a:pt x="293141" y="178689"/>
                  <a:pt x="291541" y="181090"/>
                </a:cubicBezTo>
                <a:cubicBezTo>
                  <a:pt x="288874" y="185090"/>
                  <a:pt x="287541" y="189357"/>
                  <a:pt x="289407" y="189357"/>
                </a:cubicBezTo>
                <a:cubicBezTo>
                  <a:pt x="289674" y="189357"/>
                  <a:pt x="291808" y="185890"/>
                  <a:pt x="294208" y="181356"/>
                </a:cubicBezTo>
                <a:cubicBezTo>
                  <a:pt x="297808" y="174756"/>
                  <a:pt x="299009" y="172805"/>
                  <a:pt x="298146" y="172693"/>
                </a:cubicBezTo>
                <a:close/>
                <a:moveTo>
                  <a:pt x="1554137" y="170422"/>
                </a:moveTo>
                <a:cubicBezTo>
                  <a:pt x="1552270" y="170688"/>
                  <a:pt x="1551736" y="171222"/>
                  <a:pt x="1552536" y="172022"/>
                </a:cubicBezTo>
                <a:cubicBezTo>
                  <a:pt x="1553336" y="172822"/>
                  <a:pt x="1554670" y="172822"/>
                  <a:pt x="1555470" y="172289"/>
                </a:cubicBezTo>
                <a:cubicBezTo>
                  <a:pt x="1557604" y="170688"/>
                  <a:pt x="1557337" y="169622"/>
                  <a:pt x="1554137" y="170422"/>
                </a:cubicBezTo>
                <a:close/>
                <a:moveTo>
                  <a:pt x="302742" y="160820"/>
                </a:moveTo>
                <a:cubicBezTo>
                  <a:pt x="302476" y="160287"/>
                  <a:pt x="301409" y="161887"/>
                  <a:pt x="300609" y="164021"/>
                </a:cubicBezTo>
                <a:cubicBezTo>
                  <a:pt x="299809" y="165888"/>
                  <a:pt x="298742" y="167755"/>
                  <a:pt x="297942" y="167755"/>
                </a:cubicBezTo>
                <a:cubicBezTo>
                  <a:pt x="297408" y="167755"/>
                  <a:pt x="297142" y="168555"/>
                  <a:pt x="297675" y="169355"/>
                </a:cubicBezTo>
                <a:cubicBezTo>
                  <a:pt x="298209" y="170422"/>
                  <a:pt x="299542" y="168821"/>
                  <a:pt x="301142" y="166154"/>
                </a:cubicBezTo>
                <a:cubicBezTo>
                  <a:pt x="302476" y="163754"/>
                  <a:pt x="303009" y="161354"/>
                  <a:pt x="302742" y="160820"/>
                </a:cubicBezTo>
                <a:close/>
                <a:moveTo>
                  <a:pt x="92583" y="159487"/>
                </a:moveTo>
                <a:cubicBezTo>
                  <a:pt x="91783" y="159754"/>
                  <a:pt x="91249" y="160287"/>
                  <a:pt x="91249" y="161087"/>
                </a:cubicBezTo>
                <a:cubicBezTo>
                  <a:pt x="91249" y="161887"/>
                  <a:pt x="91516" y="162421"/>
                  <a:pt x="92049" y="162421"/>
                </a:cubicBezTo>
                <a:cubicBezTo>
                  <a:pt x="92316" y="162421"/>
                  <a:pt x="92850" y="161621"/>
                  <a:pt x="93383" y="161087"/>
                </a:cubicBezTo>
                <a:cubicBezTo>
                  <a:pt x="93916" y="160554"/>
                  <a:pt x="93383" y="159487"/>
                  <a:pt x="92583" y="159487"/>
                </a:cubicBezTo>
                <a:close/>
                <a:moveTo>
                  <a:pt x="293408" y="156020"/>
                </a:moveTo>
                <a:cubicBezTo>
                  <a:pt x="293408" y="156020"/>
                  <a:pt x="292074" y="158153"/>
                  <a:pt x="290208" y="162154"/>
                </a:cubicBezTo>
                <a:cubicBezTo>
                  <a:pt x="286474" y="169888"/>
                  <a:pt x="285940" y="171222"/>
                  <a:pt x="287274" y="171222"/>
                </a:cubicBezTo>
                <a:cubicBezTo>
                  <a:pt x="287541" y="171222"/>
                  <a:pt x="289141" y="168021"/>
                  <a:pt x="290741" y="164021"/>
                </a:cubicBezTo>
                <a:cubicBezTo>
                  <a:pt x="292875" y="158687"/>
                  <a:pt x="293675" y="156020"/>
                  <a:pt x="293408" y="156020"/>
                </a:cubicBezTo>
                <a:close/>
                <a:moveTo>
                  <a:pt x="304343" y="155486"/>
                </a:moveTo>
                <a:cubicBezTo>
                  <a:pt x="303543" y="154953"/>
                  <a:pt x="303009" y="155486"/>
                  <a:pt x="303009" y="156287"/>
                </a:cubicBezTo>
                <a:cubicBezTo>
                  <a:pt x="303009" y="157087"/>
                  <a:pt x="303809" y="157620"/>
                  <a:pt x="304343" y="157620"/>
                </a:cubicBezTo>
                <a:cubicBezTo>
                  <a:pt x="305143" y="157620"/>
                  <a:pt x="305676" y="157353"/>
                  <a:pt x="305676" y="157087"/>
                </a:cubicBezTo>
                <a:cubicBezTo>
                  <a:pt x="305676" y="156553"/>
                  <a:pt x="305143" y="156020"/>
                  <a:pt x="304343" y="155486"/>
                </a:cubicBezTo>
                <a:close/>
                <a:moveTo>
                  <a:pt x="1567505" y="155420"/>
                </a:moveTo>
                <a:cubicBezTo>
                  <a:pt x="1567538" y="154686"/>
                  <a:pt x="1566538" y="154686"/>
                  <a:pt x="1564538" y="155486"/>
                </a:cubicBezTo>
                <a:cubicBezTo>
                  <a:pt x="1563204" y="156020"/>
                  <a:pt x="1562138" y="157620"/>
                  <a:pt x="1562138" y="158420"/>
                </a:cubicBezTo>
                <a:cubicBezTo>
                  <a:pt x="1562138" y="159487"/>
                  <a:pt x="1561338" y="160820"/>
                  <a:pt x="1560537" y="161087"/>
                </a:cubicBezTo>
                <a:cubicBezTo>
                  <a:pt x="1559471" y="161621"/>
                  <a:pt x="1559204" y="162421"/>
                  <a:pt x="1559471" y="162687"/>
                </a:cubicBezTo>
                <a:cubicBezTo>
                  <a:pt x="1560004" y="163221"/>
                  <a:pt x="1562138" y="161887"/>
                  <a:pt x="1564271" y="159754"/>
                </a:cubicBezTo>
                <a:cubicBezTo>
                  <a:pt x="1566405" y="157620"/>
                  <a:pt x="1567472" y="156153"/>
                  <a:pt x="1567505" y="155420"/>
                </a:cubicBezTo>
                <a:close/>
                <a:moveTo>
                  <a:pt x="1632546" y="153086"/>
                </a:moveTo>
                <a:cubicBezTo>
                  <a:pt x="1632280" y="153086"/>
                  <a:pt x="1631213" y="154420"/>
                  <a:pt x="1630146" y="155753"/>
                </a:cubicBezTo>
                <a:cubicBezTo>
                  <a:pt x="1628546" y="158153"/>
                  <a:pt x="1628546" y="158153"/>
                  <a:pt x="1630680" y="156287"/>
                </a:cubicBezTo>
                <a:cubicBezTo>
                  <a:pt x="1633080" y="154153"/>
                  <a:pt x="1633880" y="153086"/>
                  <a:pt x="1632546" y="153086"/>
                </a:cubicBezTo>
                <a:close/>
                <a:moveTo>
                  <a:pt x="102317" y="148219"/>
                </a:moveTo>
                <a:cubicBezTo>
                  <a:pt x="102117" y="148019"/>
                  <a:pt x="101917" y="148152"/>
                  <a:pt x="101917" y="148819"/>
                </a:cubicBezTo>
                <a:cubicBezTo>
                  <a:pt x="101651" y="149886"/>
                  <a:pt x="100317" y="150152"/>
                  <a:pt x="99250" y="149886"/>
                </a:cubicBezTo>
                <a:cubicBezTo>
                  <a:pt x="97917" y="149619"/>
                  <a:pt x="97650" y="150419"/>
                  <a:pt x="97650" y="152553"/>
                </a:cubicBezTo>
                <a:cubicBezTo>
                  <a:pt x="97917" y="154686"/>
                  <a:pt x="98184" y="155220"/>
                  <a:pt x="98450" y="153353"/>
                </a:cubicBezTo>
                <a:cubicBezTo>
                  <a:pt x="98717" y="152019"/>
                  <a:pt x="99784" y="151219"/>
                  <a:pt x="100851" y="151753"/>
                </a:cubicBezTo>
                <a:cubicBezTo>
                  <a:pt x="102184" y="152286"/>
                  <a:pt x="102451" y="151486"/>
                  <a:pt x="102717" y="149619"/>
                </a:cubicBezTo>
                <a:cubicBezTo>
                  <a:pt x="102717" y="148952"/>
                  <a:pt x="102517" y="148419"/>
                  <a:pt x="102317" y="148219"/>
                </a:cubicBezTo>
                <a:close/>
                <a:moveTo>
                  <a:pt x="1573072" y="141885"/>
                </a:moveTo>
                <a:cubicBezTo>
                  <a:pt x="1570939" y="143218"/>
                  <a:pt x="1571472" y="145619"/>
                  <a:pt x="1573872" y="144552"/>
                </a:cubicBezTo>
                <a:cubicBezTo>
                  <a:pt x="1575206" y="144018"/>
                  <a:pt x="1575473" y="142685"/>
                  <a:pt x="1575206" y="142151"/>
                </a:cubicBezTo>
                <a:cubicBezTo>
                  <a:pt x="1574673" y="141351"/>
                  <a:pt x="1573872" y="141351"/>
                  <a:pt x="1573072" y="141885"/>
                </a:cubicBezTo>
                <a:close/>
                <a:moveTo>
                  <a:pt x="1651216" y="134150"/>
                </a:moveTo>
                <a:cubicBezTo>
                  <a:pt x="1649615" y="134684"/>
                  <a:pt x="1648282" y="135217"/>
                  <a:pt x="1648282" y="135484"/>
                </a:cubicBezTo>
                <a:cubicBezTo>
                  <a:pt x="1648548" y="136017"/>
                  <a:pt x="1649615" y="136017"/>
                  <a:pt x="1651216" y="136017"/>
                </a:cubicBezTo>
                <a:cubicBezTo>
                  <a:pt x="1652816" y="136017"/>
                  <a:pt x="1654149" y="135217"/>
                  <a:pt x="1654149" y="134417"/>
                </a:cubicBezTo>
                <a:cubicBezTo>
                  <a:pt x="1654149" y="133884"/>
                  <a:pt x="1652816" y="133617"/>
                  <a:pt x="1651216" y="134150"/>
                </a:cubicBezTo>
                <a:close/>
                <a:moveTo>
                  <a:pt x="735673" y="133884"/>
                </a:moveTo>
                <a:cubicBezTo>
                  <a:pt x="742340" y="133884"/>
                  <a:pt x="748741" y="142151"/>
                  <a:pt x="750341" y="152819"/>
                </a:cubicBezTo>
                <a:cubicBezTo>
                  <a:pt x="750875" y="156553"/>
                  <a:pt x="750075" y="158687"/>
                  <a:pt x="747408" y="162421"/>
                </a:cubicBezTo>
                <a:cubicBezTo>
                  <a:pt x="740473" y="172022"/>
                  <a:pt x="728205" y="180290"/>
                  <a:pt x="722071" y="180290"/>
                </a:cubicBezTo>
                <a:cubicBezTo>
                  <a:pt x="720204" y="180290"/>
                  <a:pt x="713803" y="184023"/>
                  <a:pt x="711403" y="186957"/>
                </a:cubicBezTo>
                <a:cubicBezTo>
                  <a:pt x="709803" y="188824"/>
                  <a:pt x="706336" y="191758"/>
                  <a:pt x="703402" y="193358"/>
                </a:cubicBezTo>
                <a:cubicBezTo>
                  <a:pt x="700468" y="194958"/>
                  <a:pt x="698068" y="196825"/>
                  <a:pt x="698068" y="197358"/>
                </a:cubicBezTo>
                <a:cubicBezTo>
                  <a:pt x="698068" y="197892"/>
                  <a:pt x="696734" y="198692"/>
                  <a:pt x="694868" y="199492"/>
                </a:cubicBezTo>
                <a:cubicBezTo>
                  <a:pt x="692201" y="200559"/>
                  <a:pt x="691934" y="200559"/>
                  <a:pt x="691934" y="197625"/>
                </a:cubicBezTo>
                <a:cubicBezTo>
                  <a:pt x="692201" y="194425"/>
                  <a:pt x="724738" y="140551"/>
                  <a:pt x="730339" y="136017"/>
                </a:cubicBezTo>
                <a:cubicBezTo>
                  <a:pt x="731939" y="134684"/>
                  <a:pt x="733806" y="133884"/>
                  <a:pt x="735673" y="133884"/>
                </a:cubicBezTo>
                <a:close/>
                <a:moveTo>
                  <a:pt x="421348" y="133884"/>
                </a:moveTo>
                <a:cubicBezTo>
                  <a:pt x="428015" y="133884"/>
                  <a:pt x="434416" y="142151"/>
                  <a:pt x="436016" y="152819"/>
                </a:cubicBezTo>
                <a:cubicBezTo>
                  <a:pt x="436550" y="156553"/>
                  <a:pt x="435750" y="158687"/>
                  <a:pt x="433083" y="162421"/>
                </a:cubicBezTo>
                <a:cubicBezTo>
                  <a:pt x="426148" y="172022"/>
                  <a:pt x="413880" y="180290"/>
                  <a:pt x="407746" y="180290"/>
                </a:cubicBezTo>
                <a:cubicBezTo>
                  <a:pt x="405879" y="180290"/>
                  <a:pt x="399478" y="184023"/>
                  <a:pt x="397078" y="186957"/>
                </a:cubicBezTo>
                <a:cubicBezTo>
                  <a:pt x="395478" y="188824"/>
                  <a:pt x="392011" y="191758"/>
                  <a:pt x="389077" y="193358"/>
                </a:cubicBezTo>
                <a:cubicBezTo>
                  <a:pt x="386143" y="194958"/>
                  <a:pt x="383743" y="196825"/>
                  <a:pt x="383743" y="197358"/>
                </a:cubicBezTo>
                <a:cubicBezTo>
                  <a:pt x="383743" y="197892"/>
                  <a:pt x="382410" y="198692"/>
                  <a:pt x="380543" y="199492"/>
                </a:cubicBezTo>
                <a:cubicBezTo>
                  <a:pt x="377876" y="200559"/>
                  <a:pt x="377609" y="200559"/>
                  <a:pt x="377609" y="197625"/>
                </a:cubicBezTo>
                <a:cubicBezTo>
                  <a:pt x="377876" y="194425"/>
                  <a:pt x="410413" y="140551"/>
                  <a:pt x="416014" y="136017"/>
                </a:cubicBezTo>
                <a:cubicBezTo>
                  <a:pt x="417614" y="134684"/>
                  <a:pt x="419481" y="133884"/>
                  <a:pt x="421348" y="133884"/>
                </a:cubicBezTo>
                <a:close/>
                <a:moveTo>
                  <a:pt x="110718" y="131217"/>
                </a:moveTo>
                <a:cubicBezTo>
                  <a:pt x="111252" y="130417"/>
                  <a:pt x="110718" y="130683"/>
                  <a:pt x="109652" y="131750"/>
                </a:cubicBezTo>
                <a:cubicBezTo>
                  <a:pt x="108318" y="133084"/>
                  <a:pt x="107251" y="135217"/>
                  <a:pt x="107518" y="136551"/>
                </a:cubicBezTo>
                <a:cubicBezTo>
                  <a:pt x="108051" y="138684"/>
                  <a:pt x="108051" y="139218"/>
                  <a:pt x="109918" y="137351"/>
                </a:cubicBezTo>
                <a:cubicBezTo>
                  <a:pt x="111519" y="135751"/>
                  <a:pt x="111785" y="135484"/>
                  <a:pt x="111252" y="133884"/>
                </a:cubicBezTo>
                <a:cubicBezTo>
                  <a:pt x="110985" y="132817"/>
                  <a:pt x="110185" y="132017"/>
                  <a:pt x="110718" y="131217"/>
                </a:cubicBezTo>
                <a:close/>
                <a:moveTo>
                  <a:pt x="3027388" y="128283"/>
                </a:moveTo>
                <a:cubicBezTo>
                  <a:pt x="3026054" y="128016"/>
                  <a:pt x="3017786" y="136551"/>
                  <a:pt x="3018053" y="137884"/>
                </a:cubicBezTo>
                <a:cubicBezTo>
                  <a:pt x="3018053" y="139218"/>
                  <a:pt x="3009519" y="147485"/>
                  <a:pt x="3008452" y="147485"/>
                </a:cubicBezTo>
                <a:cubicBezTo>
                  <a:pt x="3007385" y="147485"/>
                  <a:pt x="3004718" y="153620"/>
                  <a:pt x="3004718" y="154953"/>
                </a:cubicBezTo>
                <a:cubicBezTo>
                  <a:pt x="3004718" y="155486"/>
                  <a:pt x="3004452" y="155753"/>
                  <a:pt x="3003918" y="155220"/>
                </a:cubicBezTo>
                <a:cubicBezTo>
                  <a:pt x="3003385" y="154686"/>
                  <a:pt x="3001518" y="156287"/>
                  <a:pt x="2999918" y="158153"/>
                </a:cubicBezTo>
                <a:cubicBezTo>
                  <a:pt x="2994584" y="164288"/>
                  <a:pt x="2988183" y="171488"/>
                  <a:pt x="2986583" y="171488"/>
                </a:cubicBezTo>
                <a:cubicBezTo>
                  <a:pt x="2983916" y="171488"/>
                  <a:pt x="2981782" y="174689"/>
                  <a:pt x="2983649" y="175489"/>
                </a:cubicBezTo>
                <a:cubicBezTo>
                  <a:pt x="2984982" y="176022"/>
                  <a:pt x="2984982" y="176556"/>
                  <a:pt x="2983382" y="177356"/>
                </a:cubicBezTo>
                <a:cubicBezTo>
                  <a:pt x="2982316" y="177889"/>
                  <a:pt x="2981515" y="178156"/>
                  <a:pt x="2981249" y="177356"/>
                </a:cubicBezTo>
                <a:cubicBezTo>
                  <a:pt x="2980715" y="175489"/>
                  <a:pt x="2979115" y="175756"/>
                  <a:pt x="2979115" y="177889"/>
                </a:cubicBezTo>
                <a:cubicBezTo>
                  <a:pt x="2979115" y="178956"/>
                  <a:pt x="2979648" y="179756"/>
                  <a:pt x="2980448" y="179756"/>
                </a:cubicBezTo>
                <a:cubicBezTo>
                  <a:pt x="2980982" y="179756"/>
                  <a:pt x="2981249" y="180290"/>
                  <a:pt x="2980715" y="180556"/>
                </a:cubicBezTo>
                <a:cubicBezTo>
                  <a:pt x="2976448" y="182690"/>
                  <a:pt x="2975648" y="183757"/>
                  <a:pt x="2973781" y="188557"/>
                </a:cubicBezTo>
                <a:cubicBezTo>
                  <a:pt x="2972981" y="190691"/>
                  <a:pt x="2971381" y="192291"/>
                  <a:pt x="2970047" y="192824"/>
                </a:cubicBezTo>
                <a:cubicBezTo>
                  <a:pt x="2968980" y="193358"/>
                  <a:pt x="2968447" y="193625"/>
                  <a:pt x="2968714" y="194425"/>
                </a:cubicBezTo>
                <a:cubicBezTo>
                  <a:pt x="2968980" y="195225"/>
                  <a:pt x="2968714" y="195491"/>
                  <a:pt x="2967647" y="195491"/>
                </a:cubicBezTo>
                <a:cubicBezTo>
                  <a:pt x="2966580" y="195491"/>
                  <a:pt x="2965780" y="196025"/>
                  <a:pt x="2965780" y="196558"/>
                </a:cubicBezTo>
                <a:cubicBezTo>
                  <a:pt x="2965780" y="197358"/>
                  <a:pt x="2966313" y="197625"/>
                  <a:pt x="2967114" y="197092"/>
                </a:cubicBezTo>
                <a:cubicBezTo>
                  <a:pt x="2967914" y="196558"/>
                  <a:pt x="2968714" y="196558"/>
                  <a:pt x="2967647" y="197625"/>
                </a:cubicBezTo>
                <a:cubicBezTo>
                  <a:pt x="2967114" y="198158"/>
                  <a:pt x="2966047" y="198692"/>
                  <a:pt x="2965246" y="198158"/>
                </a:cubicBezTo>
                <a:cubicBezTo>
                  <a:pt x="2964446" y="197625"/>
                  <a:pt x="2962580" y="198959"/>
                  <a:pt x="2961513" y="200825"/>
                </a:cubicBezTo>
                <a:cubicBezTo>
                  <a:pt x="2959912" y="203759"/>
                  <a:pt x="2956446" y="205626"/>
                  <a:pt x="2958046" y="202426"/>
                </a:cubicBezTo>
                <a:cubicBezTo>
                  <a:pt x="2958579" y="201359"/>
                  <a:pt x="2958312" y="201626"/>
                  <a:pt x="2956979" y="202426"/>
                </a:cubicBezTo>
                <a:cubicBezTo>
                  <a:pt x="2955645" y="203226"/>
                  <a:pt x="2955379" y="204559"/>
                  <a:pt x="2955912" y="204826"/>
                </a:cubicBezTo>
                <a:cubicBezTo>
                  <a:pt x="2958046" y="205893"/>
                  <a:pt x="2957246" y="212027"/>
                  <a:pt x="2954845" y="213627"/>
                </a:cubicBezTo>
                <a:cubicBezTo>
                  <a:pt x="2953245" y="214694"/>
                  <a:pt x="2952178" y="214427"/>
                  <a:pt x="2953245" y="213627"/>
                </a:cubicBezTo>
                <a:cubicBezTo>
                  <a:pt x="2954045" y="213094"/>
                  <a:pt x="2953512" y="212560"/>
                  <a:pt x="2952178" y="213094"/>
                </a:cubicBezTo>
                <a:cubicBezTo>
                  <a:pt x="2951112" y="213627"/>
                  <a:pt x="2950311" y="213894"/>
                  <a:pt x="2950845" y="214427"/>
                </a:cubicBezTo>
                <a:cubicBezTo>
                  <a:pt x="2951112" y="214694"/>
                  <a:pt x="2950845" y="216294"/>
                  <a:pt x="2950045" y="217361"/>
                </a:cubicBezTo>
                <a:cubicBezTo>
                  <a:pt x="2948444" y="219494"/>
                  <a:pt x="2948978" y="220028"/>
                  <a:pt x="2950845" y="218161"/>
                </a:cubicBezTo>
                <a:cubicBezTo>
                  <a:pt x="2952178" y="216827"/>
                  <a:pt x="2952178" y="217361"/>
                  <a:pt x="2950311" y="220295"/>
                </a:cubicBezTo>
                <a:cubicBezTo>
                  <a:pt x="2948711" y="222695"/>
                  <a:pt x="2946311" y="225095"/>
                  <a:pt x="2944711" y="226162"/>
                </a:cubicBezTo>
                <a:cubicBezTo>
                  <a:pt x="2943110" y="227229"/>
                  <a:pt x="2942044" y="229096"/>
                  <a:pt x="2942310" y="229896"/>
                </a:cubicBezTo>
                <a:cubicBezTo>
                  <a:pt x="2942844" y="231229"/>
                  <a:pt x="2941777" y="232029"/>
                  <a:pt x="2939910" y="232029"/>
                </a:cubicBezTo>
                <a:cubicBezTo>
                  <a:pt x="2936710" y="232029"/>
                  <a:pt x="2936443" y="230963"/>
                  <a:pt x="2939110" y="229096"/>
                </a:cubicBezTo>
                <a:cubicBezTo>
                  <a:pt x="2940177" y="228296"/>
                  <a:pt x="2940710" y="226962"/>
                  <a:pt x="2940710" y="226429"/>
                </a:cubicBezTo>
                <a:cubicBezTo>
                  <a:pt x="2940710" y="225629"/>
                  <a:pt x="2939643" y="226695"/>
                  <a:pt x="2938310" y="228296"/>
                </a:cubicBezTo>
                <a:cubicBezTo>
                  <a:pt x="2935643" y="231496"/>
                  <a:pt x="2935643" y="232029"/>
                  <a:pt x="2937776" y="233363"/>
                </a:cubicBezTo>
                <a:cubicBezTo>
                  <a:pt x="2939110" y="234163"/>
                  <a:pt x="2939643" y="234963"/>
                  <a:pt x="2938844" y="234963"/>
                </a:cubicBezTo>
                <a:cubicBezTo>
                  <a:pt x="2938043" y="234963"/>
                  <a:pt x="2937776" y="236297"/>
                  <a:pt x="2938043" y="237363"/>
                </a:cubicBezTo>
                <a:cubicBezTo>
                  <a:pt x="2938310" y="238697"/>
                  <a:pt x="2938310" y="239764"/>
                  <a:pt x="2937510" y="239764"/>
                </a:cubicBezTo>
                <a:cubicBezTo>
                  <a:pt x="2936710" y="239764"/>
                  <a:pt x="2936710" y="238964"/>
                  <a:pt x="2936976" y="238163"/>
                </a:cubicBezTo>
                <a:cubicBezTo>
                  <a:pt x="2937510" y="236830"/>
                  <a:pt x="2936710" y="236297"/>
                  <a:pt x="2935109" y="236297"/>
                </a:cubicBezTo>
                <a:cubicBezTo>
                  <a:pt x="2933776" y="236297"/>
                  <a:pt x="2932442" y="237097"/>
                  <a:pt x="2931376" y="238163"/>
                </a:cubicBezTo>
                <a:cubicBezTo>
                  <a:pt x="2930309" y="239230"/>
                  <a:pt x="2930309" y="239764"/>
                  <a:pt x="2931109" y="239764"/>
                </a:cubicBezTo>
                <a:cubicBezTo>
                  <a:pt x="2931642" y="239764"/>
                  <a:pt x="2932442" y="238964"/>
                  <a:pt x="2932709" y="238430"/>
                </a:cubicBezTo>
                <a:cubicBezTo>
                  <a:pt x="2933242" y="237630"/>
                  <a:pt x="2933776" y="237897"/>
                  <a:pt x="2934843" y="239497"/>
                </a:cubicBezTo>
                <a:cubicBezTo>
                  <a:pt x="2936976" y="242697"/>
                  <a:pt x="2935910" y="246698"/>
                  <a:pt x="2932442" y="247498"/>
                </a:cubicBezTo>
                <a:cubicBezTo>
                  <a:pt x="2931109" y="247765"/>
                  <a:pt x="2929775" y="249098"/>
                  <a:pt x="2929509" y="250432"/>
                </a:cubicBezTo>
                <a:cubicBezTo>
                  <a:pt x="2929242" y="251765"/>
                  <a:pt x="2927375" y="253365"/>
                  <a:pt x="2926042" y="254165"/>
                </a:cubicBezTo>
                <a:cubicBezTo>
                  <a:pt x="2924441" y="254966"/>
                  <a:pt x="2923108" y="256299"/>
                  <a:pt x="2923108" y="256832"/>
                </a:cubicBezTo>
                <a:cubicBezTo>
                  <a:pt x="2922841" y="257899"/>
                  <a:pt x="2922574" y="259766"/>
                  <a:pt x="2922574" y="261100"/>
                </a:cubicBezTo>
                <a:cubicBezTo>
                  <a:pt x="2922574" y="262700"/>
                  <a:pt x="2922841" y="263500"/>
                  <a:pt x="2923374" y="263233"/>
                </a:cubicBezTo>
                <a:cubicBezTo>
                  <a:pt x="2924175" y="262967"/>
                  <a:pt x="2924441" y="262967"/>
                  <a:pt x="2924441" y="263767"/>
                </a:cubicBezTo>
                <a:cubicBezTo>
                  <a:pt x="2924441" y="264300"/>
                  <a:pt x="2922574" y="265100"/>
                  <a:pt x="2920174" y="265367"/>
                </a:cubicBezTo>
                <a:cubicBezTo>
                  <a:pt x="2916707" y="265634"/>
                  <a:pt x="2916174" y="265367"/>
                  <a:pt x="2916440" y="264033"/>
                </a:cubicBezTo>
                <a:cubicBezTo>
                  <a:pt x="2916707" y="262700"/>
                  <a:pt x="2916974" y="262433"/>
                  <a:pt x="2915374" y="263767"/>
                </a:cubicBezTo>
                <a:cubicBezTo>
                  <a:pt x="2913240" y="265634"/>
                  <a:pt x="2914840" y="267767"/>
                  <a:pt x="2918040" y="266700"/>
                </a:cubicBezTo>
                <a:cubicBezTo>
                  <a:pt x="2918841" y="266434"/>
                  <a:pt x="2919641" y="266700"/>
                  <a:pt x="2919641" y="267500"/>
                </a:cubicBezTo>
                <a:cubicBezTo>
                  <a:pt x="2919641" y="268301"/>
                  <a:pt x="2919908" y="268301"/>
                  <a:pt x="2920974" y="268034"/>
                </a:cubicBezTo>
                <a:cubicBezTo>
                  <a:pt x="2921774" y="267767"/>
                  <a:pt x="2921774" y="267500"/>
                  <a:pt x="2921508" y="268567"/>
                </a:cubicBezTo>
                <a:cubicBezTo>
                  <a:pt x="2921241" y="269367"/>
                  <a:pt x="2919908" y="269901"/>
                  <a:pt x="2919108" y="269901"/>
                </a:cubicBezTo>
                <a:cubicBezTo>
                  <a:pt x="2918040" y="269901"/>
                  <a:pt x="2916974" y="270968"/>
                  <a:pt x="2916707" y="272301"/>
                </a:cubicBezTo>
                <a:cubicBezTo>
                  <a:pt x="2916440" y="273635"/>
                  <a:pt x="2915374" y="274701"/>
                  <a:pt x="2914840" y="274701"/>
                </a:cubicBezTo>
                <a:cubicBezTo>
                  <a:pt x="2912706" y="274701"/>
                  <a:pt x="2911907" y="271234"/>
                  <a:pt x="2913507" y="269634"/>
                </a:cubicBezTo>
                <a:lnTo>
                  <a:pt x="2914702" y="268804"/>
                </a:lnTo>
                <a:lnTo>
                  <a:pt x="2914040" y="267767"/>
                </a:lnTo>
                <a:cubicBezTo>
                  <a:pt x="2913240" y="267234"/>
                  <a:pt x="2912173" y="268567"/>
                  <a:pt x="2911907" y="269901"/>
                </a:cubicBezTo>
                <a:cubicBezTo>
                  <a:pt x="2911640" y="271234"/>
                  <a:pt x="2910573" y="272034"/>
                  <a:pt x="2909506" y="271501"/>
                </a:cubicBezTo>
                <a:cubicBezTo>
                  <a:pt x="2908973" y="270968"/>
                  <a:pt x="2909506" y="271768"/>
                  <a:pt x="2910840" y="273368"/>
                </a:cubicBezTo>
                <a:cubicBezTo>
                  <a:pt x="2912173" y="274968"/>
                  <a:pt x="2913774" y="276302"/>
                  <a:pt x="2913774" y="276835"/>
                </a:cubicBezTo>
                <a:cubicBezTo>
                  <a:pt x="2913774" y="277368"/>
                  <a:pt x="2914574" y="277902"/>
                  <a:pt x="2915374" y="277902"/>
                </a:cubicBezTo>
                <a:cubicBezTo>
                  <a:pt x="2916440" y="277902"/>
                  <a:pt x="2916974" y="277368"/>
                  <a:pt x="2916707" y="276835"/>
                </a:cubicBezTo>
                <a:cubicBezTo>
                  <a:pt x="2916440" y="276035"/>
                  <a:pt x="2916707" y="275768"/>
                  <a:pt x="2917507" y="276035"/>
                </a:cubicBezTo>
                <a:cubicBezTo>
                  <a:pt x="2918308" y="276035"/>
                  <a:pt x="2918574" y="275501"/>
                  <a:pt x="2918040" y="275235"/>
                </a:cubicBezTo>
                <a:cubicBezTo>
                  <a:pt x="2917507" y="274968"/>
                  <a:pt x="2918308" y="273635"/>
                  <a:pt x="2919641" y="272568"/>
                </a:cubicBezTo>
                <a:cubicBezTo>
                  <a:pt x="2920974" y="271501"/>
                  <a:pt x="2923108" y="268034"/>
                  <a:pt x="2924708" y="265100"/>
                </a:cubicBezTo>
                <a:cubicBezTo>
                  <a:pt x="2926308" y="262166"/>
                  <a:pt x="2927642" y="258966"/>
                  <a:pt x="2927908" y="258966"/>
                </a:cubicBezTo>
                <a:cubicBezTo>
                  <a:pt x="2928442" y="258966"/>
                  <a:pt x="2928976" y="257899"/>
                  <a:pt x="2929509" y="256299"/>
                </a:cubicBezTo>
                <a:cubicBezTo>
                  <a:pt x="2930042" y="254699"/>
                  <a:pt x="2932176" y="251765"/>
                  <a:pt x="2935109" y="249098"/>
                </a:cubicBezTo>
                <a:cubicBezTo>
                  <a:pt x="2937776" y="246698"/>
                  <a:pt x="2939377" y="244564"/>
                  <a:pt x="2939110" y="244564"/>
                </a:cubicBezTo>
                <a:cubicBezTo>
                  <a:pt x="2938844" y="244564"/>
                  <a:pt x="2939110" y="242964"/>
                  <a:pt x="2940444" y="241097"/>
                </a:cubicBezTo>
                <a:cubicBezTo>
                  <a:pt x="2941777" y="239230"/>
                  <a:pt x="2941777" y="237363"/>
                  <a:pt x="2941244" y="237363"/>
                </a:cubicBezTo>
                <a:cubicBezTo>
                  <a:pt x="2940710" y="237363"/>
                  <a:pt x="2941244" y="236830"/>
                  <a:pt x="2942844" y="236297"/>
                </a:cubicBezTo>
                <a:cubicBezTo>
                  <a:pt x="2944177" y="235763"/>
                  <a:pt x="2946044" y="233896"/>
                  <a:pt x="2946844" y="232029"/>
                </a:cubicBezTo>
                <a:cubicBezTo>
                  <a:pt x="2947911" y="229896"/>
                  <a:pt x="2949244" y="228029"/>
                  <a:pt x="2950045" y="227495"/>
                </a:cubicBezTo>
                <a:cubicBezTo>
                  <a:pt x="2950845" y="226962"/>
                  <a:pt x="2951378" y="225895"/>
                  <a:pt x="2951645" y="224828"/>
                </a:cubicBezTo>
                <a:cubicBezTo>
                  <a:pt x="2951645" y="223762"/>
                  <a:pt x="2952178" y="222962"/>
                  <a:pt x="2952712" y="222962"/>
                </a:cubicBezTo>
                <a:cubicBezTo>
                  <a:pt x="2953512" y="222962"/>
                  <a:pt x="2954045" y="222428"/>
                  <a:pt x="2954045" y="221895"/>
                </a:cubicBezTo>
                <a:cubicBezTo>
                  <a:pt x="2954045" y="219761"/>
                  <a:pt x="2968714" y="202159"/>
                  <a:pt x="2970847" y="200025"/>
                </a:cubicBezTo>
                <a:cubicBezTo>
                  <a:pt x="2972448" y="198425"/>
                  <a:pt x="2973781" y="196558"/>
                  <a:pt x="2973514" y="196292"/>
                </a:cubicBezTo>
                <a:cubicBezTo>
                  <a:pt x="2973248" y="196025"/>
                  <a:pt x="2974314" y="194425"/>
                  <a:pt x="2976448" y="192291"/>
                </a:cubicBezTo>
                <a:cubicBezTo>
                  <a:pt x="2978315" y="190424"/>
                  <a:pt x="2979915" y="188291"/>
                  <a:pt x="2979915" y="187224"/>
                </a:cubicBezTo>
                <a:cubicBezTo>
                  <a:pt x="2979915" y="186424"/>
                  <a:pt x="2980715" y="185624"/>
                  <a:pt x="2981782" y="185090"/>
                </a:cubicBezTo>
                <a:cubicBezTo>
                  <a:pt x="2982849" y="184557"/>
                  <a:pt x="2983649" y="183757"/>
                  <a:pt x="2983649" y="182957"/>
                </a:cubicBezTo>
                <a:cubicBezTo>
                  <a:pt x="2983649" y="182156"/>
                  <a:pt x="2985516" y="180023"/>
                  <a:pt x="2987650" y="177623"/>
                </a:cubicBezTo>
                <a:cubicBezTo>
                  <a:pt x="2989783" y="175222"/>
                  <a:pt x="2991916" y="173089"/>
                  <a:pt x="2991916" y="172022"/>
                </a:cubicBezTo>
                <a:cubicBezTo>
                  <a:pt x="2991916" y="170955"/>
                  <a:pt x="2992716" y="170155"/>
                  <a:pt x="2993783" y="170155"/>
                </a:cubicBezTo>
                <a:cubicBezTo>
                  <a:pt x="2994584" y="170155"/>
                  <a:pt x="2995384" y="169355"/>
                  <a:pt x="2995650" y="168555"/>
                </a:cubicBezTo>
                <a:cubicBezTo>
                  <a:pt x="2995650" y="167755"/>
                  <a:pt x="2998584" y="164554"/>
                  <a:pt x="3002051" y="161887"/>
                </a:cubicBezTo>
                <a:cubicBezTo>
                  <a:pt x="3005518" y="159220"/>
                  <a:pt x="3008452" y="155486"/>
                  <a:pt x="3008186" y="154686"/>
                </a:cubicBezTo>
                <a:cubicBezTo>
                  <a:pt x="3007918" y="153620"/>
                  <a:pt x="3008719" y="152819"/>
                  <a:pt x="3009519" y="153086"/>
                </a:cubicBezTo>
                <a:cubicBezTo>
                  <a:pt x="3010319" y="153353"/>
                  <a:pt x="3010852" y="152819"/>
                  <a:pt x="3010319" y="152286"/>
                </a:cubicBezTo>
                <a:cubicBezTo>
                  <a:pt x="3009519" y="151486"/>
                  <a:pt x="3010586" y="150152"/>
                  <a:pt x="3011919" y="149619"/>
                </a:cubicBezTo>
                <a:cubicBezTo>
                  <a:pt x="3013519" y="149086"/>
                  <a:pt x="3014319" y="147485"/>
                  <a:pt x="3014319" y="146952"/>
                </a:cubicBezTo>
                <a:cubicBezTo>
                  <a:pt x="3014319" y="145885"/>
                  <a:pt x="3017520" y="142151"/>
                  <a:pt x="3024721" y="134951"/>
                </a:cubicBezTo>
                <a:cubicBezTo>
                  <a:pt x="3028454" y="131217"/>
                  <a:pt x="3029788" y="128283"/>
                  <a:pt x="3027388" y="128283"/>
                </a:cubicBezTo>
                <a:close/>
                <a:moveTo>
                  <a:pt x="118453" y="120015"/>
                </a:moveTo>
                <a:cubicBezTo>
                  <a:pt x="118453" y="119215"/>
                  <a:pt x="117653" y="119215"/>
                  <a:pt x="116586" y="120282"/>
                </a:cubicBezTo>
                <a:cubicBezTo>
                  <a:pt x="115519" y="121349"/>
                  <a:pt x="114719" y="122416"/>
                  <a:pt x="114719" y="122682"/>
                </a:cubicBezTo>
                <a:cubicBezTo>
                  <a:pt x="114719" y="122949"/>
                  <a:pt x="115519" y="122682"/>
                  <a:pt x="116586" y="122149"/>
                </a:cubicBezTo>
                <a:cubicBezTo>
                  <a:pt x="117919" y="121616"/>
                  <a:pt x="118719" y="120815"/>
                  <a:pt x="118453" y="120015"/>
                </a:cubicBezTo>
                <a:close/>
                <a:moveTo>
                  <a:pt x="137122" y="100280"/>
                </a:moveTo>
                <a:cubicBezTo>
                  <a:pt x="135788" y="100280"/>
                  <a:pt x="135255" y="100546"/>
                  <a:pt x="135522" y="101080"/>
                </a:cubicBezTo>
                <a:cubicBezTo>
                  <a:pt x="136055" y="101880"/>
                  <a:pt x="135522" y="102947"/>
                  <a:pt x="134455" y="103480"/>
                </a:cubicBezTo>
                <a:cubicBezTo>
                  <a:pt x="133388" y="104013"/>
                  <a:pt x="132855" y="105614"/>
                  <a:pt x="133121" y="106947"/>
                </a:cubicBezTo>
                <a:cubicBezTo>
                  <a:pt x="133655" y="109081"/>
                  <a:pt x="133388" y="109614"/>
                  <a:pt x="131788" y="109081"/>
                </a:cubicBezTo>
                <a:cubicBezTo>
                  <a:pt x="130454" y="108547"/>
                  <a:pt x="129921" y="109081"/>
                  <a:pt x="130454" y="110414"/>
                </a:cubicBezTo>
                <a:cubicBezTo>
                  <a:pt x="130988" y="111481"/>
                  <a:pt x="130454" y="112548"/>
                  <a:pt x="128854" y="113081"/>
                </a:cubicBezTo>
                <a:cubicBezTo>
                  <a:pt x="127787" y="113348"/>
                  <a:pt x="125387" y="116282"/>
                  <a:pt x="124053" y="119215"/>
                </a:cubicBezTo>
                <a:cubicBezTo>
                  <a:pt x="122720" y="122149"/>
                  <a:pt x="121920" y="124283"/>
                  <a:pt x="122720" y="123482"/>
                </a:cubicBezTo>
                <a:cubicBezTo>
                  <a:pt x="124587" y="121616"/>
                  <a:pt x="124320" y="124549"/>
                  <a:pt x="121386" y="127483"/>
                </a:cubicBezTo>
                <a:cubicBezTo>
                  <a:pt x="119786" y="129083"/>
                  <a:pt x="118986" y="130150"/>
                  <a:pt x="119520" y="128550"/>
                </a:cubicBezTo>
                <a:cubicBezTo>
                  <a:pt x="120053" y="126950"/>
                  <a:pt x="120320" y="126950"/>
                  <a:pt x="118986" y="128016"/>
                </a:cubicBezTo>
                <a:cubicBezTo>
                  <a:pt x="117919" y="128816"/>
                  <a:pt x="117386" y="130683"/>
                  <a:pt x="117386" y="132017"/>
                </a:cubicBezTo>
                <a:cubicBezTo>
                  <a:pt x="117119" y="133350"/>
                  <a:pt x="115519" y="135484"/>
                  <a:pt x="113652" y="137351"/>
                </a:cubicBezTo>
                <a:cubicBezTo>
                  <a:pt x="111785" y="139218"/>
                  <a:pt x="110185" y="141085"/>
                  <a:pt x="110985" y="141885"/>
                </a:cubicBezTo>
                <a:cubicBezTo>
                  <a:pt x="111519" y="142418"/>
                  <a:pt x="111252" y="143218"/>
                  <a:pt x="110452" y="143218"/>
                </a:cubicBezTo>
                <a:cubicBezTo>
                  <a:pt x="108852" y="143218"/>
                  <a:pt x="102717" y="154153"/>
                  <a:pt x="103251" y="156287"/>
                </a:cubicBezTo>
                <a:cubicBezTo>
                  <a:pt x="103518" y="157620"/>
                  <a:pt x="102717" y="158420"/>
                  <a:pt x="100851" y="158420"/>
                </a:cubicBezTo>
                <a:cubicBezTo>
                  <a:pt x="99250" y="158420"/>
                  <a:pt x="98450" y="158954"/>
                  <a:pt x="98717" y="160020"/>
                </a:cubicBezTo>
                <a:cubicBezTo>
                  <a:pt x="98984" y="160820"/>
                  <a:pt x="98717" y="162687"/>
                  <a:pt x="97383" y="163487"/>
                </a:cubicBezTo>
                <a:cubicBezTo>
                  <a:pt x="96050" y="164288"/>
                  <a:pt x="95517" y="166421"/>
                  <a:pt x="95517" y="167755"/>
                </a:cubicBezTo>
                <a:cubicBezTo>
                  <a:pt x="95517" y="168821"/>
                  <a:pt x="94450" y="170688"/>
                  <a:pt x="92850" y="172022"/>
                </a:cubicBezTo>
                <a:cubicBezTo>
                  <a:pt x="91516" y="173089"/>
                  <a:pt x="90716" y="174689"/>
                  <a:pt x="91249" y="176022"/>
                </a:cubicBezTo>
                <a:cubicBezTo>
                  <a:pt x="91783" y="177089"/>
                  <a:pt x="91516" y="177889"/>
                  <a:pt x="90716" y="177356"/>
                </a:cubicBezTo>
                <a:cubicBezTo>
                  <a:pt x="88849" y="176289"/>
                  <a:pt x="85649" y="181623"/>
                  <a:pt x="86449" y="184823"/>
                </a:cubicBezTo>
                <a:cubicBezTo>
                  <a:pt x="87249" y="188024"/>
                  <a:pt x="89916" y="189091"/>
                  <a:pt x="89649" y="186424"/>
                </a:cubicBezTo>
                <a:cubicBezTo>
                  <a:pt x="89649" y="185624"/>
                  <a:pt x="90716" y="183757"/>
                  <a:pt x="91783" y="182156"/>
                </a:cubicBezTo>
                <a:cubicBezTo>
                  <a:pt x="98450" y="172289"/>
                  <a:pt x="102984" y="165888"/>
                  <a:pt x="101384" y="163487"/>
                </a:cubicBezTo>
                <a:cubicBezTo>
                  <a:pt x="100851" y="162687"/>
                  <a:pt x="101117" y="162421"/>
                  <a:pt x="102184" y="162687"/>
                </a:cubicBezTo>
                <a:cubicBezTo>
                  <a:pt x="104318" y="163221"/>
                  <a:pt x="107785" y="155220"/>
                  <a:pt x="107251" y="152819"/>
                </a:cubicBezTo>
                <a:cubicBezTo>
                  <a:pt x="106985" y="151753"/>
                  <a:pt x="106718" y="151486"/>
                  <a:pt x="107518" y="152019"/>
                </a:cubicBezTo>
                <a:cubicBezTo>
                  <a:pt x="109385" y="153353"/>
                  <a:pt x="111785" y="149886"/>
                  <a:pt x="111785" y="146952"/>
                </a:cubicBezTo>
                <a:cubicBezTo>
                  <a:pt x="111785" y="145619"/>
                  <a:pt x="112319" y="144552"/>
                  <a:pt x="112852" y="145085"/>
                </a:cubicBezTo>
                <a:cubicBezTo>
                  <a:pt x="113385" y="145619"/>
                  <a:pt x="115519" y="144018"/>
                  <a:pt x="116853" y="141885"/>
                </a:cubicBezTo>
                <a:cubicBezTo>
                  <a:pt x="118186" y="139484"/>
                  <a:pt x="119520" y="137084"/>
                  <a:pt x="120320" y="136284"/>
                </a:cubicBezTo>
                <a:cubicBezTo>
                  <a:pt x="121120" y="135484"/>
                  <a:pt x="122187" y="132550"/>
                  <a:pt x="123253" y="129617"/>
                </a:cubicBezTo>
                <a:cubicBezTo>
                  <a:pt x="124320" y="126950"/>
                  <a:pt x="126454" y="123482"/>
                  <a:pt x="127787" y="121882"/>
                </a:cubicBezTo>
                <a:cubicBezTo>
                  <a:pt x="129121" y="120282"/>
                  <a:pt x="129921" y="118682"/>
                  <a:pt x="129654" y="118148"/>
                </a:cubicBezTo>
                <a:cubicBezTo>
                  <a:pt x="129121" y="117348"/>
                  <a:pt x="129387" y="116815"/>
                  <a:pt x="130188" y="116815"/>
                </a:cubicBezTo>
                <a:cubicBezTo>
                  <a:pt x="130988" y="116815"/>
                  <a:pt x="131521" y="115748"/>
                  <a:pt x="131521" y="114681"/>
                </a:cubicBezTo>
                <a:cubicBezTo>
                  <a:pt x="131521" y="113348"/>
                  <a:pt x="132321" y="112014"/>
                  <a:pt x="133388" y="111481"/>
                </a:cubicBezTo>
                <a:cubicBezTo>
                  <a:pt x="134455" y="110948"/>
                  <a:pt x="134988" y="109614"/>
                  <a:pt x="135255" y="108547"/>
                </a:cubicBezTo>
                <a:cubicBezTo>
                  <a:pt x="135255" y="107480"/>
                  <a:pt x="136055" y="106680"/>
                  <a:pt x="136855" y="106680"/>
                </a:cubicBezTo>
                <a:cubicBezTo>
                  <a:pt x="137922" y="106680"/>
                  <a:pt x="137655" y="106147"/>
                  <a:pt x="136322" y="105347"/>
                </a:cubicBezTo>
                <a:cubicBezTo>
                  <a:pt x="134722" y="104280"/>
                  <a:pt x="134988" y="104013"/>
                  <a:pt x="137388" y="103747"/>
                </a:cubicBezTo>
                <a:cubicBezTo>
                  <a:pt x="140856" y="103747"/>
                  <a:pt x="140856" y="100280"/>
                  <a:pt x="137122" y="100280"/>
                </a:cubicBezTo>
                <a:close/>
                <a:moveTo>
                  <a:pt x="134421" y="91112"/>
                </a:moveTo>
                <a:cubicBezTo>
                  <a:pt x="134388" y="91012"/>
                  <a:pt x="133921" y="91478"/>
                  <a:pt x="132855" y="92545"/>
                </a:cubicBezTo>
                <a:cubicBezTo>
                  <a:pt x="131788" y="93612"/>
                  <a:pt x="130721" y="94946"/>
                  <a:pt x="130721" y="95212"/>
                </a:cubicBezTo>
                <a:cubicBezTo>
                  <a:pt x="130721" y="96279"/>
                  <a:pt x="132054" y="95746"/>
                  <a:pt x="133388" y="93079"/>
                </a:cubicBezTo>
                <a:cubicBezTo>
                  <a:pt x="134055" y="91878"/>
                  <a:pt x="134455" y="91212"/>
                  <a:pt x="134421" y="91112"/>
                </a:cubicBezTo>
                <a:close/>
                <a:moveTo>
                  <a:pt x="1708023" y="83211"/>
                </a:moveTo>
                <a:cubicBezTo>
                  <a:pt x="1707756" y="83211"/>
                  <a:pt x="1706689" y="84544"/>
                  <a:pt x="1705622" y="85878"/>
                </a:cubicBezTo>
                <a:cubicBezTo>
                  <a:pt x="1704022" y="88278"/>
                  <a:pt x="1704022" y="88278"/>
                  <a:pt x="1706156" y="86411"/>
                </a:cubicBezTo>
                <a:cubicBezTo>
                  <a:pt x="1708556" y="84278"/>
                  <a:pt x="1709356" y="83211"/>
                  <a:pt x="1708023" y="83211"/>
                </a:cubicBezTo>
                <a:close/>
                <a:moveTo>
                  <a:pt x="153391" y="78143"/>
                </a:moveTo>
                <a:cubicBezTo>
                  <a:pt x="152324" y="77077"/>
                  <a:pt x="144856" y="86678"/>
                  <a:pt x="145656" y="88011"/>
                </a:cubicBezTo>
                <a:cubicBezTo>
                  <a:pt x="146190" y="88811"/>
                  <a:pt x="145923" y="89345"/>
                  <a:pt x="145123" y="89345"/>
                </a:cubicBezTo>
                <a:cubicBezTo>
                  <a:pt x="144323" y="89345"/>
                  <a:pt x="143523" y="90412"/>
                  <a:pt x="143789" y="91745"/>
                </a:cubicBezTo>
                <a:cubicBezTo>
                  <a:pt x="143789" y="93612"/>
                  <a:pt x="144323" y="93345"/>
                  <a:pt x="146990" y="89878"/>
                </a:cubicBezTo>
                <a:cubicBezTo>
                  <a:pt x="148857" y="87478"/>
                  <a:pt x="149923" y="84811"/>
                  <a:pt x="149923" y="83744"/>
                </a:cubicBezTo>
                <a:cubicBezTo>
                  <a:pt x="149923" y="82677"/>
                  <a:pt x="150457" y="82144"/>
                  <a:pt x="150990" y="82677"/>
                </a:cubicBezTo>
                <a:cubicBezTo>
                  <a:pt x="152324" y="83211"/>
                  <a:pt x="154191" y="78944"/>
                  <a:pt x="153391" y="78143"/>
                </a:cubicBezTo>
                <a:close/>
                <a:moveTo>
                  <a:pt x="1716290" y="77077"/>
                </a:moveTo>
                <a:cubicBezTo>
                  <a:pt x="1715757" y="76543"/>
                  <a:pt x="1714690" y="77343"/>
                  <a:pt x="1713890" y="78143"/>
                </a:cubicBezTo>
                <a:cubicBezTo>
                  <a:pt x="1712823" y="79210"/>
                  <a:pt x="1712823" y="80010"/>
                  <a:pt x="1713623" y="80010"/>
                </a:cubicBezTo>
                <a:cubicBezTo>
                  <a:pt x="1715757" y="80010"/>
                  <a:pt x="1717357" y="78143"/>
                  <a:pt x="1716290" y="77077"/>
                </a:cubicBezTo>
                <a:close/>
                <a:moveTo>
                  <a:pt x="3087928" y="71976"/>
                </a:moveTo>
                <a:cubicBezTo>
                  <a:pt x="3092129" y="72476"/>
                  <a:pt x="3095930" y="73343"/>
                  <a:pt x="3096463" y="74143"/>
                </a:cubicBezTo>
                <a:cubicBezTo>
                  <a:pt x="3096996" y="74943"/>
                  <a:pt x="3098596" y="76277"/>
                  <a:pt x="3100464" y="77077"/>
                </a:cubicBezTo>
                <a:cubicBezTo>
                  <a:pt x="3103664" y="78410"/>
                  <a:pt x="3106331" y="82944"/>
                  <a:pt x="3107131" y="89345"/>
                </a:cubicBezTo>
                <a:cubicBezTo>
                  <a:pt x="3107664" y="94412"/>
                  <a:pt x="3105531" y="97879"/>
                  <a:pt x="3095663" y="104013"/>
                </a:cubicBezTo>
                <a:cubicBezTo>
                  <a:pt x="3078061" y="114948"/>
                  <a:pt x="3051924" y="139218"/>
                  <a:pt x="3027921" y="166688"/>
                </a:cubicBezTo>
                <a:cubicBezTo>
                  <a:pt x="3022320" y="173089"/>
                  <a:pt x="3015920" y="179489"/>
                  <a:pt x="3013252" y="182156"/>
                </a:cubicBezTo>
                <a:cubicBezTo>
                  <a:pt x="3010852" y="184557"/>
                  <a:pt x="3008985" y="187224"/>
                  <a:pt x="3008985" y="187757"/>
                </a:cubicBezTo>
                <a:cubicBezTo>
                  <a:pt x="3008985" y="188557"/>
                  <a:pt x="3007918" y="190157"/>
                  <a:pt x="3006585" y="191224"/>
                </a:cubicBezTo>
                <a:cubicBezTo>
                  <a:pt x="3004985" y="192558"/>
                  <a:pt x="3004185" y="194158"/>
                  <a:pt x="3004185" y="194958"/>
                </a:cubicBezTo>
                <a:cubicBezTo>
                  <a:pt x="3004185" y="196025"/>
                  <a:pt x="3003651" y="196558"/>
                  <a:pt x="3003118" y="196558"/>
                </a:cubicBezTo>
                <a:cubicBezTo>
                  <a:pt x="3001784" y="196558"/>
                  <a:pt x="2984982" y="216294"/>
                  <a:pt x="2985249" y="217628"/>
                </a:cubicBezTo>
                <a:cubicBezTo>
                  <a:pt x="2985249" y="218694"/>
                  <a:pt x="2975381" y="230696"/>
                  <a:pt x="2974314" y="231229"/>
                </a:cubicBezTo>
                <a:cubicBezTo>
                  <a:pt x="2973781" y="231496"/>
                  <a:pt x="2973248" y="232563"/>
                  <a:pt x="2973248" y="233630"/>
                </a:cubicBezTo>
                <a:cubicBezTo>
                  <a:pt x="2973248" y="234696"/>
                  <a:pt x="2971114" y="237897"/>
                  <a:pt x="2968447" y="241097"/>
                </a:cubicBezTo>
                <a:cubicBezTo>
                  <a:pt x="2962313" y="248565"/>
                  <a:pt x="2961513" y="249098"/>
                  <a:pt x="2961513" y="250698"/>
                </a:cubicBezTo>
                <a:cubicBezTo>
                  <a:pt x="2961513" y="251498"/>
                  <a:pt x="2960979" y="252032"/>
                  <a:pt x="2960446" y="252032"/>
                </a:cubicBezTo>
                <a:cubicBezTo>
                  <a:pt x="2959646" y="252032"/>
                  <a:pt x="2959112" y="252565"/>
                  <a:pt x="2959112" y="253365"/>
                </a:cubicBezTo>
                <a:cubicBezTo>
                  <a:pt x="2959112" y="253899"/>
                  <a:pt x="2957512" y="256566"/>
                  <a:pt x="2955645" y="259233"/>
                </a:cubicBezTo>
                <a:cubicBezTo>
                  <a:pt x="2950045" y="267234"/>
                  <a:pt x="2943644" y="276035"/>
                  <a:pt x="2939377" y="284836"/>
                </a:cubicBezTo>
                <a:cubicBezTo>
                  <a:pt x="2936976" y="289637"/>
                  <a:pt x="2934042" y="294971"/>
                  <a:pt x="2932442" y="297104"/>
                </a:cubicBezTo>
                <a:cubicBezTo>
                  <a:pt x="2930842" y="299238"/>
                  <a:pt x="2929775" y="301905"/>
                  <a:pt x="2929509" y="302705"/>
                </a:cubicBezTo>
                <a:cubicBezTo>
                  <a:pt x="2929509" y="303505"/>
                  <a:pt x="2927642" y="308572"/>
                  <a:pt x="2924975" y="313906"/>
                </a:cubicBezTo>
                <a:cubicBezTo>
                  <a:pt x="2916974" y="329908"/>
                  <a:pt x="2913240" y="351511"/>
                  <a:pt x="2916974" y="357912"/>
                </a:cubicBezTo>
                <a:cubicBezTo>
                  <a:pt x="2918040" y="359779"/>
                  <a:pt x="2919908" y="360312"/>
                  <a:pt x="2927108" y="360045"/>
                </a:cubicBezTo>
                <a:cubicBezTo>
                  <a:pt x="2931909" y="360045"/>
                  <a:pt x="2938576" y="359512"/>
                  <a:pt x="2941510" y="358445"/>
                </a:cubicBezTo>
                <a:cubicBezTo>
                  <a:pt x="2944444" y="357378"/>
                  <a:pt x="2947111" y="357112"/>
                  <a:pt x="2947111" y="357378"/>
                </a:cubicBezTo>
                <a:cubicBezTo>
                  <a:pt x="2947111" y="357645"/>
                  <a:pt x="2948978" y="356845"/>
                  <a:pt x="2964446" y="351244"/>
                </a:cubicBezTo>
                <a:cubicBezTo>
                  <a:pt x="2976715" y="346710"/>
                  <a:pt x="2980182" y="344843"/>
                  <a:pt x="2991383" y="337909"/>
                </a:cubicBezTo>
                <a:cubicBezTo>
                  <a:pt x="3003385" y="330442"/>
                  <a:pt x="3015653" y="322174"/>
                  <a:pt x="3027654" y="314706"/>
                </a:cubicBezTo>
                <a:cubicBezTo>
                  <a:pt x="3034055" y="310706"/>
                  <a:pt x="3039923" y="306439"/>
                  <a:pt x="3046324" y="302171"/>
                </a:cubicBezTo>
                <a:cubicBezTo>
                  <a:pt x="3049791" y="299904"/>
                  <a:pt x="3059592" y="292770"/>
                  <a:pt x="3069360" y="286469"/>
                </a:cubicBezTo>
                <a:lnTo>
                  <a:pt x="3078657" y="281015"/>
                </a:lnTo>
                <a:lnTo>
                  <a:pt x="3081961" y="274801"/>
                </a:lnTo>
                <a:cubicBezTo>
                  <a:pt x="3083528" y="272434"/>
                  <a:pt x="3085262" y="270301"/>
                  <a:pt x="3086595" y="269367"/>
                </a:cubicBezTo>
                <a:cubicBezTo>
                  <a:pt x="3088195" y="268301"/>
                  <a:pt x="3089262" y="266434"/>
                  <a:pt x="3089262" y="266167"/>
                </a:cubicBezTo>
                <a:cubicBezTo>
                  <a:pt x="3089529" y="265634"/>
                  <a:pt x="3092462" y="261366"/>
                  <a:pt x="3096196" y="256299"/>
                </a:cubicBezTo>
                <a:cubicBezTo>
                  <a:pt x="3099930" y="251232"/>
                  <a:pt x="3102864" y="246698"/>
                  <a:pt x="3102864" y="246431"/>
                </a:cubicBezTo>
                <a:cubicBezTo>
                  <a:pt x="3103130" y="244831"/>
                  <a:pt x="3112998" y="240030"/>
                  <a:pt x="3115398" y="241097"/>
                </a:cubicBezTo>
                <a:cubicBezTo>
                  <a:pt x="3116732" y="241631"/>
                  <a:pt x="3119132" y="241097"/>
                  <a:pt x="3120466" y="240830"/>
                </a:cubicBezTo>
                <a:cubicBezTo>
                  <a:pt x="3124200" y="240030"/>
                  <a:pt x="3137001" y="245631"/>
                  <a:pt x="3139668" y="248831"/>
                </a:cubicBezTo>
                <a:cubicBezTo>
                  <a:pt x="3141002" y="250432"/>
                  <a:pt x="3141268" y="252565"/>
                  <a:pt x="3140468" y="257099"/>
                </a:cubicBezTo>
                <a:cubicBezTo>
                  <a:pt x="3139935" y="260300"/>
                  <a:pt x="3138868" y="263233"/>
                  <a:pt x="3138068" y="263500"/>
                </a:cubicBezTo>
                <a:cubicBezTo>
                  <a:pt x="3135668" y="264300"/>
                  <a:pt x="3131134" y="269634"/>
                  <a:pt x="3130867" y="271234"/>
                </a:cubicBezTo>
                <a:cubicBezTo>
                  <a:pt x="3130600" y="273101"/>
                  <a:pt x="3128467" y="274701"/>
                  <a:pt x="3120199" y="284036"/>
                </a:cubicBezTo>
                <a:cubicBezTo>
                  <a:pt x="3112198" y="292837"/>
                  <a:pt x="3105531" y="302171"/>
                  <a:pt x="3099397" y="312039"/>
                </a:cubicBezTo>
                <a:cubicBezTo>
                  <a:pt x="3096463" y="316840"/>
                  <a:pt x="3083661" y="339509"/>
                  <a:pt x="3087395" y="339509"/>
                </a:cubicBezTo>
                <a:cubicBezTo>
                  <a:pt x="3088462" y="339509"/>
                  <a:pt x="3091396" y="337376"/>
                  <a:pt x="3096463" y="331775"/>
                </a:cubicBezTo>
                <a:cubicBezTo>
                  <a:pt x="3111932" y="314440"/>
                  <a:pt x="3127667" y="298438"/>
                  <a:pt x="3145802" y="283769"/>
                </a:cubicBezTo>
                <a:cubicBezTo>
                  <a:pt x="3152737" y="278168"/>
                  <a:pt x="3162604" y="270434"/>
                  <a:pt x="3164738" y="268301"/>
                </a:cubicBezTo>
                <a:cubicBezTo>
                  <a:pt x="3166605" y="266434"/>
                  <a:pt x="3168739" y="264833"/>
                  <a:pt x="3170872" y="263233"/>
                </a:cubicBezTo>
                <a:cubicBezTo>
                  <a:pt x="3173006" y="255766"/>
                  <a:pt x="3181007" y="245898"/>
                  <a:pt x="3188741" y="246164"/>
                </a:cubicBezTo>
                <a:cubicBezTo>
                  <a:pt x="3190074" y="246164"/>
                  <a:pt x="3192208" y="246965"/>
                  <a:pt x="3194342" y="247765"/>
                </a:cubicBezTo>
                <a:cubicBezTo>
                  <a:pt x="3194875" y="247498"/>
                  <a:pt x="3195142" y="247498"/>
                  <a:pt x="3195142" y="247498"/>
                </a:cubicBezTo>
                <a:cubicBezTo>
                  <a:pt x="3195408" y="247498"/>
                  <a:pt x="3195676" y="247765"/>
                  <a:pt x="3195676" y="248298"/>
                </a:cubicBezTo>
                <a:cubicBezTo>
                  <a:pt x="3199409" y="249898"/>
                  <a:pt x="3202876" y="252032"/>
                  <a:pt x="3202876" y="252832"/>
                </a:cubicBezTo>
                <a:cubicBezTo>
                  <a:pt x="3202876" y="253365"/>
                  <a:pt x="3204210" y="255232"/>
                  <a:pt x="3205810" y="257633"/>
                </a:cubicBezTo>
                <a:cubicBezTo>
                  <a:pt x="3208210" y="261366"/>
                  <a:pt x="3209277" y="262433"/>
                  <a:pt x="3207944" y="267500"/>
                </a:cubicBezTo>
                <a:cubicBezTo>
                  <a:pt x="3207144" y="270701"/>
                  <a:pt x="3206877" y="273901"/>
                  <a:pt x="3206343" y="274701"/>
                </a:cubicBezTo>
                <a:cubicBezTo>
                  <a:pt x="3205810" y="275501"/>
                  <a:pt x="3205010" y="277902"/>
                  <a:pt x="3205010" y="279769"/>
                </a:cubicBezTo>
                <a:cubicBezTo>
                  <a:pt x="3205010" y="281902"/>
                  <a:pt x="3203143" y="286970"/>
                  <a:pt x="3201809" y="290970"/>
                </a:cubicBezTo>
                <a:lnTo>
                  <a:pt x="3199142" y="298438"/>
                </a:lnTo>
                <a:lnTo>
                  <a:pt x="3201543" y="298171"/>
                </a:lnTo>
                <a:cubicBezTo>
                  <a:pt x="3203143" y="297904"/>
                  <a:pt x="3208744" y="297104"/>
                  <a:pt x="3213811" y="296037"/>
                </a:cubicBezTo>
                <a:cubicBezTo>
                  <a:pt x="3220212" y="294704"/>
                  <a:pt x="3225546" y="294704"/>
                  <a:pt x="3230080" y="295504"/>
                </a:cubicBezTo>
                <a:cubicBezTo>
                  <a:pt x="3236214" y="296571"/>
                  <a:pt x="3245548" y="300838"/>
                  <a:pt x="3249549" y="304838"/>
                </a:cubicBezTo>
                <a:cubicBezTo>
                  <a:pt x="3251682" y="306972"/>
                  <a:pt x="3251949" y="310172"/>
                  <a:pt x="3250082" y="309906"/>
                </a:cubicBezTo>
                <a:cubicBezTo>
                  <a:pt x="3249549" y="309906"/>
                  <a:pt x="3249016" y="309372"/>
                  <a:pt x="3249016" y="308839"/>
                </a:cubicBezTo>
                <a:cubicBezTo>
                  <a:pt x="3249016" y="306705"/>
                  <a:pt x="3238614" y="300305"/>
                  <a:pt x="3235414" y="300571"/>
                </a:cubicBezTo>
                <a:cubicBezTo>
                  <a:pt x="3231413" y="300838"/>
                  <a:pt x="3214344" y="304838"/>
                  <a:pt x="3209544" y="306705"/>
                </a:cubicBezTo>
                <a:cubicBezTo>
                  <a:pt x="3207410" y="307505"/>
                  <a:pt x="3205010" y="308306"/>
                  <a:pt x="3204210" y="308306"/>
                </a:cubicBezTo>
                <a:cubicBezTo>
                  <a:pt x="3202076" y="308039"/>
                  <a:pt x="3192208" y="314973"/>
                  <a:pt x="3192208" y="316840"/>
                </a:cubicBezTo>
                <a:cubicBezTo>
                  <a:pt x="3191942" y="317640"/>
                  <a:pt x="3191141" y="320307"/>
                  <a:pt x="3190342" y="322441"/>
                </a:cubicBezTo>
                <a:cubicBezTo>
                  <a:pt x="3189541" y="324574"/>
                  <a:pt x="3186874" y="331242"/>
                  <a:pt x="3184740" y="337109"/>
                </a:cubicBezTo>
                <a:cubicBezTo>
                  <a:pt x="3182607" y="342710"/>
                  <a:pt x="3180207" y="348577"/>
                  <a:pt x="3179406" y="349911"/>
                </a:cubicBezTo>
                <a:cubicBezTo>
                  <a:pt x="3178607" y="351244"/>
                  <a:pt x="3176740" y="355245"/>
                  <a:pt x="3175406" y="358979"/>
                </a:cubicBezTo>
                <a:cubicBezTo>
                  <a:pt x="3174073" y="362446"/>
                  <a:pt x="3171139" y="369913"/>
                  <a:pt x="3168205" y="374714"/>
                </a:cubicBezTo>
                <a:cubicBezTo>
                  <a:pt x="3165272" y="379781"/>
                  <a:pt x="3163138" y="384848"/>
                  <a:pt x="3162871" y="385649"/>
                </a:cubicBezTo>
                <a:cubicBezTo>
                  <a:pt x="3162871" y="386449"/>
                  <a:pt x="3162338" y="387782"/>
                  <a:pt x="3161271" y="388316"/>
                </a:cubicBezTo>
                <a:cubicBezTo>
                  <a:pt x="3160204" y="388849"/>
                  <a:pt x="3158871" y="391516"/>
                  <a:pt x="3158337" y="393650"/>
                </a:cubicBezTo>
                <a:cubicBezTo>
                  <a:pt x="3157537" y="397383"/>
                  <a:pt x="3150603" y="408851"/>
                  <a:pt x="3148736" y="411518"/>
                </a:cubicBezTo>
                <a:cubicBezTo>
                  <a:pt x="3148203" y="412319"/>
                  <a:pt x="3147403" y="413385"/>
                  <a:pt x="3147403" y="414719"/>
                </a:cubicBezTo>
                <a:cubicBezTo>
                  <a:pt x="3147403" y="415786"/>
                  <a:pt x="3146869" y="416852"/>
                  <a:pt x="3146069" y="416852"/>
                </a:cubicBezTo>
                <a:cubicBezTo>
                  <a:pt x="3145536" y="416852"/>
                  <a:pt x="3145002" y="417653"/>
                  <a:pt x="3145002" y="418453"/>
                </a:cubicBezTo>
                <a:cubicBezTo>
                  <a:pt x="3144736" y="419519"/>
                  <a:pt x="3144202" y="420320"/>
                  <a:pt x="3143669" y="420320"/>
                </a:cubicBezTo>
                <a:cubicBezTo>
                  <a:pt x="3142869" y="420320"/>
                  <a:pt x="3142335" y="420586"/>
                  <a:pt x="3142602" y="421120"/>
                </a:cubicBezTo>
                <a:cubicBezTo>
                  <a:pt x="3142869" y="423520"/>
                  <a:pt x="3142069" y="424853"/>
                  <a:pt x="3139135" y="427787"/>
                </a:cubicBezTo>
                <a:cubicBezTo>
                  <a:pt x="3137535" y="429387"/>
                  <a:pt x="3136468" y="430987"/>
                  <a:pt x="3136734" y="431254"/>
                </a:cubicBezTo>
                <a:cubicBezTo>
                  <a:pt x="3137268" y="431788"/>
                  <a:pt x="3136468" y="432321"/>
                  <a:pt x="3135401" y="432854"/>
                </a:cubicBezTo>
                <a:cubicBezTo>
                  <a:pt x="3133801" y="433655"/>
                  <a:pt x="3133801" y="433655"/>
                  <a:pt x="3134868" y="434455"/>
                </a:cubicBezTo>
                <a:cubicBezTo>
                  <a:pt x="3136201" y="435255"/>
                  <a:pt x="3136201" y="435788"/>
                  <a:pt x="3134868" y="435521"/>
                </a:cubicBezTo>
                <a:cubicBezTo>
                  <a:pt x="3134068" y="435521"/>
                  <a:pt x="3133268" y="436588"/>
                  <a:pt x="3133268" y="437388"/>
                </a:cubicBezTo>
                <a:cubicBezTo>
                  <a:pt x="3133268" y="438455"/>
                  <a:pt x="3132734" y="439255"/>
                  <a:pt x="3132201" y="439255"/>
                </a:cubicBezTo>
                <a:cubicBezTo>
                  <a:pt x="3131668" y="438988"/>
                  <a:pt x="3130067" y="441389"/>
                  <a:pt x="3128467" y="444056"/>
                </a:cubicBezTo>
                <a:cubicBezTo>
                  <a:pt x="3126600" y="446990"/>
                  <a:pt x="3124466" y="450190"/>
                  <a:pt x="3123133" y="451790"/>
                </a:cubicBezTo>
                <a:cubicBezTo>
                  <a:pt x="3121800" y="453390"/>
                  <a:pt x="3121000" y="454457"/>
                  <a:pt x="3121533" y="454457"/>
                </a:cubicBezTo>
                <a:cubicBezTo>
                  <a:pt x="3121800" y="454457"/>
                  <a:pt x="3121800" y="454724"/>
                  <a:pt x="3120732" y="455791"/>
                </a:cubicBezTo>
                <a:cubicBezTo>
                  <a:pt x="3119933" y="456591"/>
                  <a:pt x="3119132" y="457924"/>
                  <a:pt x="3119132" y="459258"/>
                </a:cubicBezTo>
                <a:cubicBezTo>
                  <a:pt x="3119132" y="460591"/>
                  <a:pt x="3118066" y="462458"/>
                  <a:pt x="3116732" y="463792"/>
                </a:cubicBezTo>
                <a:cubicBezTo>
                  <a:pt x="3115132" y="465392"/>
                  <a:pt x="3114065" y="466992"/>
                  <a:pt x="3114065" y="468059"/>
                </a:cubicBezTo>
                <a:cubicBezTo>
                  <a:pt x="3114065" y="468859"/>
                  <a:pt x="3113532" y="469659"/>
                  <a:pt x="3112998" y="469659"/>
                </a:cubicBezTo>
                <a:cubicBezTo>
                  <a:pt x="3112465" y="469659"/>
                  <a:pt x="3111398" y="470993"/>
                  <a:pt x="3111132" y="472593"/>
                </a:cubicBezTo>
                <a:cubicBezTo>
                  <a:pt x="3110865" y="474193"/>
                  <a:pt x="3109531" y="475526"/>
                  <a:pt x="3108998" y="475526"/>
                </a:cubicBezTo>
                <a:cubicBezTo>
                  <a:pt x="3108198" y="475526"/>
                  <a:pt x="3107664" y="476060"/>
                  <a:pt x="3107664" y="476860"/>
                </a:cubicBezTo>
                <a:cubicBezTo>
                  <a:pt x="3107664" y="477660"/>
                  <a:pt x="3106331" y="478994"/>
                  <a:pt x="3105264" y="480060"/>
                </a:cubicBezTo>
                <a:cubicBezTo>
                  <a:pt x="3103930" y="481394"/>
                  <a:pt x="3102597" y="482994"/>
                  <a:pt x="3102330" y="484328"/>
                </a:cubicBezTo>
                <a:cubicBezTo>
                  <a:pt x="3102330" y="485661"/>
                  <a:pt x="3100997" y="487528"/>
                  <a:pt x="3099663" y="488595"/>
                </a:cubicBezTo>
                <a:cubicBezTo>
                  <a:pt x="3098330" y="489662"/>
                  <a:pt x="3097530" y="491795"/>
                  <a:pt x="3097530" y="492595"/>
                </a:cubicBezTo>
                <a:cubicBezTo>
                  <a:pt x="3097530" y="493662"/>
                  <a:pt x="3092996" y="500063"/>
                  <a:pt x="3087662" y="506464"/>
                </a:cubicBezTo>
                <a:cubicBezTo>
                  <a:pt x="3082328" y="512864"/>
                  <a:pt x="3077260" y="519799"/>
                  <a:pt x="3075927" y="521932"/>
                </a:cubicBezTo>
                <a:cubicBezTo>
                  <a:pt x="3074860" y="523799"/>
                  <a:pt x="3072727" y="527266"/>
                  <a:pt x="3070860" y="529133"/>
                </a:cubicBezTo>
                <a:cubicBezTo>
                  <a:pt x="3068993" y="531000"/>
                  <a:pt x="3068193" y="532867"/>
                  <a:pt x="3068459" y="533400"/>
                </a:cubicBezTo>
                <a:cubicBezTo>
                  <a:pt x="3068726" y="533667"/>
                  <a:pt x="3066859" y="536334"/>
                  <a:pt x="3063659" y="539534"/>
                </a:cubicBezTo>
                <a:cubicBezTo>
                  <a:pt x="3060725" y="542468"/>
                  <a:pt x="3056458" y="547802"/>
                  <a:pt x="3053791" y="551003"/>
                </a:cubicBezTo>
                <a:cubicBezTo>
                  <a:pt x="3051124" y="554203"/>
                  <a:pt x="3048190" y="557403"/>
                  <a:pt x="3047390" y="557937"/>
                </a:cubicBezTo>
                <a:cubicBezTo>
                  <a:pt x="3046590" y="558470"/>
                  <a:pt x="3045523" y="559537"/>
                  <a:pt x="3045523" y="560604"/>
                </a:cubicBezTo>
                <a:cubicBezTo>
                  <a:pt x="3045523" y="561671"/>
                  <a:pt x="3042856" y="565138"/>
                  <a:pt x="3039923" y="567538"/>
                </a:cubicBezTo>
                <a:cubicBezTo>
                  <a:pt x="3036722" y="570205"/>
                  <a:pt x="3034322" y="572872"/>
                  <a:pt x="3034322" y="573139"/>
                </a:cubicBezTo>
                <a:cubicBezTo>
                  <a:pt x="3034055" y="575806"/>
                  <a:pt x="3007652" y="598742"/>
                  <a:pt x="3004185" y="599809"/>
                </a:cubicBezTo>
                <a:cubicBezTo>
                  <a:pt x="3001784" y="600609"/>
                  <a:pt x="2999384" y="602209"/>
                  <a:pt x="2998050" y="603276"/>
                </a:cubicBezTo>
                <a:cubicBezTo>
                  <a:pt x="2992716" y="607543"/>
                  <a:pt x="2983649" y="610743"/>
                  <a:pt x="2976982" y="610743"/>
                </a:cubicBezTo>
                <a:cubicBezTo>
                  <a:pt x="2972981" y="610477"/>
                  <a:pt x="2969780" y="609943"/>
                  <a:pt x="2969247" y="609143"/>
                </a:cubicBezTo>
                <a:cubicBezTo>
                  <a:pt x="2968714" y="608343"/>
                  <a:pt x="2964980" y="605143"/>
                  <a:pt x="2960179" y="601675"/>
                </a:cubicBezTo>
                <a:cubicBezTo>
                  <a:pt x="2952978" y="596608"/>
                  <a:pt x="2951912" y="594741"/>
                  <a:pt x="2949511" y="588874"/>
                </a:cubicBezTo>
                <a:cubicBezTo>
                  <a:pt x="2946844" y="581140"/>
                  <a:pt x="2946578" y="579806"/>
                  <a:pt x="2949511" y="573672"/>
                </a:cubicBezTo>
                <a:cubicBezTo>
                  <a:pt x="2950845" y="571005"/>
                  <a:pt x="2951645" y="568338"/>
                  <a:pt x="2951645" y="567538"/>
                </a:cubicBezTo>
                <a:cubicBezTo>
                  <a:pt x="2951645" y="566738"/>
                  <a:pt x="2952178" y="566204"/>
                  <a:pt x="2952712" y="566471"/>
                </a:cubicBezTo>
                <a:cubicBezTo>
                  <a:pt x="2952978" y="566738"/>
                  <a:pt x="2954312" y="564871"/>
                  <a:pt x="2955645" y="561937"/>
                </a:cubicBezTo>
                <a:cubicBezTo>
                  <a:pt x="2968180" y="534467"/>
                  <a:pt x="3015386" y="469126"/>
                  <a:pt x="3034855" y="445123"/>
                </a:cubicBezTo>
                <a:cubicBezTo>
                  <a:pt x="3043656" y="434188"/>
                  <a:pt x="3052458" y="422186"/>
                  <a:pt x="3055124" y="418453"/>
                </a:cubicBezTo>
                <a:cubicBezTo>
                  <a:pt x="3056724" y="416319"/>
                  <a:pt x="3058325" y="414985"/>
                  <a:pt x="3059925" y="413385"/>
                </a:cubicBezTo>
                <a:cubicBezTo>
                  <a:pt x="3090862" y="382448"/>
                  <a:pt x="3108731" y="355778"/>
                  <a:pt x="3145802" y="329642"/>
                </a:cubicBezTo>
                <a:cubicBezTo>
                  <a:pt x="3154870" y="323241"/>
                  <a:pt x="3160738" y="317907"/>
                  <a:pt x="3160204" y="316040"/>
                </a:cubicBezTo>
                <a:cubicBezTo>
                  <a:pt x="3159938" y="315240"/>
                  <a:pt x="3159938" y="314440"/>
                  <a:pt x="3160471" y="313906"/>
                </a:cubicBezTo>
                <a:cubicBezTo>
                  <a:pt x="3161004" y="313373"/>
                  <a:pt x="3163405" y="308306"/>
                  <a:pt x="3164738" y="301905"/>
                </a:cubicBezTo>
                <a:cubicBezTo>
                  <a:pt x="3165538" y="299504"/>
                  <a:pt x="3166338" y="297104"/>
                  <a:pt x="3166872" y="295237"/>
                </a:cubicBezTo>
                <a:lnTo>
                  <a:pt x="3166072" y="296304"/>
                </a:lnTo>
                <a:cubicBezTo>
                  <a:pt x="3166338" y="295771"/>
                  <a:pt x="3166605" y="294971"/>
                  <a:pt x="3166605" y="293904"/>
                </a:cubicBezTo>
                <a:cubicBezTo>
                  <a:pt x="3167138" y="291503"/>
                  <a:pt x="3168739" y="287503"/>
                  <a:pt x="3170339" y="284836"/>
                </a:cubicBezTo>
                <a:cubicBezTo>
                  <a:pt x="3171406" y="282969"/>
                  <a:pt x="3171672" y="281369"/>
                  <a:pt x="3172206" y="279235"/>
                </a:cubicBezTo>
                <a:cubicBezTo>
                  <a:pt x="3170872" y="278702"/>
                  <a:pt x="3164205" y="284036"/>
                  <a:pt x="3164738" y="285369"/>
                </a:cubicBezTo>
                <a:cubicBezTo>
                  <a:pt x="3164738" y="285903"/>
                  <a:pt x="3164472" y="286169"/>
                  <a:pt x="3163405" y="285903"/>
                </a:cubicBezTo>
                <a:cubicBezTo>
                  <a:pt x="3162604" y="285903"/>
                  <a:pt x="3161271" y="286436"/>
                  <a:pt x="3160738" y="287770"/>
                </a:cubicBezTo>
                <a:cubicBezTo>
                  <a:pt x="3160204" y="288836"/>
                  <a:pt x="3159404" y="289637"/>
                  <a:pt x="3158871" y="289370"/>
                </a:cubicBezTo>
                <a:cubicBezTo>
                  <a:pt x="3157537" y="288836"/>
                  <a:pt x="3142069" y="305372"/>
                  <a:pt x="3140202" y="307239"/>
                </a:cubicBezTo>
                <a:cubicBezTo>
                  <a:pt x="3136734" y="310706"/>
                  <a:pt x="3133534" y="314173"/>
                  <a:pt x="3130334" y="317640"/>
                </a:cubicBezTo>
                <a:cubicBezTo>
                  <a:pt x="3118866" y="330175"/>
                  <a:pt x="3104464" y="349377"/>
                  <a:pt x="3090329" y="357112"/>
                </a:cubicBezTo>
                <a:cubicBezTo>
                  <a:pt x="3085528" y="359779"/>
                  <a:pt x="3082328" y="361912"/>
                  <a:pt x="3078861" y="361912"/>
                </a:cubicBezTo>
                <a:cubicBezTo>
                  <a:pt x="3076460" y="361912"/>
                  <a:pt x="3073794" y="360845"/>
                  <a:pt x="3070593" y="357645"/>
                </a:cubicBezTo>
                <a:cubicBezTo>
                  <a:pt x="3053391" y="340443"/>
                  <a:pt x="3062592" y="325491"/>
                  <a:pt x="3068718" y="308401"/>
                </a:cubicBezTo>
                <a:lnTo>
                  <a:pt x="3070485" y="300483"/>
                </a:lnTo>
                <a:lnTo>
                  <a:pt x="3067593" y="302872"/>
                </a:lnTo>
                <a:cubicBezTo>
                  <a:pt x="3062792" y="307039"/>
                  <a:pt x="3058058" y="311106"/>
                  <a:pt x="3053258" y="314440"/>
                </a:cubicBezTo>
                <a:cubicBezTo>
                  <a:pt x="3044456" y="320574"/>
                  <a:pt x="3050591" y="316840"/>
                  <a:pt x="3045523" y="321641"/>
                </a:cubicBezTo>
                <a:cubicBezTo>
                  <a:pt x="3040456" y="326441"/>
                  <a:pt x="3047657" y="320574"/>
                  <a:pt x="3043923" y="325108"/>
                </a:cubicBezTo>
                <a:cubicBezTo>
                  <a:pt x="3042856" y="326441"/>
                  <a:pt x="3042056" y="328041"/>
                  <a:pt x="3042056" y="329108"/>
                </a:cubicBezTo>
                <a:cubicBezTo>
                  <a:pt x="3042056" y="329908"/>
                  <a:pt x="3041523" y="330975"/>
                  <a:pt x="3040189" y="332042"/>
                </a:cubicBezTo>
                <a:cubicBezTo>
                  <a:pt x="3038856" y="333109"/>
                  <a:pt x="3034588" y="335509"/>
                  <a:pt x="3030588" y="338709"/>
                </a:cubicBezTo>
                <a:cubicBezTo>
                  <a:pt x="3026588" y="341910"/>
                  <a:pt x="3021520" y="345377"/>
                  <a:pt x="3018853" y="346977"/>
                </a:cubicBezTo>
                <a:cubicBezTo>
                  <a:pt x="3016453" y="348311"/>
                  <a:pt x="3014319" y="350177"/>
                  <a:pt x="3014319" y="350711"/>
                </a:cubicBezTo>
                <a:cubicBezTo>
                  <a:pt x="3014319" y="351511"/>
                  <a:pt x="3014053" y="351778"/>
                  <a:pt x="3013519" y="351778"/>
                </a:cubicBezTo>
                <a:cubicBezTo>
                  <a:pt x="3011919" y="351244"/>
                  <a:pt x="3006052" y="355245"/>
                  <a:pt x="3000984" y="359779"/>
                </a:cubicBezTo>
                <a:cubicBezTo>
                  <a:pt x="2996984" y="363246"/>
                  <a:pt x="2984449" y="370980"/>
                  <a:pt x="2980982" y="371513"/>
                </a:cubicBezTo>
                <a:cubicBezTo>
                  <a:pt x="2979382" y="371780"/>
                  <a:pt x="2973514" y="373914"/>
                  <a:pt x="2968180" y="375781"/>
                </a:cubicBezTo>
                <a:cubicBezTo>
                  <a:pt x="2957246" y="379514"/>
                  <a:pt x="2953778" y="380315"/>
                  <a:pt x="2946844" y="378448"/>
                </a:cubicBezTo>
                <a:cubicBezTo>
                  <a:pt x="2942577" y="377381"/>
                  <a:pt x="2936176" y="376314"/>
                  <a:pt x="2926842" y="375514"/>
                </a:cubicBezTo>
                <a:cubicBezTo>
                  <a:pt x="2923108" y="374981"/>
                  <a:pt x="2913774" y="369913"/>
                  <a:pt x="2912440" y="366179"/>
                </a:cubicBezTo>
                <a:cubicBezTo>
                  <a:pt x="2911907" y="364579"/>
                  <a:pt x="2910306" y="363779"/>
                  <a:pt x="2909240" y="363779"/>
                </a:cubicBezTo>
                <a:cubicBezTo>
                  <a:pt x="2907106" y="363512"/>
                  <a:pt x="2898838" y="352578"/>
                  <a:pt x="2895371" y="345377"/>
                </a:cubicBezTo>
                <a:cubicBezTo>
                  <a:pt x="2892971" y="340576"/>
                  <a:pt x="2892704" y="336576"/>
                  <a:pt x="2892704" y="322174"/>
                </a:cubicBezTo>
                <a:cubicBezTo>
                  <a:pt x="2892704" y="319507"/>
                  <a:pt x="2892971" y="316840"/>
                  <a:pt x="2893504" y="316307"/>
                </a:cubicBezTo>
                <a:cubicBezTo>
                  <a:pt x="2894304" y="315506"/>
                  <a:pt x="2894571" y="313373"/>
                  <a:pt x="2894571" y="311506"/>
                </a:cubicBezTo>
                <a:cubicBezTo>
                  <a:pt x="2894571" y="309372"/>
                  <a:pt x="2895371" y="307505"/>
                  <a:pt x="2896171" y="306972"/>
                </a:cubicBezTo>
                <a:cubicBezTo>
                  <a:pt x="2896971" y="306439"/>
                  <a:pt x="2896971" y="305639"/>
                  <a:pt x="2896705" y="304838"/>
                </a:cubicBezTo>
                <a:cubicBezTo>
                  <a:pt x="2896438" y="304305"/>
                  <a:pt x="2896438" y="303238"/>
                  <a:pt x="2897238" y="302972"/>
                </a:cubicBezTo>
                <a:cubicBezTo>
                  <a:pt x="2898038" y="302705"/>
                  <a:pt x="2898038" y="301638"/>
                  <a:pt x="2897772" y="301105"/>
                </a:cubicBezTo>
                <a:cubicBezTo>
                  <a:pt x="2897238" y="300305"/>
                  <a:pt x="2897505" y="300038"/>
                  <a:pt x="2898305" y="300038"/>
                </a:cubicBezTo>
                <a:cubicBezTo>
                  <a:pt x="2899105" y="300038"/>
                  <a:pt x="2899638" y="299504"/>
                  <a:pt x="2899372" y="298438"/>
                </a:cubicBezTo>
                <a:cubicBezTo>
                  <a:pt x="2899105" y="297638"/>
                  <a:pt x="2899372" y="295504"/>
                  <a:pt x="2899905" y="293370"/>
                </a:cubicBezTo>
                <a:cubicBezTo>
                  <a:pt x="2900705" y="290703"/>
                  <a:pt x="2900438" y="289103"/>
                  <a:pt x="2898038" y="287236"/>
                </a:cubicBezTo>
                <a:lnTo>
                  <a:pt x="2895371" y="284303"/>
                </a:lnTo>
                <a:lnTo>
                  <a:pt x="2890570" y="288570"/>
                </a:lnTo>
                <a:cubicBezTo>
                  <a:pt x="2885503" y="293104"/>
                  <a:pt x="2858566" y="318173"/>
                  <a:pt x="2849499" y="327241"/>
                </a:cubicBezTo>
                <a:cubicBezTo>
                  <a:pt x="2845498" y="331242"/>
                  <a:pt x="2844432" y="332575"/>
                  <a:pt x="2845765" y="333375"/>
                </a:cubicBezTo>
                <a:cubicBezTo>
                  <a:pt x="2847098" y="334175"/>
                  <a:pt x="2846032" y="334976"/>
                  <a:pt x="2843632" y="338443"/>
                </a:cubicBezTo>
                <a:cubicBezTo>
                  <a:pt x="2841764" y="341110"/>
                  <a:pt x="2840698" y="341910"/>
                  <a:pt x="2842031" y="341376"/>
                </a:cubicBezTo>
                <a:cubicBezTo>
                  <a:pt x="2843898" y="340576"/>
                  <a:pt x="2842031" y="342710"/>
                  <a:pt x="2827629" y="355511"/>
                </a:cubicBezTo>
                <a:cubicBezTo>
                  <a:pt x="2820962" y="361379"/>
                  <a:pt x="2815894" y="364046"/>
                  <a:pt x="2811361" y="364046"/>
                </a:cubicBezTo>
                <a:cubicBezTo>
                  <a:pt x="2807627" y="364046"/>
                  <a:pt x="2804160" y="362446"/>
                  <a:pt x="2801226" y="358445"/>
                </a:cubicBezTo>
                <a:cubicBezTo>
                  <a:pt x="2800426" y="357378"/>
                  <a:pt x="2794292" y="350444"/>
                  <a:pt x="2794292" y="348844"/>
                </a:cubicBezTo>
                <a:cubicBezTo>
                  <a:pt x="2794292" y="348311"/>
                  <a:pt x="2793492" y="347777"/>
                  <a:pt x="2792692" y="347777"/>
                </a:cubicBezTo>
                <a:cubicBezTo>
                  <a:pt x="2790292" y="347777"/>
                  <a:pt x="2787624" y="339509"/>
                  <a:pt x="2787891" y="331775"/>
                </a:cubicBezTo>
                <a:cubicBezTo>
                  <a:pt x="2788024" y="319240"/>
                  <a:pt x="2797559" y="302505"/>
                  <a:pt x="2809394" y="287370"/>
                </a:cubicBezTo>
                <a:lnTo>
                  <a:pt x="2810400" y="286245"/>
                </a:lnTo>
                <a:lnTo>
                  <a:pt x="2805477" y="289457"/>
                </a:lnTo>
                <a:cubicBezTo>
                  <a:pt x="2788262" y="299621"/>
                  <a:pt x="2766060" y="309372"/>
                  <a:pt x="2746858" y="309372"/>
                </a:cubicBezTo>
                <a:cubicBezTo>
                  <a:pt x="2740456" y="309372"/>
                  <a:pt x="2733522" y="308572"/>
                  <a:pt x="2727922" y="305639"/>
                </a:cubicBezTo>
                <a:cubicBezTo>
                  <a:pt x="2727122" y="306705"/>
                  <a:pt x="2725521" y="308839"/>
                  <a:pt x="2724188" y="311239"/>
                </a:cubicBezTo>
                <a:cubicBezTo>
                  <a:pt x="2719120" y="320307"/>
                  <a:pt x="2717520" y="321641"/>
                  <a:pt x="2715387" y="324308"/>
                </a:cubicBezTo>
                <a:cubicBezTo>
                  <a:pt x="2714320" y="325641"/>
                  <a:pt x="2713520" y="327241"/>
                  <a:pt x="2713520" y="328041"/>
                </a:cubicBezTo>
                <a:cubicBezTo>
                  <a:pt x="2714053" y="334175"/>
                  <a:pt x="2678582" y="362179"/>
                  <a:pt x="2671915" y="364313"/>
                </a:cubicBezTo>
                <a:cubicBezTo>
                  <a:pt x="2670314" y="364846"/>
                  <a:pt x="2667114" y="366179"/>
                  <a:pt x="2664980" y="367513"/>
                </a:cubicBezTo>
                <a:cubicBezTo>
                  <a:pt x="2659380" y="370980"/>
                  <a:pt x="2654046" y="372313"/>
                  <a:pt x="2648712" y="372313"/>
                </a:cubicBezTo>
                <a:cubicBezTo>
                  <a:pt x="2639377" y="372313"/>
                  <a:pt x="2630309" y="367513"/>
                  <a:pt x="2622308" y="361112"/>
                </a:cubicBezTo>
                <a:cubicBezTo>
                  <a:pt x="2620975" y="358712"/>
                  <a:pt x="2619641" y="356845"/>
                  <a:pt x="2619375" y="357378"/>
                </a:cubicBezTo>
                <a:cubicBezTo>
                  <a:pt x="2618308" y="359512"/>
                  <a:pt x="2614841" y="353911"/>
                  <a:pt x="2612974" y="346444"/>
                </a:cubicBezTo>
                <a:cubicBezTo>
                  <a:pt x="2610574" y="337109"/>
                  <a:pt x="2610840" y="331775"/>
                  <a:pt x="2615908" y="319507"/>
                </a:cubicBezTo>
                <a:cubicBezTo>
                  <a:pt x="2617774" y="314973"/>
                  <a:pt x="2619108" y="310973"/>
                  <a:pt x="2619108" y="310439"/>
                </a:cubicBezTo>
                <a:cubicBezTo>
                  <a:pt x="2618842" y="309906"/>
                  <a:pt x="2619908" y="308572"/>
                  <a:pt x="2620708" y="307239"/>
                </a:cubicBezTo>
                <a:lnTo>
                  <a:pt x="2621631" y="305898"/>
                </a:lnTo>
                <a:lnTo>
                  <a:pt x="2614146" y="307239"/>
                </a:lnTo>
                <a:cubicBezTo>
                  <a:pt x="2604344" y="309239"/>
                  <a:pt x="2595543" y="311506"/>
                  <a:pt x="2595943" y="312306"/>
                </a:cubicBezTo>
                <a:cubicBezTo>
                  <a:pt x="2596743" y="313906"/>
                  <a:pt x="2593276" y="314706"/>
                  <a:pt x="2588742" y="313373"/>
                </a:cubicBezTo>
                <a:cubicBezTo>
                  <a:pt x="2585808" y="312573"/>
                  <a:pt x="2584475" y="313106"/>
                  <a:pt x="2584208" y="314173"/>
                </a:cubicBezTo>
                <a:cubicBezTo>
                  <a:pt x="2584208" y="314973"/>
                  <a:pt x="2583142" y="315506"/>
                  <a:pt x="2582075" y="314706"/>
                </a:cubicBezTo>
                <a:cubicBezTo>
                  <a:pt x="2581274" y="314173"/>
                  <a:pt x="2579674" y="314173"/>
                  <a:pt x="2579408" y="315240"/>
                </a:cubicBezTo>
                <a:cubicBezTo>
                  <a:pt x="2579141" y="316040"/>
                  <a:pt x="2577808" y="316307"/>
                  <a:pt x="2576741" y="316040"/>
                </a:cubicBezTo>
                <a:cubicBezTo>
                  <a:pt x="2573807" y="315240"/>
                  <a:pt x="2571940" y="315506"/>
                  <a:pt x="2569006" y="318173"/>
                </a:cubicBezTo>
                <a:cubicBezTo>
                  <a:pt x="2567140" y="319774"/>
                  <a:pt x="2565806" y="320040"/>
                  <a:pt x="2565806" y="319507"/>
                </a:cubicBezTo>
                <a:cubicBezTo>
                  <a:pt x="2566340" y="317907"/>
                  <a:pt x="2557805" y="321107"/>
                  <a:pt x="2554071" y="323774"/>
                </a:cubicBezTo>
                <a:cubicBezTo>
                  <a:pt x="2550604" y="326174"/>
                  <a:pt x="2548470" y="326708"/>
                  <a:pt x="2549004" y="324574"/>
                </a:cubicBezTo>
                <a:cubicBezTo>
                  <a:pt x="2549004" y="323774"/>
                  <a:pt x="2548470" y="323507"/>
                  <a:pt x="2547937" y="323774"/>
                </a:cubicBezTo>
                <a:cubicBezTo>
                  <a:pt x="2547137" y="324041"/>
                  <a:pt x="2546337" y="325641"/>
                  <a:pt x="2546604" y="327241"/>
                </a:cubicBezTo>
                <a:lnTo>
                  <a:pt x="2545004" y="328841"/>
                </a:lnTo>
                <a:lnTo>
                  <a:pt x="2542603" y="328575"/>
                </a:lnTo>
                <a:cubicBezTo>
                  <a:pt x="2541536" y="328841"/>
                  <a:pt x="2541803" y="329108"/>
                  <a:pt x="2543403" y="329375"/>
                </a:cubicBezTo>
                <a:lnTo>
                  <a:pt x="2545004" y="328842"/>
                </a:lnTo>
                <a:lnTo>
                  <a:pt x="2542870" y="330975"/>
                </a:lnTo>
                <a:cubicBezTo>
                  <a:pt x="2538603" y="332309"/>
                  <a:pt x="2537802" y="332042"/>
                  <a:pt x="2539136" y="330708"/>
                </a:cubicBezTo>
                <a:cubicBezTo>
                  <a:pt x="2539936" y="329908"/>
                  <a:pt x="2538603" y="329642"/>
                  <a:pt x="2537269" y="329908"/>
                </a:cubicBezTo>
                <a:cubicBezTo>
                  <a:pt x="2535669" y="330175"/>
                  <a:pt x="2534336" y="331508"/>
                  <a:pt x="2534069" y="332575"/>
                </a:cubicBezTo>
                <a:cubicBezTo>
                  <a:pt x="2533535" y="334442"/>
                  <a:pt x="2533535" y="334442"/>
                  <a:pt x="2532735" y="332575"/>
                </a:cubicBezTo>
                <a:cubicBezTo>
                  <a:pt x="2531935" y="330975"/>
                  <a:pt x="2531668" y="330975"/>
                  <a:pt x="2530068" y="332042"/>
                </a:cubicBezTo>
                <a:cubicBezTo>
                  <a:pt x="2529002" y="332842"/>
                  <a:pt x="2528735" y="333642"/>
                  <a:pt x="2529268" y="333909"/>
                </a:cubicBezTo>
                <a:cubicBezTo>
                  <a:pt x="2530868" y="333909"/>
                  <a:pt x="2527401" y="336309"/>
                  <a:pt x="2525268" y="336042"/>
                </a:cubicBezTo>
                <a:cubicBezTo>
                  <a:pt x="2524468" y="336042"/>
                  <a:pt x="2522067" y="336576"/>
                  <a:pt x="2519400" y="337643"/>
                </a:cubicBezTo>
                <a:cubicBezTo>
                  <a:pt x="2515666" y="339243"/>
                  <a:pt x="2514600" y="340043"/>
                  <a:pt x="2514066" y="344043"/>
                </a:cubicBezTo>
                <a:cubicBezTo>
                  <a:pt x="2511932" y="360579"/>
                  <a:pt x="2481529" y="369380"/>
                  <a:pt x="2467127" y="371513"/>
                </a:cubicBezTo>
                <a:cubicBezTo>
                  <a:pt x="2463393" y="372047"/>
                  <a:pt x="2459126" y="372847"/>
                  <a:pt x="2457259" y="373647"/>
                </a:cubicBezTo>
                <a:cubicBezTo>
                  <a:pt x="2454325" y="374981"/>
                  <a:pt x="2450858" y="375514"/>
                  <a:pt x="2447924" y="375514"/>
                </a:cubicBezTo>
                <a:cubicBezTo>
                  <a:pt x="2443924" y="375514"/>
                  <a:pt x="2438590" y="374180"/>
                  <a:pt x="2438590" y="369380"/>
                </a:cubicBezTo>
                <a:cubicBezTo>
                  <a:pt x="2438857" y="368846"/>
                  <a:pt x="2438057" y="367246"/>
                  <a:pt x="2436990" y="366179"/>
                </a:cubicBezTo>
                <a:cubicBezTo>
                  <a:pt x="2435656" y="364846"/>
                  <a:pt x="2435656" y="362446"/>
                  <a:pt x="2437524" y="354978"/>
                </a:cubicBezTo>
                <a:cubicBezTo>
                  <a:pt x="2440457" y="343510"/>
                  <a:pt x="2442324" y="341110"/>
                  <a:pt x="2455392" y="336842"/>
                </a:cubicBezTo>
                <a:cubicBezTo>
                  <a:pt x="2457792" y="336042"/>
                  <a:pt x="2475928" y="329375"/>
                  <a:pt x="2477795" y="329642"/>
                </a:cubicBezTo>
                <a:cubicBezTo>
                  <a:pt x="2478328" y="329642"/>
                  <a:pt x="2479929" y="328841"/>
                  <a:pt x="2480996" y="327775"/>
                </a:cubicBezTo>
                <a:cubicBezTo>
                  <a:pt x="2483396" y="325374"/>
                  <a:pt x="2480996" y="321641"/>
                  <a:pt x="2476995" y="321374"/>
                </a:cubicBezTo>
                <a:cubicBezTo>
                  <a:pt x="2475395" y="321374"/>
                  <a:pt x="2474328" y="320840"/>
                  <a:pt x="2474328" y="320040"/>
                </a:cubicBezTo>
                <a:cubicBezTo>
                  <a:pt x="2474595" y="319507"/>
                  <a:pt x="2473261" y="317907"/>
                  <a:pt x="2471394" y="316840"/>
                </a:cubicBezTo>
                <a:cubicBezTo>
                  <a:pt x="2469527" y="315773"/>
                  <a:pt x="2467927" y="314440"/>
                  <a:pt x="2467660" y="313906"/>
                </a:cubicBezTo>
                <a:cubicBezTo>
                  <a:pt x="2467394" y="313373"/>
                  <a:pt x="2466060" y="312573"/>
                  <a:pt x="2464727" y="311773"/>
                </a:cubicBezTo>
                <a:cubicBezTo>
                  <a:pt x="2461260" y="309639"/>
                  <a:pt x="2459926" y="301638"/>
                  <a:pt x="2459660" y="293904"/>
                </a:cubicBezTo>
                <a:cubicBezTo>
                  <a:pt x="2459660" y="290170"/>
                  <a:pt x="2459393" y="286169"/>
                  <a:pt x="2458593" y="284836"/>
                </a:cubicBezTo>
                <a:cubicBezTo>
                  <a:pt x="2457926" y="283769"/>
                  <a:pt x="2457759" y="282252"/>
                  <a:pt x="2458018" y="280423"/>
                </a:cubicBezTo>
                <a:lnTo>
                  <a:pt x="2459547" y="275554"/>
                </a:lnTo>
                <a:lnTo>
                  <a:pt x="2459088" y="275768"/>
                </a:lnTo>
                <a:cubicBezTo>
                  <a:pt x="2458021" y="276835"/>
                  <a:pt x="2455354" y="277635"/>
                  <a:pt x="2452954" y="277635"/>
                </a:cubicBezTo>
                <a:cubicBezTo>
                  <a:pt x="2450820" y="277635"/>
                  <a:pt x="2448153" y="278435"/>
                  <a:pt x="2447086" y="279502"/>
                </a:cubicBezTo>
                <a:cubicBezTo>
                  <a:pt x="2446020" y="280569"/>
                  <a:pt x="2444953" y="281102"/>
                  <a:pt x="2444686" y="281102"/>
                </a:cubicBezTo>
                <a:lnTo>
                  <a:pt x="2443886" y="281102"/>
                </a:lnTo>
                <a:cubicBezTo>
                  <a:pt x="2443619" y="281102"/>
                  <a:pt x="2441752" y="281369"/>
                  <a:pt x="2439886" y="281636"/>
                </a:cubicBezTo>
                <a:cubicBezTo>
                  <a:pt x="2434818" y="282436"/>
                  <a:pt x="2430818" y="283502"/>
                  <a:pt x="2431351" y="284569"/>
                </a:cubicBezTo>
                <a:cubicBezTo>
                  <a:pt x="2431618" y="285103"/>
                  <a:pt x="2431084" y="285903"/>
                  <a:pt x="2430018" y="286169"/>
                </a:cubicBezTo>
                <a:cubicBezTo>
                  <a:pt x="2427084" y="286970"/>
                  <a:pt x="2426284" y="287236"/>
                  <a:pt x="2428418" y="285903"/>
                </a:cubicBezTo>
                <a:cubicBezTo>
                  <a:pt x="2429751" y="285103"/>
                  <a:pt x="2429751" y="284569"/>
                  <a:pt x="2427351" y="284569"/>
                </a:cubicBezTo>
                <a:cubicBezTo>
                  <a:pt x="2426017" y="284569"/>
                  <a:pt x="2424417" y="285369"/>
                  <a:pt x="2424150" y="286169"/>
                </a:cubicBezTo>
                <a:cubicBezTo>
                  <a:pt x="2423884" y="287236"/>
                  <a:pt x="2420950" y="288570"/>
                  <a:pt x="2417750" y="289370"/>
                </a:cubicBezTo>
                <a:cubicBezTo>
                  <a:pt x="2414816" y="290170"/>
                  <a:pt x="2410015" y="291503"/>
                  <a:pt x="2407348" y="292570"/>
                </a:cubicBezTo>
                <a:cubicBezTo>
                  <a:pt x="2403081" y="294170"/>
                  <a:pt x="2396414" y="295237"/>
                  <a:pt x="2390013" y="295237"/>
                </a:cubicBezTo>
                <a:cubicBezTo>
                  <a:pt x="2388679" y="295237"/>
                  <a:pt x="2387612" y="295771"/>
                  <a:pt x="2387879" y="296304"/>
                </a:cubicBezTo>
                <a:cubicBezTo>
                  <a:pt x="2388146" y="297104"/>
                  <a:pt x="2384946" y="298438"/>
                  <a:pt x="2380412" y="300038"/>
                </a:cubicBezTo>
                <a:cubicBezTo>
                  <a:pt x="2376144" y="301638"/>
                  <a:pt x="2367610" y="304838"/>
                  <a:pt x="2361742" y="307505"/>
                </a:cubicBezTo>
                <a:cubicBezTo>
                  <a:pt x="2353475" y="311773"/>
                  <a:pt x="2351074" y="313106"/>
                  <a:pt x="2350541" y="315506"/>
                </a:cubicBezTo>
                <a:cubicBezTo>
                  <a:pt x="2345474" y="338709"/>
                  <a:pt x="2304935" y="372580"/>
                  <a:pt x="2286000" y="387782"/>
                </a:cubicBezTo>
                <a:cubicBezTo>
                  <a:pt x="2281999" y="390983"/>
                  <a:pt x="2278266" y="393650"/>
                  <a:pt x="2275598" y="395250"/>
                </a:cubicBezTo>
                <a:cubicBezTo>
                  <a:pt x="2274265" y="396050"/>
                  <a:pt x="2272932" y="397117"/>
                  <a:pt x="2272932" y="397650"/>
                </a:cubicBezTo>
                <a:cubicBezTo>
                  <a:pt x="2272932" y="398183"/>
                  <a:pt x="2272131" y="398450"/>
                  <a:pt x="2271331" y="398450"/>
                </a:cubicBezTo>
                <a:cubicBezTo>
                  <a:pt x="2270531" y="398717"/>
                  <a:pt x="2267330" y="399784"/>
                  <a:pt x="2264397" y="401384"/>
                </a:cubicBezTo>
                <a:cubicBezTo>
                  <a:pt x="2261463" y="402984"/>
                  <a:pt x="2256929" y="404318"/>
                  <a:pt x="2253996" y="404318"/>
                </a:cubicBezTo>
                <a:cubicBezTo>
                  <a:pt x="2249195" y="404851"/>
                  <a:pt x="2248395" y="404318"/>
                  <a:pt x="2242528" y="398183"/>
                </a:cubicBezTo>
                <a:cubicBezTo>
                  <a:pt x="2237194" y="392583"/>
                  <a:pt x="2228392" y="380315"/>
                  <a:pt x="2229993" y="380315"/>
                </a:cubicBezTo>
                <a:cubicBezTo>
                  <a:pt x="2230526" y="380315"/>
                  <a:pt x="2229993" y="378181"/>
                  <a:pt x="2229192" y="375247"/>
                </a:cubicBezTo>
                <a:cubicBezTo>
                  <a:pt x="2228126" y="371247"/>
                  <a:pt x="2227859" y="369380"/>
                  <a:pt x="2229192" y="366446"/>
                </a:cubicBezTo>
                <a:cubicBezTo>
                  <a:pt x="2230793" y="362979"/>
                  <a:pt x="2244661" y="349111"/>
                  <a:pt x="2246795" y="349111"/>
                </a:cubicBezTo>
                <a:cubicBezTo>
                  <a:pt x="2247328" y="349111"/>
                  <a:pt x="2247862" y="348311"/>
                  <a:pt x="2247862" y="347510"/>
                </a:cubicBezTo>
                <a:cubicBezTo>
                  <a:pt x="2247862" y="346444"/>
                  <a:pt x="2248662" y="345644"/>
                  <a:pt x="2249728" y="345644"/>
                </a:cubicBezTo>
                <a:cubicBezTo>
                  <a:pt x="2250528" y="345644"/>
                  <a:pt x="2251329" y="345110"/>
                  <a:pt x="2251329" y="344310"/>
                </a:cubicBezTo>
                <a:cubicBezTo>
                  <a:pt x="2251329" y="343510"/>
                  <a:pt x="2252128" y="343510"/>
                  <a:pt x="2252929" y="344043"/>
                </a:cubicBezTo>
                <a:cubicBezTo>
                  <a:pt x="2253996" y="344843"/>
                  <a:pt x="2254262" y="344577"/>
                  <a:pt x="2252929" y="342977"/>
                </a:cubicBezTo>
                <a:lnTo>
                  <a:pt x="2253729" y="340896"/>
                </a:lnTo>
                <a:lnTo>
                  <a:pt x="2253729" y="341910"/>
                </a:lnTo>
                <a:cubicBezTo>
                  <a:pt x="2254796" y="341910"/>
                  <a:pt x="2257462" y="340309"/>
                  <a:pt x="2259863" y="338443"/>
                </a:cubicBezTo>
                <a:cubicBezTo>
                  <a:pt x="2262530" y="336576"/>
                  <a:pt x="2266797" y="333375"/>
                  <a:pt x="2270531" y="331508"/>
                </a:cubicBezTo>
                <a:cubicBezTo>
                  <a:pt x="2273731" y="329908"/>
                  <a:pt x="2276665" y="327775"/>
                  <a:pt x="2276665" y="327241"/>
                </a:cubicBezTo>
                <a:cubicBezTo>
                  <a:pt x="2276665" y="326708"/>
                  <a:pt x="2277198" y="326441"/>
                  <a:pt x="2277732" y="326975"/>
                </a:cubicBezTo>
                <a:cubicBezTo>
                  <a:pt x="2278266" y="327508"/>
                  <a:pt x="2280132" y="326708"/>
                  <a:pt x="2281999" y="325108"/>
                </a:cubicBezTo>
                <a:cubicBezTo>
                  <a:pt x="2283600" y="323774"/>
                  <a:pt x="2285733" y="322707"/>
                  <a:pt x="2286800" y="322707"/>
                </a:cubicBezTo>
                <a:cubicBezTo>
                  <a:pt x="2287866" y="322974"/>
                  <a:pt x="2288666" y="322174"/>
                  <a:pt x="2288666" y="321641"/>
                </a:cubicBezTo>
                <a:cubicBezTo>
                  <a:pt x="2288666" y="320840"/>
                  <a:pt x="2289200" y="320574"/>
                  <a:pt x="2290000" y="321107"/>
                </a:cubicBezTo>
                <a:cubicBezTo>
                  <a:pt x="2290534" y="321374"/>
                  <a:pt x="2291067" y="321107"/>
                  <a:pt x="2291067" y="320574"/>
                </a:cubicBezTo>
                <a:cubicBezTo>
                  <a:pt x="2291067" y="319774"/>
                  <a:pt x="2292400" y="318974"/>
                  <a:pt x="2294001" y="318440"/>
                </a:cubicBezTo>
                <a:cubicBezTo>
                  <a:pt x="2298534" y="316840"/>
                  <a:pt x="2307336" y="313106"/>
                  <a:pt x="2310536" y="310706"/>
                </a:cubicBezTo>
                <a:cubicBezTo>
                  <a:pt x="2312403" y="309372"/>
                  <a:pt x="2314536" y="308306"/>
                  <a:pt x="2315070" y="308306"/>
                </a:cubicBezTo>
                <a:cubicBezTo>
                  <a:pt x="2318270" y="308306"/>
                  <a:pt x="2324671" y="302705"/>
                  <a:pt x="2327072" y="297904"/>
                </a:cubicBezTo>
                <a:cubicBezTo>
                  <a:pt x="2328405" y="295237"/>
                  <a:pt x="2328938" y="293104"/>
                  <a:pt x="2328138" y="293637"/>
                </a:cubicBezTo>
                <a:cubicBezTo>
                  <a:pt x="2327072" y="294170"/>
                  <a:pt x="2327072" y="293904"/>
                  <a:pt x="2328138" y="292837"/>
                </a:cubicBezTo>
                <a:cubicBezTo>
                  <a:pt x="2329738" y="291237"/>
                  <a:pt x="2330272" y="288036"/>
                  <a:pt x="2330005" y="284036"/>
                </a:cubicBezTo>
                <a:cubicBezTo>
                  <a:pt x="2330005" y="282969"/>
                  <a:pt x="2329205" y="282436"/>
                  <a:pt x="2328405" y="282436"/>
                </a:cubicBezTo>
                <a:cubicBezTo>
                  <a:pt x="2326805" y="282436"/>
                  <a:pt x="2324404" y="283769"/>
                  <a:pt x="2322004" y="285636"/>
                </a:cubicBezTo>
                <a:cubicBezTo>
                  <a:pt x="2320671" y="286703"/>
                  <a:pt x="2317470" y="288303"/>
                  <a:pt x="2315337" y="288836"/>
                </a:cubicBezTo>
                <a:cubicBezTo>
                  <a:pt x="2312936" y="289370"/>
                  <a:pt x="2307869" y="292037"/>
                  <a:pt x="2304402" y="294704"/>
                </a:cubicBezTo>
                <a:cubicBezTo>
                  <a:pt x="2295334" y="301638"/>
                  <a:pt x="2294001" y="302705"/>
                  <a:pt x="2294534" y="304038"/>
                </a:cubicBezTo>
                <a:cubicBezTo>
                  <a:pt x="2294801" y="304838"/>
                  <a:pt x="2294801" y="305105"/>
                  <a:pt x="2294267" y="304572"/>
                </a:cubicBezTo>
                <a:cubicBezTo>
                  <a:pt x="2293200" y="303505"/>
                  <a:pt x="2283332" y="311506"/>
                  <a:pt x="2279065" y="315773"/>
                </a:cubicBezTo>
                <a:cubicBezTo>
                  <a:pt x="2277998" y="316840"/>
                  <a:pt x="2273998" y="319774"/>
                  <a:pt x="2269998" y="322174"/>
                </a:cubicBezTo>
                <a:cubicBezTo>
                  <a:pt x="2261730" y="327241"/>
                  <a:pt x="2261197" y="328308"/>
                  <a:pt x="2261996" y="330975"/>
                </a:cubicBezTo>
                <a:cubicBezTo>
                  <a:pt x="2262530" y="332575"/>
                  <a:pt x="2262530" y="332842"/>
                  <a:pt x="2260930" y="331508"/>
                </a:cubicBezTo>
                <a:cubicBezTo>
                  <a:pt x="2258530" y="329642"/>
                  <a:pt x="2256129" y="331775"/>
                  <a:pt x="2257196" y="334709"/>
                </a:cubicBezTo>
                <a:cubicBezTo>
                  <a:pt x="2257730" y="336309"/>
                  <a:pt x="2257730" y="336042"/>
                  <a:pt x="2256129" y="334976"/>
                </a:cubicBezTo>
                <a:cubicBezTo>
                  <a:pt x="2254529" y="333909"/>
                  <a:pt x="2253196" y="334442"/>
                  <a:pt x="2248662" y="337909"/>
                </a:cubicBezTo>
                <a:cubicBezTo>
                  <a:pt x="2245461" y="340309"/>
                  <a:pt x="2242528" y="341910"/>
                  <a:pt x="2242261" y="341643"/>
                </a:cubicBezTo>
                <a:cubicBezTo>
                  <a:pt x="2241728" y="341110"/>
                  <a:pt x="2240661" y="341643"/>
                  <a:pt x="2239860" y="342710"/>
                </a:cubicBezTo>
                <a:cubicBezTo>
                  <a:pt x="2237727" y="345644"/>
                  <a:pt x="2224925" y="362446"/>
                  <a:pt x="2224925" y="363246"/>
                </a:cubicBezTo>
                <a:cubicBezTo>
                  <a:pt x="2224925" y="363779"/>
                  <a:pt x="2223325" y="366179"/>
                  <a:pt x="2221458" y="368313"/>
                </a:cubicBezTo>
                <a:cubicBezTo>
                  <a:pt x="2218524" y="371780"/>
                  <a:pt x="2211590" y="383248"/>
                  <a:pt x="2206256" y="392316"/>
                </a:cubicBezTo>
                <a:cubicBezTo>
                  <a:pt x="2192922" y="414719"/>
                  <a:pt x="2191321" y="418453"/>
                  <a:pt x="2185720" y="424053"/>
                </a:cubicBezTo>
                <a:cubicBezTo>
                  <a:pt x="2184654" y="425120"/>
                  <a:pt x="2184120" y="425920"/>
                  <a:pt x="2184387" y="425920"/>
                </a:cubicBezTo>
                <a:cubicBezTo>
                  <a:pt x="2185720" y="426187"/>
                  <a:pt x="2181186" y="434988"/>
                  <a:pt x="2178786" y="437655"/>
                </a:cubicBezTo>
                <a:cubicBezTo>
                  <a:pt x="2177453" y="439255"/>
                  <a:pt x="2176653" y="440589"/>
                  <a:pt x="2177186" y="440589"/>
                </a:cubicBezTo>
                <a:cubicBezTo>
                  <a:pt x="2177720" y="440589"/>
                  <a:pt x="2177453" y="441389"/>
                  <a:pt x="2176386" y="442456"/>
                </a:cubicBezTo>
                <a:cubicBezTo>
                  <a:pt x="2175319" y="443522"/>
                  <a:pt x="2172652" y="448323"/>
                  <a:pt x="2169985" y="452857"/>
                </a:cubicBezTo>
                <a:cubicBezTo>
                  <a:pt x="2167318" y="457124"/>
                  <a:pt x="2164918" y="460858"/>
                  <a:pt x="2164384" y="460858"/>
                </a:cubicBezTo>
                <a:cubicBezTo>
                  <a:pt x="2163851" y="460858"/>
                  <a:pt x="2163318" y="461925"/>
                  <a:pt x="2163318" y="462992"/>
                </a:cubicBezTo>
                <a:cubicBezTo>
                  <a:pt x="2163318" y="464325"/>
                  <a:pt x="2162251" y="466192"/>
                  <a:pt x="2160917" y="467525"/>
                </a:cubicBezTo>
                <a:cubicBezTo>
                  <a:pt x="2159584" y="468859"/>
                  <a:pt x="2158784" y="469926"/>
                  <a:pt x="2158784" y="470459"/>
                </a:cubicBezTo>
                <a:cubicBezTo>
                  <a:pt x="2159050" y="472326"/>
                  <a:pt x="2156917" y="477393"/>
                  <a:pt x="2155316" y="478193"/>
                </a:cubicBezTo>
                <a:cubicBezTo>
                  <a:pt x="2154250" y="478727"/>
                  <a:pt x="2153716" y="479794"/>
                  <a:pt x="2154250" y="480860"/>
                </a:cubicBezTo>
                <a:cubicBezTo>
                  <a:pt x="2154783" y="481927"/>
                  <a:pt x="2153716" y="483527"/>
                  <a:pt x="2152383" y="484861"/>
                </a:cubicBezTo>
                <a:cubicBezTo>
                  <a:pt x="2149982" y="487261"/>
                  <a:pt x="2146516" y="493662"/>
                  <a:pt x="2146249" y="495529"/>
                </a:cubicBezTo>
                <a:cubicBezTo>
                  <a:pt x="2146249" y="496062"/>
                  <a:pt x="2145182" y="497663"/>
                  <a:pt x="2143848" y="499263"/>
                </a:cubicBezTo>
                <a:cubicBezTo>
                  <a:pt x="2141715" y="501663"/>
                  <a:pt x="2140915" y="503530"/>
                  <a:pt x="2140381" y="506997"/>
                </a:cubicBezTo>
                <a:cubicBezTo>
                  <a:pt x="2140381" y="507530"/>
                  <a:pt x="2139848" y="507530"/>
                  <a:pt x="2139048" y="506997"/>
                </a:cubicBezTo>
                <a:cubicBezTo>
                  <a:pt x="2137981" y="506464"/>
                  <a:pt x="2137714" y="506730"/>
                  <a:pt x="2138248" y="508064"/>
                </a:cubicBezTo>
                <a:cubicBezTo>
                  <a:pt x="2139314" y="510464"/>
                  <a:pt x="2137448" y="515531"/>
                  <a:pt x="2134247" y="519265"/>
                </a:cubicBezTo>
                <a:cubicBezTo>
                  <a:pt x="2133180" y="520599"/>
                  <a:pt x="2131847" y="524066"/>
                  <a:pt x="2130780" y="527000"/>
                </a:cubicBezTo>
                <a:cubicBezTo>
                  <a:pt x="2129714" y="529933"/>
                  <a:pt x="2128913" y="532867"/>
                  <a:pt x="2128113" y="533667"/>
                </a:cubicBezTo>
                <a:cubicBezTo>
                  <a:pt x="2127580" y="534200"/>
                  <a:pt x="2127046" y="536334"/>
                  <a:pt x="2127046" y="537934"/>
                </a:cubicBezTo>
                <a:cubicBezTo>
                  <a:pt x="2127046" y="540335"/>
                  <a:pt x="2126513" y="541401"/>
                  <a:pt x="2125180" y="541401"/>
                </a:cubicBezTo>
                <a:cubicBezTo>
                  <a:pt x="2123846" y="541401"/>
                  <a:pt x="2123579" y="542735"/>
                  <a:pt x="2123579" y="546735"/>
                </a:cubicBezTo>
                <a:cubicBezTo>
                  <a:pt x="2123579" y="549669"/>
                  <a:pt x="2123046" y="552336"/>
                  <a:pt x="2122246" y="552869"/>
                </a:cubicBezTo>
                <a:cubicBezTo>
                  <a:pt x="2121712" y="553136"/>
                  <a:pt x="2121179" y="555270"/>
                  <a:pt x="2121446" y="557137"/>
                </a:cubicBezTo>
                <a:cubicBezTo>
                  <a:pt x="2121712" y="559004"/>
                  <a:pt x="2121446" y="560604"/>
                  <a:pt x="2120912" y="560604"/>
                </a:cubicBezTo>
                <a:cubicBezTo>
                  <a:pt x="2120379" y="560604"/>
                  <a:pt x="2119846" y="563004"/>
                  <a:pt x="2119846" y="565671"/>
                </a:cubicBezTo>
                <a:cubicBezTo>
                  <a:pt x="2119846" y="569938"/>
                  <a:pt x="2119579" y="570472"/>
                  <a:pt x="2117978" y="569138"/>
                </a:cubicBezTo>
                <a:cubicBezTo>
                  <a:pt x="2116378" y="567805"/>
                  <a:pt x="2116112" y="568338"/>
                  <a:pt x="2116112" y="572339"/>
                </a:cubicBezTo>
                <a:cubicBezTo>
                  <a:pt x="2116378" y="579273"/>
                  <a:pt x="2117178" y="581940"/>
                  <a:pt x="2120646" y="583540"/>
                </a:cubicBezTo>
                <a:lnTo>
                  <a:pt x="2123846" y="584873"/>
                </a:lnTo>
                <a:lnTo>
                  <a:pt x="2120646" y="586474"/>
                </a:lnTo>
                <a:cubicBezTo>
                  <a:pt x="2117178" y="588341"/>
                  <a:pt x="2110244" y="587540"/>
                  <a:pt x="2107310" y="584873"/>
                </a:cubicBezTo>
                <a:cubicBezTo>
                  <a:pt x="2104110" y="581940"/>
                  <a:pt x="2099576" y="572605"/>
                  <a:pt x="2097710" y="565138"/>
                </a:cubicBezTo>
                <a:cubicBezTo>
                  <a:pt x="2095309" y="555536"/>
                  <a:pt x="2096376" y="540868"/>
                  <a:pt x="2100910" y="524599"/>
                </a:cubicBezTo>
                <a:cubicBezTo>
                  <a:pt x="2103844" y="512598"/>
                  <a:pt x="2111844" y="494195"/>
                  <a:pt x="2113711" y="491528"/>
                </a:cubicBezTo>
                <a:cubicBezTo>
                  <a:pt x="2114512" y="490462"/>
                  <a:pt x="2115045" y="489662"/>
                  <a:pt x="2114778" y="489662"/>
                </a:cubicBezTo>
                <a:cubicBezTo>
                  <a:pt x="2114245" y="489662"/>
                  <a:pt x="2114778" y="488061"/>
                  <a:pt x="2115312" y="486194"/>
                </a:cubicBezTo>
                <a:cubicBezTo>
                  <a:pt x="2115845" y="484061"/>
                  <a:pt x="2117178" y="482727"/>
                  <a:pt x="2117712" y="482994"/>
                </a:cubicBezTo>
                <a:cubicBezTo>
                  <a:pt x="2118512" y="483261"/>
                  <a:pt x="2118245" y="482727"/>
                  <a:pt x="2117978" y="481394"/>
                </a:cubicBezTo>
                <a:cubicBezTo>
                  <a:pt x="2117712" y="480327"/>
                  <a:pt x="2118245" y="478460"/>
                  <a:pt x="2119312" y="477660"/>
                </a:cubicBezTo>
                <a:cubicBezTo>
                  <a:pt x="2120379" y="476860"/>
                  <a:pt x="2121179" y="475526"/>
                  <a:pt x="2121179" y="474460"/>
                </a:cubicBezTo>
                <a:cubicBezTo>
                  <a:pt x="2121179" y="473660"/>
                  <a:pt x="2121712" y="472859"/>
                  <a:pt x="2122246" y="472859"/>
                </a:cubicBezTo>
                <a:cubicBezTo>
                  <a:pt x="2123046" y="472859"/>
                  <a:pt x="2123312" y="472059"/>
                  <a:pt x="2123046" y="471259"/>
                </a:cubicBezTo>
                <a:cubicBezTo>
                  <a:pt x="2122779" y="470459"/>
                  <a:pt x="2123579" y="468326"/>
                  <a:pt x="2125180" y="466725"/>
                </a:cubicBezTo>
                <a:cubicBezTo>
                  <a:pt x="2126780" y="465125"/>
                  <a:pt x="2127580" y="463525"/>
                  <a:pt x="2127580" y="463258"/>
                </a:cubicBezTo>
                <a:cubicBezTo>
                  <a:pt x="2127046" y="461925"/>
                  <a:pt x="2130780" y="453657"/>
                  <a:pt x="2132114" y="453657"/>
                </a:cubicBezTo>
                <a:cubicBezTo>
                  <a:pt x="2132647" y="453657"/>
                  <a:pt x="2133180" y="453124"/>
                  <a:pt x="2133180" y="452590"/>
                </a:cubicBezTo>
                <a:cubicBezTo>
                  <a:pt x="2132647" y="450990"/>
                  <a:pt x="2134781" y="446456"/>
                  <a:pt x="2135848" y="446456"/>
                </a:cubicBezTo>
                <a:cubicBezTo>
                  <a:pt x="2136648" y="446456"/>
                  <a:pt x="2136648" y="445923"/>
                  <a:pt x="2136381" y="445123"/>
                </a:cubicBezTo>
                <a:cubicBezTo>
                  <a:pt x="2136114" y="444323"/>
                  <a:pt x="2137181" y="442722"/>
                  <a:pt x="2138781" y="441122"/>
                </a:cubicBezTo>
                <a:cubicBezTo>
                  <a:pt x="2140648" y="439255"/>
                  <a:pt x="2141715" y="437655"/>
                  <a:pt x="2141448" y="437122"/>
                </a:cubicBezTo>
                <a:cubicBezTo>
                  <a:pt x="2140648" y="435788"/>
                  <a:pt x="2142782" y="431788"/>
                  <a:pt x="2144115" y="432588"/>
                </a:cubicBezTo>
                <a:cubicBezTo>
                  <a:pt x="2144915" y="433121"/>
                  <a:pt x="2145182" y="432588"/>
                  <a:pt x="2144648" y="431521"/>
                </a:cubicBezTo>
                <a:cubicBezTo>
                  <a:pt x="2144115" y="430454"/>
                  <a:pt x="2144648" y="429387"/>
                  <a:pt x="2145715" y="428854"/>
                </a:cubicBezTo>
                <a:cubicBezTo>
                  <a:pt x="2146782" y="428321"/>
                  <a:pt x="2147849" y="426987"/>
                  <a:pt x="2147849" y="425920"/>
                </a:cubicBezTo>
                <a:cubicBezTo>
                  <a:pt x="2147849" y="424587"/>
                  <a:pt x="2149182" y="421386"/>
                  <a:pt x="2150783" y="418719"/>
                </a:cubicBezTo>
                <a:cubicBezTo>
                  <a:pt x="2152383" y="416052"/>
                  <a:pt x="2153716" y="413385"/>
                  <a:pt x="2153716" y="412852"/>
                </a:cubicBezTo>
                <a:cubicBezTo>
                  <a:pt x="2153716" y="412319"/>
                  <a:pt x="2154783" y="411252"/>
                  <a:pt x="2155850" y="410452"/>
                </a:cubicBezTo>
                <a:cubicBezTo>
                  <a:pt x="2157184" y="409652"/>
                  <a:pt x="2157450" y="409118"/>
                  <a:pt x="2156917" y="409118"/>
                </a:cubicBezTo>
                <a:cubicBezTo>
                  <a:pt x="2156116" y="409118"/>
                  <a:pt x="2156917" y="408051"/>
                  <a:pt x="2158517" y="406718"/>
                </a:cubicBezTo>
                <a:cubicBezTo>
                  <a:pt x="2160384" y="405118"/>
                  <a:pt x="2160917" y="404318"/>
                  <a:pt x="2159850" y="404851"/>
                </a:cubicBezTo>
                <a:cubicBezTo>
                  <a:pt x="2158784" y="405384"/>
                  <a:pt x="2159317" y="404584"/>
                  <a:pt x="2160651" y="403251"/>
                </a:cubicBezTo>
                <a:cubicBezTo>
                  <a:pt x="2162251" y="401651"/>
                  <a:pt x="2163318" y="400317"/>
                  <a:pt x="2162784" y="398984"/>
                </a:cubicBezTo>
                <a:cubicBezTo>
                  <a:pt x="2162251" y="397917"/>
                  <a:pt x="2162518" y="397117"/>
                  <a:pt x="2163318" y="397117"/>
                </a:cubicBezTo>
                <a:cubicBezTo>
                  <a:pt x="2163851" y="397117"/>
                  <a:pt x="2164918" y="395783"/>
                  <a:pt x="2165184" y="394450"/>
                </a:cubicBezTo>
                <a:cubicBezTo>
                  <a:pt x="2165451" y="392849"/>
                  <a:pt x="2167852" y="389382"/>
                  <a:pt x="2170252" y="386715"/>
                </a:cubicBezTo>
                <a:cubicBezTo>
                  <a:pt x="2172652" y="384048"/>
                  <a:pt x="2174786" y="380315"/>
                  <a:pt x="2175052" y="378981"/>
                </a:cubicBezTo>
                <a:cubicBezTo>
                  <a:pt x="2175319" y="377381"/>
                  <a:pt x="2176119" y="376047"/>
                  <a:pt x="2176653" y="375781"/>
                </a:cubicBezTo>
                <a:cubicBezTo>
                  <a:pt x="2177453" y="375514"/>
                  <a:pt x="2177986" y="374714"/>
                  <a:pt x="2177986" y="373914"/>
                </a:cubicBezTo>
                <a:cubicBezTo>
                  <a:pt x="2177986" y="373380"/>
                  <a:pt x="2179320" y="370980"/>
                  <a:pt x="2180653" y="369113"/>
                </a:cubicBezTo>
                <a:cubicBezTo>
                  <a:pt x="2182253" y="366980"/>
                  <a:pt x="2184654" y="363246"/>
                  <a:pt x="2185987" y="360579"/>
                </a:cubicBezTo>
                <a:cubicBezTo>
                  <a:pt x="2190521" y="351778"/>
                  <a:pt x="2193988" y="346710"/>
                  <a:pt x="2195855" y="344310"/>
                </a:cubicBezTo>
                <a:cubicBezTo>
                  <a:pt x="2196922" y="342977"/>
                  <a:pt x="2199056" y="340043"/>
                  <a:pt x="2200389" y="337376"/>
                </a:cubicBezTo>
                <a:cubicBezTo>
                  <a:pt x="2201056" y="336176"/>
                  <a:pt x="2202056" y="334375"/>
                  <a:pt x="2203156" y="332509"/>
                </a:cubicBezTo>
                <a:lnTo>
                  <a:pt x="2203974" y="331229"/>
                </a:lnTo>
                <a:lnTo>
                  <a:pt x="2199301" y="335213"/>
                </a:lnTo>
                <a:cubicBezTo>
                  <a:pt x="2196900" y="337159"/>
                  <a:pt x="2195150" y="338443"/>
                  <a:pt x="2194750" y="338443"/>
                </a:cubicBezTo>
                <a:cubicBezTo>
                  <a:pt x="2194217" y="338443"/>
                  <a:pt x="2192884" y="339243"/>
                  <a:pt x="2191816" y="340043"/>
                </a:cubicBezTo>
                <a:cubicBezTo>
                  <a:pt x="2190750" y="340843"/>
                  <a:pt x="2187816" y="342977"/>
                  <a:pt x="2185416" y="344310"/>
                </a:cubicBezTo>
                <a:cubicBezTo>
                  <a:pt x="2183016" y="345644"/>
                  <a:pt x="2179015" y="347510"/>
                  <a:pt x="2176881" y="349111"/>
                </a:cubicBezTo>
                <a:cubicBezTo>
                  <a:pt x="2174748" y="350711"/>
                  <a:pt x="2171014" y="351511"/>
                  <a:pt x="2168880" y="352044"/>
                </a:cubicBezTo>
                <a:cubicBezTo>
                  <a:pt x="2166480" y="352578"/>
                  <a:pt x="2165146" y="353645"/>
                  <a:pt x="2165680" y="354445"/>
                </a:cubicBezTo>
                <a:cubicBezTo>
                  <a:pt x="2166213" y="355245"/>
                  <a:pt x="2164346" y="356845"/>
                  <a:pt x="2160613" y="358445"/>
                </a:cubicBezTo>
                <a:cubicBezTo>
                  <a:pt x="2150211" y="362979"/>
                  <a:pt x="2142210" y="364313"/>
                  <a:pt x="2125142" y="364579"/>
                </a:cubicBezTo>
                <a:cubicBezTo>
                  <a:pt x="2108339" y="364846"/>
                  <a:pt x="2108339" y="364579"/>
                  <a:pt x="2101672" y="360845"/>
                </a:cubicBezTo>
                <a:cubicBezTo>
                  <a:pt x="2093938" y="356578"/>
                  <a:pt x="2071535" y="336842"/>
                  <a:pt x="2071535" y="330708"/>
                </a:cubicBezTo>
                <a:cubicBezTo>
                  <a:pt x="2071535" y="330175"/>
                  <a:pt x="2070468" y="329908"/>
                  <a:pt x="2069934" y="330442"/>
                </a:cubicBezTo>
                <a:cubicBezTo>
                  <a:pt x="2069134" y="331242"/>
                  <a:pt x="2068868" y="330708"/>
                  <a:pt x="2069401" y="330442"/>
                </a:cubicBezTo>
                <a:cubicBezTo>
                  <a:pt x="2069934" y="330175"/>
                  <a:pt x="2069668" y="328575"/>
                  <a:pt x="2069134" y="327241"/>
                </a:cubicBezTo>
                <a:cubicBezTo>
                  <a:pt x="2067801" y="324041"/>
                  <a:pt x="2066734" y="319240"/>
                  <a:pt x="2066201" y="308572"/>
                </a:cubicBezTo>
                <a:cubicBezTo>
                  <a:pt x="2065667" y="299238"/>
                  <a:pt x="2065401" y="298438"/>
                  <a:pt x="2063267" y="298438"/>
                </a:cubicBezTo>
                <a:cubicBezTo>
                  <a:pt x="2061934" y="298438"/>
                  <a:pt x="2057933" y="305905"/>
                  <a:pt x="2057933" y="307772"/>
                </a:cubicBezTo>
                <a:cubicBezTo>
                  <a:pt x="2057933" y="308572"/>
                  <a:pt x="2057400" y="309639"/>
                  <a:pt x="2056600" y="309906"/>
                </a:cubicBezTo>
                <a:cubicBezTo>
                  <a:pt x="2055533" y="310172"/>
                  <a:pt x="2054733" y="311239"/>
                  <a:pt x="2054733" y="312039"/>
                </a:cubicBezTo>
                <a:cubicBezTo>
                  <a:pt x="2054733" y="313106"/>
                  <a:pt x="2053399" y="315240"/>
                  <a:pt x="2052066" y="316840"/>
                </a:cubicBezTo>
                <a:cubicBezTo>
                  <a:pt x="2050732" y="318440"/>
                  <a:pt x="2049666" y="320307"/>
                  <a:pt x="2049399" y="320840"/>
                </a:cubicBezTo>
                <a:cubicBezTo>
                  <a:pt x="2049399" y="321374"/>
                  <a:pt x="2048865" y="321641"/>
                  <a:pt x="2048598" y="321641"/>
                </a:cubicBezTo>
                <a:cubicBezTo>
                  <a:pt x="2048065" y="321374"/>
                  <a:pt x="2045665" y="323774"/>
                  <a:pt x="2042998" y="326975"/>
                </a:cubicBezTo>
                <a:cubicBezTo>
                  <a:pt x="2032330" y="339776"/>
                  <a:pt x="2018195" y="353645"/>
                  <a:pt x="2016594" y="353645"/>
                </a:cubicBezTo>
                <a:cubicBezTo>
                  <a:pt x="2015794" y="353645"/>
                  <a:pt x="2014194" y="354711"/>
                  <a:pt x="2013128" y="356045"/>
                </a:cubicBezTo>
                <a:cubicBezTo>
                  <a:pt x="2011794" y="357645"/>
                  <a:pt x="2010460" y="357912"/>
                  <a:pt x="2009660" y="357645"/>
                </a:cubicBezTo>
                <a:cubicBezTo>
                  <a:pt x="2008860" y="357378"/>
                  <a:pt x="2008594" y="357112"/>
                  <a:pt x="2009127" y="358178"/>
                </a:cubicBezTo>
                <a:cubicBezTo>
                  <a:pt x="2009927" y="359779"/>
                  <a:pt x="2006193" y="362446"/>
                  <a:pt x="1999792" y="364313"/>
                </a:cubicBezTo>
                <a:cubicBezTo>
                  <a:pt x="1997126" y="365113"/>
                  <a:pt x="1994458" y="366179"/>
                  <a:pt x="1993925" y="366713"/>
                </a:cubicBezTo>
                <a:cubicBezTo>
                  <a:pt x="1993392" y="367246"/>
                  <a:pt x="1991258" y="367513"/>
                  <a:pt x="1989658" y="366980"/>
                </a:cubicBezTo>
                <a:cubicBezTo>
                  <a:pt x="1985924" y="366446"/>
                  <a:pt x="1980324" y="361379"/>
                  <a:pt x="1976590" y="354711"/>
                </a:cubicBezTo>
                <a:cubicBezTo>
                  <a:pt x="1975256" y="352311"/>
                  <a:pt x="1973656" y="350711"/>
                  <a:pt x="1973122" y="350711"/>
                </a:cubicBezTo>
                <a:cubicBezTo>
                  <a:pt x="1972322" y="350978"/>
                  <a:pt x="1970456" y="348311"/>
                  <a:pt x="1968588" y="344843"/>
                </a:cubicBezTo>
                <a:cubicBezTo>
                  <a:pt x="1965655" y="339776"/>
                  <a:pt x="1965388" y="337909"/>
                  <a:pt x="1966188" y="332842"/>
                </a:cubicBezTo>
                <a:lnTo>
                  <a:pt x="1966776" y="329457"/>
                </a:lnTo>
                <a:lnTo>
                  <a:pt x="1966607" y="329642"/>
                </a:lnTo>
                <a:cubicBezTo>
                  <a:pt x="1965540" y="330442"/>
                  <a:pt x="1964740" y="331508"/>
                  <a:pt x="1965007" y="332042"/>
                </a:cubicBezTo>
                <a:cubicBezTo>
                  <a:pt x="1965807" y="333642"/>
                  <a:pt x="1955939" y="342710"/>
                  <a:pt x="1948738" y="346710"/>
                </a:cubicBezTo>
                <a:cubicBezTo>
                  <a:pt x="1945005" y="348844"/>
                  <a:pt x="1940471" y="351778"/>
                  <a:pt x="1938604" y="353645"/>
                </a:cubicBezTo>
                <a:cubicBezTo>
                  <a:pt x="1936470" y="355778"/>
                  <a:pt x="1933270" y="357912"/>
                  <a:pt x="1930603" y="358712"/>
                </a:cubicBezTo>
                <a:cubicBezTo>
                  <a:pt x="1928469" y="359245"/>
                  <a:pt x="1925802" y="361112"/>
                  <a:pt x="1925002" y="361912"/>
                </a:cubicBezTo>
                <a:cubicBezTo>
                  <a:pt x="1924202" y="362712"/>
                  <a:pt x="1923135" y="363246"/>
                  <a:pt x="1921802" y="363246"/>
                </a:cubicBezTo>
                <a:cubicBezTo>
                  <a:pt x="1919935" y="363246"/>
                  <a:pt x="1917001" y="362446"/>
                  <a:pt x="1911400" y="361379"/>
                </a:cubicBezTo>
                <a:cubicBezTo>
                  <a:pt x="1907133" y="360579"/>
                  <a:pt x="1902333" y="359512"/>
                  <a:pt x="1900466" y="359512"/>
                </a:cubicBezTo>
                <a:cubicBezTo>
                  <a:pt x="1893532" y="359779"/>
                  <a:pt x="1871929" y="337909"/>
                  <a:pt x="1871929" y="335776"/>
                </a:cubicBezTo>
                <a:cubicBezTo>
                  <a:pt x="1871929" y="335242"/>
                  <a:pt x="1871129" y="333642"/>
                  <a:pt x="1870062" y="332842"/>
                </a:cubicBezTo>
                <a:cubicBezTo>
                  <a:pt x="1864728" y="328841"/>
                  <a:pt x="1864461" y="313640"/>
                  <a:pt x="1868195" y="298438"/>
                </a:cubicBezTo>
                <a:cubicBezTo>
                  <a:pt x="1868995" y="295237"/>
                  <a:pt x="1869528" y="291503"/>
                  <a:pt x="1869528" y="289903"/>
                </a:cubicBezTo>
                <a:lnTo>
                  <a:pt x="1869528" y="286970"/>
                </a:lnTo>
                <a:lnTo>
                  <a:pt x="1868195" y="289903"/>
                </a:lnTo>
                <a:cubicBezTo>
                  <a:pt x="1867662" y="291770"/>
                  <a:pt x="1866595" y="292304"/>
                  <a:pt x="1866328" y="291503"/>
                </a:cubicBezTo>
                <a:cubicBezTo>
                  <a:pt x="1865528" y="289370"/>
                  <a:pt x="1859927" y="293104"/>
                  <a:pt x="1859927" y="295771"/>
                </a:cubicBezTo>
                <a:cubicBezTo>
                  <a:pt x="1859927" y="297371"/>
                  <a:pt x="1859127" y="297904"/>
                  <a:pt x="1858860" y="296037"/>
                </a:cubicBezTo>
                <a:cubicBezTo>
                  <a:pt x="1858594" y="294704"/>
                  <a:pt x="1857527" y="294704"/>
                  <a:pt x="1857527" y="295504"/>
                </a:cubicBezTo>
                <a:cubicBezTo>
                  <a:pt x="1857527" y="296037"/>
                  <a:pt x="1856194" y="297371"/>
                  <a:pt x="1854593" y="298171"/>
                </a:cubicBezTo>
                <a:cubicBezTo>
                  <a:pt x="1852726" y="298971"/>
                  <a:pt x="1850860" y="300571"/>
                  <a:pt x="1850326" y="302438"/>
                </a:cubicBezTo>
                <a:cubicBezTo>
                  <a:pt x="1849793" y="304038"/>
                  <a:pt x="1847926" y="305639"/>
                  <a:pt x="1846326" y="306172"/>
                </a:cubicBezTo>
                <a:cubicBezTo>
                  <a:pt x="1844726" y="306705"/>
                  <a:pt x="1843125" y="308039"/>
                  <a:pt x="1842592" y="309639"/>
                </a:cubicBezTo>
                <a:cubicBezTo>
                  <a:pt x="1842058" y="311239"/>
                  <a:pt x="1841525" y="311506"/>
                  <a:pt x="1840992" y="310706"/>
                </a:cubicBezTo>
                <a:cubicBezTo>
                  <a:pt x="1839658" y="308839"/>
                  <a:pt x="1834324" y="313106"/>
                  <a:pt x="1835391" y="315240"/>
                </a:cubicBezTo>
                <a:cubicBezTo>
                  <a:pt x="1835924" y="316307"/>
                  <a:pt x="1835658" y="316840"/>
                  <a:pt x="1834858" y="315773"/>
                </a:cubicBezTo>
                <a:cubicBezTo>
                  <a:pt x="1834324" y="314973"/>
                  <a:pt x="1833524" y="315506"/>
                  <a:pt x="1833524" y="316840"/>
                </a:cubicBezTo>
                <a:cubicBezTo>
                  <a:pt x="1833524" y="317907"/>
                  <a:pt x="1832724" y="318440"/>
                  <a:pt x="1832190" y="318173"/>
                </a:cubicBezTo>
                <a:cubicBezTo>
                  <a:pt x="1831390" y="317640"/>
                  <a:pt x="1830590" y="318440"/>
                  <a:pt x="1830057" y="319774"/>
                </a:cubicBezTo>
                <a:cubicBezTo>
                  <a:pt x="1829257" y="321907"/>
                  <a:pt x="1828990" y="322174"/>
                  <a:pt x="1828457" y="320840"/>
                </a:cubicBezTo>
                <a:cubicBezTo>
                  <a:pt x="1827923" y="319507"/>
                  <a:pt x="1827123" y="319507"/>
                  <a:pt x="1827390" y="320840"/>
                </a:cubicBezTo>
                <a:cubicBezTo>
                  <a:pt x="1827390" y="321641"/>
                  <a:pt x="1827123" y="322707"/>
                  <a:pt x="1826856" y="323507"/>
                </a:cubicBezTo>
                <a:cubicBezTo>
                  <a:pt x="1826856" y="325108"/>
                  <a:pt x="1821789" y="329642"/>
                  <a:pt x="1820189" y="329642"/>
                </a:cubicBezTo>
                <a:cubicBezTo>
                  <a:pt x="1819122" y="329375"/>
                  <a:pt x="1814055" y="334442"/>
                  <a:pt x="1806321" y="342977"/>
                </a:cubicBezTo>
                <a:cubicBezTo>
                  <a:pt x="1800187" y="349911"/>
                  <a:pt x="1789785" y="358445"/>
                  <a:pt x="1788185" y="358445"/>
                </a:cubicBezTo>
                <a:cubicBezTo>
                  <a:pt x="1787118" y="358178"/>
                  <a:pt x="1786318" y="359512"/>
                  <a:pt x="1785785" y="361112"/>
                </a:cubicBezTo>
                <a:cubicBezTo>
                  <a:pt x="1785251" y="362712"/>
                  <a:pt x="1784451" y="364046"/>
                  <a:pt x="1783651" y="364046"/>
                </a:cubicBezTo>
                <a:cubicBezTo>
                  <a:pt x="1782851" y="364046"/>
                  <a:pt x="1780717" y="364313"/>
                  <a:pt x="1778317" y="364846"/>
                </a:cubicBezTo>
                <a:cubicBezTo>
                  <a:pt x="1775117" y="365646"/>
                  <a:pt x="1774317" y="365113"/>
                  <a:pt x="1770583" y="361379"/>
                </a:cubicBezTo>
                <a:cubicBezTo>
                  <a:pt x="1765516" y="356578"/>
                  <a:pt x="1764182" y="351244"/>
                  <a:pt x="1764715" y="337109"/>
                </a:cubicBezTo>
                <a:cubicBezTo>
                  <a:pt x="1764982" y="328575"/>
                  <a:pt x="1767116" y="318974"/>
                  <a:pt x="1769516" y="318974"/>
                </a:cubicBezTo>
                <a:cubicBezTo>
                  <a:pt x="1770050" y="318974"/>
                  <a:pt x="1770583" y="317640"/>
                  <a:pt x="1770050" y="316840"/>
                </a:cubicBezTo>
                <a:cubicBezTo>
                  <a:pt x="1768983" y="315240"/>
                  <a:pt x="1772983" y="308039"/>
                  <a:pt x="1774850" y="305372"/>
                </a:cubicBezTo>
                <a:cubicBezTo>
                  <a:pt x="1775650" y="304305"/>
                  <a:pt x="1776450" y="303238"/>
                  <a:pt x="1776184" y="302171"/>
                </a:cubicBezTo>
                <a:cubicBezTo>
                  <a:pt x="1775384" y="299238"/>
                  <a:pt x="1784718" y="285903"/>
                  <a:pt x="1786852" y="286970"/>
                </a:cubicBezTo>
                <a:cubicBezTo>
                  <a:pt x="1787385" y="287236"/>
                  <a:pt x="1787385" y="286703"/>
                  <a:pt x="1787118" y="285636"/>
                </a:cubicBezTo>
                <a:cubicBezTo>
                  <a:pt x="1786852" y="284303"/>
                  <a:pt x="1787918" y="282436"/>
                  <a:pt x="1790052" y="280302"/>
                </a:cubicBezTo>
                <a:cubicBezTo>
                  <a:pt x="1793519" y="276835"/>
                  <a:pt x="1793786" y="276568"/>
                  <a:pt x="1791652" y="275501"/>
                </a:cubicBezTo>
                <a:cubicBezTo>
                  <a:pt x="1790052" y="274701"/>
                  <a:pt x="1789785" y="274168"/>
                  <a:pt x="1791385" y="273901"/>
                </a:cubicBezTo>
                <a:cubicBezTo>
                  <a:pt x="1792452" y="273901"/>
                  <a:pt x="1793786" y="273901"/>
                  <a:pt x="1794319" y="274168"/>
                </a:cubicBezTo>
                <a:cubicBezTo>
                  <a:pt x="1795119" y="274168"/>
                  <a:pt x="1795119" y="273901"/>
                  <a:pt x="1794852" y="273368"/>
                </a:cubicBezTo>
                <a:cubicBezTo>
                  <a:pt x="1794586" y="272568"/>
                  <a:pt x="1794852" y="270968"/>
                  <a:pt x="1796186" y="269367"/>
                </a:cubicBezTo>
                <a:cubicBezTo>
                  <a:pt x="1797786" y="267500"/>
                  <a:pt x="1798320" y="265634"/>
                  <a:pt x="1797786" y="265367"/>
                </a:cubicBezTo>
                <a:cubicBezTo>
                  <a:pt x="1796986" y="265100"/>
                  <a:pt x="1797786" y="264567"/>
                  <a:pt x="1798320" y="264567"/>
                </a:cubicBezTo>
                <a:cubicBezTo>
                  <a:pt x="1799120" y="264567"/>
                  <a:pt x="1799920" y="263500"/>
                  <a:pt x="1799920" y="262700"/>
                </a:cubicBezTo>
                <a:cubicBezTo>
                  <a:pt x="1799920" y="261633"/>
                  <a:pt x="1801520" y="259233"/>
                  <a:pt x="1803654" y="257366"/>
                </a:cubicBezTo>
                <a:cubicBezTo>
                  <a:pt x="1805787" y="255499"/>
                  <a:pt x="1807121" y="253365"/>
                  <a:pt x="1806587" y="252565"/>
                </a:cubicBezTo>
                <a:cubicBezTo>
                  <a:pt x="1806321" y="252032"/>
                  <a:pt x="1806587" y="251232"/>
                  <a:pt x="1807654" y="250698"/>
                </a:cubicBezTo>
                <a:cubicBezTo>
                  <a:pt x="1808721" y="250165"/>
                  <a:pt x="1809254" y="249632"/>
                  <a:pt x="1808988" y="249098"/>
                </a:cubicBezTo>
                <a:cubicBezTo>
                  <a:pt x="1808721" y="248565"/>
                  <a:pt x="1809788" y="246965"/>
                  <a:pt x="1811921" y="245098"/>
                </a:cubicBezTo>
                <a:cubicBezTo>
                  <a:pt x="1814055" y="243764"/>
                  <a:pt x="1815655" y="241897"/>
                  <a:pt x="1815655" y="241364"/>
                </a:cubicBezTo>
                <a:cubicBezTo>
                  <a:pt x="1815655" y="240830"/>
                  <a:pt x="1818056" y="237097"/>
                  <a:pt x="1820989" y="232563"/>
                </a:cubicBezTo>
                <a:cubicBezTo>
                  <a:pt x="1823923" y="228296"/>
                  <a:pt x="1826590" y="224028"/>
                  <a:pt x="1826590" y="222695"/>
                </a:cubicBezTo>
                <a:cubicBezTo>
                  <a:pt x="1826856" y="221361"/>
                  <a:pt x="1827390" y="220561"/>
                  <a:pt x="1827656" y="220828"/>
                </a:cubicBezTo>
                <a:cubicBezTo>
                  <a:pt x="1829257" y="221628"/>
                  <a:pt x="1835924" y="211493"/>
                  <a:pt x="1835124" y="209627"/>
                </a:cubicBezTo>
                <a:cubicBezTo>
                  <a:pt x="1834591" y="208560"/>
                  <a:pt x="1835124" y="208293"/>
                  <a:pt x="1836191" y="208293"/>
                </a:cubicBezTo>
                <a:cubicBezTo>
                  <a:pt x="1837258" y="208293"/>
                  <a:pt x="1837791" y="208026"/>
                  <a:pt x="1837524" y="206426"/>
                </a:cubicBezTo>
                <a:cubicBezTo>
                  <a:pt x="1837258" y="205093"/>
                  <a:pt x="1837791" y="204026"/>
                  <a:pt x="1839392" y="203759"/>
                </a:cubicBezTo>
                <a:cubicBezTo>
                  <a:pt x="1841525" y="203492"/>
                  <a:pt x="1845259" y="198692"/>
                  <a:pt x="1844192" y="197625"/>
                </a:cubicBezTo>
                <a:cubicBezTo>
                  <a:pt x="1843925" y="197358"/>
                  <a:pt x="1845792" y="194691"/>
                  <a:pt x="1848992" y="191491"/>
                </a:cubicBezTo>
                <a:cubicBezTo>
                  <a:pt x="1851926" y="188557"/>
                  <a:pt x="1854060" y="185090"/>
                  <a:pt x="1854060" y="184557"/>
                </a:cubicBezTo>
                <a:cubicBezTo>
                  <a:pt x="1854060" y="183757"/>
                  <a:pt x="1855127" y="182423"/>
                  <a:pt x="1855927" y="181623"/>
                </a:cubicBezTo>
                <a:cubicBezTo>
                  <a:pt x="1856727" y="180823"/>
                  <a:pt x="1857260" y="179489"/>
                  <a:pt x="1856994" y="178689"/>
                </a:cubicBezTo>
                <a:cubicBezTo>
                  <a:pt x="1856727" y="177623"/>
                  <a:pt x="1857527" y="176556"/>
                  <a:pt x="1858860" y="175489"/>
                </a:cubicBezTo>
                <a:cubicBezTo>
                  <a:pt x="1860194" y="174422"/>
                  <a:pt x="1861261" y="173889"/>
                  <a:pt x="1860727" y="173089"/>
                </a:cubicBezTo>
                <a:cubicBezTo>
                  <a:pt x="1860461" y="172555"/>
                  <a:pt x="1861261" y="171755"/>
                  <a:pt x="1862594" y="170688"/>
                </a:cubicBezTo>
                <a:cubicBezTo>
                  <a:pt x="1863928" y="169622"/>
                  <a:pt x="1864994" y="168821"/>
                  <a:pt x="1864994" y="167755"/>
                </a:cubicBezTo>
                <a:cubicBezTo>
                  <a:pt x="1864994" y="166688"/>
                  <a:pt x="1865528" y="165888"/>
                  <a:pt x="1866328" y="165888"/>
                </a:cubicBezTo>
                <a:cubicBezTo>
                  <a:pt x="1866862" y="165888"/>
                  <a:pt x="1867395" y="165088"/>
                  <a:pt x="1867395" y="164288"/>
                </a:cubicBezTo>
                <a:cubicBezTo>
                  <a:pt x="1867395" y="163487"/>
                  <a:pt x="1868462" y="162154"/>
                  <a:pt x="1869795" y="160554"/>
                </a:cubicBezTo>
                <a:cubicBezTo>
                  <a:pt x="1871396" y="158420"/>
                  <a:pt x="1873796" y="153353"/>
                  <a:pt x="1873796" y="151219"/>
                </a:cubicBezTo>
                <a:cubicBezTo>
                  <a:pt x="1873796" y="150686"/>
                  <a:pt x="1874329" y="150419"/>
                  <a:pt x="1875129" y="150419"/>
                </a:cubicBezTo>
                <a:cubicBezTo>
                  <a:pt x="1876730" y="150419"/>
                  <a:pt x="1877796" y="148286"/>
                  <a:pt x="1878063" y="145085"/>
                </a:cubicBezTo>
                <a:cubicBezTo>
                  <a:pt x="1878063" y="144552"/>
                  <a:pt x="1878596" y="143752"/>
                  <a:pt x="1879396" y="143218"/>
                </a:cubicBezTo>
                <a:cubicBezTo>
                  <a:pt x="1880730" y="142418"/>
                  <a:pt x="1886864" y="135217"/>
                  <a:pt x="1895665" y="120815"/>
                </a:cubicBezTo>
                <a:cubicBezTo>
                  <a:pt x="1899132" y="115215"/>
                  <a:pt x="1902866" y="110681"/>
                  <a:pt x="1903400" y="110414"/>
                </a:cubicBezTo>
                <a:cubicBezTo>
                  <a:pt x="1903933" y="110414"/>
                  <a:pt x="1905533" y="108281"/>
                  <a:pt x="1906866" y="105880"/>
                </a:cubicBezTo>
                <a:cubicBezTo>
                  <a:pt x="1909267" y="101346"/>
                  <a:pt x="1912467" y="99479"/>
                  <a:pt x="1917001" y="99479"/>
                </a:cubicBezTo>
                <a:cubicBezTo>
                  <a:pt x="1926069" y="99479"/>
                  <a:pt x="1942071" y="106414"/>
                  <a:pt x="1942071" y="116548"/>
                </a:cubicBezTo>
                <a:cubicBezTo>
                  <a:pt x="1942071" y="120015"/>
                  <a:pt x="1939137" y="127216"/>
                  <a:pt x="1936470" y="130417"/>
                </a:cubicBezTo>
                <a:cubicBezTo>
                  <a:pt x="1935137" y="132017"/>
                  <a:pt x="1933003" y="134684"/>
                  <a:pt x="1931670" y="136551"/>
                </a:cubicBezTo>
                <a:cubicBezTo>
                  <a:pt x="1930336" y="138684"/>
                  <a:pt x="1927136" y="142418"/>
                  <a:pt x="1924736" y="145619"/>
                </a:cubicBezTo>
                <a:cubicBezTo>
                  <a:pt x="1922335" y="148819"/>
                  <a:pt x="1919402" y="152819"/>
                  <a:pt x="1918334" y="154686"/>
                </a:cubicBezTo>
                <a:cubicBezTo>
                  <a:pt x="1917268" y="156553"/>
                  <a:pt x="1915134" y="159487"/>
                  <a:pt x="1913534" y="161354"/>
                </a:cubicBezTo>
                <a:cubicBezTo>
                  <a:pt x="1906600" y="169355"/>
                  <a:pt x="1892198" y="186690"/>
                  <a:pt x="1887664" y="196025"/>
                </a:cubicBezTo>
                <a:cubicBezTo>
                  <a:pt x="1886064" y="199225"/>
                  <a:pt x="1882330" y="203759"/>
                  <a:pt x="1880196" y="206426"/>
                </a:cubicBezTo>
                <a:cubicBezTo>
                  <a:pt x="1878063" y="209360"/>
                  <a:pt x="1875929" y="211493"/>
                  <a:pt x="1876196" y="212560"/>
                </a:cubicBezTo>
                <a:cubicBezTo>
                  <a:pt x="1876463" y="213360"/>
                  <a:pt x="1875396" y="215227"/>
                  <a:pt x="1874062" y="216827"/>
                </a:cubicBezTo>
                <a:cubicBezTo>
                  <a:pt x="1872729" y="218428"/>
                  <a:pt x="1870329" y="221095"/>
                  <a:pt x="1868995" y="223228"/>
                </a:cubicBezTo>
                <a:cubicBezTo>
                  <a:pt x="1867662" y="225095"/>
                  <a:pt x="1865795" y="226962"/>
                  <a:pt x="1865261" y="227762"/>
                </a:cubicBezTo>
                <a:cubicBezTo>
                  <a:pt x="1864728" y="228562"/>
                  <a:pt x="1863661" y="229096"/>
                  <a:pt x="1863661" y="229896"/>
                </a:cubicBezTo>
                <a:cubicBezTo>
                  <a:pt x="1863661" y="230696"/>
                  <a:pt x="1861261" y="234163"/>
                  <a:pt x="1858327" y="237363"/>
                </a:cubicBezTo>
                <a:cubicBezTo>
                  <a:pt x="1855127" y="240830"/>
                  <a:pt x="1852726" y="244564"/>
                  <a:pt x="1852726" y="245631"/>
                </a:cubicBezTo>
                <a:cubicBezTo>
                  <a:pt x="1852726" y="246431"/>
                  <a:pt x="1851126" y="248565"/>
                  <a:pt x="1848459" y="250965"/>
                </a:cubicBezTo>
                <a:cubicBezTo>
                  <a:pt x="1846059" y="253099"/>
                  <a:pt x="1844726" y="254966"/>
                  <a:pt x="1844992" y="254966"/>
                </a:cubicBezTo>
                <a:cubicBezTo>
                  <a:pt x="1846326" y="254966"/>
                  <a:pt x="1840725" y="263767"/>
                  <a:pt x="1837791" y="266700"/>
                </a:cubicBezTo>
                <a:cubicBezTo>
                  <a:pt x="1836191" y="268301"/>
                  <a:pt x="1834858" y="270167"/>
                  <a:pt x="1834858" y="270701"/>
                </a:cubicBezTo>
                <a:cubicBezTo>
                  <a:pt x="1834591" y="272034"/>
                  <a:pt x="1823390" y="288036"/>
                  <a:pt x="1821789" y="289103"/>
                </a:cubicBezTo>
                <a:cubicBezTo>
                  <a:pt x="1820989" y="289637"/>
                  <a:pt x="1820456" y="290437"/>
                  <a:pt x="1820722" y="290703"/>
                </a:cubicBezTo>
                <a:cubicBezTo>
                  <a:pt x="1820989" y="291237"/>
                  <a:pt x="1819389" y="294971"/>
                  <a:pt x="1816455" y="298704"/>
                </a:cubicBezTo>
                <a:cubicBezTo>
                  <a:pt x="1813522" y="302438"/>
                  <a:pt x="1811921" y="306439"/>
                  <a:pt x="1811655" y="307239"/>
                </a:cubicBezTo>
                <a:cubicBezTo>
                  <a:pt x="1811655" y="308839"/>
                  <a:pt x="1812455" y="308572"/>
                  <a:pt x="1823656" y="298704"/>
                </a:cubicBezTo>
                <a:cubicBezTo>
                  <a:pt x="1840992" y="283236"/>
                  <a:pt x="1860727" y="270701"/>
                  <a:pt x="1872462" y="266167"/>
                </a:cubicBezTo>
                <a:cubicBezTo>
                  <a:pt x="1878330" y="264300"/>
                  <a:pt x="1886330" y="264833"/>
                  <a:pt x="1889798" y="268301"/>
                </a:cubicBezTo>
                <a:cubicBezTo>
                  <a:pt x="1890864" y="269367"/>
                  <a:pt x="1892731" y="270167"/>
                  <a:pt x="1893798" y="270968"/>
                </a:cubicBezTo>
                <a:cubicBezTo>
                  <a:pt x="1894865" y="271768"/>
                  <a:pt x="1897265" y="273635"/>
                  <a:pt x="1899132" y="276035"/>
                </a:cubicBezTo>
                <a:cubicBezTo>
                  <a:pt x="1902333" y="280035"/>
                  <a:pt x="1902333" y="280835"/>
                  <a:pt x="1901532" y="288836"/>
                </a:cubicBezTo>
                <a:cubicBezTo>
                  <a:pt x="1900999" y="293637"/>
                  <a:pt x="1899666" y="300305"/>
                  <a:pt x="1898332" y="304305"/>
                </a:cubicBezTo>
                <a:cubicBezTo>
                  <a:pt x="1896998" y="308039"/>
                  <a:pt x="1895398" y="312306"/>
                  <a:pt x="1895132" y="313906"/>
                </a:cubicBezTo>
                <a:cubicBezTo>
                  <a:pt x="1894865" y="315773"/>
                  <a:pt x="1893532" y="318440"/>
                  <a:pt x="1892731" y="319774"/>
                </a:cubicBezTo>
                <a:cubicBezTo>
                  <a:pt x="1891664" y="321374"/>
                  <a:pt x="1890598" y="326441"/>
                  <a:pt x="1890331" y="330708"/>
                </a:cubicBezTo>
                <a:cubicBezTo>
                  <a:pt x="1889798" y="338176"/>
                  <a:pt x="1889798" y="339243"/>
                  <a:pt x="1892198" y="340309"/>
                </a:cubicBezTo>
                <a:cubicBezTo>
                  <a:pt x="1893532" y="340843"/>
                  <a:pt x="1897532" y="341376"/>
                  <a:pt x="1900732" y="341110"/>
                </a:cubicBezTo>
                <a:cubicBezTo>
                  <a:pt x="1907933" y="340576"/>
                  <a:pt x="1922335" y="336042"/>
                  <a:pt x="1922335" y="334442"/>
                </a:cubicBezTo>
                <a:cubicBezTo>
                  <a:pt x="1922335" y="333909"/>
                  <a:pt x="1923135" y="333375"/>
                  <a:pt x="1924202" y="333375"/>
                </a:cubicBezTo>
                <a:cubicBezTo>
                  <a:pt x="1925802" y="333375"/>
                  <a:pt x="1942338" y="324574"/>
                  <a:pt x="1946605" y="321107"/>
                </a:cubicBezTo>
                <a:cubicBezTo>
                  <a:pt x="1951672" y="317107"/>
                  <a:pt x="1962340" y="309106"/>
                  <a:pt x="1971141" y="303772"/>
                </a:cubicBezTo>
                <a:cubicBezTo>
                  <a:pt x="1973542" y="302305"/>
                  <a:pt x="1977742" y="299371"/>
                  <a:pt x="1982643" y="295871"/>
                </a:cubicBezTo>
                <a:lnTo>
                  <a:pt x="1983903" y="294964"/>
                </a:lnTo>
                <a:lnTo>
                  <a:pt x="1986057" y="291437"/>
                </a:lnTo>
                <a:cubicBezTo>
                  <a:pt x="1991525" y="283102"/>
                  <a:pt x="1997659" y="274968"/>
                  <a:pt x="2003260" y="269367"/>
                </a:cubicBezTo>
                <a:cubicBezTo>
                  <a:pt x="2004860" y="267767"/>
                  <a:pt x="2008594" y="263233"/>
                  <a:pt x="2011260" y="259766"/>
                </a:cubicBezTo>
                <a:cubicBezTo>
                  <a:pt x="2018995" y="249898"/>
                  <a:pt x="2030196" y="240297"/>
                  <a:pt x="2037130" y="235230"/>
                </a:cubicBezTo>
                <a:cubicBezTo>
                  <a:pt x="2038997" y="233896"/>
                  <a:pt x="2044064" y="233363"/>
                  <a:pt x="2049666" y="233363"/>
                </a:cubicBezTo>
                <a:cubicBezTo>
                  <a:pt x="2057666" y="233363"/>
                  <a:pt x="2067268" y="234696"/>
                  <a:pt x="2071268" y="236830"/>
                </a:cubicBezTo>
                <a:cubicBezTo>
                  <a:pt x="2074202" y="238430"/>
                  <a:pt x="2077402" y="239497"/>
                  <a:pt x="2078202" y="239497"/>
                </a:cubicBezTo>
                <a:cubicBezTo>
                  <a:pt x="2079269" y="239497"/>
                  <a:pt x="2082203" y="241631"/>
                  <a:pt x="2085136" y="244298"/>
                </a:cubicBezTo>
                <a:cubicBezTo>
                  <a:pt x="2089937" y="248565"/>
                  <a:pt x="2090470" y="248831"/>
                  <a:pt x="2095804" y="248298"/>
                </a:cubicBezTo>
                <a:cubicBezTo>
                  <a:pt x="2101672" y="247765"/>
                  <a:pt x="2104339" y="249098"/>
                  <a:pt x="2111006" y="253899"/>
                </a:cubicBezTo>
                <a:cubicBezTo>
                  <a:pt x="2113940" y="256032"/>
                  <a:pt x="2115007" y="258433"/>
                  <a:pt x="2115540" y="261900"/>
                </a:cubicBezTo>
                <a:cubicBezTo>
                  <a:pt x="2116874" y="270701"/>
                  <a:pt x="2114740" y="275768"/>
                  <a:pt x="2104072" y="287236"/>
                </a:cubicBezTo>
                <a:cubicBezTo>
                  <a:pt x="2100872" y="290703"/>
                  <a:pt x="2095804" y="299771"/>
                  <a:pt x="2093671" y="305639"/>
                </a:cubicBezTo>
                <a:cubicBezTo>
                  <a:pt x="2091537" y="311239"/>
                  <a:pt x="2090737" y="335242"/>
                  <a:pt x="2092337" y="338176"/>
                </a:cubicBezTo>
                <a:cubicBezTo>
                  <a:pt x="2094204" y="341643"/>
                  <a:pt x="2102472" y="343243"/>
                  <a:pt x="2112073" y="343243"/>
                </a:cubicBezTo>
                <a:cubicBezTo>
                  <a:pt x="2143810" y="343243"/>
                  <a:pt x="2173414" y="323241"/>
                  <a:pt x="2198751" y="305905"/>
                </a:cubicBezTo>
                <a:cubicBezTo>
                  <a:pt x="2208085" y="299504"/>
                  <a:pt x="2217686" y="293370"/>
                  <a:pt x="2219820" y="292304"/>
                </a:cubicBezTo>
                <a:cubicBezTo>
                  <a:pt x="2221954" y="291237"/>
                  <a:pt x="2225688" y="288303"/>
                  <a:pt x="2228621" y="286169"/>
                </a:cubicBezTo>
                <a:cubicBezTo>
                  <a:pt x="2229688" y="285436"/>
                  <a:pt x="2231355" y="284219"/>
                  <a:pt x="2233314" y="282806"/>
                </a:cubicBezTo>
                <a:lnTo>
                  <a:pt x="2237192" y="280074"/>
                </a:lnTo>
                <a:lnTo>
                  <a:pt x="2239994" y="276468"/>
                </a:lnTo>
                <a:cubicBezTo>
                  <a:pt x="2241194" y="274835"/>
                  <a:pt x="2242261" y="273234"/>
                  <a:pt x="2242794" y="272034"/>
                </a:cubicBezTo>
                <a:cubicBezTo>
                  <a:pt x="2243861" y="269634"/>
                  <a:pt x="2245194" y="267767"/>
                  <a:pt x="2245728" y="268034"/>
                </a:cubicBezTo>
                <a:cubicBezTo>
                  <a:pt x="2245995" y="268301"/>
                  <a:pt x="2247328" y="266967"/>
                  <a:pt x="2248128" y="265367"/>
                </a:cubicBezTo>
                <a:cubicBezTo>
                  <a:pt x="2248928" y="263500"/>
                  <a:pt x="2250528" y="261100"/>
                  <a:pt x="2251329" y="260300"/>
                </a:cubicBezTo>
                <a:cubicBezTo>
                  <a:pt x="2252396" y="259233"/>
                  <a:pt x="2252662" y="257899"/>
                  <a:pt x="2252662" y="257366"/>
                </a:cubicBezTo>
                <a:cubicBezTo>
                  <a:pt x="2252662" y="256832"/>
                  <a:pt x="2254262" y="254966"/>
                  <a:pt x="2256663" y="252832"/>
                </a:cubicBezTo>
                <a:cubicBezTo>
                  <a:pt x="2258796" y="250965"/>
                  <a:pt x="2260130" y="249365"/>
                  <a:pt x="2259330" y="249365"/>
                </a:cubicBezTo>
                <a:cubicBezTo>
                  <a:pt x="2258796" y="249365"/>
                  <a:pt x="2259596" y="248031"/>
                  <a:pt x="2260930" y="246431"/>
                </a:cubicBezTo>
                <a:cubicBezTo>
                  <a:pt x="2262264" y="244831"/>
                  <a:pt x="2263330" y="243497"/>
                  <a:pt x="2262797" y="242964"/>
                </a:cubicBezTo>
                <a:cubicBezTo>
                  <a:pt x="2262264" y="242431"/>
                  <a:pt x="2263064" y="242164"/>
                  <a:pt x="2264130" y="242164"/>
                </a:cubicBezTo>
                <a:cubicBezTo>
                  <a:pt x="2265197" y="242164"/>
                  <a:pt x="2265997" y="241631"/>
                  <a:pt x="2265997" y="240830"/>
                </a:cubicBezTo>
                <a:cubicBezTo>
                  <a:pt x="2265997" y="239764"/>
                  <a:pt x="2267064" y="238964"/>
                  <a:pt x="2272398" y="232296"/>
                </a:cubicBezTo>
                <a:cubicBezTo>
                  <a:pt x="2273465" y="230963"/>
                  <a:pt x="2274532" y="229362"/>
                  <a:pt x="2274532" y="229096"/>
                </a:cubicBezTo>
                <a:cubicBezTo>
                  <a:pt x="2274532" y="224828"/>
                  <a:pt x="2291334" y="213894"/>
                  <a:pt x="2297734" y="213894"/>
                </a:cubicBezTo>
                <a:cubicBezTo>
                  <a:pt x="2304135" y="213894"/>
                  <a:pt x="2312936" y="218428"/>
                  <a:pt x="2312936" y="225895"/>
                </a:cubicBezTo>
                <a:cubicBezTo>
                  <a:pt x="2312936" y="226962"/>
                  <a:pt x="2313470" y="227762"/>
                  <a:pt x="2314270" y="227762"/>
                </a:cubicBezTo>
                <a:cubicBezTo>
                  <a:pt x="2314803" y="227762"/>
                  <a:pt x="2315603" y="229096"/>
                  <a:pt x="2316137" y="230696"/>
                </a:cubicBezTo>
                <a:cubicBezTo>
                  <a:pt x="2317470" y="234430"/>
                  <a:pt x="2311070" y="245364"/>
                  <a:pt x="2303868" y="253099"/>
                </a:cubicBezTo>
                <a:cubicBezTo>
                  <a:pt x="2297468" y="260033"/>
                  <a:pt x="2294267" y="263767"/>
                  <a:pt x="2295601" y="263767"/>
                </a:cubicBezTo>
                <a:cubicBezTo>
                  <a:pt x="2296134" y="264033"/>
                  <a:pt x="2295868" y="264300"/>
                  <a:pt x="2294534" y="265100"/>
                </a:cubicBezTo>
                <a:cubicBezTo>
                  <a:pt x="2293468" y="265900"/>
                  <a:pt x="2292667" y="266967"/>
                  <a:pt x="2293200" y="267500"/>
                </a:cubicBezTo>
                <a:cubicBezTo>
                  <a:pt x="2293734" y="268034"/>
                  <a:pt x="2292934" y="268567"/>
                  <a:pt x="2291867" y="268567"/>
                </a:cubicBezTo>
                <a:cubicBezTo>
                  <a:pt x="2290800" y="268567"/>
                  <a:pt x="2290000" y="269367"/>
                  <a:pt x="2290000" y="270434"/>
                </a:cubicBezTo>
                <a:cubicBezTo>
                  <a:pt x="2290000" y="271501"/>
                  <a:pt x="2289733" y="272301"/>
                  <a:pt x="2288933" y="272301"/>
                </a:cubicBezTo>
                <a:cubicBezTo>
                  <a:pt x="2288400" y="272301"/>
                  <a:pt x="2287333" y="273368"/>
                  <a:pt x="2286533" y="274968"/>
                </a:cubicBezTo>
                <a:cubicBezTo>
                  <a:pt x="2285733" y="276568"/>
                  <a:pt x="2284399" y="278969"/>
                  <a:pt x="2283332" y="280302"/>
                </a:cubicBezTo>
                <a:lnTo>
                  <a:pt x="2281199" y="283236"/>
                </a:lnTo>
                <a:lnTo>
                  <a:pt x="2284933" y="281102"/>
                </a:lnTo>
                <a:cubicBezTo>
                  <a:pt x="2287066" y="279769"/>
                  <a:pt x="2288933" y="278435"/>
                  <a:pt x="2288933" y="277902"/>
                </a:cubicBezTo>
                <a:cubicBezTo>
                  <a:pt x="2288933" y="277368"/>
                  <a:pt x="2289733" y="277102"/>
                  <a:pt x="2290534" y="277102"/>
                </a:cubicBezTo>
                <a:cubicBezTo>
                  <a:pt x="2291600" y="277102"/>
                  <a:pt x="2292400" y="276568"/>
                  <a:pt x="2292400" y="276035"/>
                </a:cubicBezTo>
                <a:cubicBezTo>
                  <a:pt x="2292400" y="274968"/>
                  <a:pt x="2298801" y="272301"/>
                  <a:pt x="2302002" y="271501"/>
                </a:cubicBezTo>
                <a:cubicBezTo>
                  <a:pt x="2303068" y="271234"/>
                  <a:pt x="2304669" y="270701"/>
                  <a:pt x="2305202" y="269634"/>
                </a:cubicBezTo>
                <a:cubicBezTo>
                  <a:pt x="2305736" y="268567"/>
                  <a:pt x="2308136" y="267500"/>
                  <a:pt x="2310536" y="266967"/>
                </a:cubicBezTo>
                <a:cubicBezTo>
                  <a:pt x="2312936" y="266434"/>
                  <a:pt x="2315870" y="265367"/>
                  <a:pt x="2317204" y="264833"/>
                </a:cubicBezTo>
                <a:cubicBezTo>
                  <a:pt x="2320671" y="263500"/>
                  <a:pt x="2330539" y="262967"/>
                  <a:pt x="2335873" y="264300"/>
                </a:cubicBezTo>
                <a:cubicBezTo>
                  <a:pt x="2343340" y="266167"/>
                  <a:pt x="2350808" y="272568"/>
                  <a:pt x="2354275" y="279235"/>
                </a:cubicBezTo>
                <a:cubicBezTo>
                  <a:pt x="2356142" y="282702"/>
                  <a:pt x="2357475" y="286169"/>
                  <a:pt x="2357475" y="286703"/>
                </a:cubicBezTo>
                <a:cubicBezTo>
                  <a:pt x="2357475" y="287503"/>
                  <a:pt x="2357475" y="288036"/>
                  <a:pt x="2358809" y="288036"/>
                </a:cubicBezTo>
                <a:cubicBezTo>
                  <a:pt x="2361209" y="288036"/>
                  <a:pt x="2367610" y="286169"/>
                  <a:pt x="2385212" y="280569"/>
                </a:cubicBezTo>
                <a:cubicBezTo>
                  <a:pt x="2392680" y="278168"/>
                  <a:pt x="2403348" y="275768"/>
                  <a:pt x="2408682" y="274435"/>
                </a:cubicBezTo>
                <a:cubicBezTo>
                  <a:pt x="2413749" y="273101"/>
                  <a:pt x="2419883" y="271768"/>
                  <a:pt x="2421750" y="271234"/>
                </a:cubicBezTo>
                <a:cubicBezTo>
                  <a:pt x="2430018" y="268834"/>
                  <a:pt x="2442019" y="267100"/>
                  <a:pt x="2454121" y="266234"/>
                </a:cubicBezTo>
                <a:lnTo>
                  <a:pt x="2465146" y="266301"/>
                </a:lnTo>
                <a:lnTo>
                  <a:pt x="2469794" y="259233"/>
                </a:lnTo>
                <a:cubicBezTo>
                  <a:pt x="2481529" y="245631"/>
                  <a:pt x="2508999" y="228562"/>
                  <a:pt x="2526868" y="223228"/>
                </a:cubicBezTo>
                <a:cubicBezTo>
                  <a:pt x="2533002" y="221361"/>
                  <a:pt x="2535402" y="221095"/>
                  <a:pt x="2539403" y="222428"/>
                </a:cubicBezTo>
                <a:cubicBezTo>
                  <a:pt x="2545270" y="224295"/>
                  <a:pt x="2549271" y="229896"/>
                  <a:pt x="2549271" y="234963"/>
                </a:cubicBezTo>
                <a:cubicBezTo>
                  <a:pt x="2549537" y="240830"/>
                  <a:pt x="2540470" y="249632"/>
                  <a:pt x="2531935" y="252832"/>
                </a:cubicBezTo>
                <a:cubicBezTo>
                  <a:pt x="2517000" y="258433"/>
                  <a:pt x="2474328" y="288036"/>
                  <a:pt x="2474328" y="292837"/>
                </a:cubicBezTo>
                <a:cubicBezTo>
                  <a:pt x="2474328" y="293904"/>
                  <a:pt x="2475928" y="295771"/>
                  <a:pt x="2478062" y="296304"/>
                </a:cubicBezTo>
                <a:cubicBezTo>
                  <a:pt x="2480195" y="296837"/>
                  <a:pt x="2482062" y="298171"/>
                  <a:pt x="2482329" y="298704"/>
                </a:cubicBezTo>
                <a:cubicBezTo>
                  <a:pt x="2482862" y="299771"/>
                  <a:pt x="2484196" y="300838"/>
                  <a:pt x="2493797" y="307772"/>
                </a:cubicBezTo>
                <a:cubicBezTo>
                  <a:pt x="2496731" y="309906"/>
                  <a:pt x="2500731" y="313106"/>
                  <a:pt x="2502331" y="314973"/>
                </a:cubicBezTo>
                <a:cubicBezTo>
                  <a:pt x="2504198" y="317107"/>
                  <a:pt x="2506598" y="318440"/>
                  <a:pt x="2507399" y="318440"/>
                </a:cubicBezTo>
                <a:cubicBezTo>
                  <a:pt x="2508466" y="318707"/>
                  <a:pt x="2516466" y="316573"/>
                  <a:pt x="2525268" y="313906"/>
                </a:cubicBezTo>
                <a:cubicBezTo>
                  <a:pt x="2557538" y="304038"/>
                  <a:pt x="2591409" y="296304"/>
                  <a:pt x="2624480" y="292570"/>
                </a:cubicBezTo>
                <a:lnTo>
                  <a:pt x="2630461" y="293074"/>
                </a:lnTo>
                <a:lnTo>
                  <a:pt x="2643111" y="274701"/>
                </a:lnTo>
                <a:cubicBezTo>
                  <a:pt x="2654579" y="261366"/>
                  <a:pt x="2661247" y="256032"/>
                  <a:pt x="2679382" y="256032"/>
                </a:cubicBezTo>
                <a:cubicBezTo>
                  <a:pt x="2695918" y="256032"/>
                  <a:pt x="2706586" y="265100"/>
                  <a:pt x="2691917" y="279502"/>
                </a:cubicBezTo>
                <a:cubicBezTo>
                  <a:pt x="2682582" y="288570"/>
                  <a:pt x="2674315" y="292837"/>
                  <a:pt x="2664180" y="302972"/>
                </a:cubicBezTo>
                <a:lnTo>
                  <a:pt x="2663114" y="304038"/>
                </a:lnTo>
                <a:cubicBezTo>
                  <a:pt x="2652446" y="312039"/>
                  <a:pt x="2643111" y="329108"/>
                  <a:pt x="2638577" y="341110"/>
                </a:cubicBezTo>
                <a:cubicBezTo>
                  <a:pt x="2635377" y="349377"/>
                  <a:pt x="2635110" y="354178"/>
                  <a:pt x="2637510" y="353911"/>
                </a:cubicBezTo>
                <a:cubicBezTo>
                  <a:pt x="2647912" y="352844"/>
                  <a:pt x="2668181" y="338709"/>
                  <a:pt x="2675648" y="329908"/>
                </a:cubicBezTo>
                <a:cubicBezTo>
                  <a:pt x="2681249" y="323507"/>
                  <a:pt x="2711386" y="290970"/>
                  <a:pt x="2710053" y="284303"/>
                </a:cubicBezTo>
                <a:cubicBezTo>
                  <a:pt x="2708719" y="278168"/>
                  <a:pt x="2706319" y="269634"/>
                  <a:pt x="2704719" y="262700"/>
                </a:cubicBezTo>
                <a:cubicBezTo>
                  <a:pt x="2703918" y="258966"/>
                  <a:pt x="2700185" y="242697"/>
                  <a:pt x="2703385" y="240030"/>
                </a:cubicBezTo>
                <a:cubicBezTo>
                  <a:pt x="2704719" y="238964"/>
                  <a:pt x="2706586" y="238697"/>
                  <a:pt x="2708452" y="238697"/>
                </a:cubicBezTo>
                <a:cubicBezTo>
                  <a:pt x="2714320" y="238697"/>
                  <a:pt x="2722054" y="242164"/>
                  <a:pt x="2725788" y="245098"/>
                </a:cubicBezTo>
                <a:cubicBezTo>
                  <a:pt x="2738323" y="254966"/>
                  <a:pt x="2732722" y="273101"/>
                  <a:pt x="2735389" y="272301"/>
                </a:cubicBezTo>
                <a:cubicBezTo>
                  <a:pt x="2735656" y="272301"/>
                  <a:pt x="2738323" y="269367"/>
                  <a:pt x="2737523" y="272834"/>
                </a:cubicBezTo>
                <a:cubicBezTo>
                  <a:pt x="2737523" y="274435"/>
                  <a:pt x="2731922" y="277635"/>
                  <a:pt x="2735923" y="276835"/>
                </a:cubicBezTo>
                <a:cubicBezTo>
                  <a:pt x="2738323" y="276302"/>
                  <a:pt x="2734056" y="285103"/>
                  <a:pt x="2736990" y="283769"/>
                </a:cubicBezTo>
                <a:cubicBezTo>
                  <a:pt x="2738056" y="283236"/>
                  <a:pt x="2740456" y="260833"/>
                  <a:pt x="2739923" y="275768"/>
                </a:cubicBezTo>
                <a:cubicBezTo>
                  <a:pt x="2739923" y="278702"/>
                  <a:pt x="2739123" y="281636"/>
                  <a:pt x="2738590" y="284569"/>
                </a:cubicBezTo>
                <a:cubicBezTo>
                  <a:pt x="2746324" y="287503"/>
                  <a:pt x="2754325" y="288570"/>
                  <a:pt x="2762326" y="288570"/>
                </a:cubicBezTo>
                <a:cubicBezTo>
                  <a:pt x="2779328" y="288570"/>
                  <a:pt x="2796930" y="283469"/>
                  <a:pt x="2812882" y="276756"/>
                </a:cubicBezTo>
                <a:lnTo>
                  <a:pt x="2823169" y="271973"/>
                </a:lnTo>
                <a:lnTo>
                  <a:pt x="2827984" y="266592"/>
                </a:lnTo>
                <a:cubicBezTo>
                  <a:pt x="2834164" y="260550"/>
                  <a:pt x="2840031" y="255632"/>
                  <a:pt x="2844698" y="252565"/>
                </a:cubicBezTo>
                <a:cubicBezTo>
                  <a:pt x="2850299" y="248831"/>
                  <a:pt x="2856166" y="248031"/>
                  <a:pt x="2866301" y="249365"/>
                </a:cubicBezTo>
                <a:cubicBezTo>
                  <a:pt x="2876969" y="250432"/>
                  <a:pt x="2879902" y="251498"/>
                  <a:pt x="2892171" y="259766"/>
                </a:cubicBezTo>
                <a:lnTo>
                  <a:pt x="2900438" y="265367"/>
                </a:lnTo>
                <a:lnTo>
                  <a:pt x="2905506" y="261900"/>
                </a:lnTo>
                <a:cubicBezTo>
                  <a:pt x="2915640" y="254165"/>
                  <a:pt x="2923908" y="248298"/>
                  <a:pt x="2925242" y="244831"/>
                </a:cubicBezTo>
                <a:cubicBezTo>
                  <a:pt x="2926042" y="242697"/>
                  <a:pt x="2927375" y="241097"/>
                  <a:pt x="2927908" y="241097"/>
                </a:cubicBezTo>
                <a:cubicBezTo>
                  <a:pt x="2928442" y="241097"/>
                  <a:pt x="2928976" y="240297"/>
                  <a:pt x="2928976" y="239764"/>
                </a:cubicBezTo>
                <a:cubicBezTo>
                  <a:pt x="2928976" y="238964"/>
                  <a:pt x="2930576" y="236030"/>
                  <a:pt x="2932442" y="233363"/>
                </a:cubicBezTo>
                <a:cubicBezTo>
                  <a:pt x="2934576" y="230162"/>
                  <a:pt x="2951645" y="206159"/>
                  <a:pt x="2952978" y="206159"/>
                </a:cubicBezTo>
                <a:cubicBezTo>
                  <a:pt x="2953512" y="206159"/>
                  <a:pt x="2953245" y="206960"/>
                  <a:pt x="2952978" y="207493"/>
                </a:cubicBezTo>
                <a:cubicBezTo>
                  <a:pt x="2952445" y="208560"/>
                  <a:pt x="2952712" y="208560"/>
                  <a:pt x="2953512" y="208293"/>
                </a:cubicBezTo>
                <a:cubicBezTo>
                  <a:pt x="2954312" y="208026"/>
                  <a:pt x="2954578" y="206693"/>
                  <a:pt x="2954312" y="205359"/>
                </a:cubicBezTo>
                <a:cubicBezTo>
                  <a:pt x="2954045" y="204026"/>
                  <a:pt x="2954845" y="201626"/>
                  <a:pt x="2956446" y="200292"/>
                </a:cubicBezTo>
                <a:cubicBezTo>
                  <a:pt x="2958312" y="198692"/>
                  <a:pt x="2964180" y="190424"/>
                  <a:pt x="2970314" y="182690"/>
                </a:cubicBezTo>
                <a:cubicBezTo>
                  <a:pt x="2980448" y="170155"/>
                  <a:pt x="2987650" y="161621"/>
                  <a:pt x="3014053" y="130683"/>
                </a:cubicBezTo>
                <a:cubicBezTo>
                  <a:pt x="3034855" y="106147"/>
                  <a:pt x="3069793" y="74143"/>
                  <a:pt x="3076994" y="72009"/>
                </a:cubicBezTo>
                <a:cubicBezTo>
                  <a:pt x="3079128" y="71343"/>
                  <a:pt x="3083728" y="71476"/>
                  <a:pt x="3087928" y="71976"/>
                </a:cubicBezTo>
                <a:close/>
                <a:moveTo>
                  <a:pt x="1778431" y="52007"/>
                </a:moveTo>
                <a:lnTo>
                  <a:pt x="1770964" y="54674"/>
                </a:lnTo>
                <a:cubicBezTo>
                  <a:pt x="1762963" y="57608"/>
                  <a:pt x="1761362" y="58141"/>
                  <a:pt x="1746694" y="66675"/>
                </a:cubicBezTo>
                <a:cubicBezTo>
                  <a:pt x="1735226" y="73343"/>
                  <a:pt x="1713090" y="90412"/>
                  <a:pt x="1714157" y="92012"/>
                </a:cubicBezTo>
                <a:cubicBezTo>
                  <a:pt x="1714690" y="92812"/>
                  <a:pt x="1714157" y="93345"/>
                  <a:pt x="1712823" y="93345"/>
                </a:cubicBezTo>
                <a:cubicBezTo>
                  <a:pt x="1711490" y="93345"/>
                  <a:pt x="1710423" y="94145"/>
                  <a:pt x="1710690" y="94679"/>
                </a:cubicBezTo>
                <a:cubicBezTo>
                  <a:pt x="1710690" y="95479"/>
                  <a:pt x="1709356" y="96546"/>
                  <a:pt x="1707489" y="97079"/>
                </a:cubicBezTo>
                <a:cubicBezTo>
                  <a:pt x="1703755" y="98146"/>
                  <a:pt x="1676819" y="122416"/>
                  <a:pt x="1677085" y="124549"/>
                </a:cubicBezTo>
                <a:cubicBezTo>
                  <a:pt x="1677085" y="125083"/>
                  <a:pt x="1676019" y="126149"/>
                  <a:pt x="1674952" y="126416"/>
                </a:cubicBezTo>
                <a:cubicBezTo>
                  <a:pt x="1671218" y="127483"/>
                  <a:pt x="1640814" y="157620"/>
                  <a:pt x="1614944" y="185624"/>
                </a:cubicBezTo>
                <a:lnTo>
                  <a:pt x="1589341" y="213360"/>
                </a:lnTo>
                <a:lnTo>
                  <a:pt x="1593608" y="226695"/>
                </a:lnTo>
                <a:cubicBezTo>
                  <a:pt x="1596008" y="233896"/>
                  <a:pt x="1597609" y="241631"/>
                  <a:pt x="1597875" y="243764"/>
                </a:cubicBezTo>
                <a:cubicBezTo>
                  <a:pt x="1598409" y="247765"/>
                  <a:pt x="1598142" y="248031"/>
                  <a:pt x="1603476" y="246698"/>
                </a:cubicBezTo>
                <a:cubicBezTo>
                  <a:pt x="1606410" y="245898"/>
                  <a:pt x="1610677" y="244564"/>
                  <a:pt x="1613344" y="243231"/>
                </a:cubicBezTo>
                <a:cubicBezTo>
                  <a:pt x="1614944" y="242431"/>
                  <a:pt x="1616278" y="241897"/>
                  <a:pt x="1617078" y="241897"/>
                </a:cubicBezTo>
                <a:cubicBezTo>
                  <a:pt x="1618945" y="241897"/>
                  <a:pt x="1618411" y="244298"/>
                  <a:pt x="1614411" y="246698"/>
                </a:cubicBezTo>
                <a:cubicBezTo>
                  <a:pt x="1612277" y="248031"/>
                  <a:pt x="1609877" y="250432"/>
                  <a:pt x="1608810" y="251232"/>
                </a:cubicBezTo>
                <a:cubicBezTo>
                  <a:pt x="1607743" y="252032"/>
                  <a:pt x="1606410" y="253365"/>
                  <a:pt x="1605343" y="253899"/>
                </a:cubicBezTo>
                <a:cubicBezTo>
                  <a:pt x="1604276" y="254432"/>
                  <a:pt x="1604010" y="255232"/>
                  <a:pt x="1604543" y="255766"/>
                </a:cubicBezTo>
                <a:cubicBezTo>
                  <a:pt x="1605876" y="257099"/>
                  <a:pt x="1626146" y="247765"/>
                  <a:pt x="1631213" y="243231"/>
                </a:cubicBezTo>
                <a:cubicBezTo>
                  <a:pt x="1633080" y="241631"/>
                  <a:pt x="1635213" y="240297"/>
                  <a:pt x="1636014" y="240297"/>
                </a:cubicBezTo>
                <a:cubicBezTo>
                  <a:pt x="1637880" y="240297"/>
                  <a:pt x="1644015" y="234696"/>
                  <a:pt x="1644015" y="233363"/>
                </a:cubicBezTo>
                <a:cubicBezTo>
                  <a:pt x="1644015" y="232829"/>
                  <a:pt x="1642148" y="233363"/>
                  <a:pt x="1640281" y="234163"/>
                </a:cubicBezTo>
                <a:cubicBezTo>
                  <a:pt x="1635480" y="236297"/>
                  <a:pt x="1635747" y="234963"/>
                  <a:pt x="1641081" y="231229"/>
                </a:cubicBezTo>
                <a:cubicBezTo>
                  <a:pt x="1644015" y="229096"/>
                  <a:pt x="1645081" y="228296"/>
                  <a:pt x="1644815" y="229629"/>
                </a:cubicBezTo>
                <a:cubicBezTo>
                  <a:pt x="1644548" y="230696"/>
                  <a:pt x="1645348" y="231229"/>
                  <a:pt x="1646682" y="231229"/>
                </a:cubicBezTo>
                <a:cubicBezTo>
                  <a:pt x="1648282" y="231229"/>
                  <a:pt x="1650415" y="230162"/>
                  <a:pt x="1651749" y="228296"/>
                </a:cubicBezTo>
                <a:cubicBezTo>
                  <a:pt x="1652549" y="227229"/>
                  <a:pt x="1653882" y="226162"/>
                  <a:pt x="1654949" y="226162"/>
                </a:cubicBezTo>
                <a:cubicBezTo>
                  <a:pt x="1655749" y="226162"/>
                  <a:pt x="1658416" y="223762"/>
                  <a:pt x="1661083" y="221361"/>
                </a:cubicBezTo>
                <a:cubicBezTo>
                  <a:pt x="1664817" y="217894"/>
                  <a:pt x="1664817" y="217094"/>
                  <a:pt x="1662150" y="218694"/>
                </a:cubicBezTo>
                <a:cubicBezTo>
                  <a:pt x="1660283" y="219761"/>
                  <a:pt x="1658150" y="221361"/>
                  <a:pt x="1657883" y="222161"/>
                </a:cubicBezTo>
                <a:cubicBezTo>
                  <a:pt x="1657616" y="222962"/>
                  <a:pt x="1656016" y="222962"/>
                  <a:pt x="1655216" y="222962"/>
                </a:cubicBezTo>
                <a:cubicBezTo>
                  <a:pt x="1654149" y="222695"/>
                  <a:pt x="1658950" y="218161"/>
                  <a:pt x="1665350" y="213360"/>
                </a:cubicBezTo>
                <a:cubicBezTo>
                  <a:pt x="1677619" y="204026"/>
                  <a:pt x="1679752" y="202959"/>
                  <a:pt x="1678152" y="206159"/>
                </a:cubicBezTo>
                <a:cubicBezTo>
                  <a:pt x="1677619" y="207226"/>
                  <a:pt x="1677619" y="207226"/>
                  <a:pt x="1678952" y="206693"/>
                </a:cubicBezTo>
                <a:cubicBezTo>
                  <a:pt x="1679752" y="206426"/>
                  <a:pt x="1680019" y="205093"/>
                  <a:pt x="1679752" y="204293"/>
                </a:cubicBezTo>
                <a:cubicBezTo>
                  <a:pt x="1679486" y="203759"/>
                  <a:pt x="1682686" y="200025"/>
                  <a:pt x="1686686" y="196558"/>
                </a:cubicBezTo>
                <a:cubicBezTo>
                  <a:pt x="1690954" y="192824"/>
                  <a:pt x="1694154" y="189624"/>
                  <a:pt x="1693621" y="188824"/>
                </a:cubicBezTo>
                <a:cubicBezTo>
                  <a:pt x="1693087" y="188024"/>
                  <a:pt x="1695488" y="186157"/>
                  <a:pt x="1698955" y="184290"/>
                </a:cubicBezTo>
                <a:cubicBezTo>
                  <a:pt x="1702422" y="182423"/>
                  <a:pt x="1706956" y="178689"/>
                  <a:pt x="1709089" y="176022"/>
                </a:cubicBezTo>
                <a:cubicBezTo>
                  <a:pt x="1711223" y="173355"/>
                  <a:pt x="1712290" y="171755"/>
                  <a:pt x="1710690" y="173089"/>
                </a:cubicBezTo>
                <a:cubicBezTo>
                  <a:pt x="1709356" y="174155"/>
                  <a:pt x="1708289" y="174689"/>
                  <a:pt x="1708289" y="174422"/>
                </a:cubicBezTo>
                <a:cubicBezTo>
                  <a:pt x="1708289" y="173889"/>
                  <a:pt x="1709890" y="172289"/>
                  <a:pt x="1712023" y="170688"/>
                </a:cubicBezTo>
                <a:cubicBezTo>
                  <a:pt x="1719757" y="164821"/>
                  <a:pt x="1763229" y="109081"/>
                  <a:pt x="1768297" y="95479"/>
                </a:cubicBezTo>
                <a:cubicBezTo>
                  <a:pt x="1769364" y="92545"/>
                  <a:pt x="1770964" y="88011"/>
                  <a:pt x="1772030" y="85611"/>
                </a:cubicBezTo>
                <a:cubicBezTo>
                  <a:pt x="1777631" y="73076"/>
                  <a:pt x="1778431" y="65075"/>
                  <a:pt x="1778698" y="58941"/>
                </a:cubicBezTo>
                <a:close/>
                <a:moveTo>
                  <a:pt x="1657616" y="17336"/>
                </a:moveTo>
                <a:cubicBezTo>
                  <a:pt x="1664817" y="17336"/>
                  <a:pt x="1676019" y="22670"/>
                  <a:pt x="1679486" y="29071"/>
                </a:cubicBezTo>
                <a:cubicBezTo>
                  <a:pt x="1683486" y="36538"/>
                  <a:pt x="1682686" y="46940"/>
                  <a:pt x="1677619" y="51207"/>
                </a:cubicBezTo>
                <a:cubicBezTo>
                  <a:pt x="1675485" y="53074"/>
                  <a:pt x="1674152" y="55741"/>
                  <a:pt x="1674152" y="56807"/>
                </a:cubicBezTo>
                <a:cubicBezTo>
                  <a:pt x="1674152" y="58141"/>
                  <a:pt x="1669618" y="63208"/>
                  <a:pt x="1664017" y="68542"/>
                </a:cubicBezTo>
                <a:cubicBezTo>
                  <a:pt x="1658416" y="73876"/>
                  <a:pt x="1649082" y="83744"/>
                  <a:pt x="1642948" y="90678"/>
                </a:cubicBezTo>
                <a:cubicBezTo>
                  <a:pt x="1636814" y="97613"/>
                  <a:pt x="1628012" y="108014"/>
                  <a:pt x="1623212" y="113348"/>
                </a:cubicBezTo>
                <a:cubicBezTo>
                  <a:pt x="1618411" y="118682"/>
                  <a:pt x="1612811" y="125616"/>
                  <a:pt x="1610677" y="128816"/>
                </a:cubicBezTo>
                <a:cubicBezTo>
                  <a:pt x="1607477" y="133617"/>
                  <a:pt x="1604810" y="138418"/>
                  <a:pt x="1600809" y="142685"/>
                </a:cubicBezTo>
                <a:cubicBezTo>
                  <a:pt x="1598409" y="145352"/>
                  <a:pt x="1596809" y="148019"/>
                  <a:pt x="1597075" y="148286"/>
                </a:cubicBezTo>
                <a:cubicBezTo>
                  <a:pt x="1597342" y="148552"/>
                  <a:pt x="1594142" y="152819"/>
                  <a:pt x="1589608" y="157887"/>
                </a:cubicBezTo>
                <a:cubicBezTo>
                  <a:pt x="1582140" y="166154"/>
                  <a:pt x="1576006" y="176289"/>
                  <a:pt x="1578406" y="176289"/>
                </a:cubicBezTo>
                <a:cubicBezTo>
                  <a:pt x="1578940" y="176289"/>
                  <a:pt x="1577073" y="178956"/>
                  <a:pt x="1573606" y="182423"/>
                </a:cubicBezTo>
                <a:cubicBezTo>
                  <a:pt x="1570405" y="185624"/>
                  <a:pt x="1567472" y="188824"/>
                  <a:pt x="1566672" y="188557"/>
                </a:cubicBezTo>
                <a:cubicBezTo>
                  <a:pt x="1565871" y="188557"/>
                  <a:pt x="1564805" y="190424"/>
                  <a:pt x="1564538" y="192291"/>
                </a:cubicBezTo>
                <a:cubicBezTo>
                  <a:pt x="1564271" y="194425"/>
                  <a:pt x="1561871" y="197358"/>
                  <a:pt x="1559737" y="199492"/>
                </a:cubicBezTo>
                <a:cubicBezTo>
                  <a:pt x="1557337" y="201892"/>
                  <a:pt x="1555470" y="204293"/>
                  <a:pt x="1555470" y="205626"/>
                </a:cubicBezTo>
                <a:cubicBezTo>
                  <a:pt x="1555470" y="206960"/>
                  <a:pt x="1554403" y="209093"/>
                  <a:pt x="1552803" y="210427"/>
                </a:cubicBezTo>
                <a:cubicBezTo>
                  <a:pt x="1550936" y="212027"/>
                  <a:pt x="1548269" y="214961"/>
                  <a:pt x="1546669" y="217894"/>
                </a:cubicBezTo>
                <a:cubicBezTo>
                  <a:pt x="1544002" y="222962"/>
                  <a:pt x="1543735" y="223495"/>
                  <a:pt x="1545602" y="227762"/>
                </a:cubicBezTo>
                <a:cubicBezTo>
                  <a:pt x="1546669" y="230162"/>
                  <a:pt x="1548269" y="232296"/>
                  <a:pt x="1548536" y="232296"/>
                </a:cubicBezTo>
                <a:cubicBezTo>
                  <a:pt x="1549069" y="232296"/>
                  <a:pt x="1550403" y="229896"/>
                  <a:pt x="1551470" y="227495"/>
                </a:cubicBezTo>
                <a:cubicBezTo>
                  <a:pt x="1553870" y="221895"/>
                  <a:pt x="1555203" y="220028"/>
                  <a:pt x="1565605" y="213894"/>
                </a:cubicBezTo>
                <a:cubicBezTo>
                  <a:pt x="1569605" y="211227"/>
                  <a:pt x="1580540" y="200559"/>
                  <a:pt x="1589874" y="190157"/>
                </a:cubicBezTo>
                <a:cubicBezTo>
                  <a:pt x="1596809" y="182423"/>
                  <a:pt x="1658950" y="116282"/>
                  <a:pt x="1661883" y="116282"/>
                </a:cubicBezTo>
                <a:cubicBezTo>
                  <a:pt x="1662417" y="116282"/>
                  <a:pt x="1666151" y="113081"/>
                  <a:pt x="1669884" y="109347"/>
                </a:cubicBezTo>
                <a:cubicBezTo>
                  <a:pt x="1679219" y="100013"/>
                  <a:pt x="1732292" y="55474"/>
                  <a:pt x="1734959" y="55474"/>
                </a:cubicBezTo>
                <a:cubicBezTo>
                  <a:pt x="1735759" y="55207"/>
                  <a:pt x="1740027" y="52807"/>
                  <a:pt x="1744560" y="49873"/>
                </a:cubicBezTo>
                <a:cubicBezTo>
                  <a:pt x="1750428" y="46139"/>
                  <a:pt x="1763496" y="39739"/>
                  <a:pt x="1770697" y="39739"/>
                </a:cubicBezTo>
                <a:cubicBezTo>
                  <a:pt x="1773097" y="39739"/>
                  <a:pt x="1775498" y="40272"/>
                  <a:pt x="1780032" y="41606"/>
                </a:cubicBezTo>
                <a:cubicBezTo>
                  <a:pt x="1796834" y="46406"/>
                  <a:pt x="1809635" y="63742"/>
                  <a:pt x="1809102" y="79477"/>
                </a:cubicBezTo>
                <a:cubicBezTo>
                  <a:pt x="1808835" y="87211"/>
                  <a:pt x="1806968" y="98413"/>
                  <a:pt x="1804834" y="103213"/>
                </a:cubicBezTo>
                <a:cubicBezTo>
                  <a:pt x="1803768" y="105614"/>
                  <a:pt x="1802168" y="110681"/>
                  <a:pt x="1801634" y="114415"/>
                </a:cubicBezTo>
                <a:cubicBezTo>
                  <a:pt x="1800834" y="120815"/>
                  <a:pt x="1796034" y="128816"/>
                  <a:pt x="1795233" y="133350"/>
                </a:cubicBezTo>
                <a:cubicBezTo>
                  <a:pt x="1794967" y="134684"/>
                  <a:pt x="1773364" y="164554"/>
                  <a:pt x="1770430" y="168021"/>
                </a:cubicBezTo>
                <a:cubicBezTo>
                  <a:pt x="1764296" y="175222"/>
                  <a:pt x="1723491" y="212827"/>
                  <a:pt x="1718957" y="214961"/>
                </a:cubicBezTo>
                <a:cubicBezTo>
                  <a:pt x="1717357" y="215761"/>
                  <a:pt x="1715757" y="216827"/>
                  <a:pt x="1715757" y="217361"/>
                </a:cubicBezTo>
                <a:cubicBezTo>
                  <a:pt x="1716024" y="218161"/>
                  <a:pt x="1712823" y="220828"/>
                  <a:pt x="1709356" y="223495"/>
                </a:cubicBezTo>
                <a:cubicBezTo>
                  <a:pt x="1705622" y="226162"/>
                  <a:pt x="1698155" y="231763"/>
                  <a:pt x="1692554" y="235763"/>
                </a:cubicBezTo>
                <a:cubicBezTo>
                  <a:pt x="1663750" y="256299"/>
                  <a:pt x="1655216" y="262967"/>
                  <a:pt x="1646948" y="264033"/>
                </a:cubicBezTo>
                <a:cubicBezTo>
                  <a:pt x="1644815" y="264300"/>
                  <a:pt x="1640281" y="266167"/>
                  <a:pt x="1637347" y="267500"/>
                </a:cubicBezTo>
                <a:cubicBezTo>
                  <a:pt x="1630946" y="270434"/>
                  <a:pt x="1624012" y="273101"/>
                  <a:pt x="1613878" y="274968"/>
                </a:cubicBezTo>
                <a:cubicBezTo>
                  <a:pt x="1607743" y="276035"/>
                  <a:pt x="1607210" y="276568"/>
                  <a:pt x="1606943" y="281102"/>
                </a:cubicBezTo>
                <a:cubicBezTo>
                  <a:pt x="1606410" y="289370"/>
                  <a:pt x="1617878" y="316573"/>
                  <a:pt x="1633880" y="342710"/>
                </a:cubicBezTo>
                <a:cubicBezTo>
                  <a:pt x="1637614" y="348844"/>
                  <a:pt x="1640014" y="354711"/>
                  <a:pt x="1640548" y="356045"/>
                </a:cubicBezTo>
                <a:cubicBezTo>
                  <a:pt x="1641081" y="357378"/>
                  <a:pt x="1641348" y="358445"/>
                  <a:pt x="1642681" y="358178"/>
                </a:cubicBezTo>
                <a:cubicBezTo>
                  <a:pt x="1644015" y="357912"/>
                  <a:pt x="1645081" y="359245"/>
                  <a:pt x="1645081" y="360312"/>
                </a:cubicBezTo>
                <a:cubicBezTo>
                  <a:pt x="1645081" y="364313"/>
                  <a:pt x="1654416" y="375514"/>
                  <a:pt x="1657350" y="375247"/>
                </a:cubicBezTo>
                <a:cubicBezTo>
                  <a:pt x="1658150" y="375247"/>
                  <a:pt x="1658950" y="376047"/>
                  <a:pt x="1658950" y="377381"/>
                </a:cubicBezTo>
                <a:cubicBezTo>
                  <a:pt x="1658950" y="378448"/>
                  <a:pt x="1659750" y="379781"/>
                  <a:pt x="1660817" y="380048"/>
                </a:cubicBezTo>
                <a:cubicBezTo>
                  <a:pt x="1662150" y="380315"/>
                  <a:pt x="1662150" y="381115"/>
                  <a:pt x="1660817" y="382448"/>
                </a:cubicBezTo>
                <a:cubicBezTo>
                  <a:pt x="1659216" y="384048"/>
                  <a:pt x="1659216" y="384048"/>
                  <a:pt x="1661883" y="384582"/>
                </a:cubicBezTo>
                <a:cubicBezTo>
                  <a:pt x="1665884" y="385382"/>
                  <a:pt x="1672818" y="390983"/>
                  <a:pt x="1672018" y="392316"/>
                </a:cubicBezTo>
                <a:cubicBezTo>
                  <a:pt x="1670951" y="394183"/>
                  <a:pt x="1676552" y="398717"/>
                  <a:pt x="1680552" y="398717"/>
                </a:cubicBezTo>
                <a:cubicBezTo>
                  <a:pt x="1682419" y="398717"/>
                  <a:pt x="1683486" y="399517"/>
                  <a:pt x="1683486" y="400584"/>
                </a:cubicBezTo>
                <a:cubicBezTo>
                  <a:pt x="1683486" y="401651"/>
                  <a:pt x="1684820" y="402184"/>
                  <a:pt x="1686953" y="402184"/>
                </a:cubicBezTo>
                <a:cubicBezTo>
                  <a:pt x="1689087" y="402184"/>
                  <a:pt x="1694154" y="404051"/>
                  <a:pt x="1698421" y="406718"/>
                </a:cubicBezTo>
                <a:cubicBezTo>
                  <a:pt x="1702955" y="409385"/>
                  <a:pt x="1707489" y="411518"/>
                  <a:pt x="1708823" y="411518"/>
                </a:cubicBezTo>
                <a:cubicBezTo>
                  <a:pt x="1710156" y="411518"/>
                  <a:pt x="1713090" y="412052"/>
                  <a:pt x="1715224" y="413385"/>
                </a:cubicBezTo>
                <a:cubicBezTo>
                  <a:pt x="1720024" y="415519"/>
                  <a:pt x="1726692" y="416586"/>
                  <a:pt x="1733626" y="416586"/>
                </a:cubicBezTo>
                <a:cubicBezTo>
                  <a:pt x="1742694" y="416586"/>
                  <a:pt x="1752028" y="414985"/>
                  <a:pt x="1758162" y="411785"/>
                </a:cubicBezTo>
                <a:cubicBezTo>
                  <a:pt x="1765630" y="408051"/>
                  <a:pt x="1778698" y="394716"/>
                  <a:pt x="1783499" y="386982"/>
                </a:cubicBezTo>
                <a:cubicBezTo>
                  <a:pt x="1785099" y="384315"/>
                  <a:pt x="1786166" y="382982"/>
                  <a:pt x="1786966" y="382982"/>
                </a:cubicBezTo>
                <a:cubicBezTo>
                  <a:pt x="1787766" y="382982"/>
                  <a:pt x="1788299" y="384048"/>
                  <a:pt x="1788833" y="385649"/>
                </a:cubicBezTo>
                <a:cubicBezTo>
                  <a:pt x="1790166" y="389382"/>
                  <a:pt x="1782432" y="401384"/>
                  <a:pt x="1773097" y="410718"/>
                </a:cubicBezTo>
                <a:cubicBezTo>
                  <a:pt x="1768830" y="414985"/>
                  <a:pt x="1765096" y="419253"/>
                  <a:pt x="1765363" y="420320"/>
                </a:cubicBezTo>
                <a:cubicBezTo>
                  <a:pt x="1765630" y="421386"/>
                  <a:pt x="1765096" y="422186"/>
                  <a:pt x="1764830" y="422186"/>
                </a:cubicBezTo>
                <a:cubicBezTo>
                  <a:pt x="1764563" y="422453"/>
                  <a:pt x="1757362" y="424053"/>
                  <a:pt x="1749361" y="426187"/>
                </a:cubicBezTo>
                <a:cubicBezTo>
                  <a:pt x="1736293" y="429654"/>
                  <a:pt x="1725358" y="431521"/>
                  <a:pt x="1715224" y="431521"/>
                </a:cubicBezTo>
                <a:cubicBezTo>
                  <a:pt x="1708289" y="431521"/>
                  <a:pt x="1701888" y="430721"/>
                  <a:pt x="1695221" y="429121"/>
                </a:cubicBezTo>
                <a:cubicBezTo>
                  <a:pt x="1670951" y="424053"/>
                  <a:pt x="1656816" y="417653"/>
                  <a:pt x="1625879" y="389649"/>
                </a:cubicBezTo>
                <a:cubicBezTo>
                  <a:pt x="1620545" y="384848"/>
                  <a:pt x="1610677" y="373647"/>
                  <a:pt x="1610677" y="371780"/>
                </a:cubicBezTo>
                <a:cubicBezTo>
                  <a:pt x="1610677" y="370713"/>
                  <a:pt x="1609877" y="370180"/>
                  <a:pt x="1609077" y="370180"/>
                </a:cubicBezTo>
                <a:cubicBezTo>
                  <a:pt x="1608277" y="370180"/>
                  <a:pt x="1606677" y="368313"/>
                  <a:pt x="1605076" y="365379"/>
                </a:cubicBezTo>
                <a:cubicBezTo>
                  <a:pt x="1603743" y="362979"/>
                  <a:pt x="1601342" y="359512"/>
                  <a:pt x="1599742" y="357912"/>
                </a:cubicBezTo>
                <a:cubicBezTo>
                  <a:pt x="1598142" y="356311"/>
                  <a:pt x="1594142" y="350177"/>
                  <a:pt x="1590941" y="344310"/>
                </a:cubicBezTo>
                <a:cubicBezTo>
                  <a:pt x="1578406" y="321107"/>
                  <a:pt x="1576273" y="319240"/>
                  <a:pt x="1575206" y="318440"/>
                </a:cubicBezTo>
                <a:cubicBezTo>
                  <a:pt x="1574406" y="317907"/>
                  <a:pt x="1571472" y="311773"/>
                  <a:pt x="1568538" y="304305"/>
                </a:cubicBezTo>
                <a:cubicBezTo>
                  <a:pt x="1565605" y="296837"/>
                  <a:pt x="1562671" y="290970"/>
                  <a:pt x="1562138" y="290970"/>
                </a:cubicBezTo>
                <a:cubicBezTo>
                  <a:pt x="1561071" y="290970"/>
                  <a:pt x="1555203" y="274701"/>
                  <a:pt x="1552803" y="266434"/>
                </a:cubicBezTo>
                <a:cubicBezTo>
                  <a:pt x="1552270" y="263767"/>
                  <a:pt x="1551203" y="261366"/>
                  <a:pt x="1550670" y="261100"/>
                </a:cubicBezTo>
                <a:cubicBezTo>
                  <a:pt x="1549336" y="260300"/>
                  <a:pt x="1531734" y="282169"/>
                  <a:pt x="1515998" y="304572"/>
                </a:cubicBezTo>
                <a:cubicBezTo>
                  <a:pt x="1499463" y="328308"/>
                  <a:pt x="1474127" y="371247"/>
                  <a:pt x="1461325" y="394450"/>
                </a:cubicBezTo>
                <a:cubicBezTo>
                  <a:pt x="1458391" y="399784"/>
                  <a:pt x="1453857" y="408585"/>
                  <a:pt x="1450924" y="413652"/>
                </a:cubicBezTo>
                <a:cubicBezTo>
                  <a:pt x="1447990" y="418719"/>
                  <a:pt x="1444256" y="425120"/>
                  <a:pt x="1442923" y="427787"/>
                </a:cubicBezTo>
                <a:cubicBezTo>
                  <a:pt x="1441589" y="430454"/>
                  <a:pt x="1439456" y="432588"/>
                  <a:pt x="1437589" y="432588"/>
                </a:cubicBezTo>
                <a:cubicBezTo>
                  <a:pt x="1435988" y="432588"/>
                  <a:pt x="1433855" y="433921"/>
                  <a:pt x="1433055" y="435788"/>
                </a:cubicBezTo>
                <a:cubicBezTo>
                  <a:pt x="1432255" y="437655"/>
                  <a:pt x="1430388" y="438455"/>
                  <a:pt x="1428788" y="438455"/>
                </a:cubicBezTo>
                <a:cubicBezTo>
                  <a:pt x="1427187" y="438455"/>
                  <a:pt x="1425587" y="437922"/>
                  <a:pt x="1423720" y="436322"/>
                </a:cubicBezTo>
                <a:cubicBezTo>
                  <a:pt x="1411186" y="426720"/>
                  <a:pt x="1405852" y="392049"/>
                  <a:pt x="1413319" y="368580"/>
                </a:cubicBezTo>
                <a:cubicBezTo>
                  <a:pt x="1418653" y="352844"/>
                  <a:pt x="1421053" y="345910"/>
                  <a:pt x="1422120" y="345910"/>
                </a:cubicBezTo>
                <a:cubicBezTo>
                  <a:pt x="1422654" y="345910"/>
                  <a:pt x="1423720" y="343777"/>
                  <a:pt x="1423987" y="340576"/>
                </a:cubicBezTo>
                <a:cubicBezTo>
                  <a:pt x="1424254" y="337909"/>
                  <a:pt x="1425320" y="335509"/>
                  <a:pt x="1426121" y="335509"/>
                </a:cubicBezTo>
                <a:cubicBezTo>
                  <a:pt x="1426921" y="335509"/>
                  <a:pt x="1427454" y="334442"/>
                  <a:pt x="1427454" y="333109"/>
                </a:cubicBezTo>
                <a:cubicBezTo>
                  <a:pt x="1427454" y="332042"/>
                  <a:pt x="1427721" y="330975"/>
                  <a:pt x="1428788" y="330975"/>
                </a:cubicBezTo>
                <a:cubicBezTo>
                  <a:pt x="1429588" y="330708"/>
                  <a:pt x="1430121" y="330175"/>
                  <a:pt x="1430121" y="329375"/>
                </a:cubicBezTo>
                <a:cubicBezTo>
                  <a:pt x="1430121" y="327241"/>
                  <a:pt x="1435188" y="317907"/>
                  <a:pt x="1437856" y="316573"/>
                </a:cubicBezTo>
                <a:cubicBezTo>
                  <a:pt x="1438922" y="316040"/>
                  <a:pt x="1439722" y="314440"/>
                  <a:pt x="1439722" y="313373"/>
                </a:cubicBezTo>
                <a:cubicBezTo>
                  <a:pt x="1439456" y="312039"/>
                  <a:pt x="1440522" y="310706"/>
                  <a:pt x="1441589" y="310172"/>
                </a:cubicBezTo>
                <a:cubicBezTo>
                  <a:pt x="1442923" y="309639"/>
                  <a:pt x="1443723" y="308306"/>
                  <a:pt x="1443723" y="307239"/>
                </a:cubicBezTo>
                <a:cubicBezTo>
                  <a:pt x="1443723" y="305905"/>
                  <a:pt x="1444790" y="304838"/>
                  <a:pt x="1445856" y="304838"/>
                </a:cubicBezTo>
                <a:cubicBezTo>
                  <a:pt x="1447457" y="304838"/>
                  <a:pt x="1448257" y="304038"/>
                  <a:pt x="1447457" y="302705"/>
                </a:cubicBezTo>
                <a:cubicBezTo>
                  <a:pt x="1446657" y="301638"/>
                  <a:pt x="1447990" y="298438"/>
                  <a:pt x="1449857" y="296037"/>
                </a:cubicBezTo>
                <a:cubicBezTo>
                  <a:pt x="1451724" y="293637"/>
                  <a:pt x="1453324" y="290970"/>
                  <a:pt x="1453324" y="290703"/>
                </a:cubicBezTo>
                <a:cubicBezTo>
                  <a:pt x="1452791" y="288836"/>
                  <a:pt x="1457324" y="280835"/>
                  <a:pt x="1458658" y="280835"/>
                </a:cubicBezTo>
                <a:cubicBezTo>
                  <a:pt x="1459191" y="280835"/>
                  <a:pt x="1460792" y="278435"/>
                  <a:pt x="1462125" y="276035"/>
                </a:cubicBezTo>
                <a:cubicBezTo>
                  <a:pt x="1463459" y="273635"/>
                  <a:pt x="1464525" y="272034"/>
                  <a:pt x="1465859" y="272568"/>
                </a:cubicBezTo>
                <a:cubicBezTo>
                  <a:pt x="1466926" y="273101"/>
                  <a:pt x="1466926" y="272834"/>
                  <a:pt x="1466126" y="271768"/>
                </a:cubicBezTo>
                <a:cubicBezTo>
                  <a:pt x="1465326" y="270701"/>
                  <a:pt x="1467192" y="267234"/>
                  <a:pt x="1470126" y="263233"/>
                </a:cubicBezTo>
                <a:cubicBezTo>
                  <a:pt x="1472793" y="259766"/>
                  <a:pt x="1474927" y="255766"/>
                  <a:pt x="1474927" y="254966"/>
                </a:cubicBezTo>
                <a:cubicBezTo>
                  <a:pt x="1474927" y="254165"/>
                  <a:pt x="1475460" y="253365"/>
                  <a:pt x="1475994" y="253365"/>
                </a:cubicBezTo>
                <a:cubicBezTo>
                  <a:pt x="1476794" y="253365"/>
                  <a:pt x="1478127" y="251232"/>
                  <a:pt x="1478661" y="248831"/>
                </a:cubicBezTo>
                <a:cubicBezTo>
                  <a:pt x="1479194" y="246164"/>
                  <a:pt x="1481061" y="243764"/>
                  <a:pt x="1482394" y="243231"/>
                </a:cubicBezTo>
                <a:cubicBezTo>
                  <a:pt x="1483461" y="242697"/>
                  <a:pt x="1484528" y="241631"/>
                  <a:pt x="1484528" y="240564"/>
                </a:cubicBezTo>
                <a:cubicBezTo>
                  <a:pt x="1484261" y="239497"/>
                  <a:pt x="1486128" y="236563"/>
                  <a:pt x="1488528" y="233896"/>
                </a:cubicBezTo>
                <a:cubicBezTo>
                  <a:pt x="1490929" y="231229"/>
                  <a:pt x="1492529" y="228296"/>
                  <a:pt x="1492529" y="227762"/>
                </a:cubicBezTo>
                <a:cubicBezTo>
                  <a:pt x="1492529" y="226695"/>
                  <a:pt x="1493062" y="224562"/>
                  <a:pt x="1501330" y="214961"/>
                </a:cubicBezTo>
                <a:cubicBezTo>
                  <a:pt x="1502930" y="213094"/>
                  <a:pt x="1504264" y="210960"/>
                  <a:pt x="1504264" y="210160"/>
                </a:cubicBezTo>
                <a:cubicBezTo>
                  <a:pt x="1503997" y="209627"/>
                  <a:pt x="1504797" y="208560"/>
                  <a:pt x="1505597" y="208026"/>
                </a:cubicBezTo>
                <a:cubicBezTo>
                  <a:pt x="1506664" y="207493"/>
                  <a:pt x="1507998" y="204826"/>
                  <a:pt x="1509331" y="202692"/>
                </a:cubicBezTo>
                <a:cubicBezTo>
                  <a:pt x="1510665" y="200292"/>
                  <a:pt x="1512532" y="198425"/>
                  <a:pt x="1513598" y="198692"/>
                </a:cubicBezTo>
                <a:cubicBezTo>
                  <a:pt x="1514398" y="198959"/>
                  <a:pt x="1515198" y="197358"/>
                  <a:pt x="1515465" y="195758"/>
                </a:cubicBezTo>
                <a:cubicBezTo>
                  <a:pt x="1515732" y="193891"/>
                  <a:pt x="1517065" y="191491"/>
                  <a:pt x="1518666" y="190157"/>
                </a:cubicBezTo>
                <a:cubicBezTo>
                  <a:pt x="1520266" y="188824"/>
                  <a:pt x="1521066" y="187757"/>
                  <a:pt x="1520532" y="187490"/>
                </a:cubicBezTo>
                <a:cubicBezTo>
                  <a:pt x="1519466" y="186957"/>
                  <a:pt x="1522666" y="182957"/>
                  <a:pt x="1527467" y="176289"/>
                </a:cubicBezTo>
                <a:cubicBezTo>
                  <a:pt x="1528800" y="174422"/>
                  <a:pt x="1531734" y="170688"/>
                  <a:pt x="1533601" y="167488"/>
                </a:cubicBezTo>
                <a:cubicBezTo>
                  <a:pt x="1535468" y="164288"/>
                  <a:pt x="1537868" y="161621"/>
                  <a:pt x="1538401" y="161887"/>
                </a:cubicBezTo>
                <a:cubicBezTo>
                  <a:pt x="1539468" y="161887"/>
                  <a:pt x="1541335" y="159220"/>
                  <a:pt x="1542402" y="155753"/>
                </a:cubicBezTo>
                <a:cubicBezTo>
                  <a:pt x="1543469" y="152286"/>
                  <a:pt x="1547469" y="146685"/>
                  <a:pt x="1550936" y="142952"/>
                </a:cubicBezTo>
                <a:cubicBezTo>
                  <a:pt x="1554137" y="139484"/>
                  <a:pt x="1557870" y="134951"/>
                  <a:pt x="1558937" y="132817"/>
                </a:cubicBezTo>
                <a:cubicBezTo>
                  <a:pt x="1560004" y="130683"/>
                  <a:pt x="1562404" y="127216"/>
                  <a:pt x="1564271" y="124283"/>
                </a:cubicBezTo>
                <a:cubicBezTo>
                  <a:pt x="1569338" y="117615"/>
                  <a:pt x="1574406" y="110414"/>
                  <a:pt x="1580273" y="104013"/>
                </a:cubicBezTo>
                <a:cubicBezTo>
                  <a:pt x="1582407" y="101613"/>
                  <a:pt x="1589608" y="91478"/>
                  <a:pt x="1603209" y="71743"/>
                </a:cubicBezTo>
                <a:cubicBezTo>
                  <a:pt x="1613611" y="56007"/>
                  <a:pt x="1625346" y="40272"/>
                  <a:pt x="1637880" y="26404"/>
                </a:cubicBezTo>
                <a:cubicBezTo>
                  <a:pt x="1640814" y="23203"/>
                  <a:pt x="1652282" y="17336"/>
                  <a:pt x="1657616" y="17336"/>
                </a:cubicBezTo>
                <a:close/>
                <a:moveTo>
                  <a:pt x="208331" y="0"/>
                </a:moveTo>
                <a:cubicBezTo>
                  <a:pt x="211798" y="0"/>
                  <a:pt x="214998" y="534"/>
                  <a:pt x="217132" y="1601"/>
                </a:cubicBezTo>
                <a:cubicBezTo>
                  <a:pt x="226733" y="6401"/>
                  <a:pt x="229933" y="13869"/>
                  <a:pt x="226733" y="21070"/>
                </a:cubicBezTo>
                <a:cubicBezTo>
                  <a:pt x="225666" y="23470"/>
                  <a:pt x="216598" y="34671"/>
                  <a:pt x="206730" y="46139"/>
                </a:cubicBezTo>
                <a:cubicBezTo>
                  <a:pt x="196863" y="57608"/>
                  <a:pt x="188862" y="67475"/>
                  <a:pt x="188862" y="68542"/>
                </a:cubicBezTo>
                <a:cubicBezTo>
                  <a:pt x="188862" y="69342"/>
                  <a:pt x="188328" y="70142"/>
                  <a:pt x="187528" y="70142"/>
                </a:cubicBezTo>
                <a:cubicBezTo>
                  <a:pt x="186195" y="70142"/>
                  <a:pt x="182461" y="74410"/>
                  <a:pt x="174460" y="85611"/>
                </a:cubicBezTo>
                <a:cubicBezTo>
                  <a:pt x="170993" y="90412"/>
                  <a:pt x="167526" y="95212"/>
                  <a:pt x="166459" y="96279"/>
                </a:cubicBezTo>
                <a:cubicBezTo>
                  <a:pt x="165392" y="97346"/>
                  <a:pt x="164325" y="99746"/>
                  <a:pt x="163792" y="101613"/>
                </a:cubicBezTo>
                <a:cubicBezTo>
                  <a:pt x="163258" y="103213"/>
                  <a:pt x="160858" y="105880"/>
                  <a:pt x="157924" y="107480"/>
                </a:cubicBezTo>
                <a:cubicBezTo>
                  <a:pt x="155257" y="109081"/>
                  <a:pt x="153657" y="110414"/>
                  <a:pt x="154457" y="110681"/>
                </a:cubicBezTo>
                <a:cubicBezTo>
                  <a:pt x="155257" y="110948"/>
                  <a:pt x="154991" y="113348"/>
                  <a:pt x="153391" y="117615"/>
                </a:cubicBezTo>
                <a:cubicBezTo>
                  <a:pt x="152057" y="121349"/>
                  <a:pt x="150190" y="123482"/>
                  <a:pt x="149390" y="123482"/>
                </a:cubicBezTo>
                <a:cubicBezTo>
                  <a:pt x="148323" y="123216"/>
                  <a:pt x="147790" y="124549"/>
                  <a:pt x="147790" y="126950"/>
                </a:cubicBezTo>
                <a:cubicBezTo>
                  <a:pt x="148056" y="130417"/>
                  <a:pt x="147256" y="131483"/>
                  <a:pt x="144589" y="132284"/>
                </a:cubicBezTo>
                <a:cubicBezTo>
                  <a:pt x="142189" y="133084"/>
                  <a:pt x="141922" y="133884"/>
                  <a:pt x="142989" y="134417"/>
                </a:cubicBezTo>
                <a:cubicBezTo>
                  <a:pt x="144323" y="135217"/>
                  <a:pt x="144056" y="135484"/>
                  <a:pt x="142189" y="135751"/>
                </a:cubicBezTo>
                <a:cubicBezTo>
                  <a:pt x="140322" y="136017"/>
                  <a:pt x="139522" y="136817"/>
                  <a:pt x="139522" y="138951"/>
                </a:cubicBezTo>
                <a:cubicBezTo>
                  <a:pt x="139255" y="140551"/>
                  <a:pt x="138455" y="142685"/>
                  <a:pt x="137922" y="142952"/>
                </a:cubicBezTo>
                <a:cubicBezTo>
                  <a:pt x="137122" y="143485"/>
                  <a:pt x="136588" y="144552"/>
                  <a:pt x="136855" y="145085"/>
                </a:cubicBezTo>
                <a:cubicBezTo>
                  <a:pt x="137655" y="146952"/>
                  <a:pt x="130454" y="156020"/>
                  <a:pt x="128854" y="155220"/>
                </a:cubicBezTo>
                <a:cubicBezTo>
                  <a:pt x="125920" y="154420"/>
                  <a:pt x="120320" y="160820"/>
                  <a:pt x="120586" y="164821"/>
                </a:cubicBezTo>
                <a:cubicBezTo>
                  <a:pt x="120586" y="168288"/>
                  <a:pt x="121920" y="168288"/>
                  <a:pt x="122453" y="162421"/>
                </a:cubicBezTo>
                <a:cubicBezTo>
                  <a:pt x="122453" y="161354"/>
                  <a:pt x="123520" y="160820"/>
                  <a:pt x="124320" y="161354"/>
                </a:cubicBezTo>
                <a:cubicBezTo>
                  <a:pt x="125387" y="162154"/>
                  <a:pt x="125387" y="162954"/>
                  <a:pt x="124587" y="163754"/>
                </a:cubicBezTo>
                <a:cubicBezTo>
                  <a:pt x="123520" y="164821"/>
                  <a:pt x="123253" y="166421"/>
                  <a:pt x="123253" y="168021"/>
                </a:cubicBezTo>
                <a:cubicBezTo>
                  <a:pt x="123253" y="169355"/>
                  <a:pt x="122720" y="170422"/>
                  <a:pt x="121920" y="170688"/>
                </a:cubicBezTo>
                <a:cubicBezTo>
                  <a:pt x="121120" y="170688"/>
                  <a:pt x="120320" y="172022"/>
                  <a:pt x="119786" y="173089"/>
                </a:cubicBezTo>
                <a:cubicBezTo>
                  <a:pt x="117653" y="177356"/>
                  <a:pt x="114986" y="181356"/>
                  <a:pt x="112052" y="185090"/>
                </a:cubicBezTo>
                <a:cubicBezTo>
                  <a:pt x="109918" y="187757"/>
                  <a:pt x="108051" y="191758"/>
                  <a:pt x="107785" y="193891"/>
                </a:cubicBezTo>
                <a:cubicBezTo>
                  <a:pt x="107251" y="197892"/>
                  <a:pt x="104851" y="201359"/>
                  <a:pt x="102717" y="201092"/>
                </a:cubicBezTo>
                <a:cubicBezTo>
                  <a:pt x="99250" y="200559"/>
                  <a:pt x="97917" y="201359"/>
                  <a:pt x="99517" y="203226"/>
                </a:cubicBezTo>
                <a:cubicBezTo>
                  <a:pt x="100584" y="204559"/>
                  <a:pt x="100851" y="205893"/>
                  <a:pt x="98984" y="207760"/>
                </a:cubicBezTo>
                <a:cubicBezTo>
                  <a:pt x="97650" y="209093"/>
                  <a:pt x="97383" y="209893"/>
                  <a:pt x="97917" y="208826"/>
                </a:cubicBezTo>
                <a:cubicBezTo>
                  <a:pt x="99517" y="205626"/>
                  <a:pt x="96317" y="206426"/>
                  <a:pt x="93116" y="210427"/>
                </a:cubicBezTo>
                <a:cubicBezTo>
                  <a:pt x="89649" y="214694"/>
                  <a:pt x="90716" y="215761"/>
                  <a:pt x="94983" y="212560"/>
                </a:cubicBezTo>
                <a:cubicBezTo>
                  <a:pt x="96050" y="211760"/>
                  <a:pt x="97117" y="211493"/>
                  <a:pt x="97650" y="211493"/>
                </a:cubicBezTo>
                <a:cubicBezTo>
                  <a:pt x="99250" y="211493"/>
                  <a:pt x="98717" y="213360"/>
                  <a:pt x="95783" y="215761"/>
                </a:cubicBezTo>
                <a:cubicBezTo>
                  <a:pt x="93650" y="217094"/>
                  <a:pt x="92583" y="219228"/>
                  <a:pt x="93116" y="219761"/>
                </a:cubicBezTo>
                <a:cubicBezTo>
                  <a:pt x="93650" y="220295"/>
                  <a:pt x="92850" y="221895"/>
                  <a:pt x="91783" y="222962"/>
                </a:cubicBezTo>
                <a:cubicBezTo>
                  <a:pt x="89916" y="224828"/>
                  <a:pt x="89382" y="224562"/>
                  <a:pt x="88849" y="223228"/>
                </a:cubicBezTo>
                <a:cubicBezTo>
                  <a:pt x="88582" y="222428"/>
                  <a:pt x="87516" y="221895"/>
                  <a:pt x="86182" y="221895"/>
                </a:cubicBezTo>
                <a:cubicBezTo>
                  <a:pt x="84315" y="221628"/>
                  <a:pt x="84582" y="222428"/>
                  <a:pt x="86982" y="224028"/>
                </a:cubicBezTo>
                <a:lnTo>
                  <a:pt x="89916" y="225895"/>
                </a:lnTo>
                <a:lnTo>
                  <a:pt x="86715" y="231229"/>
                </a:lnTo>
                <a:cubicBezTo>
                  <a:pt x="84582" y="234163"/>
                  <a:pt x="81915" y="237897"/>
                  <a:pt x="80848" y="239230"/>
                </a:cubicBezTo>
                <a:cubicBezTo>
                  <a:pt x="79515" y="240830"/>
                  <a:pt x="78714" y="241897"/>
                  <a:pt x="79515" y="241897"/>
                </a:cubicBezTo>
                <a:cubicBezTo>
                  <a:pt x="80315" y="241897"/>
                  <a:pt x="79248" y="242431"/>
                  <a:pt x="77648" y="243231"/>
                </a:cubicBezTo>
                <a:cubicBezTo>
                  <a:pt x="74981" y="244564"/>
                  <a:pt x="74447" y="244298"/>
                  <a:pt x="76848" y="245364"/>
                </a:cubicBezTo>
                <a:cubicBezTo>
                  <a:pt x="78714" y="246164"/>
                  <a:pt x="80048" y="245631"/>
                  <a:pt x="81915" y="242431"/>
                </a:cubicBezTo>
                <a:cubicBezTo>
                  <a:pt x="83248" y="240030"/>
                  <a:pt x="88582" y="232829"/>
                  <a:pt x="93916" y="225629"/>
                </a:cubicBezTo>
                <a:cubicBezTo>
                  <a:pt x="99250" y="218428"/>
                  <a:pt x="108852" y="204559"/>
                  <a:pt x="115786" y="194691"/>
                </a:cubicBezTo>
                <a:cubicBezTo>
                  <a:pt x="130454" y="173622"/>
                  <a:pt x="178727" y="109081"/>
                  <a:pt x="199796" y="94946"/>
                </a:cubicBezTo>
                <a:cubicBezTo>
                  <a:pt x="201396" y="93879"/>
                  <a:pt x="207797" y="86678"/>
                  <a:pt x="214465" y="79744"/>
                </a:cubicBezTo>
                <a:cubicBezTo>
                  <a:pt x="221666" y="72009"/>
                  <a:pt x="259004" y="35205"/>
                  <a:pt x="261937" y="35205"/>
                </a:cubicBezTo>
                <a:cubicBezTo>
                  <a:pt x="262471" y="34938"/>
                  <a:pt x="265671" y="33071"/>
                  <a:pt x="268872" y="30671"/>
                </a:cubicBezTo>
                <a:cubicBezTo>
                  <a:pt x="276606" y="24803"/>
                  <a:pt x="288341" y="20536"/>
                  <a:pt x="295275" y="21336"/>
                </a:cubicBezTo>
                <a:cubicBezTo>
                  <a:pt x="311010" y="22670"/>
                  <a:pt x="332346" y="49073"/>
                  <a:pt x="336347" y="72543"/>
                </a:cubicBezTo>
                <a:cubicBezTo>
                  <a:pt x="340347" y="96546"/>
                  <a:pt x="334746" y="124816"/>
                  <a:pt x="316077" y="167488"/>
                </a:cubicBezTo>
                <a:cubicBezTo>
                  <a:pt x="308076" y="185890"/>
                  <a:pt x="307010" y="187224"/>
                  <a:pt x="293675" y="210693"/>
                </a:cubicBezTo>
                <a:cubicBezTo>
                  <a:pt x="289141" y="218694"/>
                  <a:pt x="285674" y="225629"/>
                  <a:pt x="285940" y="226429"/>
                </a:cubicBezTo>
                <a:cubicBezTo>
                  <a:pt x="286207" y="226962"/>
                  <a:pt x="285674" y="227495"/>
                  <a:pt x="285140" y="227495"/>
                </a:cubicBezTo>
                <a:cubicBezTo>
                  <a:pt x="284340" y="227495"/>
                  <a:pt x="280873" y="232296"/>
                  <a:pt x="276606" y="238697"/>
                </a:cubicBezTo>
                <a:cubicBezTo>
                  <a:pt x="266205" y="254432"/>
                  <a:pt x="265404" y="256566"/>
                  <a:pt x="259804" y="263233"/>
                </a:cubicBezTo>
                <a:cubicBezTo>
                  <a:pt x="258470" y="264833"/>
                  <a:pt x="256870" y="266967"/>
                  <a:pt x="255803" y="268834"/>
                </a:cubicBezTo>
                <a:lnTo>
                  <a:pt x="255803" y="269901"/>
                </a:lnTo>
                <a:lnTo>
                  <a:pt x="256070" y="272568"/>
                </a:lnTo>
                <a:lnTo>
                  <a:pt x="257670" y="270167"/>
                </a:lnTo>
                <a:cubicBezTo>
                  <a:pt x="258737" y="268567"/>
                  <a:pt x="259537" y="267767"/>
                  <a:pt x="259537" y="267500"/>
                </a:cubicBezTo>
                <a:cubicBezTo>
                  <a:pt x="261671" y="267234"/>
                  <a:pt x="275006" y="268567"/>
                  <a:pt x="278206" y="269367"/>
                </a:cubicBezTo>
                <a:cubicBezTo>
                  <a:pt x="280606" y="269901"/>
                  <a:pt x="283273" y="270434"/>
                  <a:pt x="283807" y="270701"/>
                </a:cubicBezTo>
                <a:cubicBezTo>
                  <a:pt x="285674" y="270701"/>
                  <a:pt x="291541" y="271768"/>
                  <a:pt x="293408" y="272834"/>
                </a:cubicBezTo>
                <a:cubicBezTo>
                  <a:pt x="294208" y="273368"/>
                  <a:pt x="295808" y="273368"/>
                  <a:pt x="296875" y="273368"/>
                </a:cubicBezTo>
                <a:cubicBezTo>
                  <a:pt x="298209" y="273101"/>
                  <a:pt x="308076" y="280302"/>
                  <a:pt x="308343" y="281902"/>
                </a:cubicBezTo>
                <a:cubicBezTo>
                  <a:pt x="308343" y="282436"/>
                  <a:pt x="310743" y="284836"/>
                  <a:pt x="313944" y="286970"/>
                </a:cubicBezTo>
                <a:lnTo>
                  <a:pt x="316209" y="288989"/>
                </a:lnTo>
                <a:lnTo>
                  <a:pt x="317322" y="286828"/>
                </a:lnTo>
                <a:cubicBezTo>
                  <a:pt x="318502" y="284803"/>
                  <a:pt x="319468" y="283502"/>
                  <a:pt x="320002" y="283502"/>
                </a:cubicBezTo>
                <a:cubicBezTo>
                  <a:pt x="320535" y="283502"/>
                  <a:pt x="320802" y="282969"/>
                  <a:pt x="320535" y="282436"/>
                </a:cubicBezTo>
                <a:cubicBezTo>
                  <a:pt x="320268" y="281902"/>
                  <a:pt x="320535" y="280835"/>
                  <a:pt x="321602" y="280035"/>
                </a:cubicBezTo>
                <a:cubicBezTo>
                  <a:pt x="322669" y="279235"/>
                  <a:pt x="323469" y="277902"/>
                  <a:pt x="323736" y="277368"/>
                </a:cubicBezTo>
                <a:cubicBezTo>
                  <a:pt x="323736" y="276568"/>
                  <a:pt x="325869" y="272834"/>
                  <a:pt x="328536" y="269101"/>
                </a:cubicBezTo>
                <a:cubicBezTo>
                  <a:pt x="331203" y="265367"/>
                  <a:pt x="333604" y="261633"/>
                  <a:pt x="333604" y="261100"/>
                </a:cubicBezTo>
                <a:cubicBezTo>
                  <a:pt x="333604" y="260566"/>
                  <a:pt x="334937" y="259233"/>
                  <a:pt x="336270" y="257633"/>
                </a:cubicBezTo>
                <a:cubicBezTo>
                  <a:pt x="337604" y="256032"/>
                  <a:pt x="340804" y="251232"/>
                  <a:pt x="343205" y="247498"/>
                </a:cubicBezTo>
                <a:cubicBezTo>
                  <a:pt x="348539" y="239230"/>
                  <a:pt x="352006" y="235763"/>
                  <a:pt x="362407" y="235763"/>
                </a:cubicBezTo>
                <a:cubicBezTo>
                  <a:pt x="370941" y="235763"/>
                  <a:pt x="379476" y="240297"/>
                  <a:pt x="383210" y="247498"/>
                </a:cubicBezTo>
                <a:cubicBezTo>
                  <a:pt x="385610" y="252032"/>
                  <a:pt x="384010" y="254966"/>
                  <a:pt x="378409" y="264300"/>
                </a:cubicBezTo>
                <a:cubicBezTo>
                  <a:pt x="377609" y="265634"/>
                  <a:pt x="376542" y="267767"/>
                  <a:pt x="375475" y="269634"/>
                </a:cubicBezTo>
                <a:cubicBezTo>
                  <a:pt x="374675" y="271234"/>
                  <a:pt x="372808" y="273901"/>
                  <a:pt x="370941" y="275235"/>
                </a:cubicBezTo>
                <a:cubicBezTo>
                  <a:pt x="367741" y="277368"/>
                  <a:pt x="353606" y="297638"/>
                  <a:pt x="348805" y="306172"/>
                </a:cubicBezTo>
                <a:cubicBezTo>
                  <a:pt x="347472" y="308572"/>
                  <a:pt x="345605" y="310706"/>
                  <a:pt x="345072" y="310973"/>
                </a:cubicBezTo>
                <a:cubicBezTo>
                  <a:pt x="344005" y="311506"/>
                  <a:pt x="344271" y="312306"/>
                  <a:pt x="345338" y="313106"/>
                </a:cubicBezTo>
                <a:cubicBezTo>
                  <a:pt x="346138" y="313640"/>
                  <a:pt x="346405" y="314706"/>
                  <a:pt x="346138" y="316307"/>
                </a:cubicBezTo>
                <a:cubicBezTo>
                  <a:pt x="345872" y="317907"/>
                  <a:pt x="344805" y="317907"/>
                  <a:pt x="343471" y="316840"/>
                </a:cubicBezTo>
                <a:cubicBezTo>
                  <a:pt x="341871" y="315506"/>
                  <a:pt x="341071" y="316840"/>
                  <a:pt x="336537" y="325108"/>
                </a:cubicBezTo>
                <a:cubicBezTo>
                  <a:pt x="329870" y="337109"/>
                  <a:pt x="328803" y="344043"/>
                  <a:pt x="332270" y="344043"/>
                </a:cubicBezTo>
                <a:cubicBezTo>
                  <a:pt x="333604" y="344043"/>
                  <a:pt x="334937" y="344843"/>
                  <a:pt x="335470" y="345377"/>
                </a:cubicBezTo>
                <a:cubicBezTo>
                  <a:pt x="334937" y="347244"/>
                  <a:pt x="334137" y="348844"/>
                  <a:pt x="333337" y="350177"/>
                </a:cubicBezTo>
                <a:cubicBezTo>
                  <a:pt x="334670" y="350978"/>
                  <a:pt x="336804" y="351244"/>
                  <a:pt x="341871" y="351244"/>
                </a:cubicBezTo>
                <a:cubicBezTo>
                  <a:pt x="376009" y="350444"/>
                  <a:pt x="414147" y="324574"/>
                  <a:pt x="442150" y="305639"/>
                </a:cubicBezTo>
                <a:cubicBezTo>
                  <a:pt x="448551" y="301638"/>
                  <a:pt x="454685" y="297371"/>
                  <a:pt x="461086" y="293104"/>
                </a:cubicBezTo>
                <a:cubicBezTo>
                  <a:pt x="464553" y="290837"/>
                  <a:pt x="474288" y="283702"/>
                  <a:pt x="484022" y="277435"/>
                </a:cubicBezTo>
                <a:lnTo>
                  <a:pt x="489673" y="274149"/>
                </a:lnTo>
                <a:lnTo>
                  <a:pt x="492461" y="269901"/>
                </a:lnTo>
                <a:cubicBezTo>
                  <a:pt x="493195" y="268634"/>
                  <a:pt x="493662" y="267634"/>
                  <a:pt x="493662" y="267234"/>
                </a:cubicBezTo>
                <a:cubicBezTo>
                  <a:pt x="493928" y="264033"/>
                  <a:pt x="506463" y="245898"/>
                  <a:pt x="509397" y="243764"/>
                </a:cubicBezTo>
                <a:cubicBezTo>
                  <a:pt x="510730" y="242697"/>
                  <a:pt x="514998" y="241364"/>
                  <a:pt x="518198" y="240830"/>
                </a:cubicBezTo>
                <a:cubicBezTo>
                  <a:pt x="523532" y="240030"/>
                  <a:pt x="525399" y="240030"/>
                  <a:pt x="530466" y="242164"/>
                </a:cubicBezTo>
                <a:cubicBezTo>
                  <a:pt x="539267" y="245898"/>
                  <a:pt x="544068" y="249632"/>
                  <a:pt x="545668" y="254966"/>
                </a:cubicBezTo>
                <a:cubicBezTo>
                  <a:pt x="546735" y="258699"/>
                  <a:pt x="541668" y="266167"/>
                  <a:pt x="540867" y="269634"/>
                </a:cubicBezTo>
                <a:lnTo>
                  <a:pt x="534200" y="283502"/>
                </a:lnTo>
                <a:cubicBezTo>
                  <a:pt x="531800" y="285636"/>
                  <a:pt x="529666" y="288036"/>
                  <a:pt x="529399" y="288836"/>
                </a:cubicBezTo>
                <a:cubicBezTo>
                  <a:pt x="528866" y="290170"/>
                  <a:pt x="526732" y="292304"/>
                  <a:pt x="524599" y="294170"/>
                </a:cubicBezTo>
                <a:cubicBezTo>
                  <a:pt x="522732" y="295771"/>
                  <a:pt x="521132" y="298171"/>
                  <a:pt x="520598" y="300038"/>
                </a:cubicBezTo>
                <a:cubicBezTo>
                  <a:pt x="522999" y="296571"/>
                  <a:pt x="524332" y="294704"/>
                  <a:pt x="522198" y="298438"/>
                </a:cubicBezTo>
                <a:cubicBezTo>
                  <a:pt x="518998" y="303772"/>
                  <a:pt x="516331" y="308839"/>
                  <a:pt x="513931" y="313373"/>
                </a:cubicBezTo>
                <a:lnTo>
                  <a:pt x="499262" y="336042"/>
                </a:lnTo>
                <a:lnTo>
                  <a:pt x="499529" y="340576"/>
                </a:lnTo>
                <a:lnTo>
                  <a:pt x="497129" y="344043"/>
                </a:lnTo>
                <a:lnTo>
                  <a:pt x="497929" y="348577"/>
                </a:lnTo>
                <a:cubicBezTo>
                  <a:pt x="498462" y="348311"/>
                  <a:pt x="502729" y="342710"/>
                  <a:pt x="505396" y="340843"/>
                </a:cubicBezTo>
                <a:cubicBezTo>
                  <a:pt x="509664" y="337909"/>
                  <a:pt x="512864" y="337643"/>
                  <a:pt x="513131" y="337643"/>
                </a:cubicBezTo>
                <a:cubicBezTo>
                  <a:pt x="514731" y="336309"/>
                  <a:pt x="518198" y="330442"/>
                  <a:pt x="522198" y="327241"/>
                </a:cubicBezTo>
                <a:cubicBezTo>
                  <a:pt x="524599" y="325374"/>
                  <a:pt x="526732" y="326174"/>
                  <a:pt x="528866" y="324841"/>
                </a:cubicBezTo>
                <a:cubicBezTo>
                  <a:pt x="532600" y="322441"/>
                  <a:pt x="536334" y="318173"/>
                  <a:pt x="537400" y="317107"/>
                </a:cubicBezTo>
                <a:cubicBezTo>
                  <a:pt x="539267" y="315240"/>
                  <a:pt x="541401" y="313373"/>
                  <a:pt x="542201" y="313106"/>
                </a:cubicBezTo>
                <a:cubicBezTo>
                  <a:pt x="543001" y="312839"/>
                  <a:pt x="543535" y="312306"/>
                  <a:pt x="543535" y="311773"/>
                </a:cubicBezTo>
                <a:cubicBezTo>
                  <a:pt x="543535" y="311239"/>
                  <a:pt x="543801" y="310973"/>
                  <a:pt x="544335" y="310706"/>
                </a:cubicBezTo>
                <a:cubicBezTo>
                  <a:pt x="545668" y="310172"/>
                  <a:pt x="580339" y="272301"/>
                  <a:pt x="585406" y="266434"/>
                </a:cubicBezTo>
                <a:cubicBezTo>
                  <a:pt x="591007" y="259766"/>
                  <a:pt x="596074" y="254432"/>
                  <a:pt x="596341" y="254432"/>
                </a:cubicBezTo>
                <a:cubicBezTo>
                  <a:pt x="596608" y="254432"/>
                  <a:pt x="597141" y="253632"/>
                  <a:pt x="597675" y="252832"/>
                </a:cubicBezTo>
                <a:cubicBezTo>
                  <a:pt x="599008" y="250965"/>
                  <a:pt x="623811" y="222161"/>
                  <a:pt x="624878" y="221895"/>
                </a:cubicBezTo>
                <a:cubicBezTo>
                  <a:pt x="625145" y="221895"/>
                  <a:pt x="625678" y="221095"/>
                  <a:pt x="625945" y="220295"/>
                </a:cubicBezTo>
                <a:cubicBezTo>
                  <a:pt x="626212" y="219761"/>
                  <a:pt x="626478" y="219761"/>
                  <a:pt x="626478" y="220561"/>
                </a:cubicBezTo>
                <a:cubicBezTo>
                  <a:pt x="626478" y="221361"/>
                  <a:pt x="626212" y="222161"/>
                  <a:pt x="625411" y="222962"/>
                </a:cubicBezTo>
                <a:cubicBezTo>
                  <a:pt x="624878" y="223495"/>
                  <a:pt x="624345" y="224295"/>
                  <a:pt x="624345" y="225095"/>
                </a:cubicBezTo>
                <a:cubicBezTo>
                  <a:pt x="624345" y="225629"/>
                  <a:pt x="623278" y="227762"/>
                  <a:pt x="621944" y="229629"/>
                </a:cubicBezTo>
                <a:cubicBezTo>
                  <a:pt x="620611" y="231763"/>
                  <a:pt x="619277" y="233363"/>
                  <a:pt x="619277" y="233896"/>
                </a:cubicBezTo>
                <a:cubicBezTo>
                  <a:pt x="619277" y="234963"/>
                  <a:pt x="617144" y="237897"/>
                  <a:pt x="616610" y="237363"/>
                </a:cubicBezTo>
                <a:cubicBezTo>
                  <a:pt x="616344" y="237097"/>
                  <a:pt x="616077" y="237630"/>
                  <a:pt x="616077" y="238430"/>
                </a:cubicBezTo>
                <a:cubicBezTo>
                  <a:pt x="616610" y="241897"/>
                  <a:pt x="592341" y="272834"/>
                  <a:pt x="588340" y="277635"/>
                </a:cubicBezTo>
                <a:cubicBezTo>
                  <a:pt x="587007" y="279235"/>
                  <a:pt x="585940" y="280835"/>
                  <a:pt x="585940" y="281636"/>
                </a:cubicBezTo>
                <a:cubicBezTo>
                  <a:pt x="586206" y="282969"/>
                  <a:pt x="583806" y="288036"/>
                  <a:pt x="583006" y="287770"/>
                </a:cubicBezTo>
                <a:cubicBezTo>
                  <a:pt x="582739" y="287770"/>
                  <a:pt x="581673" y="288570"/>
                  <a:pt x="580872" y="289637"/>
                </a:cubicBezTo>
                <a:cubicBezTo>
                  <a:pt x="580339" y="290437"/>
                  <a:pt x="579539" y="290970"/>
                  <a:pt x="579539" y="290703"/>
                </a:cubicBezTo>
                <a:cubicBezTo>
                  <a:pt x="579539" y="290437"/>
                  <a:pt x="578739" y="290970"/>
                  <a:pt x="577939" y="292037"/>
                </a:cubicBezTo>
                <a:cubicBezTo>
                  <a:pt x="577139" y="293104"/>
                  <a:pt x="576072" y="293904"/>
                  <a:pt x="575805" y="293904"/>
                </a:cubicBezTo>
                <a:cubicBezTo>
                  <a:pt x="575272" y="293904"/>
                  <a:pt x="574738" y="294437"/>
                  <a:pt x="574738" y="294971"/>
                </a:cubicBezTo>
                <a:cubicBezTo>
                  <a:pt x="575005" y="295237"/>
                  <a:pt x="575539" y="295504"/>
                  <a:pt x="576339" y="295237"/>
                </a:cubicBezTo>
                <a:cubicBezTo>
                  <a:pt x="579006" y="294437"/>
                  <a:pt x="583006" y="290437"/>
                  <a:pt x="583006" y="289637"/>
                </a:cubicBezTo>
                <a:cubicBezTo>
                  <a:pt x="583006" y="289103"/>
                  <a:pt x="583806" y="288036"/>
                  <a:pt x="584873" y="287236"/>
                </a:cubicBezTo>
                <a:cubicBezTo>
                  <a:pt x="586206" y="286436"/>
                  <a:pt x="587007" y="285903"/>
                  <a:pt x="587007" y="286436"/>
                </a:cubicBezTo>
                <a:cubicBezTo>
                  <a:pt x="587273" y="287236"/>
                  <a:pt x="583806" y="292037"/>
                  <a:pt x="583006" y="292304"/>
                </a:cubicBezTo>
                <a:cubicBezTo>
                  <a:pt x="582739" y="292304"/>
                  <a:pt x="581139" y="293370"/>
                  <a:pt x="580072" y="294704"/>
                </a:cubicBezTo>
                <a:cubicBezTo>
                  <a:pt x="578739" y="296304"/>
                  <a:pt x="577405" y="297371"/>
                  <a:pt x="576872" y="297638"/>
                </a:cubicBezTo>
                <a:cubicBezTo>
                  <a:pt x="575272" y="298438"/>
                  <a:pt x="572605" y="302438"/>
                  <a:pt x="573405" y="302972"/>
                </a:cubicBezTo>
                <a:cubicBezTo>
                  <a:pt x="573672" y="302972"/>
                  <a:pt x="574472" y="302438"/>
                  <a:pt x="575005" y="301371"/>
                </a:cubicBezTo>
                <a:cubicBezTo>
                  <a:pt x="576339" y="298704"/>
                  <a:pt x="579539" y="296571"/>
                  <a:pt x="579539" y="297638"/>
                </a:cubicBezTo>
                <a:cubicBezTo>
                  <a:pt x="579539" y="299771"/>
                  <a:pt x="554202" y="325374"/>
                  <a:pt x="547802" y="331242"/>
                </a:cubicBezTo>
                <a:cubicBezTo>
                  <a:pt x="544868" y="333909"/>
                  <a:pt x="542468" y="336042"/>
                  <a:pt x="542201" y="336576"/>
                </a:cubicBezTo>
                <a:cubicBezTo>
                  <a:pt x="542201" y="336842"/>
                  <a:pt x="541668" y="337376"/>
                  <a:pt x="540867" y="337643"/>
                </a:cubicBezTo>
                <a:cubicBezTo>
                  <a:pt x="540334" y="337909"/>
                  <a:pt x="539534" y="338443"/>
                  <a:pt x="539267" y="339243"/>
                </a:cubicBezTo>
                <a:cubicBezTo>
                  <a:pt x="538200" y="342176"/>
                  <a:pt x="524065" y="356845"/>
                  <a:pt x="519798" y="357645"/>
                </a:cubicBezTo>
                <a:cubicBezTo>
                  <a:pt x="519265" y="357645"/>
                  <a:pt x="517665" y="359245"/>
                  <a:pt x="514464" y="363512"/>
                </a:cubicBezTo>
                <a:cubicBezTo>
                  <a:pt x="509930" y="369647"/>
                  <a:pt x="500062" y="375781"/>
                  <a:pt x="498462" y="376047"/>
                </a:cubicBezTo>
                <a:cubicBezTo>
                  <a:pt x="496329" y="376314"/>
                  <a:pt x="488328" y="374981"/>
                  <a:pt x="486994" y="374447"/>
                </a:cubicBezTo>
                <a:lnTo>
                  <a:pt x="476326" y="367513"/>
                </a:lnTo>
                <a:lnTo>
                  <a:pt x="470992" y="357112"/>
                </a:lnTo>
                <a:lnTo>
                  <a:pt x="471525" y="349644"/>
                </a:lnTo>
                <a:cubicBezTo>
                  <a:pt x="469658" y="346444"/>
                  <a:pt x="468858" y="343510"/>
                  <a:pt x="468858" y="341110"/>
                </a:cubicBezTo>
                <a:cubicBezTo>
                  <a:pt x="468858" y="339776"/>
                  <a:pt x="468325" y="337909"/>
                  <a:pt x="468058" y="337109"/>
                </a:cubicBezTo>
                <a:cubicBezTo>
                  <a:pt x="467792" y="336042"/>
                  <a:pt x="468325" y="333642"/>
                  <a:pt x="469125" y="331775"/>
                </a:cubicBezTo>
                <a:cubicBezTo>
                  <a:pt x="469925" y="329642"/>
                  <a:pt x="470459" y="327775"/>
                  <a:pt x="470459" y="327508"/>
                </a:cubicBezTo>
                <a:cubicBezTo>
                  <a:pt x="470192" y="327241"/>
                  <a:pt x="469925" y="324574"/>
                  <a:pt x="469925" y="321641"/>
                </a:cubicBezTo>
                <a:cubicBezTo>
                  <a:pt x="469925" y="318173"/>
                  <a:pt x="470192" y="317107"/>
                  <a:pt x="470725" y="318440"/>
                </a:cubicBezTo>
                <a:cubicBezTo>
                  <a:pt x="471792" y="321107"/>
                  <a:pt x="473392" y="317640"/>
                  <a:pt x="475259" y="308306"/>
                </a:cubicBezTo>
                <a:cubicBezTo>
                  <a:pt x="476059" y="304305"/>
                  <a:pt x="476859" y="300838"/>
                  <a:pt x="477393" y="301105"/>
                </a:cubicBezTo>
                <a:cubicBezTo>
                  <a:pt x="477926" y="301105"/>
                  <a:pt x="478193" y="300038"/>
                  <a:pt x="477926" y="298971"/>
                </a:cubicBezTo>
                <a:lnTo>
                  <a:pt x="477827" y="297512"/>
                </a:lnTo>
                <a:lnTo>
                  <a:pt x="467754" y="305372"/>
                </a:lnTo>
                <a:cubicBezTo>
                  <a:pt x="458952" y="310973"/>
                  <a:pt x="465353" y="307505"/>
                  <a:pt x="460286" y="312573"/>
                </a:cubicBezTo>
                <a:cubicBezTo>
                  <a:pt x="455219" y="317640"/>
                  <a:pt x="461886" y="310973"/>
                  <a:pt x="458419" y="316040"/>
                </a:cubicBezTo>
                <a:cubicBezTo>
                  <a:pt x="457619" y="317640"/>
                  <a:pt x="456552" y="319240"/>
                  <a:pt x="456819" y="320040"/>
                </a:cubicBezTo>
                <a:cubicBezTo>
                  <a:pt x="457086" y="320840"/>
                  <a:pt x="456019" y="322174"/>
                  <a:pt x="454952" y="322974"/>
                </a:cubicBezTo>
                <a:cubicBezTo>
                  <a:pt x="453618" y="323774"/>
                  <a:pt x="449085" y="326975"/>
                  <a:pt x="445351" y="329642"/>
                </a:cubicBezTo>
                <a:cubicBezTo>
                  <a:pt x="441350" y="332575"/>
                  <a:pt x="435750" y="336309"/>
                  <a:pt x="433616" y="337909"/>
                </a:cubicBezTo>
                <a:cubicBezTo>
                  <a:pt x="431216" y="339509"/>
                  <a:pt x="429082" y="341110"/>
                  <a:pt x="429082" y="341910"/>
                </a:cubicBezTo>
                <a:cubicBezTo>
                  <a:pt x="429082" y="342443"/>
                  <a:pt x="428815" y="342710"/>
                  <a:pt x="428282" y="342710"/>
                </a:cubicBezTo>
                <a:cubicBezTo>
                  <a:pt x="426415" y="342176"/>
                  <a:pt x="420281" y="345910"/>
                  <a:pt x="415480" y="350711"/>
                </a:cubicBezTo>
                <a:cubicBezTo>
                  <a:pt x="411747" y="354445"/>
                  <a:pt x="399212" y="361912"/>
                  <a:pt x="395745" y="362446"/>
                </a:cubicBezTo>
                <a:cubicBezTo>
                  <a:pt x="394144" y="362712"/>
                  <a:pt x="388277" y="364846"/>
                  <a:pt x="382943" y="366713"/>
                </a:cubicBezTo>
                <a:cubicBezTo>
                  <a:pt x="371742" y="370713"/>
                  <a:pt x="368274" y="371247"/>
                  <a:pt x="361340" y="369380"/>
                </a:cubicBezTo>
                <a:cubicBezTo>
                  <a:pt x="357073" y="368313"/>
                  <a:pt x="351206" y="367246"/>
                  <a:pt x="341604" y="366446"/>
                </a:cubicBezTo>
                <a:cubicBezTo>
                  <a:pt x="338404" y="366179"/>
                  <a:pt x="331470" y="361912"/>
                  <a:pt x="328269" y="358712"/>
                </a:cubicBezTo>
                <a:lnTo>
                  <a:pt x="327736" y="359779"/>
                </a:lnTo>
                <a:cubicBezTo>
                  <a:pt x="318935" y="354711"/>
                  <a:pt x="303733" y="338176"/>
                  <a:pt x="303733" y="327775"/>
                </a:cubicBezTo>
                <a:lnTo>
                  <a:pt x="303818" y="326697"/>
                </a:lnTo>
                <a:lnTo>
                  <a:pt x="303809" y="326708"/>
                </a:lnTo>
                <a:cubicBezTo>
                  <a:pt x="302209" y="328575"/>
                  <a:pt x="300876" y="329642"/>
                  <a:pt x="300876" y="328841"/>
                </a:cubicBezTo>
                <a:cubicBezTo>
                  <a:pt x="300609" y="328041"/>
                  <a:pt x="301142" y="326708"/>
                  <a:pt x="301676" y="325108"/>
                </a:cubicBezTo>
                <a:cubicBezTo>
                  <a:pt x="302542" y="323441"/>
                  <a:pt x="303376" y="321474"/>
                  <a:pt x="304134" y="319374"/>
                </a:cubicBezTo>
                <a:lnTo>
                  <a:pt x="305554" y="314754"/>
                </a:lnTo>
                <a:lnTo>
                  <a:pt x="305983" y="312623"/>
                </a:lnTo>
                <a:lnTo>
                  <a:pt x="306852" y="309409"/>
                </a:lnTo>
                <a:lnTo>
                  <a:pt x="307451" y="306505"/>
                </a:lnTo>
                <a:cubicBezTo>
                  <a:pt x="307743" y="304538"/>
                  <a:pt x="307876" y="302771"/>
                  <a:pt x="307810" y="301371"/>
                </a:cubicBezTo>
                <a:cubicBezTo>
                  <a:pt x="307810" y="295504"/>
                  <a:pt x="307276" y="295237"/>
                  <a:pt x="303543" y="293370"/>
                </a:cubicBezTo>
                <a:cubicBezTo>
                  <a:pt x="301409" y="292304"/>
                  <a:pt x="298475" y="291503"/>
                  <a:pt x="297142" y="291770"/>
                </a:cubicBezTo>
                <a:cubicBezTo>
                  <a:pt x="296075" y="292037"/>
                  <a:pt x="294475" y="291770"/>
                  <a:pt x="294208" y="290703"/>
                </a:cubicBezTo>
                <a:cubicBezTo>
                  <a:pt x="293941" y="289637"/>
                  <a:pt x="292608" y="289370"/>
                  <a:pt x="291541" y="289370"/>
                </a:cubicBezTo>
                <a:cubicBezTo>
                  <a:pt x="290208" y="289370"/>
                  <a:pt x="290208" y="289637"/>
                  <a:pt x="291541" y="290437"/>
                </a:cubicBezTo>
                <a:cubicBezTo>
                  <a:pt x="293141" y="291503"/>
                  <a:pt x="293141" y="292037"/>
                  <a:pt x="291274" y="290970"/>
                </a:cubicBezTo>
                <a:cubicBezTo>
                  <a:pt x="290474" y="290437"/>
                  <a:pt x="289141" y="290703"/>
                  <a:pt x="288874" y="290970"/>
                </a:cubicBezTo>
                <a:cubicBezTo>
                  <a:pt x="288607" y="290970"/>
                  <a:pt x="288607" y="290437"/>
                  <a:pt x="288874" y="289903"/>
                </a:cubicBezTo>
                <a:cubicBezTo>
                  <a:pt x="289141" y="289370"/>
                  <a:pt x="288874" y="288836"/>
                  <a:pt x="288341" y="288836"/>
                </a:cubicBezTo>
                <a:cubicBezTo>
                  <a:pt x="287807" y="289103"/>
                  <a:pt x="286474" y="289103"/>
                  <a:pt x="285407" y="288570"/>
                </a:cubicBezTo>
                <a:cubicBezTo>
                  <a:pt x="284073" y="288036"/>
                  <a:pt x="283807" y="288570"/>
                  <a:pt x="284607" y="289370"/>
                </a:cubicBezTo>
                <a:cubicBezTo>
                  <a:pt x="285674" y="290437"/>
                  <a:pt x="285140" y="290437"/>
                  <a:pt x="284073" y="290437"/>
                </a:cubicBezTo>
                <a:cubicBezTo>
                  <a:pt x="283007" y="290170"/>
                  <a:pt x="275272" y="290170"/>
                  <a:pt x="266738" y="290437"/>
                </a:cubicBezTo>
                <a:cubicBezTo>
                  <a:pt x="257937" y="290703"/>
                  <a:pt x="251803" y="290437"/>
                  <a:pt x="252603" y="290170"/>
                </a:cubicBezTo>
                <a:cubicBezTo>
                  <a:pt x="253136" y="289370"/>
                  <a:pt x="250736" y="289637"/>
                  <a:pt x="247269" y="289903"/>
                </a:cubicBezTo>
                <a:cubicBezTo>
                  <a:pt x="243802" y="290170"/>
                  <a:pt x="240868" y="291503"/>
                  <a:pt x="240601" y="292037"/>
                </a:cubicBezTo>
                <a:cubicBezTo>
                  <a:pt x="240601" y="292304"/>
                  <a:pt x="239268" y="292837"/>
                  <a:pt x="237134" y="293370"/>
                </a:cubicBezTo>
                <a:cubicBezTo>
                  <a:pt x="234201" y="296571"/>
                  <a:pt x="231534" y="300038"/>
                  <a:pt x="228867" y="302972"/>
                </a:cubicBezTo>
                <a:cubicBezTo>
                  <a:pt x="223533" y="308839"/>
                  <a:pt x="220066" y="313906"/>
                  <a:pt x="220599" y="313906"/>
                </a:cubicBezTo>
                <a:cubicBezTo>
                  <a:pt x="221132" y="313906"/>
                  <a:pt x="219265" y="315506"/>
                  <a:pt x="216332" y="318440"/>
                </a:cubicBezTo>
                <a:cubicBezTo>
                  <a:pt x="213665" y="321107"/>
                  <a:pt x="210731" y="323774"/>
                  <a:pt x="210464" y="324841"/>
                </a:cubicBezTo>
                <a:cubicBezTo>
                  <a:pt x="210198" y="325908"/>
                  <a:pt x="208864" y="327241"/>
                  <a:pt x="207264" y="327775"/>
                </a:cubicBezTo>
                <a:cubicBezTo>
                  <a:pt x="205930" y="328308"/>
                  <a:pt x="204864" y="329108"/>
                  <a:pt x="205130" y="329642"/>
                </a:cubicBezTo>
                <a:cubicBezTo>
                  <a:pt x="205664" y="330975"/>
                  <a:pt x="194462" y="345377"/>
                  <a:pt x="192595" y="345910"/>
                </a:cubicBezTo>
                <a:cubicBezTo>
                  <a:pt x="188595" y="346977"/>
                  <a:pt x="186195" y="348844"/>
                  <a:pt x="185928" y="350177"/>
                </a:cubicBezTo>
                <a:cubicBezTo>
                  <a:pt x="185928" y="351244"/>
                  <a:pt x="185128" y="352311"/>
                  <a:pt x="183528" y="353111"/>
                </a:cubicBezTo>
                <a:cubicBezTo>
                  <a:pt x="182194" y="353911"/>
                  <a:pt x="180861" y="354711"/>
                  <a:pt x="180861" y="355511"/>
                </a:cubicBezTo>
                <a:cubicBezTo>
                  <a:pt x="181127" y="358445"/>
                  <a:pt x="166725" y="371513"/>
                  <a:pt x="163258" y="371780"/>
                </a:cubicBezTo>
                <a:cubicBezTo>
                  <a:pt x="162458" y="371780"/>
                  <a:pt x="161925" y="372313"/>
                  <a:pt x="161925" y="373114"/>
                </a:cubicBezTo>
                <a:cubicBezTo>
                  <a:pt x="161925" y="373647"/>
                  <a:pt x="159791" y="376047"/>
                  <a:pt x="156858" y="377914"/>
                </a:cubicBezTo>
                <a:cubicBezTo>
                  <a:pt x="153924" y="379781"/>
                  <a:pt x="151524" y="382715"/>
                  <a:pt x="151257" y="384048"/>
                </a:cubicBezTo>
                <a:cubicBezTo>
                  <a:pt x="150990" y="385382"/>
                  <a:pt x="149657" y="386715"/>
                  <a:pt x="148590" y="386715"/>
                </a:cubicBezTo>
                <a:cubicBezTo>
                  <a:pt x="147523" y="386715"/>
                  <a:pt x="146723" y="387515"/>
                  <a:pt x="146723" y="388049"/>
                </a:cubicBezTo>
                <a:cubicBezTo>
                  <a:pt x="146723" y="388849"/>
                  <a:pt x="145656" y="389382"/>
                  <a:pt x="143789" y="389382"/>
                </a:cubicBezTo>
                <a:cubicBezTo>
                  <a:pt x="142189" y="389116"/>
                  <a:pt x="141389" y="389916"/>
                  <a:pt x="141389" y="390983"/>
                </a:cubicBezTo>
                <a:cubicBezTo>
                  <a:pt x="141389" y="391783"/>
                  <a:pt x="139789" y="393116"/>
                  <a:pt x="137122" y="393650"/>
                </a:cubicBezTo>
                <a:cubicBezTo>
                  <a:pt x="134455" y="394183"/>
                  <a:pt x="132054" y="396050"/>
                  <a:pt x="131521" y="396850"/>
                </a:cubicBezTo>
                <a:cubicBezTo>
                  <a:pt x="128321" y="401651"/>
                  <a:pt x="114452" y="405118"/>
                  <a:pt x="109385" y="405651"/>
                </a:cubicBezTo>
                <a:cubicBezTo>
                  <a:pt x="95250" y="407251"/>
                  <a:pt x="77914" y="394983"/>
                  <a:pt x="69913" y="383248"/>
                </a:cubicBezTo>
                <a:cubicBezTo>
                  <a:pt x="62712" y="372847"/>
                  <a:pt x="58979" y="347510"/>
                  <a:pt x="65379" y="335776"/>
                </a:cubicBezTo>
                <a:cubicBezTo>
                  <a:pt x="69647" y="327241"/>
                  <a:pt x="85382" y="316840"/>
                  <a:pt x="93650" y="314173"/>
                </a:cubicBezTo>
                <a:cubicBezTo>
                  <a:pt x="96850" y="312839"/>
                  <a:pt x="98184" y="316840"/>
                  <a:pt x="98184" y="314173"/>
                </a:cubicBezTo>
                <a:cubicBezTo>
                  <a:pt x="98450" y="309639"/>
                  <a:pt x="101917" y="309906"/>
                  <a:pt x="102184" y="311239"/>
                </a:cubicBezTo>
                <a:cubicBezTo>
                  <a:pt x="103784" y="310439"/>
                  <a:pt x="108585" y="305105"/>
                  <a:pt x="111519" y="305105"/>
                </a:cubicBezTo>
                <a:cubicBezTo>
                  <a:pt x="115786" y="305372"/>
                  <a:pt x="108585" y="308572"/>
                  <a:pt x="108585" y="308572"/>
                </a:cubicBezTo>
                <a:cubicBezTo>
                  <a:pt x="112052" y="309106"/>
                  <a:pt x="114452" y="308039"/>
                  <a:pt x="117919" y="306705"/>
                </a:cubicBezTo>
                <a:cubicBezTo>
                  <a:pt x="121386" y="305372"/>
                  <a:pt x="125654" y="302972"/>
                  <a:pt x="127521" y="302438"/>
                </a:cubicBezTo>
                <a:cubicBezTo>
                  <a:pt x="129387" y="301905"/>
                  <a:pt x="130454" y="301105"/>
                  <a:pt x="129921" y="300571"/>
                </a:cubicBezTo>
                <a:cubicBezTo>
                  <a:pt x="129387" y="300038"/>
                  <a:pt x="129921" y="300038"/>
                  <a:pt x="130988" y="300038"/>
                </a:cubicBezTo>
                <a:cubicBezTo>
                  <a:pt x="131788" y="300305"/>
                  <a:pt x="132588" y="300838"/>
                  <a:pt x="132855" y="301638"/>
                </a:cubicBezTo>
                <a:cubicBezTo>
                  <a:pt x="132855" y="302171"/>
                  <a:pt x="133388" y="301905"/>
                  <a:pt x="134188" y="300571"/>
                </a:cubicBezTo>
                <a:cubicBezTo>
                  <a:pt x="134988" y="299238"/>
                  <a:pt x="135522" y="298971"/>
                  <a:pt x="135788" y="299504"/>
                </a:cubicBezTo>
                <a:cubicBezTo>
                  <a:pt x="135788" y="300571"/>
                  <a:pt x="136322" y="300305"/>
                  <a:pt x="137922" y="299238"/>
                </a:cubicBezTo>
                <a:cubicBezTo>
                  <a:pt x="139255" y="298438"/>
                  <a:pt x="141389" y="297371"/>
                  <a:pt x="142722" y="297104"/>
                </a:cubicBezTo>
                <a:cubicBezTo>
                  <a:pt x="146723" y="296304"/>
                  <a:pt x="152324" y="294170"/>
                  <a:pt x="153924" y="293104"/>
                </a:cubicBezTo>
                <a:cubicBezTo>
                  <a:pt x="156324" y="291503"/>
                  <a:pt x="157391" y="291503"/>
                  <a:pt x="160591" y="290170"/>
                </a:cubicBezTo>
                <a:cubicBezTo>
                  <a:pt x="164859" y="288303"/>
                  <a:pt x="162458" y="287770"/>
                  <a:pt x="157924" y="288836"/>
                </a:cubicBezTo>
                <a:cubicBezTo>
                  <a:pt x="151257" y="290437"/>
                  <a:pt x="153924" y="288036"/>
                  <a:pt x="161125" y="285636"/>
                </a:cubicBezTo>
                <a:cubicBezTo>
                  <a:pt x="173926" y="281369"/>
                  <a:pt x="179527" y="280035"/>
                  <a:pt x="179527" y="281102"/>
                </a:cubicBezTo>
                <a:cubicBezTo>
                  <a:pt x="179527" y="281369"/>
                  <a:pt x="178194" y="282169"/>
                  <a:pt x="176593" y="282169"/>
                </a:cubicBezTo>
                <a:cubicBezTo>
                  <a:pt x="174993" y="282436"/>
                  <a:pt x="173393" y="283502"/>
                  <a:pt x="173393" y="284303"/>
                </a:cubicBezTo>
                <a:cubicBezTo>
                  <a:pt x="173126" y="285103"/>
                  <a:pt x="172059" y="286169"/>
                  <a:pt x="170726" y="286169"/>
                </a:cubicBezTo>
                <a:cubicBezTo>
                  <a:pt x="169659" y="286169"/>
                  <a:pt x="168859" y="286970"/>
                  <a:pt x="169392" y="287503"/>
                </a:cubicBezTo>
                <a:cubicBezTo>
                  <a:pt x="170459" y="288570"/>
                  <a:pt x="176593" y="286703"/>
                  <a:pt x="181927" y="284036"/>
                </a:cubicBezTo>
                <a:cubicBezTo>
                  <a:pt x="184594" y="282702"/>
                  <a:pt x="185928" y="282436"/>
                  <a:pt x="186461" y="283236"/>
                </a:cubicBezTo>
                <a:cubicBezTo>
                  <a:pt x="186995" y="284036"/>
                  <a:pt x="187528" y="283769"/>
                  <a:pt x="187261" y="282969"/>
                </a:cubicBezTo>
                <a:cubicBezTo>
                  <a:pt x="187261" y="282169"/>
                  <a:pt x="187528" y="281636"/>
                  <a:pt x="188328" y="281636"/>
                </a:cubicBezTo>
                <a:cubicBezTo>
                  <a:pt x="188862" y="281369"/>
                  <a:pt x="189128" y="281902"/>
                  <a:pt x="188862" y="282436"/>
                </a:cubicBezTo>
                <a:cubicBezTo>
                  <a:pt x="188595" y="283236"/>
                  <a:pt x="189395" y="283236"/>
                  <a:pt x="190995" y="282436"/>
                </a:cubicBezTo>
                <a:cubicBezTo>
                  <a:pt x="192595" y="281636"/>
                  <a:pt x="194462" y="281369"/>
                  <a:pt x="195262" y="281102"/>
                </a:cubicBezTo>
                <a:cubicBezTo>
                  <a:pt x="195796" y="281102"/>
                  <a:pt x="196062" y="280569"/>
                  <a:pt x="195796" y="280302"/>
                </a:cubicBezTo>
                <a:cubicBezTo>
                  <a:pt x="195529" y="279769"/>
                  <a:pt x="194729" y="279769"/>
                  <a:pt x="194196" y="280035"/>
                </a:cubicBezTo>
                <a:cubicBezTo>
                  <a:pt x="193395" y="280302"/>
                  <a:pt x="193395" y="280302"/>
                  <a:pt x="193129" y="279769"/>
                </a:cubicBezTo>
                <a:cubicBezTo>
                  <a:pt x="193129" y="279235"/>
                  <a:pt x="192595" y="278702"/>
                  <a:pt x="191795" y="279502"/>
                </a:cubicBezTo>
                <a:cubicBezTo>
                  <a:pt x="191262" y="280035"/>
                  <a:pt x="190995" y="280035"/>
                  <a:pt x="191529" y="279235"/>
                </a:cubicBezTo>
                <a:cubicBezTo>
                  <a:pt x="192062" y="278435"/>
                  <a:pt x="192595" y="278168"/>
                  <a:pt x="193129" y="278435"/>
                </a:cubicBezTo>
                <a:cubicBezTo>
                  <a:pt x="193662" y="278702"/>
                  <a:pt x="194729" y="278168"/>
                  <a:pt x="194996" y="277368"/>
                </a:cubicBezTo>
                <a:cubicBezTo>
                  <a:pt x="195529" y="276035"/>
                  <a:pt x="196329" y="276302"/>
                  <a:pt x="197929" y="277902"/>
                </a:cubicBezTo>
                <a:cubicBezTo>
                  <a:pt x="200063" y="280035"/>
                  <a:pt x="200863" y="279769"/>
                  <a:pt x="202463" y="278435"/>
                </a:cubicBezTo>
                <a:cubicBezTo>
                  <a:pt x="203797" y="277368"/>
                  <a:pt x="204597" y="277368"/>
                  <a:pt x="204597" y="277902"/>
                </a:cubicBezTo>
                <a:cubicBezTo>
                  <a:pt x="204597" y="278435"/>
                  <a:pt x="204864" y="278702"/>
                  <a:pt x="205130" y="278702"/>
                </a:cubicBezTo>
                <a:cubicBezTo>
                  <a:pt x="214465" y="267500"/>
                  <a:pt x="223533" y="256566"/>
                  <a:pt x="228600" y="249632"/>
                </a:cubicBezTo>
                <a:cubicBezTo>
                  <a:pt x="232067" y="244831"/>
                  <a:pt x="236068" y="239230"/>
                  <a:pt x="237668" y="237363"/>
                </a:cubicBezTo>
                <a:cubicBezTo>
                  <a:pt x="239535" y="235230"/>
                  <a:pt x="241401" y="231763"/>
                  <a:pt x="242735" y="229629"/>
                </a:cubicBezTo>
                <a:cubicBezTo>
                  <a:pt x="244068" y="227495"/>
                  <a:pt x="245135" y="225629"/>
                  <a:pt x="245402" y="225362"/>
                </a:cubicBezTo>
                <a:cubicBezTo>
                  <a:pt x="245935" y="225362"/>
                  <a:pt x="247802" y="223228"/>
                  <a:pt x="249402" y="220028"/>
                </a:cubicBezTo>
                <a:cubicBezTo>
                  <a:pt x="251003" y="216827"/>
                  <a:pt x="253936" y="212827"/>
                  <a:pt x="255803" y="210160"/>
                </a:cubicBezTo>
                <a:cubicBezTo>
                  <a:pt x="257403" y="207760"/>
                  <a:pt x="259004" y="205093"/>
                  <a:pt x="259004" y="204026"/>
                </a:cubicBezTo>
                <a:cubicBezTo>
                  <a:pt x="259004" y="202959"/>
                  <a:pt x="259270" y="202159"/>
                  <a:pt x="260070" y="202159"/>
                </a:cubicBezTo>
                <a:cubicBezTo>
                  <a:pt x="261671" y="202426"/>
                  <a:pt x="280073" y="170155"/>
                  <a:pt x="288074" y="152286"/>
                </a:cubicBezTo>
                <a:cubicBezTo>
                  <a:pt x="293408" y="140551"/>
                  <a:pt x="297942" y="128816"/>
                  <a:pt x="301942" y="116548"/>
                </a:cubicBezTo>
                <a:cubicBezTo>
                  <a:pt x="309410" y="93612"/>
                  <a:pt x="312610" y="65875"/>
                  <a:pt x="307010" y="49340"/>
                </a:cubicBezTo>
                <a:cubicBezTo>
                  <a:pt x="303543" y="38939"/>
                  <a:pt x="300609" y="36005"/>
                  <a:pt x="293675" y="37072"/>
                </a:cubicBezTo>
                <a:cubicBezTo>
                  <a:pt x="287807" y="37872"/>
                  <a:pt x="276873" y="44273"/>
                  <a:pt x="270205" y="49607"/>
                </a:cubicBezTo>
                <a:cubicBezTo>
                  <a:pt x="267805" y="51473"/>
                  <a:pt x="265138" y="52807"/>
                  <a:pt x="264338" y="53340"/>
                </a:cubicBezTo>
                <a:cubicBezTo>
                  <a:pt x="263538" y="53874"/>
                  <a:pt x="260337" y="55741"/>
                  <a:pt x="257670" y="58408"/>
                </a:cubicBezTo>
                <a:cubicBezTo>
                  <a:pt x="245402" y="70676"/>
                  <a:pt x="243535" y="72543"/>
                  <a:pt x="237401" y="78143"/>
                </a:cubicBezTo>
                <a:cubicBezTo>
                  <a:pt x="220066" y="94145"/>
                  <a:pt x="204063" y="111748"/>
                  <a:pt x="188862" y="129617"/>
                </a:cubicBezTo>
                <a:cubicBezTo>
                  <a:pt x="181127" y="138684"/>
                  <a:pt x="171259" y="148552"/>
                  <a:pt x="167259" y="152553"/>
                </a:cubicBezTo>
                <a:cubicBezTo>
                  <a:pt x="163525" y="156287"/>
                  <a:pt x="159525" y="160820"/>
                  <a:pt x="158458" y="162154"/>
                </a:cubicBezTo>
                <a:cubicBezTo>
                  <a:pt x="154724" y="166688"/>
                  <a:pt x="141656" y="183223"/>
                  <a:pt x="143523" y="180023"/>
                </a:cubicBezTo>
                <a:cubicBezTo>
                  <a:pt x="147523" y="173089"/>
                  <a:pt x="129121" y="197625"/>
                  <a:pt x="116052" y="215494"/>
                </a:cubicBezTo>
                <a:cubicBezTo>
                  <a:pt x="96850" y="241631"/>
                  <a:pt x="78181" y="269634"/>
                  <a:pt x="62446" y="297904"/>
                </a:cubicBezTo>
                <a:cubicBezTo>
                  <a:pt x="53378" y="314173"/>
                  <a:pt x="26975" y="369647"/>
                  <a:pt x="28308" y="386715"/>
                </a:cubicBezTo>
                <a:cubicBezTo>
                  <a:pt x="30175" y="387515"/>
                  <a:pt x="33909" y="385649"/>
                  <a:pt x="34976" y="387249"/>
                </a:cubicBezTo>
                <a:cubicBezTo>
                  <a:pt x="34176" y="388316"/>
                  <a:pt x="27775" y="395250"/>
                  <a:pt x="26441" y="395516"/>
                </a:cubicBezTo>
                <a:cubicBezTo>
                  <a:pt x="16840" y="397383"/>
                  <a:pt x="10706" y="390983"/>
                  <a:pt x="6172" y="382982"/>
                </a:cubicBezTo>
                <a:cubicBezTo>
                  <a:pt x="1638" y="374447"/>
                  <a:pt x="-1296" y="354178"/>
                  <a:pt x="571" y="337643"/>
                </a:cubicBezTo>
                <a:cubicBezTo>
                  <a:pt x="1371" y="330442"/>
                  <a:pt x="7772" y="305372"/>
                  <a:pt x="10973" y="300571"/>
                </a:cubicBezTo>
                <a:cubicBezTo>
                  <a:pt x="12039" y="298971"/>
                  <a:pt x="12573" y="296837"/>
                  <a:pt x="12573" y="295771"/>
                </a:cubicBezTo>
                <a:cubicBezTo>
                  <a:pt x="12573" y="290970"/>
                  <a:pt x="47777" y="226962"/>
                  <a:pt x="56845" y="211760"/>
                </a:cubicBezTo>
                <a:cubicBezTo>
                  <a:pt x="63779" y="200292"/>
                  <a:pt x="69113" y="190958"/>
                  <a:pt x="73114" y="184023"/>
                </a:cubicBezTo>
                <a:cubicBezTo>
                  <a:pt x="74181" y="181623"/>
                  <a:pt x="76581" y="177623"/>
                  <a:pt x="77914" y="175756"/>
                </a:cubicBezTo>
                <a:cubicBezTo>
                  <a:pt x="80048" y="172555"/>
                  <a:pt x="104584" y="132817"/>
                  <a:pt x="104584" y="131217"/>
                </a:cubicBezTo>
                <a:cubicBezTo>
                  <a:pt x="104584" y="130417"/>
                  <a:pt x="105651" y="128550"/>
                  <a:pt x="106985" y="127216"/>
                </a:cubicBezTo>
                <a:cubicBezTo>
                  <a:pt x="108585" y="125616"/>
                  <a:pt x="109385" y="123749"/>
                  <a:pt x="109385" y="122949"/>
                </a:cubicBezTo>
                <a:cubicBezTo>
                  <a:pt x="109652" y="121882"/>
                  <a:pt x="110452" y="119749"/>
                  <a:pt x="112052" y="118415"/>
                </a:cubicBezTo>
                <a:cubicBezTo>
                  <a:pt x="116052" y="115215"/>
                  <a:pt x="132855" y="84278"/>
                  <a:pt x="132855" y="84011"/>
                </a:cubicBezTo>
                <a:cubicBezTo>
                  <a:pt x="132855" y="83477"/>
                  <a:pt x="133921" y="81877"/>
                  <a:pt x="135255" y="80277"/>
                </a:cubicBezTo>
                <a:cubicBezTo>
                  <a:pt x="136588" y="78677"/>
                  <a:pt x="139522" y="74410"/>
                  <a:pt x="141656" y="70676"/>
                </a:cubicBezTo>
                <a:cubicBezTo>
                  <a:pt x="147256" y="60808"/>
                  <a:pt x="153124" y="51473"/>
                  <a:pt x="159791" y="42406"/>
                </a:cubicBezTo>
                <a:cubicBezTo>
                  <a:pt x="163792" y="37072"/>
                  <a:pt x="167526" y="31471"/>
                  <a:pt x="168059" y="30671"/>
                </a:cubicBezTo>
                <a:cubicBezTo>
                  <a:pt x="172326" y="24537"/>
                  <a:pt x="190195" y="4801"/>
                  <a:pt x="193662" y="2934"/>
                </a:cubicBezTo>
                <a:cubicBezTo>
                  <a:pt x="197129" y="1067"/>
                  <a:pt x="202997" y="0"/>
                  <a:pt x="20833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Proxima Nova Rg" panose="02000506030000020004" pitchFamily="2" charset="77"/>
            </a:endParaRPr>
          </a:p>
        </p:txBody>
      </p:sp>
      <p:sp>
        <p:nvSpPr>
          <p:cNvPr id="8" name="Oval 7">
            <a:extLst>
              <a:ext uri="{FF2B5EF4-FFF2-40B4-BE49-F238E27FC236}">
                <a16:creationId xmlns:a16="http://schemas.microsoft.com/office/drawing/2014/main" id="{C6C80B1F-6CAA-654E-8080-C025E89EC84D}"/>
              </a:ext>
            </a:extLst>
          </p:cNvPr>
          <p:cNvSpPr/>
          <p:nvPr/>
        </p:nvSpPr>
        <p:spPr>
          <a:xfrm>
            <a:off x="2884014" y="2539329"/>
            <a:ext cx="646331" cy="64633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0" name="Oval 9">
            <a:extLst>
              <a:ext uri="{FF2B5EF4-FFF2-40B4-BE49-F238E27FC236}">
                <a16:creationId xmlns:a16="http://schemas.microsoft.com/office/drawing/2014/main" id="{B4A2D6DF-9B4C-3A5B-E839-AA239870AEFF}"/>
              </a:ext>
            </a:extLst>
          </p:cNvPr>
          <p:cNvSpPr/>
          <p:nvPr/>
        </p:nvSpPr>
        <p:spPr>
          <a:xfrm>
            <a:off x="3619707" y="2539329"/>
            <a:ext cx="646331" cy="64633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2" name="Oval 11">
            <a:extLst>
              <a:ext uri="{FF2B5EF4-FFF2-40B4-BE49-F238E27FC236}">
                <a16:creationId xmlns:a16="http://schemas.microsoft.com/office/drawing/2014/main" id="{E0F73513-12FA-4F3A-9469-D422306F7412}"/>
              </a:ext>
            </a:extLst>
          </p:cNvPr>
          <p:cNvSpPr/>
          <p:nvPr/>
        </p:nvSpPr>
        <p:spPr>
          <a:xfrm>
            <a:off x="4356225" y="2539329"/>
            <a:ext cx="646331" cy="64633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3" name="Oval 12">
            <a:extLst>
              <a:ext uri="{FF2B5EF4-FFF2-40B4-BE49-F238E27FC236}">
                <a16:creationId xmlns:a16="http://schemas.microsoft.com/office/drawing/2014/main" id="{2A0BAF4C-77AC-6F9E-8118-5851931675AE}"/>
              </a:ext>
            </a:extLst>
          </p:cNvPr>
          <p:cNvSpPr/>
          <p:nvPr/>
        </p:nvSpPr>
        <p:spPr>
          <a:xfrm>
            <a:off x="5091625" y="2539329"/>
            <a:ext cx="646330" cy="64633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grpSp>
        <p:nvGrpSpPr>
          <p:cNvPr id="14" name="Graphic 4119">
            <a:extLst>
              <a:ext uri="{FF2B5EF4-FFF2-40B4-BE49-F238E27FC236}">
                <a16:creationId xmlns:a16="http://schemas.microsoft.com/office/drawing/2014/main" id="{BBFCD0C7-517C-EC2A-F93C-44543B02C290}"/>
              </a:ext>
            </a:extLst>
          </p:cNvPr>
          <p:cNvGrpSpPr/>
          <p:nvPr/>
        </p:nvGrpSpPr>
        <p:grpSpPr>
          <a:xfrm>
            <a:off x="1177170" y="189448"/>
            <a:ext cx="1813299" cy="484838"/>
            <a:chOff x="2178742" y="-1107180"/>
            <a:chExt cx="2171851" cy="580707"/>
          </a:xfrm>
          <a:solidFill>
            <a:schemeClr val="tx1"/>
          </a:solidFill>
        </p:grpSpPr>
        <p:sp>
          <p:nvSpPr>
            <p:cNvPr id="15" name="Freeform 14">
              <a:extLst>
                <a:ext uri="{FF2B5EF4-FFF2-40B4-BE49-F238E27FC236}">
                  <a16:creationId xmlns:a16="http://schemas.microsoft.com/office/drawing/2014/main" id="{7B8BDBE3-53F0-6ED5-3E9D-0C9578D142C9}"/>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22CD48EB-5210-C74C-AF82-18D8831E46D9}"/>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6EAFCB1A-AC49-BF15-ABAB-70873D47314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97FB44D8-3320-347D-DA3D-43CB5F521F7E}"/>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58A9E572-3EA5-8D8D-B962-1440691E3B16}"/>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B66CC6E1-F6D4-C51E-4A1A-D149BC6F96EB}"/>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DE739826-CD00-4D24-BE83-AFF74186E3D0}"/>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8B581959-4822-4760-9BD3-C922C03F712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CA93AE6D-ECB8-0BDC-90F3-FAD2AF13EF15}"/>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B449EF16-A710-86C2-FBA1-D3C8A26E215D}"/>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DAFE3C3C-E970-9872-5595-E273CAB67F54}"/>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FE575016-DA80-BA87-D499-6B7C43D2F405}"/>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C64F7108-01E0-8D60-21FA-90DB18974457}"/>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ABFCB804-DE96-33A0-A9E2-6AE1F90F981C}"/>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156EE468-0CD7-F4CB-CBD2-FC9FD253F5F8}"/>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58F6AB43-D79A-63F7-3B12-8630F9710CE1}"/>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50F96988-6F2E-9FC5-6E53-57B30E59ACBE}"/>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6DF80758-5825-A73F-1FFC-04779DC13A87}"/>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EE2736D1-61D5-A310-0709-B6C65D6E3B7D}"/>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49" name="Freeform 48">
              <a:extLst>
                <a:ext uri="{FF2B5EF4-FFF2-40B4-BE49-F238E27FC236}">
                  <a16:creationId xmlns:a16="http://schemas.microsoft.com/office/drawing/2014/main" id="{4CBC14B7-D2E0-8759-FED1-B7F9087FC11D}"/>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grpSp>
        <p:nvGrpSpPr>
          <p:cNvPr id="50" name="Group 49">
            <a:extLst>
              <a:ext uri="{FF2B5EF4-FFF2-40B4-BE49-F238E27FC236}">
                <a16:creationId xmlns:a16="http://schemas.microsoft.com/office/drawing/2014/main" id="{94FFD555-5EC5-C2A3-8473-780AEFF7654E}"/>
              </a:ext>
            </a:extLst>
          </p:cNvPr>
          <p:cNvGrpSpPr/>
          <p:nvPr/>
        </p:nvGrpSpPr>
        <p:grpSpPr>
          <a:xfrm>
            <a:off x="923083" y="1770455"/>
            <a:ext cx="1743909" cy="246221"/>
            <a:chOff x="923083" y="2072955"/>
            <a:chExt cx="1743909" cy="246221"/>
          </a:xfrm>
        </p:grpSpPr>
        <p:sp>
          <p:nvSpPr>
            <p:cNvPr id="51" name="TextBox 50">
              <a:extLst>
                <a:ext uri="{FF2B5EF4-FFF2-40B4-BE49-F238E27FC236}">
                  <a16:creationId xmlns:a16="http://schemas.microsoft.com/office/drawing/2014/main" id="{548B1D2C-011E-1AD7-8C26-8B06A2640FB3}"/>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Color Palette</a:t>
              </a:r>
            </a:p>
          </p:txBody>
        </p:sp>
        <p:cxnSp>
          <p:nvCxnSpPr>
            <p:cNvPr id="52" name="Straight Connector 51">
              <a:extLst>
                <a:ext uri="{FF2B5EF4-FFF2-40B4-BE49-F238E27FC236}">
                  <a16:creationId xmlns:a16="http://schemas.microsoft.com/office/drawing/2014/main" id="{A9A75AFC-33A9-A129-9734-3CC29242E216}"/>
                </a:ext>
              </a:extLst>
            </p:cNvPr>
            <p:cNvCxnSpPr/>
            <p:nvPr/>
          </p:nvCxnSpPr>
          <p:spPr>
            <a:xfrm>
              <a:off x="1022230"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C8BEC204-1E69-5090-8D84-A63BD45D3E32}"/>
              </a:ext>
            </a:extLst>
          </p:cNvPr>
          <p:cNvGrpSpPr/>
          <p:nvPr/>
        </p:nvGrpSpPr>
        <p:grpSpPr>
          <a:xfrm>
            <a:off x="923082" y="3296927"/>
            <a:ext cx="1743909" cy="246221"/>
            <a:chOff x="923083" y="2072955"/>
            <a:chExt cx="1743909" cy="246221"/>
          </a:xfrm>
        </p:grpSpPr>
        <p:sp>
          <p:nvSpPr>
            <p:cNvPr id="55" name="TextBox 54">
              <a:extLst>
                <a:ext uri="{FF2B5EF4-FFF2-40B4-BE49-F238E27FC236}">
                  <a16:creationId xmlns:a16="http://schemas.microsoft.com/office/drawing/2014/main" id="{99DC317A-8715-4608-CD62-721068C731DC}"/>
                </a:ext>
              </a:extLst>
            </p:cNvPr>
            <p:cNvSpPr txBox="1"/>
            <p:nvPr/>
          </p:nvSpPr>
          <p:spPr>
            <a:xfrm>
              <a:off x="923083" y="2072955"/>
              <a:ext cx="1743909" cy="246221"/>
            </a:xfrm>
            <a:prstGeom prst="rect">
              <a:avLst/>
            </a:prstGeom>
            <a:noFill/>
          </p:spPr>
          <p:txBody>
            <a:bodyPr wrap="square" rtlCol="0" anchor="ctr">
              <a:spAutoFit/>
            </a:bodyPr>
            <a:lstStyle/>
            <a:p>
              <a:r>
                <a:rPr lang="en-US" sz="1000" dirty="0">
                  <a:solidFill>
                    <a:schemeClr val="bg1"/>
                  </a:solidFill>
                  <a:latin typeface="Montserrat" pitchFamily="2" charset="77"/>
                  <a:cs typeface="Gotham Book" pitchFamily="2" charset="0"/>
                </a:rPr>
                <a:t>Fonts</a:t>
              </a:r>
            </a:p>
          </p:txBody>
        </p:sp>
        <p:cxnSp>
          <p:nvCxnSpPr>
            <p:cNvPr id="56" name="Straight Connector 55">
              <a:extLst>
                <a:ext uri="{FF2B5EF4-FFF2-40B4-BE49-F238E27FC236}">
                  <a16:creationId xmlns:a16="http://schemas.microsoft.com/office/drawing/2014/main" id="{5DE4B41D-5AC1-E81E-AB12-DC5C714F3C0F}"/>
                </a:ext>
              </a:extLst>
            </p:cNvPr>
            <p:cNvCxnSpPr/>
            <p:nvPr/>
          </p:nvCxnSpPr>
          <p:spPr>
            <a:xfrm>
              <a:off x="1022230" y="2275638"/>
              <a:ext cx="14242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TextBox 59">
            <a:extLst>
              <a:ext uri="{FF2B5EF4-FFF2-40B4-BE49-F238E27FC236}">
                <a16:creationId xmlns:a16="http://schemas.microsoft.com/office/drawing/2014/main" id="{2B1CD126-42BA-BC32-7CC6-9C893A201945}"/>
              </a:ext>
            </a:extLst>
          </p:cNvPr>
          <p:cNvSpPr txBox="1"/>
          <p:nvPr/>
        </p:nvSpPr>
        <p:spPr>
          <a:xfrm>
            <a:off x="2841573" y="1907334"/>
            <a:ext cx="710911"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739600</a:t>
            </a:r>
          </a:p>
        </p:txBody>
      </p:sp>
      <p:sp>
        <p:nvSpPr>
          <p:cNvPr id="62" name="TextBox 61">
            <a:extLst>
              <a:ext uri="{FF2B5EF4-FFF2-40B4-BE49-F238E27FC236}">
                <a16:creationId xmlns:a16="http://schemas.microsoft.com/office/drawing/2014/main" id="{51B73850-7DDA-3CD2-B72D-E008C3988E8F}"/>
              </a:ext>
            </a:extLst>
          </p:cNvPr>
          <p:cNvSpPr txBox="1"/>
          <p:nvPr/>
        </p:nvSpPr>
        <p:spPr>
          <a:xfrm>
            <a:off x="873128" y="2592321"/>
            <a:ext cx="715688"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4c3327</a:t>
            </a:r>
          </a:p>
        </p:txBody>
      </p:sp>
      <p:sp>
        <p:nvSpPr>
          <p:cNvPr id="63" name="TextBox 62">
            <a:extLst>
              <a:ext uri="{FF2B5EF4-FFF2-40B4-BE49-F238E27FC236}">
                <a16:creationId xmlns:a16="http://schemas.microsoft.com/office/drawing/2014/main" id="{DB6FF4AB-B711-CAA6-9BD8-CABD89F97AF9}"/>
              </a:ext>
            </a:extLst>
          </p:cNvPr>
          <p:cNvSpPr txBox="1"/>
          <p:nvPr/>
        </p:nvSpPr>
        <p:spPr>
          <a:xfrm>
            <a:off x="1607290" y="2592321"/>
            <a:ext cx="712874"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92D400</a:t>
            </a:r>
          </a:p>
        </p:txBody>
      </p:sp>
      <p:sp>
        <p:nvSpPr>
          <p:cNvPr id="64" name="TextBox 63">
            <a:extLst>
              <a:ext uri="{FF2B5EF4-FFF2-40B4-BE49-F238E27FC236}">
                <a16:creationId xmlns:a16="http://schemas.microsoft.com/office/drawing/2014/main" id="{1B8FA8B1-18E3-B3EF-1CA6-63BFE40A344E}"/>
              </a:ext>
            </a:extLst>
          </p:cNvPr>
          <p:cNvSpPr txBox="1"/>
          <p:nvPr/>
        </p:nvSpPr>
        <p:spPr>
          <a:xfrm>
            <a:off x="3585843" y="1907334"/>
            <a:ext cx="710279"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275937</a:t>
            </a:r>
          </a:p>
        </p:txBody>
      </p:sp>
      <p:sp>
        <p:nvSpPr>
          <p:cNvPr id="65" name="TextBox 64">
            <a:extLst>
              <a:ext uri="{FF2B5EF4-FFF2-40B4-BE49-F238E27FC236}">
                <a16:creationId xmlns:a16="http://schemas.microsoft.com/office/drawing/2014/main" id="{C40D9329-BA01-0D3D-8346-6D766B1EA82D}"/>
              </a:ext>
            </a:extLst>
          </p:cNvPr>
          <p:cNvSpPr txBox="1"/>
          <p:nvPr/>
        </p:nvSpPr>
        <p:spPr>
          <a:xfrm>
            <a:off x="4339998" y="1907334"/>
            <a:ext cx="694947"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28A19F</a:t>
            </a:r>
          </a:p>
        </p:txBody>
      </p:sp>
      <p:sp>
        <p:nvSpPr>
          <p:cNvPr id="66" name="TextBox 65">
            <a:extLst>
              <a:ext uri="{FF2B5EF4-FFF2-40B4-BE49-F238E27FC236}">
                <a16:creationId xmlns:a16="http://schemas.microsoft.com/office/drawing/2014/main" id="{1A50FA8F-E4FD-8A74-B9A9-01AE72F59B8F}"/>
              </a:ext>
            </a:extLst>
          </p:cNvPr>
          <p:cNvSpPr txBox="1"/>
          <p:nvPr/>
        </p:nvSpPr>
        <p:spPr>
          <a:xfrm>
            <a:off x="5073644" y="1907334"/>
            <a:ext cx="689575"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7F7F7F</a:t>
            </a:r>
          </a:p>
        </p:txBody>
      </p:sp>
      <p:sp>
        <p:nvSpPr>
          <p:cNvPr id="67" name="TextBox 66">
            <a:extLst>
              <a:ext uri="{FF2B5EF4-FFF2-40B4-BE49-F238E27FC236}">
                <a16:creationId xmlns:a16="http://schemas.microsoft.com/office/drawing/2014/main" id="{4E30F036-FE57-AA16-EB04-2D6F766AEB92}"/>
              </a:ext>
            </a:extLst>
          </p:cNvPr>
          <p:cNvSpPr txBox="1"/>
          <p:nvPr/>
        </p:nvSpPr>
        <p:spPr>
          <a:xfrm>
            <a:off x="2831269" y="2651899"/>
            <a:ext cx="770612"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E19442</a:t>
            </a:r>
          </a:p>
        </p:txBody>
      </p:sp>
      <p:sp>
        <p:nvSpPr>
          <p:cNvPr id="68" name="TextBox 67">
            <a:extLst>
              <a:ext uri="{FF2B5EF4-FFF2-40B4-BE49-F238E27FC236}">
                <a16:creationId xmlns:a16="http://schemas.microsoft.com/office/drawing/2014/main" id="{39E6153A-F677-C2D7-2575-9593ACC12C13}"/>
              </a:ext>
            </a:extLst>
          </p:cNvPr>
          <p:cNvSpPr txBox="1"/>
          <p:nvPr/>
        </p:nvSpPr>
        <p:spPr>
          <a:xfrm>
            <a:off x="3564346" y="2651899"/>
            <a:ext cx="740883"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B33705</a:t>
            </a:r>
          </a:p>
        </p:txBody>
      </p:sp>
      <p:sp>
        <p:nvSpPr>
          <p:cNvPr id="69" name="TextBox 68">
            <a:extLst>
              <a:ext uri="{FF2B5EF4-FFF2-40B4-BE49-F238E27FC236}">
                <a16:creationId xmlns:a16="http://schemas.microsoft.com/office/drawing/2014/main" id="{67E5ECBE-BB2C-5E79-A4F8-E9412614A99B}"/>
              </a:ext>
            </a:extLst>
          </p:cNvPr>
          <p:cNvSpPr txBox="1"/>
          <p:nvPr/>
        </p:nvSpPr>
        <p:spPr>
          <a:xfrm>
            <a:off x="4329893" y="2651899"/>
            <a:ext cx="707898"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88234B</a:t>
            </a:r>
          </a:p>
        </p:txBody>
      </p:sp>
      <p:sp>
        <p:nvSpPr>
          <p:cNvPr id="80" name="TextBox 79">
            <a:extLst>
              <a:ext uri="{FF2B5EF4-FFF2-40B4-BE49-F238E27FC236}">
                <a16:creationId xmlns:a16="http://schemas.microsoft.com/office/drawing/2014/main" id="{28349286-43CF-0D69-5997-305CD05483DA}"/>
              </a:ext>
            </a:extLst>
          </p:cNvPr>
          <p:cNvSpPr txBox="1"/>
          <p:nvPr/>
        </p:nvSpPr>
        <p:spPr>
          <a:xfrm>
            <a:off x="5031639" y="2651899"/>
            <a:ext cx="783945" cy="400110"/>
          </a:xfrm>
          <a:prstGeom prst="rect">
            <a:avLst/>
          </a:prstGeom>
          <a:noFill/>
        </p:spPr>
        <p:txBody>
          <a:bodyPr wrap="square" rtlCol="0" anchor="ctr">
            <a:spAutoFit/>
          </a:bodyPr>
          <a:lstStyle/>
          <a:p>
            <a:pPr algn="ctr"/>
            <a:r>
              <a:rPr lang="en-US" sz="1000" dirty="0">
                <a:solidFill>
                  <a:srgbClr val="FFFFFF"/>
                </a:solidFill>
                <a:latin typeface="Montserrat" pitchFamily="2" charset="77"/>
                <a:cs typeface="Gotham Book" pitchFamily="2" charset="0"/>
              </a:rPr>
              <a:t>Hex</a:t>
            </a:r>
            <a:br>
              <a:rPr lang="en-US" sz="1000" dirty="0">
                <a:solidFill>
                  <a:srgbClr val="FFFFFF"/>
                </a:solidFill>
                <a:latin typeface="Montserrat" pitchFamily="2" charset="77"/>
                <a:cs typeface="Gotham Book" pitchFamily="2" charset="0"/>
              </a:rPr>
            </a:br>
            <a:r>
              <a:rPr lang="en-US" sz="1000" dirty="0">
                <a:solidFill>
                  <a:srgbClr val="FFFFFF"/>
                </a:solidFill>
                <a:latin typeface="Montserrat" pitchFamily="2" charset="77"/>
                <a:cs typeface="Gotham Book" pitchFamily="2" charset="0"/>
              </a:rPr>
              <a:t>B8B9B8</a:t>
            </a:r>
          </a:p>
        </p:txBody>
      </p:sp>
      <p:sp>
        <p:nvSpPr>
          <p:cNvPr id="57" name="TextBox 56">
            <a:extLst>
              <a:ext uri="{FF2B5EF4-FFF2-40B4-BE49-F238E27FC236}">
                <a16:creationId xmlns:a16="http://schemas.microsoft.com/office/drawing/2014/main" id="{A7046C3A-0605-2C5D-77EA-28A2E82D02A4}"/>
              </a:ext>
            </a:extLst>
          </p:cNvPr>
          <p:cNvSpPr txBox="1"/>
          <p:nvPr/>
        </p:nvSpPr>
        <p:spPr>
          <a:xfrm>
            <a:off x="917803" y="1985800"/>
            <a:ext cx="757381" cy="246221"/>
          </a:xfrm>
          <a:prstGeom prst="rect">
            <a:avLst/>
          </a:prstGeom>
          <a:noFill/>
        </p:spPr>
        <p:txBody>
          <a:bodyPr wrap="square" rtlCol="0" anchor="ctr">
            <a:spAutoFit/>
          </a:bodyPr>
          <a:lstStyle/>
          <a:p>
            <a:r>
              <a:rPr lang="en-US" sz="1000" dirty="0">
                <a:solidFill>
                  <a:schemeClr val="accent3"/>
                </a:solidFill>
                <a:latin typeface="Montserrat" pitchFamily="2" charset="77"/>
                <a:cs typeface="Gotham Book" pitchFamily="2" charset="0"/>
              </a:rPr>
              <a:t>Primary</a:t>
            </a:r>
          </a:p>
        </p:txBody>
      </p:sp>
      <p:sp>
        <p:nvSpPr>
          <p:cNvPr id="59" name="TextBox 58">
            <a:extLst>
              <a:ext uri="{FF2B5EF4-FFF2-40B4-BE49-F238E27FC236}">
                <a16:creationId xmlns:a16="http://schemas.microsoft.com/office/drawing/2014/main" id="{265E0D61-7484-E25B-9ADA-8A0ECB98F8C6}"/>
              </a:ext>
            </a:extLst>
          </p:cNvPr>
          <p:cNvSpPr txBox="1"/>
          <p:nvPr/>
        </p:nvSpPr>
        <p:spPr>
          <a:xfrm>
            <a:off x="2742928" y="3287378"/>
            <a:ext cx="942357" cy="246221"/>
          </a:xfrm>
          <a:prstGeom prst="rect">
            <a:avLst/>
          </a:prstGeom>
          <a:noFill/>
        </p:spPr>
        <p:txBody>
          <a:bodyPr wrap="square" rtlCol="0" anchor="ctr">
            <a:spAutoFit/>
          </a:bodyPr>
          <a:lstStyle/>
          <a:p>
            <a:pPr algn="ctr"/>
            <a:r>
              <a:rPr lang="en-US" sz="1000" dirty="0">
                <a:solidFill>
                  <a:schemeClr val="accent3"/>
                </a:solidFill>
                <a:latin typeface="Montserrat" pitchFamily="2" charset="77"/>
                <a:cs typeface="Gotham Book" pitchFamily="2" charset="0"/>
              </a:rPr>
              <a:t>Secondary</a:t>
            </a:r>
          </a:p>
        </p:txBody>
      </p:sp>
    </p:spTree>
    <p:extLst>
      <p:ext uri="{BB962C8B-B14F-4D97-AF65-F5344CB8AC3E}">
        <p14:creationId xmlns:p14="http://schemas.microsoft.com/office/powerpoint/2010/main" val="377632723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51BEF0EC-0389-72CA-E1CB-21D125A1DC5E}"/>
              </a:ext>
            </a:extLst>
          </p:cNvPr>
          <p:cNvSpPr txBox="1"/>
          <p:nvPr/>
        </p:nvSpPr>
        <p:spPr>
          <a:xfrm>
            <a:off x="0" y="3190473"/>
            <a:ext cx="12192000" cy="477054"/>
          </a:xfrm>
          <a:prstGeom prst="rect">
            <a:avLst/>
          </a:prstGeom>
          <a:noFill/>
        </p:spPr>
        <p:txBody>
          <a:bodyPr wrap="square" lIns="91440" tIns="45720" rIns="91440" bIns="45720" rtlCol="0" anchor="t">
            <a:spAutoFit/>
          </a:bodyPr>
          <a:lstStyle/>
          <a:p>
            <a:pPr algn="ctr">
              <a:lnSpc>
                <a:spcPts val="2960"/>
              </a:lnSpc>
            </a:pPr>
            <a:r>
              <a:rPr lang="en-US" sz="2800" b="1" dirty="0">
                <a:latin typeface="Montserrat ExtraBold" pitchFamily="2" charset="77"/>
                <a:cs typeface="Gotham Black" pitchFamily="2" charset="0"/>
              </a:rPr>
              <a:t>PowerPoint Slide </a:t>
            </a:r>
            <a:r>
              <a:rPr lang="en-US" sz="2800" b="1" dirty="0">
                <a:solidFill>
                  <a:schemeClr val="bg1"/>
                </a:solidFill>
                <a:latin typeface="Montserrat ExtraBold" pitchFamily="2" charset="77"/>
                <a:cs typeface="Gotham Black" pitchFamily="2" charset="0"/>
              </a:rPr>
              <a:t>Layouts</a:t>
            </a:r>
          </a:p>
        </p:txBody>
      </p:sp>
      <p:pic>
        <p:nvPicPr>
          <p:cNvPr id="3" name="Picture 2">
            <a:extLst>
              <a:ext uri="{FF2B5EF4-FFF2-40B4-BE49-F238E27FC236}">
                <a16:creationId xmlns:a16="http://schemas.microsoft.com/office/drawing/2014/main" id="{AB0C027E-54F4-0DBA-B617-06F8EAB99ACA}"/>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037700" y="5768192"/>
            <a:ext cx="2116599" cy="641920"/>
          </a:xfrm>
          <a:prstGeom prst="rect">
            <a:avLst/>
          </a:prstGeom>
        </p:spPr>
      </p:pic>
    </p:spTree>
    <p:extLst>
      <p:ext uri="{BB962C8B-B14F-4D97-AF65-F5344CB8AC3E}">
        <p14:creationId xmlns:p14="http://schemas.microsoft.com/office/powerpoint/2010/main" val="342635190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BE71E088-293A-6AB6-F92F-DEB08228B481}"/>
              </a:ext>
            </a:extLst>
          </p:cNvPr>
          <p:cNvSpPr>
            <a:spLocks noGrp="1"/>
          </p:cNvSpPr>
          <p:nvPr>
            <p:ph type="body" sz="quarter" idx="19"/>
          </p:nvPr>
        </p:nvSpPr>
        <p:spPr>
          <a:xfrm>
            <a:off x="506032" y="1970625"/>
            <a:ext cx="5621861" cy="1397000"/>
          </a:xfrm>
        </p:spPr>
        <p:txBody>
          <a:bodyPr>
            <a:noAutofit/>
          </a:bodyPr>
          <a:lstStyle/>
          <a:p>
            <a:r>
              <a:rPr lang="en-US" dirty="0"/>
              <a:t>Headline in Montserrat </a:t>
            </a:r>
            <a:br>
              <a:rPr lang="en-US" dirty="0"/>
            </a:br>
            <a:r>
              <a:rPr lang="en-US" dirty="0"/>
              <a:t>extra bold 36pt</a:t>
            </a:r>
          </a:p>
        </p:txBody>
      </p:sp>
      <p:sp>
        <p:nvSpPr>
          <p:cNvPr id="5" name="Text Placeholder 4">
            <a:extLst>
              <a:ext uri="{FF2B5EF4-FFF2-40B4-BE49-F238E27FC236}">
                <a16:creationId xmlns:a16="http://schemas.microsoft.com/office/drawing/2014/main" id="{721FEF9F-1649-C3F6-15F1-F93593C09A7D}"/>
              </a:ext>
            </a:extLst>
          </p:cNvPr>
          <p:cNvSpPr>
            <a:spLocks noGrp="1"/>
          </p:cNvSpPr>
          <p:nvPr>
            <p:ph type="body" sz="quarter" idx="20"/>
          </p:nvPr>
        </p:nvSpPr>
        <p:spPr/>
        <p:txBody>
          <a:bodyPr/>
          <a:lstStyle/>
          <a:p>
            <a:r>
              <a:rPr lang="en-US" dirty="0"/>
              <a:t>12.22.22</a:t>
            </a:r>
          </a:p>
        </p:txBody>
      </p:sp>
    </p:spTree>
    <p:extLst>
      <p:ext uri="{BB962C8B-B14F-4D97-AF65-F5344CB8AC3E}">
        <p14:creationId xmlns:p14="http://schemas.microsoft.com/office/powerpoint/2010/main" val="335787426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750627F4-6119-8121-49CB-9AFA737C5111}"/>
              </a:ext>
            </a:extLst>
          </p:cNvPr>
          <p:cNvSpPr>
            <a:spLocks noGrp="1"/>
          </p:cNvSpPr>
          <p:nvPr>
            <p:ph type="body" sz="quarter" idx="19"/>
          </p:nvPr>
        </p:nvSpPr>
        <p:spPr>
          <a:xfrm>
            <a:off x="8286752" y="3025328"/>
            <a:ext cx="3770570" cy="742775"/>
          </a:xfrm>
        </p:spPr>
        <p:txBody>
          <a:bodyPr/>
          <a:lstStyle/>
          <a:p>
            <a:r>
              <a:rPr lang="en-US" dirty="0"/>
              <a:t>Capabilities</a:t>
            </a:r>
          </a:p>
        </p:txBody>
      </p:sp>
      <p:sp>
        <p:nvSpPr>
          <p:cNvPr id="6" name="Picture Placeholder 5">
            <a:extLst>
              <a:ext uri="{FF2B5EF4-FFF2-40B4-BE49-F238E27FC236}">
                <a16:creationId xmlns:a16="http://schemas.microsoft.com/office/drawing/2014/main" id="{1B0A465C-E7D1-4540-876E-F94BDA058821}"/>
              </a:ext>
            </a:extLst>
          </p:cNvPr>
          <p:cNvSpPr>
            <a:spLocks noGrp="1"/>
          </p:cNvSpPr>
          <p:nvPr>
            <p:ph type="pic" sz="quarter" idx="21"/>
          </p:nvPr>
        </p:nvSpPr>
        <p:spPr/>
      </p:sp>
      <p:pic>
        <p:nvPicPr>
          <p:cNvPr id="4" name="Picture 3">
            <a:extLst>
              <a:ext uri="{FF2B5EF4-FFF2-40B4-BE49-F238E27FC236}">
                <a16:creationId xmlns:a16="http://schemas.microsoft.com/office/drawing/2014/main" id="{45A16F9E-62F0-25F9-A6CB-2726B403DA56}"/>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96721" y="2929113"/>
            <a:ext cx="2449144" cy="742774"/>
          </a:xfrm>
          <a:prstGeom prst="rect">
            <a:avLst/>
          </a:prstGeom>
        </p:spPr>
      </p:pic>
    </p:spTree>
    <p:extLst>
      <p:ext uri="{BB962C8B-B14F-4D97-AF65-F5344CB8AC3E}">
        <p14:creationId xmlns:p14="http://schemas.microsoft.com/office/powerpoint/2010/main" val="39228498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50000">
                                      <p:stCondLst>
                                        <p:cond delay="250"/>
                                      </p:stCondLst>
                                      <p:childTnLst>
                                        <p:set>
                                          <p:cBhvr>
                                            <p:cTn id="6" dur="1" fill="hold">
                                              <p:stCondLst>
                                                <p:cond delay="0"/>
                                              </p:stCondLst>
                                            </p:cTn>
                                            <p:tgtEl>
                                              <p:spTgt spid="4"/>
                                            </p:tgtEl>
                                            <p:attrNameLst>
                                              <p:attrName>style.visibility</p:attrName>
                                            </p:attrNameLst>
                                          </p:cBhvr>
                                          <p:to>
                                            <p:strVal val="visible"/>
                                          </p:to>
                                        </p:set>
                                        <p:anim calcmode="lin" valueType="num" p14:bounceEnd="50000">
                                          <p:cBhvr additive="base">
                                            <p:cTn id="7" dur="500" fill="hold"/>
                                            <p:tgtEl>
                                              <p:spTgt spid="4"/>
                                            </p:tgtEl>
                                            <p:attrNameLst>
                                              <p:attrName>ppt_x</p:attrName>
                                            </p:attrNameLst>
                                          </p:cBhvr>
                                          <p:tavLst>
                                            <p:tav tm="0">
                                              <p:val>
                                                <p:strVal val="0-#ppt_w/2"/>
                                              </p:val>
                                            </p:tav>
                                            <p:tav tm="100000">
                                              <p:val>
                                                <p:strVal val="#ppt_x"/>
                                              </p:val>
                                            </p:tav>
                                          </p:tavLst>
                                        </p:anim>
                                        <p:anim calcmode="lin" valueType="num" p14:bounceEnd="50000">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14:presetBounceEnd="50000">
                                      <p:stCondLst>
                                        <p:cond delay="500"/>
                                      </p:stCondLst>
                                      <p:childTnLst>
                                        <p:set>
                                          <p:cBhvr>
                                            <p:cTn id="10" dur="1" fill="hold">
                                              <p:stCondLst>
                                                <p:cond delay="0"/>
                                              </p:stCondLst>
                                            </p:cTn>
                                            <p:tgtEl>
                                              <p:spTgt spid="5">
                                                <p:txEl>
                                                  <p:pRg st="0" end="0"/>
                                                </p:txEl>
                                              </p:spTgt>
                                            </p:tgtEl>
                                            <p:attrNameLst>
                                              <p:attrName>style.visibility</p:attrName>
                                            </p:attrNameLst>
                                          </p:cBhvr>
                                          <p:to>
                                            <p:strVal val="visible"/>
                                          </p:to>
                                        </p:set>
                                        <p:anim calcmode="lin" valueType="num" p14:bounceEnd="50000">
                                          <p:cBhvr additive="base">
                                            <p:cTn id="11" dur="500" fill="hold"/>
                                            <p:tgtEl>
                                              <p:spTgt spid="5">
                                                <p:txEl>
                                                  <p:pRg st="0" end="0"/>
                                                </p:txEl>
                                              </p:spTgt>
                                            </p:tgtEl>
                                            <p:attrNameLst>
                                              <p:attrName>ppt_x</p:attrName>
                                            </p:attrNameLst>
                                          </p:cBhvr>
                                          <p:tavLst>
                                            <p:tav tm="0">
                                              <p:val>
                                                <p:strVal val="1+#ppt_w/2"/>
                                              </p:val>
                                            </p:tav>
                                            <p:tav tm="100000">
                                              <p:val>
                                                <p:strVal val="#ppt_x"/>
                                              </p:val>
                                            </p:tav>
                                          </p:tavLst>
                                        </p:anim>
                                        <p:anim calcmode="lin" valueType="num" p14:bounceEnd="50000">
                                          <p:cBhvr additive="base">
                                            <p:cTn id="12"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25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500"/>
                                      </p:stCondLst>
                                      <p:childTnLst>
                                        <p:set>
                                          <p:cBhvr>
                                            <p:cTn id="10" dur="1" fill="hold">
                                              <p:stCondLst>
                                                <p:cond delay="0"/>
                                              </p:stCondLst>
                                            </p:cTn>
                                            <p:tgtEl>
                                              <p:spTgt spid="5">
                                                <p:txEl>
                                                  <p:pRg st="0" end="0"/>
                                                </p:txEl>
                                              </p:spTgt>
                                            </p:tgtEl>
                                            <p:attrNameLst>
                                              <p:attrName>style.visibility</p:attrName>
                                            </p:attrNameLst>
                                          </p:cBhvr>
                                          <p:to>
                                            <p:strVal val="visible"/>
                                          </p:to>
                                        </p:set>
                                        <p:anim calcmode="lin" valueType="num">
                                          <p:cBhvr additive="base">
                                            <p:cTn id="11" dur="5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D2D17C10-F942-776F-D53B-58114AE40B18}"/>
              </a:ext>
            </a:extLst>
          </p:cNvPr>
          <p:cNvSpPr>
            <a:spLocks noGrp="1"/>
          </p:cNvSpPr>
          <p:nvPr>
            <p:ph type="body" sz="quarter" idx="16"/>
          </p:nvPr>
        </p:nvSpPr>
        <p:spPr/>
        <p:txBody>
          <a:bodyPr/>
          <a:lstStyle/>
          <a:p>
            <a:pPr>
              <a:lnSpc>
                <a:spcPts val="3700"/>
              </a:lnSpc>
            </a:pPr>
            <a:endParaRPr lang="en-US" dirty="0"/>
          </a:p>
        </p:txBody>
      </p:sp>
      <p:sp>
        <p:nvSpPr>
          <p:cNvPr id="4" name="Text Placeholder 3">
            <a:extLst>
              <a:ext uri="{FF2B5EF4-FFF2-40B4-BE49-F238E27FC236}">
                <a16:creationId xmlns:a16="http://schemas.microsoft.com/office/drawing/2014/main" id="{F65549A4-1807-2EC1-1252-A8425F7D2B99}"/>
              </a:ext>
            </a:extLst>
          </p:cNvPr>
          <p:cNvSpPr>
            <a:spLocks noGrp="1"/>
          </p:cNvSpPr>
          <p:nvPr>
            <p:ph type="body" sz="quarter" idx="17"/>
          </p:nvPr>
        </p:nvSpPr>
        <p:spPr/>
        <p:txBody>
          <a:bodyPr/>
          <a:lstStyle/>
          <a:p>
            <a:endParaRPr lang="en-US" dirty="0"/>
          </a:p>
        </p:txBody>
      </p:sp>
    </p:spTree>
    <p:extLst>
      <p:ext uri="{BB962C8B-B14F-4D97-AF65-F5344CB8AC3E}">
        <p14:creationId xmlns:p14="http://schemas.microsoft.com/office/powerpoint/2010/main" val="130412817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9EA37CC-8D86-D9E6-5054-C0FCCEB8B6AA}"/>
              </a:ext>
            </a:extLst>
          </p:cNvPr>
          <p:cNvSpPr>
            <a:spLocks noGrp="1"/>
          </p:cNvSpPr>
          <p:nvPr>
            <p:ph type="pic" sz="quarter" idx="23"/>
          </p:nvPr>
        </p:nvSpPr>
        <p:spPr/>
      </p:sp>
      <p:sp>
        <p:nvSpPr>
          <p:cNvPr id="6" name="Slide Number Placeholder 5">
            <a:extLst>
              <a:ext uri="{FF2B5EF4-FFF2-40B4-BE49-F238E27FC236}">
                <a16:creationId xmlns:a16="http://schemas.microsoft.com/office/drawing/2014/main" id="{3AEE0F93-C0A6-FDAE-3BE0-407CDA0BA88C}"/>
              </a:ext>
            </a:extLst>
          </p:cNvPr>
          <p:cNvSpPr>
            <a:spLocks noGrp="1"/>
          </p:cNvSpPr>
          <p:nvPr>
            <p:ph type="sldNum" sz="quarter" idx="21"/>
          </p:nvPr>
        </p:nvSpPr>
        <p:spPr>
          <a:prstGeom prst="rect">
            <a:avLst/>
          </a:prstGeom>
        </p:spPr>
        <p:txBody>
          <a:bodyPr/>
          <a:lstStyle/>
          <a:p>
            <a:fld id="{8929AD07-5DAF-5C46-853B-6972F006CBE9}" type="slidenum">
              <a:rPr lang="en-US" smtClean="0"/>
              <a:t>14</a:t>
            </a:fld>
            <a:endParaRPr lang="en-US" dirty="0"/>
          </a:p>
        </p:txBody>
      </p:sp>
      <p:sp>
        <p:nvSpPr>
          <p:cNvPr id="13" name="Text Placeholder 12">
            <a:extLst>
              <a:ext uri="{FF2B5EF4-FFF2-40B4-BE49-F238E27FC236}">
                <a16:creationId xmlns:a16="http://schemas.microsoft.com/office/drawing/2014/main" id="{AAA904FD-F817-E2A2-614A-3059FCAE44A9}"/>
              </a:ext>
            </a:extLst>
          </p:cNvPr>
          <p:cNvSpPr>
            <a:spLocks noGrp="1"/>
          </p:cNvSpPr>
          <p:nvPr>
            <p:ph type="body" sz="quarter" idx="22"/>
          </p:nvPr>
        </p:nvSpPr>
        <p:spPr/>
        <p:txBody>
          <a:bodyPr/>
          <a:lstStyle/>
          <a:p>
            <a:endParaRPr lang="en-US" dirty="0"/>
          </a:p>
        </p:txBody>
      </p:sp>
      <p:sp>
        <p:nvSpPr>
          <p:cNvPr id="11" name="Text Placeholder 10">
            <a:extLst>
              <a:ext uri="{FF2B5EF4-FFF2-40B4-BE49-F238E27FC236}">
                <a16:creationId xmlns:a16="http://schemas.microsoft.com/office/drawing/2014/main" id="{57D2DA4D-5DB0-D91D-3DB6-44DA82CBBF75}"/>
              </a:ext>
            </a:extLst>
          </p:cNvPr>
          <p:cNvSpPr>
            <a:spLocks noGrp="1"/>
          </p:cNvSpPr>
          <p:nvPr>
            <p:ph type="body" sz="quarter" idx="24"/>
          </p:nvPr>
        </p:nvSpPr>
        <p:spPr/>
        <p:txBody>
          <a:bodyPr/>
          <a:lstStyle/>
          <a:p>
            <a:endParaRPr lang="en-US" dirty="0"/>
          </a:p>
        </p:txBody>
      </p:sp>
      <p:sp>
        <p:nvSpPr>
          <p:cNvPr id="8" name="Freeform 7">
            <a:extLst>
              <a:ext uri="{FF2B5EF4-FFF2-40B4-BE49-F238E27FC236}">
                <a16:creationId xmlns:a16="http://schemas.microsoft.com/office/drawing/2014/main" id="{27A8FB52-C3B3-A41E-FC48-22920B18D0F7}"/>
              </a:ext>
            </a:extLst>
          </p:cNvPr>
          <p:cNvSpPr/>
          <p:nvPr/>
        </p:nvSpPr>
        <p:spPr>
          <a:xfrm>
            <a:off x="1993515" y="1571641"/>
            <a:ext cx="2699962" cy="23291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dirty="0">
              <a:latin typeface="Montserrat" pitchFamily="2" charset="77"/>
            </a:endParaRPr>
          </a:p>
        </p:txBody>
      </p:sp>
      <p:sp>
        <p:nvSpPr>
          <p:cNvPr id="139" name="Freeform 138">
            <a:extLst>
              <a:ext uri="{FF2B5EF4-FFF2-40B4-BE49-F238E27FC236}">
                <a16:creationId xmlns:a16="http://schemas.microsoft.com/office/drawing/2014/main" id="{1BFEFF0D-D0CD-B0A7-041D-882F18A1C45F}"/>
              </a:ext>
            </a:extLst>
          </p:cNvPr>
          <p:cNvSpPr/>
          <p:nvPr/>
        </p:nvSpPr>
        <p:spPr>
          <a:xfrm>
            <a:off x="2555571" y="728156"/>
            <a:ext cx="687723" cy="469266"/>
          </a:xfrm>
          <a:custGeom>
            <a:avLst/>
            <a:gdLst>
              <a:gd name="connsiteX0" fmla="*/ 632670 w 687723"/>
              <a:gd name="connsiteY0" fmla="*/ 290653 h 469266"/>
              <a:gd name="connsiteX1" fmla="*/ 619689 w 687723"/>
              <a:gd name="connsiteY1" fmla="*/ 298772 h 469266"/>
              <a:gd name="connsiteX2" fmla="*/ 613199 w 687723"/>
              <a:gd name="connsiteY2" fmla="*/ 303643 h 469266"/>
              <a:gd name="connsiteX3" fmla="*/ 602651 w 687723"/>
              <a:gd name="connsiteY3" fmla="*/ 310138 h 469266"/>
              <a:gd name="connsiteX4" fmla="*/ 598595 w 687723"/>
              <a:gd name="connsiteY4" fmla="*/ 312574 h 469266"/>
              <a:gd name="connsiteX5" fmla="*/ 497180 w 687723"/>
              <a:gd name="connsiteY5" fmla="*/ 358851 h 469266"/>
              <a:gd name="connsiteX6" fmla="*/ 465539 w 687723"/>
              <a:gd name="connsiteY6" fmla="*/ 366970 h 469266"/>
              <a:gd name="connsiteX7" fmla="*/ 448501 w 687723"/>
              <a:gd name="connsiteY7" fmla="*/ 368594 h 469266"/>
              <a:gd name="connsiteX8" fmla="*/ 420917 w 687723"/>
              <a:gd name="connsiteY8" fmla="*/ 365346 h 469266"/>
              <a:gd name="connsiteX9" fmla="*/ 414426 w 687723"/>
              <a:gd name="connsiteY9" fmla="*/ 348297 h 469266"/>
              <a:gd name="connsiteX10" fmla="*/ 430653 w 687723"/>
              <a:gd name="connsiteY10" fmla="*/ 315821 h 469266"/>
              <a:gd name="connsiteX11" fmla="*/ 431464 w 687723"/>
              <a:gd name="connsiteY11" fmla="*/ 317445 h 469266"/>
              <a:gd name="connsiteX12" fmla="*/ 466351 w 687723"/>
              <a:gd name="connsiteY12" fmla="*/ 298772 h 469266"/>
              <a:gd name="connsiteX13" fmla="*/ 473653 w 687723"/>
              <a:gd name="connsiteY13" fmla="*/ 296336 h 469266"/>
              <a:gd name="connsiteX14" fmla="*/ 510162 w 687723"/>
              <a:gd name="connsiteY14" fmla="*/ 280911 h 469266"/>
              <a:gd name="connsiteX15" fmla="*/ 514218 w 687723"/>
              <a:gd name="connsiteY15" fmla="*/ 279287 h 469266"/>
              <a:gd name="connsiteX16" fmla="*/ 534501 w 687723"/>
              <a:gd name="connsiteY16" fmla="*/ 261425 h 469266"/>
              <a:gd name="connsiteX17" fmla="*/ 538558 w 687723"/>
              <a:gd name="connsiteY17" fmla="*/ 257366 h 469266"/>
              <a:gd name="connsiteX18" fmla="*/ 545859 w 687723"/>
              <a:gd name="connsiteY18" fmla="*/ 243564 h 469266"/>
              <a:gd name="connsiteX19" fmla="*/ 546671 w 687723"/>
              <a:gd name="connsiteY19" fmla="*/ 242752 h 469266"/>
              <a:gd name="connsiteX20" fmla="*/ 538558 w 687723"/>
              <a:gd name="connsiteY20" fmla="*/ 214336 h 469266"/>
              <a:gd name="connsiteX21" fmla="*/ 538558 w 687723"/>
              <a:gd name="connsiteY21" fmla="*/ 210277 h 469266"/>
              <a:gd name="connsiteX22" fmla="*/ 538558 w 687723"/>
              <a:gd name="connsiteY22" fmla="*/ 209465 h 469266"/>
              <a:gd name="connsiteX23" fmla="*/ 529633 w 687723"/>
              <a:gd name="connsiteY23" fmla="*/ 207029 h 469266"/>
              <a:gd name="connsiteX24" fmla="*/ 510973 w 687723"/>
              <a:gd name="connsiteY24" fmla="*/ 202970 h 469266"/>
              <a:gd name="connsiteX25" fmla="*/ 499615 w 687723"/>
              <a:gd name="connsiteY25" fmla="*/ 202970 h 469266"/>
              <a:gd name="connsiteX26" fmla="*/ 489067 w 687723"/>
              <a:gd name="connsiteY26" fmla="*/ 209465 h 469266"/>
              <a:gd name="connsiteX27" fmla="*/ 439577 w 687723"/>
              <a:gd name="connsiteY27" fmla="*/ 252495 h 469266"/>
              <a:gd name="connsiteX28" fmla="*/ 432275 w 687723"/>
              <a:gd name="connsiteY28" fmla="*/ 258990 h 469266"/>
              <a:gd name="connsiteX29" fmla="*/ 414426 w 687723"/>
              <a:gd name="connsiteY29" fmla="*/ 280911 h 469266"/>
              <a:gd name="connsiteX30" fmla="*/ 407936 w 687723"/>
              <a:gd name="connsiteY30" fmla="*/ 293089 h 469266"/>
              <a:gd name="connsiteX31" fmla="*/ 404691 w 687723"/>
              <a:gd name="connsiteY31" fmla="*/ 295524 h 469266"/>
              <a:gd name="connsiteX32" fmla="*/ 376295 w 687723"/>
              <a:gd name="connsiteY32" fmla="*/ 315010 h 469266"/>
              <a:gd name="connsiteX33" fmla="*/ 350333 w 687723"/>
              <a:gd name="connsiteY33" fmla="*/ 328811 h 469266"/>
              <a:gd name="connsiteX34" fmla="*/ 347899 w 687723"/>
              <a:gd name="connsiteY34" fmla="*/ 329623 h 469266"/>
              <a:gd name="connsiteX35" fmla="*/ 323559 w 687723"/>
              <a:gd name="connsiteY35" fmla="*/ 336930 h 469266"/>
              <a:gd name="connsiteX36" fmla="*/ 313823 w 687723"/>
              <a:gd name="connsiteY36" fmla="*/ 336118 h 469266"/>
              <a:gd name="connsiteX37" fmla="*/ 311389 w 687723"/>
              <a:gd name="connsiteY37" fmla="*/ 324752 h 469266"/>
              <a:gd name="connsiteX38" fmla="*/ 313823 w 687723"/>
              <a:gd name="connsiteY38" fmla="*/ 312574 h 469266"/>
              <a:gd name="connsiteX39" fmla="*/ 316257 w 687723"/>
              <a:gd name="connsiteY39" fmla="*/ 306079 h 469266"/>
              <a:gd name="connsiteX40" fmla="*/ 320314 w 687723"/>
              <a:gd name="connsiteY40" fmla="*/ 294713 h 469266"/>
              <a:gd name="connsiteX41" fmla="*/ 324370 w 687723"/>
              <a:gd name="connsiteY41" fmla="*/ 276851 h 469266"/>
              <a:gd name="connsiteX42" fmla="*/ 321936 w 687723"/>
              <a:gd name="connsiteY42" fmla="*/ 262237 h 469266"/>
              <a:gd name="connsiteX43" fmla="*/ 315446 w 687723"/>
              <a:gd name="connsiteY43" fmla="*/ 256554 h 469266"/>
              <a:gd name="connsiteX44" fmla="*/ 310578 w 687723"/>
              <a:gd name="connsiteY44" fmla="*/ 253307 h 469266"/>
              <a:gd name="connsiteX45" fmla="*/ 291107 w 687723"/>
              <a:gd name="connsiteY45" fmla="*/ 250871 h 469266"/>
              <a:gd name="connsiteX46" fmla="*/ 235126 w 687723"/>
              <a:gd name="connsiteY46" fmla="*/ 288217 h 469266"/>
              <a:gd name="connsiteX47" fmla="*/ 221333 w 687723"/>
              <a:gd name="connsiteY47" fmla="*/ 297960 h 469266"/>
              <a:gd name="connsiteX48" fmla="*/ 227012 w 687723"/>
              <a:gd name="connsiteY48" fmla="*/ 288217 h 469266"/>
              <a:gd name="connsiteX49" fmla="*/ 231880 w 687723"/>
              <a:gd name="connsiteY49" fmla="*/ 279287 h 469266"/>
              <a:gd name="connsiteX50" fmla="*/ 232692 w 687723"/>
              <a:gd name="connsiteY50" fmla="*/ 277663 h 469266"/>
              <a:gd name="connsiteX51" fmla="*/ 247295 w 687723"/>
              <a:gd name="connsiteY51" fmla="*/ 256554 h 469266"/>
              <a:gd name="connsiteX52" fmla="*/ 250541 w 687723"/>
              <a:gd name="connsiteY52" fmla="*/ 251683 h 469266"/>
              <a:gd name="connsiteX53" fmla="*/ 258654 w 687723"/>
              <a:gd name="connsiteY53" fmla="*/ 237881 h 469266"/>
              <a:gd name="connsiteX54" fmla="*/ 262711 w 687723"/>
              <a:gd name="connsiteY54" fmla="*/ 233010 h 469266"/>
              <a:gd name="connsiteX55" fmla="*/ 267578 w 687723"/>
              <a:gd name="connsiteY55" fmla="*/ 226515 h 469266"/>
              <a:gd name="connsiteX56" fmla="*/ 274069 w 687723"/>
              <a:gd name="connsiteY56" fmla="*/ 216772 h 469266"/>
              <a:gd name="connsiteX57" fmla="*/ 280559 w 687723"/>
              <a:gd name="connsiteY57" fmla="*/ 208653 h 469266"/>
              <a:gd name="connsiteX58" fmla="*/ 282182 w 687723"/>
              <a:gd name="connsiteY58" fmla="*/ 206218 h 469266"/>
              <a:gd name="connsiteX59" fmla="*/ 286239 w 687723"/>
              <a:gd name="connsiteY59" fmla="*/ 201346 h 469266"/>
              <a:gd name="connsiteX60" fmla="*/ 291918 w 687723"/>
              <a:gd name="connsiteY60" fmla="*/ 194039 h 469266"/>
              <a:gd name="connsiteX61" fmla="*/ 294352 w 687723"/>
              <a:gd name="connsiteY61" fmla="*/ 189168 h 469266"/>
              <a:gd name="connsiteX62" fmla="*/ 299220 w 687723"/>
              <a:gd name="connsiteY62" fmla="*/ 181861 h 469266"/>
              <a:gd name="connsiteX63" fmla="*/ 308144 w 687723"/>
              <a:gd name="connsiteY63" fmla="*/ 169683 h 469266"/>
              <a:gd name="connsiteX64" fmla="*/ 337351 w 687723"/>
              <a:gd name="connsiteY64" fmla="*/ 129901 h 469266"/>
              <a:gd name="connsiteX65" fmla="*/ 343031 w 687723"/>
              <a:gd name="connsiteY65" fmla="*/ 122594 h 469266"/>
              <a:gd name="connsiteX66" fmla="*/ 350333 w 687723"/>
              <a:gd name="connsiteY66" fmla="*/ 112039 h 469266"/>
              <a:gd name="connsiteX67" fmla="*/ 358446 w 687723"/>
              <a:gd name="connsiteY67" fmla="*/ 101485 h 469266"/>
              <a:gd name="connsiteX68" fmla="*/ 364125 w 687723"/>
              <a:gd name="connsiteY68" fmla="*/ 94178 h 469266"/>
              <a:gd name="connsiteX69" fmla="*/ 370615 w 687723"/>
              <a:gd name="connsiteY69" fmla="*/ 77941 h 469266"/>
              <a:gd name="connsiteX70" fmla="*/ 342219 w 687723"/>
              <a:gd name="connsiteY70" fmla="*/ 58455 h 469266"/>
              <a:gd name="connsiteX71" fmla="*/ 330861 w 687723"/>
              <a:gd name="connsiteY71" fmla="*/ 65762 h 469266"/>
              <a:gd name="connsiteX72" fmla="*/ 326804 w 687723"/>
              <a:gd name="connsiteY72" fmla="*/ 70634 h 469266"/>
              <a:gd name="connsiteX73" fmla="*/ 317880 w 687723"/>
              <a:gd name="connsiteY73" fmla="*/ 82812 h 469266"/>
              <a:gd name="connsiteX74" fmla="*/ 299220 w 687723"/>
              <a:gd name="connsiteY74" fmla="*/ 108792 h 469266"/>
              <a:gd name="connsiteX75" fmla="*/ 297597 w 687723"/>
              <a:gd name="connsiteY75" fmla="*/ 111228 h 469266"/>
              <a:gd name="connsiteX76" fmla="*/ 296786 w 687723"/>
              <a:gd name="connsiteY76" fmla="*/ 115287 h 469266"/>
              <a:gd name="connsiteX77" fmla="*/ 229447 w 687723"/>
              <a:gd name="connsiteY77" fmla="*/ 114475 h 469266"/>
              <a:gd name="connsiteX78" fmla="*/ 211598 w 687723"/>
              <a:gd name="connsiteY78" fmla="*/ 113663 h 469266"/>
              <a:gd name="connsiteX79" fmla="*/ 212409 w 687723"/>
              <a:gd name="connsiteY79" fmla="*/ 112039 h 469266"/>
              <a:gd name="connsiteX80" fmla="*/ 217277 w 687723"/>
              <a:gd name="connsiteY80" fmla="*/ 105544 h 469266"/>
              <a:gd name="connsiteX81" fmla="*/ 222956 w 687723"/>
              <a:gd name="connsiteY81" fmla="*/ 99049 h 469266"/>
              <a:gd name="connsiteX82" fmla="*/ 239994 w 687723"/>
              <a:gd name="connsiteY82" fmla="*/ 78752 h 469266"/>
              <a:gd name="connsiteX83" fmla="*/ 257843 w 687723"/>
              <a:gd name="connsiteY83" fmla="*/ 59267 h 469266"/>
              <a:gd name="connsiteX84" fmla="*/ 275691 w 687723"/>
              <a:gd name="connsiteY84" fmla="*/ 39782 h 469266"/>
              <a:gd name="connsiteX85" fmla="*/ 281371 w 687723"/>
              <a:gd name="connsiteY85" fmla="*/ 30851 h 469266"/>
              <a:gd name="connsiteX86" fmla="*/ 283805 w 687723"/>
              <a:gd name="connsiteY86" fmla="*/ 24356 h 469266"/>
              <a:gd name="connsiteX87" fmla="*/ 282993 w 687723"/>
              <a:gd name="connsiteY87" fmla="*/ 17861 h 469266"/>
              <a:gd name="connsiteX88" fmla="*/ 269201 w 687723"/>
              <a:gd name="connsiteY88" fmla="*/ 2436 h 469266"/>
              <a:gd name="connsiteX89" fmla="*/ 259465 w 687723"/>
              <a:gd name="connsiteY89" fmla="*/ 0 h 469266"/>
              <a:gd name="connsiteX90" fmla="*/ 225390 w 687723"/>
              <a:gd name="connsiteY90" fmla="*/ 28416 h 469266"/>
              <a:gd name="connsiteX91" fmla="*/ 202673 w 687723"/>
              <a:gd name="connsiteY91" fmla="*/ 55208 h 469266"/>
              <a:gd name="connsiteX92" fmla="*/ 198616 w 687723"/>
              <a:gd name="connsiteY92" fmla="*/ 60891 h 469266"/>
              <a:gd name="connsiteX93" fmla="*/ 192126 w 687723"/>
              <a:gd name="connsiteY93" fmla="*/ 69010 h 469266"/>
              <a:gd name="connsiteX94" fmla="*/ 166164 w 687723"/>
              <a:gd name="connsiteY94" fmla="*/ 104733 h 469266"/>
              <a:gd name="connsiteX95" fmla="*/ 168598 w 687723"/>
              <a:gd name="connsiteY95" fmla="*/ 104733 h 469266"/>
              <a:gd name="connsiteX96" fmla="*/ 171032 w 687723"/>
              <a:gd name="connsiteY96" fmla="*/ 105544 h 469266"/>
              <a:gd name="connsiteX97" fmla="*/ 163730 w 687723"/>
              <a:gd name="connsiteY97" fmla="*/ 107168 h 469266"/>
              <a:gd name="connsiteX98" fmla="*/ 162919 w 687723"/>
              <a:gd name="connsiteY98" fmla="*/ 107980 h 469266"/>
              <a:gd name="connsiteX99" fmla="*/ 159673 w 687723"/>
              <a:gd name="connsiteY99" fmla="*/ 112851 h 469266"/>
              <a:gd name="connsiteX100" fmla="*/ 153994 w 687723"/>
              <a:gd name="connsiteY100" fmla="*/ 119346 h 469266"/>
              <a:gd name="connsiteX101" fmla="*/ 147504 w 687723"/>
              <a:gd name="connsiteY101" fmla="*/ 123406 h 469266"/>
              <a:gd name="connsiteX102" fmla="*/ 67184 w 687723"/>
              <a:gd name="connsiteY102" fmla="*/ 141267 h 469266"/>
              <a:gd name="connsiteX103" fmla="*/ 45278 w 687723"/>
              <a:gd name="connsiteY103" fmla="*/ 145327 h 469266"/>
              <a:gd name="connsiteX104" fmla="*/ 41221 w 687723"/>
              <a:gd name="connsiteY104" fmla="*/ 147762 h 469266"/>
              <a:gd name="connsiteX105" fmla="*/ 63127 w 687723"/>
              <a:gd name="connsiteY105" fmla="*/ 168059 h 469266"/>
              <a:gd name="connsiteX106" fmla="*/ 85032 w 687723"/>
              <a:gd name="connsiteY106" fmla="*/ 165624 h 469266"/>
              <a:gd name="connsiteX107" fmla="*/ 105315 w 687723"/>
              <a:gd name="connsiteY107" fmla="*/ 159940 h 469266"/>
              <a:gd name="connsiteX108" fmla="*/ 115862 w 687723"/>
              <a:gd name="connsiteY108" fmla="*/ 157505 h 469266"/>
              <a:gd name="connsiteX109" fmla="*/ 121542 w 687723"/>
              <a:gd name="connsiteY109" fmla="*/ 155881 h 469266"/>
              <a:gd name="connsiteX110" fmla="*/ 123976 w 687723"/>
              <a:gd name="connsiteY110" fmla="*/ 155881 h 469266"/>
              <a:gd name="connsiteX111" fmla="*/ 115862 w 687723"/>
              <a:gd name="connsiteY111" fmla="*/ 171307 h 469266"/>
              <a:gd name="connsiteX112" fmla="*/ 102070 w 687723"/>
              <a:gd name="connsiteY112" fmla="*/ 189168 h 469266"/>
              <a:gd name="connsiteX113" fmla="*/ 89089 w 687723"/>
              <a:gd name="connsiteY113" fmla="*/ 209465 h 469266"/>
              <a:gd name="connsiteX114" fmla="*/ 82598 w 687723"/>
              <a:gd name="connsiteY114" fmla="*/ 220020 h 469266"/>
              <a:gd name="connsiteX115" fmla="*/ 78542 w 687723"/>
              <a:gd name="connsiteY115" fmla="*/ 225703 h 469266"/>
              <a:gd name="connsiteX116" fmla="*/ 75297 w 687723"/>
              <a:gd name="connsiteY116" fmla="*/ 231386 h 469266"/>
              <a:gd name="connsiteX117" fmla="*/ 73674 w 687723"/>
              <a:gd name="connsiteY117" fmla="*/ 234633 h 469266"/>
              <a:gd name="connsiteX118" fmla="*/ 61504 w 687723"/>
              <a:gd name="connsiteY118" fmla="*/ 252495 h 469266"/>
              <a:gd name="connsiteX119" fmla="*/ 49335 w 687723"/>
              <a:gd name="connsiteY119" fmla="*/ 271168 h 469266"/>
              <a:gd name="connsiteX120" fmla="*/ 19316 w 687723"/>
              <a:gd name="connsiteY120" fmla="*/ 328811 h 469266"/>
              <a:gd name="connsiteX121" fmla="*/ 16071 w 687723"/>
              <a:gd name="connsiteY121" fmla="*/ 454653 h 469266"/>
              <a:gd name="connsiteX122" fmla="*/ 45278 w 687723"/>
              <a:gd name="connsiteY122" fmla="*/ 469267 h 469266"/>
              <a:gd name="connsiteX123" fmla="*/ 46089 w 687723"/>
              <a:gd name="connsiteY123" fmla="*/ 464395 h 469266"/>
              <a:gd name="connsiteX124" fmla="*/ 29863 w 687723"/>
              <a:gd name="connsiteY124" fmla="*/ 445722 h 469266"/>
              <a:gd name="connsiteX125" fmla="*/ 29052 w 687723"/>
              <a:gd name="connsiteY125" fmla="*/ 426237 h 469266"/>
              <a:gd name="connsiteX126" fmla="*/ 29052 w 687723"/>
              <a:gd name="connsiteY126" fmla="*/ 424613 h 469266"/>
              <a:gd name="connsiteX127" fmla="*/ 27429 w 687723"/>
              <a:gd name="connsiteY127" fmla="*/ 419742 h 469266"/>
              <a:gd name="connsiteX128" fmla="*/ 28240 w 687723"/>
              <a:gd name="connsiteY128" fmla="*/ 414871 h 469266"/>
              <a:gd name="connsiteX129" fmla="*/ 32297 w 687723"/>
              <a:gd name="connsiteY129" fmla="*/ 405940 h 469266"/>
              <a:gd name="connsiteX130" fmla="*/ 42033 w 687723"/>
              <a:gd name="connsiteY130" fmla="*/ 377524 h 469266"/>
              <a:gd name="connsiteX131" fmla="*/ 42844 w 687723"/>
              <a:gd name="connsiteY131" fmla="*/ 371841 h 469266"/>
              <a:gd name="connsiteX132" fmla="*/ 43655 w 687723"/>
              <a:gd name="connsiteY132" fmla="*/ 365346 h 469266"/>
              <a:gd name="connsiteX133" fmla="*/ 46089 w 687723"/>
              <a:gd name="connsiteY133" fmla="*/ 361287 h 469266"/>
              <a:gd name="connsiteX134" fmla="*/ 46901 w 687723"/>
              <a:gd name="connsiteY134" fmla="*/ 358039 h 469266"/>
              <a:gd name="connsiteX135" fmla="*/ 46089 w 687723"/>
              <a:gd name="connsiteY135" fmla="*/ 355604 h 469266"/>
              <a:gd name="connsiteX136" fmla="*/ 45278 w 687723"/>
              <a:gd name="connsiteY136" fmla="*/ 358039 h 469266"/>
              <a:gd name="connsiteX137" fmla="*/ 43655 w 687723"/>
              <a:gd name="connsiteY137" fmla="*/ 359663 h 469266"/>
              <a:gd name="connsiteX138" fmla="*/ 41221 w 687723"/>
              <a:gd name="connsiteY138" fmla="*/ 362099 h 469266"/>
              <a:gd name="connsiteX139" fmla="*/ 39599 w 687723"/>
              <a:gd name="connsiteY139" fmla="*/ 364534 h 469266"/>
              <a:gd name="connsiteX140" fmla="*/ 42033 w 687723"/>
              <a:gd name="connsiteY140" fmla="*/ 357227 h 469266"/>
              <a:gd name="connsiteX141" fmla="*/ 46901 w 687723"/>
              <a:gd name="connsiteY141" fmla="*/ 351544 h 469266"/>
              <a:gd name="connsiteX142" fmla="*/ 47712 w 687723"/>
              <a:gd name="connsiteY142" fmla="*/ 353980 h 469266"/>
              <a:gd name="connsiteX143" fmla="*/ 48523 w 687723"/>
              <a:gd name="connsiteY143" fmla="*/ 354792 h 469266"/>
              <a:gd name="connsiteX144" fmla="*/ 49335 w 687723"/>
              <a:gd name="connsiteY144" fmla="*/ 353980 h 469266"/>
              <a:gd name="connsiteX145" fmla="*/ 50146 w 687723"/>
              <a:gd name="connsiteY145" fmla="*/ 353168 h 469266"/>
              <a:gd name="connsiteX146" fmla="*/ 58259 w 687723"/>
              <a:gd name="connsiteY146" fmla="*/ 343425 h 469266"/>
              <a:gd name="connsiteX147" fmla="*/ 59070 w 687723"/>
              <a:gd name="connsiteY147" fmla="*/ 336930 h 469266"/>
              <a:gd name="connsiteX148" fmla="*/ 59070 w 687723"/>
              <a:gd name="connsiteY148" fmla="*/ 334495 h 469266"/>
              <a:gd name="connsiteX149" fmla="*/ 70429 w 687723"/>
              <a:gd name="connsiteY149" fmla="*/ 318257 h 469266"/>
              <a:gd name="connsiteX150" fmla="*/ 72051 w 687723"/>
              <a:gd name="connsiteY150" fmla="*/ 308514 h 469266"/>
              <a:gd name="connsiteX151" fmla="*/ 72051 w 687723"/>
              <a:gd name="connsiteY151" fmla="*/ 307703 h 469266"/>
              <a:gd name="connsiteX152" fmla="*/ 102070 w 687723"/>
              <a:gd name="connsiteY152" fmla="*/ 263861 h 469266"/>
              <a:gd name="connsiteX153" fmla="*/ 111806 w 687723"/>
              <a:gd name="connsiteY153" fmla="*/ 249247 h 469266"/>
              <a:gd name="connsiteX154" fmla="*/ 123164 w 687723"/>
              <a:gd name="connsiteY154" fmla="*/ 230574 h 469266"/>
              <a:gd name="connsiteX155" fmla="*/ 136145 w 687723"/>
              <a:gd name="connsiteY155" fmla="*/ 211901 h 469266"/>
              <a:gd name="connsiteX156" fmla="*/ 145070 w 687723"/>
              <a:gd name="connsiteY156" fmla="*/ 199723 h 469266"/>
              <a:gd name="connsiteX157" fmla="*/ 153994 w 687723"/>
              <a:gd name="connsiteY157" fmla="*/ 187544 h 469266"/>
              <a:gd name="connsiteX158" fmla="*/ 155617 w 687723"/>
              <a:gd name="connsiteY158" fmla="*/ 185109 h 469266"/>
              <a:gd name="connsiteX159" fmla="*/ 171032 w 687723"/>
              <a:gd name="connsiteY159" fmla="*/ 164000 h 469266"/>
              <a:gd name="connsiteX160" fmla="*/ 182390 w 687723"/>
              <a:gd name="connsiteY160" fmla="*/ 147762 h 469266"/>
              <a:gd name="connsiteX161" fmla="*/ 187258 w 687723"/>
              <a:gd name="connsiteY161" fmla="*/ 140455 h 469266"/>
              <a:gd name="connsiteX162" fmla="*/ 191315 w 687723"/>
              <a:gd name="connsiteY162" fmla="*/ 137208 h 469266"/>
              <a:gd name="connsiteX163" fmla="*/ 193749 w 687723"/>
              <a:gd name="connsiteY163" fmla="*/ 134772 h 469266"/>
              <a:gd name="connsiteX164" fmla="*/ 208352 w 687723"/>
              <a:gd name="connsiteY164" fmla="*/ 130713 h 469266"/>
              <a:gd name="connsiteX165" fmla="*/ 211598 w 687723"/>
              <a:gd name="connsiteY165" fmla="*/ 129901 h 469266"/>
              <a:gd name="connsiteX166" fmla="*/ 217277 w 687723"/>
              <a:gd name="connsiteY166" fmla="*/ 129089 h 469266"/>
              <a:gd name="connsiteX167" fmla="*/ 221333 w 687723"/>
              <a:gd name="connsiteY167" fmla="*/ 128277 h 469266"/>
              <a:gd name="connsiteX168" fmla="*/ 239182 w 687723"/>
              <a:gd name="connsiteY168" fmla="*/ 123406 h 469266"/>
              <a:gd name="connsiteX169" fmla="*/ 289484 w 687723"/>
              <a:gd name="connsiteY169" fmla="*/ 120158 h 469266"/>
              <a:gd name="connsiteX170" fmla="*/ 286239 w 687723"/>
              <a:gd name="connsiteY170" fmla="*/ 125841 h 469266"/>
              <a:gd name="connsiteX171" fmla="*/ 283805 w 687723"/>
              <a:gd name="connsiteY171" fmla="*/ 129901 h 469266"/>
              <a:gd name="connsiteX172" fmla="*/ 282182 w 687723"/>
              <a:gd name="connsiteY172" fmla="*/ 131525 h 469266"/>
              <a:gd name="connsiteX173" fmla="*/ 280559 w 687723"/>
              <a:gd name="connsiteY173" fmla="*/ 133960 h 469266"/>
              <a:gd name="connsiteX174" fmla="*/ 278126 w 687723"/>
              <a:gd name="connsiteY174" fmla="*/ 137208 h 469266"/>
              <a:gd name="connsiteX175" fmla="*/ 275691 w 687723"/>
              <a:gd name="connsiteY175" fmla="*/ 139643 h 469266"/>
              <a:gd name="connsiteX176" fmla="*/ 273258 w 687723"/>
              <a:gd name="connsiteY176" fmla="*/ 142079 h 469266"/>
              <a:gd name="connsiteX177" fmla="*/ 270824 w 687723"/>
              <a:gd name="connsiteY177" fmla="*/ 146138 h 469266"/>
              <a:gd name="connsiteX178" fmla="*/ 269201 w 687723"/>
              <a:gd name="connsiteY178" fmla="*/ 149386 h 469266"/>
              <a:gd name="connsiteX179" fmla="*/ 266767 w 687723"/>
              <a:gd name="connsiteY179" fmla="*/ 152634 h 469266"/>
              <a:gd name="connsiteX180" fmla="*/ 261088 w 687723"/>
              <a:gd name="connsiteY180" fmla="*/ 160752 h 469266"/>
              <a:gd name="connsiteX181" fmla="*/ 255409 w 687723"/>
              <a:gd name="connsiteY181" fmla="*/ 168059 h 469266"/>
              <a:gd name="connsiteX182" fmla="*/ 249729 w 687723"/>
              <a:gd name="connsiteY182" fmla="*/ 175366 h 469266"/>
              <a:gd name="connsiteX183" fmla="*/ 247295 w 687723"/>
              <a:gd name="connsiteY183" fmla="*/ 178614 h 469266"/>
              <a:gd name="connsiteX184" fmla="*/ 245673 w 687723"/>
              <a:gd name="connsiteY184" fmla="*/ 181049 h 469266"/>
              <a:gd name="connsiteX185" fmla="*/ 244050 w 687723"/>
              <a:gd name="connsiteY185" fmla="*/ 182673 h 469266"/>
              <a:gd name="connsiteX186" fmla="*/ 235937 w 687723"/>
              <a:gd name="connsiteY186" fmla="*/ 195663 h 469266"/>
              <a:gd name="connsiteX187" fmla="*/ 234315 w 687723"/>
              <a:gd name="connsiteY187" fmla="*/ 198099 h 469266"/>
              <a:gd name="connsiteX188" fmla="*/ 227824 w 687723"/>
              <a:gd name="connsiteY188" fmla="*/ 209465 h 469266"/>
              <a:gd name="connsiteX189" fmla="*/ 221333 w 687723"/>
              <a:gd name="connsiteY189" fmla="*/ 219208 h 469266"/>
              <a:gd name="connsiteX190" fmla="*/ 217277 w 687723"/>
              <a:gd name="connsiteY190" fmla="*/ 223267 h 469266"/>
              <a:gd name="connsiteX191" fmla="*/ 214032 w 687723"/>
              <a:gd name="connsiteY191" fmla="*/ 228138 h 469266"/>
              <a:gd name="connsiteX192" fmla="*/ 212409 w 687723"/>
              <a:gd name="connsiteY192" fmla="*/ 229762 h 469266"/>
              <a:gd name="connsiteX193" fmla="*/ 210786 w 687723"/>
              <a:gd name="connsiteY193" fmla="*/ 232198 h 469266"/>
              <a:gd name="connsiteX194" fmla="*/ 207541 w 687723"/>
              <a:gd name="connsiteY194" fmla="*/ 237881 h 469266"/>
              <a:gd name="connsiteX195" fmla="*/ 203484 w 687723"/>
              <a:gd name="connsiteY195" fmla="*/ 244376 h 469266"/>
              <a:gd name="connsiteX196" fmla="*/ 201862 w 687723"/>
              <a:gd name="connsiteY196" fmla="*/ 246812 h 469266"/>
              <a:gd name="connsiteX197" fmla="*/ 201051 w 687723"/>
              <a:gd name="connsiteY197" fmla="*/ 247623 h 469266"/>
              <a:gd name="connsiteX198" fmla="*/ 199428 w 687723"/>
              <a:gd name="connsiteY198" fmla="*/ 252495 h 469266"/>
              <a:gd name="connsiteX199" fmla="*/ 197805 w 687723"/>
              <a:gd name="connsiteY199" fmla="*/ 257366 h 469266"/>
              <a:gd name="connsiteX200" fmla="*/ 196994 w 687723"/>
              <a:gd name="connsiteY200" fmla="*/ 258178 h 469266"/>
              <a:gd name="connsiteX201" fmla="*/ 193749 w 687723"/>
              <a:gd name="connsiteY201" fmla="*/ 258178 h 469266"/>
              <a:gd name="connsiteX202" fmla="*/ 193749 w 687723"/>
              <a:gd name="connsiteY202" fmla="*/ 259802 h 469266"/>
              <a:gd name="connsiteX203" fmla="*/ 192126 w 687723"/>
              <a:gd name="connsiteY203" fmla="*/ 265485 h 469266"/>
              <a:gd name="connsiteX204" fmla="*/ 188881 w 687723"/>
              <a:gd name="connsiteY204" fmla="*/ 271980 h 469266"/>
              <a:gd name="connsiteX205" fmla="*/ 188881 w 687723"/>
              <a:gd name="connsiteY205" fmla="*/ 273604 h 469266"/>
              <a:gd name="connsiteX206" fmla="*/ 176711 w 687723"/>
              <a:gd name="connsiteY206" fmla="*/ 290653 h 469266"/>
              <a:gd name="connsiteX207" fmla="*/ 175088 w 687723"/>
              <a:gd name="connsiteY207" fmla="*/ 294713 h 469266"/>
              <a:gd name="connsiteX208" fmla="*/ 169409 w 687723"/>
              <a:gd name="connsiteY208" fmla="*/ 307703 h 469266"/>
              <a:gd name="connsiteX209" fmla="*/ 168598 w 687723"/>
              <a:gd name="connsiteY209" fmla="*/ 310138 h 469266"/>
              <a:gd name="connsiteX210" fmla="*/ 162919 w 687723"/>
              <a:gd name="connsiteY210" fmla="*/ 331247 h 469266"/>
              <a:gd name="connsiteX211" fmla="*/ 169409 w 687723"/>
              <a:gd name="connsiteY211" fmla="*/ 358851 h 469266"/>
              <a:gd name="connsiteX212" fmla="*/ 178334 w 687723"/>
              <a:gd name="connsiteY212" fmla="*/ 362910 h 469266"/>
              <a:gd name="connsiteX213" fmla="*/ 184824 w 687723"/>
              <a:gd name="connsiteY213" fmla="*/ 362099 h 469266"/>
              <a:gd name="connsiteX214" fmla="*/ 187258 w 687723"/>
              <a:gd name="connsiteY214" fmla="*/ 358851 h 469266"/>
              <a:gd name="connsiteX215" fmla="*/ 189692 w 687723"/>
              <a:gd name="connsiteY215" fmla="*/ 355604 h 469266"/>
              <a:gd name="connsiteX216" fmla="*/ 210786 w 687723"/>
              <a:gd name="connsiteY216" fmla="*/ 337742 h 469266"/>
              <a:gd name="connsiteX217" fmla="*/ 227012 w 687723"/>
              <a:gd name="connsiteY217" fmla="*/ 322316 h 469266"/>
              <a:gd name="connsiteX218" fmla="*/ 234315 w 687723"/>
              <a:gd name="connsiteY218" fmla="*/ 315010 h 469266"/>
              <a:gd name="connsiteX219" fmla="*/ 235126 w 687723"/>
              <a:gd name="connsiteY219" fmla="*/ 311762 h 469266"/>
              <a:gd name="connsiteX220" fmla="*/ 235937 w 687723"/>
              <a:gd name="connsiteY220" fmla="*/ 311762 h 469266"/>
              <a:gd name="connsiteX221" fmla="*/ 237560 w 687723"/>
              <a:gd name="connsiteY221" fmla="*/ 310138 h 469266"/>
              <a:gd name="connsiteX222" fmla="*/ 239994 w 687723"/>
              <a:gd name="connsiteY222" fmla="*/ 308514 h 469266"/>
              <a:gd name="connsiteX223" fmla="*/ 241616 w 687723"/>
              <a:gd name="connsiteY223" fmla="*/ 306891 h 469266"/>
              <a:gd name="connsiteX224" fmla="*/ 243239 w 687723"/>
              <a:gd name="connsiteY224" fmla="*/ 305267 h 469266"/>
              <a:gd name="connsiteX225" fmla="*/ 244050 w 687723"/>
              <a:gd name="connsiteY225" fmla="*/ 304455 h 469266"/>
              <a:gd name="connsiteX226" fmla="*/ 250541 w 687723"/>
              <a:gd name="connsiteY226" fmla="*/ 299584 h 469266"/>
              <a:gd name="connsiteX227" fmla="*/ 252163 w 687723"/>
              <a:gd name="connsiteY227" fmla="*/ 298772 h 469266"/>
              <a:gd name="connsiteX228" fmla="*/ 256220 w 687723"/>
              <a:gd name="connsiteY228" fmla="*/ 294713 h 469266"/>
              <a:gd name="connsiteX229" fmla="*/ 261088 w 687723"/>
              <a:gd name="connsiteY229" fmla="*/ 290653 h 469266"/>
              <a:gd name="connsiteX230" fmla="*/ 265956 w 687723"/>
              <a:gd name="connsiteY230" fmla="*/ 285782 h 469266"/>
              <a:gd name="connsiteX231" fmla="*/ 269201 w 687723"/>
              <a:gd name="connsiteY231" fmla="*/ 282534 h 469266"/>
              <a:gd name="connsiteX232" fmla="*/ 270824 w 687723"/>
              <a:gd name="connsiteY232" fmla="*/ 283346 h 469266"/>
              <a:gd name="connsiteX233" fmla="*/ 271635 w 687723"/>
              <a:gd name="connsiteY233" fmla="*/ 283346 h 469266"/>
              <a:gd name="connsiteX234" fmla="*/ 278937 w 687723"/>
              <a:gd name="connsiteY234" fmla="*/ 278475 h 469266"/>
              <a:gd name="connsiteX235" fmla="*/ 281371 w 687723"/>
              <a:gd name="connsiteY235" fmla="*/ 276851 h 469266"/>
              <a:gd name="connsiteX236" fmla="*/ 282993 w 687723"/>
              <a:gd name="connsiteY236" fmla="*/ 273604 h 469266"/>
              <a:gd name="connsiteX237" fmla="*/ 282993 w 687723"/>
              <a:gd name="connsiteY237" fmla="*/ 276851 h 469266"/>
              <a:gd name="connsiteX238" fmla="*/ 281371 w 687723"/>
              <a:gd name="connsiteY238" fmla="*/ 286594 h 469266"/>
              <a:gd name="connsiteX239" fmla="*/ 283805 w 687723"/>
              <a:gd name="connsiteY239" fmla="*/ 325564 h 469266"/>
              <a:gd name="connsiteX240" fmla="*/ 286239 w 687723"/>
              <a:gd name="connsiteY240" fmla="*/ 328811 h 469266"/>
              <a:gd name="connsiteX241" fmla="*/ 318691 w 687723"/>
              <a:gd name="connsiteY241" fmla="*/ 355604 h 469266"/>
              <a:gd name="connsiteX242" fmla="*/ 330861 w 687723"/>
              <a:gd name="connsiteY242" fmla="*/ 358039 h 469266"/>
              <a:gd name="connsiteX243" fmla="*/ 343031 w 687723"/>
              <a:gd name="connsiteY243" fmla="*/ 360475 h 469266"/>
              <a:gd name="connsiteX244" fmla="*/ 346276 w 687723"/>
              <a:gd name="connsiteY244" fmla="*/ 358851 h 469266"/>
              <a:gd name="connsiteX245" fmla="*/ 352766 w 687723"/>
              <a:gd name="connsiteY245" fmla="*/ 354792 h 469266"/>
              <a:gd name="connsiteX246" fmla="*/ 361691 w 687723"/>
              <a:gd name="connsiteY246" fmla="*/ 349108 h 469266"/>
              <a:gd name="connsiteX247" fmla="*/ 373049 w 687723"/>
              <a:gd name="connsiteY247" fmla="*/ 340990 h 469266"/>
              <a:gd name="connsiteX248" fmla="*/ 386842 w 687723"/>
              <a:gd name="connsiteY248" fmla="*/ 330435 h 469266"/>
              <a:gd name="connsiteX249" fmla="*/ 386842 w 687723"/>
              <a:gd name="connsiteY249" fmla="*/ 336930 h 469266"/>
              <a:gd name="connsiteX250" fmla="*/ 395766 w 687723"/>
              <a:gd name="connsiteY250" fmla="*/ 359663 h 469266"/>
              <a:gd name="connsiteX251" fmla="*/ 423351 w 687723"/>
              <a:gd name="connsiteY251" fmla="*/ 383207 h 469266"/>
              <a:gd name="connsiteX252" fmla="*/ 463917 w 687723"/>
              <a:gd name="connsiteY252" fmla="*/ 387267 h 469266"/>
              <a:gd name="connsiteX253" fmla="*/ 480954 w 687723"/>
              <a:gd name="connsiteY253" fmla="*/ 385643 h 469266"/>
              <a:gd name="connsiteX254" fmla="*/ 480954 w 687723"/>
              <a:gd name="connsiteY254" fmla="*/ 384019 h 469266"/>
              <a:gd name="connsiteX255" fmla="*/ 478520 w 687723"/>
              <a:gd name="connsiteY255" fmla="*/ 383207 h 469266"/>
              <a:gd name="connsiteX256" fmla="*/ 493935 w 687723"/>
              <a:gd name="connsiteY256" fmla="*/ 380772 h 469266"/>
              <a:gd name="connsiteX257" fmla="*/ 544237 w 687723"/>
              <a:gd name="connsiteY257" fmla="*/ 363722 h 469266"/>
              <a:gd name="connsiteX258" fmla="*/ 545048 w 687723"/>
              <a:gd name="connsiteY258" fmla="*/ 364534 h 469266"/>
              <a:gd name="connsiteX259" fmla="*/ 545859 w 687723"/>
              <a:gd name="connsiteY259" fmla="*/ 364534 h 469266"/>
              <a:gd name="connsiteX260" fmla="*/ 554784 w 687723"/>
              <a:gd name="connsiteY260" fmla="*/ 359663 h 469266"/>
              <a:gd name="connsiteX261" fmla="*/ 575878 w 687723"/>
              <a:gd name="connsiteY261" fmla="*/ 348297 h 469266"/>
              <a:gd name="connsiteX262" fmla="*/ 592916 w 687723"/>
              <a:gd name="connsiteY262" fmla="*/ 332871 h 469266"/>
              <a:gd name="connsiteX263" fmla="*/ 596161 w 687723"/>
              <a:gd name="connsiteY263" fmla="*/ 330435 h 469266"/>
              <a:gd name="connsiteX264" fmla="*/ 599406 w 687723"/>
              <a:gd name="connsiteY264" fmla="*/ 325564 h 469266"/>
              <a:gd name="connsiteX265" fmla="*/ 595350 w 687723"/>
              <a:gd name="connsiteY265" fmla="*/ 327188 h 469266"/>
              <a:gd name="connsiteX266" fmla="*/ 591293 w 687723"/>
              <a:gd name="connsiteY266" fmla="*/ 329623 h 469266"/>
              <a:gd name="connsiteX267" fmla="*/ 583991 w 687723"/>
              <a:gd name="connsiteY267" fmla="*/ 332871 h 469266"/>
              <a:gd name="connsiteX268" fmla="*/ 579124 w 687723"/>
              <a:gd name="connsiteY268" fmla="*/ 334495 h 469266"/>
              <a:gd name="connsiteX269" fmla="*/ 595350 w 687723"/>
              <a:gd name="connsiteY269" fmla="*/ 323128 h 469266"/>
              <a:gd name="connsiteX270" fmla="*/ 602651 w 687723"/>
              <a:gd name="connsiteY270" fmla="*/ 317445 h 469266"/>
              <a:gd name="connsiteX271" fmla="*/ 608331 w 687723"/>
              <a:gd name="connsiteY271" fmla="*/ 313386 h 469266"/>
              <a:gd name="connsiteX272" fmla="*/ 621312 w 687723"/>
              <a:gd name="connsiteY272" fmla="*/ 305267 h 469266"/>
              <a:gd name="connsiteX273" fmla="*/ 633482 w 687723"/>
              <a:gd name="connsiteY273" fmla="*/ 295524 h 469266"/>
              <a:gd name="connsiteX274" fmla="*/ 655387 w 687723"/>
              <a:gd name="connsiteY274" fmla="*/ 275227 h 469266"/>
              <a:gd name="connsiteX275" fmla="*/ 659443 w 687723"/>
              <a:gd name="connsiteY275" fmla="*/ 271980 h 469266"/>
              <a:gd name="connsiteX276" fmla="*/ 662689 w 687723"/>
              <a:gd name="connsiteY276" fmla="*/ 268732 h 469266"/>
              <a:gd name="connsiteX277" fmla="*/ 672425 w 687723"/>
              <a:gd name="connsiteY277" fmla="*/ 260614 h 469266"/>
              <a:gd name="connsiteX278" fmla="*/ 687028 w 687723"/>
              <a:gd name="connsiteY278" fmla="*/ 246000 h 469266"/>
              <a:gd name="connsiteX279" fmla="*/ 632670 w 687723"/>
              <a:gd name="connsiteY279" fmla="*/ 290653 h 469266"/>
              <a:gd name="connsiteX280" fmla="*/ 37976 w 687723"/>
              <a:gd name="connsiteY280" fmla="*/ 322316 h 469266"/>
              <a:gd name="connsiteX281" fmla="*/ 38788 w 687723"/>
              <a:gd name="connsiteY281" fmla="*/ 319069 h 469266"/>
              <a:gd name="connsiteX282" fmla="*/ 38788 w 687723"/>
              <a:gd name="connsiteY282" fmla="*/ 323128 h 469266"/>
              <a:gd name="connsiteX283" fmla="*/ 37976 w 687723"/>
              <a:gd name="connsiteY283" fmla="*/ 322316 h 469266"/>
              <a:gd name="connsiteX284" fmla="*/ 37165 w 687723"/>
              <a:gd name="connsiteY284" fmla="*/ 346673 h 469266"/>
              <a:gd name="connsiteX285" fmla="*/ 38788 w 687723"/>
              <a:gd name="connsiteY285" fmla="*/ 345049 h 469266"/>
              <a:gd name="connsiteX286" fmla="*/ 37165 w 687723"/>
              <a:gd name="connsiteY286" fmla="*/ 350732 h 469266"/>
              <a:gd name="connsiteX287" fmla="*/ 37165 w 687723"/>
              <a:gd name="connsiteY287" fmla="*/ 346673 h 469266"/>
              <a:gd name="connsiteX288" fmla="*/ 29863 w 687723"/>
              <a:gd name="connsiteY288" fmla="*/ 333683 h 469266"/>
              <a:gd name="connsiteX289" fmla="*/ 30674 w 687723"/>
              <a:gd name="connsiteY289" fmla="*/ 332059 h 469266"/>
              <a:gd name="connsiteX290" fmla="*/ 31486 w 687723"/>
              <a:gd name="connsiteY290" fmla="*/ 331247 h 469266"/>
              <a:gd name="connsiteX291" fmla="*/ 33108 w 687723"/>
              <a:gd name="connsiteY291" fmla="*/ 332871 h 469266"/>
              <a:gd name="connsiteX292" fmla="*/ 29052 w 687723"/>
              <a:gd name="connsiteY292" fmla="*/ 334495 h 469266"/>
              <a:gd name="connsiteX293" fmla="*/ 29863 w 687723"/>
              <a:gd name="connsiteY293" fmla="*/ 333683 h 469266"/>
              <a:gd name="connsiteX294" fmla="*/ 20127 w 687723"/>
              <a:gd name="connsiteY294" fmla="*/ 361287 h 469266"/>
              <a:gd name="connsiteX295" fmla="*/ 20127 w 687723"/>
              <a:gd name="connsiteY295" fmla="*/ 356415 h 469266"/>
              <a:gd name="connsiteX296" fmla="*/ 20938 w 687723"/>
              <a:gd name="connsiteY296" fmla="*/ 357227 h 469266"/>
              <a:gd name="connsiteX297" fmla="*/ 20127 w 687723"/>
              <a:gd name="connsiteY297" fmla="*/ 361287 h 469266"/>
              <a:gd name="connsiteX298" fmla="*/ 33108 w 687723"/>
              <a:gd name="connsiteY298" fmla="*/ 402693 h 469266"/>
              <a:gd name="connsiteX299" fmla="*/ 31486 w 687723"/>
              <a:gd name="connsiteY299" fmla="*/ 414059 h 469266"/>
              <a:gd name="connsiteX300" fmla="*/ 29052 w 687723"/>
              <a:gd name="connsiteY300" fmla="*/ 420554 h 469266"/>
              <a:gd name="connsiteX301" fmla="*/ 29052 w 687723"/>
              <a:gd name="connsiteY301" fmla="*/ 417307 h 469266"/>
              <a:gd name="connsiteX302" fmla="*/ 29863 w 687723"/>
              <a:gd name="connsiteY302" fmla="*/ 408376 h 469266"/>
              <a:gd name="connsiteX303" fmla="*/ 33920 w 687723"/>
              <a:gd name="connsiteY303" fmla="*/ 391326 h 469266"/>
              <a:gd name="connsiteX304" fmla="*/ 33108 w 687723"/>
              <a:gd name="connsiteY304" fmla="*/ 402693 h 469266"/>
              <a:gd name="connsiteX305" fmla="*/ 37976 w 687723"/>
              <a:gd name="connsiteY305" fmla="*/ 380772 h 469266"/>
              <a:gd name="connsiteX306" fmla="*/ 36353 w 687723"/>
              <a:gd name="connsiteY306" fmla="*/ 379148 h 469266"/>
              <a:gd name="connsiteX307" fmla="*/ 39599 w 687723"/>
              <a:gd name="connsiteY307" fmla="*/ 375089 h 469266"/>
              <a:gd name="connsiteX308" fmla="*/ 37976 w 687723"/>
              <a:gd name="connsiteY308" fmla="*/ 380772 h 469266"/>
              <a:gd name="connsiteX309" fmla="*/ 42844 w 687723"/>
              <a:gd name="connsiteY309" fmla="*/ 379148 h 469266"/>
              <a:gd name="connsiteX310" fmla="*/ 43655 w 687723"/>
              <a:gd name="connsiteY310" fmla="*/ 380772 h 469266"/>
              <a:gd name="connsiteX311" fmla="*/ 41221 w 687723"/>
              <a:gd name="connsiteY311" fmla="*/ 382396 h 469266"/>
              <a:gd name="connsiteX312" fmla="*/ 39599 w 687723"/>
              <a:gd name="connsiteY312" fmla="*/ 380772 h 469266"/>
              <a:gd name="connsiteX313" fmla="*/ 42844 w 687723"/>
              <a:gd name="connsiteY313" fmla="*/ 379148 h 469266"/>
              <a:gd name="connsiteX314" fmla="*/ 44467 w 687723"/>
              <a:gd name="connsiteY314" fmla="*/ 335307 h 469266"/>
              <a:gd name="connsiteX315" fmla="*/ 40410 w 687723"/>
              <a:gd name="connsiteY315" fmla="*/ 338554 h 469266"/>
              <a:gd name="connsiteX316" fmla="*/ 41221 w 687723"/>
              <a:gd name="connsiteY316" fmla="*/ 336118 h 469266"/>
              <a:gd name="connsiteX317" fmla="*/ 42844 w 687723"/>
              <a:gd name="connsiteY317" fmla="*/ 334495 h 469266"/>
              <a:gd name="connsiteX318" fmla="*/ 46901 w 687723"/>
              <a:gd name="connsiteY318" fmla="*/ 328000 h 469266"/>
              <a:gd name="connsiteX319" fmla="*/ 44467 w 687723"/>
              <a:gd name="connsiteY319" fmla="*/ 335307 h 469266"/>
              <a:gd name="connsiteX320" fmla="*/ 132089 w 687723"/>
              <a:gd name="connsiteY320" fmla="*/ 163188 h 469266"/>
              <a:gd name="connsiteX321" fmla="*/ 132089 w 687723"/>
              <a:gd name="connsiteY321" fmla="*/ 165624 h 469266"/>
              <a:gd name="connsiteX322" fmla="*/ 131277 w 687723"/>
              <a:gd name="connsiteY322" fmla="*/ 165624 h 469266"/>
              <a:gd name="connsiteX323" fmla="*/ 132089 w 687723"/>
              <a:gd name="connsiteY323" fmla="*/ 163188 h 469266"/>
              <a:gd name="connsiteX324" fmla="*/ 117485 w 687723"/>
              <a:gd name="connsiteY324" fmla="*/ 182673 h 469266"/>
              <a:gd name="connsiteX325" fmla="*/ 119919 w 687723"/>
              <a:gd name="connsiteY325" fmla="*/ 181049 h 469266"/>
              <a:gd name="connsiteX326" fmla="*/ 115862 w 687723"/>
              <a:gd name="connsiteY326" fmla="*/ 185109 h 469266"/>
              <a:gd name="connsiteX327" fmla="*/ 117485 w 687723"/>
              <a:gd name="connsiteY327" fmla="*/ 182673 h 469266"/>
              <a:gd name="connsiteX328" fmla="*/ 100448 w 687723"/>
              <a:gd name="connsiteY328" fmla="*/ 207841 h 469266"/>
              <a:gd name="connsiteX329" fmla="*/ 104504 w 687723"/>
              <a:gd name="connsiteY329" fmla="*/ 204594 h 469266"/>
              <a:gd name="connsiteX330" fmla="*/ 104504 w 687723"/>
              <a:gd name="connsiteY330" fmla="*/ 203782 h 469266"/>
              <a:gd name="connsiteX331" fmla="*/ 103693 w 687723"/>
              <a:gd name="connsiteY331" fmla="*/ 202158 h 469266"/>
              <a:gd name="connsiteX332" fmla="*/ 106938 w 687723"/>
              <a:gd name="connsiteY332" fmla="*/ 203782 h 469266"/>
              <a:gd name="connsiteX333" fmla="*/ 106127 w 687723"/>
              <a:gd name="connsiteY333" fmla="*/ 208653 h 469266"/>
              <a:gd name="connsiteX334" fmla="*/ 103693 w 687723"/>
              <a:gd name="connsiteY334" fmla="*/ 208653 h 469266"/>
              <a:gd name="connsiteX335" fmla="*/ 100448 w 687723"/>
              <a:gd name="connsiteY335" fmla="*/ 208653 h 469266"/>
              <a:gd name="connsiteX336" fmla="*/ 100448 w 687723"/>
              <a:gd name="connsiteY336" fmla="*/ 207841 h 469266"/>
              <a:gd name="connsiteX337" fmla="*/ 63938 w 687723"/>
              <a:gd name="connsiteY337" fmla="*/ 268732 h 469266"/>
              <a:gd name="connsiteX338" fmla="*/ 67995 w 687723"/>
              <a:gd name="connsiteY338" fmla="*/ 267920 h 469266"/>
              <a:gd name="connsiteX339" fmla="*/ 71240 w 687723"/>
              <a:gd name="connsiteY339" fmla="*/ 267920 h 469266"/>
              <a:gd name="connsiteX340" fmla="*/ 70429 w 687723"/>
              <a:gd name="connsiteY340" fmla="*/ 268732 h 469266"/>
              <a:gd name="connsiteX341" fmla="*/ 67184 w 687723"/>
              <a:gd name="connsiteY341" fmla="*/ 270356 h 469266"/>
              <a:gd name="connsiteX342" fmla="*/ 63938 w 687723"/>
              <a:gd name="connsiteY342" fmla="*/ 271168 h 469266"/>
              <a:gd name="connsiteX343" fmla="*/ 63938 w 687723"/>
              <a:gd name="connsiteY343" fmla="*/ 268732 h 469266"/>
              <a:gd name="connsiteX344" fmla="*/ 72051 w 687723"/>
              <a:gd name="connsiteY344" fmla="*/ 293901 h 469266"/>
              <a:gd name="connsiteX345" fmla="*/ 73674 w 687723"/>
              <a:gd name="connsiteY345" fmla="*/ 294713 h 469266"/>
              <a:gd name="connsiteX346" fmla="*/ 72051 w 687723"/>
              <a:gd name="connsiteY346" fmla="*/ 296336 h 469266"/>
              <a:gd name="connsiteX347" fmla="*/ 70429 w 687723"/>
              <a:gd name="connsiteY347" fmla="*/ 294713 h 469266"/>
              <a:gd name="connsiteX348" fmla="*/ 72051 w 687723"/>
              <a:gd name="connsiteY348" fmla="*/ 293901 h 469266"/>
              <a:gd name="connsiteX349" fmla="*/ 67995 w 687723"/>
              <a:gd name="connsiteY349" fmla="*/ 289841 h 469266"/>
              <a:gd name="connsiteX350" fmla="*/ 69617 w 687723"/>
              <a:gd name="connsiteY350" fmla="*/ 286594 h 469266"/>
              <a:gd name="connsiteX351" fmla="*/ 72051 w 687723"/>
              <a:gd name="connsiteY351" fmla="*/ 286594 h 469266"/>
              <a:gd name="connsiteX352" fmla="*/ 67995 w 687723"/>
              <a:gd name="connsiteY352" fmla="*/ 289841 h 469266"/>
              <a:gd name="connsiteX353" fmla="*/ 72051 w 687723"/>
              <a:gd name="connsiteY353" fmla="*/ 283346 h 469266"/>
              <a:gd name="connsiteX354" fmla="*/ 69617 w 687723"/>
              <a:gd name="connsiteY354" fmla="*/ 283346 h 469266"/>
              <a:gd name="connsiteX355" fmla="*/ 72051 w 687723"/>
              <a:gd name="connsiteY355" fmla="*/ 281722 h 469266"/>
              <a:gd name="connsiteX356" fmla="*/ 74485 w 687723"/>
              <a:gd name="connsiteY356" fmla="*/ 282534 h 469266"/>
              <a:gd name="connsiteX357" fmla="*/ 72051 w 687723"/>
              <a:gd name="connsiteY357" fmla="*/ 283346 h 469266"/>
              <a:gd name="connsiteX358" fmla="*/ 66372 w 687723"/>
              <a:gd name="connsiteY358" fmla="*/ 295524 h 469266"/>
              <a:gd name="connsiteX359" fmla="*/ 64749 w 687723"/>
              <a:gd name="connsiteY359" fmla="*/ 297960 h 469266"/>
              <a:gd name="connsiteX360" fmla="*/ 63127 w 687723"/>
              <a:gd name="connsiteY360" fmla="*/ 297148 h 469266"/>
              <a:gd name="connsiteX361" fmla="*/ 64749 w 687723"/>
              <a:gd name="connsiteY361" fmla="*/ 294713 h 469266"/>
              <a:gd name="connsiteX362" fmla="*/ 66372 w 687723"/>
              <a:gd name="connsiteY362" fmla="*/ 295524 h 469266"/>
              <a:gd name="connsiteX363" fmla="*/ 62316 w 687723"/>
              <a:gd name="connsiteY363" fmla="*/ 271980 h 469266"/>
              <a:gd name="connsiteX364" fmla="*/ 63938 w 687723"/>
              <a:gd name="connsiteY364" fmla="*/ 272792 h 469266"/>
              <a:gd name="connsiteX365" fmla="*/ 62316 w 687723"/>
              <a:gd name="connsiteY365" fmla="*/ 274416 h 469266"/>
              <a:gd name="connsiteX366" fmla="*/ 61504 w 687723"/>
              <a:gd name="connsiteY366" fmla="*/ 273604 h 469266"/>
              <a:gd name="connsiteX367" fmla="*/ 62316 w 687723"/>
              <a:gd name="connsiteY367" fmla="*/ 271980 h 469266"/>
              <a:gd name="connsiteX368" fmla="*/ 57448 w 687723"/>
              <a:gd name="connsiteY368" fmla="*/ 280099 h 469266"/>
              <a:gd name="connsiteX369" fmla="*/ 61504 w 687723"/>
              <a:gd name="connsiteY369" fmla="*/ 277663 h 469266"/>
              <a:gd name="connsiteX370" fmla="*/ 63127 w 687723"/>
              <a:gd name="connsiteY370" fmla="*/ 276851 h 469266"/>
              <a:gd name="connsiteX371" fmla="*/ 65561 w 687723"/>
              <a:gd name="connsiteY371" fmla="*/ 276039 h 469266"/>
              <a:gd name="connsiteX372" fmla="*/ 58259 w 687723"/>
              <a:gd name="connsiteY372" fmla="*/ 284158 h 469266"/>
              <a:gd name="connsiteX373" fmla="*/ 57448 w 687723"/>
              <a:gd name="connsiteY373" fmla="*/ 280099 h 469266"/>
              <a:gd name="connsiteX374" fmla="*/ 62316 w 687723"/>
              <a:gd name="connsiteY374" fmla="*/ 304455 h 469266"/>
              <a:gd name="connsiteX375" fmla="*/ 59882 w 687723"/>
              <a:gd name="connsiteY375" fmla="*/ 306079 h 469266"/>
              <a:gd name="connsiteX376" fmla="*/ 59882 w 687723"/>
              <a:gd name="connsiteY376" fmla="*/ 304455 h 469266"/>
              <a:gd name="connsiteX377" fmla="*/ 61504 w 687723"/>
              <a:gd name="connsiteY377" fmla="*/ 302831 h 469266"/>
              <a:gd name="connsiteX378" fmla="*/ 62316 w 687723"/>
              <a:gd name="connsiteY378" fmla="*/ 304455 h 469266"/>
              <a:gd name="connsiteX379" fmla="*/ 54202 w 687723"/>
              <a:gd name="connsiteY379" fmla="*/ 289029 h 469266"/>
              <a:gd name="connsiteX380" fmla="*/ 56636 w 687723"/>
              <a:gd name="connsiteY380" fmla="*/ 289029 h 469266"/>
              <a:gd name="connsiteX381" fmla="*/ 54202 w 687723"/>
              <a:gd name="connsiteY381" fmla="*/ 293089 h 469266"/>
              <a:gd name="connsiteX382" fmla="*/ 51769 w 687723"/>
              <a:gd name="connsiteY382" fmla="*/ 293901 h 469266"/>
              <a:gd name="connsiteX383" fmla="*/ 54202 w 687723"/>
              <a:gd name="connsiteY383" fmla="*/ 289029 h 469266"/>
              <a:gd name="connsiteX384" fmla="*/ 55014 w 687723"/>
              <a:gd name="connsiteY384" fmla="*/ 312574 h 469266"/>
              <a:gd name="connsiteX385" fmla="*/ 52580 w 687723"/>
              <a:gd name="connsiteY385" fmla="*/ 312574 h 469266"/>
              <a:gd name="connsiteX386" fmla="*/ 54202 w 687723"/>
              <a:gd name="connsiteY386" fmla="*/ 311762 h 469266"/>
              <a:gd name="connsiteX387" fmla="*/ 55014 w 687723"/>
              <a:gd name="connsiteY387" fmla="*/ 312574 h 469266"/>
              <a:gd name="connsiteX388" fmla="*/ 50146 w 687723"/>
              <a:gd name="connsiteY388" fmla="*/ 297960 h 469266"/>
              <a:gd name="connsiteX389" fmla="*/ 51769 w 687723"/>
              <a:gd name="connsiteY389" fmla="*/ 297960 h 469266"/>
              <a:gd name="connsiteX390" fmla="*/ 50146 w 687723"/>
              <a:gd name="connsiteY390" fmla="*/ 300396 h 469266"/>
              <a:gd name="connsiteX391" fmla="*/ 47712 w 687723"/>
              <a:gd name="connsiteY391" fmla="*/ 300396 h 469266"/>
              <a:gd name="connsiteX392" fmla="*/ 50146 w 687723"/>
              <a:gd name="connsiteY392" fmla="*/ 297960 h 469266"/>
              <a:gd name="connsiteX393" fmla="*/ 56636 w 687723"/>
              <a:gd name="connsiteY393" fmla="*/ 340990 h 469266"/>
              <a:gd name="connsiteX394" fmla="*/ 55014 w 687723"/>
              <a:gd name="connsiteY394" fmla="*/ 342613 h 469266"/>
              <a:gd name="connsiteX395" fmla="*/ 49335 w 687723"/>
              <a:gd name="connsiteY395" fmla="*/ 353168 h 469266"/>
              <a:gd name="connsiteX396" fmla="*/ 48523 w 687723"/>
              <a:gd name="connsiteY396" fmla="*/ 351544 h 469266"/>
              <a:gd name="connsiteX397" fmla="*/ 50146 w 687723"/>
              <a:gd name="connsiteY397" fmla="*/ 347485 h 469266"/>
              <a:gd name="connsiteX398" fmla="*/ 51769 w 687723"/>
              <a:gd name="connsiteY398" fmla="*/ 345049 h 469266"/>
              <a:gd name="connsiteX399" fmla="*/ 51769 w 687723"/>
              <a:gd name="connsiteY399" fmla="*/ 342613 h 469266"/>
              <a:gd name="connsiteX400" fmla="*/ 54202 w 687723"/>
              <a:gd name="connsiteY400" fmla="*/ 340178 h 469266"/>
              <a:gd name="connsiteX401" fmla="*/ 56636 w 687723"/>
              <a:gd name="connsiteY401" fmla="*/ 340990 h 469266"/>
              <a:gd name="connsiteX402" fmla="*/ 56636 w 687723"/>
              <a:gd name="connsiteY402" fmla="*/ 340990 h 469266"/>
              <a:gd name="connsiteX403" fmla="*/ 59070 w 687723"/>
              <a:gd name="connsiteY403" fmla="*/ 332059 h 469266"/>
              <a:gd name="connsiteX404" fmla="*/ 57448 w 687723"/>
              <a:gd name="connsiteY404" fmla="*/ 330435 h 469266"/>
              <a:gd name="connsiteX405" fmla="*/ 59070 w 687723"/>
              <a:gd name="connsiteY405" fmla="*/ 329623 h 469266"/>
              <a:gd name="connsiteX406" fmla="*/ 60693 w 687723"/>
              <a:gd name="connsiteY406" fmla="*/ 330435 h 469266"/>
              <a:gd name="connsiteX407" fmla="*/ 61504 w 687723"/>
              <a:gd name="connsiteY407" fmla="*/ 330435 h 469266"/>
              <a:gd name="connsiteX408" fmla="*/ 59070 w 687723"/>
              <a:gd name="connsiteY408" fmla="*/ 332059 h 469266"/>
              <a:gd name="connsiteX409" fmla="*/ 66372 w 687723"/>
              <a:gd name="connsiteY409" fmla="*/ 324752 h 469266"/>
              <a:gd name="connsiteX410" fmla="*/ 63938 w 687723"/>
              <a:gd name="connsiteY410" fmla="*/ 323128 h 469266"/>
              <a:gd name="connsiteX411" fmla="*/ 61504 w 687723"/>
              <a:gd name="connsiteY411" fmla="*/ 323128 h 469266"/>
              <a:gd name="connsiteX412" fmla="*/ 60693 w 687723"/>
              <a:gd name="connsiteY412" fmla="*/ 322316 h 469266"/>
              <a:gd name="connsiteX413" fmla="*/ 59070 w 687723"/>
              <a:gd name="connsiteY413" fmla="*/ 319069 h 469266"/>
              <a:gd name="connsiteX414" fmla="*/ 58259 w 687723"/>
              <a:gd name="connsiteY414" fmla="*/ 318257 h 469266"/>
              <a:gd name="connsiteX415" fmla="*/ 63127 w 687723"/>
              <a:gd name="connsiteY415" fmla="*/ 320693 h 469266"/>
              <a:gd name="connsiteX416" fmla="*/ 66372 w 687723"/>
              <a:gd name="connsiteY416" fmla="*/ 324752 h 469266"/>
              <a:gd name="connsiteX417" fmla="*/ 70429 w 687723"/>
              <a:gd name="connsiteY417" fmla="*/ 315821 h 469266"/>
              <a:gd name="connsiteX418" fmla="*/ 68806 w 687723"/>
              <a:gd name="connsiteY418" fmla="*/ 315010 h 469266"/>
              <a:gd name="connsiteX419" fmla="*/ 63127 w 687723"/>
              <a:gd name="connsiteY419" fmla="*/ 314198 h 469266"/>
              <a:gd name="connsiteX420" fmla="*/ 60693 w 687723"/>
              <a:gd name="connsiteY420" fmla="*/ 315010 h 469266"/>
              <a:gd name="connsiteX421" fmla="*/ 65561 w 687723"/>
              <a:gd name="connsiteY421" fmla="*/ 310138 h 469266"/>
              <a:gd name="connsiteX422" fmla="*/ 66372 w 687723"/>
              <a:gd name="connsiteY422" fmla="*/ 311762 h 469266"/>
              <a:gd name="connsiteX423" fmla="*/ 70429 w 687723"/>
              <a:gd name="connsiteY423" fmla="*/ 313386 h 469266"/>
              <a:gd name="connsiteX424" fmla="*/ 71240 w 687723"/>
              <a:gd name="connsiteY424" fmla="*/ 315010 h 469266"/>
              <a:gd name="connsiteX425" fmla="*/ 70429 w 687723"/>
              <a:gd name="connsiteY425" fmla="*/ 315821 h 469266"/>
              <a:gd name="connsiteX426" fmla="*/ 74485 w 687723"/>
              <a:gd name="connsiteY426" fmla="*/ 310950 h 469266"/>
              <a:gd name="connsiteX427" fmla="*/ 73674 w 687723"/>
              <a:gd name="connsiteY427" fmla="*/ 308514 h 469266"/>
              <a:gd name="connsiteX428" fmla="*/ 72863 w 687723"/>
              <a:gd name="connsiteY428" fmla="*/ 305267 h 469266"/>
              <a:gd name="connsiteX429" fmla="*/ 72863 w 687723"/>
              <a:gd name="connsiteY429" fmla="*/ 304455 h 469266"/>
              <a:gd name="connsiteX430" fmla="*/ 76919 w 687723"/>
              <a:gd name="connsiteY430" fmla="*/ 306079 h 469266"/>
              <a:gd name="connsiteX431" fmla="*/ 74485 w 687723"/>
              <a:gd name="connsiteY431" fmla="*/ 310950 h 469266"/>
              <a:gd name="connsiteX432" fmla="*/ 74485 w 687723"/>
              <a:gd name="connsiteY432" fmla="*/ 277663 h 469266"/>
              <a:gd name="connsiteX433" fmla="*/ 75297 w 687723"/>
              <a:gd name="connsiteY433" fmla="*/ 276039 h 469266"/>
              <a:gd name="connsiteX434" fmla="*/ 76919 w 687723"/>
              <a:gd name="connsiteY434" fmla="*/ 276851 h 469266"/>
              <a:gd name="connsiteX435" fmla="*/ 75297 w 687723"/>
              <a:gd name="connsiteY435" fmla="*/ 278475 h 469266"/>
              <a:gd name="connsiteX436" fmla="*/ 74485 w 687723"/>
              <a:gd name="connsiteY436" fmla="*/ 277663 h 469266"/>
              <a:gd name="connsiteX437" fmla="*/ 75297 w 687723"/>
              <a:gd name="connsiteY437" fmla="*/ 297148 h 469266"/>
              <a:gd name="connsiteX438" fmla="*/ 76919 w 687723"/>
              <a:gd name="connsiteY438" fmla="*/ 295524 h 469266"/>
              <a:gd name="connsiteX439" fmla="*/ 77731 w 687723"/>
              <a:gd name="connsiteY439" fmla="*/ 297148 h 469266"/>
              <a:gd name="connsiteX440" fmla="*/ 76108 w 687723"/>
              <a:gd name="connsiteY440" fmla="*/ 297960 h 469266"/>
              <a:gd name="connsiteX441" fmla="*/ 75297 w 687723"/>
              <a:gd name="connsiteY441" fmla="*/ 297148 h 469266"/>
              <a:gd name="connsiteX442" fmla="*/ 76919 w 687723"/>
              <a:gd name="connsiteY442" fmla="*/ 288217 h 469266"/>
              <a:gd name="connsiteX443" fmla="*/ 76108 w 687723"/>
              <a:gd name="connsiteY443" fmla="*/ 285782 h 469266"/>
              <a:gd name="connsiteX444" fmla="*/ 76919 w 687723"/>
              <a:gd name="connsiteY444" fmla="*/ 284970 h 469266"/>
              <a:gd name="connsiteX445" fmla="*/ 79353 w 687723"/>
              <a:gd name="connsiteY445" fmla="*/ 283346 h 469266"/>
              <a:gd name="connsiteX446" fmla="*/ 80165 w 687723"/>
              <a:gd name="connsiteY446" fmla="*/ 283346 h 469266"/>
              <a:gd name="connsiteX447" fmla="*/ 76919 w 687723"/>
              <a:gd name="connsiteY447" fmla="*/ 288217 h 469266"/>
              <a:gd name="connsiteX448" fmla="*/ 86655 w 687723"/>
              <a:gd name="connsiteY448" fmla="*/ 276851 h 469266"/>
              <a:gd name="connsiteX449" fmla="*/ 87466 w 687723"/>
              <a:gd name="connsiteY449" fmla="*/ 278475 h 469266"/>
              <a:gd name="connsiteX450" fmla="*/ 82598 w 687723"/>
              <a:gd name="connsiteY450" fmla="*/ 279287 h 469266"/>
              <a:gd name="connsiteX451" fmla="*/ 81787 w 687723"/>
              <a:gd name="connsiteY451" fmla="*/ 274416 h 469266"/>
              <a:gd name="connsiteX452" fmla="*/ 89089 w 687723"/>
              <a:gd name="connsiteY452" fmla="*/ 269544 h 469266"/>
              <a:gd name="connsiteX453" fmla="*/ 88278 w 687723"/>
              <a:gd name="connsiteY453" fmla="*/ 271980 h 469266"/>
              <a:gd name="connsiteX454" fmla="*/ 85844 w 687723"/>
              <a:gd name="connsiteY454" fmla="*/ 274416 h 469266"/>
              <a:gd name="connsiteX455" fmla="*/ 86655 w 687723"/>
              <a:gd name="connsiteY455" fmla="*/ 276851 h 469266"/>
              <a:gd name="connsiteX456" fmla="*/ 92334 w 687723"/>
              <a:gd name="connsiteY456" fmla="*/ 263861 h 469266"/>
              <a:gd name="connsiteX457" fmla="*/ 89900 w 687723"/>
              <a:gd name="connsiteY457" fmla="*/ 263049 h 469266"/>
              <a:gd name="connsiteX458" fmla="*/ 93145 w 687723"/>
              <a:gd name="connsiteY458" fmla="*/ 259802 h 469266"/>
              <a:gd name="connsiteX459" fmla="*/ 95580 w 687723"/>
              <a:gd name="connsiteY459" fmla="*/ 260614 h 469266"/>
              <a:gd name="connsiteX460" fmla="*/ 92334 w 687723"/>
              <a:gd name="connsiteY460" fmla="*/ 263861 h 469266"/>
              <a:gd name="connsiteX461" fmla="*/ 94768 w 687723"/>
              <a:gd name="connsiteY461" fmla="*/ 248435 h 469266"/>
              <a:gd name="connsiteX462" fmla="*/ 91523 w 687723"/>
              <a:gd name="connsiteY462" fmla="*/ 250871 h 469266"/>
              <a:gd name="connsiteX463" fmla="*/ 94768 w 687723"/>
              <a:gd name="connsiteY463" fmla="*/ 248435 h 469266"/>
              <a:gd name="connsiteX464" fmla="*/ 97202 w 687723"/>
              <a:gd name="connsiteY464" fmla="*/ 244376 h 469266"/>
              <a:gd name="connsiteX465" fmla="*/ 94768 w 687723"/>
              <a:gd name="connsiteY465" fmla="*/ 248435 h 469266"/>
              <a:gd name="connsiteX466" fmla="*/ 98013 w 687723"/>
              <a:gd name="connsiteY466" fmla="*/ 221643 h 469266"/>
              <a:gd name="connsiteX467" fmla="*/ 96391 w 687723"/>
              <a:gd name="connsiteY467" fmla="*/ 223267 h 469266"/>
              <a:gd name="connsiteX468" fmla="*/ 94768 w 687723"/>
              <a:gd name="connsiteY468" fmla="*/ 227326 h 469266"/>
              <a:gd name="connsiteX469" fmla="*/ 92334 w 687723"/>
              <a:gd name="connsiteY469" fmla="*/ 232198 h 469266"/>
              <a:gd name="connsiteX470" fmla="*/ 88278 w 687723"/>
              <a:gd name="connsiteY470" fmla="*/ 234633 h 469266"/>
              <a:gd name="connsiteX471" fmla="*/ 85032 w 687723"/>
              <a:gd name="connsiteY471" fmla="*/ 235445 h 469266"/>
              <a:gd name="connsiteX472" fmla="*/ 86655 w 687723"/>
              <a:gd name="connsiteY472" fmla="*/ 236257 h 469266"/>
              <a:gd name="connsiteX473" fmla="*/ 89089 w 687723"/>
              <a:gd name="connsiteY473" fmla="*/ 237881 h 469266"/>
              <a:gd name="connsiteX474" fmla="*/ 86655 w 687723"/>
              <a:gd name="connsiteY474" fmla="*/ 238693 h 469266"/>
              <a:gd name="connsiteX475" fmla="*/ 85032 w 687723"/>
              <a:gd name="connsiteY475" fmla="*/ 238693 h 469266"/>
              <a:gd name="connsiteX476" fmla="*/ 85032 w 687723"/>
              <a:gd name="connsiteY476" fmla="*/ 245188 h 469266"/>
              <a:gd name="connsiteX477" fmla="*/ 80976 w 687723"/>
              <a:gd name="connsiteY477" fmla="*/ 245188 h 469266"/>
              <a:gd name="connsiteX478" fmla="*/ 80976 w 687723"/>
              <a:gd name="connsiteY478" fmla="*/ 246812 h 469266"/>
              <a:gd name="connsiteX479" fmla="*/ 80976 w 687723"/>
              <a:gd name="connsiteY479" fmla="*/ 252495 h 469266"/>
              <a:gd name="connsiteX480" fmla="*/ 80165 w 687723"/>
              <a:gd name="connsiteY480" fmla="*/ 254930 h 469266"/>
              <a:gd name="connsiteX481" fmla="*/ 77731 w 687723"/>
              <a:gd name="connsiteY481" fmla="*/ 257366 h 469266"/>
              <a:gd name="connsiteX482" fmla="*/ 72863 w 687723"/>
              <a:gd name="connsiteY482" fmla="*/ 257366 h 469266"/>
              <a:gd name="connsiteX483" fmla="*/ 71240 w 687723"/>
              <a:gd name="connsiteY483" fmla="*/ 258990 h 469266"/>
              <a:gd name="connsiteX484" fmla="*/ 72863 w 687723"/>
              <a:gd name="connsiteY484" fmla="*/ 262237 h 469266"/>
              <a:gd name="connsiteX485" fmla="*/ 72863 w 687723"/>
              <a:gd name="connsiteY485" fmla="*/ 263049 h 469266"/>
              <a:gd name="connsiteX486" fmla="*/ 71240 w 687723"/>
              <a:gd name="connsiteY486" fmla="*/ 264673 h 469266"/>
              <a:gd name="connsiteX487" fmla="*/ 68806 w 687723"/>
              <a:gd name="connsiteY487" fmla="*/ 265485 h 469266"/>
              <a:gd name="connsiteX488" fmla="*/ 66372 w 687723"/>
              <a:gd name="connsiteY488" fmla="*/ 265485 h 469266"/>
              <a:gd name="connsiteX489" fmla="*/ 74485 w 687723"/>
              <a:gd name="connsiteY489" fmla="*/ 250871 h 469266"/>
              <a:gd name="connsiteX490" fmla="*/ 76919 w 687723"/>
              <a:gd name="connsiteY490" fmla="*/ 246812 h 469266"/>
              <a:gd name="connsiteX491" fmla="*/ 80976 w 687723"/>
              <a:gd name="connsiteY491" fmla="*/ 242752 h 469266"/>
              <a:gd name="connsiteX492" fmla="*/ 81787 w 687723"/>
              <a:gd name="connsiteY492" fmla="*/ 241940 h 469266"/>
              <a:gd name="connsiteX493" fmla="*/ 87466 w 687723"/>
              <a:gd name="connsiteY493" fmla="*/ 229762 h 469266"/>
              <a:gd name="connsiteX494" fmla="*/ 88278 w 687723"/>
              <a:gd name="connsiteY494" fmla="*/ 230574 h 469266"/>
              <a:gd name="connsiteX495" fmla="*/ 89900 w 687723"/>
              <a:gd name="connsiteY495" fmla="*/ 231386 h 469266"/>
              <a:gd name="connsiteX496" fmla="*/ 90712 w 687723"/>
              <a:gd name="connsiteY496" fmla="*/ 228138 h 469266"/>
              <a:gd name="connsiteX497" fmla="*/ 90712 w 687723"/>
              <a:gd name="connsiteY497" fmla="*/ 223267 h 469266"/>
              <a:gd name="connsiteX498" fmla="*/ 93145 w 687723"/>
              <a:gd name="connsiteY498" fmla="*/ 223267 h 469266"/>
              <a:gd name="connsiteX499" fmla="*/ 91523 w 687723"/>
              <a:gd name="connsiteY499" fmla="*/ 225703 h 469266"/>
              <a:gd name="connsiteX500" fmla="*/ 91523 w 687723"/>
              <a:gd name="connsiteY500" fmla="*/ 226515 h 469266"/>
              <a:gd name="connsiteX501" fmla="*/ 93957 w 687723"/>
              <a:gd name="connsiteY501" fmla="*/ 220831 h 469266"/>
              <a:gd name="connsiteX502" fmla="*/ 97202 w 687723"/>
              <a:gd name="connsiteY502" fmla="*/ 213525 h 469266"/>
              <a:gd name="connsiteX503" fmla="*/ 103693 w 687723"/>
              <a:gd name="connsiteY503" fmla="*/ 210277 h 469266"/>
              <a:gd name="connsiteX504" fmla="*/ 102881 w 687723"/>
              <a:gd name="connsiteY504" fmla="*/ 215148 h 469266"/>
              <a:gd name="connsiteX505" fmla="*/ 100448 w 687723"/>
              <a:gd name="connsiteY505" fmla="*/ 218396 h 469266"/>
              <a:gd name="connsiteX506" fmla="*/ 98013 w 687723"/>
              <a:gd name="connsiteY506" fmla="*/ 221643 h 469266"/>
              <a:gd name="connsiteX507" fmla="*/ 98825 w 687723"/>
              <a:gd name="connsiteY507" fmla="*/ 251683 h 469266"/>
              <a:gd name="connsiteX508" fmla="*/ 99636 w 687723"/>
              <a:gd name="connsiteY508" fmla="*/ 247623 h 469266"/>
              <a:gd name="connsiteX509" fmla="*/ 102070 w 687723"/>
              <a:gd name="connsiteY509" fmla="*/ 246000 h 469266"/>
              <a:gd name="connsiteX510" fmla="*/ 98825 w 687723"/>
              <a:gd name="connsiteY510" fmla="*/ 251683 h 469266"/>
              <a:gd name="connsiteX511" fmla="*/ 111806 w 687723"/>
              <a:gd name="connsiteY511" fmla="*/ 250059 h 469266"/>
              <a:gd name="connsiteX512" fmla="*/ 110183 w 687723"/>
              <a:gd name="connsiteY512" fmla="*/ 250059 h 469266"/>
              <a:gd name="connsiteX513" fmla="*/ 111806 w 687723"/>
              <a:gd name="connsiteY513" fmla="*/ 247623 h 469266"/>
              <a:gd name="connsiteX514" fmla="*/ 111806 w 687723"/>
              <a:gd name="connsiteY514" fmla="*/ 250059 h 469266"/>
              <a:gd name="connsiteX515" fmla="*/ 111806 w 687723"/>
              <a:gd name="connsiteY515" fmla="*/ 234633 h 469266"/>
              <a:gd name="connsiteX516" fmla="*/ 102070 w 687723"/>
              <a:gd name="connsiteY516" fmla="*/ 244376 h 469266"/>
              <a:gd name="connsiteX517" fmla="*/ 103693 w 687723"/>
              <a:gd name="connsiteY517" fmla="*/ 241128 h 469266"/>
              <a:gd name="connsiteX518" fmla="*/ 107749 w 687723"/>
              <a:gd name="connsiteY518" fmla="*/ 236257 h 469266"/>
              <a:gd name="connsiteX519" fmla="*/ 110995 w 687723"/>
              <a:gd name="connsiteY519" fmla="*/ 232198 h 469266"/>
              <a:gd name="connsiteX520" fmla="*/ 112617 w 687723"/>
              <a:gd name="connsiteY520" fmla="*/ 232198 h 469266"/>
              <a:gd name="connsiteX521" fmla="*/ 111806 w 687723"/>
              <a:gd name="connsiteY521" fmla="*/ 234633 h 469266"/>
              <a:gd name="connsiteX522" fmla="*/ 108561 w 687723"/>
              <a:gd name="connsiteY522" fmla="*/ 203782 h 469266"/>
              <a:gd name="connsiteX523" fmla="*/ 110183 w 687723"/>
              <a:gd name="connsiteY523" fmla="*/ 201346 h 469266"/>
              <a:gd name="connsiteX524" fmla="*/ 111806 w 687723"/>
              <a:gd name="connsiteY524" fmla="*/ 202970 h 469266"/>
              <a:gd name="connsiteX525" fmla="*/ 110183 w 687723"/>
              <a:gd name="connsiteY525" fmla="*/ 205406 h 469266"/>
              <a:gd name="connsiteX526" fmla="*/ 108561 w 687723"/>
              <a:gd name="connsiteY526" fmla="*/ 203782 h 469266"/>
              <a:gd name="connsiteX527" fmla="*/ 110995 w 687723"/>
              <a:gd name="connsiteY527" fmla="*/ 198099 h 469266"/>
              <a:gd name="connsiteX528" fmla="*/ 106938 w 687723"/>
              <a:gd name="connsiteY528" fmla="*/ 198099 h 469266"/>
              <a:gd name="connsiteX529" fmla="*/ 110995 w 687723"/>
              <a:gd name="connsiteY529" fmla="*/ 197287 h 469266"/>
              <a:gd name="connsiteX530" fmla="*/ 110995 w 687723"/>
              <a:gd name="connsiteY530" fmla="*/ 198099 h 469266"/>
              <a:gd name="connsiteX531" fmla="*/ 116674 w 687723"/>
              <a:gd name="connsiteY531" fmla="*/ 226515 h 469266"/>
              <a:gd name="connsiteX532" fmla="*/ 115051 w 687723"/>
              <a:gd name="connsiteY532" fmla="*/ 224079 h 469266"/>
              <a:gd name="connsiteX533" fmla="*/ 116674 w 687723"/>
              <a:gd name="connsiteY533" fmla="*/ 222455 h 469266"/>
              <a:gd name="connsiteX534" fmla="*/ 116674 w 687723"/>
              <a:gd name="connsiteY534" fmla="*/ 226515 h 469266"/>
              <a:gd name="connsiteX535" fmla="*/ 116674 w 687723"/>
              <a:gd name="connsiteY535" fmla="*/ 193228 h 469266"/>
              <a:gd name="connsiteX536" fmla="*/ 115862 w 687723"/>
              <a:gd name="connsiteY536" fmla="*/ 192416 h 469266"/>
              <a:gd name="connsiteX537" fmla="*/ 116674 w 687723"/>
              <a:gd name="connsiteY537" fmla="*/ 191604 h 469266"/>
              <a:gd name="connsiteX538" fmla="*/ 118296 w 687723"/>
              <a:gd name="connsiteY538" fmla="*/ 192416 h 469266"/>
              <a:gd name="connsiteX539" fmla="*/ 116674 w 687723"/>
              <a:gd name="connsiteY539" fmla="*/ 193228 h 469266"/>
              <a:gd name="connsiteX540" fmla="*/ 116674 w 687723"/>
              <a:gd name="connsiteY540" fmla="*/ 189980 h 469266"/>
              <a:gd name="connsiteX541" fmla="*/ 111806 w 687723"/>
              <a:gd name="connsiteY541" fmla="*/ 191604 h 469266"/>
              <a:gd name="connsiteX542" fmla="*/ 112617 w 687723"/>
              <a:gd name="connsiteY542" fmla="*/ 190792 h 469266"/>
              <a:gd name="connsiteX543" fmla="*/ 117485 w 687723"/>
              <a:gd name="connsiteY543" fmla="*/ 188356 h 469266"/>
              <a:gd name="connsiteX544" fmla="*/ 116674 w 687723"/>
              <a:gd name="connsiteY544" fmla="*/ 189980 h 469266"/>
              <a:gd name="connsiteX545" fmla="*/ 121542 w 687723"/>
              <a:gd name="connsiteY545" fmla="*/ 221643 h 469266"/>
              <a:gd name="connsiteX546" fmla="*/ 119919 w 687723"/>
              <a:gd name="connsiteY546" fmla="*/ 220831 h 469266"/>
              <a:gd name="connsiteX547" fmla="*/ 122353 w 687723"/>
              <a:gd name="connsiteY547" fmla="*/ 220020 h 469266"/>
              <a:gd name="connsiteX548" fmla="*/ 123976 w 687723"/>
              <a:gd name="connsiteY548" fmla="*/ 220831 h 469266"/>
              <a:gd name="connsiteX549" fmla="*/ 121542 w 687723"/>
              <a:gd name="connsiteY549" fmla="*/ 221643 h 469266"/>
              <a:gd name="connsiteX550" fmla="*/ 125598 w 687723"/>
              <a:gd name="connsiteY550" fmla="*/ 211089 h 469266"/>
              <a:gd name="connsiteX551" fmla="*/ 124787 w 687723"/>
              <a:gd name="connsiteY551" fmla="*/ 210277 h 469266"/>
              <a:gd name="connsiteX552" fmla="*/ 125598 w 687723"/>
              <a:gd name="connsiteY552" fmla="*/ 208653 h 469266"/>
              <a:gd name="connsiteX553" fmla="*/ 127221 w 687723"/>
              <a:gd name="connsiteY553" fmla="*/ 209465 h 469266"/>
              <a:gd name="connsiteX554" fmla="*/ 125598 w 687723"/>
              <a:gd name="connsiteY554" fmla="*/ 211089 h 469266"/>
              <a:gd name="connsiteX555" fmla="*/ 132900 w 687723"/>
              <a:gd name="connsiteY555" fmla="*/ 202158 h 469266"/>
              <a:gd name="connsiteX556" fmla="*/ 132900 w 687723"/>
              <a:gd name="connsiteY556" fmla="*/ 200534 h 469266"/>
              <a:gd name="connsiteX557" fmla="*/ 135334 w 687723"/>
              <a:gd name="connsiteY557" fmla="*/ 199723 h 469266"/>
              <a:gd name="connsiteX558" fmla="*/ 132900 w 687723"/>
              <a:gd name="connsiteY558" fmla="*/ 202158 h 469266"/>
              <a:gd name="connsiteX559" fmla="*/ 127221 w 687723"/>
              <a:gd name="connsiteY559" fmla="*/ 176178 h 469266"/>
              <a:gd name="connsiteX560" fmla="*/ 127221 w 687723"/>
              <a:gd name="connsiteY560" fmla="*/ 173742 h 469266"/>
              <a:gd name="connsiteX561" fmla="*/ 126409 w 687723"/>
              <a:gd name="connsiteY561" fmla="*/ 172931 h 469266"/>
              <a:gd name="connsiteX562" fmla="*/ 124787 w 687723"/>
              <a:gd name="connsiteY562" fmla="*/ 176178 h 469266"/>
              <a:gd name="connsiteX563" fmla="*/ 121542 w 687723"/>
              <a:gd name="connsiteY563" fmla="*/ 179426 h 469266"/>
              <a:gd name="connsiteX564" fmla="*/ 122353 w 687723"/>
              <a:gd name="connsiteY564" fmla="*/ 177802 h 469266"/>
              <a:gd name="connsiteX565" fmla="*/ 123164 w 687723"/>
              <a:gd name="connsiteY565" fmla="*/ 176178 h 469266"/>
              <a:gd name="connsiteX566" fmla="*/ 125598 w 687723"/>
              <a:gd name="connsiteY566" fmla="*/ 171307 h 469266"/>
              <a:gd name="connsiteX567" fmla="*/ 128844 w 687723"/>
              <a:gd name="connsiteY567" fmla="*/ 169683 h 469266"/>
              <a:gd name="connsiteX568" fmla="*/ 133711 w 687723"/>
              <a:gd name="connsiteY568" fmla="*/ 168871 h 469266"/>
              <a:gd name="connsiteX569" fmla="*/ 136145 w 687723"/>
              <a:gd name="connsiteY569" fmla="*/ 167247 h 469266"/>
              <a:gd name="connsiteX570" fmla="*/ 127221 w 687723"/>
              <a:gd name="connsiteY570" fmla="*/ 176178 h 469266"/>
              <a:gd name="connsiteX571" fmla="*/ 154805 w 687723"/>
              <a:gd name="connsiteY571" fmla="*/ 176990 h 469266"/>
              <a:gd name="connsiteX572" fmla="*/ 153183 w 687723"/>
              <a:gd name="connsiteY572" fmla="*/ 176178 h 469266"/>
              <a:gd name="connsiteX573" fmla="*/ 155617 w 687723"/>
              <a:gd name="connsiteY573" fmla="*/ 175366 h 469266"/>
              <a:gd name="connsiteX574" fmla="*/ 157240 w 687723"/>
              <a:gd name="connsiteY574" fmla="*/ 176178 h 469266"/>
              <a:gd name="connsiteX575" fmla="*/ 154805 w 687723"/>
              <a:gd name="connsiteY575" fmla="*/ 176990 h 469266"/>
              <a:gd name="connsiteX576" fmla="*/ 160485 w 687723"/>
              <a:gd name="connsiteY576" fmla="*/ 172119 h 469266"/>
              <a:gd name="connsiteX577" fmla="*/ 159673 w 687723"/>
              <a:gd name="connsiteY577" fmla="*/ 171307 h 469266"/>
              <a:gd name="connsiteX578" fmla="*/ 162107 w 687723"/>
              <a:gd name="connsiteY578" fmla="*/ 171307 h 469266"/>
              <a:gd name="connsiteX579" fmla="*/ 160485 w 687723"/>
              <a:gd name="connsiteY579" fmla="*/ 172119 h 469266"/>
              <a:gd name="connsiteX580" fmla="*/ 164541 w 687723"/>
              <a:gd name="connsiteY580" fmla="*/ 166435 h 469266"/>
              <a:gd name="connsiteX581" fmla="*/ 164541 w 687723"/>
              <a:gd name="connsiteY581" fmla="*/ 166435 h 469266"/>
              <a:gd name="connsiteX582" fmla="*/ 166164 w 687723"/>
              <a:gd name="connsiteY582" fmla="*/ 164000 h 469266"/>
              <a:gd name="connsiteX583" fmla="*/ 164541 w 687723"/>
              <a:gd name="connsiteY583" fmla="*/ 166435 h 469266"/>
              <a:gd name="connsiteX584" fmla="*/ 167787 w 687723"/>
              <a:gd name="connsiteY584" fmla="*/ 120158 h 469266"/>
              <a:gd name="connsiteX585" fmla="*/ 166164 w 687723"/>
              <a:gd name="connsiteY585" fmla="*/ 118535 h 469266"/>
              <a:gd name="connsiteX586" fmla="*/ 166975 w 687723"/>
              <a:gd name="connsiteY586" fmla="*/ 116099 h 469266"/>
              <a:gd name="connsiteX587" fmla="*/ 168598 w 687723"/>
              <a:gd name="connsiteY587" fmla="*/ 116911 h 469266"/>
              <a:gd name="connsiteX588" fmla="*/ 167787 w 687723"/>
              <a:gd name="connsiteY588" fmla="*/ 120158 h 469266"/>
              <a:gd name="connsiteX589" fmla="*/ 179145 w 687723"/>
              <a:gd name="connsiteY589" fmla="*/ 109604 h 469266"/>
              <a:gd name="connsiteX590" fmla="*/ 176711 w 687723"/>
              <a:gd name="connsiteY590" fmla="*/ 107980 h 469266"/>
              <a:gd name="connsiteX591" fmla="*/ 179145 w 687723"/>
              <a:gd name="connsiteY591" fmla="*/ 107980 h 469266"/>
              <a:gd name="connsiteX592" fmla="*/ 179145 w 687723"/>
              <a:gd name="connsiteY592" fmla="*/ 109604 h 469266"/>
              <a:gd name="connsiteX593" fmla="*/ 184824 w 687723"/>
              <a:gd name="connsiteY593" fmla="*/ 99049 h 469266"/>
              <a:gd name="connsiteX594" fmla="*/ 184013 w 687723"/>
              <a:gd name="connsiteY594" fmla="*/ 99861 h 469266"/>
              <a:gd name="connsiteX595" fmla="*/ 182390 w 687723"/>
              <a:gd name="connsiteY595" fmla="*/ 102297 h 469266"/>
              <a:gd name="connsiteX596" fmla="*/ 180768 w 687723"/>
              <a:gd name="connsiteY596" fmla="*/ 100673 h 469266"/>
              <a:gd name="connsiteX597" fmla="*/ 183202 w 687723"/>
              <a:gd name="connsiteY597" fmla="*/ 96614 h 469266"/>
              <a:gd name="connsiteX598" fmla="*/ 184824 w 687723"/>
              <a:gd name="connsiteY598" fmla="*/ 95802 h 469266"/>
              <a:gd name="connsiteX599" fmla="*/ 184824 w 687723"/>
              <a:gd name="connsiteY599" fmla="*/ 99049 h 469266"/>
              <a:gd name="connsiteX600" fmla="*/ 270824 w 687723"/>
              <a:gd name="connsiteY600" fmla="*/ 182673 h 469266"/>
              <a:gd name="connsiteX601" fmla="*/ 272446 w 687723"/>
              <a:gd name="connsiteY601" fmla="*/ 181861 h 469266"/>
              <a:gd name="connsiteX602" fmla="*/ 270824 w 687723"/>
              <a:gd name="connsiteY602" fmla="*/ 185109 h 469266"/>
              <a:gd name="connsiteX603" fmla="*/ 270824 w 687723"/>
              <a:gd name="connsiteY603" fmla="*/ 182673 h 469266"/>
              <a:gd name="connsiteX604" fmla="*/ 265956 w 687723"/>
              <a:gd name="connsiteY604" fmla="*/ 193228 h 469266"/>
              <a:gd name="connsiteX605" fmla="*/ 263522 w 687723"/>
              <a:gd name="connsiteY605" fmla="*/ 197287 h 469266"/>
              <a:gd name="connsiteX606" fmla="*/ 261899 w 687723"/>
              <a:gd name="connsiteY606" fmla="*/ 197287 h 469266"/>
              <a:gd name="connsiteX607" fmla="*/ 265956 w 687723"/>
              <a:gd name="connsiteY607" fmla="*/ 193228 h 469266"/>
              <a:gd name="connsiteX608" fmla="*/ 257843 w 687723"/>
              <a:gd name="connsiteY608" fmla="*/ 220831 h 469266"/>
              <a:gd name="connsiteX609" fmla="*/ 257031 w 687723"/>
              <a:gd name="connsiteY609" fmla="*/ 219208 h 469266"/>
              <a:gd name="connsiteX610" fmla="*/ 258654 w 687723"/>
              <a:gd name="connsiteY610" fmla="*/ 217584 h 469266"/>
              <a:gd name="connsiteX611" fmla="*/ 259465 w 687723"/>
              <a:gd name="connsiteY611" fmla="*/ 219208 h 469266"/>
              <a:gd name="connsiteX612" fmla="*/ 257843 w 687723"/>
              <a:gd name="connsiteY612" fmla="*/ 220831 h 469266"/>
              <a:gd name="connsiteX613" fmla="*/ 256220 w 687723"/>
              <a:gd name="connsiteY613" fmla="*/ 205406 h 469266"/>
              <a:gd name="connsiteX614" fmla="*/ 257843 w 687723"/>
              <a:gd name="connsiteY614" fmla="*/ 202970 h 469266"/>
              <a:gd name="connsiteX615" fmla="*/ 259465 w 687723"/>
              <a:gd name="connsiteY615" fmla="*/ 200534 h 469266"/>
              <a:gd name="connsiteX616" fmla="*/ 261088 w 687723"/>
              <a:gd name="connsiteY616" fmla="*/ 200534 h 469266"/>
              <a:gd name="connsiteX617" fmla="*/ 254597 w 687723"/>
              <a:gd name="connsiteY617" fmla="*/ 210277 h 469266"/>
              <a:gd name="connsiteX618" fmla="*/ 256220 w 687723"/>
              <a:gd name="connsiteY618" fmla="*/ 205406 h 469266"/>
              <a:gd name="connsiteX619" fmla="*/ 250541 w 687723"/>
              <a:gd name="connsiteY619" fmla="*/ 232198 h 469266"/>
              <a:gd name="connsiteX620" fmla="*/ 248107 w 687723"/>
              <a:gd name="connsiteY620" fmla="*/ 233822 h 469266"/>
              <a:gd name="connsiteX621" fmla="*/ 246484 w 687723"/>
              <a:gd name="connsiteY621" fmla="*/ 233822 h 469266"/>
              <a:gd name="connsiteX622" fmla="*/ 248107 w 687723"/>
              <a:gd name="connsiteY622" fmla="*/ 232198 h 469266"/>
              <a:gd name="connsiteX623" fmla="*/ 250541 w 687723"/>
              <a:gd name="connsiteY623" fmla="*/ 232198 h 469266"/>
              <a:gd name="connsiteX624" fmla="*/ 248107 w 687723"/>
              <a:gd name="connsiteY624" fmla="*/ 217584 h 469266"/>
              <a:gd name="connsiteX625" fmla="*/ 249729 w 687723"/>
              <a:gd name="connsiteY625" fmla="*/ 218396 h 469266"/>
              <a:gd name="connsiteX626" fmla="*/ 248107 w 687723"/>
              <a:gd name="connsiteY626" fmla="*/ 220020 h 469266"/>
              <a:gd name="connsiteX627" fmla="*/ 246484 w 687723"/>
              <a:gd name="connsiteY627" fmla="*/ 219208 h 469266"/>
              <a:gd name="connsiteX628" fmla="*/ 248107 w 687723"/>
              <a:gd name="connsiteY628" fmla="*/ 217584 h 469266"/>
              <a:gd name="connsiteX629" fmla="*/ 244862 w 687723"/>
              <a:gd name="connsiteY629" fmla="*/ 222455 h 469266"/>
              <a:gd name="connsiteX630" fmla="*/ 246484 w 687723"/>
              <a:gd name="connsiteY630" fmla="*/ 223267 h 469266"/>
              <a:gd name="connsiteX631" fmla="*/ 244862 w 687723"/>
              <a:gd name="connsiteY631" fmla="*/ 224891 h 469266"/>
              <a:gd name="connsiteX632" fmla="*/ 244050 w 687723"/>
              <a:gd name="connsiteY632" fmla="*/ 224079 h 469266"/>
              <a:gd name="connsiteX633" fmla="*/ 244862 w 687723"/>
              <a:gd name="connsiteY633" fmla="*/ 222455 h 469266"/>
              <a:gd name="connsiteX634" fmla="*/ 228635 w 687723"/>
              <a:gd name="connsiteY634" fmla="*/ 245188 h 469266"/>
              <a:gd name="connsiteX635" fmla="*/ 233503 w 687723"/>
              <a:gd name="connsiteY635" fmla="*/ 237881 h 469266"/>
              <a:gd name="connsiteX636" fmla="*/ 235937 w 687723"/>
              <a:gd name="connsiteY636" fmla="*/ 237069 h 469266"/>
              <a:gd name="connsiteX637" fmla="*/ 235126 w 687723"/>
              <a:gd name="connsiteY637" fmla="*/ 239505 h 469266"/>
              <a:gd name="connsiteX638" fmla="*/ 232692 w 687723"/>
              <a:gd name="connsiteY638" fmla="*/ 243564 h 469266"/>
              <a:gd name="connsiteX639" fmla="*/ 226201 w 687723"/>
              <a:gd name="connsiteY639" fmla="*/ 249247 h 469266"/>
              <a:gd name="connsiteX640" fmla="*/ 228635 w 687723"/>
              <a:gd name="connsiteY640" fmla="*/ 245188 h 469266"/>
              <a:gd name="connsiteX641" fmla="*/ 224579 w 687723"/>
              <a:gd name="connsiteY641" fmla="*/ 252495 h 469266"/>
              <a:gd name="connsiteX642" fmla="*/ 226201 w 687723"/>
              <a:gd name="connsiteY642" fmla="*/ 253307 h 469266"/>
              <a:gd name="connsiteX643" fmla="*/ 224579 w 687723"/>
              <a:gd name="connsiteY643" fmla="*/ 254930 h 469266"/>
              <a:gd name="connsiteX644" fmla="*/ 222956 w 687723"/>
              <a:gd name="connsiteY644" fmla="*/ 254119 h 469266"/>
              <a:gd name="connsiteX645" fmla="*/ 224579 w 687723"/>
              <a:gd name="connsiteY645" fmla="*/ 252495 h 469266"/>
              <a:gd name="connsiteX646" fmla="*/ 204296 w 687723"/>
              <a:gd name="connsiteY646" fmla="*/ 286594 h 469266"/>
              <a:gd name="connsiteX647" fmla="*/ 206730 w 687723"/>
              <a:gd name="connsiteY647" fmla="*/ 279287 h 469266"/>
              <a:gd name="connsiteX648" fmla="*/ 208352 w 687723"/>
              <a:gd name="connsiteY648" fmla="*/ 279287 h 469266"/>
              <a:gd name="connsiteX649" fmla="*/ 204296 w 687723"/>
              <a:gd name="connsiteY649" fmla="*/ 286594 h 469266"/>
              <a:gd name="connsiteX650" fmla="*/ 209975 w 687723"/>
              <a:gd name="connsiteY650" fmla="*/ 275227 h 469266"/>
              <a:gd name="connsiteX651" fmla="*/ 212409 w 687723"/>
              <a:gd name="connsiteY651" fmla="*/ 271168 h 469266"/>
              <a:gd name="connsiteX652" fmla="*/ 213220 w 687723"/>
              <a:gd name="connsiteY652" fmla="*/ 272792 h 469266"/>
              <a:gd name="connsiteX653" fmla="*/ 209975 w 687723"/>
              <a:gd name="connsiteY653" fmla="*/ 275227 h 469266"/>
              <a:gd name="connsiteX654" fmla="*/ 216465 w 687723"/>
              <a:gd name="connsiteY654" fmla="*/ 267109 h 469266"/>
              <a:gd name="connsiteX655" fmla="*/ 215654 w 687723"/>
              <a:gd name="connsiteY655" fmla="*/ 266297 h 469266"/>
              <a:gd name="connsiteX656" fmla="*/ 217277 w 687723"/>
              <a:gd name="connsiteY656" fmla="*/ 264673 h 469266"/>
              <a:gd name="connsiteX657" fmla="*/ 218088 w 687723"/>
              <a:gd name="connsiteY657" fmla="*/ 266297 h 469266"/>
              <a:gd name="connsiteX658" fmla="*/ 216465 w 687723"/>
              <a:gd name="connsiteY658" fmla="*/ 267109 h 469266"/>
              <a:gd name="connsiteX659" fmla="*/ 467973 w 687723"/>
              <a:gd name="connsiteY659" fmla="*/ 282534 h 469266"/>
              <a:gd name="connsiteX660" fmla="*/ 467162 w 687723"/>
              <a:gd name="connsiteY660" fmla="*/ 280911 h 469266"/>
              <a:gd name="connsiteX661" fmla="*/ 468784 w 687723"/>
              <a:gd name="connsiteY661" fmla="*/ 278475 h 469266"/>
              <a:gd name="connsiteX662" fmla="*/ 470407 w 687723"/>
              <a:gd name="connsiteY662" fmla="*/ 278475 h 469266"/>
              <a:gd name="connsiteX663" fmla="*/ 467973 w 687723"/>
              <a:gd name="connsiteY663" fmla="*/ 282534 h 469266"/>
              <a:gd name="connsiteX664" fmla="*/ 502049 w 687723"/>
              <a:gd name="connsiteY664" fmla="*/ 247623 h 469266"/>
              <a:gd name="connsiteX665" fmla="*/ 525576 w 687723"/>
              <a:gd name="connsiteY665" fmla="*/ 241128 h 469266"/>
              <a:gd name="connsiteX666" fmla="*/ 528011 w 687723"/>
              <a:gd name="connsiteY666" fmla="*/ 241128 h 469266"/>
              <a:gd name="connsiteX667" fmla="*/ 524765 w 687723"/>
              <a:gd name="connsiteY667" fmla="*/ 248435 h 469266"/>
              <a:gd name="connsiteX668" fmla="*/ 523954 w 687723"/>
              <a:gd name="connsiteY668" fmla="*/ 249247 h 469266"/>
              <a:gd name="connsiteX669" fmla="*/ 515841 w 687723"/>
              <a:gd name="connsiteY669" fmla="*/ 256554 h 469266"/>
              <a:gd name="connsiteX670" fmla="*/ 494747 w 687723"/>
              <a:gd name="connsiteY670" fmla="*/ 268732 h 469266"/>
              <a:gd name="connsiteX671" fmla="*/ 480954 w 687723"/>
              <a:gd name="connsiteY671" fmla="*/ 276039 h 469266"/>
              <a:gd name="connsiteX672" fmla="*/ 476898 w 687723"/>
              <a:gd name="connsiteY672" fmla="*/ 277663 h 469266"/>
              <a:gd name="connsiteX673" fmla="*/ 474464 w 687723"/>
              <a:gd name="connsiteY673" fmla="*/ 278475 h 469266"/>
              <a:gd name="connsiteX674" fmla="*/ 472841 w 687723"/>
              <a:gd name="connsiteY674" fmla="*/ 276851 h 469266"/>
              <a:gd name="connsiteX675" fmla="*/ 482577 w 687723"/>
              <a:gd name="connsiteY675" fmla="*/ 267109 h 469266"/>
              <a:gd name="connsiteX676" fmla="*/ 464728 w 687723"/>
              <a:gd name="connsiteY676" fmla="*/ 276851 h 469266"/>
              <a:gd name="connsiteX677" fmla="*/ 502049 w 687723"/>
              <a:gd name="connsiteY677" fmla="*/ 247623 h 469266"/>
              <a:gd name="connsiteX678" fmla="*/ 537746 w 687723"/>
              <a:gd name="connsiteY678" fmla="*/ 366158 h 469266"/>
              <a:gd name="connsiteX679" fmla="*/ 536935 w 687723"/>
              <a:gd name="connsiteY679" fmla="*/ 365346 h 469266"/>
              <a:gd name="connsiteX680" fmla="*/ 539369 w 687723"/>
              <a:gd name="connsiteY680" fmla="*/ 364534 h 469266"/>
              <a:gd name="connsiteX681" fmla="*/ 537746 w 687723"/>
              <a:gd name="connsiteY681" fmla="*/ 366158 h 469266"/>
              <a:gd name="connsiteX682" fmla="*/ 541803 w 687723"/>
              <a:gd name="connsiteY682" fmla="*/ 364534 h 469266"/>
              <a:gd name="connsiteX683" fmla="*/ 545048 w 687723"/>
              <a:gd name="connsiteY683" fmla="*/ 360475 h 469266"/>
              <a:gd name="connsiteX684" fmla="*/ 545859 w 687723"/>
              <a:gd name="connsiteY684" fmla="*/ 362099 h 469266"/>
              <a:gd name="connsiteX685" fmla="*/ 541803 w 687723"/>
              <a:gd name="connsiteY685" fmla="*/ 364534 h 469266"/>
              <a:gd name="connsiteX686" fmla="*/ 594538 w 687723"/>
              <a:gd name="connsiteY686" fmla="*/ 339366 h 469266"/>
              <a:gd name="connsiteX687" fmla="*/ 596973 w 687723"/>
              <a:gd name="connsiteY687" fmla="*/ 338554 h 469266"/>
              <a:gd name="connsiteX688" fmla="*/ 594538 w 687723"/>
              <a:gd name="connsiteY688" fmla="*/ 339366 h 469266"/>
              <a:gd name="connsiteX689" fmla="*/ 594538 w 687723"/>
              <a:gd name="connsiteY689" fmla="*/ 339366 h 469266"/>
              <a:gd name="connsiteX690" fmla="*/ 616444 w 687723"/>
              <a:gd name="connsiteY690" fmla="*/ 308514 h 469266"/>
              <a:gd name="connsiteX691" fmla="*/ 622123 w 687723"/>
              <a:gd name="connsiteY691" fmla="*/ 304455 h 469266"/>
              <a:gd name="connsiteX692" fmla="*/ 628614 w 687723"/>
              <a:gd name="connsiteY692" fmla="*/ 301208 h 469266"/>
              <a:gd name="connsiteX693" fmla="*/ 616444 w 687723"/>
              <a:gd name="connsiteY693" fmla="*/ 308514 h 469266"/>
              <a:gd name="connsiteX694" fmla="*/ 645651 w 687723"/>
              <a:gd name="connsiteY694" fmla="*/ 289841 h 469266"/>
              <a:gd name="connsiteX695" fmla="*/ 645651 w 687723"/>
              <a:gd name="connsiteY695" fmla="*/ 289841 h 469266"/>
              <a:gd name="connsiteX696" fmla="*/ 648085 w 687723"/>
              <a:gd name="connsiteY696" fmla="*/ 286594 h 469266"/>
              <a:gd name="connsiteX697" fmla="*/ 645651 w 687723"/>
              <a:gd name="connsiteY697" fmla="*/ 289841 h 46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Lst>
            <a:rect l="l" t="t" r="r" b="b"/>
            <a:pathLst>
              <a:path w="687723" h="469266">
                <a:moveTo>
                  <a:pt x="632670" y="290653"/>
                </a:moveTo>
                <a:cubicBezTo>
                  <a:pt x="628614" y="293089"/>
                  <a:pt x="622934" y="297148"/>
                  <a:pt x="619689" y="298772"/>
                </a:cubicBezTo>
                <a:cubicBezTo>
                  <a:pt x="616444" y="300396"/>
                  <a:pt x="613199" y="302831"/>
                  <a:pt x="613199" y="303643"/>
                </a:cubicBezTo>
                <a:cubicBezTo>
                  <a:pt x="612387" y="305267"/>
                  <a:pt x="605897" y="309326"/>
                  <a:pt x="602651" y="310138"/>
                </a:cubicBezTo>
                <a:cubicBezTo>
                  <a:pt x="601840" y="310138"/>
                  <a:pt x="599406" y="311762"/>
                  <a:pt x="598595" y="312574"/>
                </a:cubicBezTo>
                <a:cubicBezTo>
                  <a:pt x="589671" y="322316"/>
                  <a:pt x="516652" y="353168"/>
                  <a:pt x="497180" y="358851"/>
                </a:cubicBezTo>
                <a:cubicBezTo>
                  <a:pt x="492313" y="360475"/>
                  <a:pt x="474464" y="365346"/>
                  <a:pt x="465539" y="366970"/>
                </a:cubicBezTo>
                <a:cubicBezTo>
                  <a:pt x="461483" y="367782"/>
                  <a:pt x="454992" y="368594"/>
                  <a:pt x="448501" y="368594"/>
                </a:cubicBezTo>
                <a:cubicBezTo>
                  <a:pt x="437143" y="368594"/>
                  <a:pt x="424974" y="366970"/>
                  <a:pt x="420917" y="365346"/>
                </a:cubicBezTo>
                <a:cubicBezTo>
                  <a:pt x="416049" y="362910"/>
                  <a:pt x="412804" y="356415"/>
                  <a:pt x="414426" y="348297"/>
                </a:cubicBezTo>
                <a:cubicBezTo>
                  <a:pt x="416049" y="341802"/>
                  <a:pt x="425785" y="322316"/>
                  <a:pt x="430653" y="315821"/>
                </a:cubicBezTo>
                <a:lnTo>
                  <a:pt x="431464" y="317445"/>
                </a:lnTo>
                <a:cubicBezTo>
                  <a:pt x="440388" y="305267"/>
                  <a:pt x="451747" y="301208"/>
                  <a:pt x="466351" y="298772"/>
                </a:cubicBezTo>
                <a:cubicBezTo>
                  <a:pt x="467973" y="298772"/>
                  <a:pt x="471219" y="297960"/>
                  <a:pt x="473653" y="296336"/>
                </a:cubicBezTo>
                <a:cubicBezTo>
                  <a:pt x="480143" y="292277"/>
                  <a:pt x="508539" y="280911"/>
                  <a:pt x="510162" y="280911"/>
                </a:cubicBezTo>
                <a:cubicBezTo>
                  <a:pt x="510973" y="280911"/>
                  <a:pt x="512596" y="280099"/>
                  <a:pt x="514218" y="279287"/>
                </a:cubicBezTo>
                <a:cubicBezTo>
                  <a:pt x="524765" y="270356"/>
                  <a:pt x="532878" y="264673"/>
                  <a:pt x="534501" y="261425"/>
                </a:cubicBezTo>
                <a:cubicBezTo>
                  <a:pt x="535312" y="259802"/>
                  <a:pt x="536935" y="258178"/>
                  <a:pt x="538558" y="257366"/>
                </a:cubicBezTo>
                <a:cubicBezTo>
                  <a:pt x="540992" y="256554"/>
                  <a:pt x="545048" y="246812"/>
                  <a:pt x="545859" y="243564"/>
                </a:cubicBezTo>
                <a:lnTo>
                  <a:pt x="546671" y="242752"/>
                </a:lnTo>
                <a:cubicBezTo>
                  <a:pt x="550728" y="238693"/>
                  <a:pt x="544237" y="217584"/>
                  <a:pt x="538558" y="214336"/>
                </a:cubicBezTo>
                <a:cubicBezTo>
                  <a:pt x="536124" y="213525"/>
                  <a:pt x="536124" y="212713"/>
                  <a:pt x="538558" y="210277"/>
                </a:cubicBezTo>
                <a:cubicBezTo>
                  <a:pt x="540992" y="207841"/>
                  <a:pt x="540992" y="208653"/>
                  <a:pt x="538558" y="209465"/>
                </a:cubicBezTo>
                <a:cubicBezTo>
                  <a:pt x="536124" y="210277"/>
                  <a:pt x="534501" y="209465"/>
                  <a:pt x="529633" y="207029"/>
                </a:cubicBezTo>
                <a:cubicBezTo>
                  <a:pt x="523954" y="204594"/>
                  <a:pt x="519898" y="203782"/>
                  <a:pt x="510973" y="202970"/>
                </a:cubicBezTo>
                <a:lnTo>
                  <a:pt x="499615" y="202970"/>
                </a:lnTo>
                <a:lnTo>
                  <a:pt x="489067" y="209465"/>
                </a:lnTo>
                <a:cubicBezTo>
                  <a:pt x="480954" y="214336"/>
                  <a:pt x="440388" y="248435"/>
                  <a:pt x="439577" y="252495"/>
                </a:cubicBezTo>
                <a:cubicBezTo>
                  <a:pt x="439577" y="252495"/>
                  <a:pt x="436332" y="255742"/>
                  <a:pt x="432275" y="258990"/>
                </a:cubicBezTo>
                <a:cubicBezTo>
                  <a:pt x="427407" y="263049"/>
                  <a:pt x="417672" y="275227"/>
                  <a:pt x="414426" y="280911"/>
                </a:cubicBezTo>
                <a:cubicBezTo>
                  <a:pt x="411993" y="284970"/>
                  <a:pt x="409558" y="289029"/>
                  <a:pt x="407936" y="293089"/>
                </a:cubicBezTo>
                <a:cubicBezTo>
                  <a:pt x="406313" y="293901"/>
                  <a:pt x="405502" y="294713"/>
                  <a:pt x="404691" y="295524"/>
                </a:cubicBezTo>
                <a:cubicBezTo>
                  <a:pt x="394955" y="302019"/>
                  <a:pt x="382785" y="310950"/>
                  <a:pt x="376295" y="315010"/>
                </a:cubicBezTo>
                <a:cubicBezTo>
                  <a:pt x="371427" y="319069"/>
                  <a:pt x="352766" y="328811"/>
                  <a:pt x="350333" y="328811"/>
                </a:cubicBezTo>
                <a:cubicBezTo>
                  <a:pt x="349521" y="328811"/>
                  <a:pt x="347899" y="329623"/>
                  <a:pt x="347899" y="329623"/>
                </a:cubicBezTo>
                <a:cubicBezTo>
                  <a:pt x="347899" y="331247"/>
                  <a:pt x="331672" y="336930"/>
                  <a:pt x="323559" y="336930"/>
                </a:cubicBezTo>
                <a:cubicBezTo>
                  <a:pt x="320314" y="336930"/>
                  <a:pt x="315446" y="336930"/>
                  <a:pt x="313823" y="336118"/>
                </a:cubicBezTo>
                <a:cubicBezTo>
                  <a:pt x="311389" y="335307"/>
                  <a:pt x="311389" y="333683"/>
                  <a:pt x="311389" y="324752"/>
                </a:cubicBezTo>
                <a:cubicBezTo>
                  <a:pt x="311389" y="319881"/>
                  <a:pt x="313012" y="314198"/>
                  <a:pt x="313823" y="312574"/>
                </a:cubicBezTo>
                <a:cubicBezTo>
                  <a:pt x="314635" y="310950"/>
                  <a:pt x="316257" y="307703"/>
                  <a:pt x="316257" y="306079"/>
                </a:cubicBezTo>
                <a:cubicBezTo>
                  <a:pt x="316257" y="304455"/>
                  <a:pt x="318691" y="299584"/>
                  <a:pt x="320314" y="294713"/>
                </a:cubicBezTo>
                <a:cubicBezTo>
                  <a:pt x="321936" y="289841"/>
                  <a:pt x="323559" y="282534"/>
                  <a:pt x="324370" y="276851"/>
                </a:cubicBezTo>
                <a:cubicBezTo>
                  <a:pt x="325182" y="267920"/>
                  <a:pt x="325182" y="267109"/>
                  <a:pt x="321936" y="262237"/>
                </a:cubicBezTo>
                <a:cubicBezTo>
                  <a:pt x="319503" y="259802"/>
                  <a:pt x="317069" y="257366"/>
                  <a:pt x="315446" y="256554"/>
                </a:cubicBezTo>
                <a:cubicBezTo>
                  <a:pt x="313823" y="255742"/>
                  <a:pt x="312201" y="254930"/>
                  <a:pt x="310578" y="253307"/>
                </a:cubicBezTo>
                <a:cubicBezTo>
                  <a:pt x="306522" y="249247"/>
                  <a:pt x="297597" y="248435"/>
                  <a:pt x="291107" y="250871"/>
                </a:cubicBezTo>
                <a:cubicBezTo>
                  <a:pt x="277314" y="255742"/>
                  <a:pt x="255409" y="270356"/>
                  <a:pt x="235126" y="288217"/>
                </a:cubicBezTo>
                <a:cubicBezTo>
                  <a:pt x="222145" y="299584"/>
                  <a:pt x="221333" y="299584"/>
                  <a:pt x="221333" y="297960"/>
                </a:cubicBezTo>
                <a:cubicBezTo>
                  <a:pt x="221333" y="297148"/>
                  <a:pt x="223767" y="292277"/>
                  <a:pt x="227012" y="288217"/>
                </a:cubicBezTo>
                <a:cubicBezTo>
                  <a:pt x="230258" y="284158"/>
                  <a:pt x="231880" y="280099"/>
                  <a:pt x="231880" y="279287"/>
                </a:cubicBezTo>
                <a:cubicBezTo>
                  <a:pt x="231880" y="279287"/>
                  <a:pt x="231880" y="278475"/>
                  <a:pt x="232692" y="277663"/>
                </a:cubicBezTo>
                <a:cubicBezTo>
                  <a:pt x="234315" y="276851"/>
                  <a:pt x="247295" y="258178"/>
                  <a:pt x="247295" y="256554"/>
                </a:cubicBezTo>
                <a:cubicBezTo>
                  <a:pt x="247295" y="255742"/>
                  <a:pt x="248918" y="254119"/>
                  <a:pt x="250541" y="251683"/>
                </a:cubicBezTo>
                <a:cubicBezTo>
                  <a:pt x="253786" y="248435"/>
                  <a:pt x="260276" y="237881"/>
                  <a:pt x="258654" y="237881"/>
                </a:cubicBezTo>
                <a:cubicBezTo>
                  <a:pt x="258654" y="237881"/>
                  <a:pt x="259465" y="235445"/>
                  <a:pt x="262711" y="233010"/>
                </a:cubicBezTo>
                <a:cubicBezTo>
                  <a:pt x="265956" y="230574"/>
                  <a:pt x="267578" y="228138"/>
                  <a:pt x="267578" y="226515"/>
                </a:cubicBezTo>
                <a:cubicBezTo>
                  <a:pt x="267578" y="224891"/>
                  <a:pt x="270012" y="220831"/>
                  <a:pt x="274069" y="216772"/>
                </a:cubicBezTo>
                <a:cubicBezTo>
                  <a:pt x="277314" y="213525"/>
                  <a:pt x="280559" y="209465"/>
                  <a:pt x="280559" y="208653"/>
                </a:cubicBezTo>
                <a:cubicBezTo>
                  <a:pt x="280559" y="207841"/>
                  <a:pt x="282182" y="207029"/>
                  <a:pt x="282182" y="206218"/>
                </a:cubicBezTo>
                <a:cubicBezTo>
                  <a:pt x="282993" y="205406"/>
                  <a:pt x="284616" y="202970"/>
                  <a:pt x="286239" y="201346"/>
                </a:cubicBezTo>
                <a:cubicBezTo>
                  <a:pt x="287861" y="198911"/>
                  <a:pt x="290295" y="195663"/>
                  <a:pt x="291918" y="194039"/>
                </a:cubicBezTo>
                <a:cubicBezTo>
                  <a:pt x="293540" y="192416"/>
                  <a:pt x="294352" y="189980"/>
                  <a:pt x="294352" y="189168"/>
                </a:cubicBezTo>
                <a:cubicBezTo>
                  <a:pt x="294352" y="188356"/>
                  <a:pt x="296786" y="185109"/>
                  <a:pt x="299220" y="181861"/>
                </a:cubicBezTo>
                <a:cubicBezTo>
                  <a:pt x="301654" y="178614"/>
                  <a:pt x="305710" y="173742"/>
                  <a:pt x="308144" y="169683"/>
                </a:cubicBezTo>
                <a:cubicBezTo>
                  <a:pt x="313012" y="159129"/>
                  <a:pt x="330050" y="138832"/>
                  <a:pt x="337351" y="129901"/>
                </a:cubicBezTo>
                <a:cubicBezTo>
                  <a:pt x="338974" y="127465"/>
                  <a:pt x="341408" y="124218"/>
                  <a:pt x="343031" y="122594"/>
                </a:cubicBezTo>
                <a:cubicBezTo>
                  <a:pt x="344653" y="120158"/>
                  <a:pt x="347899" y="116099"/>
                  <a:pt x="350333" y="112039"/>
                </a:cubicBezTo>
                <a:cubicBezTo>
                  <a:pt x="352766" y="107980"/>
                  <a:pt x="356823" y="103921"/>
                  <a:pt x="358446" y="101485"/>
                </a:cubicBezTo>
                <a:cubicBezTo>
                  <a:pt x="360068" y="99049"/>
                  <a:pt x="362502" y="96614"/>
                  <a:pt x="364125" y="94178"/>
                </a:cubicBezTo>
                <a:cubicBezTo>
                  <a:pt x="367370" y="90119"/>
                  <a:pt x="370615" y="82000"/>
                  <a:pt x="370615" y="77941"/>
                </a:cubicBezTo>
                <a:cubicBezTo>
                  <a:pt x="370615" y="66574"/>
                  <a:pt x="352766" y="58455"/>
                  <a:pt x="342219" y="58455"/>
                </a:cubicBezTo>
                <a:cubicBezTo>
                  <a:pt x="337351" y="58455"/>
                  <a:pt x="333295" y="60891"/>
                  <a:pt x="330861" y="65762"/>
                </a:cubicBezTo>
                <a:cubicBezTo>
                  <a:pt x="329238" y="68198"/>
                  <a:pt x="327616" y="70634"/>
                  <a:pt x="326804" y="70634"/>
                </a:cubicBezTo>
                <a:cubicBezTo>
                  <a:pt x="325993" y="70634"/>
                  <a:pt x="321936" y="76317"/>
                  <a:pt x="317880" y="82812"/>
                </a:cubicBezTo>
                <a:cubicBezTo>
                  <a:pt x="308144" y="99049"/>
                  <a:pt x="300842" y="107168"/>
                  <a:pt x="299220" y="108792"/>
                </a:cubicBezTo>
                <a:cubicBezTo>
                  <a:pt x="298408" y="109604"/>
                  <a:pt x="297597" y="110416"/>
                  <a:pt x="297597" y="111228"/>
                </a:cubicBezTo>
                <a:cubicBezTo>
                  <a:pt x="297597" y="112851"/>
                  <a:pt x="296786" y="114475"/>
                  <a:pt x="296786" y="115287"/>
                </a:cubicBezTo>
                <a:cubicBezTo>
                  <a:pt x="286239" y="113663"/>
                  <a:pt x="256220" y="113663"/>
                  <a:pt x="229447" y="114475"/>
                </a:cubicBezTo>
                <a:cubicBezTo>
                  <a:pt x="216465" y="115287"/>
                  <a:pt x="211598" y="114475"/>
                  <a:pt x="211598" y="113663"/>
                </a:cubicBezTo>
                <a:cubicBezTo>
                  <a:pt x="211598" y="112851"/>
                  <a:pt x="211598" y="112039"/>
                  <a:pt x="212409" y="112039"/>
                </a:cubicBezTo>
                <a:cubicBezTo>
                  <a:pt x="213220" y="112039"/>
                  <a:pt x="214843" y="108792"/>
                  <a:pt x="217277" y="105544"/>
                </a:cubicBezTo>
                <a:cubicBezTo>
                  <a:pt x="219711" y="102297"/>
                  <a:pt x="222145" y="99049"/>
                  <a:pt x="222956" y="99049"/>
                </a:cubicBezTo>
                <a:cubicBezTo>
                  <a:pt x="224579" y="99049"/>
                  <a:pt x="237560" y="83624"/>
                  <a:pt x="239994" y="78752"/>
                </a:cubicBezTo>
                <a:cubicBezTo>
                  <a:pt x="240805" y="76317"/>
                  <a:pt x="248107" y="68198"/>
                  <a:pt x="257843" y="59267"/>
                </a:cubicBezTo>
                <a:cubicBezTo>
                  <a:pt x="266767" y="50337"/>
                  <a:pt x="274880" y="42218"/>
                  <a:pt x="275691" y="39782"/>
                </a:cubicBezTo>
                <a:cubicBezTo>
                  <a:pt x="276503" y="37347"/>
                  <a:pt x="279748" y="33287"/>
                  <a:pt x="281371" y="30851"/>
                </a:cubicBezTo>
                <a:cubicBezTo>
                  <a:pt x="282993" y="28416"/>
                  <a:pt x="284616" y="25168"/>
                  <a:pt x="283805" y="24356"/>
                </a:cubicBezTo>
                <a:cubicBezTo>
                  <a:pt x="282993" y="23545"/>
                  <a:pt x="282993" y="20297"/>
                  <a:pt x="282993" y="17861"/>
                </a:cubicBezTo>
                <a:cubicBezTo>
                  <a:pt x="282993" y="10554"/>
                  <a:pt x="278937" y="5683"/>
                  <a:pt x="269201" y="2436"/>
                </a:cubicBezTo>
                <a:cubicBezTo>
                  <a:pt x="264333" y="812"/>
                  <a:pt x="261899" y="0"/>
                  <a:pt x="259465" y="0"/>
                </a:cubicBezTo>
                <a:cubicBezTo>
                  <a:pt x="248107" y="0"/>
                  <a:pt x="231880" y="21109"/>
                  <a:pt x="225390" y="28416"/>
                </a:cubicBezTo>
                <a:cubicBezTo>
                  <a:pt x="222145" y="32475"/>
                  <a:pt x="205918" y="50337"/>
                  <a:pt x="202673" y="55208"/>
                </a:cubicBezTo>
                <a:cubicBezTo>
                  <a:pt x="201862" y="56020"/>
                  <a:pt x="200239" y="58455"/>
                  <a:pt x="198616" y="60891"/>
                </a:cubicBezTo>
                <a:cubicBezTo>
                  <a:pt x="197805" y="62515"/>
                  <a:pt x="194560" y="66574"/>
                  <a:pt x="192126" y="69010"/>
                </a:cubicBezTo>
                <a:cubicBezTo>
                  <a:pt x="188069" y="73881"/>
                  <a:pt x="166164" y="104733"/>
                  <a:pt x="166164" y="104733"/>
                </a:cubicBezTo>
                <a:cubicBezTo>
                  <a:pt x="166164" y="105544"/>
                  <a:pt x="167787" y="104733"/>
                  <a:pt x="168598" y="104733"/>
                </a:cubicBezTo>
                <a:cubicBezTo>
                  <a:pt x="170220" y="104733"/>
                  <a:pt x="171032" y="104733"/>
                  <a:pt x="171032" y="105544"/>
                </a:cubicBezTo>
                <a:cubicBezTo>
                  <a:pt x="171032" y="107168"/>
                  <a:pt x="166975" y="107980"/>
                  <a:pt x="163730" y="107168"/>
                </a:cubicBezTo>
                <a:cubicBezTo>
                  <a:pt x="163730" y="107168"/>
                  <a:pt x="162919" y="107168"/>
                  <a:pt x="162919" y="107980"/>
                </a:cubicBezTo>
                <a:cubicBezTo>
                  <a:pt x="162919" y="108792"/>
                  <a:pt x="161296" y="111228"/>
                  <a:pt x="159673" y="112851"/>
                </a:cubicBezTo>
                <a:cubicBezTo>
                  <a:pt x="157240" y="115287"/>
                  <a:pt x="154805" y="117723"/>
                  <a:pt x="153994" y="119346"/>
                </a:cubicBezTo>
                <a:cubicBezTo>
                  <a:pt x="153183" y="120970"/>
                  <a:pt x="149938" y="122594"/>
                  <a:pt x="147504" y="123406"/>
                </a:cubicBezTo>
                <a:cubicBezTo>
                  <a:pt x="101259" y="132337"/>
                  <a:pt x="94768" y="133960"/>
                  <a:pt x="67184" y="141267"/>
                </a:cubicBezTo>
                <a:cubicBezTo>
                  <a:pt x="56636" y="143703"/>
                  <a:pt x="46901" y="146138"/>
                  <a:pt x="45278" y="145327"/>
                </a:cubicBezTo>
                <a:cubicBezTo>
                  <a:pt x="42844" y="144515"/>
                  <a:pt x="42033" y="145327"/>
                  <a:pt x="41221" y="147762"/>
                </a:cubicBezTo>
                <a:cubicBezTo>
                  <a:pt x="37976" y="157505"/>
                  <a:pt x="49335" y="167247"/>
                  <a:pt x="63127" y="168059"/>
                </a:cubicBezTo>
                <a:cubicBezTo>
                  <a:pt x="70429" y="168871"/>
                  <a:pt x="83410" y="168059"/>
                  <a:pt x="85032" y="165624"/>
                </a:cubicBezTo>
                <a:cubicBezTo>
                  <a:pt x="85844" y="164812"/>
                  <a:pt x="103693" y="160752"/>
                  <a:pt x="105315" y="159940"/>
                </a:cubicBezTo>
                <a:cubicBezTo>
                  <a:pt x="109372" y="159129"/>
                  <a:pt x="114240" y="157505"/>
                  <a:pt x="115862" y="157505"/>
                </a:cubicBezTo>
                <a:cubicBezTo>
                  <a:pt x="117485" y="157505"/>
                  <a:pt x="119919" y="156693"/>
                  <a:pt x="121542" y="155881"/>
                </a:cubicBezTo>
                <a:cubicBezTo>
                  <a:pt x="123164" y="155881"/>
                  <a:pt x="123976" y="155069"/>
                  <a:pt x="123976" y="155881"/>
                </a:cubicBezTo>
                <a:cubicBezTo>
                  <a:pt x="123976" y="157505"/>
                  <a:pt x="116674" y="172119"/>
                  <a:pt x="115862" y="171307"/>
                </a:cubicBezTo>
                <a:cubicBezTo>
                  <a:pt x="115051" y="171307"/>
                  <a:pt x="102070" y="188356"/>
                  <a:pt x="102070" y="189168"/>
                </a:cubicBezTo>
                <a:cubicBezTo>
                  <a:pt x="102070" y="189980"/>
                  <a:pt x="90712" y="207841"/>
                  <a:pt x="89089" y="209465"/>
                </a:cubicBezTo>
                <a:cubicBezTo>
                  <a:pt x="87466" y="211089"/>
                  <a:pt x="82598" y="218396"/>
                  <a:pt x="82598" y="220020"/>
                </a:cubicBezTo>
                <a:cubicBezTo>
                  <a:pt x="82598" y="220831"/>
                  <a:pt x="80976" y="223267"/>
                  <a:pt x="78542" y="225703"/>
                </a:cubicBezTo>
                <a:cubicBezTo>
                  <a:pt x="75297" y="228950"/>
                  <a:pt x="74485" y="230574"/>
                  <a:pt x="75297" y="231386"/>
                </a:cubicBezTo>
                <a:cubicBezTo>
                  <a:pt x="76108" y="232198"/>
                  <a:pt x="75297" y="232198"/>
                  <a:pt x="73674" y="234633"/>
                </a:cubicBezTo>
                <a:cubicBezTo>
                  <a:pt x="72051" y="237069"/>
                  <a:pt x="66372" y="244376"/>
                  <a:pt x="61504" y="252495"/>
                </a:cubicBezTo>
                <a:cubicBezTo>
                  <a:pt x="56636" y="260614"/>
                  <a:pt x="50957" y="269544"/>
                  <a:pt x="49335" y="271168"/>
                </a:cubicBezTo>
                <a:cubicBezTo>
                  <a:pt x="43655" y="278475"/>
                  <a:pt x="24184" y="316633"/>
                  <a:pt x="19316" y="328811"/>
                </a:cubicBezTo>
                <a:cubicBezTo>
                  <a:pt x="-5023" y="388891"/>
                  <a:pt x="-6646" y="427049"/>
                  <a:pt x="16071" y="454653"/>
                </a:cubicBezTo>
                <a:cubicBezTo>
                  <a:pt x="22561" y="462772"/>
                  <a:pt x="35542" y="469267"/>
                  <a:pt x="45278" y="469267"/>
                </a:cubicBezTo>
                <a:cubicBezTo>
                  <a:pt x="55014" y="469267"/>
                  <a:pt x="55825" y="467643"/>
                  <a:pt x="46089" y="464395"/>
                </a:cubicBezTo>
                <a:cubicBezTo>
                  <a:pt x="36353" y="461148"/>
                  <a:pt x="33920" y="458712"/>
                  <a:pt x="29863" y="445722"/>
                </a:cubicBezTo>
                <a:cubicBezTo>
                  <a:pt x="26618" y="435980"/>
                  <a:pt x="25806" y="428673"/>
                  <a:pt x="29052" y="426237"/>
                </a:cubicBezTo>
                <a:cubicBezTo>
                  <a:pt x="30674" y="424613"/>
                  <a:pt x="29863" y="424613"/>
                  <a:pt x="29052" y="424613"/>
                </a:cubicBezTo>
                <a:cubicBezTo>
                  <a:pt x="28240" y="424613"/>
                  <a:pt x="27429" y="422990"/>
                  <a:pt x="27429" y="419742"/>
                </a:cubicBezTo>
                <a:cubicBezTo>
                  <a:pt x="27429" y="416495"/>
                  <a:pt x="28240" y="414871"/>
                  <a:pt x="28240" y="414871"/>
                </a:cubicBezTo>
                <a:cubicBezTo>
                  <a:pt x="29052" y="414871"/>
                  <a:pt x="31486" y="409188"/>
                  <a:pt x="32297" y="405940"/>
                </a:cubicBezTo>
                <a:cubicBezTo>
                  <a:pt x="32297" y="401069"/>
                  <a:pt x="37165" y="379960"/>
                  <a:pt x="42033" y="377524"/>
                </a:cubicBezTo>
                <a:cubicBezTo>
                  <a:pt x="44467" y="375901"/>
                  <a:pt x="44467" y="375089"/>
                  <a:pt x="42844" y="371841"/>
                </a:cubicBezTo>
                <a:cubicBezTo>
                  <a:pt x="41221" y="368594"/>
                  <a:pt x="42033" y="367782"/>
                  <a:pt x="43655" y="365346"/>
                </a:cubicBezTo>
                <a:cubicBezTo>
                  <a:pt x="45278" y="363722"/>
                  <a:pt x="46089" y="361287"/>
                  <a:pt x="46089" y="361287"/>
                </a:cubicBezTo>
                <a:cubicBezTo>
                  <a:pt x="46089" y="360475"/>
                  <a:pt x="46089" y="358851"/>
                  <a:pt x="46901" y="358039"/>
                </a:cubicBezTo>
                <a:cubicBezTo>
                  <a:pt x="47712" y="357227"/>
                  <a:pt x="46901" y="355604"/>
                  <a:pt x="46089" y="355604"/>
                </a:cubicBezTo>
                <a:cubicBezTo>
                  <a:pt x="44467" y="355604"/>
                  <a:pt x="44467" y="356415"/>
                  <a:pt x="45278" y="358039"/>
                </a:cubicBezTo>
                <a:cubicBezTo>
                  <a:pt x="46089" y="359663"/>
                  <a:pt x="45278" y="360475"/>
                  <a:pt x="43655" y="359663"/>
                </a:cubicBezTo>
                <a:cubicBezTo>
                  <a:pt x="42844" y="358851"/>
                  <a:pt x="41221" y="359663"/>
                  <a:pt x="41221" y="362099"/>
                </a:cubicBezTo>
                <a:cubicBezTo>
                  <a:pt x="40410" y="363722"/>
                  <a:pt x="40410" y="364534"/>
                  <a:pt x="39599" y="364534"/>
                </a:cubicBezTo>
                <a:cubicBezTo>
                  <a:pt x="39599" y="364534"/>
                  <a:pt x="40410" y="360475"/>
                  <a:pt x="42033" y="357227"/>
                </a:cubicBezTo>
                <a:cubicBezTo>
                  <a:pt x="44467" y="351544"/>
                  <a:pt x="45278" y="350732"/>
                  <a:pt x="46901" y="351544"/>
                </a:cubicBezTo>
                <a:cubicBezTo>
                  <a:pt x="47712" y="352356"/>
                  <a:pt x="48523" y="353980"/>
                  <a:pt x="47712" y="353980"/>
                </a:cubicBezTo>
                <a:cubicBezTo>
                  <a:pt x="47712" y="354792"/>
                  <a:pt x="47712" y="354792"/>
                  <a:pt x="48523" y="354792"/>
                </a:cubicBezTo>
                <a:cubicBezTo>
                  <a:pt x="49335" y="354792"/>
                  <a:pt x="49335" y="353980"/>
                  <a:pt x="49335" y="353980"/>
                </a:cubicBezTo>
                <a:cubicBezTo>
                  <a:pt x="49335" y="353168"/>
                  <a:pt x="50146" y="353168"/>
                  <a:pt x="50146" y="353168"/>
                </a:cubicBezTo>
                <a:cubicBezTo>
                  <a:pt x="51769" y="353980"/>
                  <a:pt x="55014" y="349920"/>
                  <a:pt x="58259" y="343425"/>
                </a:cubicBezTo>
                <a:cubicBezTo>
                  <a:pt x="59070" y="341802"/>
                  <a:pt x="59070" y="339366"/>
                  <a:pt x="59070" y="336930"/>
                </a:cubicBezTo>
                <a:cubicBezTo>
                  <a:pt x="59070" y="334495"/>
                  <a:pt x="59070" y="334495"/>
                  <a:pt x="59070" y="334495"/>
                </a:cubicBezTo>
                <a:cubicBezTo>
                  <a:pt x="60693" y="336118"/>
                  <a:pt x="65561" y="329623"/>
                  <a:pt x="70429" y="318257"/>
                </a:cubicBezTo>
                <a:cubicBezTo>
                  <a:pt x="73674" y="310950"/>
                  <a:pt x="73674" y="310138"/>
                  <a:pt x="72051" y="308514"/>
                </a:cubicBezTo>
                <a:cubicBezTo>
                  <a:pt x="70429" y="306891"/>
                  <a:pt x="70429" y="307703"/>
                  <a:pt x="72051" y="307703"/>
                </a:cubicBezTo>
                <a:cubicBezTo>
                  <a:pt x="74485" y="307703"/>
                  <a:pt x="85032" y="291465"/>
                  <a:pt x="102070" y="263861"/>
                </a:cubicBezTo>
                <a:cubicBezTo>
                  <a:pt x="107749" y="254930"/>
                  <a:pt x="110183" y="250871"/>
                  <a:pt x="111806" y="249247"/>
                </a:cubicBezTo>
                <a:cubicBezTo>
                  <a:pt x="112617" y="247623"/>
                  <a:pt x="122353" y="230574"/>
                  <a:pt x="123164" y="230574"/>
                </a:cubicBezTo>
                <a:cubicBezTo>
                  <a:pt x="124787" y="229762"/>
                  <a:pt x="136145" y="213525"/>
                  <a:pt x="136145" y="211901"/>
                </a:cubicBezTo>
                <a:cubicBezTo>
                  <a:pt x="136145" y="211089"/>
                  <a:pt x="140202" y="205406"/>
                  <a:pt x="145070" y="199723"/>
                </a:cubicBezTo>
                <a:cubicBezTo>
                  <a:pt x="149938" y="194039"/>
                  <a:pt x="153994" y="188356"/>
                  <a:pt x="153994" y="187544"/>
                </a:cubicBezTo>
                <a:cubicBezTo>
                  <a:pt x="153994" y="186732"/>
                  <a:pt x="154805" y="185921"/>
                  <a:pt x="155617" y="185109"/>
                </a:cubicBezTo>
                <a:cubicBezTo>
                  <a:pt x="162919" y="177802"/>
                  <a:pt x="164541" y="173742"/>
                  <a:pt x="171032" y="164000"/>
                </a:cubicBezTo>
                <a:cubicBezTo>
                  <a:pt x="175088" y="157505"/>
                  <a:pt x="179956" y="151010"/>
                  <a:pt x="182390" y="147762"/>
                </a:cubicBezTo>
                <a:cubicBezTo>
                  <a:pt x="184824" y="145327"/>
                  <a:pt x="186447" y="142079"/>
                  <a:pt x="187258" y="140455"/>
                </a:cubicBezTo>
                <a:cubicBezTo>
                  <a:pt x="188069" y="138832"/>
                  <a:pt x="189692" y="138020"/>
                  <a:pt x="191315" y="137208"/>
                </a:cubicBezTo>
                <a:cubicBezTo>
                  <a:pt x="192937" y="136396"/>
                  <a:pt x="193749" y="135584"/>
                  <a:pt x="193749" y="134772"/>
                </a:cubicBezTo>
                <a:cubicBezTo>
                  <a:pt x="193749" y="133148"/>
                  <a:pt x="201862" y="130713"/>
                  <a:pt x="208352" y="130713"/>
                </a:cubicBezTo>
                <a:cubicBezTo>
                  <a:pt x="209164" y="130713"/>
                  <a:pt x="211598" y="130713"/>
                  <a:pt x="211598" y="129901"/>
                </a:cubicBezTo>
                <a:cubicBezTo>
                  <a:pt x="212409" y="129089"/>
                  <a:pt x="214843" y="129089"/>
                  <a:pt x="217277" y="129089"/>
                </a:cubicBezTo>
                <a:cubicBezTo>
                  <a:pt x="219711" y="129089"/>
                  <a:pt x="221333" y="129089"/>
                  <a:pt x="221333" y="128277"/>
                </a:cubicBezTo>
                <a:cubicBezTo>
                  <a:pt x="221333" y="127465"/>
                  <a:pt x="231880" y="124218"/>
                  <a:pt x="239182" y="123406"/>
                </a:cubicBezTo>
                <a:cubicBezTo>
                  <a:pt x="257843" y="120970"/>
                  <a:pt x="275691" y="120158"/>
                  <a:pt x="289484" y="120158"/>
                </a:cubicBezTo>
                <a:cubicBezTo>
                  <a:pt x="288673" y="122594"/>
                  <a:pt x="287050" y="124218"/>
                  <a:pt x="286239" y="125841"/>
                </a:cubicBezTo>
                <a:cubicBezTo>
                  <a:pt x="284616" y="127465"/>
                  <a:pt x="283805" y="129089"/>
                  <a:pt x="283805" y="129901"/>
                </a:cubicBezTo>
                <a:cubicBezTo>
                  <a:pt x="283805" y="130713"/>
                  <a:pt x="282993" y="131525"/>
                  <a:pt x="282182" y="131525"/>
                </a:cubicBezTo>
                <a:cubicBezTo>
                  <a:pt x="281371" y="131525"/>
                  <a:pt x="280559" y="132337"/>
                  <a:pt x="280559" y="133960"/>
                </a:cubicBezTo>
                <a:cubicBezTo>
                  <a:pt x="280559" y="135584"/>
                  <a:pt x="278937" y="136396"/>
                  <a:pt x="278126" y="137208"/>
                </a:cubicBezTo>
                <a:cubicBezTo>
                  <a:pt x="276503" y="138832"/>
                  <a:pt x="275691" y="139643"/>
                  <a:pt x="275691" y="139643"/>
                </a:cubicBezTo>
                <a:cubicBezTo>
                  <a:pt x="276503" y="140455"/>
                  <a:pt x="274880" y="141267"/>
                  <a:pt x="273258" y="142079"/>
                </a:cubicBezTo>
                <a:cubicBezTo>
                  <a:pt x="271635" y="142891"/>
                  <a:pt x="270824" y="144515"/>
                  <a:pt x="270824" y="146138"/>
                </a:cubicBezTo>
                <a:cubicBezTo>
                  <a:pt x="270824" y="146950"/>
                  <a:pt x="270824" y="148574"/>
                  <a:pt x="269201" y="149386"/>
                </a:cubicBezTo>
                <a:cubicBezTo>
                  <a:pt x="268390" y="150198"/>
                  <a:pt x="266767" y="151822"/>
                  <a:pt x="266767" y="152634"/>
                </a:cubicBezTo>
                <a:cubicBezTo>
                  <a:pt x="266767" y="153445"/>
                  <a:pt x="264333" y="157505"/>
                  <a:pt x="261088" y="160752"/>
                </a:cubicBezTo>
                <a:cubicBezTo>
                  <a:pt x="257031" y="164000"/>
                  <a:pt x="255409" y="167247"/>
                  <a:pt x="255409" y="168059"/>
                </a:cubicBezTo>
                <a:cubicBezTo>
                  <a:pt x="257031" y="169683"/>
                  <a:pt x="252163" y="174554"/>
                  <a:pt x="249729" y="175366"/>
                </a:cubicBezTo>
                <a:cubicBezTo>
                  <a:pt x="248107" y="175366"/>
                  <a:pt x="247295" y="176990"/>
                  <a:pt x="247295" y="178614"/>
                </a:cubicBezTo>
                <a:cubicBezTo>
                  <a:pt x="247295" y="180237"/>
                  <a:pt x="247295" y="181049"/>
                  <a:pt x="245673" y="181049"/>
                </a:cubicBezTo>
                <a:cubicBezTo>
                  <a:pt x="244050" y="181049"/>
                  <a:pt x="244050" y="181049"/>
                  <a:pt x="244050" y="182673"/>
                </a:cubicBezTo>
                <a:cubicBezTo>
                  <a:pt x="244862" y="185109"/>
                  <a:pt x="237560" y="196475"/>
                  <a:pt x="235937" y="195663"/>
                </a:cubicBezTo>
                <a:cubicBezTo>
                  <a:pt x="235937" y="195663"/>
                  <a:pt x="235126" y="196475"/>
                  <a:pt x="234315" y="198099"/>
                </a:cubicBezTo>
                <a:cubicBezTo>
                  <a:pt x="234315" y="199723"/>
                  <a:pt x="231069" y="204594"/>
                  <a:pt x="227824" y="209465"/>
                </a:cubicBezTo>
                <a:cubicBezTo>
                  <a:pt x="224579" y="214336"/>
                  <a:pt x="221333" y="219208"/>
                  <a:pt x="221333" y="219208"/>
                </a:cubicBezTo>
                <a:cubicBezTo>
                  <a:pt x="221333" y="220020"/>
                  <a:pt x="219711" y="221643"/>
                  <a:pt x="217277" y="223267"/>
                </a:cubicBezTo>
                <a:cubicBezTo>
                  <a:pt x="214843" y="225703"/>
                  <a:pt x="213220" y="227326"/>
                  <a:pt x="214032" y="228138"/>
                </a:cubicBezTo>
                <a:cubicBezTo>
                  <a:pt x="214032" y="228950"/>
                  <a:pt x="214032" y="228950"/>
                  <a:pt x="212409" y="229762"/>
                </a:cubicBezTo>
                <a:cubicBezTo>
                  <a:pt x="210786" y="230574"/>
                  <a:pt x="210786" y="231386"/>
                  <a:pt x="210786" y="232198"/>
                </a:cubicBezTo>
                <a:cubicBezTo>
                  <a:pt x="211598" y="233010"/>
                  <a:pt x="209975" y="235445"/>
                  <a:pt x="207541" y="237881"/>
                </a:cubicBezTo>
                <a:cubicBezTo>
                  <a:pt x="205107" y="240317"/>
                  <a:pt x="203484" y="242752"/>
                  <a:pt x="203484" y="244376"/>
                </a:cubicBezTo>
                <a:cubicBezTo>
                  <a:pt x="203484" y="245188"/>
                  <a:pt x="202673" y="246812"/>
                  <a:pt x="201862" y="246812"/>
                </a:cubicBezTo>
                <a:cubicBezTo>
                  <a:pt x="201051" y="246812"/>
                  <a:pt x="200239" y="247623"/>
                  <a:pt x="201051" y="247623"/>
                </a:cubicBezTo>
                <a:cubicBezTo>
                  <a:pt x="201862" y="247623"/>
                  <a:pt x="201051" y="250059"/>
                  <a:pt x="199428" y="252495"/>
                </a:cubicBezTo>
                <a:cubicBezTo>
                  <a:pt x="197805" y="254119"/>
                  <a:pt x="197805" y="256554"/>
                  <a:pt x="197805" y="257366"/>
                </a:cubicBezTo>
                <a:cubicBezTo>
                  <a:pt x="197805" y="258178"/>
                  <a:pt x="197805" y="258178"/>
                  <a:pt x="196994" y="258178"/>
                </a:cubicBezTo>
                <a:cubicBezTo>
                  <a:pt x="196183" y="258178"/>
                  <a:pt x="194560" y="258178"/>
                  <a:pt x="193749" y="258178"/>
                </a:cubicBezTo>
                <a:cubicBezTo>
                  <a:pt x="192126" y="258178"/>
                  <a:pt x="192126" y="258990"/>
                  <a:pt x="193749" y="259802"/>
                </a:cubicBezTo>
                <a:cubicBezTo>
                  <a:pt x="196183" y="260614"/>
                  <a:pt x="196183" y="261425"/>
                  <a:pt x="192126" y="265485"/>
                </a:cubicBezTo>
                <a:cubicBezTo>
                  <a:pt x="189692" y="267920"/>
                  <a:pt x="188069" y="270356"/>
                  <a:pt x="188881" y="271980"/>
                </a:cubicBezTo>
                <a:cubicBezTo>
                  <a:pt x="188881" y="273604"/>
                  <a:pt x="188881" y="273604"/>
                  <a:pt x="188881" y="273604"/>
                </a:cubicBezTo>
                <a:cubicBezTo>
                  <a:pt x="186447" y="272792"/>
                  <a:pt x="175900" y="287406"/>
                  <a:pt x="176711" y="290653"/>
                </a:cubicBezTo>
                <a:cubicBezTo>
                  <a:pt x="176711" y="291465"/>
                  <a:pt x="175900" y="293089"/>
                  <a:pt x="175088" y="294713"/>
                </a:cubicBezTo>
                <a:cubicBezTo>
                  <a:pt x="172655" y="297960"/>
                  <a:pt x="168598" y="306079"/>
                  <a:pt x="169409" y="307703"/>
                </a:cubicBezTo>
                <a:cubicBezTo>
                  <a:pt x="170220" y="308514"/>
                  <a:pt x="169409" y="310138"/>
                  <a:pt x="168598" y="310138"/>
                </a:cubicBezTo>
                <a:cubicBezTo>
                  <a:pt x="166164" y="310138"/>
                  <a:pt x="163730" y="321505"/>
                  <a:pt x="162919" y="331247"/>
                </a:cubicBezTo>
                <a:cubicBezTo>
                  <a:pt x="162107" y="347485"/>
                  <a:pt x="163730" y="353168"/>
                  <a:pt x="169409" y="358851"/>
                </a:cubicBezTo>
                <a:cubicBezTo>
                  <a:pt x="173466" y="362910"/>
                  <a:pt x="174277" y="363722"/>
                  <a:pt x="178334" y="362910"/>
                </a:cubicBezTo>
                <a:cubicBezTo>
                  <a:pt x="180768" y="362099"/>
                  <a:pt x="183202" y="362099"/>
                  <a:pt x="184824" y="362099"/>
                </a:cubicBezTo>
                <a:cubicBezTo>
                  <a:pt x="186447" y="362099"/>
                  <a:pt x="186447" y="360475"/>
                  <a:pt x="187258" y="358851"/>
                </a:cubicBezTo>
                <a:cubicBezTo>
                  <a:pt x="188069" y="357227"/>
                  <a:pt x="188881" y="355604"/>
                  <a:pt x="189692" y="355604"/>
                </a:cubicBezTo>
                <a:cubicBezTo>
                  <a:pt x="191315" y="355604"/>
                  <a:pt x="203484" y="345861"/>
                  <a:pt x="210786" y="337742"/>
                </a:cubicBezTo>
                <a:cubicBezTo>
                  <a:pt x="219711" y="328000"/>
                  <a:pt x="225390" y="322316"/>
                  <a:pt x="227012" y="322316"/>
                </a:cubicBezTo>
                <a:cubicBezTo>
                  <a:pt x="228635" y="322316"/>
                  <a:pt x="234315" y="317445"/>
                  <a:pt x="234315" y="315010"/>
                </a:cubicBezTo>
                <a:cubicBezTo>
                  <a:pt x="234315" y="314198"/>
                  <a:pt x="235126" y="312574"/>
                  <a:pt x="235126" y="311762"/>
                </a:cubicBezTo>
                <a:cubicBezTo>
                  <a:pt x="235126" y="310138"/>
                  <a:pt x="235937" y="310138"/>
                  <a:pt x="235937" y="311762"/>
                </a:cubicBezTo>
                <a:cubicBezTo>
                  <a:pt x="236748" y="313386"/>
                  <a:pt x="236748" y="312574"/>
                  <a:pt x="237560" y="310138"/>
                </a:cubicBezTo>
                <a:cubicBezTo>
                  <a:pt x="238371" y="308514"/>
                  <a:pt x="239182" y="307703"/>
                  <a:pt x="239994" y="308514"/>
                </a:cubicBezTo>
                <a:cubicBezTo>
                  <a:pt x="240805" y="308514"/>
                  <a:pt x="241616" y="308514"/>
                  <a:pt x="241616" y="306891"/>
                </a:cubicBezTo>
                <a:cubicBezTo>
                  <a:pt x="241616" y="305267"/>
                  <a:pt x="242428" y="304455"/>
                  <a:pt x="243239" y="305267"/>
                </a:cubicBezTo>
                <a:cubicBezTo>
                  <a:pt x="244050" y="306891"/>
                  <a:pt x="244862" y="306079"/>
                  <a:pt x="244050" y="304455"/>
                </a:cubicBezTo>
                <a:cubicBezTo>
                  <a:pt x="242428" y="302019"/>
                  <a:pt x="248918" y="297148"/>
                  <a:pt x="250541" y="299584"/>
                </a:cubicBezTo>
                <a:cubicBezTo>
                  <a:pt x="251352" y="300396"/>
                  <a:pt x="252163" y="300396"/>
                  <a:pt x="252163" y="298772"/>
                </a:cubicBezTo>
                <a:cubicBezTo>
                  <a:pt x="252975" y="297148"/>
                  <a:pt x="254597" y="295524"/>
                  <a:pt x="256220" y="294713"/>
                </a:cubicBezTo>
                <a:cubicBezTo>
                  <a:pt x="257843" y="293901"/>
                  <a:pt x="260276" y="292277"/>
                  <a:pt x="261088" y="290653"/>
                </a:cubicBezTo>
                <a:cubicBezTo>
                  <a:pt x="261899" y="288217"/>
                  <a:pt x="263522" y="286594"/>
                  <a:pt x="265956" y="285782"/>
                </a:cubicBezTo>
                <a:cubicBezTo>
                  <a:pt x="267578" y="284970"/>
                  <a:pt x="269201" y="283346"/>
                  <a:pt x="269201" y="282534"/>
                </a:cubicBezTo>
                <a:cubicBezTo>
                  <a:pt x="269201" y="281722"/>
                  <a:pt x="270012" y="281722"/>
                  <a:pt x="270824" y="283346"/>
                </a:cubicBezTo>
                <a:cubicBezTo>
                  <a:pt x="270824" y="285782"/>
                  <a:pt x="271635" y="284970"/>
                  <a:pt x="271635" y="283346"/>
                </a:cubicBezTo>
                <a:cubicBezTo>
                  <a:pt x="271635" y="280099"/>
                  <a:pt x="278126" y="276039"/>
                  <a:pt x="278937" y="278475"/>
                </a:cubicBezTo>
                <a:cubicBezTo>
                  <a:pt x="278937" y="279287"/>
                  <a:pt x="280559" y="278475"/>
                  <a:pt x="281371" y="276851"/>
                </a:cubicBezTo>
                <a:lnTo>
                  <a:pt x="282993" y="273604"/>
                </a:lnTo>
                <a:lnTo>
                  <a:pt x="282993" y="276851"/>
                </a:lnTo>
                <a:cubicBezTo>
                  <a:pt x="282993" y="278475"/>
                  <a:pt x="282182" y="283346"/>
                  <a:pt x="281371" y="286594"/>
                </a:cubicBezTo>
                <a:cubicBezTo>
                  <a:pt x="277314" y="303643"/>
                  <a:pt x="277314" y="321505"/>
                  <a:pt x="283805" y="325564"/>
                </a:cubicBezTo>
                <a:cubicBezTo>
                  <a:pt x="284616" y="326376"/>
                  <a:pt x="286239" y="328000"/>
                  <a:pt x="286239" y="328811"/>
                </a:cubicBezTo>
                <a:cubicBezTo>
                  <a:pt x="286239" y="331247"/>
                  <a:pt x="310578" y="356415"/>
                  <a:pt x="318691" y="355604"/>
                </a:cubicBezTo>
                <a:cubicBezTo>
                  <a:pt x="321125" y="355604"/>
                  <a:pt x="325993" y="356415"/>
                  <a:pt x="330861" y="358039"/>
                </a:cubicBezTo>
                <a:cubicBezTo>
                  <a:pt x="337351" y="358851"/>
                  <a:pt x="340597" y="360475"/>
                  <a:pt x="343031" y="360475"/>
                </a:cubicBezTo>
                <a:cubicBezTo>
                  <a:pt x="344653" y="360475"/>
                  <a:pt x="345465" y="359663"/>
                  <a:pt x="346276" y="358851"/>
                </a:cubicBezTo>
                <a:cubicBezTo>
                  <a:pt x="347087" y="358039"/>
                  <a:pt x="350333" y="355604"/>
                  <a:pt x="352766" y="354792"/>
                </a:cubicBezTo>
                <a:cubicBezTo>
                  <a:pt x="356012" y="353980"/>
                  <a:pt x="359257" y="351544"/>
                  <a:pt x="361691" y="349108"/>
                </a:cubicBezTo>
                <a:cubicBezTo>
                  <a:pt x="364125" y="346673"/>
                  <a:pt x="368993" y="343425"/>
                  <a:pt x="373049" y="340990"/>
                </a:cubicBezTo>
                <a:cubicBezTo>
                  <a:pt x="377106" y="338554"/>
                  <a:pt x="382785" y="334495"/>
                  <a:pt x="386842" y="330435"/>
                </a:cubicBezTo>
                <a:cubicBezTo>
                  <a:pt x="386842" y="332871"/>
                  <a:pt x="386842" y="334495"/>
                  <a:pt x="386842" y="336930"/>
                </a:cubicBezTo>
                <a:cubicBezTo>
                  <a:pt x="387653" y="343425"/>
                  <a:pt x="389276" y="348297"/>
                  <a:pt x="395766" y="359663"/>
                </a:cubicBezTo>
                <a:cubicBezTo>
                  <a:pt x="404691" y="375901"/>
                  <a:pt x="409558" y="379148"/>
                  <a:pt x="423351" y="383207"/>
                </a:cubicBezTo>
                <a:cubicBezTo>
                  <a:pt x="431464" y="385643"/>
                  <a:pt x="450124" y="387267"/>
                  <a:pt x="463917" y="387267"/>
                </a:cubicBezTo>
                <a:cubicBezTo>
                  <a:pt x="472030" y="387267"/>
                  <a:pt x="478520" y="386455"/>
                  <a:pt x="480954" y="385643"/>
                </a:cubicBezTo>
                <a:cubicBezTo>
                  <a:pt x="484200" y="384019"/>
                  <a:pt x="484200" y="384019"/>
                  <a:pt x="480954" y="384019"/>
                </a:cubicBezTo>
                <a:cubicBezTo>
                  <a:pt x="479332" y="384019"/>
                  <a:pt x="478520" y="384019"/>
                  <a:pt x="478520" y="383207"/>
                </a:cubicBezTo>
                <a:cubicBezTo>
                  <a:pt x="480143" y="382396"/>
                  <a:pt x="485011" y="381584"/>
                  <a:pt x="493935" y="380772"/>
                </a:cubicBezTo>
                <a:cubicBezTo>
                  <a:pt x="507728" y="379148"/>
                  <a:pt x="532067" y="371029"/>
                  <a:pt x="544237" y="363722"/>
                </a:cubicBezTo>
                <a:cubicBezTo>
                  <a:pt x="545859" y="362910"/>
                  <a:pt x="546671" y="362910"/>
                  <a:pt x="545048" y="364534"/>
                </a:cubicBezTo>
                <a:cubicBezTo>
                  <a:pt x="543425" y="366158"/>
                  <a:pt x="543425" y="366158"/>
                  <a:pt x="545859" y="364534"/>
                </a:cubicBezTo>
                <a:cubicBezTo>
                  <a:pt x="547482" y="363722"/>
                  <a:pt x="551539" y="361287"/>
                  <a:pt x="554784" y="359663"/>
                </a:cubicBezTo>
                <a:cubicBezTo>
                  <a:pt x="558841" y="358039"/>
                  <a:pt x="567765" y="353168"/>
                  <a:pt x="575878" y="348297"/>
                </a:cubicBezTo>
                <a:cubicBezTo>
                  <a:pt x="588859" y="340990"/>
                  <a:pt x="592916" y="336930"/>
                  <a:pt x="592916" y="332871"/>
                </a:cubicBezTo>
                <a:cubicBezTo>
                  <a:pt x="592916" y="332059"/>
                  <a:pt x="594538" y="331247"/>
                  <a:pt x="596161" y="330435"/>
                </a:cubicBezTo>
                <a:cubicBezTo>
                  <a:pt x="600218" y="329623"/>
                  <a:pt x="602651" y="325564"/>
                  <a:pt x="599406" y="325564"/>
                </a:cubicBezTo>
                <a:cubicBezTo>
                  <a:pt x="597784" y="325564"/>
                  <a:pt x="596973" y="326376"/>
                  <a:pt x="595350" y="327188"/>
                </a:cubicBezTo>
                <a:cubicBezTo>
                  <a:pt x="594538" y="328000"/>
                  <a:pt x="592916" y="329623"/>
                  <a:pt x="591293" y="329623"/>
                </a:cubicBezTo>
                <a:cubicBezTo>
                  <a:pt x="590482" y="330435"/>
                  <a:pt x="586425" y="331247"/>
                  <a:pt x="583991" y="332871"/>
                </a:cubicBezTo>
                <a:cubicBezTo>
                  <a:pt x="581557" y="334495"/>
                  <a:pt x="579124" y="335307"/>
                  <a:pt x="579124" y="334495"/>
                </a:cubicBezTo>
                <a:cubicBezTo>
                  <a:pt x="579124" y="333683"/>
                  <a:pt x="593727" y="323940"/>
                  <a:pt x="595350" y="323128"/>
                </a:cubicBezTo>
                <a:cubicBezTo>
                  <a:pt x="597784" y="322316"/>
                  <a:pt x="601029" y="319069"/>
                  <a:pt x="602651" y="317445"/>
                </a:cubicBezTo>
                <a:cubicBezTo>
                  <a:pt x="604274" y="315821"/>
                  <a:pt x="606708" y="314198"/>
                  <a:pt x="608331" y="313386"/>
                </a:cubicBezTo>
                <a:cubicBezTo>
                  <a:pt x="610765" y="312574"/>
                  <a:pt x="616444" y="309326"/>
                  <a:pt x="621312" y="305267"/>
                </a:cubicBezTo>
                <a:cubicBezTo>
                  <a:pt x="626180" y="301208"/>
                  <a:pt x="631859" y="297148"/>
                  <a:pt x="633482" y="295524"/>
                </a:cubicBezTo>
                <a:cubicBezTo>
                  <a:pt x="638349" y="292277"/>
                  <a:pt x="655387" y="276039"/>
                  <a:pt x="655387" y="275227"/>
                </a:cubicBezTo>
                <a:cubicBezTo>
                  <a:pt x="655387" y="274416"/>
                  <a:pt x="657010" y="272792"/>
                  <a:pt x="659443" y="271980"/>
                </a:cubicBezTo>
                <a:cubicBezTo>
                  <a:pt x="661066" y="271168"/>
                  <a:pt x="662689" y="269544"/>
                  <a:pt x="662689" y="268732"/>
                </a:cubicBezTo>
                <a:cubicBezTo>
                  <a:pt x="662689" y="267920"/>
                  <a:pt x="666745" y="263861"/>
                  <a:pt x="672425" y="260614"/>
                </a:cubicBezTo>
                <a:cubicBezTo>
                  <a:pt x="674859" y="258178"/>
                  <a:pt x="686217" y="249247"/>
                  <a:pt x="687028" y="246000"/>
                </a:cubicBezTo>
                <a:cubicBezTo>
                  <a:pt x="693519" y="249247"/>
                  <a:pt x="652953" y="276039"/>
                  <a:pt x="632670" y="290653"/>
                </a:cubicBezTo>
                <a:close/>
                <a:moveTo>
                  <a:pt x="37976" y="322316"/>
                </a:moveTo>
                <a:cubicBezTo>
                  <a:pt x="37976" y="320693"/>
                  <a:pt x="38788" y="319069"/>
                  <a:pt x="38788" y="319069"/>
                </a:cubicBezTo>
                <a:cubicBezTo>
                  <a:pt x="40410" y="319069"/>
                  <a:pt x="39599" y="319881"/>
                  <a:pt x="38788" y="323128"/>
                </a:cubicBezTo>
                <a:cubicBezTo>
                  <a:pt x="37976" y="324752"/>
                  <a:pt x="37165" y="324752"/>
                  <a:pt x="37976" y="322316"/>
                </a:cubicBezTo>
                <a:close/>
                <a:moveTo>
                  <a:pt x="37165" y="346673"/>
                </a:moveTo>
                <a:cubicBezTo>
                  <a:pt x="37976" y="345049"/>
                  <a:pt x="38788" y="345049"/>
                  <a:pt x="38788" y="345049"/>
                </a:cubicBezTo>
                <a:cubicBezTo>
                  <a:pt x="39599" y="345861"/>
                  <a:pt x="37976" y="350732"/>
                  <a:pt x="37165" y="350732"/>
                </a:cubicBezTo>
                <a:cubicBezTo>
                  <a:pt x="35542" y="349920"/>
                  <a:pt x="35542" y="349108"/>
                  <a:pt x="37165" y="346673"/>
                </a:cubicBezTo>
                <a:close/>
                <a:moveTo>
                  <a:pt x="29863" y="333683"/>
                </a:moveTo>
                <a:cubicBezTo>
                  <a:pt x="30674" y="333683"/>
                  <a:pt x="30674" y="332871"/>
                  <a:pt x="30674" y="332059"/>
                </a:cubicBezTo>
                <a:cubicBezTo>
                  <a:pt x="30674" y="331247"/>
                  <a:pt x="30674" y="331247"/>
                  <a:pt x="31486" y="331247"/>
                </a:cubicBezTo>
                <a:cubicBezTo>
                  <a:pt x="32297" y="332059"/>
                  <a:pt x="33108" y="332059"/>
                  <a:pt x="33108" y="332871"/>
                </a:cubicBezTo>
                <a:cubicBezTo>
                  <a:pt x="33108" y="333683"/>
                  <a:pt x="29863" y="335307"/>
                  <a:pt x="29052" y="334495"/>
                </a:cubicBezTo>
                <a:cubicBezTo>
                  <a:pt x="29052" y="334495"/>
                  <a:pt x="29052" y="333683"/>
                  <a:pt x="29863" y="333683"/>
                </a:cubicBezTo>
                <a:close/>
                <a:moveTo>
                  <a:pt x="20127" y="361287"/>
                </a:moveTo>
                <a:cubicBezTo>
                  <a:pt x="18505" y="362099"/>
                  <a:pt x="19316" y="358851"/>
                  <a:pt x="20127" y="356415"/>
                </a:cubicBezTo>
                <a:cubicBezTo>
                  <a:pt x="20938" y="354792"/>
                  <a:pt x="20938" y="355604"/>
                  <a:pt x="20938" y="357227"/>
                </a:cubicBezTo>
                <a:cubicBezTo>
                  <a:pt x="21750" y="358851"/>
                  <a:pt x="20938" y="360475"/>
                  <a:pt x="20127" y="361287"/>
                </a:cubicBezTo>
                <a:close/>
                <a:moveTo>
                  <a:pt x="33108" y="402693"/>
                </a:moveTo>
                <a:cubicBezTo>
                  <a:pt x="32297" y="405128"/>
                  <a:pt x="32297" y="410000"/>
                  <a:pt x="31486" y="414059"/>
                </a:cubicBezTo>
                <a:cubicBezTo>
                  <a:pt x="30674" y="418118"/>
                  <a:pt x="29863" y="420554"/>
                  <a:pt x="29052" y="420554"/>
                </a:cubicBezTo>
                <a:cubicBezTo>
                  <a:pt x="28240" y="420554"/>
                  <a:pt x="27429" y="419742"/>
                  <a:pt x="29052" y="417307"/>
                </a:cubicBezTo>
                <a:cubicBezTo>
                  <a:pt x="29863" y="415683"/>
                  <a:pt x="29863" y="411623"/>
                  <a:pt x="29863" y="408376"/>
                </a:cubicBezTo>
                <a:cubicBezTo>
                  <a:pt x="29863" y="401881"/>
                  <a:pt x="32297" y="391326"/>
                  <a:pt x="33920" y="391326"/>
                </a:cubicBezTo>
                <a:cubicBezTo>
                  <a:pt x="34731" y="391326"/>
                  <a:pt x="33920" y="396198"/>
                  <a:pt x="33108" y="402693"/>
                </a:cubicBezTo>
                <a:close/>
                <a:moveTo>
                  <a:pt x="37976" y="380772"/>
                </a:moveTo>
                <a:cubicBezTo>
                  <a:pt x="34731" y="386455"/>
                  <a:pt x="33920" y="385643"/>
                  <a:pt x="36353" y="379148"/>
                </a:cubicBezTo>
                <a:cubicBezTo>
                  <a:pt x="37165" y="375901"/>
                  <a:pt x="38788" y="374277"/>
                  <a:pt x="39599" y="375089"/>
                </a:cubicBezTo>
                <a:cubicBezTo>
                  <a:pt x="40410" y="375901"/>
                  <a:pt x="40410" y="376712"/>
                  <a:pt x="37976" y="380772"/>
                </a:cubicBezTo>
                <a:close/>
                <a:moveTo>
                  <a:pt x="42844" y="379148"/>
                </a:moveTo>
                <a:cubicBezTo>
                  <a:pt x="43655" y="379148"/>
                  <a:pt x="43655" y="379960"/>
                  <a:pt x="43655" y="380772"/>
                </a:cubicBezTo>
                <a:cubicBezTo>
                  <a:pt x="43655" y="381584"/>
                  <a:pt x="42844" y="382396"/>
                  <a:pt x="41221" y="382396"/>
                </a:cubicBezTo>
                <a:cubicBezTo>
                  <a:pt x="39599" y="382396"/>
                  <a:pt x="39599" y="381584"/>
                  <a:pt x="39599" y="380772"/>
                </a:cubicBezTo>
                <a:cubicBezTo>
                  <a:pt x="41221" y="379960"/>
                  <a:pt x="42033" y="379148"/>
                  <a:pt x="42844" y="379148"/>
                </a:cubicBezTo>
                <a:close/>
                <a:moveTo>
                  <a:pt x="44467" y="335307"/>
                </a:moveTo>
                <a:cubicBezTo>
                  <a:pt x="42033" y="340178"/>
                  <a:pt x="40410" y="341802"/>
                  <a:pt x="40410" y="338554"/>
                </a:cubicBezTo>
                <a:cubicBezTo>
                  <a:pt x="40410" y="337742"/>
                  <a:pt x="41221" y="336118"/>
                  <a:pt x="41221" y="336118"/>
                </a:cubicBezTo>
                <a:cubicBezTo>
                  <a:pt x="42033" y="336118"/>
                  <a:pt x="42033" y="335307"/>
                  <a:pt x="42844" y="334495"/>
                </a:cubicBezTo>
                <a:cubicBezTo>
                  <a:pt x="42844" y="332871"/>
                  <a:pt x="45278" y="328000"/>
                  <a:pt x="46901" y="328000"/>
                </a:cubicBezTo>
                <a:cubicBezTo>
                  <a:pt x="46901" y="328811"/>
                  <a:pt x="46089" y="331247"/>
                  <a:pt x="44467" y="335307"/>
                </a:cubicBezTo>
                <a:close/>
                <a:moveTo>
                  <a:pt x="132089" y="163188"/>
                </a:moveTo>
                <a:cubicBezTo>
                  <a:pt x="133711" y="161564"/>
                  <a:pt x="133711" y="162376"/>
                  <a:pt x="132089" y="165624"/>
                </a:cubicBezTo>
                <a:cubicBezTo>
                  <a:pt x="131277" y="166435"/>
                  <a:pt x="131277" y="167247"/>
                  <a:pt x="131277" y="165624"/>
                </a:cubicBezTo>
                <a:cubicBezTo>
                  <a:pt x="130466" y="164812"/>
                  <a:pt x="131277" y="163188"/>
                  <a:pt x="132089" y="163188"/>
                </a:cubicBezTo>
                <a:close/>
                <a:moveTo>
                  <a:pt x="117485" y="182673"/>
                </a:moveTo>
                <a:cubicBezTo>
                  <a:pt x="118296" y="181049"/>
                  <a:pt x="119919" y="181049"/>
                  <a:pt x="119919" y="181049"/>
                </a:cubicBezTo>
                <a:cubicBezTo>
                  <a:pt x="120730" y="181861"/>
                  <a:pt x="116674" y="185921"/>
                  <a:pt x="115862" y="185109"/>
                </a:cubicBezTo>
                <a:cubicBezTo>
                  <a:pt x="115862" y="185109"/>
                  <a:pt x="116674" y="184297"/>
                  <a:pt x="117485" y="182673"/>
                </a:cubicBezTo>
                <a:close/>
                <a:moveTo>
                  <a:pt x="100448" y="207841"/>
                </a:moveTo>
                <a:cubicBezTo>
                  <a:pt x="101259" y="206218"/>
                  <a:pt x="102881" y="204594"/>
                  <a:pt x="104504" y="204594"/>
                </a:cubicBezTo>
                <a:cubicBezTo>
                  <a:pt x="106938" y="204594"/>
                  <a:pt x="106938" y="205406"/>
                  <a:pt x="104504" y="203782"/>
                </a:cubicBezTo>
                <a:cubicBezTo>
                  <a:pt x="103693" y="202970"/>
                  <a:pt x="103693" y="202158"/>
                  <a:pt x="103693" y="202158"/>
                </a:cubicBezTo>
                <a:cubicBezTo>
                  <a:pt x="104504" y="202158"/>
                  <a:pt x="106127" y="202970"/>
                  <a:pt x="106938" y="203782"/>
                </a:cubicBezTo>
                <a:cubicBezTo>
                  <a:pt x="109372" y="206218"/>
                  <a:pt x="108561" y="206218"/>
                  <a:pt x="106127" y="208653"/>
                </a:cubicBezTo>
                <a:cubicBezTo>
                  <a:pt x="104504" y="210277"/>
                  <a:pt x="103693" y="210277"/>
                  <a:pt x="103693" y="208653"/>
                </a:cubicBezTo>
                <a:cubicBezTo>
                  <a:pt x="102881" y="207841"/>
                  <a:pt x="102070" y="207841"/>
                  <a:pt x="100448" y="208653"/>
                </a:cubicBezTo>
                <a:cubicBezTo>
                  <a:pt x="98825" y="211089"/>
                  <a:pt x="98825" y="211089"/>
                  <a:pt x="100448" y="207841"/>
                </a:cubicBezTo>
                <a:close/>
                <a:moveTo>
                  <a:pt x="63938" y="268732"/>
                </a:moveTo>
                <a:cubicBezTo>
                  <a:pt x="64749" y="268732"/>
                  <a:pt x="67184" y="268732"/>
                  <a:pt x="67995" y="267920"/>
                </a:cubicBezTo>
                <a:cubicBezTo>
                  <a:pt x="69617" y="266297"/>
                  <a:pt x="70429" y="267109"/>
                  <a:pt x="71240" y="267920"/>
                </a:cubicBezTo>
                <a:cubicBezTo>
                  <a:pt x="72051" y="268732"/>
                  <a:pt x="71240" y="269544"/>
                  <a:pt x="70429" y="268732"/>
                </a:cubicBezTo>
                <a:cubicBezTo>
                  <a:pt x="69617" y="267920"/>
                  <a:pt x="67995" y="268732"/>
                  <a:pt x="67184" y="270356"/>
                </a:cubicBezTo>
                <a:cubicBezTo>
                  <a:pt x="65561" y="272792"/>
                  <a:pt x="65561" y="272792"/>
                  <a:pt x="63938" y="271168"/>
                </a:cubicBezTo>
                <a:cubicBezTo>
                  <a:pt x="61504" y="270356"/>
                  <a:pt x="61504" y="267920"/>
                  <a:pt x="63938" y="268732"/>
                </a:cubicBezTo>
                <a:close/>
                <a:moveTo>
                  <a:pt x="72051" y="293901"/>
                </a:moveTo>
                <a:cubicBezTo>
                  <a:pt x="72863" y="293901"/>
                  <a:pt x="73674" y="294713"/>
                  <a:pt x="73674" y="294713"/>
                </a:cubicBezTo>
                <a:cubicBezTo>
                  <a:pt x="73674" y="295524"/>
                  <a:pt x="72863" y="296336"/>
                  <a:pt x="72051" y="296336"/>
                </a:cubicBezTo>
                <a:cubicBezTo>
                  <a:pt x="71240" y="296336"/>
                  <a:pt x="70429" y="295524"/>
                  <a:pt x="70429" y="294713"/>
                </a:cubicBezTo>
                <a:cubicBezTo>
                  <a:pt x="70429" y="294713"/>
                  <a:pt x="70429" y="293901"/>
                  <a:pt x="72051" y="293901"/>
                </a:cubicBezTo>
                <a:close/>
                <a:moveTo>
                  <a:pt x="67995" y="289841"/>
                </a:moveTo>
                <a:cubicBezTo>
                  <a:pt x="66372" y="289841"/>
                  <a:pt x="67184" y="287406"/>
                  <a:pt x="69617" y="286594"/>
                </a:cubicBezTo>
                <a:cubicBezTo>
                  <a:pt x="71240" y="286594"/>
                  <a:pt x="72051" y="285782"/>
                  <a:pt x="72051" y="286594"/>
                </a:cubicBezTo>
                <a:cubicBezTo>
                  <a:pt x="72863" y="286594"/>
                  <a:pt x="69617" y="289841"/>
                  <a:pt x="67995" y="289841"/>
                </a:cubicBezTo>
                <a:close/>
                <a:moveTo>
                  <a:pt x="72051" y="283346"/>
                </a:moveTo>
                <a:cubicBezTo>
                  <a:pt x="71240" y="283346"/>
                  <a:pt x="69617" y="283346"/>
                  <a:pt x="69617" y="283346"/>
                </a:cubicBezTo>
                <a:cubicBezTo>
                  <a:pt x="69617" y="283346"/>
                  <a:pt x="70429" y="282534"/>
                  <a:pt x="72051" y="281722"/>
                </a:cubicBezTo>
                <a:cubicBezTo>
                  <a:pt x="72863" y="281722"/>
                  <a:pt x="74485" y="281722"/>
                  <a:pt x="74485" y="282534"/>
                </a:cubicBezTo>
                <a:cubicBezTo>
                  <a:pt x="74485" y="282534"/>
                  <a:pt x="73674" y="283346"/>
                  <a:pt x="72051" y="283346"/>
                </a:cubicBezTo>
                <a:close/>
                <a:moveTo>
                  <a:pt x="66372" y="295524"/>
                </a:moveTo>
                <a:cubicBezTo>
                  <a:pt x="66372" y="296336"/>
                  <a:pt x="65561" y="297960"/>
                  <a:pt x="64749" y="297960"/>
                </a:cubicBezTo>
                <a:cubicBezTo>
                  <a:pt x="63938" y="297960"/>
                  <a:pt x="63127" y="297960"/>
                  <a:pt x="63127" y="297148"/>
                </a:cubicBezTo>
                <a:cubicBezTo>
                  <a:pt x="63127" y="296336"/>
                  <a:pt x="63938" y="295524"/>
                  <a:pt x="64749" y="294713"/>
                </a:cubicBezTo>
                <a:cubicBezTo>
                  <a:pt x="65561" y="293901"/>
                  <a:pt x="66372" y="294713"/>
                  <a:pt x="66372" y="295524"/>
                </a:cubicBezTo>
                <a:close/>
                <a:moveTo>
                  <a:pt x="62316" y="271980"/>
                </a:moveTo>
                <a:cubicBezTo>
                  <a:pt x="63127" y="271980"/>
                  <a:pt x="63938" y="271980"/>
                  <a:pt x="63938" y="272792"/>
                </a:cubicBezTo>
                <a:cubicBezTo>
                  <a:pt x="63938" y="273604"/>
                  <a:pt x="63127" y="273604"/>
                  <a:pt x="62316" y="274416"/>
                </a:cubicBezTo>
                <a:cubicBezTo>
                  <a:pt x="61504" y="275227"/>
                  <a:pt x="61504" y="274416"/>
                  <a:pt x="61504" y="273604"/>
                </a:cubicBezTo>
                <a:cubicBezTo>
                  <a:pt x="60693" y="272792"/>
                  <a:pt x="61504" y="271980"/>
                  <a:pt x="62316" y="271980"/>
                </a:cubicBezTo>
                <a:close/>
                <a:moveTo>
                  <a:pt x="57448" y="280099"/>
                </a:moveTo>
                <a:cubicBezTo>
                  <a:pt x="59070" y="276039"/>
                  <a:pt x="61504" y="274416"/>
                  <a:pt x="61504" y="277663"/>
                </a:cubicBezTo>
                <a:cubicBezTo>
                  <a:pt x="61504" y="278475"/>
                  <a:pt x="62316" y="278475"/>
                  <a:pt x="63127" y="276851"/>
                </a:cubicBezTo>
                <a:cubicBezTo>
                  <a:pt x="63938" y="275227"/>
                  <a:pt x="65561" y="274416"/>
                  <a:pt x="65561" y="276039"/>
                </a:cubicBezTo>
                <a:cubicBezTo>
                  <a:pt x="65561" y="277663"/>
                  <a:pt x="59882" y="284158"/>
                  <a:pt x="58259" y="284158"/>
                </a:cubicBezTo>
                <a:cubicBezTo>
                  <a:pt x="55825" y="284158"/>
                  <a:pt x="55825" y="283346"/>
                  <a:pt x="57448" y="280099"/>
                </a:cubicBezTo>
                <a:close/>
                <a:moveTo>
                  <a:pt x="62316" y="304455"/>
                </a:moveTo>
                <a:cubicBezTo>
                  <a:pt x="62316" y="305267"/>
                  <a:pt x="61504" y="306079"/>
                  <a:pt x="59882" y="306079"/>
                </a:cubicBezTo>
                <a:cubicBezTo>
                  <a:pt x="58259" y="306079"/>
                  <a:pt x="58259" y="305267"/>
                  <a:pt x="59882" y="304455"/>
                </a:cubicBezTo>
                <a:cubicBezTo>
                  <a:pt x="60693" y="302831"/>
                  <a:pt x="61504" y="302831"/>
                  <a:pt x="61504" y="302831"/>
                </a:cubicBezTo>
                <a:cubicBezTo>
                  <a:pt x="61504" y="302831"/>
                  <a:pt x="62316" y="302831"/>
                  <a:pt x="62316" y="304455"/>
                </a:cubicBezTo>
                <a:close/>
                <a:moveTo>
                  <a:pt x="54202" y="289029"/>
                </a:moveTo>
                <a:lnTo>
                  <a:pt x="56636" y="289029"/>
                </a:lnTo>
                <a:cubicBezTo>
                  <a:pt x="56636" y="289029"/>
                  <a:pt x="55014" y="290653"/>
                  <a:pt x="54202" y="293089"/>
                </a:cubicBezTo>
                <a:cubicBezTo>
                  <a:pt x="52580" y="295524"/>
                  <a:pt x="52580" y="296336"/>
                  <a:pt x="51769" y="293901"/>
                </a:cubicBezTo>
                <a:cubicBezTo>
                  <a:pt x="50146" y="290653"/>
                  <a:pt x="50957" y="289029"/>
                  <a:pt x="54202" y="289029"/>
                </a:cubicBezTo>
                <a:close/>
                <a:moveTo>
                  <a:pt x="55014" y="312574"/>
                </a:moveTo>
                <a:cubicBezTo>
                  <a:pt x="54202" y="312574"/>
                  <a:pt x="53391" y="313386"/>
                  <a:pt x="52580" y="312574"/>
                </a:cubicBezTo>
                <a:cubicBezTo>
                  <a:pt x="52580" y="312574"/>
                  <a:pt x="52580" y="311762"/>
                  <a:pt x="54202" y="311762"/>
                </a:cubicBezTo>
                <a:cubicBezTo>
                  <a:pt x="56636" y="310950"/>
                  <a:pt x="57448" y="311762"/>
                  <a:pt x="55014" y="312574"/>
                </a:cubicBezTo>
                <a:close/>
                <a:moveTo>
                  <a:pt x="50146" y="297960"/>
                </a:moveTo>
                <a:cubicBezTo>
                  <a:pt x="51769" y="297960"/>
                  <a:pt x="51769" y="297148"/>
                  <a:pt x="51769" y="297960"/>
                </a:cubicBezTo>
                <a:cubicBezTo>
                  <a:pt x="51769" y="298772"/>
                  <a:pt x="50957" y="298772"/>
                  <a:pt x="50146" y="300396"/>
                </a:cubicBezTo>
                <a:cubicBezTo>
                  <a:pt x="49335" y="301208"/>
                  <a:pt x="47712" y="301208"/>
                  <a:pt x="47712" y="300396"/>
                </a:cubicBezTo>
                <a:cubicBezTo>
                  <a:pt x="48523" y="298772"/>
                  <a:pt x="49335" y="297960"/>
                  <a:pt x="50146" y="297960"/>
                </a:cubicBezTo>
                <a:close/>
                <a:moveTo>
                  <a:pt x="56636" y="340990"/>
                </a:moveTo>
                <a:cubicBezTo>
                  <a:pt x="55825" y="340990"/>
                  <a:pt x="55014" y="341802"/>
                  <a:pt x="55014" y="342613"/>
                </a:cubicBezTo>
                <a:cubicBezTo>
                  <a:pt x="55014" y="345049"/>
                  <a:pt x="50957" y="353168"/>
                  <a:pt x="49335" y="353168"/>
                </a:cubicBezTo>
                <a:cubicBezTo>
                  <a:pt x="48523" y="353168"/>
                  <a:pt x="48523" y="352356"/>
                  <a:pt x="48523" y="351544"/>
                </a:cubicBezTo>
                <a:cubicBezTo>
                  <a:pt x="49335" y="350732"/>
                  <a:pt x="50146" y="349108"/>
                  <a:pt x="50146" y="347485"/>
                </a:cubicBezTo>
                <a:cubicBezTo>
                  <a:pt x="50146" y="346673"/>
                  <a:pt x="51769" y="345049"/>
                  <a:pt x="51769" y="345049"/>
                </a:cubicBezTo>
                <a:cubicBezTo>
                  <a:pt x="52580" y="345049"/>
                  <a:pt x="52580" y="343425"/>
                  <a:pt x="51769" y="342613"/>
                </a:cubicBezTo>
                <a:cubicBezTo>
                  <a:pt x="51769" y="340178"/>
                  <a:pt x="51769" y="340178"/>
                  <a:pt x="54202" y="340178"/>
                </a:cubicBezTo>
                <a:cubicBezTo>
                  <a:pt x="55825" y="340178"/>
                  <a:pt x="56636" y="340178"/>
                  <a:pt x="56636" y="340990"/>
                </a:cubicBezTo>
                <a:cubicBezTo>
                  <a:pt x="57448" y="340178"/>
                  <a:pt x="57448" y="340990"/>
                  <a:pt x="56636" y="340990"/>
                </a:cubicBezTo>
                <a:close/>
                <a:moveTo>
                  <a:pt x="59070" y="332059"/>
                </a:moveTo>
                <a:cubicBezTo>
                  <a:pt x="57448" y="332059"/>
                  <a:pt x="57448" y="332059"/>
                  <a:pt x="57448" y="330435"/>
                </a:cubicBezTo>
                <a:cubicBezTo>
                  <a:pt x="58259" y="328811"/>
                  <a:pt x="58259" y="328811"/>
                  <a:pt x="59070" y="329623"/>
                </a:cubicBezTo>
                <a:cubicBezTo>
                  <a:pt x="59070" y="330435"/>
                  <a:pt x="59882" y="331247"/>
                  <a:pt x="60693" y="330435"/>
                </a:cubicBezTo>
                <a:cubicBezTo>
                  <a:pt x="61504" y="329623"/>
                  <a:pt x="61504" y="329623"/>
                  <a:pt x="61504" y="330435"/>
                </a:cubicBezTo>
                <a:cubicBezTo>
                  <a:pt x="62316" y="331247"/>
                  <a:pt x="62316" y="331247"/>
                  <a:pt x="59070" y="332059"/>
                </a:cubicBezTo>
                <a:close/>
                <a:moveTo>
                  <a:pt x="66372" y="324752"/>
                </a:moveTo>
                <a:cubicBezTo>
                  <a:pt x="65561" y="324752"/>
                  <a:pt x="64749" y="323940"/>
                  <a:pt x="63938" y="323128"/>
                </a:cubicBezTo>
                <a:cubicBezTo>
                  <a:pt x="63127" y="322316"/>
                  <a:pt x="63127" y="322316"/>
                  <a:pt x="61504" y="323128"/>
                </a:cubicBezTo>
                <a:cubicBezTo>
                  <a:pt x="60693" y="323940"/>
                  <a:pt x="60693" y="323940"/>
                  <a:pt x="60693" y="322316"/>
                </a:cubicBezTo>
                <a:cubicBezTo>
                  <a:pt x="60693" y="320693"/>
                  <a:pt x="59882" y="319069"/>
                  <a:pt x="59070" y="319069"/>
                </a:cubicBezTo>
                <a:cubicBezTo>
                  <a:pt x="58259" y="319069"/>
                  <a:pt x="58259" y="319069"/>
                  <a:pt x="58259" y="318257"/>
                </a:cubicBezTo>
                <a:cubicBezTo>
                  <a:pt x="59070" y="317445"/>
                  <a:pt x="60693" y="319069"/>
                  <a:pt x="63127" y="320693"/>
                </a:cubicBezTo>
                <a:cubicBezTo>
                  <a:pt x="65561" y="322316"/>
                  <a:pt x="67184" y="324752"/>
                  <a:pt x="66372" y="324752"/>
                </a:cubicBezTo>
                <a:close/>
                <a:moveTo>
                  <a:pt x="70429" y="315821"/>
                </a:moveTo>
                <a:cubicBezTo>
                  <a:pt x="69617" y="315821"/>
                  <a:pt x="68806" y="315010"/>
                  <a:pt x="68806" y="315010"/>
                </a:cubicBezTo>
                <a:cubicBezTo>
                  <a:pt x="68806" y="312574"/>
                  <a:pt x="64749" y="311762"/>
                  <a:pt x="63127" y="314198"/>
                </a:cubicBezTo>
                <a:cubicBezTo>
                  <a:pt x="62316" y="315010"/>
                  <a:pt x="61504" y="315010"/>
                  <a:pt x="60693" y="315010"/>
                </a:cubicBezTo>
                <a:cubicBezTo>
                  <a:pt x="59882" y="314198"/>
                  <a:pt x="63127" y="310950"/>
                  <a:pt x="65561" y="310138"/>
                </a:cubicBezTo>
                <a:cubicBezTo>
                  <a:pt x="66372" y="310138"/>
                  <a:pt x="67184" y="310138"/>
                  <a:pt x="66372" y="311762"/>
                </a:cubicBezTo>
                <a:cubicBezTo>
                  <a:pt x="65561" y="312574"/>
                  <a:pt x="67184" y="313386"/>
                  <a:pt x="70429" y="313386"/>
                </a:cubicBezTo>
                <a:cubicBezTo>
                  <a:pt x="71240" y="313386"/>
                  <a:pt x="71240" y="314198"/>
                  <a:pt x="71240" y="315010"/>
                </a:cubicBezTo>
                <a:cubicBezTo>
                  <a:pt x="71240" y="315010"/>
                  <a:pt x="70429" y="315821"/>
                  <a:pt x="70429" y="315821"/>
                </a:cubicBezTo>
                <a:close/>
                <a:moveTo>
                  <a:pt x="74485" y="310950"/>
                </a:moveTo>
                <a:cubicBezTo>
                  <a:pt x="73674" y="310138"/>
                  <a:pt x="72863" y="309326"/>
                  <a:pt x="73674" y="308514"/>
                </a:cubicBezTo>
                <a:cubicBezTo>
                  <a:pt x="74485" y="307703"/>
                  <a:pt x="73674" y="306079"/>
                  <a:pt x="72863" y="305267"/>
                </a:cubicBezTo>
                <a:cubicBezTo>
                  <a:pt x="71240" y="303643"/>
                  <a:pt x="71240" y="304455"/>
                  <a:pt x="72863" y="304455"/>
                </a:cubicBezTo>
                <a:cubicBezTo>
                  <a:pt x="73674" y="304455"/>
                  <a:pt x="76108" y="305267"/>
                  <a:pt x="76919" y="306079"/>
                </a:cubicBezTo>
                <a:cubicBezTo>
                  <a:pt x="80165" y="308514"/>
                  <a:pt x="77731" y="313386"/>
                  <a:pt x="74485" y="310950"/>
                </a:cubicBezTo>
                <a:close/>
                <a:moveTo>
                  <a:pt x="74485" y="277663"/>
                </a:moveTo>
                <a:cubicBezTo>
                  <a:pt x="74485" y="276851"/>
                  <a:pt x="75297" y="276039"/>
                  <a:pt x="75297" y="276039"/>
                </a:cubicBezTo>
                <a:cubicBezTo>
                  <a:pt x="76108" y="276039"/>
                  <a:pt x="76919" y="276039"/>
                  <a:pt x="76919" y="276851"/>
                </a:cubicBezTo>
                <a:cubicBezTo>
                  <a:pt x="76919" y="276851"/>
                  <a:pt x="76108" y="277663"/>
                  <a:pt x="75297" y="278475"/>
                </a:cubicBezTo>
                <a:cubicBezTo>
                  <a:pt x="75297" y="278475"/>
                  <a:pt x="74485" y="278475"/>
                  <a:pt x="74485" y="277663"/>
                </a:cubicBezTo>
                <a:close/>
                <a:moveTo>
                  <a:pt x="75297" y="297148"/>
                </a:moveTo>
                <a:cubicBezTo>
                  <a:pt x="76108" y="296336"/>
                  <a:pt x="76108" y="295524"/>
                  <a:pt x="76919" y="295524"/>
                </a:cubicBezTo>
                <a:cubicBezTo>
                  <a:pt x="77731" y="295524"/>
                  <a:pt x="77731" y="296336"/>
                  <a:pt x="77731" y="297148"/>
                </a:cubicBezTo>
                <a:cubicBezTo>
                  <a:pt x="77731" y="297960"/>
                  <a:pt x="76919" y="297960"/>
                  <a:pt x="76108" y="297960"/>
                </a:cubicBezTo>
                <a:cubicBezTo>
                  <a:pt x="74485" y="297960"/>
                  <a:pt x="74485" y="297960"/>
                  <a:pt x="75297" y="297148"/>
                </a:cubicBezTo>
                <a:close/>
                <a:moveTo>
                  <a:pt x="76919" y="288217"/>
                </a:moveTo>
                <a:cubicBezTo>
                  <a:pt x="76108" y="288217"/>
                  <a:pt x="76108" y="286594"/>
                  <a:pt x="76108" y="285782"/>
                </a:cubicBezTo>
                <a:cubicBezTo>
                  <a:pt x="76108" y="284970"/>
                  <a:pt x="76919" y="284970"/>
                  <a:pt x="76919" y="284970"/>
                </a:cubicBezTo>
                <a:cubicBezTo>
                  <a:pt x="77731" y="285782"/>
                  <a:pt x="78542" y="284970"/>
                  <a:pt x="79353" y="283346"/>
                </a:cubicBezTo>
                <a:cubicBezTo>
                  <a:pt x="79353" y="281722"/>
                  <a:pt x="80165" y="281722"/>
                  <a:pt x="80165" y="283346"/>
                </a:cubicBezTo>
                <a:cubicBezTo>
                  <a:pt x="79353" y="286594"/>
                  <a:pt x="78542" y="289029"/>
                  <a:pt x="76919" y="288217"/>
                </a:cubicBezTo>
                <a:close/>
                <a:moveTo>
                  <a:pt x="86655" y="276851"/>
                </a:moveTo>
                <a:cubicBezTo>
                  <a:pt x="89900" y="276039"/>
                  <a:pt x="89900" y="276039"/>
                  <a:pt x="87466" y="278475"/>
                </a:cubicBezTo>
                <a:cubicBezTo>
                  <a:pt x="86655" y="279287"/>
                  <a:pt x="84221" y="280099"/>
                  <a:pt x="82598" y="279287"/>
                </a:cubicBezTo>
                <a:cubicBezTo>
                  <a:pt x="80165" y="278475"/>
                  <a:pt x="80165" y="278475"/>
                  <a:pt x="81787" y="274416"/>
                </a:cubicBezTo>
                <a:cubicBezTo>
                  <a:pt x="84221" y="269544"/>
                  <a:pt x="89089" y="266297"/>
                  <a:pt x="89089" y="269544"/>
                </a:cubicBezTo>
                <a:cubicBezTo>
                  <a:pt x="89089" y="270356"/>
                  <a:pt x="88278" y="271980"/>
                  <a:pt x="88278" y="271980"/>
                </a:cubicBezTo>
                <a:cubicBezTo>
                  <a:pt x="88278" y="271980"/>
                  <a:pt x="86655" y="272792"/>
                  <a:pt x="85844" y="274416"/>
                </a:cubicBezTo>
                <a:cubicBezTo>
                  <a:pt x="84221" y="277663"/>
                  <a:pt x="84221" y="277663"/>
                  <a:pt x="86655" y="276851"/>
                </a:cubicBezTo>
                <a:close/>
                <a:moveTo>
                  <a:pt x="92334" y="263861"/>
                </a:moveTo>
                <a:cubicBezTo>
                  <a:pt x="90712" y="263861"/>
                  <a:pt x="89900" y="263049"/>
                  <a:pt x="89900" y="263049"/>
                </a:cubicBezTo>
                <a:cubicBezTo>
                  <a:pt x="89900" y="263049"/>
                  <a:pt x="91523" y="261425"/>
                  <a:pt x="93145" y="259802"/>
                </a:cubicBezTo>
                <a:cubicBezTo>
                  <a:pt x="95580" y="257366"/>
                  <a:pt x="95580" y="257366"/>
                  <a:pt x="95580" y="260614"/>
                </a:cubicBezTo>
                <a:cubicBezTo>
                  <a:pt x="94768" y="263049"/>
                  <a:pt x="93957" y="263861"/>
                  <a:pt x="92334" y="263861"/>
                </a:cubicBezTo>
                <a:close/>
                <a:moveTo>
                  <a:pt x="94768" y="248435"/>
                </a:moveTo>
                <a:lnTo>
                  <a:pt x="91523" y="250871"/>
                </a:lnTo>
                <a:lnTo>
                  <a:pt x="94768" y="248435"/>
                </a:lnTo>
                <a:cubicBezTo>
                  <a:pt x="95580" y="246000"/>
                  <a:pt x="97202" y="244376"/>
                  <a:pt x="97202" y="244376"/>
                </a:cubicBezTo>
                <a:cubicBezTo>
                  <a:pt x="98825" y="244376"/>
                  <a:pt x="97202" y="245188"/>
                  <a:pt x="94768" y="248435"/>
                </a:cubicBezTo>
                <a:close/>
                <a:moveTo>
                  <a:pt x="98013" y="221643"/>
                </a:moveTo>
                <a:cubicBezTo>
                  <a:pt x="97202" y="221643"/>
                  <a:pt x="97202" y="222455"/>
                  <a:pt x="96391" y="223267"/>
                </a:cubicBezTo>
                <a:cubicBezTo>
                  <a:pt x="96391" y="224891"/>
                  <a:pt x="95580" y="226515"/>
                  <a:pt x="94768" y="227326"/>
                </a:cubicBezTo>
                <a:cubicBezTo>
                  <a:pt x="93957" y="228138"/>
                  <a:pt x="92334" y="230574"/>
                  <a:pt x="92334" y="232198"/>
                </a:cubicBezTo>
                <a:cubicBezTo>
                  <a:pt x="92334" y="233822"/>
                  <a:pt x="90712" y="234633"/>
                  <a:pt x="88278" y="234633"/>
                </a:cubicBezTo>
                <a:cubicBezTo>
                  <a:pt x="85844" y="234633"/>
                  <a:pt x="85032" y="234633"/>
                  <a:pt x="85032" y="235445"/>
                </a:cubicBezTo>
                <a:cubicBezTo>
                  <a:pt x="85032" y="236257"/>
                  <a:pt x="85844" y="236257"/>
                  <a:pt x="86655" y="236257"/>
                </a:cubicBezTo>
                <a:cubicBezTo>
                  <a:pt x="87466" y="236257"/>
                  <a:pt x="88278" y="237069"/>
                  <a:pt x="89089" y="237881"/>
                </a:cubicBezTo>
                <a:cubicBezTo>
                  <a:pt x="89900" y="239505"/>
                  <a:pt x="89089" y="239505"/>
                  <a:pt x="86655" y="238693"/>
                </a:cubicBezTo>
                <a:cubicBezTo>
                  <a:pt x="85032" y="237881"/>
                  <a:pt x="84221" y="238693"/>
                  <a:pt x="85032" y="238693"/>
                </a:cubicBezTo>
                <a:cubicBezTo>
                  <a:pt x="87466" y="239505"/>
                  <a:pt x="87466" y="242752"/>
                  <a:pt x="85032" y="245188"/>
                </a:cubicBezTo>
                <a:cubicBezTo>
                  <a:pt x="84221" y="246000"/>
                  <a:pt x="82598" y="246000"/>
                  <a:pt x="80976" y="245188"/>
                </a:cubicBezTo>
                <a:cubicBezTo>
                  <a:pt x="79353" y="244376"/>
                  <a:pt x="80165" y="244376"/>
                  <a:pt x="80976" y="246812"/>
                </a:cubicBezTo>
                <a:cubicBezTo>
                  <a:pt x="81787" y="249247"/>
                  <a:pt x="82598" y="250871"/>
                  <a:pt x="80976" y="252495"/>
                </a:cubicBezTo>
                <a:cubicBezTo>
                  <a:pt x="80165" y="254119"/>
                  <a:pt x="80165" y="254930"/>
                  <a:pt x="80165" y="254930"/>
                </a:cubicBezTo>
                <a:cubicBezTo>
                  <a:pt x="80976" y="254930"/>
                  <a:pt x="79353" y="256554"/>
                  <a:pt x="77731" y="257366"/>
                </a:cubicBezTo>
                <a:cubicBezTo>
                  <a:pt x="74485" y="259802"/>
                  <a:pt x="73674" y="259802"/>
                  <a:pt x="72863" y="257366"/>
                </a:cubicBezTo>
                <a:cubicBezTo>
                  <a:pt x="72051" y="254930"/>
                  <a:pt x="71240" y="255742"/>
                  <a:pt x="71240" y="258990"/>
                </a:cubicBezTo>
                <a:cubicBezTo>
                  <a:pt x="71240" y="261425"/>
                  <a:pt x="72051" y="262237"/>
                  <a:pt x="72863" y="262237"/>
                </a:cubicBezTo>
                <a:cubicBezTo>
                  <a:pt x="73674" y="261425"/>
                  <a:pt x="73674" y="262237"/>
                  <a:pt x="72863" y="263049"/>
                </a:cubicBezTo>
                <a:cubicBezTo>
                  <a:pt x="72863" y="264673"/>
                  <a:pt x="72051" y="265485"/>
                  <a:pt x="71240" y="264673"/>
                </a:cubicBezTo>
                <a:cubicBezTo>
                  <a:pt x="70429" y="263861"/>
                  <a:pt x="69617" y="264673"/>
                  <a:pt x="68806" y="265485"/>
                </a:cubicBezTo>
                <a:cubicBezTo>
                  <a:pt x="67995" y="266297"/>
                  <a:pt x="67184" y="266297"/>
                  <a:pt x="66372" y="265485"/>
                </a:cubicBezTo>
                <a:cubicBezTo>
                  <a:pt x="65561" y="263861"/>
                  <a:pt x="70429" y="254930"/>
                  <a:pt x="74485" y="250871"/>
                </a:cubicBezTo>
                <a:cubicBezTo>
                  <a:pt x="75297" y="250059"/>
                  <a:pt x="76919" y="247623"/>
                  <a:pt x="76919" y="246812"/>
                </a:cubicBezTo>
                <a:cubicBezTo>
                  <a:pt x="76919" y="243564"/>
                  <a:pt x="79353" y="241940"/>
                  <a:pt x="80976" y="242752"/>
                </a:cubicBezTo>
                <a:cubicBezTo>
                  <a:pt x="81787" y="242752"/>
                  <a:pt x="81787" y="242752"/>
                  <a:pt x="81787" y="241940"/>
                </a:cubicBezTo>
                <a:cubicBezTo>
                  <a:pt x="81787" y="239505"/>
                  <a:pt x="85844" y="229762"/>
                  <a:pt x="87466" y="229762"/>
                </a:cubicBezTo>
                <a:cubicBezTo>
                  <a:pt x="88278" y="229762"/>
                  <a:pt x="88278" y="230574"/>
                  <a:pt x="88278" y="230574"/>
                </a:cubicBezTo>
                <a:cubicBezTo>
                  <a:pt x="87466" y="231386"/>
                  <a:pt x="88278" y="231386"/>
                  <a:pt x="89900" y="231386"/>
                </a:cubicBezTo>
                <a:cubicBezTo>
                  <a:pt x="92334" y="230574"/>
                  <a:pt x="93145" y="228138"/>
                  <a:pt x="90712" y="228138"/>
                </a:cubicBezTo>
                <a:cubicBezTo>
                  <a:pt x="88278" y="228138"/>
                  <a:pt x="89089" y="224891"/>
                  <a:pt x="90712" y="223267"/>
                </a:cubicBezTo>
                <a:cubicBezTo>
                  <a:pt x="92334" y="221643"/>
                  <a:pt x="93145" y="221643"/>
                  <a:pt x="93145" y="223267"/>
                </a:cubicBezTo>
                <a:cubicBezTo>
                  <a:pt x="93145" y="224891"/>
                  <a:pt x="93145" y="225703"/>
                  <a:pt x="91523" y="225703"/>
                </a:cubicBezTo>
                <a:cubicBezTo>
                  <a:pt x="89089" y="225703"/>
                  <a:pt x="89089" y="226515"/>
                  <a:pt x="91523" y="226515"/>
                </a:cubicBezTo>
                <a:cubicBezTo>
                  <a:pt x="94768" y="226515"/>
                  <a:pt x="95580" y="224891"/>
                  <a:pt x="93957" y="220831"/>
                </a:cubicBezTo>
                <a:cubicBezTo>
                  <a:pt x="93145" y="218396"/>
                  <a:pt x="93145" y="217584"/>
                  <a:pt x="97202" y="213525"/>
                </a:cubicBezTo>
                <a:cubicBezTo>
                  <a:pt x="99636" y="211089"/>
                  <a:pt x="102881" y="209465"/>
                  <a:pt x="103693" y="210277"/>
                </a:cubicBezTo>
                <a:cubicBezTo>
                  <a:pt x="106127" y="211089"/>
                  <a:pt x="105315" y="215148"/>
                  <a:pt x="102881" y="215148"/>
                </a:cubicBezTo>
                <a:cubicBezTo>
                  <a:pt x="102070" y="215148"/>
                  <a:pt x="100448" y="216772"/>
                  <a:pt x="100448" y="218396"/>
                </a:cubicBezTo>
                <a:cubicBezTo>
                  <a:pt x="99636" y="220020"/>
                  <a:pt x="98825" y="221643"/>
                  <a:pt x="98013" y="221643"/>
                </a:cubicBezTo>
                <a:close/>
                <a:moveTo>
                  <a:pt x="98825" y="251683"/>
                </a:moveTo>
                <a:cubicBezTo>
                  <a:pt x="98013" y="250059"/>
                  <a:pt x="98825" y="249247"/>
                  <a:pt x="99636" y="247623"/>
                </a:cubicBezTo>
                <a:cubicBezTo>
                  <a:pt x="100448" y="246812"/>
                  <a:pt x="102070" y="246000"/>
                  <a:pt x="102070" y="246000"/>
                </a:cubicBezTo>
                <a:cubicBezTo>
                  <a:pt x="100448" y="251683"/>
                  <a:pt x="98825" y="253307"/>
                  <a:pt x="98825" y="251683"/>
                </a:cubicBezTo>
                <a:close/>
                <a:moveTo>
                  <a:pt x="111806" y="250059"/>
                </a:moveTo>
                <a:cubicBezTo>
                  <a:pt x="110183" y="251683"/>
                  <a:pt x="110183" y="251683"/>
                  <a:pt x="110183" y="250059"/>
                </a:cubicBezTo>
                <a:cubicBezTo>
                  <a:pt x="110183" y="249247"/>
                  <a:pt x="110995" y="247623"/>
                  <a:pt x="111806" y="247623"/>
                </a:cubicBezTo>
                <a:cubicBezTo>
                  <a:pt x="113428" y="247623"/>
                  <a:pt x="113428" y="247623"/>
                  <a:pt x="111806" y="250059"/>
                </a:cubicBezTo>
                <a:close/>
                <a:moveTo>
                  <a:pt x="111806" y="234633"/>
                </a:moveTo>
                <a:cubicBezTo>
                  <a:pt x="110183" y="237881"/>
                  <a:pt x="102881" y="245188"/>
                  <a:pt x="102070" y="244376"/>
                </a:cubicBezTo>
                <a:cubicBezTo>
                  <a:pt x="101259" y="243564"/>
                  <a:pt x="102070" y="241940"/>
                  <a:pt x="103693" y="241128"/>
                </a:cubicBezTo>
                <a:cubicBezTo>
                  <a:pt x="105315" y="239505"/>
                  <a:pt x="106938" y="237069"/>
                  <a:pt x="107749" y="236257"/>
                </a:cubicBezTo>
                <a:cubicBezTo>
                  <a:pt x="108561" y="235445"/>
                  <a:pt x="109372" y="233010"/>
                  <a:pt x="110995" y="232198"/>
                </a:cubicBezTo>
                <a:cubicBezTo>
                  <a:pt x="111806" y="231386"/>
                  <a:pt x="112617" y="231386"/>
                  <a:pt x="112617" y="232198"/>
                </a:cubicBezTo>
                <a:cubicBezTo>
                  <a:pt x="112617" y="231386"/>
                  <a:pt x="112617" y="233010"/>
                  <a:pt x="111806" y="234633"/>
                </a:cubicBezTo>
                <a:close/>
                <a:moveTo>
                  <a:pt x="108561" y="203782"/>
                </a:moveTo>
                <a:cubicBezTo>
                  <a:pt x="108561" y="202970"/>
                  <a:pt x="109372" y="202158"/>
                  <a:pt x="110183" y="201346"/>
                </a:cubicBezTo>
                <a:cubicBezTo>
                  <a:pt x="110995" y="201346"/>
                  <a:pt x="111806" y="201346"/>
                  <a:pt x="111806" y="202970"/>
                </a:cubicBezTo>
                <a:cubicBezTo>
                  <a:pt x="111806" y="203782"/>
                  <a:pt x="110995" y="205406"/>
                  <a:pt x="110183" y="205406"/>
                </a:cubicBezTo>
                <a:cubicBezTo>
                  <a:pt x="109372" y="205406"/>
                  <a:pt x="108561" y="204594"/>
                  <a:pt x="108561" y="203782"/>
                </a:cubicBezTo>
                <a:close/>
                <a:moveTo>
                  <a:pt x="110995" y="198099"/>
                </a:moveTo>
                <a:cubicBezTo>
                  <a:pt x="106938" y="199723"/>
                  <a:pt x="104504" y="198911"/>
                  <a:pt x="106938" y="198099"/>
                </a:cubicBezTo>
                <a:cubicBezTo>
                  <a:pt x="107749" y="197287"/>
                  <a:pt x="109372" y="196475"/>
                  <a:pt x="110995" y="197287"/>
                </a:cubicBezTo>
                <a:cubicBezTo>
                  <a:pt x="113428" y="197287"/>
                  <a:pt x="113428" y="197287"/>
                  <a:pt x="110995" y="198099"/>
                </a:cubicBezTo>
                <a:close/>
                <a:moveTo>
                  <a:pt x="116674" y="226515"/>
                </a:moveTo>
                <a:cubicBezTo>
                  <a:pt x="115862" y="226515"/>
                  <a:pt x="115051" y="225703"/>
                  <a:pt x="115051" y="224079"/>
                </a:cubicBezTo>
                <a:cubicBezTo>
                  <a:pt x="115862" y="222455"/>
                  <a:pt x="116674" y="221643"/>
                  <a:pt x="116674" y="222455"/>
                </a:cubicBezTo>
                <a:cubicBezTo>
                  <a:pt x="119108" y="223267"/>
                  <a:pt x="118296" y="226515"/>
                  <a:pt x="116674" y="226515"/>
                </a:cubicBezTo>
                <a:close/>
                <a:moveTo>
                  <a:pt x="116674" y="193228"/>
                </a:moveTo>
                <a:cubicBezTo>
                  <a:pt x="115862" y="194039"/>
                  <a:pt x="115862" y="193228"/>
                  <a:pt x="115862" y="192416"/>
                </a:cubicBezTo>
                <a:cubicBezTo>
                  <a:pt x="115862" y="191604"/>
                  <a:pt x="116674" y="191604"/>
                  <a:pt x="116674" y="191604"/>
                </a:cubicBezTo>
                <a:cubicBezTo>
                  <a:pt x="117485" y="191604"/>
                  <a:pt x="118296" y="191604"/>
                  <a:pt x="118296" y="192416"/>
                </a:cubicBezTo>
                <a:cubicBezTo>
                  <a:pt x="118296" y="192416"/>
                  <a:pt x="117485" y="192416"/>
                  <a:pt x="116674" y="193228"/>
                </a:cubicBezTo>
                <a:close/>
                <a:moveTo>
                  <a:pt x="116674" y="189980"/>
                </a:moveTo>
                <a:cubicBezTo>
                  <a:pt x="115051" y="189980"/>
                  <a:pt x="112617" y="190792"/>
                  <a:pt x="111806" y="191604"/>
                </a:cubicBezTo>
                <a:cubicBezTo>
                  <a:pt x="110995" y="192416"/>
                  <a:pt x="110995" y="191604"/>
                  <a:pt x="112617" y="190792"/>
                </a:cubicBezTo>
                <a:cubicBezTo>
                  <a:pt x="114240" y="189168"/>
                  <a:pt x="115862" y="188356"/>
                  <a:pt x="117485" y="188356"/>
                </a:cubicBezTo>
                <a:cubicBezTo>
                  <a:pt x="120730" y="188356"/>
                  <a:pt x="120730" y="189980"/>
                  <a:pt x="116674" y="189980"/>
                </a:cubicBezTo>
                <a:close/>
                <a:moveTo>
                  <a:pt x="121542" y="221643"/>
                </a:moveTo>
                <a:cubicBezTo>
                  <a:pt x="120730" y="221643"/>
                  <a:pt x="119919" y="221643"/>
                  <a:pt x="119919" y="220831"/>
                </a:cubicBezTo>
                <a:cubicBezTo>
                  <a:pt x="119919" y="220020"/>
                  <a:pt x="120730" y="219208"/>
                  <a:pt x="122353" y="220020"/>
                </a:cubicBezTo>
                <a:cubicBezTo>
                  <a:pt x="123164" y="220020"/>
                  <a:pt x="123976" y="220831"/>
                  <a:pt x="123976" y="220831"/>
                </a:cubicBezTo>
                <a:cubicBezTo>
                  <a:pt x="123976" y="220831"/>
                  <a:pt x="123164" y="221643"/>
                  <a:pt x="121542" y="221643"/>
                </a:cubicBezTo>
                <a:close/>
                <a:moveTo>
                  <a:pt x="125598" y="211089"/>
                </a:moveTo>
                <a:cubicBezTo>
                  <a:pt x="124787" y="211901"/>
                  <a:pt x="124787" y="211089"/>
                  <a:pt x="124787" y="210277"/>
                </a:cubicBezTo>
                <a:cubicBezTo>
                  <a:pt x="124787" y="209465"/>
                  <a:pt x="125598" y="208653"/>
                  <a:pt x="125598" y="208653"/>
                </a:cubicBezTo>
                <a:cubicBezTo>
                  <a:pt x="126409" y="208653"/>
                  <a:pt x="127221" y="208653"/>
                  <a:pt x="127221" y="209465"/>
                </a:cubicBezTo>
                <a:cubicBezTo>
                  <a:pt x="127221" y="210277"/>
                  <a:pt x="126409" y="210277"/>
                  <a:pt x="125598" y="211089"/>
                </a:cubicBezTo>
                <a:close/>
                <a:moveTo>
                  <a:pt x="132900" y="202158"/>
                </a:moveTo>
                <a:cubicBezTo>
                  <a:pt x="132089" y="202158"/>
                  <a:pt x="132089" y="201346"/>
                  <a:pt x="132900" y="200534"/>
                </a:cubicBezTo>
                <a:cubicBezTo>
                  <a:pt x="133711" y="199723"/>
                  <a:pt x="135334" y="198911"/>
                  <a:pt x="135334" y="199723"/>
                </a:cubicBezTo>
                <a:cubicBezTo>
                  <a:pt x="136145" y="200534"/>
                  <a:pt x="135334" y="202158"/>
                  <a:pt x="132900" y="202158"/>
                </a:cubicBezTo>
                <a:close/>
                <a:moveTo>
                  <a:pt x="127221" y="176178"/>
                </a:moveTo>
                <a:cubicBezTo>
                  <a:pt x="126409" y="176178"/>
                  <a:pt x="127221" y="175366"/>
                  <a:pt x="127221" y="173742"/>
                </a:cubicBezTo>
                <a:cubicBezTo>
                  <a:pt x="127221" y="172119"/>
                  <a:pt x="127221" y="172119"/>
                  <a:pt x="126409" y="172931"/>
                </a:cubicBezTo>
                <a:cubicBezTo>
                  <a:pt x="125598" y="172931"/>
                  <a:pt x="124787" y="174554"/>
                  <a:pt x="124787" y="176178"/>
                </a:cubicBezTo>
                <a:cubicBezTo>
                  <a:pt x="124787" y="178614"/>
                  <a:pt x="122353" y="181049"/>
                  <a:pt x="121542" y="179426"/>
                </a:cubicBezTo>
                <a:cubicBezTo>
                  <a:pt x="120730" y="178614"/>
                  <a:pt x="121542" y="178614"/>
                  <a:pt x="122353" y="177802"/>
                </a:cubicBezTo>
                <a:cubicBezTo>
                  <a:pt x="123164" y="176990"/>
                  <a:pt x="123976" y="176990"/>
                  <a:pt x="123164" y="176178"/>
                </a:cubicBezTo>
                <a:cubicBezTo>
                  <a:pt x="123164" y="176178"/>
                  <a:pt x="123976" y="173742"/>
                  <a:pt x="125598" y="171307"/>
                </a:cubicBezTo>
                <a:cubicBezTo>
                  <a:pt x="128844" y="168059"/>
                  <a:pt x="128844" y="167247"/>
                  <a:pt x="128844" y="169683"/>
                </a:cubicBezTo>
                <a:cubicBezTo>
                  <a:pt x="128844" y="172931"/>
                  <a:pt x="130466" y="172119"/>
                  <a:pt x="133711" y="168871"/>
                </a:cubicBezTo>
                <a:cubicBezTo>
                  <a:pt x="134523" y="167247"/>
                  <a:pt x="136145" y="166435"/>
                  <a:pt x="136145" y="167247"/>
                </a:cubicBezTo>
                <a:cubicBezTo>
                  <a:pt x="136145" y="168871"/>
                  <a:pt x="128844" y="176178"/>
                  <a:pt x="127221" y="176178"/>
                </a:cubicBezTo>
                <a:close/>
                <a:moveTo>
                  <a:pt x="154805" y="176990"/>
                </a:moveTo>
                <a:cubicBezTo>
                  <a:pt x="153994" y="176990"/>
                  <a:pt x="153183" y="176178"/>
                  <a:pt x="153183" y="176178"/>
                </a:cubicBezTo>
                <a:cubicBezTo>
                  <a:pt x="153994" y="175366"/>
                  <a:pt x="154805" y="175366"/>
                  <a:pt x="155617" y="175366"/>
                </a:cubicBezTo>
                <a:cubicBezTo>
                  <a:pt x="156428" y="175366"/>
                  <a:pt x="157240" y="175366"/>
                  <a:pt x="157240" y="176178"/>
                </a:cubicBezTo>
                <a:cubicBezTo>
                  <a:pt x="157240" y="176178"/>
                  <a:pt x="155617" y="176990"/>
                  <a:pt x="154805" y="176990"/>
                </a:cubicBezTo>
                <a:close/>
                <a:moveTo>
                  <a:pt x="160485" y="172119"/>
                </a:moveTo>
                <a:cubicBezTo>
                  <a:pt x="158862" y="172119"/>
                  <a:pt x="158862" y="172119"/>
                  <a:pt x="159673" y="171307"/>
                </a:cubicBezTo>
                <a:cubicBezTo>
                  <a:pt x="160485" y="170495"/>
                  <a:pt x="162107" y="170495"/>
                  <a:pt x="162107" y="171307"/>
                </a:cubicBezTo>
                <a:cubicBezTo>
                  <a:pt x="162107" y="171307"/>
                  <a:pt x="162107" y="172119"/>
                  <a:pt x="160485" y="172119"/>
                </a:cubicBezTo>
                <a:close/>
                <a:moveTo>
                  <a:pt x="164541" y="166435"/>
                </a:moveTo>
                <a:cubicBezTo>
                  <a:pt x="162107" y="168871"/>
                  <a:pt x="162107" y="168059"/>
                  <a:pt x="164541" y="166435"/>
                </a:cubicBezTo>
                <a:cubicBezTo>
                  <a:pt x="165353" y="164812"/>
                  <a:pt x="166164" y="164000"/>
                  <a:pt x="166164" y="164000"/>
                </a:cubicBezTo>
                <a:cubicBezTo>
                  <a:pt x="166975" y="164000"/>
                  <a:pt x="166164" y="164812"/>
                  <a:pt x="164541" y="166435"/>
                </a:cubicBezTo>
                <a:close/>
                <a:moveTo>
                  <a:pt x="167787" y="120158"/>
                </a:moveTo>
                <a:cubicBezTo>
                  <a:pt x="166164" y="122594"/>
                  <a:pt x="166164" y="122594"/>
                  <a:pt x="166164" y="118535"/>
                </a:cubicBezTo>
                <a:cubicBezTo>
                  <a:pt x="166164" y="116099"/>
                  <a:pt x="166164" y="115287"/>
                  <a:pt x="166975" y="116099"/>
                </a:cubicBezTo>
                <a:cubicBezTo>
                  <a:pt x="166975" y="116911"/>
                  <a:pt x="167787" y="116911"/>
                  <a:pt x="168598" y="116911"/>
                </a:cubicBezTo>
                <a:cubicBezTo>
                  <a:pt x="170220" y="116911"/>
                  <a:pt x="169409" y="117723"/>
                  <a:pt x="167787" y="120158"/>
                </a:cubicBezTo>
                <a:close/>
                <a:moveTo>
                  <a:pt x="179145" y="109604"/>
                </a:moveTo>
                <a:cubicBezTo>
                  <a:pt x="177522" y="110416"/>
                  <a:pt x="175088" y="109604"/>
                  <a:pt x="176711" y="107980"/>
                </a:cubicBezTo>
                <a:cubicBezTo>
                  <a:pt x="177522" y="107168"/>
                  <a:pt x="178334" y="107168"/>
                  <a:pt x="179145" y="107980"/>
                </a:cubicBezTo>
                <a:cubicBezTo>
                  <a:pt x="180768" y="108792"/>
                  <a:pt x="180768" y="108792"/>
                  <a:pt x="179145" y="109604"/>
                </a:cubicBezTo>
                <a:close/>
                <a:moveTo>
                  <a:pt x="184824" y="99049"/>
                </a:moveTo>
                <a:cubicBezTo>
                  <a:pt x="184013" y="99049"/>
                  <a:pt x="183202" y="99861"/>
                  <a:pt x="184013" y="99861"/>
                </a:cubicBezTo>
                <a:cubicBezTo>
                  <a:pt x="184824" y="99861"/>
                  <a:pt x="184013" y="101485"/>
                  <a:pt x="182390" y="102297"/>
                </a:cubicBezTo>
                <a:cubicBezTo>
                  <a:pt x="179145" y="103109"/>
                  <a:pt x="178334" y="103109"/>
                  <a:pt x="180768" y="100673"/>
                </a:cubicBezTo>
                <a:cubicBezTo>
                  <a:pt x="182390" y="99049"/>
                  <a:pt x="183202" y="97426"/>
                  <a:pt x="183202" y="96614"/>
                </a:cubicBezTo>
                <a:cubicBezTo>
                  <a:pt x="183202" y="95802"/>
                  <a:pt x="184013" y="94990"/>
                  <a:pt x="184824" y="95802"/>
                </a:cubicBezTo>
                <a:cubicBezTo>
                  <a:pt x="186447" y="96614"/>
                  <a:pt x="186447" y="99049"/>
                  <a:pt x="184824" y="99049"/>
                </a:cubicBezTo>
                <a:close/>
                <a:moveTo>
                  <a:pt x="270824" y="182673"/>
                </a:moveTo>
                <a:cubicBezTo>
                  <a:pt x="271635" y="181861"/>
                  <a:pt x="272446" y="181049"/>
                  <a:pt x="272446" y="181861"/>
                </a:cubicBezTo>
                <a:cubicBezTo>
                  <a:pt x="273258" y="182673"/>
                  <a:pt x="272446" y="184297"/>
                  <a:pt x="270824" y="185109"/>
                </a:cubicBezTo>
                <a:cubicBezTo>
                  <a:pt x="270012" y="186732"/>
                  <a:pt x="269201" y="185109"/>
                  <a:pt x="270824" y="182673"/>
                </a:cubicBezTo>
                <a:close/>
                <a:moveTo>
                  <a:pt x="265956" y="193228"/>
                </a:moveTo>
                <a:cubicBezTo>
                  <a:pt x="265956" y="193228"/>
                  <a:pt x="264333" y="194851"/>
                  <a:pt x="263522" y="197287"/>
                </a:cubicBezTo>
                <a:cubicBezTo>
                  <a:pt x="262711" y="200534"/>
                  <a:pt x="261899" y="200534"/>
                  <a:pt x="261899" y="197287"/>
                </a:cubicBezTo>
                <a:cubicBezTo>
                  <a:pt x="261899" y="194851"/>
                  <a:pt x="263522" y="194039"/>
                  <a:pt x="265956" y="193228"/>
                </a:cubicBezTo>
                <a:close/>
                <a:moveTo>
                  <a:pt x="257843" y="220831"/>
                </a:moveTo>
                <a:cubicBezTo>
                  <a:pt x="257031" y="220831"/>
                  <a:pt x="257031" y="220020"/>
                  <a:pt x="257031" y="219208"/>
                </a:cubicBezTo>
                <a:cubicBezTo>
                  <a:pt x="257843" y="218396"/>
                  <a:pt x="257843" y="217584"/>
                  <a:pt x="258654" y="217584"/>
                </a:cubicBezTo>
                <a:cubicBezTo>
                  <a:pt x="258654" y="217584"/>
                  <a:pt x="259465" y="218396"/>
                  <a:pt x="259465" y="219208"/>
                </a:cubicBezTo>
                <a:cubicBezTo>
                  <a:pt x="258654" y="220020"/>
                  <a:pt x="257843" y="220831"/>
                  <a:pt x="257843" y="220831"/>
                </a:cubicBezTo>
                <a:close/>
                <a:moveTo>
                  <a:pt x="256220" y="205406"/>
                </a:moveTo>
                <a:cubicBezTo>
                  <a:pt x="257031" y="205406"/>
                  <a:pt x="257843" y="204594"/>
                  <a:pt x="257843" y="202970"/>
                </a:cubicBezTo>
                <a:cubicBezTo>
                  <a:pt x="257843" y="202158"/>
                  <a:pt x="258654" y="200534"/>
                  <a:pt x="259465" y="200534"/>
                </a:cubicBezTo>
                <a:cubicBezTo>
                  <a:pt x="260276" y="199723"/>
                  <a:pt x="261088" y="200534"/>
                  <a:pt x="261088" y="200534"/>
                </a:cubicBezTo>
                <a:cubicBezTo>
                  <a:pt x="261088" y="202158"/>
                  <a:pt x="255409" y="210277"/>
                  <a:pt x="254597" y="210277"/>
                </a:cubicBezTo>
                <a:cubicBezTo>
                  <a:pt x="252975" y="209465"/>
                  <a:pt x="255409" y="205406"/>
                  <a:pt x="256220" y="205406"/>
                </a:cubicBezTo>
                <a:close/>
                <a:moveTo>
                  <a:pt x="250541" y="232198"/>
                </a:moveTo>
                <a:cubicBezTo>
                  <a:pt x="250541" y="232198"/>
                  <a:pt x="249729" y="233010"/>
                  <a:pt x="248107" y="233822"/>
                </a:cubicBezTo>
                <a:cubicBezTo>
                  <a:pt x="246484" y="235445"/>
                  <a:pt x="246484" y="235445"/>
                  <a:pt x="246484" y="233822"/>
                </a:cubicBezTo>
                <a:cubicBezTo>
                  <a:pt x="246484" y="233010"/>
                  <a:pt x="247295" y="232198"/>
                  <a:pt x="248107" y="232198"/>
                </a:cubicBezTo>
                <a:cubicBezTo>
                  <a:pt x="249729" y="232198"/>
                  <a:pt x="250541" y="232198"/>
                  <a:pt x="250541" y="232198"/>
                </a:cubicBezTo>
                <a:close/>
                <a:moveTo>
                  <a:pt x="248107" y="217584"/>
                </a:moveTo>
                <a:cubicBezTo>
                  <a:pt x="248918" y="217584"/>
                  <a:pt x="249729" y="217584"/>
                  <a:pt x="249729" y="218396"/>
                </a:cubicBezTo>
                <a:cubicBezTo>
                  <a:pt x="249729" y="219208"/>
                  <a:pt x="248918" y="219208"/>
                  <a:pt x="248107" y="220020"/>
                </a:cubicBezTo>
                <a:cubicBezTo>
                  <a:pt x="247295" y="220831"/>
                  <a:pt x="246484" y="220020"/>
                  <a:pt x="246484" y="219208"/>
                </a:cubicBezTo>
                <a:cubicBezTo>
                  <a:pt x="246484" y="218396"/>
                  <a:pt x="247295" y="217584"/>
                  <a:pt x="248107" y="217584"/>
                </a:cubicBezTo>
                <a:close/>
                <a:moveTo>
                  <a:pt x="244862" y="222455"/>
                </a:moveTo>
                <a:cubicBezTo>
                  <a:pt x="245673" y="222455"/>
                  <a:pt x="246484" y="222455"/>
                  <a:pt x="246484" y="223267"/>
                </a:cubicBezTo>
                <a:cubicBezTo>
                  <a:pt x="246484" y="223267"/>
                  <a:pt x="245673" y="224079"/>
                  <a:pt x="244862" y="224891"/>
                </a:cubicBezTo>
                <a:cubicBezTo>
                  <a:pt x="244050" y="225703"/>
                  <a:pt x="244050" y="224891"/>
                  <a:pt x="244050" y="224079"/>
                </a:cubicBezTo>
                <a:cubicBezTo>
                  <a:pt x="244050" y="222455"/>
                  <a:pt x="244050" y="222455"/>
                  <a:pt x="244862" y="222455"/>
                </a:cubicBezTo>
                <a:close/>
                <a:moveTo>
                  <a:pt x="228635" y="245188"/>
                </a:moveTo>
                <a:cubicBezTo>
                  <a:pt x="230258" y="242752"/>
                  <a:pt x="231880" y="240317"/>
                  <a:pt x="233503" y="237881"/>
                </a:cubicBezTo>
                <a:cubicBezTo>
                  <a:pt x="234315" y="236257"/>
                  <a:pt x="235937" y="236257"/>
                  <a:pt x="235937" y="237069"/>
                </a:cubicBezTo>
                <a:cubicBezTo>
                  <a:pt x="236748" y="237881"/>
                  <a:pt x="235937" y="238693"/>
                  <a:pt x="235126" y="239505"/>
                </a:cubicBezTo>
                <a:cubicBezTo>
                  <a:pt x="234315" y="240317"/>
                  <a:pt x="232692" y="241940"/>
                  <a:pt x="232692" y="243564"/>
                </a:cubicBezTo>
                <a:cubicBezTo>
                  <a:pt x="232692" y="246000"/>
                  <a:pt x="226201" y="251683"/>
                  <a:pt x="226201" y="249247"/>
                </a:cubicBezTo>
                <a:cubicBezTo>
                  <a:pt x="226201" y="248435"/>
                  <a:pt x="227012" y="246812"/>
                  <a:pt x="228635" y="245188"/>
                </a:cubicBezTo>
                <a:close/>
                <a:moveTo>
                  <a:pt x="224579" y="252495"/>
                </a:moveTo>
                <a:cubicBezTo>
                  <a:pt x="225390" y="252495"/>
                  <a:pt x="226201" y="252495"/>
                  <a:pt x="226201" y="253307"/>
                </a:cubicBezTo>
                <a:cubicBezTo>
                  <a:pt x="226201" y="254119"/>
                  <a:pt x="225390" y="254119"/>
                  <a:pt x="224579" y="254930"/>
                </a:cubicBezTo>
                <a:cubicBezTo>
                  <a:pt x="223767" y="254930"/>
                  <a:pt x="222956" y="254930"/>
                  <a:pt x="222956" y="254119"/>
                </a:cubicBezTo>
                <a:cubicBezTo>
                  <a:pt x="222956" y="252495"/>
                  <a:pt x="223767" y="252495"/>
                  <a:pt x="224579" y="252495"/>
                </a:cubicBezTo>
                <a:close/>
                <a:moveTo>
                  <a:pt x="204296" y="286594"/>
                </a:moveTo>
                <a:cubicBezTo>
                  <a:pt x="203484" y="285782"/>
                  <a:pt x="205107" y="280099"/>
                  <a:pt x="206730" y="279287"/>
                </a:cubicBezTo>
                <a:cubicBezTo>
                  <a:pt x="208352" y="278475"/>
                  <a:pt x="208352" y="278475"/>
                  <a:pt x="208352" y="279287"/>
                </a:cubicBezTo>
                <a:cubicBezTo>
                  <a:pt x="209164" y="280099"/>
                  <a:pt x="205107" y="286594"/>
                  <a:pt x="204296" y="286594"/>
                </a:cubicBezTo>
                <a:close/>
                <a:moveTo>
                  <a:pt x="209975" y="275227"/>
                </a:moveTo>
                <a:cubicBezTo>
                  <a:pt x="209164" y="274416"/>
                  <a:pt x="210786" y="271168"/>
                  <a:pt x="212409" y="271168"/>
                </a:cubicBezTo>
                <a:cubicBezTo>
                  <a:pt x="213220" y="271168"/>
                  <a:pt x="213220" y="271980"/>
                  <a:pt x="213220" y="272792"/>
                </a:cubicBezTo>
                <a:cubicBezTo>
                  <a:pt x="213220" y="274416"/>
                  <a:pt x="210786" y="276039"/>
                  <a:pt x="209975" y="275227"/>
                </a:cubicBezTo>
                <a:close/>
                <a:moveTo>
                  <a:pt x="216465" y="267109"/>
                </a:moveTo>
                <a:cubicBezTo>
                  <a:pt x="215654" y="267109"/>
                  <a:pt x="215654" y="266297"/>
                  <a:pt x="215654" y="266297"/>
                </a:cubicBezTo>
                <a:cubicBezTo>
                  <a:pt x="216465" y="265485"/>
                  <a:pt x="217277" y="264673"/>
                  <a:pt x="217277" y="264673"/>
                </a:cubicBezTo>
                <a:cubicBezTo>
                  <a:pt x="217277" y="264673"/>
                  <a:pt x="218088" y="265485"/>
                  <a:pt x="218088" y="266297"/>
                </a:cubicBezTo>
                <a:cubicBezTo>
                  <a:pt x="217277" y="266297"/>
                  <a:pt x="217277" y="267109"/>
                  <a:pt x="216465" y="267109"/>
                </a:cubicBezTo>
                <a:close/>
                <a:moveTo>
                  <a:pt x="467973" y="282534"/>
                </a:moveTo>
                <a:cubicBezTo>
                  <a:pt x="466351" y="282534"/>
                  <a:pt x="465539" y="282534"/>
                  <a:pt x="467162" y="280911"/>
                </a:cubicBezTo>
                <a:cubicBezTo>
                  <a:pt x="467973" y="279287"/>
                  <a:pt x="468784" y="278475"/>
                  <a:pt x="468784" y="278475"/>
                </a:cubicBezTo>
                <a:cubicBezTo>
                  <a:pt x="468784" y="278475"/>
                  <a:pt x="469596" y="278475"/>
                  <a:pt x="470407" y="278475"/>
                </a:cubicBezTo>
                <a:cubicBezTo>
                  <a:pt x="471219" y="278475"/>
                  <a:pt x="469596" y="281722"/>
                  <a:pt x="467973" y="282534"/>
                </a:cubicBezTo>
                <a:close/>
                <a:moveTo>
                  <a:pt x="502049" y="247623"/>
                </a:moveTo>
                <a:cubicBezTo>
                  <a:pt x="510162" y="245188"/>
                  <a:pt x="520709" y="241940"/>
                  <a:pt x="525576" y="241128"/>
                </a:cubicBezTo>
                <a:cubicBezTo>
                  <a:pt x="526388" y="241128"/>
                  <a:pt x="527199" y="241128"/>
                  <a:pt x="528011" y="241128"/>
                </a:cubicBezTo>
                <a:cubicBezTo>
                  <a:pt x="526388" y="243564"/>
                  <a:pt x="525576" y="249247"/>
                  <a:pt x="524765" y="248435"/>
                </a:cubicBezTo>
                <a:cubicBezTo>
                  <a:pt x="524765" y="247623"/>
                  <a:pt x="524765" y="248435"/>
                  <a:pt x="523954" y="249247"/>
                </a:cubicBezTo>
                <a:cubicBezTo>
                  <a:pt x="523143" y="250871"/>
                  <a:pt x="522331" y="253307"/>
                  <a:pt x="515841" y="256554"/>
                </a:cubicBezTo>
                <a:cubicBezTo>
                  <a:pt x="511784" y="258990"/>
                  <a:pt x="495558" y="268732"/>
                  <a:pt x="494747" y="268732"/>
                </a:cubicBezTo>
                <a:cubicBezTo>
                  <a:pt x="493935" y="268732"/>
                  <a:pt x="484200" y="273604"/>
                  <a:pt x="480954" y="276039"/>
                </a:cubicBezTo>
                <a:cubicBezTo>
                  <a:pt x="480143" y="276851"/>
                  <a:pt x="478520" y="277663"/>
                  <a:pt x="476898" y="277663"/>
                </a:cubicBezTo>
                <a:cubicBezTo>
                  <a:pt x="476086" y="277663"/>
                  <a:pt x="475275" y="277663"/>
                  <a:pt x="474464" y="278475"/>
                </a:cubicBezTo>
                <a:cubicBezTo>
                  <a:pt x="472841" y="280911"/>
                  <a:pt x="472030" y="279287"/>
                  <a:pt x="472841" y="276851"/>
                </a:cubicBezTo>
                <a:cubicBezTo>
                  <a:pt x="473653" y="274416"/>
                  <a:pt x="480143" y="269544"/>
                  <a:pt x="482577" y="267109"/>
                </a:cubicBezTo>
                <a:lnTo>
                  <a:pt x="464728" y="276851"/>
                </a:lnTo>
                <a:cubicBezTo>
                  <a:pt x="474464" y="267109"/>
                  <a:pt x="489879" y="255742"/>
                  <a:pt x="502049" y="247623"/>
                </a:cubicBezTo>
                <a:close/>
                <a:moveTo>
                  <a:pt x="537746" y="366158"/>
                </a:moveTo>
                <a:cubicBezTo>
                  <a:pt x="536124" y="366158"/>
                  <a:pt x="536124" y="366158"/>
                  <a:pt x="536935" y="365346"/>
                </a:cubicBezTo>
                <a:cubicBezTo>
                  <a:pt x="536935" y="364534"/>
                  <a:pt x="538558" y="364534"/>
                  <a:pt x="539369" y="364534"/>
                </a:cubicBezTo>
                <a:cubicBezTo>
                  <a:pt x="540992" y="365346"/>
                  <a:pt x="540181" y="366158"/>
                  <a:pt x="537746" y="366158"/>
                </a:cubicBezTo>
                <a:close/>
                <a:moveTo>
                  <a:pt x="541803" y="364534"/>
                </a:moveTo>
                <a:cubicBezTo>
                  <a:pt x="540992" y="363722"/>
                  <a:pt x="543425" y="360475"/>
                  <a:pt x="545048" y="360475"/>
                </a:cubicBezTo>
                <a:cubicBezTo>
                  <a:pt x="545859" y="360475"/>
                  <a:pt x="545859" y="361287"/>
                  <a:pt x="545859" y="362099"/>
                </a:cubicBezTo>
                <a:cubicBezTo>
                  <a:pt x="545859" y="363722"/>
                  <a:pt x="543425" y="365346"/>
                  <a:pt x="541803" y="364534"/>
                </a:cubicBezTo>
                <a:close/>
                <a:moveTo>
                  <a:pt x="594538" y="339366"/>
                </a:moveTo>
                <a:cubicBezTo>
                  <a:pt x="595350" y="338554"/>
                  <a:pt x="596973" y="337742"/>
                  <a:pt x="596973" y="338554"/>
                </a:cubicBezTo>
                <a:cubicBezTo>
                  <a:pt x="596973" y="338554"/>
                  <a:pt x="596161" y="339366"/>
                  <a:pt x="594538" y="339366"/>
                </a:cubicBezTo>
                <a:cubicBezTo>
                  <a:pt x="592916" y="340178"/>
                  <a:pt x="592916" y="340178"/>
                  <a:pt x="594538" y="339366"/>
                </a:cubicBezTo>
                <a:close/>
                <a:moveTo>
                  <a:pt x="616444" y="308514"/>
                </a:moveTo>
                <a:cubicBezTo>
                  <a:pt x="616444" y="308514"/>
                  <a:pt x="618878" y="306079"/>
                  <a:pt x="622123" y="304455"/>
                </a:cubicBezTo>
                <a:cubicBezTo>
                  <a:pt x="625369" y="302019"/>
                  <a:pt x="628614" y="301208"/>
                  <a:pt x="628614" y="301208"/>
                </a:cubicBezTo>
                <a:cubicBezTo>
                  <a:pt x="627802" y="302019"/>
                  <a:pt x="616444" y="309326"/>
                  <a:pt x="616444" y="308514"/>
                </a:cubicBezTo>
                <a:close/>
                <a:moveTo>
                  <a:pt x="645651" y="289841"/>
                </a:moveTo>
                <a:cubicBezTo>
                  <a:pt x="643217" y="291465"/>
                  <a:pt x="643217" y="291465"/>
                  <a:pt x="645651" y="289841"/>
                </a:cubicBezTo>
                <a:cubicBezTo>
                  <a:pt x="646463" y="288217"/>
                  <a:pt x="648085" y="286594"/>
                  <a:pt x="648085" y="286594"/>
                </a:cubicBezTo>
                <a:cubicBezTo>
                  <a:pt x="648896" y="286594"/>
                  <a:pt x="648085" y="288217"/>
                  <a:pt x="645651" y="289841"/>
                </a:cubicBezTo>
                <a:close/>
              </a:path>
            </a:pathLst>
          </a:custGeom>
          <a:solidFill>
            <a:schemeClr val="tx1"/>
          </a:solidFill>
          <a:ln w="3810" cap="flat">
            <a:noFill/>
            <a:prstDash val="solid"/>
            <a:miter/>
          </a:ln>
        </p:spPr>
        <p:txBody>
          <a:bodyPr rtlCol="0" anchor="ctr"/>
          <a:lstStyle/>
          <a:p>
            <a:endParaRPr lang="en-US" b="1" dirty="0">
              <a:latin typeface="Montserrat" pitchFamily="2" charset="77"/>
            </a:endParaRPr>
          </a:p>
        </p:txBody>
      </p:sp>
    </p:spTree>
    <p:extLst>
      <p:ext uri="{BB962C8B-B14F-4D97-AF65-F5344CB8AC3E}">
        <p14:creationId xmlns:p14="http://schemas.microsoft.com/office/powerpoint/2010/main" val="403529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396FD786-F995-C2D1-E10A-790A5453884A}"/>
              </a:ext>
            </a:extLst>
          </p:cNvPr>
          <p:cNvSpPr>
            <a:spLocks noGrp="1"/>
          </p:cNvSpPr>
          <p:nvPr>
            <p:ph type="pic" sz="quarter" idx="15"/>
          </p:nvPr>
        </p:nvSpPr>
        <p:spPr/>
      </p:sp>
      <p:sp>
        <p:nvSpPr>
          <p:cNvPr id="7" name="Text Placeholder 6">
            <a:extLst>
              <a:ext uri="{FF2B5EF4-FFF2-40B4-BE49-F238E27FC236}">
                <a16:creationId xmlns:a16="http://schemas.microsoft.com/office/drawing/2014/main" id="{6D89F066-E106-6BC9-7E69-88EA46F07047}"/>
              </a:ext>
            </a:extLst>
          </p:cNvPr>
          <p:cNvSpPr>
            <a:spLocks noGrp="1"/>
          </p:cNvSpPr>
          <p:nvPr>
            <p:ph type="body" sz="quarter" idx="13"/>
          </p:nvPr>
        </p:nvSpPr>
        <p:spPr/>
        <p:txBody>
          <a:bodyPr/>
          <a:lstStyle/>
          <a:p>
            <a:endParaRPr lang="en-US"/>
          </a:p>
        </p:txBody>
      </p:sp>
      <p:pic>
        <p:nvPicPr>
          <p:cNvPr id="28" name="Picture Placeholder 27">
            <a:extLst>
              <a:ext uri="{FF2B5EF4-FFF2-40B4-BE49-F238E27FC236}">
                <a16:creationId xmlns:a16="http://schemas.microsoft.com/office/drawing/2014/main" id="{E67C8E72-2EEC-2A20-4B3C-9A112FF17E8C}"/>
              </a:ext>
            </a:extLst>
          </p:cNvPr>
          <p:cNvPicPr>
            <a:picLocks noGrp="1" noChangeAspect="1"/>
          </p:cNvPicPr>
          <p:nvPr>
            <p:ph type="pic" sz="quarter" idx="16"/>
          </p:nvPr>
        </p:nvPicPr>
        <p:blipFill rotWithShape="1">
          <a:blip r:embed="rId2" cstate="email">
            <a:extLst>
              <a:ext uri="{28A0092B-C50C-407E-A947-70E740481C1C}">
                <a14:useLocalDpi xmlns:a14="http://schemas.microsoft.com/office/drawing/2010/main"/>
              </a:ext>
            </a:extLst>
          </a:blip>
          <a:srcRect t="66" b="66"/>
          <a:stretch/>
        </p:blipFill>
        <p:spPr>
          <a:prstGeom prst="ellipse">
            <a:avLst/>
          </a:prstGeom>
          <a:ln>
            <a:noFill/>
          </a:ln>
        </p:spPr>
      </p:pic>
      <p:sp>
        <p:nvSpPr>
          <p:cNvPr id="6" name="Text Placeholder 5">
            <a:extLst>
              <a:ext uri="{FF2B5EF4-FFF2-40B4-BE49-F238E27FC236}">
                <a16:creationId xmlns:a16="http://schemas.microsoft.com/office/drawing/2014/main" id="{FE6BF94D-7A69-1C6E-D892-5A9B03855BFF}"/>
              </a:ext>
            </a:extLst>
          </p:cNvPr>
          <p:cNvSpPr>
            <a:spLocks noGrp="1"/>
          </p:cNvSpPr>
          <p:nvPr>
            <p:ph type="body" sz="quarter" idx="17"/>
          </p:nvPr>
        </p:nvSpPr>
        <p:spPr/>
        <p:txBody>
          <a:bodyPr>
            <a:normAutofit fontScale="92500"/>
          </a:bodyPr>
          <a:lstStyle/>
          <a:p>
            <a:pPr marL="151137" lvl="1" algn="ctr">
              <a:buClr>
                <a:srgbClr val="8CB73F"/>
              </a:buClr>
            </a:pPr>
            <a:r>
              <a:rPr lang="en-US" sz="1800" b="1" dirty="0">
                <a:solidFill>
                  <a:srgbClr val="583C2D"/>
                </a:solidFill>
                <a:latin typeface="Montserrat" pitchFamily="2" charset="77"/>
                <a:cs typeface="Gotham Bold" pitchFamily="2" charset="0"/>
              </a:rPr>
              <a:t>Company Vision:</a:t>
            </a:r>
          </a:p>
          <a:p>
            <a:pPr marL="151137" lvl="1" algn="ctr">
              <a:buClr>
                <a:srgbClr val="8CB73F"/>
              </a:buClr>
            </a:pPr>
            <a:r>
              <a:rPr lang="en-US" sz="1800" b="1" dirty="0">
                <a:solidFill>
                  <a:schemeClr val="tx1"/>
                </a:solidFill>
                <a:latin typeface="Montserrat" pitchFamily="2" charset="77"/>
                <a:cs typeface="Gotham Bold" pitchFamily="2" charset="0"/>
              </a:rPr>
              <a:t>ESG, Philanthropy</a:t>
            </a:r>
          </a:p>
        </p:txBody>
      </p:sp>
      <p:pic>
        <p:nvPicPr>
          <p:cNvPr id="29" name="Picture Placeholder 28">
            <a:extLst>
              <a:ext uri="{FF2B5EF4-FFF2-40B4-BE49-F238E27FC236}">
                <a16:creationId xmlns:a16="http://schemas.microsoft.com/office/drawing/2014/main" id="{39ADCF3A-2F36-96E5-0E9F-AEED9F2B34C3}"/>
              </a:ext>
            </a:extLst>
          </p:cNvPr>
          <p:cNvPicPr>
            <a:picLocks noGrp="1" noChangeAspect="1"/>
          </p:cNvPicPr>
          <p:nvPr>
            <p:ph type="pic" sz="quarter" idx="18"/>
          </p:nvPr>
        </p:nvPicPr>
        <p:blipFill rotWithShape="1">
          <a:blip r:embed="rId3" cstate="email">
            <a:extLst>
              <a:ext uri="{28A0092B-C50C-407E-A947-70E740481C1C}">
                <a14:useLocalDpi xmlns:a14="http://schemas.microsoft.com/office/drawing/2010/main"/>
              </a:ext>
            </a:extLst>
          </a:blip>
          <a:srcRect t="66" b="66"/>
          <a:stretch/>
        </p:blipFill>
        <p:spPr>
          <a:prstGeom prst="ellipse">
            <a:avLst/>
          </a:prstGeom>
          <a:ln>
            <a:noFill/>
          </a:ln>
        </p:spPr>
      </p:pic>
      <p:sp>
        <p:nvSpPr>
          <p:cNvPr id="8" name="Text Placeholder 7">
            <a:extLst>
              <a:ext uri="{FF2B5EF4-FFF2-40B4-BE49-F238E27FC236}">
                <a16:creationId xmlns:a16="http://schemas.microsoft.com/office/drawing/2014/main" id="{631291E7-5B22-685F-0884-3E022169A38C}"/>
              </a:ext>
            </a:extLst>
          </p:cNvPr>
          <p:cNvSpPr>
            <a:spLocks noGrp="1"/>
          </p:cNvSpPr>
          <p:nvPr>
            <p:ph type="body" sz="quarter" idx="19"/>
          </p:nvPr>
        </p:nvSpPr>
        <p:spPr/>
        <p:txBody>
          <a:bodyPr>
            <a:normAutofit fontScale="85000" lnSpcReduction="10000"/>
          </a:bodyPr>
          <a:lstStyle/>
          <a:p>
            <a:pPr marL="151137" lvl="1" algn="ctr">
              <a:buClr>
                <a:srgbClr val="8CB73F"/>
              </a:buClr>
            </a:pPr>
            <a:r>
              <a:rPr lang="en-US" sz="1800" b="1" dirty="0">
                <a:solidFill>
                  <a:srgbClr val="583C2D"/>
                </a:solidFill>
                <a:latin typeface="Montserrat" pitchFamily="2" charset="77"/>
                <a:cs typeface="Gotham Bold" pitchFamily="2" charset="0"/>
              </a:rPr>
              <a:t>Our Past &amp; Present: </a:t>
            </a:r>
          </a:p>
          <a:p>
            <a:pPr marL="151137" lvl="1" algn="ctr">
              <a:buClr>
                <a:srgbClr val="8CB73F"/>
              </a:buClr>
            </a:pPr>
            <a:r>
              <a:rPr lang="en-US" sz="1800" b="1" dirty="0">
                <a:solidFill>
                  <a:schemeClr val="tx1"/>
                </a:solidFill>
                <a:latin typeface="Montserrat" pitchFamily="2" charset="77"/>
                <a:cs typeface="Gotham Bold" pitchFamily="2" charset="0"/>
              </a:rPr>
              <a:t>The Better Way</a:t>
            </a:r>
          </a:p>
        </p:txBody>
      </p:sp>
      <p:pic>
        <p:nvPicPr>
          <p:cNvPr id="36" name="Picture Placeholder 35">
            <a:extLst>
              <a:ext uri="{FF2B5EF4-FFF2-40B4-BE49-F238E27FC236}">
                <a16:creationId xmlns:a16="http://schemas.microsoft.com/office/drawing/2014/main" id="{F1A7125A-F3A8-C689-B576-7996826343E3}"/>
              </a:ext>
            </a:extLst>
          </p:cNvPr>
          <p:cNvPicPr>
            <a:picLocks noGrp="1" noChangeAspect="1"/>
          </p:cNvPicPr>
          <p:nvPr>
            <p:ph type="pic" sz="quarter" idx="20"/>
          </p:nvPr>
        </p:nvPicPr>
        <p:blipFill rotWithShape="1">
          <a:blip r:embed="rId4" cstate="email">
            <a:extLst>
              <a:ext uri="{28A0092B-C50C-407E-A947-70E740481C1C}">
                <a14:useLocalDpi xmlns:a14="http://schemas.microsoft.com/office/drawing/2010/main"/>
              </a:ext>
            </a:extLst>
          </a:blip>
          <a:srcRect t="66" b="66"/>
          <a:stretch/>
        </p:blipFill>
        <p:spPr>
          <a:prstGeom prst="ellipse">
            <a:avLst/>
          </a:prstGeom>
          <a:ln>
            <a:noFill/>
          </a:ln>
        </p:spPr>
      </p:pic>
      <p:sp>
        <p:nvSpPr>
          <p:cNvPr id="10" name="Text Placeholder 9">
            <a:extLst>
              <a:ext uri="{FF2B5EF4-FFF2-40B4-BE49-F238E27FC236}">
                <a16:creationId xmlns:a16="http://schemas.microsoft.com/office/drawing/2014/main" id="{F2463985-AB17-2994-0407-9613DE39C75B}"/>
              </a:ext>
            </a:extLst>
          </p:cNvPr>
          <p:cNvSpPr>
            <a:spLocks noGrp="1"/>
          </p:cNvSpPr>
          <p:nvPr>
            <p:ph type="body" sz="quarter" idx="21"/>
          </p:nvPr>
        </p:nvSpPr>
        <p:spPr/>
        <p:txBody>
          <a:bodyPr>
            <a:normAutofit lnSpcReduction="10000"/>
          </a:bodyPr>
          <a:lstStyle/>
          <a:p>
            <a:r>
              <a:rPr lang="en-US" sz="1800" dirty="0">
                <a:solidFill>
                  <a:srgbClr val="583C2D"/>
                </a:solidFill>
                <a:cs typeface="Gotham Bold" pitchFamily="2" charset="0"/>
              </a:rPr>
              <a:t>Striving to Serve </a:t>
            </a:r>
            <a:r>
              <a:rPr lang="en-US" sz="1800" dirty="0">
                <a:solidFill>
                  <a:schemeClr val="tx1"/>
                </a:solidFill>
                <a:cs typeface="Gotham Bold" pitchFamily="2" charset="0"/>
              </a:rPr>
              <a:t>You Better</a:t>
            </a:r>
          </a:p>
        </p:txBody>
      </p:sp>
      <p:sp>
        <p:nvSpPr>
          <p:cNvPr id="37" name="Freeform 36">
            <a:extLst>
              <a:ext uri="{FF2B5EF4-FFF2-40B4-BE49-F238E27FC236}">
                <a16:creationId xmlns:a16="http://schemas.microsoft.com/office/drawing/2014/main" id="{7AA7D5EF-3785-7E4C-EDE7-F2CD664923E9}"/>
              </a:ext>
            </a:extLst>
          </p:cNvPr>
          <p:cNvSpPr/>
          <p:nvPr/>
        </p:nvSpPr>
        <p:spPr>
          <a:xfrm>
            <a:off x="5008166" y="3754373"/>
            <a:ext cx="2897140" cy="24992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dirty="0">
              <a:latin typeface="Montserrat" pitchFamily="2" charset="77"/>
            </a:endParaRPr>
          </a:p>
        </p:txBody>
      </p:sp>
      <p:sp>
        <p:nvSpPr>
          <p:cNvPr id="24" name="Slide Number Placeholder 4">
            <a:extLst>
              <a:ext uri="{FF2B5EF4-FFF2-40B4-BE49-F238E27FC236}">
                <a16:creationId xmlns:a16="http://schemas.microsoft.com/office/drawing/2014/main" id="{6D0DF90E-9210-A5B1-0467-4BEB8CDD410C}"/>
              </a:ext>
            </a:extLst>
          </p:cNvPr>
          <p:cNvSpPr txBox="1">
            <a:spLocks/>
          </p:cNvSpPr>
          <p:nvPr/>
        </p:nvSpPr>
        <p:spPr>
          <a:xfrm>
            <a:off x="8610600" y="6356350"/>
            <a:ext cx="2743200" cy="365125"/>
          </a:xfrm>
          <a:prstGeom prst="rect">
            <a:avLst/>
          </a:prstGeom>
        </p:spPr>
        <p:txBody>
          <a:bodyPr/>
          <a:lstStyle>
            <a:defPPr>
              <a:defRPr lang="en-US"/>
            </a:defPPr>
            <a:lvl1pPr marL="0" algn="l" defTabSz="914400" rtl="0" eaLnBrk="1" latinLnBrk="0" hangingPunct="1">
              <a:defRPr sz="18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C880EF5-9874-874E-BB18-59724C37FBA3}" type="slidenum">
              <a:rPr lang="en-US" sz="1200" smtClean="0">
                <a:latin typeface="Montserrat" pitchFamily="2" charset="77"/>
              </a:rPr>
              <a:pPr algn="r"/>
              <a:t>15</a:t>
            </a:fld>
            <a:endParaRPr lang="en-US" sz="1200" dirty="0">
              <a:latin typeface="Montserrat" pitchFamily="2" charset="77"/>
            </a:endParaRPr>
          </a:p>
        </p:txBody>
      </p:sp>
    </p:spTree>
    <p:extLst>
      <p:ext uri="{BB962C8B-B14F-4D97-AF65-F5344CB8AC3E}">
        <p14:creationId xmlns:p14="http://schemas.microsoft.com/office/powerpoint/2010/main" val="3970660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500"/>
                                        <p:tgtEl>
                                          <p:spTgt spid="37"/>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par>
                                <p:cTn id="12" presetID="12" presetClass="entr" presetSubtype="4" fill="hold" grpId="0" nodeType="withEffect">
                                  <p:stCondLst>
                                    <p:cond delay="500"/>
                                  </p:stCondLst>
                                  <p:childTnLst>
                                    <p:set>
                                      <p:cBhvr>
                                        <p:cTn id="13" dur="1" fill="hold">
                                          <p:stCondLst>
                                            <p:cond delay="0"/>
                                          </p:stCondLst>
                                        </p:cTn>
                                        <p:tgtEl>
                                          <p:spTgt spid="6">
                                            <p:txEl>
                                              <p:pRg st="0" end="0"/>
                                            </p:txEl>
                                          </p:spTgt>
                                        </p:tgtEl>
                                        <p:attrNameLst>
                                          <p:attrName>style.visibility</p:attrName>
                                        </p:attrNameLst>
                                      </p:cBhvr>
                                      <p:to>
                                        <p:strVal val="visible"/>
                                      </p:to>
                                    </p:set>
                                    <p:anim calcmode="lin" valueType="num">
                                      <p:cBhvr additive="base">
                                        <p:cTn id="14" dur="500"/>
                                        <p:tgtEl>
                                          <p:spTgt spid="6">
                                            <p:txEl>
                                              <p:pRg st="0" end="0"/>
                                            </p:txEl>
                                          </p:spTgt>
                                        </p:tgtEl>
                                        <p:attrNameLst>
                                          <p:attrName>ppt_y</p:attrName>
                                        </p:attrNameLst>
                                      </p:cBhvr>
                                      <p:tavLst>
                                        <p:tav tm="0">
                                          <p:val>
                                            <p:strVal val="#ppt_y+#ppt_h*1.125000"/>
                                          </p:val>
                                        </p:tav>
                                        <p:tav tm="100000">
                                          <p:val>
                                            <p:strVal val="#ppt_y"/>
                                          </p:val>
                                        </p:tav>
                                      </p:tavLst>
                                    </p:anim>
                                    <p:animEffect transition="in" filter="wipe(up)">
                                      <p:cBhvr>
                                        <p:cTn id="15" dur="500"/>
                                        <p:tgtEl>
                                          <p:spTgt spid="6">
                                            <p:txEl>
                                              <p:pRg st="0" end="0"/>
                                            </p:txEl>
                                          </p:spTgt>
                                        </p:tgtEl>
                                      </p:cBhvr>
                                    </p:animEffect>
                                  </p:childTnLst>
                                </p:cTn>
                              </p:par>
                              <p:par>
                                <p:cTn id="16" presetID="12" presetClass="entr" presetSubtype="4" fill="hold" grpId="0" nodeType="withEffect">
                                  <p:stCondLst>
                                    <p:cond delay="500"/>
                                  </p:stCondLst>
                                  <p:childTnLst>
                                    <p:set>
                                      <p:cBhvr>
                                        <p:cTn id="17" dur="1" fill="hold">
                                          <p:stCondLst>
                                            <p:cond delay="0"/>
                                          </p:stCondLst>
                                        </p:cTn>
                                        <p:tgtEl>
                                          <p:spTgt spid="6">
                                            <p:txEl>
                                              <p:pRg st="1" end="1"/>
                                            </p:txEl>
                                          </p:spTgt>
                                        </p:tgtEl>
                                        <p:attrNameLst>
                                          <p:attrName>style.visibility</p:attrName>
                                        </p:attrNameLst>
                                      </p:cBhvr>
                                      <p:to>
                                        <p:strVal val="visible"/>
                                      </p:to>
                                    </p:set>
                                    <p:anim calcmode="lin" valueType="num">
                                      <p:cBhvr additive="base">
                                        <p:cTn id="18" dur="500"/>
                                        <p:tgtEl>
                                          <p:spTgt spid="6">
                                            <p:txEl>
                                              <p:pRg st="1" end="1"/>
                                            </p:txEl>
                                          </p:spTgt>
                                        </p:tgtEl>
                                        <p:attrNameLst>
                                          <p:attrName>ppt_y</p:attrName>
                                        </p:attrNameLst>
                                      </p:cBhvr>
                                      <p:tavLst>
                                        <p:tav tm="0">
                                          <p:val>
                                            <p:strVal val="#ppt_y+#ppt_h*1.125000"/>
                                          </p:val>
                                        </p:tav>
                                        <p:tav tm="100000">
                                          <p:val>
                                            <p:strVal val="#ppt_y"/>
                                          </p:val>
                                        </p:tav>
                                      </p:tavLst>
                                    </p:anim>
                                    <p:animEffect transition="in" filter="wipe(up)">
                                      <p:cBhvr>
                                        <p:cTn id="19" dur="500"/>
                                        <p:tgtEl>
                                          <p:spTgt spid="6">
                                            <p:txEl>
                                              <p:pRg st="1" end="1"/>
                                            </p:txEl>
                                          </p:spTgt>
                                        </p:tgtEl>
                                      </p:cBhvr>
                                    </p:animEffect>
                                  </p:childTnLst>
                                </p:cTn>
                              </p:par>
                            </p:childTnLst>
                          </p:cTn>
                        </p:par>
                        <p:par>
                          <p:cTn id="20" fill="hold">
                            <p:stCondLst>
                              <p:cond delay="1750"/>
                            </p:stCondLst>
                            <p:childTnLst>
                              <p:par>
                                <p:cTn id="21" presetID="10" presetClass="entr" presetSubtype="0" fill="hold"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par>
                                <p:cTn id="24" presetID="12" presetClass="entr" presetSubtype="4" fill="hold" grpId="0" nodeType="withEffect">
                                  <p:stCondLst>
                                    <p:cond delay="500"/>
                                  </p:stCondLst>
                                  <p:childTnLst>
                                    <p:set>
                                      <p:cBhvr>
                                        <p:cTn id="25" dur="1" fill="hold">
                                          <p:stCondLst>
                                            <p:cond delay="0"/>
                                          </p:stCondLst>
                                        </p:cTn>
                                        <p:tgtEl>
                                          <p:spTgt spid="8">
                                            <p:txEl>
                                              <p:pRg st="0" end="0"/>
                                            </p:txEl>
                                          </p:spTgt>
                                        </p:tgtEl>
                                        <p:attrNameLst>
                                          <p:attrName>style.visibility</p:attrName>
                                        </p:attrNameLst>
                                      </p:cBhvr>
                                      <p:to>
                                        <p:strVal val="visible"/>
                                      </p:to>
                                    </p:set>
                                    <p:anim calcmode="lin" valueType="num">
                                      <p:cBhvr additive="base">
                                        <p:cTn id="26" dur="500"/>
                                        <p:tgtEl>
                                          <p:spTgt spid="8">
                                            <p:txEl>
                                              <p:pRg st="0" end="0"/>
                                            </p:txEl>
                                          </p:spTgt>
                                        </p:tgtEl>
                                        <p:attrNameLst>
                                          <p:attrName>ppt_y</p:attrName>
                                        </p:attrNameLst>
                                      </p:cBhvr>
                                      <p:tavLst>
                                        <p:tav tm="0">
                                          <p:val>
                                            <p:strVal val="#ppt_y+#ppt_h*1.125000"/>
                                          </p:val>
                                        </p:tav>
                                        <p:tav tm="100000">
                                          <p:val>
                                            <p:strVal val="#ppt_y"/>
                                          </p:val>
                                        </p:tav>
                                      </p:tavLst>
                                    </p:anim>
                                    <p:animEffect transition="in" filter="wipe(up)">
                                      <p:cBhvr>
                                        <p:cTn id="27" dur="500"/>
                                        <p:tgtEl>
                                          <p:spTgt spid="8">
                                            <p:txEl>
                                              <p:pRg st="0" end="0"/>
                                            </p:txEl>
                                          </p:spTgt>
                                        </p:tgtEl>
                                      </p:cBhvr>
                                    </p:animEffect>
                                  </p:childTnLst>
                                </p:cTn>
                              </p:par>
                              <p:par>
                                <p:cTn id="28" presetID="12" presetClass="entr" presetSubtype="4" fill="hold" grpId="0" nodeType="withEffect">
                                  <p:stCondLst>
                                    <p:cond delay="500"/>
                                  </p:stCondLst>
                                  <p:childTnLst>
                                    <p:set>
                                      <p:cBhvr>
                                        <p:cTn id="29" dur="1" fill="hold">
                                          <p:stCondLst>
                                            <p:cond delay="0"/>
                                          </p:stCondLst>
                                        </p:cTn>
                                        <p:tgtEl>
                                          <p:spTgt spid="8">
                                            <p:txEl>
                                              <p:pRg st="1" end="1"/>
                                            </p:txEl>
                                          </p:spTgt>
                                        </p:tgtEl>
                                        <p:attrNameLst>
                                          <p:attrName>style.visibility</p:attrName>
                                        </p:attrNameLst>
                                      </p:cBhvr>
                                      <p:to>
                                        <p:strVal val="visible"/>
                                      </p:to>
                                    </p:set>
                                    <p:anim calcmode="lin" valueType="num">
                                      <p:cBhvr additive="base">
                                        <p:cTn id="30" dur="500"/>
                                        <p:tgtEl>
                                          <p:spTgt spid="8">
                                            <p:txEl>
                                              <p:pRg st="1" end="1"/>
                                            </p:txEl>
                                          </p:spTgt>
                                        </p:tgtEl>
                                        <p:attrNameLst>
                                          <p:attrName>ppt_y</p:attrName>
                                        </p:attrNameLst>
                                      </p:cBhvr>
                                      <p:tavLst>
                                        <p:tav tm="0">
                                          <p:val>
                                            <p:strVal val="#ppt_y+#ppt_h*1.125000"/>
                                          </p:val>
                                        </p:tav>
                                        <p:tav tm="100000">
                                          <p:val>
                                            <p:strVal val="#ppt_y"/>
                                          </p:val>
                                        </p:tav>
                                      </p:tavLst>
                                    </p:anim>
                                    <p:animEffect transition="in" filter="wipe(up)">
                                      <p:cBhvr>
                                        <p:cTn id="31" dur="500"/>
                                        <p:tgtEl>
                                          <p:spTgt spid="8">
                                            <p:txEl>
                                              <p:pRg st="1" end="1"/>
                                            </p:txEl>
                                          </p:spTgt>
                                        </p:tgtEl>
                                      </p:cBhvr>
                                    </p:animEffect>
                                  </p:childTnLst>
                                </p:cTn>
                              </p:par>
                            </p:childTnLst>
                          </p:cTn>
                        </p:par>
                        <p:par>
                          <p:cTn id="32" fill="hold">
                            <p:stCondLst>
                              <p:cond delay="2750"/>
                            </p:stCondLst>
                            <p:childTnLst>
                              <p:par>
                                <p:cTn id="33" presetID="10" presetClass="entr" presetSubtype="0" fill="hold" nodeType="after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2" presetClass="entr" presetSubtype="4" fill="hold" grpId="0" nodeType="withEffect">
                                  <p:stCondLst>
                                    <p:cond delay="500"/>
                                  </p:stCondLst>
                                  <p:childTnLst>
                                    <p:set>
                                      <p:cBhvr>
                                        <p:cTn id="37" dur="1" fill="hold">
                                          <p:stCondLst>
                                            <p:cond delay="0"/>
                                          </p:stCondLst>
                                        </p:cTn>
                                        <p:tgtEl>
                                          <p:spTgt spid="10">
                                            <p:txEl>
                                              <p:pRg st="0" end="0"/>
                                            </p:txEl>
                                          </p:spTgt>
                                        </p:tgtEl>
                                        <p:attrNameLst>
                                          <p:attrName>style.visibility</p:attrName>
                                        </p:attrNameLst>
                                      </p:cBhvr>
                                      <p:to>
                                        <p:strVal val="visible"/>
                                      </p:to>
                                    </p:set>
                                    <p:anim calcmode="lin" valueType="num">
                                      <p:cBhvr additive="base">
                                        <p:cTn id="38" dur="500"/>
                                        <p:tgtEl>
                                          <p:spTgt spid="10">
                                            <p:txEl>
                                              <p:pRg st="0" end="0"/>
                                            </p:txEl>
                                          </p:spTgt>
                                        </p:tgtEl>
                                        <p:attrNameLst>
                                          <p:attrName>ppt_y</p:attrName>
                                        </p:attrNameLst>
                                      </p:cBhvr>
                                      <p:tavLst>
                                        <p:tav tm="0">
                                          <p:val>
                                            <p:strVal val="#ppt_y+#ppt_h*1.125000"/>
                                          </p:val>
                                        </p:tav>
                                        <p:tav tm="100000">
                                          <p:val>
                                            <p:strVal val="#ppt_y"/>
                                          </p:val>
                                        </p:tav>
                                      </p:tavLst>
                                    </p:anim>
                                    <p:animEffect transition="in" filter="wipe(up)">
                                      <p:cBhvr>
                                        <p:cTn id="39"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8" grpId="0" build="p"/>
      <p:bldP spid="10" grpId="0" build="p"/>
      <p:bldP spid="3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C9B3F29-B89D-0AD9-7450-7B665C7C3D62}"/>
              </a:ext>
            </a:extLst>
          </p:cNvPr>
          <p:cNvSpPr>
            <a:spLocks noGrp="1"/>
          </p:cNvSpPr>
          <p:nvPr>
            <p:ph type="body" sz="quarter" idx="14"/>
          </p:nvPr>
        </p:nvSpPr>
        <p:spPr/>
        <p:txBody>
          <a:bodyPr/>
          <a:lstStyle/>
          <a:p>
            <a:r>
              <a:rPr lang="en-US" dirty="0"/>
              <a:t>Company Vision</a:t>
            </a:r>
          </a:p>
        </p:txBody>
      </p:sp>
      <p:sp>
        <p:nvSpPr>
          <p:cNvPr id="5" name="Text Placeholder 4">
            <a:extLst>
              <a:ext uri="{FF2B5EF4-FFF2-40B4-BE49-F238E27FC236}">
                <a16:creationId xmlns:a16="http://schemas.microsoft.com/office/drawing/2014/main" id="{7BDAC7F3-16C1-8A64-CB77-2FF23EF67475}"/>
              </a:ext>
            </a:extLst>
          </p:cNvPr>
          <p:cNvSpPr>
            <a:spLocks noGrp="1"/>
          </p:cNvSpPr>
          <p:nvPr>
            <p:ph type="body" sz="quarter" idx="16"/>
          </p:nvPr>
        </p:nvSpPr>
        <p:spPr/>
        <p:txBody>
          <a:bodyPr>
            <a:normAutofit/>
          </a:bodyPr>
          <a:lstStyle/>
          <a:p>
            <a:pPr algn="just">
              <a:lnSpc>
                <a:spcPts val="1940"/>
              </a:lnSpc>
            </a:pPr>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a:t>
            </a:r>
          </a:p>
        </p:txBody>
      </p:sp>
      <p:sp>
        <p:nvSpPr>
          <p:cNvPr id="2" name="Picture Placeholder 1">
            <a:extLst>
              <a:ext uri="{FF2B5EF4-FFF2-40B4-BE49-F238E27FC236}">
                <a16:creationId xmlns:a16="http://schemas.microsoft.com/office/drawing/2014/main" id="{B12FBF8A-38CB-8925-125D-FA57CF231148}"/>
              </a:ext>
            </a:extLst>
          </p:cNvPr>
          <p:cNvSpPr>
            <a:spLocks noGrp="1"/>
          </p:cNvSpPr>
          <p:nvPr>
            <p:ph type="pic" sz="quarter" idx="34"/>
          </p:nvPr>
        </p:nvSpPr>
        <p:spPr/>
      </p:sp>
      <p:sp>
        <p:nvSpPr>
          <p:cNvPr id="6" name="Text Placeholder 5">
            <a:extLst>
              <a:ext uri="{FF2B5EF4-FFF2-40B4-BE49-F238E27FC236}">
                <a16:creationId xmlns:a16="http://schemas.microsoft.com/office/drawing/2014/main" id="{C735A0BF-686E-CCAC-6CE9-33C37565B6FB}"/>
              </a:ext>
            </a:extLst>
          </p:cNvPr>
          <p:cNvSpPr>
            <a:spLocks noGrp="1"/>
          </p:cNvSpPr>
          <p:nvPr>
            <p:ph type="body" sz="quarter" idx="35"/>
          </p:nvPr>
        </p:nvSpPr>
        <p:spPr>
          <a:xfrm>
            <a:off x="958850" y="2012960"/>
            <a:ext cx="5543550" cy="308278"/>
          </a:xfrm>
        </p:spPr>
        <p:txBody>
          <a:bodyPr>
            <a:normAutofit fontScale="92500" lnSpcReduction="10000"/>
          </a:bodyPr>
          <a:lstStyle/>
          <a:p>
            <a:r>
              <a:rPr lang="en-US" dirty="0">
                <a:solidFill>
                  <a:schemeClr val="tx2"/>
                </a:solidFill>
                <a:cs typeface="Gotham Bold" pitchFamily="2" charset="0"/>
              </a:rPr>
              <a:t>Subhead goes here</a:t>
            </a:r>
          </a:p>
        </p:txBody>
      </p:sp>
      <p:sp>
        <p:nvSpPr>
          <p:cNvPr id="12" name="Freeform 11">
            <a:extLst>
              <a:ext uri="{FF2B5EF4-FFF2-40B4-BE49-F238E27FC236}">
                <a16:creationId xmlns:a16="http://schemas.microsoft.com/office/drawing/2014/main" id="{CBDF07C4-7ABD-458D-8332-19E38E53EC6D}"/>
              </a:ext>
            </a:extLst>
          </p:cNvPr>
          <p:cNvSpPr/>
          <p:nvPr/>
        </p:nvSpPr>
        <p:spPr>
          <a:xfrm>
            <a:off x="3392272" y="1500592"/>
            <a:ext cx="1738528" cy="144636"/>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1" dirty="0">
              <a:latin typeface="Montserrat" pitchFamily="2" charset="77"/>
            </a:endParaRPr>
          </a:p>
        </p:txBody>
      </p:sp>
      <p:sp>
        <p:nvSpPr>
          <p:cNvPr id="30" name="Slide Number Placeholder 5">
            <a:extLst>
              <a:ext uri="{FF2B5EF4-FFF2-40B4-BE49-F238E27FC236}">
                <a16:creationId xmlns:a16="http://schemas.microsoft.com/office/drawing/2014/main" id="{20FC5950-81A7-24D0-64EB-4B8F49957106}"/>
              </a:ext>
            </a:extLst>
          </p:cNvPr>
          <p:cNvSpPr txBox="1">
            <a:spLocks/>
          </p:cNvSpPr>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smtClean="0">
                <a:latin typeface="Montserrat" pitchFamily="2" charset="77"/>
              </a:rPr>
              <a:pPr/>
              <a:t>16</a:t>
            </a:fld>
            <a:endParaRPr lang="en-US" dirty="0">
              <a:latin typeface="Montserrat" pitchFamily="2" charset="77"/>
            </a:endParaRPr>
          </a:p>
        </p:txBody>
      </p:sp>
    </p:spTree>
    <p:extLst>
      <p:ext uri="{BB962C8B-B14F-4D97-AF65-F5344CB8AC3E}">
        <p14:creationId xmlns:p14="http://schemas.microsoft.com/office/powerpoint/2010/main" val="1986325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E6E589C-330D-5B71-CC08-CC9F9237D64E}"/>
              </a:ext>
            </a:extLst>
          </p:cNvPr>
          <p:cNvSpPr>
            <a:spLocks noGrp="1"/>
          </p:cNvSpPr>
          <p:nvPr>
            <p:ph type="pic" sz="quarter" idx="13"/>
          </p:nvPr>
        </p:nvSpPr>
        <p:spPr/>
      </p:sp>
      <p:sp>
        <p:nvSpPr>
          <p:cNvPr id="9" name="Text Placeholder 8">
            <a:extLst>
              <a:ext uri="{FF2B5EF4-FFF2-40B4-BE49-F238E27FC236}">
                <a16:creationId xmlns:a16="http://schemas.microsoft.com/office/drawing/2014/main" id="{5C5C7AE9-E959-EBB0-368D-DEF38577D69D}"/>
              </a:ext>
            </a:extLst>
          </p:cNvPr>
          <p:cNvSpPr>
            <a:spLocks noGrp="1"/>
          </p:cNvSpPr>
          <p:nvPr>
            <p:ph type="body" sz="quarter" idx="4294967295"/>
          </p:nvPr>
        </p:nvSpPr>
        <p:spPr>
          <a:xfrm>
            <a:off x="959429" y="2627799"/>
            <a:ext cx="5136570" cy="2333019"/>
          </a:xfrm>
        </p:spPr>
        <p:txBody>
          <a:bodyPr>
            <a:normAutofit fontScale="62500" lnSpcReduction="20000"/>
          </a:bodyPr>
          <a:lstStyle/>
          <a:p>
            <a:pPr algn="just">
              <a:lnSpc>
                <a:spcPts val="1940"/>
              </a:lnSpc>
            </a:pPr>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a:t>
            </a:r>
            <a:r>
              <a:rPr lang="en-US" dirty="0" err="1"/>
              <a:t>nulla</a:t>
            </a:r>
            <a:r>
              <a:rPr lang="en-US" dirty="0"/>
              <a:t> </a:t>
            </a:r>
            <a:r>
              <a:rPr lang="en-US" dirty="0" err="1"/>
              <a:t>pariatur</a:t>
            </a:r>
            <a:r>
              <a:rPr lang="en-US" dirty="0"/>
              <a:t> </a:t>
            </a:r>
            <a:r>
              <a:rPr lang="en-US" dirty="0" err="1"/>
              <a:t>anim</a:t>
            </a:r>
            <a:r>
              <a:rPr lang="en-US" dirty="0"/>
              <a:t> id est laborum.</a:t>
            </a:r>
          </a:p>
        </p:txBody>
      </p:sp>
      <p:sp>
        <p:nvSpPr>
          <p:cNvPr id="5" name="Picture Placeholder 4">
            <a:extLst>
              <a:ext uri="{FF2B5EF4-FFF2-40B4-BE49-F238E27FC236}">
                <a16:creationId xmlns:a16="http://schemas.microsoft.com/office/drawing/2014/main" id="{D7A4F15F-093C-01D0-8C37-275C22A8D238}"/>
              </a:ext>
            </a:extLst>
          </p:cNvPr>
          <p:cNvSpPr>
            <a:spLocks noGrp="1"/>
          </p:cNvSpPr>
          <p:nvPr>
            <p:ph type="pic" sz="quarter" idx="18"/>
          </p:nvPr>
        </p:nvSpPr>
        <p:spPr/>
      </p:sp>
      <p:sp>
        <p:nvSpPr>
          <p:cNvPr id="7" name="Picture Placeholder 6">
            <a:extLst>
              <a:ext uri="{FF2B5EF4-FFF2-40B4-BE49-F238E27FC236}">
                <a16:creationId xmlns:a16="http://schemas.microsoft.com/office/drawing/2014/main" id="{1DF94E9D-BF13-4FA3-3FDF-DC37F492192C}"/>
              </a:ext>
            </a:extLst>
          </p:cNvPr>
          <p:cNvSpPr>
            <a:spLocks noGrp="1"/>
          </p:cNvSpPr>
          <p:nvPr>
            <p:ph type="pic" sz="quarter" idx="19"/>
          </p:nvPr>
        </p:nvSpPr>
        <p:spPr/>
      </p:sp>
      <p:sp>
        <p:nvSpPr>
          <p:cNvPr id="8" name="Picture Placeholder 7">
            <a:extLst>
              <a:ext uri="{FF2B5EF4-FFF2-40B4-BE49-F238E27FC236}">
                <a16:creationId xmlns:a16="http://schemas.microsoft.com/office/drawing/2014/main" id="{A76D8487-26F7-57AF-806E-E14BA41D7B7B}"/>
              </a:ext>
            </a:extLst>
          </p:cNvPr>
          <p:cNvSpPr>
            <a:spLocks noGrp="1"/>
          </p:cNvSpPr>
          <p:nvPr>
            <p:ph type="pic" sz="quarter" idx="20"/>
          </p:nvPr>
        </p:nvSpPr>
        <p:spPr/>
      </p:sp>
      <p:sp>
        <p:nvSpPr>
          <p:cNvPr id="16" name="Picture Placeholder 15">
            <a:extLst>
              <a:ext uri="{FF2B5EF4-FFF2-40B4-BE49-F238E27FC236}">
                <a16:creationId xmlns:a16="http://schemas.microsoft.com/office/drawing/2014/main" id="{8B7E474E-892E-D882-1EB1-F28525F70545}"/>
              </a:ext>
            </a:extLst>
          </p:cNvPr>
          <p:cNvSpPr>
            <a:spLocks noGrp="1"/>
          </p:cNvSpPr>
          <p:nvPr>
            <p:ph type="pic" sz="quarter" idx="21"/>
          </p:nvPr>
        </p:nvSpPr>
        <p:spPr/>
      </p:sp>
      <p:sp>
        <p:nvSpPr>
          <p:cNvPr id="20" name="Picture Placeholder 19">
            <a:extLst>
              <a:ext uri="{FF2B5EF4-FFF2-40B4-BE49-F238E27FC236}">
                <a16:creationId xmlns:a16="http://schemas.microsoft.com/office/drawing/2014/main" id="{91DCC373-6CEB-9742-F63C-C62288F71B04}"/>
              </a:ext>
            </a:extLst>
          </p:cNvPr>
          <p:cNvSpPr>
            <a:spLocks noGrp="1"/>
          </p:cNvSpPr>
          <p:nvPr>
            <p:ph type="pic" sz="quarter" idx="23"/>
          </p:nvPr>
        </p:nvSpPr>
        <p:spPr/>
      </p:sp>
      <p:sp>
        <p:nvSpPr>
          <p:cNvPr id="2" name="Text Placeholder 1">
            <a:extLst>
              <a:ext uri="{FF2B5EF4-FFF2-40B4-BE49-F238E27FC236}">
                <a16:creationId xmlns:a16="http://schemas.microsoft.com/office/drawing/2014/main" id="{8C830136-8139-101D-F2FB-53B0D2AF4D16}"/>
              </a:ext>
            </a:extLst>
          </p:cNvPr>
          <p:cNvSpPr>
            <a:spLocks noGrp="1"/>
          </p:cNvSpPr>
          <p:nvPr>
            <p:ph type="body" sz="quarter" idx="25"/>
          </p:nvPr>
        </p:nvSpPr>
        <p:spPr>
          <a:xfrm>
            <a:off x="942134" y="998482"/>
            <a:ext cx="5312362" cy="551774"/>
          </a:xfrm>
        </p:spPr>
        <p:txBody>
          <a:bodyPr/>
          <a:lstStyle/>
          <a:p>
            <a:r>
              <a:rPr lang="en-US" dirty="0"/>
              <a:t>The Better Way</a:t>
            </a:r>
          </a:p>
        </p:txBody>
      </p:sp>
      <p:sp>
        <p:nvSpPr>
          <p:cNvPr id="10" name="Text Placeholder 9">
            <a:extLst>
              <a:ext uri="{FF2B5EF4-FFF2-40B4-BE49-F238E27FC236}">
                <a16:creationId xmlns:a16="http://schemas.microsoft.com/office/drawing/2014/main" id="{DC38229F-A780-FCC5-F2AB-F48C8EB93CD3}"/>
              </a:ext>
            </a:extLst>
          </p:cNvPr>
          <p:cNvSpPr>
            <a:spLocks noGrp="1"/>
          </p:cNvSpPr>
          <p:nvPr>
            <p:ph type="body" sz="quarter" idx="35"/>
          </p:nvPr>
        </p:nvSpPr>
        <p:spPr>
          <a:xfrm>
            <a:off x="958850" y="2303160"/>
            <a:ext cx="5136570" cy="308278"/>
          </a:xfrm>
        </p:spPr>
        <p:txBody>
          <a:bodyPr>
            <a:normAutofit fontScale="92500" lnSpcReduction="10000"/>
          </a:bodyPr>
          <a:lstStyle/>
          <a:p>
            <a:r>
              <a:rPr lang="en-US" dirty="0"/>
              <a:t>Great lead-in subhead will go here.</a:t>
            </a:r>
          </a:p>
        </p:txBody>
      </p:sp>
      <p:sp>
        <p:nvSpPr>
          <p:cNvPr id="47" name="Slide Number Placeholder 5">
            <a:extLst>
              <a:ext uri="{FF2B5EF4-FFF2-40B4-BE49-F238E27FC236}">
                <a16:creationId xmlns:a16="http://schemas.microsoft.com/office/drawing/2014/main" id="{2B7B791A-9BBB-F4B0-FE81-D9DB03072587}"/>
              </a:ext>
            </a:extLst>
          </p:cNvPr>
          <p:cNvSpPr txBox="1">
            <a:spLocks/>
          </p:cNvSpPr>
          <p:nvPr/>
        </p:nvSpPr>
        <p:spPr>
          <a:xfrm>
            <a:off x="8610600" y="6356350"/>
            <a:ext cx="2743200" cy="365125"/>
          </a:xfrm>
          <a:prstGeom prst="rect">
            <a:avLst/>
          </a:prstGeom>
          <a:noFill/>
          <a:effectLst/>
        </p:spPr>
        <p:txBody>
          <a:bodyPr vert="horz" lIns="91440" tIns="45720" rIns="91440" bIns="45720" rtlCol="0" anchor="ctr">
            <a:normAutofit/>
          </a:bodyPr>
          <a:lstStyle>
            <a:lvl1pPr marL="0" indent="0" algn="ctr" defTabSz="914400" rtl="0" eaLnBrk="1" latinLnBrk="0" hangingPunct="1">
              <a:lnSpc>
                <a:spcPct val="100000"/>
              </a:lnSpc>
              <a:spcBef>
                <a:spcPts val="1000"/>
              </a:spcBef>
              <a:buFont typeface="Arial" panose="020B0604020202020204" pitchFamily="34" charset="0"/>
              <a:buNone/>
              <a:defRPr sz="1800" b="0" i="0" kern="1200">
                <a:solidFill>
                  <a:schemeClr val="tx1"/>
                </a:solidFill>
                <a:latin typeface="Gotham Boo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fld id="{8929AD07-5DAF-5C46-853B-6972F006CBE9}" type="slidenum">
              <a:rPr lang="en-US" sz="1200" smtClean="0">
                <a:solidFill>
                  <a:schemeClr val="accent3"/>
                </a:solidFill>
                <a:latin typeface="Montserrat" pitchFamily="2" charset="77"/>
              </a:rPr>
              <a:pPr algn="r"/>
              <a:t>17</a:t>
            </a:fld>
            <a:endParaRPr lang="en-US" sz="1200" dirty="0">
              <a:solidFill>
                <a:schemeClr val="accent3"/>
              </a:solidFill>
              <a:latin typeface="Montserrat" pitchFamily="2" charset="77"/>
            </a:endParaRPr>
          </a:p>
        </p:txBody>
      </p:sp>
    </p:spTree>
    <p:extLst>
      <p:ext uri="{BB962C8B-B14F-4D97-AF65-F5344CB8AC3E}">
        <p14:creationId xmlns:p14="http://schemas.microsoft.com/office/powerpoint/2010/main" val="6936721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C8F565B1-FB01-9D33-E4EA-73FA8121EF79}"/>
              </a:ext>
            </a:extLst>
          </p:cNvPr>
          <p:cNvSpPr>
            <a:spLocks noGrp="1"/>
          </p:cNvSpPr>
          <p:nvPr>
            <p:ph type="body" sz="quarter" idx="15"/>
          </p:nvPr>
        </p:nvSpPr>
        <p:spPr>
          <a:xfrm>
            <a:off x="0" y="2944780"/>
            <a:ext cx="12172950" cy="1179164"/>
          </a:xfrm>
        </p:spPr>
        <p:txBody>
          <a:bodyPr/>
          <a:lstStyle/>
          <a:p>
            <a:endParaRPr lang="en-US" dirty="0">
              <a:effectLst>
                <a:glow rad="567385">
                  <a:schemeClr val="accent5">
                    <a:alpha val="24735"/>
                  </a:schemeClr>
                </a:glow>
              </a:effectLst>
            </a:endParaRPr>
          </a:p>
        </p:txBody>
      </p:sp>
      <p:sp>
        <p:nvSpPr>
          <p:cNvPr id="3" name="Slide Number Placeholder 5">
            <a:extLst>
              <a:ext uri="{FF2B5EF4-FFF2-40B4-BE49-F238E27FC236}">
                <a16:creationId xmlns:a16="http://schemas.microsoft.com/office/drawing/2014/main" id="{07D99014-38FD-BD27-FB7F-287B7F903A1A}"/>
              </a:ext>
            </a:extLst>
          </p:cNvPr>
          <p:cNvSpPr txBox="1">
            <a:spLocks/>
          </p:cNvSpPr>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accent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smtClean="0">
                <a:latin typeface="Montserrat" pitchFamily="2" charset="77"/>
              </a:rPr>
              <a:pPr/>
              <a:t>18</a:t>
            </a:fld>
            <a:endParaRPr lang="en-US" dirty="0">
              <a:latin typeface="Montserrat" pitchFamily="2" charset="77"/>
            </a:endParaRPr>
          </a:p>
        </p:txBody>
      </p:sp>
    </p:spTree>
    <p:extLst>
      <p:ext uri="{BB962C8B-B14F-4D97-AF65-F5344CB8AC3E}">
        <p14:creationId xmlns:p14="http://schemas.microsoft.com/office/powerpoint/2010/main" val="169342010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Picture Placeholder 27">
            <a:extLst>
              <a:ext uri="{FF2B5EF4-FFF2-40B4-BE49-F238E27FC236}">
                <a16:creationId xmlns:a16="http://schemas.microsoft.com/office/drawing/2014/main" id="{B4C35227-61B1-914A-9206-E55B58369431}"/>
              </a:ext>
            </a:extLst>
          </p:cNvPr>
          <p:cNvSpPr>
            <a:spLocks noGrp="1"/>
          </p:cNvSpPr>
          <p:nvPr>
            <p:ph type="pic" sz="quarter" idx="17"/>
          </p:nvPr>
        </p:nvSpPr>
        <p:spPr/>
      </p:sp>
      <p:sp>
        <p:nvSpPr>
          <p:cNvPr id="27" name="Text Placeholder 26">
            <a:extLst>
              <a:ext uri="{FF2B5EF4-FFF2-40B4-BE49-F238E27FC236}">
                <a16:creationId xmlns:a16="http://schemas.microsoft.com/office/drawing/2014/main" id="{F1492AD1-9DB1-799A-787B-2CED4BC7088F}"/>
              </a:ext>
            </a:extLst>
          </p:cNvPr>
          <p:cNvSpPr>
            <a:spLocks noGrp="1"/>
          </p:cNvSpPr>
          <p:nvPr>
            <p:ph type="body" sz="quarter" idx="15"/>
          </p:nvPr>
        </p:nvSpPr>
        <p:spPr/>
        <p:txBody>
          <a:bodyPr/>
          <a:lstStyle/>
          <a:p>
            <a:endParaRPr lang="en-US" dirty="0"/>
          </a:p>
        </p:txBody>
      </p:sp>
      <p:sp>
        <p:nvSpPr>
          <p:cNvPr id="3" name="Slide Number Placeholder 5">
            <a:extLst>
              <a:ext uri="{FF2B5EF4-FFF2-40B4-BE49-F238E27FC236}">
                <a16:creationId xmlns:a16="http://schemas.microsoft.com/office/drawing/2014/main" id="{2BA95F2D-8F36-34C3-3C44-0F712E45A77E}"/>
              </a:ext>
            </a:extLst>
          </p:cNvPr>
          <p:cNvSpPr>
            <a:spLocks noGrp="1"/>
          </p:cNvSpPr>
          <p:nvPr>
            <p:ph type="sldNum" sz="quarter" idx="4"/>
          </p:nvPr>
        </p:nvSpPr>
        <p:spPr>
          <a:prstGeom prst="rect">
            <a:avLst/>
          </a:prstGeom>
        </p:spPr>
        <p:txBody>
          <a:bodyPr/>
          <a:lstStyle/>
          <a:p>
            <a:fld id="{8929AD07-5DAF-5C46-853B-6972F006CBE9}" type="slidenum">
              <a:rPr lang="en-US" smtClean="0"/>
              <a:pPr/>
              <a:t>19</a:t>
            </a:fld>
            <a:endParaRPr lang="en-US" dirty="0"/>
          </a:p>
        </p:txBody>
      </p:sp>
      <p:grpSp>
        <p:nvGrpSpPr>
          <p:cNvPr id="4" name="Graphic 4119">
            <a:extLst>
              <a:ext uri="{FF2B5EF4-FFF2-40B4-BE49-F238E27FC236}">
                <a16:creationId xmlns:a16="http://schemas.microsoft.com/office/drawing/2014/main" id="{52C16D24-CEE9-6520-ABE7-7E442A1E60C4}"/>
              </a:ext>
            </a:extLst>
          </p:cNvPr>
          <p:cNvGrpSpPr/>
          <p:nvPr/>
        </p:nvGrpSpPr>
        <p:grpSpPr>
          <a:xfrm>
            <a:off x="4916238" y="1938528"/>
            <a:ext cx="2359521" cy="630886"/>
            <a:chOff x="2178742" y="-1107180"/>
            <a:chExt cx="2171851" cy="580707"/>
          </a:xfrm>
          <a:solidFill>
            <a:schemeClr val="tx1"/>
          </a:solidFill>
        </p:grpSpPr>
        <p:sp>
          <p:nvSpPr>
            <p:cNvPr id="7" name="Freeform 6">
              <a:extLst>
                <a:ext uri="{FF2B5EF4-FFF2-40B4-BE49-F238E27FC236}">
                  <a16:creationId xmlns:a16="http://schemas.microsoft.com/office/drawing/2014/main" id="{01055E16-ED8B-4B5F-544F-65D907F1CC41}"/>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BDB80A67-D4E1-620D-2996-53E6BE9688A7}"/>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0C93C21D-28B9-BBC6-048F-B19A62B2E16F}"/>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445A1E73-1AF8-BCA7-BCFE-71695246CD98}"/>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3E88BC0D-27AF-B7C8-FB6F-CD7B9A4AA81A}"/>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0C3793D5-6C14-FE4F-2E37-D5FD40C8E3D9}"/>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1D357059-E1E5-5078-A4ED-D78994CF93DF}"/>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D319300F-6881-0CDB-E6A0-ECFEC938E95E}"/>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03004B62-E966-2B96-2B06-490BAE338D4A}"/>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9BA93FA4-33FB-57E4-32B4-470A16F3CDAA}"/>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A8B23FDF-109B-1174-DAE0-99F367F77BF3}"/>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7650744C-9D2B-9885-0386-45BAB7A0BAE2}"/>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5B3396FC-8DFB-1E92-3798-6BBE634FB7EC}"/>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22894F7A-16C3-9EC8-1424-086E318B80D2}"/>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E3807B08-1993-BF7D-CABC-1D526D0AD8BA}"/>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439AF212-82B6-A5B5-BF2C-561F4F058DA5}"/>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E1B39427-9EAF-B247-93EF-3BB3F596B1F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0B96F167-4CBE-7D4B-5438-85F64BA0C24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851F8BB4-49B4-7B84-C880-5BA6D32A5226}"/>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0ED3556F-CD0C-45D7-F81C-C2D4B322058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Tree>
    <p:extLst>
      <p:ext uri="{BB962C8B-B14F-4D97-AF65-F5344CB8AC3E}">
        <p14:creationId xmlns:p14="http://schemas.microsoft.com/office/powerpoint/2010/main" val="52375897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5B2810D7-8589-FBAB-B6EB-928DE1C55515}"/>
              </a:ext>
            </a:extLst>
          </p:cNvPr>
          <p:cNvSpPr>
            <a:spLocks noGrp="1"/>
          </p:cNvSpPr>
          <p:nvPr>
            <p:ph type="body" sz="quarter" idx="15"/>
          </p:nvPr>
        </p:nvSpPr>
        <p:spPr>
          <a:xfrm>
            <a:off x="0" y="2661729"/>
            <a:ext cx="12192000" cy="1376377"/>
          </a:xfrm>
        </p:spPr>
        <p:txBody>
          <a:bodyPr/>
          <a:lstStyle/>
          <a:p>
            <a:endParaRPr lang="en-US" dirty="0"/>
          </a:p>
        </p:txBody>
      </p:sp>
      <p:sp>
        <p:nvSpPr>
          <p:cNvPr id="2" name="Slide Number Placeholder 1">
            <a:extLst>
              <a:ext uri="{FF2B5EF4-FFF2-40B4-BE49-F238E27FC236}">
                <a16:creationId xmlns:a16="http://schemas.microsoft.com/office/drawing/2014/main" id="{4ADA143B-381B-C741-A499-AFADF162F140}"/>
              </a:ext>
            </a:extLst>
          </p:cNvPr>
          <p:cNvSpPr>
            <a:spLocks noGrp="1"/>
          </p:cNvSpPr>
          <p:nvPr>
            <p:ph type="sldNum" sz="quarter" idx="21"/>
          </p:nvPr>
        </p:nvSpPr>
        <p:spPr>
          <a:prstGeom prst="rect">
            <a:avLst/>
          </a:prstGeom>
        </p:spPr>
        <p:txBody>
          <a:bodyPr/>
          <a:lstStyle/>
          <a:p>
            <a:fld id="{8929AD07-5DAF-5C46-853B-6972F006CBE9}" type="slidenum">
              <a:rPr lang="en-US" smtClean="0"/>
              <a:pPr/>
              <a:t>20</a:t>
            </a:fld>
            <a:endParaRPr lang="en-US" dirty="0"/>
          </a:p>
        </p:txBody>
      </p:sp>
    </p:spTree>
    <p:extLst>
      <p:ext uri="{BB962C8B-B14F-4D97-AF65-F5344CB8AC3E}">
        <p14:creationId xmlns:p14="http://schemas.microsoft.com/office/powerpoint/2010/main" val="390840193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5B2810D7-8589-FBAB-B6EB-928DE1C55515}"/>
              </a:ext>
            </a:extLst>
          </p:cNvPr>
          <p:cNvSpPr>
            <a:spLocks noGrp="1"/>
          </p:cNvSpPr>
          <p:nvPr>
            <p:ph type="body" sz="quarter" idx="15"/>
          </p:nvPr>
        </p:nvSpPr>
        <p:spPr>
          <a:xfrm>
            <a:off x="0" y="2661729"/>
            <a:ext cx="12191999" cy="1376377"/>
          </a:xfrm>
        </p:spPr>
        <p:txBody>
          <a:bodyPr/>
          <a:lstStyle/>
          <a:p>
            <a:endParaRPr lang="en-US" dirty="0"/>
          </a:p>
        </p:txBody>
      </p:sp>
      <p:sp>
        <p:nvSpPr>
          <p:cNvPr id="2" name="Slide Number Placeholder 1">
            <a:extLst>
              <a:ext uri="{FF2B5EF4-FFF2-40B4-BE49-F238E27FC236}">
                <a16:creationId xmlns:a16="http://schemas.microsoft.com/office/drawing/2014/main" id="{F4A8178D-2D2E-97B3-A53A-1FBFF2608C8F}"/>
              </a:ext>
            </a:extLst>
          </p:cNvPr>
          <p:cNvSpPr>
            <a:spLocks noGrp="1"/>
          </p:cNvSpPr>
          <p:nvPr>
            <p:ph type="sldNum" sz="quarter" idx="21"/>
          </p:nvPr>
        </p:nvSpPr>
        <p:spPr>
          <a:prstGeom prst="rect">
            <a:avLst/>
          </a:prstGeom>
        </p:spPr>
        <p:txBody>
          <a:bodyPr/>
          <a:lstStyle/>
          <a:p>
            <a:fld id="{8929AD07-5DAF-5C46-853B-6972F006CBE9}" type="slidenum">
              <a:rPr lang="en-US" smtClean="0"/>
              <a:pPr/>
              <a:t>21</a:t>
            </a:fld>
            <a:endParaRPr lang="en-US" dirty="0"/>
          </a:p>
        </p:txBody>
      </p:sp>
    </p:spTree>
    <p:extLst>
      <p:ext uri="{BB962C8B-B14F-4D97-AF65-F5344CB8AC3E}">
        <p14:creationId xmlns:p14="http://schemas.microsoft.com/office/powerpoint/2010/main" val="30300604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07DF775F-47D5-D2D3-F434-30E431630C7B}"/>
              </a:ext>
            </a:extLst>
          </p:cNvPr>
          <p:cNvSpPr>
            <a:spLocks noGrp="1"/>
          </p:cNvSpPr>
          <p:nvPr>
            <p:ph type="body" sz="quarter" idx="15"/>
          </p:nvPr>
        </p:nvSpPr>
        <p:spPr/>
        <p:txBody>
          <a:bodyPr/>
          <a:lstStyle/>
          <a:p>
            <a:endParaRPr lang="en-US"/>
          </a:p>
        </p:txBody>
      </p:sp>
      <p:sp>
        <p:nvSpPr>
          <p:cNvPr id="2" name="Slide Number Placeholder 1">
            <a:extLst>
              <a:ext uri="{FF2B5EF4-FFF2-40B4-BE49-F238E27FC236}">
                <a16:creationId xmlns:a16="http://schemas.microsoft.com/office/drawing/2014/main" id="{DAD2B899-21F5-387E-E5AC-AFEF5C1BBA19}"/>
              </a:ext>
            </a:extLst>
          </p:cNvPr>
          <p:cNvSpPr>
            <a:spLocks noGrp="1"/>
          </p:cNvSpPr>
          <p:nvPr>
            <p:ph type="sldNum" sz="quarter" idx="21"/>
          </p:nvPr>
        </p:nvSpPr>
        <p:spPr>
          <a:prstGeom prst="rect">
            <a:avLst/>
          </a:prstGeom>
        </p:spPr>
        <p:txBody>
          <a:bodyPr/>
          <a:lstStyle/>
          <a:p>
            <a:fld id="{8929AD07-5DAF-5C46-853B-6972F006CBE9}" type="slidenum">
              <a:rPr lang="en-US" smtClean="0"/>
              <a:pPr/>
              <a:t>22</a:t>
            </a:fld>
            <a:endParaRPr lang="en-US" dirty="0"/>
          </a:p>
        </p:txBody>
      </p:sp>
      <p:grpSp>
        <p:nvGrpSpPr>
          <p:cNvPr id="4" name="Graphic 4119">
            <a:extLst>
              <a:ext uri="{FF2B5EF4-FFF2-40B4-BE49-F238E27FC236}">
                <a16:creationId xmlns:a16="http://schemas.microsoft.com/office/drawing/2014/main" id="{F0F9179F-D1AF-60E3-B026-A0EFC7F9FECA}"/>
              </a:ext>
            </a:extLst>
          </p:cNvPr>
          <p:cNvGrpSpPr/>
          <p:nvPr/>
        </p:nvGrpSpPr>
        <p:grpSpPr>
          <a:xfrm>
            <a:off x="4810142" y="1963058"/>
            <a:ext cx="2611186" cy="698176"/>
            <a:chOff x="2178742" y="-1107180"/>
            <a:chExt cx="2171851" cy="580707"/>
          </a:xfrm>
          <a:solidFill>
            <a:srgbClr val="FFFFFF"/>
          </a:solidFill>
        </p:grpSpPr>
        <p:sp>
          <p:nvSpPr>
            <p:cNvPr id="6" name="Freeform 5">
              <a:extLst>
                <a:ext uri="{FF2B5EF4-FFF2-40B4-BE49-F238E27FC236}">
                  <a16:creationId xmlns:a16="http://schemas.microsoft.com/office/drawing/2014/main" id="{4C17A2D1-E765-67A5-F074-C2BF0EDDA54E}"/>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58F59805-631D-1B1D-6EA1-B1ABB9C6EE4C}"/>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48D8A344-5CFA-1D90-D6B4-E5D42AF5911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829E9535-5B26-BBD8-2C78-47E50C74A980}"/>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8466AA58-9B44-6EA5-1DC2-54811077ABD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6D617088-52B9-0406-11EB-800AB6526162}"/>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77A528F1-C7DA-0227-153C-5A444763B160}"/>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121D205D-8B49-F380-10B8-2C6C8BB4575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856867C6-6462-4BCE-41A2-C4C6816ABEF3}"/>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5A8BFA6A-6C7E-ABCD-6A42-74AD1DDF052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E40503C7-D577-2140-2C6A-530C2D2A4705}"/>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AF8A2023-BCA0-CCF3-4115-F47063019AB1}"/>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7736E8C7-CC4D-F0FB-9E42-32BAC6F2B7B6}"/>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30CB258D-C4B0-6E80-5B3B-7F4B596E2512}"/>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AAA8A732-CAF3-DF74-DCFA-7EA155A78E14}"/>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0099A176-4384-BB8C-98BD-4DC188626215}"/>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16E8ED3B-BF39-780E-65E8-FD761C8907A8}"/>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97EDE9D7-21D0-CD78-EFBA-40D4EFC1D8D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8C089F56-4CA1-45E3-A08D-A22B0D922740}"/>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B371AB00-440D-5FA9-7EAB-B86A1A32CFE1}"/>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endParaRPr lang="en-US" dirty="0">
                <a:latin typeface="Proxima Nova Rg" panose="02000506030000020004" pitchFamily="2" charset="77"/>
              </a:endParaRPr>
            </a:p>
          </p:txBody>
        </p:sp>
      </p:grpSp>
    </p:spTree>
    <p:extLst>
      <p:ext uri="{BB962C8B-B14F-4D97-AF65-F5344CB8AC3E}">
        <p14:creationId xmlns:p14="http://schemas.microsoft.com/office/powerpoint/2010/main" val="290982111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B4811CF9-59DD-0135-59C6-A733E65D4C69}"/>
              </a:ext>
            </a:extLst>
          </p:cNvPr>
          <p:cNvSpPr>
            <a:spLocks noGrp="1"/>
          </p:cNvSpPr>
          <p:nvPr>
            <p:ph type="body" sz="quarter" idx="17"/>
          </p:nvPr>
        </p:nvSpPr>
        <p:spPr/>
        <p:txBody>
          <a:bodyPr/>
          <a:lstStyle/>
          <a:p>
            <a:endParaRPr lang="en-US"/>
          </a:p>
        </p:txBody>
      </p:sp>
      <p:sp>
        <p:nvSpPr>
          <p:cNvPr id="5" name="Text Placeholder 4">
            <a:extLst>
              <a:ext uri="{FF2B5EF4-FFF2-40B4-BE49-F238E27FC236}">
                <a16:creationId xmlns:a16="http://schemas.microsoft.com/office/drawing/2014/main" id="{C3DCAB9B-28FB-3BDA-9EA3-AEA0F10A36A9}"/>
              </a:ext>
            </a:extLst>
          </p:cNvPr>
          <p:cNvSpPr>
            <a:spLocks noGrp="1"/>
          </p:cNvSpPr>
          <p:nvPr>
            <p:ph type="body" sz="quarter" idx="4294967295"/>
          </p:nvPr>
        </p:nvSpPr>
        <p:spPr>
          <a:xfrm>
            <a:off x="959428" y="2329553"/>
            <a:ext cx="5441371" cy="2367506"/>
          </a:xfrm>
        </p:spPr>
        <p:txBody>
          <a:bodyPr>
            <a:normAutofit fontScale="55000" lnSpcReduction="20000"/>
          </a:bodyPr>
          <a:lstStyle/>
          <a:p>
            <a:pPr>
              <a:lnSpc>
                <a:spcPts val="1780"/>
              </a:lnSpc>
            </a:pPr>
            <a:r>
              <a:rPr lang="en-US" dirty="0"/>
              <a:t>Lorem ipsum dolor sit amet, consectetur adipiscing elit, sed do eiusmod tempor incididunt ut labore et dolore magna aliqua. Ut enim ad minim veniam, quis nostrud exercitation ullamco laboris nisi ut aliquip ex ea commodo consequat. </a:t>
            </a:r>
            <a:br>
              <a:rPr lang="en-US" dirty="0"/>
            </a:br>
            <a:br>
              <a:rPr lang="en-US" dirty="0"/>
            </a:br>
            <a:r>
              <a:rPr lang="en-US" dirty="0"/>
              <a:t>Duis aute irure dolor in reprehenderit in voluptate velit esse cillum dolore eu fugiat nulla pariatur. Excepteur sint occaecat.</a:t>
            </a:r>
          </a:p>
        </p:txBody>
      </p:sp>
      <p:sp>
        <p:nvSpPr>
          <p:cNvPr id="8" name="Slide Number Placeholder 7">
            <a:extLst>
              <a:ext uri="{FF2B5EF4-FFF2-40B4-BE49-F238E27FC236}">
                <a16:creationId xmlns:a16="http://schemas.microsoft.com/office/drawing/2014/main" id="{FE220D65-D8D9-22FD-47F0-402F27595316}"/>
              </a:ext>
            </a:extLst>
          </p:cNvPr>
          <p:cNvSpPr>
            <a:spLocks noGrp="1"/>
          </p:cNvSpPr>
          <p:nvPr>
            <p:ph type="sldNum" sz="quarter" idx="21"/>
          </p:nvPr>
        </p:nvSpPr>
        <p:spPr>
          <a:prstGeom prst="rect">
            <a:avLst/>
          </a:prstGeom>
        </p:spPr>
        <p:txBody>
          <a:bodyPr/>
          <a:lstStyle/>
          <a:p>
            <a:fld id="{8929AD07-5DAF-5C46-853B-6972F006CBE9}" type="slidenum">
              <a:rPr lang="en-US" smtClean="0"/>
              <a:t>23</a:t>
            </a:fld>
            <a:endParaRPr lang="en-US" dirty="0"/>
          </a:p>
        </p:txBody>
      </p:sp>
      <p:sp>
        <p:nvSpPr>
          <p:cNvPr id="11" name="Text Placeholder 10">
            <a:extLst>
              <a:ext uri="{FF2B5EF4-FFF2-40B4-BE49-F238E27FC236}">
                <a16:creationId xmlns:a16="http://schemas.microsoft.com/office/drawing/2014/main" id="{43DEB956-2316-B89C-C0A0-50E2A2DF405B}"/>
              </a:ext>
            </a:extLst>
          </p:cNvPr>
          <p:cNvSpPr>
            <a:spLocks noGrp="1"/>
          </p:cNvSpPr>
          <p:nvPr>
            <p:ph type="body" sz="quarter" idx="23"/>
          </p:nvPr>
        </p:nvSpPr>
        <p:spPr>
          <a:xfrm>
            <a:off x="944166" y="1196431"/>
            <a:ext cx="6990444" cy="512368"/>
          </a:xfrm>
        </p:spPr>
        <p:txBody>
          <a:bodyPr/>
          <a:lstStyle/>
          <a:p>
            <a:endParaRPr lang="en-US" dirty="0"/>
          </a:p>
        </p:txBody>
      </p:sp>
      <p:pic>
        <p:nvPicPr>
          <p:cNvPr id="18" name="Picture 17">
            <a:extLst>
              <a:ext uri="{FF2B5EF4-FFF2-40B4-BE49-F238E27FC236}">
                <a16:creationId xmlns:a16="http://schemas.microsoft.com/office/drawing/2014/main" id="{867B7B3D-6CAC-D4B1-D2DF-A96440A02485}"/>
              </a:ext>
            </a:extLst>
          </p:cNvPr>
          <p:cNvPicPr>
            <a:picLocks noChangeAspect="1"/>
          </p:cNvPicPr>
          <p:nvPr/>
        </p:nvPicPr>
        <p:blipFill>
          <a:blip r:embed="rId2"/>
          <a:stretch>
            <a:fillRect/>
          </a:stretch>
        </p:blipFill>
        <p:spPr>
          <a:xfrm>
            <a:off x="3711733" y="4993474"/>
            <a:ext cx="1092854" cy="1092854"/>
          </a:xfrm>
          <a:prstGeom prst="rect">
            <a:avLst/>
          </a:prstGeom>
        </p:spPr>
      </p:pic>
      <p:pic>
        <p:nvPicPr>
          <p:cNvPr id="24" name="Picture 23">
            <a:extLst>
              <a:ext uri="{FF2B5EF4-FFF2-40B4-BE49-F238E27FC236}">
                <a16:creationId xmlns:a16="http://schemas.microsoft.com/office/drawing/2014/main" id="{90AC57A3-8848-F566-6C08-36A6EC30F46E}"/>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83413"/>
          <a:stretch/>
        </p:blipFill>
        <p:spPr>
          <a:xfrm>
            <a:off x="4851754" y="4997686"/>
            <a:ext cx="1244246" cy="1088642"/>
          </a:xfrm>
          <a:prstGeom prst="rect">
            <a:avLst/>
          </a:prstGeom>
        </p:spPr>
      </p:pic>
      <p:pic>
        <p:nvPicPr>
          <p:cNvPr id="30" name="Picture 29">
            <a:extLst>
              <a:ext uri="{FF2B5EF4-FFF2-40B4-BE49-F238E27FC236}">
                <a16:creationId xmlns:a16="http://schemas.microsoft.com/office/drawing/2014/main" id="{B8A2C314-F8B6-C505-B37E-7745DD24CFF8}"/>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2402629" y="4993474"/>
            <a:ext cx="1092854" cy="1092854"/>
          </a:xfrm>
          <a:prstGeom prst="rect">
            <a:avLst/>
          </a:prstGeom>
        </p:spPr>
      </p:pic>
      <p:pic>
        <p:nvPicPr>
          <p:cNvPr id="31" name="Picture 30">
            <a:extLst>
              <a:ext uri="{FF2B5EF4-FFF2-40B4-BE49-F238E27FC236}">
                <a16:creationId xmlns:a16="http://schemas.microsoft.com/office/drawing/2014/main" id="{DA8D3DD2-DEAC-9C23-7801-855CD3259872}"/>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54170" r="25409"/>
          <a:stretch/>
        </p:blipFill>
        <p:spPr>
          <a:xfrm>
            <a:off x="905466" y="4998096"/>
            <a:ext cx="1531888" cy="1088642"/>
          </a:xfrm>
          <a:prstGeom prst="rect">
            <a:avLst/>
          </a:prstGeom>
        </p:spPr>
      </p:pic>
      <p:sp>
        <p:nvSpPr>
          <p:cNvPr id="9" name="Text Placeholder 8">
            <a:extLst>
              <a:ext uri="{FF2B5EF4-FFF2-40B4-BE49-F238E27FC236}">
                <a16:creationId xmlns:a16="http://schemas.microsoft.com/office/drawing/2014/main" id="{E2C8A477-24A8-A258-75FC-BBC1C89F6ACD}"/>
              </a:ext>
            </a:extLst>
          </p:cNvPr>
          <p:cNvSpPr>
            <a:spLocks noGrp="1"/>
          </p:cNvSpPr>
          <p:nvPr>
            <p:ph type="body" sz="quarter" idx="18"/>
          </p:nvPr>
        </p:nvSpPr>
        <p:spPr/>
        <p:txBody>
          <a:bodyPr/>
          <a:lstStyle/>
          <a:p>
            <a:endParaRPr lang="en-US"/>
          </a:p>
        </p:txBody>
      </p:sp>
      <p:sp>
        <p:nvSpPr>
          <p:cNvPr id="10" name="Text Placeholder 9">
            <a:extLst>
              <a:ext uri="{FF2B5EF4-FFF2-40B4-BE49-F238E27FC236}">
                <a16:creationId xmlns:a16="http://schemas.microsoft.com/office/drawing/2014/main" id="{CC532A16-A0E7-4F55-EA90-D055F4389886}"/>
              </a:ext>
            </a:extLst>
          </p:cNvPr>
          <p:cNvSpPr>
            <a:spLocks noGrp="1"/>
          </p:cNvSpPr>
          <p:nvPr>
            <p:ph type="body" sz="quarter" idx="22"/>
          </p:nvPr>
        </p:nvSpPr>
        <p:spPr/>
        <p:txBody>
          <a:bodyPr/>
          <a:lstStyle/>
          <a:p>
            <a:endParaRPr lang="en-US" dirty="0"/>
          </a:p>
        </p:txBody>
      </p:sp>
    </p:spTree>
    <p:extLst>
      <p:ext uri="{BB962C8B-B14F-4D97-AF65-F5344CB8AC3E}">
        <p14:creationId xmlns:p14="http://schemas.microsoft.com/office/powerpoint/2010/main" val="1862496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473239F7-7C95-CC2B-394C-E3A779015D20}"/>
              </a:ext>
            </a:extLst>
          </p:cNvPr>
          <p:cNvSpPr>
            <a:spLocks noGrp="1"/>
          </p:cNvSpPr>
          <p:nvPr>
            <p:ph type="sldNum" sz="quarter" idx="21"/>
          </p:nvPr>
        </p:nvSpPr>
        <p:spPr>
          <a:prstGeom prst="rect">
            <a:avLst/>
          </a:prstGeom>
        </p:spPr>
        <p:txBody>
          <a:bodyPr/>
          <a:lstStyle/>
          <a:p>
            <a:fld id="{8929AD07-5DAF-5C46-853B-6972F006CBE9}" type="slidenum">
              <a:rPr lang="en-US" smtClean="0"/>
              <a:t>24</a:t>
            </a:fld>
            <a:endParaRPr lang="en-US" dirty="0"/>
          </a:p>
        </p:txBody>
      </p:sp>
      <p:sp>
        <p:nvSpPr>
          <p:cNvPr id="4" name="Picture Placeholder 3">
            <a:extLst>
              <a:ext uri="{FF2B5EF4-FFF2-40B4-BE49-F238E27FC236}">
                <a16:creationId xmlns:a16="http://schemas.microsoft.com/office/drawing/2014/main" id="{ABE5BB6F-7FEA-8075-AB92-C5E82C33BA73}"/>
              </a:ext>
            </a:extLst>
          </p:cNvPr>
          <p:cNvSpPr>
            <a:spLocks noGrp="1"/>
          </p:cNvSpPr>
          <p:nvPr>
            <p:ph type="pic" sz="quarter" idx="22"/>
          </p:nvPr>
        </p:nvSpPr>
        <p:spPr/>
      </p:sp>
      <p:sp>
        <p:nvSpPr>
          <p:cNvPr id="7" name="Text Placeholder 6">
            <a:extLst>
              <a:ext uri="{FF2B5EF4-FFF2-40B4-BE49-F238E27FC236}">
                <a16:creationId xmlns:a16="http://schemas.microsoft.com/office/drawing/2014/main" id="{31B67149-E716-B9EC-7704-F0F6C2D4447B}"/>
              </a:ext>
            </a:extLst>
          </p:cNvPr>
          <p:cNvSpPr>
            <a:spLocks noGrp="1"/>
          </p:cNvSpPr>
          <p:nvPr>
            <p:ph type="body" sz="quarter" idx="23"/>
          </p:nvPr>
        </p:nvSpPr>
        <p:spPr>
          <a:xfrm>
            <a:off x="923846" y="1192091"/>
            <a:ext cx="5273754" cy="367839"/>
          </a:xfrm>
        </p:spPr>
        <p:txBody>
          <a:bodyPr/>
          <a:lstStyle/>
          <a:p>
            <a:r>
              <a:rPr lang="en-US" dirty="0"/>
              <a:t>Headline Goes Here</a:t>
            </a:r>
          </a:p>
        </p:txBody>
      </p:sp>
      <p:sp>
        <p:nvSpPr>
          <p:cNvPr id="10" name="Text Placeholder 9">
            <a:extLst>
              <a:ext uri="{FF2B5EF4-FFF2-40B4-BE49-F238E27FC236}">
                <a16:creationId xmlns:a16="http://schemas.microsoft.com/office/drawing/2014/main" id="{9B4671D2-08B7-9D53-C22D-FED398BE614A}"/>
              </a:ext>
            </a:extLst>
          </p:cNvPr>
          <p:cNvSpPr>
            <a:spLocks noGrp="1"/>
          </p:cNvSpPr>
          <p:nvPr>
            <p:ph type="body" sz="quarter" idx="17"/>
          </p:nvPr>
        </p:nvSpPr>
        <p:spPr>
          <a:xfrm>
            <a:off x="923846" y="1634871"/>
            <a:ext cx="5798724" cy="367839"/>
          </a:xfrm>
        </p:spPr>
        <p:txBody>
          <a:bodyPr>
            <a:normAutofit/>
          </a:bodyPr>
          <a:lstStyle/>
          <a:p>
            <a:r>
              <a:rPr lang="en-US" dirty="0"/>
              <a:t>Subhead copy goes here</a:t>
            </a:r>
          </a:p>
        </p:txBody>
      </p:sp>
      <p:sp>
        <p:nvSpPr>
          <p:cNvPr id="9" name="Text Placeholder 8">
            <a:extLst>
              <a:ext uri="{FF2B5EF4-FFF2-40B4-BE49-F238E27FC236}">
                <a16:creationId xmlns:a16="http://schemas.microsoft.com/office/drawing/2014/main" id="{D65172A8-170F-CFE0-6DF2-F37F17712A5A}"/>
              </a:ext>
            </a:extLst>
          </p:cNvPr>
          <p:cNvSpPr>
            <a:spLocks noGrp="1"/>
          </p:cNvSpPr>
          <p:nvPr>
            <p:ph type="body" sz="quarter" idx="4294967295"/>
          </p:nvPr>
        </p:nvSpPr>
        <p:spPr>
          <a:xfrm>
            <a:off x="923847" y="2077651"/>
            <a:ext cx="5172154" cy="2545149"/>
          </a:xfrm>
        </p:spPr>
        <p:txBody>
          <a:bodyPr>
            <a:normAutofit fontScale="55000" lnSpcReduction="20000"/>
          </a:bodyPr>
          <a:lstStyle/>
          <a:p>
            <a:pPr>
              <a:lnSpc>
                <a:spcPts val="1780"/>
              </a:lnSpc>
            </a:pPr>
            <a:r>
              <a:rPr lang="en-US" dirty="0"/>
              <a:t>Lorem ipsum dolor sit amet, consectetur adipiscing elit, sed do eiusmod tempor incididunt ut labore et dolore magna aliqua. Ut enim ad minim veniam, quis nostrud exercitation ullamco laboris nisi ut aliquip ex ea commodo consequat. </a:t>
            </a:r>
            <a:br>
              <a:rPr lang="en-US" dirty="0"/>
            </a:br>
            <a:br>
              <a:rPr lang="en-US" dirty="0"/>
            </a:br>
            <a:r>
              <a:rPr lang="en-US" dirty="0"/>
              <a:t>Duis aute irure dolor in reprehenderit in voluptate velit esse cillum dolore eu fugiat nulla pariatur. Excepteur sint occaecat.</a:t>
            </a:r>
          </a:p>
        </p:txBody>
      </p:sp>
    </p:spTree>
    <p:extLst>
      <p:ext uri="{BB962C8B-B14F-4D97-AF65-F5344CB8AC3E}">
        <p14:creationId xmlns:p14="http://schemas.microsoft.com/office/powerpoint/2010/main" val="90313651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D45D733-EE95-A138-ADF8-D8806737E878}"/>
              </a:ext>
            </a:extLst>
          </p:cNvPr>
          <p:cNvSpPr>
            <a:spLocks noGrp="1"/>
          </p:cNvSpPr>
          <p:nvPr>
            <p:ph type="body" sz="quarter" idx="13"/>
          </p:nvPr>
        </p:nvSpPr>
        <p:spPr/>
        <p:txBody>
          <a:bodyPr/>
          <a:lstStyle/>
          <a:p>
            <a:endParaRPr lang="en-US" dirty="0"/>
          </a:p>
        </p:txBody>
      </p:sp>
      <p:sp>
        <p:nvSpPr>
          <p:cNvPr id="3" name="Slide Number Placeholder 5">
            <a:extLst>
              <a:ext uri="{FF2B5EF4-FFF2-40B4-BE49-F238E27FC236}">
                <a16:creationId xmlns:a16="http://schemas.microsoft.com/office/drawing/2014/main" id="{538A7720-5B30-3D4F-8483-F4786FED98FC}"/>
              </a:ext>
            </a:extLst>
          </p:cNvPr>
          <p:cNvSpPr>
            <a:spLocks noGrp="1"/>
          </p:cNvSpPr>
          <p:nvPr>
            <p:ph type="sldNum" sz="quarter" idx="21"/>
          </p:nvPr>
        </p:nvSpPr>
        <p:spPr>
          <a:prstGeom prst="rect">
            <a:avLst/>
          </a:prstGeom>
        </p:spPr>
        <p:txBody>
          <a:bodyPr/>
          <a:lstStyle/>
          <a:p>
            <a:fld id="{8929AD07-5DAF-5C46-853B-6972F006CBE9}" type="slidenum">
              <a:rPr lang="en-US" smtClean="0"/>
              <a:t>25</a:t>
            </a:fld>
            <a:endParaRPr lang="en-US" dirty="0"/>
          </a:p>
        </p:txBody>
      </p:sp>
    </p:spTree>
    <p:extLst>
      <p:ext uri="{BB962C8B-B14F-4D97-AF65-F5344CB8AC3E}">
        <p14:creationId xmlns:p14="http://schemas.microsoft.com/office/powerpoint/2010/main" val="337113759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6FB3923B-C5B4-34D1-A315-66E2ADA4401E}"/>
              </a:ext>
            </a:extLst>
          </p:cNvPr>
          <p:cNvSpPr>
            <a:spLocks noGrp="1"/>
          </p:cNvSpPr>
          <p:nvPr>
            <p:ph type="body" sz="quarter" idx="13"/>
          </p:nvPr>
        </p:nvSpPr>
        <p:spPr/>
        <p:txBody>
          <a:bodyPr/>
          <a:lstStyle/>
          <a:p>
            <a:endParaRPr lang="en-US"/>
          </a:p>
        </p:txBody>
      </p:sp>
      <p:sp>
        <p:nvSpPr>
          <p:cNvPr id="2" name="Slide Number Placeholder 5">
            <a:extLst>
              <a:ext uri="{FF2B5EF4-FFF2-40B4-BE49-F238E27FC236}">
                <a16:creationId xmlns:a16="http://schemas.microsoft.com/office/drawing/2014/main" id="{B1526AA9-E64F-26A9-C3D5-F7B817643B7F}"/>
              </a:ext>
            </a:extLst>
          </p:cNvPr>
          <p:cNvSpPr>
            <a:spLocks noGrp="1"/>
          </p:cNvSpPr>
          <p:nvPr>
            <p:ph type="sldNum" sz="quarter" idx="21"/>
          </p:nvPr>
        </p:nvSpPr>
        <p:spPr>
          <a:prstGeom prst="rect">
            <a:avLst/>
          </a:prstGeom>
        </p:spPr>
        <p:txBody>
          <a:bodyPr/>
          <a:lstStyle/>
          <a:p>
            <a:fld id="{8929AD07-5DAF-5C46-853B-6972F006CBE9}" type="slidenum">
              <a:rPr lang="en-US" smtClean="0"/>
              <a:t>26</a:t>
            </a:fld>
            <a:endParaRPr lang="en-US" dirty="0"/>
          </a:p>
        </p:txBody>
      </p:sp>
    </p:spTree>
    <p:extLst>
      <p:ext uri="{BB962C8B-B14F-4D97-AF65-F5344CB8AC3E}">
        <p14:creationId xmlns:p14="http://schemas.microsoft.com/office/powerpoint/2010/main" val="113279162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5">
            <a:extLst>
              <a:ext uri="{FF2B5EF4-FFF2-40B4-BE49-F238E27FC236}">
                <a16:creationId xmlns:a16="http://schemas.microsoft.com/office/drawing/2014/main" id="{C2BE732B-4607-5D6D-90A4-E78ED8962521}"/>
              </a:ext>
            </a:extLst>
          </p:cNvPr>
          <p:cNvSpPr>
            <a:spLocks noGrp="1"/>
          </p:cNvSpPr>
          <p:nvPr>
            <p:ph type="sldNum" sz="quarter" idx="21"/>
          </p:nvPr>
        </p:nvSpPr>
        <p:spPr>
          <a:prstGeom prst="rect">
            <a:avLst/>
          </a:prstGeom>
        </p:spPr>
        <p:txBody>
          <a:bodyPr/>
          <a:lstStyle/>
          <a:p>
            <a:fld id="{8929AD07-5DAF-5C46-853B-6972F006CBE9}" type="slidenum">
              <a:rPr lang="en-US" smtClean="0"/>
              <a:t>27</a:t>
            </a:fld>
            <a:endParaRPr lang="en-US" dirty="0"/>
          </a:p>
        </p:txBody>
      </p:sp>
      <p:sp>
        <p:nvSpPr>
          <p:cNvPr id="7" name="Text Placeholder 6">
            <a:extLst>
              <a:ext uri="{FF2B5EF4-FFF2-40B4-BE49-F238E27FC236}">
                <a16:creationId xmlns:a16="http://schemas.microsoft.com/office/drawing/2014/main" id="{000F7A0D-BBD6-ED9B-AE01-D7B9E44AAC16}"/>
              </a:ext>
            </a:extLst>
          </p:cNvPr>
          <p:cNvSpPr>
            <a:spLocks noGrp="1"/>
          </p:cNvSpPr>
          <p:nvPr>
            <p:ph type="body" sz="quarter" idx="23"/>
          </p:nvPr>
        </p:nvSpPr>
        <p:spPr/>
        <p:txBody>
          <a:bodyPr/>
          <a:lstStyle/>
          <a:p>
            <a:endParaRPr lang="en-US"/>
          </a:p>
        </p:txBody>
      </p:sp>
      <p:sp>
        <p:nvSpPr>
          <p:cNvPr id="6" name="Text Placeholder 5">
            <a:extLst>
              <a:ext uri="{FF2B5EF4-FFF2-40B4-BE49-F238E27FC236}">
                <a16:creationId xmlns:a16="http://schemas.microsoft.com/office/drawing/2014/main" id="{898DA82E-88D9-4B07-E4B2-E08F01056026}"/>
              </a:ext>
            </a:extLst>
          </p:cNvPr>
          <p:cNvSpPr>
            <a:spLocks noGrp="1"/>
          </p:cNvSpPr>
          <p:nvPr>
            <p:ph type="body" sz="quarter" idx="17"/>
          </p:nvPr>
        </p:nvSpPr>
        <p:spPr/>
        <p:txBody>
          <a:bodyPr/>
          <a:lstStyle/>
          <a:p>
            <a:endParaRPr lang="en-US"/>
          </a:p>
        </p:txBody>
      </p:sp>
      <p:sp>
        <p:nvSpPr>
          <p:cNvPr id="5" name="Text Placeholder 4">
            <a:extLst>
              <a:ext uri="{FF2B5EF4-FFF2-40B4-BE49-F238E27FC236}">
                <a16:creationId xmlns:a16="http://schemas.microsoft.com/office/drawing/2014/main" id="{C0726FD9-F1FF-7D3D-079C-9C3F56163890}"/>
              </a:ext>
            </a:extLst>
          </p:cNvPr>
          <p:cNvSpPr>
            <a:spLocks noGrp="1"/>
          </p:cNvSpPr>
          <p:nvPr>
            <p:ph type="body" sz="quarter" idx="4294967295"/>
          </p:nvPr>
        </p:nvSpPr>
        <p:spPr>
          <a:xfrm>
            <a:off x="923847" y="2507127"/>
            <a:ext cx="5172154" cy="3368947"/>
          </a:xfrm>
        </p:spPr>
        <p:txBody>
          <a:bodyPr/>
          <a:lstStyle/>
          <a:p>
            <a:endParaRPr lang="en-US" dirty="0"/>
          </a:p>
        </p:txBody>
      </p:sp>
    </p:spTree>
    <p:extLst>
      <p:ext uri="{BB962C8B-B14F-4D97-AF65-F5344CB8AC3E}">
        <p14:creationId xmlns:p14="http://schemas.microsoft.com/office/powerpoint/2010/main" val="390748430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a:extLst>
              <a:ext uri="{FF2B5EF4-FFF2-40B4-BE49-F238E27FC236}">
                <a16:creationId xmlns:a16="http://schemas.microsoft.com/office/drawing/2014/main" id="{87724E64-9E68-EE34-8A8A-04F79207991D}"/>
              </a:ext>
            </a:extLst>
          </p:cNvPr>
          <p:cNvSpPr>
            <a:spLocks noGrp="1"/>
          </p:cNvSpPr>
          <p:nvPr>
            <p:ph type="sldNum" sz="quarter" idx="21"/>
          </p:nvPr>
        </p:nvSpPr>
        <p:spPr>
          <a:prstGeom prst="rect">
            <a:avLst/>
          </a:prstGeom>
        </p:spPr>
        <p:txBody>
          <a:bodyPr/>
          <a:lstStyle/>
          <a:p>
            <a:fld id="{8929AD07-5DAF-5C46-853B-6972F006CBE9}" type="slidenum">
              <a:rPr lang="en-US" smtClean="0"/>
              <a:t>28</a:t>
            </a:fld>
            <a:endParaRPr lang="en-US" dirty="0"/>
          </a:p>
        </p:txBody>
      </p:sp>
      <p:sp>
        <p:nvSpPr>
          <p:cNvPr id="8" name="Text Placeholder 7">
            <a:extLst>
              <a:ext uri="{FF2B5EF4-FFF2-40B4-BE49-F238E27FC236}">
                <a16:creationId xmlns:a16="http://schemas.microsoft.com/office/drawing/2014/main" id="{39BD084C-7E63-BF7E-06B5-FAE54FECA0BB}"/>
              </a:ext>
            </a:extLst>
          </p:cNvPr>
          <p:cNvSpPr>
            <a:spLocks noGrp="1"/>
          </p:cNvSpPr>
          <p:nvPr>
            <p:ph type="body" sz="quarter" idx="23"/>
          </p:nvPr>
        </p:nvSpPr>
        <p:spPr/>
        <p:txBody>
          <a:bodyPr/>
          <a:lstStyle/>
          <a:p>
            <a:endParaRPr lang="en-US"/>
          </a:p>
        </p:txBody>
      </p:sp>
      <p:sp>
        <p:nvSpPr>
          <p:cNvPr id="7" name="Text Placeholder 6">
            <a:extLst>
              <a:ext uri="{FF2B5EF4-FFF2-40B4-BE49-F238E27FC236}">
                <a16:creationId xmlns:a16="http://schemas.microsoft.com/office/drawing/2014/main" id="{B19877D2-BDC6-D880-1074-B50F3841487E}"/>
              </a:ext>
            </a:extLst>
          </p:cNvPr>
          <p:cNvSpPr>
            <a:spLocks noGrp="1"/>
          </p:cNvSpPr>
          <p:nvPr>
            <p:ph type="body" sz="quarter" idx="17"/>
          </p:nvPr>
        </p:nvSpPr>
        <p:spPr/>
        <p:txBody>
          <a:bodyPr/>
          <a:lstStyle/>
          <a:p>
            <a:endParaRPr lang="en-US"/>
          </a:p>
        </p:txBody>
      </p:sp>
      <p:sp>
        <p:nvSpPr>
          <p:cNvPr id="6" name="Text Placeholder 5">
            <a:extLst>
              <a:ext uri="{FF2B5EF4-FFF2-40B4-BE49-F238E27FC236}">
                <a16:creationId xmlns:a16="http://schemas.microsoft.com/office/drawing/2014/main" id="{3A974787-CA94-973A-0150-27246FA9D4D9}"/>
              </a:ext>
            </a:extLst>
          </p:cNvPr>
          <p:cNvSpPr>
            <a:spLocks noGrp="1"/>
          </p:cNvSpPr>
          <p:nvPr>
            <p:ph type="body" sz="quarter" idx="4294967295"/>
          </p:nvPr>
        </p:nvSpPr>
        <p:spPr>
          <a:xfrm>
            <a:off x="923847" y="2507127"/>
            <a:ext cx="5172154" cy="3368947"/>
          </a:xfrm>
        </p:spPr>
        <p:txBody>
          <a:bodyPr/>
          <a:lstStyle/>
          <a:p>
            <a:endParaRPr lang="en-US" dirty="0"/>
          </a:p>
        </p:txBody>
      </p:sp>
    </p:spTree>
    <p:extLst>
      <p:ext uri="{BB962C8B-B14F-4D97-AF65-F5344CB8AC3E}">
        <p14:creationId xmlns:p14="http://schemas.microsoft.com/office/powerpoint/2010/main" val="201070359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9A136B8D-FF84-6214-60D5-D5DAB9D623D6}"/>
              </a:ext>
            </a:extLst>
          </p:cNvPr>
          <p:cNvSpPr>
            <a:spLocks noGrp="1"/>
          </p:cNvSpPr>
          <p:nvPr>
            <p:ph type="sldNum" sz="quarter" idx="21"/>
          </p:nvPr>
        </p:nvSpPr>
        <p:spPr>
          <a:prstGeom prst="rect">
            <a:avLst/>
          </a:prstGeom>
        </p:spPr>
        <p:txBody>
          <a:bodyPr/>
          <a:lstStyle/>
          <a:p>
            <a:fld id="{8929AD07-5DAF-5C46-853B-6972F006CBE9}" type="slidenum">
              <a:rPr lang="en-US" smtClean="0"/>
              <a:t>29</a:t>
            </a:fld>
            <a:endParaRPr lang="en-US" dirty="0"/>
          </a:p>
        </p:txBody>
      </p:sp>
      <p:sp>
        <p:nvSpPr>
          <p:cNvPr id="7" name="Text Placeholder 6">
            <a:extLst>
              <a:ext uri="{FF2B5EF4-FFF2-40B4-BE49-F238E27FC236}">
                <a16:creationId xmlns:a16="http://schemas.microsoft.com/office/drawing/2014/main" id="{98E7A434-C8F8-61F7-28EE-C0A10B637FA2}"/>
              </a:ext>
            </a:extLst>
          </p:cNvPr>
          <p:cNvSpPr>
            <a:spLocks noGrp="1"/>
          </p:cNvSpPr>
          <p:nvPr>
            <p:ph type="body" sz="quarter" idx="23"/>
          </p:nvPr>
        </p:nvSpPr>
        <p:spPr/>
        <p:txBody>
          <a:bodyPr/>
          <a:lstStyle/>
          <a:p>
            <a:endParaRPr lang="en-US"/>
          </a:p>
        </p:txBody>
      </p:sp>
      <p:sp>
        <p:nvSpPr>
          <p:cNvPr id="6" name="Text Placeholder 5">
            <a:extLst>
              <a:ext uri="{FF2B5EF4-FFF2-40B4-BE49-F238E27FC236}">
                <a16:creationId xmlns:a16="http://schemas.microsoft.com/office/drawing/2014/main" id="{B8A2AAFE-E6AF-1780-83CB-0EB1DA63DF24}"/>
              </a:ext>
            </a:extLst>
          </p:cNvPr>
          <p:cNvSpPr>
            <a:spLocks noGrp="1"/>
          </p:cNvSpPr>
          <p:nvPr>
            <p:ph type="body" sz="quarter" idx="17"/>
          </p:nvPr>
        </p:nvSpPr>
        <p:spPr/>
        <p:txBody>
          <a:bodyPr/>
          <a:lstStyle/>
          <a:p>
            <a:endParaRPr lang="en-US"/>
          </a:p>
        </p:txBody>
      </p:sp>
      <p:sp>
        <p:nvSpPr>
          <p:cNvPr id="5" name="Text Placeholder 4">
            <a:extLst>
              <a:ext uri="{FF2B5EF4-FFF2-40B4-BE49-F238E27FC236}">
                <a16:creationId xmlns:a16="http://schemas.microsoft.com/office/drawing/2014/main" id="{3D12E035-8912-A2D8-28E5-AA39E9560E99}"/>
              </a:ext>
            </a:extLst>
          </p:cNvPr>
          <p:cNvSpPr>
            <a:spLocks noGrp="1"/>
          </p:cNvSpPr>
          <p:nvPr>
            <p:ph type="body" sz="quarter" idx="4294967295"/>
          </p:nvPr>
        </p:nvSpPr>
        <p:spPr>
          <a:xfrm>
            <a:off x="923847" y="2507127"/>
            <a:ext cx="5172154" cy="3368947"/>
          </a:xfrm>
        </p:spPr>
        <p:txBody>
          <a:bodyPr/>
          <a:lstStyle/>
          <a:p>
            <a:endParaRPr lang="en-US" dirty="0"/>
          </a:p>
        </p:txBody>
      </p:sp>
    </p:spTree>
    <p:extLst>
      <p:ext uri="{BB962C8B-B14F-4D97-AF65-F5344CB8AC3E}">
        <p14:creationId xmlns:p14="http://schemas.microsoft.com/office/powerpoint/2010/main" val="383945704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4EF15D73-71EB-06CA-953C-319F4EAC8E87}"/>
              </a:ext>
            </a:extLst>
          </p:cNvPr>
          <p:cNvSpPr>
            <a:spLocks noGrp="1"/>
          </p:cNvSpPr>
          <p:nvPr>
            <p:ph type="sldNum" sz="quarter" idx="21"/>
          </p:nvPr>
        </p:nvSpPr>
        <p:spPr>
          <a:prstGeom prst="rect">
            <a:avLst/>
          </a:prstGeom>
        </p:spPr>
        <p:txBody>
          <a:bodyPr/>
          <a:lstStyle/>
          <a:p>
            <a:fld id="{8929AD07-5DAF-5C46-853B-6972F006CBE9}" type="slidenum">
              <a:rPr lang="en-US" smtClean="0"/>
              <a:t>30</a:t>
            </a:fld>
            <a:endParaRPr lang="en-US" dirty="0"/>
          </a:p>
        </p:txBody>
      </p:sp>
      <p:sp>
        <p:nvSpPr>
          <p:cNvPr id="7" name="Text Placeholder 6">
            <a:extLst>
              <a:ext uri="{FF2B5EF4-FFF2-40B4-BE49-F238E27FC236}">
                <a16:creationId xmlns:a16="http://schemas.microsoft.com/office/drawing/2014/main" id="{8D0DB444-64D7-8231-7FBB-7678EF5F2838}"/>
              </a:ext>
            </a:extLst>
          </p:cNvPr>
          <p:cNvSpPr>
            <a:spLocks noGrp="1"/>
          </p:cNvSpPr>
          <p:nvPr>
            <p:ph type="body" sz="quarter" idx="23"/>
          </p:nvPr>
        </p:nvSpPr>
        <p:spPr/>
        <p:txBody>
          <a:bodyPr/>
          <a:lstStyle/>
          <a:p>
            <a:endParaRPr lang="en-US"/>
          </a:p>
        </p:txBody>
      </p:sp>
      <p:sp>
        <p:nvSpPr>
          <p:cNvPr id="6" name="Text Placeholder 5">
            <a:extLst>
              <a:ext uri="{FF2B5EF4-FFF2-40B4-BE49-F238E27FC236}">
                <a16:creationId xmlns:a16="http://schemas.microsoft.com/office/drawing/2014/main" id="{27B2C195-0F4B-2822-4A99-253228E527D8}"/>
              </a:ext>
            </a:extLst>
          </p:cNvPr>
          <p:cNvSpPr>
            <a:spLocks noGrp="1"/>
          </p:cNvSpPr>
          <p:nvPr>
            <p:ph type="body" sz="quarter" idx="17"/>
          </p:nvPr>
        </p:nvSpPr>
        <p:spPr/>
        <p:txBody>
          <a:bodyPr/>
          <a:lstStyle/>
          <a:p>
            <a:endParaRPr lang="en-US"/>
          </a:p>
        </p:txBody>
      </p:sp>
      <p:sp>
        <p:nvSpPr>
          <p:cNvPr id="5" name="Text Placeholder 4">
            <a:extLst>
              <a:ext uri="{FF2B5EF4-FFF2-40B4-BE49-F238E27FC236}">
                <a16:creationId xmlns:a16="http://schemas.microsoft.com/office/drawing/2014/main" id="{45EF4A13-EEAE-CBDA-B7AE-AA43CD5E8524}"/>
              </a:ext>
            </a:extLst>
          </p:cNvPr>
          <p:cNvSpPr>
            <a:spLocks noGrp="1"/>
          </p:cNvSpPr>
          <p:nvPr>
            <p:ph type="body" sz="quarter" idx="4294967295"/>
          </p:nvPr>
        </p:nvSpPr>
        <p:spPr>
          <a:xfrm>
            <a:off x="923847" y="2507127"/>
            <a:ext cx="5172154" cy="3368947"/>
          </a:xfrm>
        </p:spPr>
        <p:txBody>
          <a:bodyPr/>
          <a:lstStyle/>
          <a:p>
            <a:endParaRPr lang="en-US" dirty="0"/>
          </a:p>
        </p:txBody>
      </p:sp>
    </p:spTree>
    <p:extLst>
      <p:ext uri="{BB962C8B-B14F-4D97-AF65-F5344CB8AC3E}">
        <p14:creationId xmlns:p14="http://schemas.microsoft.com/office/powerpoint/2010/main" val="175663033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68A5FB6B-8393-C88C-D861-39DA6E9933EA}"/>
              </a:ext>
            </a:extLst>
          </p:cNvPr>
          <p:cNvSpPr>
            <a:spLocks noGrp="1"/>
          </p:cNvSpPr>
          <p:nvPr>
            <p:ph type="sldNum" sz="quarter" idx="23"/>
          </p:nvPr>
        </p:nvSpPr>
        <p:spPr>
          <a:prstGeom prst="rect">
            <a:avLst/>
          </a:prstGeom>
        </p:spPr>
        <p:txBody>
          <a:bodyPr/>
          <a:lstStyle/>
          <a:p>
            <a:fld id="{8929AD07-5DAF-5C46-853B-6972F006CBE9}" type="slidenum">
              <a:rPr lang="en-US" smtClean="0"/>
              <a:t>31</a:t>
            </a:fld>
            <a:endParaRPr lang="en-US" dirty="0"/>
          </a:p>
        </p:txBody>
      </p:sp>
      <p:sp>
        <p:nvSpPr>
          <p:cNvPr id="4" name="Text Placeholder 3">
            <a:extLst>
              <a:ext uri="{FF2B5EF4-FFF2-40B4-BE49-F238E27FC236}">
                <a16:creationId xmlns:a16="http://schemas.microsoft.com/office/drawing/2014/main" id="{07A7DA13-C38B-18A5-6405-FDCE768505BF}"/>
              </a:ext>
            </a:extLst>
          </p:cNvPr>
          <p:cNvSpPr>
            <a:spLocks noGrp="1"/>
          </p:cNvSpPr>
          <p:nvPr>
            <p:ph type="body" sz="quarter" idx="24"/>
          </p:nvPr>
        </p:nvSpPr>
        <p:spPr/>
        <p:txBody>
          <a:bodyPr/>
          <a:lstStyle/>
          <a:p>
            <a:endParaRPr lang="en-US"/>
          </a:p>
        </p:txBody>
      </p:sp>
      <p:sp>
        <p:nvSpPr>
          <p:cNvPr id="3" name="Text Placeholder 2">
            <a:extLst>
              <a:ext uri="{FF2B5EF4-FFF2-40B4-BE49-F238E27FC236}">
                <a16:creationId xmlns:a16="http://schemas.microsoft.com/office/drawing/2014/main" id="{E99D6D45-1593-8D99-5E42-81831A003C54}"/>
              </a:ext>
            </a:extLst>
          </p:cNvPr>
          <p:cNvSpPr>
            <a:spLocks noGrp="1"/>
          </p:cNvSpPr>
          <p:nvPr>
            <p:ph type="body" sz="quarter" idx="17"/>
          </p:nvPr>
        </p:nvSpPr>
        <p:spPr/>
        <p:txBody>
          <a:bodyPr/>
          <a:lstStyle/>
          <a:p>
            <a:endParaRPr lang="en-US"/>
          </a:p>
        </p:txBody>
      </p:sp>
      <p:sp>
        <p:nvSpPr>
          <p:cNvPr id="2" name="Text Placeholder 1">
            <a:extLst>
              <a:ext uri="{FF2B5EF4-FFF2-40B4-BE49-F238E27FC236}">
                <a16:creationId xmlns:a16="http://schemas.microsoft.com/office/drawing/2014/main" id="{5B719183-DCD3-4C52-F093-84BD812671A3}"/>
              </a:ext>
            </a:extLst>
          </p:cNvPr>
          <p:cNvSpPr>
            <a:spLocks noGrp="1"/>
          </p:cNvSpPr>
          <p:nvPr>
            <p:ph type="body" sz="quarter" idx="4294967295"/>
          </p:nvPr>
        </p:nvSpPr>
        <p:spPr>
          <a:xfrm>
            <a:off x="923847" y="2240574"/>
            <a:ext cx="5172154" cy="3368947"/>
          </a:xfrm>
        </p:spPr>
        <p:txBody>
          <a:bodyPr/>
          <a:lstStyle/>
          <a:p>
            <a:endParaRPr lang="en-US" dirty="0"/>
          </a:p>
        </p:txBody>
      </p:sp>
    </p:spTree>
    <p:extLst>
      <p:ext uri="{BB962C8B-B14F-4D97-AF65-F5344CB8AC3E}">
        <p14:creationId xmlns:p14="http://schemas.microsoft.com/office/powerpoint/2010/main" val="194144963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CF06814-19B6-5FAA-216B-01A9F36FFC42}"/>
              </a:ext>
            </a:extLst>
          </p:cNvPr>
          <p:cNvSpPr>
            <a:spLocks noGrp="1"/>
          </p:cNvSpPr>
          <p:nvPr>
            <p:ph type="sldNum" sz="quarter" idx="21"/>
          </p:nvPr>
        </p:nvSpPr>
        <p:spPr>
          <a:prstGeom prst="rect">
            <a:avLst/>
          </a:prstGeom>
        </p:spPr>
        <p:txBody>
          <a:bodyPr/>
          <a:lstStyle/>
          <a:p>
            <a:fld id="{8929AD07-5DAF-5C46-853B-6972F006CBE9}" type="slidenum">
              <a:rPr lang="en-US" smtClean="0"/>
              <a:t>32</a:t>
            </a:fld>
            <a:endParaRPr lang="en-US" dirty="0"/>
          </a:p>
        </p:txBody>
      </p:sp>
      <p:sp>
        <p:nvSpPr>
          <p:cNvPr id="15" name="Text Placeholder 14">
            <a:extLst>
              <a:ext uri="{FF2B5EF4-FFF2-40B4-BE49-F238E27FC236}">
                <a16:creationId xmlns:a16="http://schemas.microsoft.com/office/drawing/2014/main" id="{AD810276-671A-B533-2D8F-BB6F7F49C804}"/>
              </a:ext>
            </a:extLst>
          </p:cNvPr>
          <p:cNvSpPr>
            <a:spLocks noGrp="1"/>
          </p:cNvSpPr>
          <p:nvPr>
            <p:ph type="body" sz="quarter" idx="23"/>
          </p:nvPr>
        </p:nvSpPr>
        <p:spPr/>
        <p:txBody>
          <a:bodyPr/>
          <a:lstStyle/>
          <a:p>
            <a:endParaRPr lang="en-US"/>
          </a:p>
        </p:txBody>
      </p:sp>
      <p:sp>
        <p:nvSpPr>
          <p:cNvPr id="12" name="Text Placeholder 11">
            <a:extLst>
              <a:ext uri="{FF2B5EF4-FFF2-40B4-BE49-F238E27FC236}">
                <a16:creationId xmlns:a16="http://schemas.microsoft.com/office/drawing/2014/main" id="{2E8ADEE4-02BD-89EE-2914-56733E6D4734}"/>
              </a:ext>
            </a:extLst>
          </p:cNvPr>
          <p:cNvSpPr>
            <a:spLocks noGrp="1"/>
          </p:cNvSpPr>
          <p:nvPr>
            <p:ph type="body" sz="quarter" idx="17"/>
          </p:nvPr>
        </p:nvSpPr>
        <p:spPr/>
        <p:txBody>
          <a:bodyPr/>
          <a:lstStyle/>
          <a:p>
            <a:endParaRPr lang="en-US"/>
          </a:p>
        </p:txBody>
      </p:sp>
      <p:sp>
        <p:nvSpPr>
          <p:cNvPr id="11" name="Text Placeholder 10">
            <a:extLst>
              <a:ext uri="{FF2B5EF4-FFF2-40B4-BE49-F238E27FC236}">
                <a16:creationId xmlns:a16="http://schemas.microsoft.com/office/drawing/2014/main" id="{08F18611-74AA-2EF8-9D6D-8F18A84BD964}"/>
              </a:ext>
            </a:extLst>
          </p:cNvPr>
          <p:cNvSpPr>
            <a:spLocks noGrp="1"/>
          </p:cNvSpPr>
          <p:nvPr>
            <p:ph type="body" sz="quarter" idx="4294967295"/>
          </p:nvPr>
        </p:nvSpPr>
        <p:spPr>
          <a:xfrm>
            <a:off x="923847" y="2249275"/>
            <a:ext cx="5172154" cy="3368947"/>
          </a:xfrm>
        </p:spPr>
        <p:txBody>
          <a:bodyPr/>
          <a:lstStyle/>
          <a:p>
            <a:endParaRPr lang="en-US" dirty="0"/>
          </a:p>
        </p:txBody>
      </p:sp>
    </p:spTree>
    <p:extLst>
      <p:ext uri="{BB962C8B-B14F-4D97-AF65-F5344CB8AC3E}">
        <p14:creationId xmlns:p14="http://schemas.microsoft.com/office/powerpoint/2010/main" val="141347299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33B80C2B-06A0-A00A-8F54-379374D39002}"/>
              </a:ext>
            </a:extLst>
          </p:cNvPr>
          <p:cNvSpPr>
            <a:spLocks noGrp="1"/>
          </p:cNvSpPr>
          <p:nvPr>
            <p:ph type="sldNum" sz="quarter" idx="21"/>
          </p:nvPr>
        </p:nvSpPr>
        <p:spPr>
          <a:prstGeom prst="rect">
            <a:avLst/>
          </a:prstGeom>
        </p:spPr>
        <p:txBody>
          <a:bodyPr/>
          <a:lstStyle/>
          <a:p>
            <a:fld id="{8929AD07-5DAF-5C46-853B-6972F006CBE9}" type="slidenum">
              <a:rPr lang="en-US" smtClean="0"/>
              <a:t>33</a:t>
            </a:fld>
            <a:endParaRPr lang="en-US" dirty="0"/>
          </a:p>
        </p:txBody>
      </p:sp>
      <p:sp>
        <p:nvSpPr>
          <p:cNvPr id="12" name="Picture Placeholder 11">
            <a:extLst>
              <a:ext uri="{FF2B5EF4-FFF2-40B4-BE49-F238E27FC236}">
                <a16:creationId xmlns:a16="http://schemas.microsoft.com/office/drawing/2014/main" id="{0F9E2566-C853-D35C-4193-172D2FCEE6FF}"/>
              </a:ext>
            </a:extLst>
          </p:cNvPr>
          <p:cNvSpPr>
            <a:spLocks noGrp="1"/>
          </p:cNvSpPr>
          <p:nvPr>
            <p:ph type="pic" sz="quarter" idx="22"/>
          </p:nvPr>
        </p:nvSpPr>
        <p:spPr/>
      </p:sp>
      <p:sp>
        <p:nvSpPr>
          <p:cNvPr id="14" name="Text Placeholder 13">
            <a:extLst>
              <a:ext uri="{FF2B5EF4-FFF2-40B4-BE49-F238E27FC236}">
                <a16:creationId xmlns:a16="http://schemas.microsoft.com/office/drawing/2014/main" id="{32FCB634-D66E-3752-3850-CDFF6131A0F0}"/>
              </a:ext>
            </a:extLst>
          </p:cNvPr>
          <p:cNvSpPr>
            <a:spLocks noGrp="1"/>
          </p:cNvSpPr>
          <p:nvPr>
            <p:ph type="body" sz="quarter" idx="23"/>
          </p:nvPr>
        </p:nvSpPr>
        <p:spPr/>
        <p:txBody>
          <a:bodyPr/>
          <a:lstStyle/>
          <a:p>
            <a:endParaRPr lang="en-US"/>
          </a:p>
        </p:txBody>
      </p:sp>
      <p:sp>
        <p:nvSpPr>
          <p:cNvPr id="11" name="Text Placeholder 10">
            <a:extLst>
              <a:ext uri="{FF2B5EF4-FFF2-40B4-BE49-F238E27FC236}">
                <a16:creationId xmlns:a16="http://schemas.microsoft.com/office/drawing/2014/main" id="{F3D188B2-7275-C7B7-532D-D2554101D4A7}"/>
              </a:ext>
            </a:extLst>
          </p:cNvPr>
          <p:cNvSpPr>
            <a:spLocks noGrp="1"/>
          </p:cNvSpPr>
          <p:nvPr>
            <p:ph type="body" sz="quarter" idx="17"/>
          </p:nvPr>
        </p:nvSpPr>
        <p:spPr/>
        <p:txBody>
          <a:bodyPr/>
          <a:lstStyle/>
          <a:p>
            <a:endParaRPr lang="en-US"/>
          </a:p>
        </p:txBody>
      </p:sp>
      <p:sp>
        <p:nvSpPr>
          <p:cNvPr id="10" name="Text Placeholder 9">
            <a:extLst>
              <a:ext uri="{FF2B5EF4-FFF2-40B4-BE49-F238E27FC236}">
                <a16:creationId xmlns:a16="http://schemas.microsoft.com/office/drawing/2014/main" id="{CA7F8E56-0D49-AB29-82AB-CE2FDF2A1F2C}"/>
              </a:ext>
            </a:extLst>
          </p:cNvPr>
          <p:cNvSpPr>
            <a:spLocks noGrp="1"/>
          </p:cNvSpPr>
          <p:nvPr>
            <p:ph type="body" sz="quarter" idx="4294967295"/>
          </p:nvPr>
        </p:nvSpPr>
        <p:spPr>
          <a:xfrm>
            <a:off x="923847" y="2655675"/>
            <a:ext cx="5172154" cy="3368947"/>
          </a:xfrm>
        </p:spPr>
        <p:txBody>
          <a:bodyPr/>
          <a:lstStyle/>
          <a:p>
            <a:endParaRPr lang="en-US" dirty="0"/>
          </a:p>
        </p:txBody>
      </p:sp>
    </p:spTree>
    <p:extLst>
      <p:ext uri="{BB962C8B-B14F-4D97-AF65-F5344CB8AC3E}">
        <p14:creationId xmlns:p14="http://schemas.microsoft.com/office/powerpoint/2010/main" val="25573367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a:extLst>
              <a:ext uri="{FF2B5EF4-FFF2-40B4-BE49-F238E27FC236}">
                <a16:creationId xmlns:a16="http://schemas.microsoft.com/office/drawing/2014/main" id="{01B0EA95-7793-2BD0-0FCA-69795FC3689E}"/>
              </a:ext>
            </a:extLst>
          </p:cNvPr>
          <p:cNvSpPr>
            <a:spLocks noGrp="1"/>
          </p:cNvSpPr>
          <p:nvPr>
            <p:ph type="sldNum" sz="quarter" idx="21"/>
          </p:nvPr>
        </p:nvSpPr>
        <p:spPr>
          <a:prstGeom prst="rect">
            <a:avLst/>
          </a:prstGeom>
        </p:spPr>
        <p:txBody>
          <a:bodyPr/>
          <a:lstStyle/>
          <a:p>
            <a:fld id="{8929AD07-5DAF-5C46-853B-6972F006CBE9}" type="slidenum">
              <a:rPr lang="en-US" smtClean="0"/>
              <a:t>34</a:t>
            </a:fld>
            <a:endParaRPr lang="en-US" dirty="0"/>
          </a:p>
        </p:txBody>
      </p:sp>
    </p:spTree>
    <p:extLst>
      <p:ext uri="{BB962C8B-B14F-4D97-AF65-F5344CB8AC3E}">
        <p14:creationId xmlns:p14="http://schemas.microsoft.com/office/powerpoint/2010/main" val="302006766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895014"/>
      </p:ext>
    </p:extLst>
  </p:cSld>
  <p:clrMapOvr>
    <a:masterClrMapping/>
  </p:clrMapOvr>
</p:sld>
</file>

<file path=ppt/theme/theme1.xml><?xml version="1.0" encoding="utf-8"?>
<a:theme xmlns:a="http://schemas.openxmlformats.org/drawingml/2006/main" name="T Marzetti Theme">
  <a:themeElements>
    <a:clrScheme name="T Marzetti Color Palette">
      <a:dk1>
        <a:srgbClr val="93C73C"/>
      </a:dk1>
      <a:lt1>
        <a:srgbClr val="593C2D"/>
      </a:lt1>
      <a:dk2>
        <a:srgbClr val="87244B"/>
      </a:dk2>
      <a:lt2>
        <a:srgbClr val="B23824"/>
      </a:lt2>
      <a:accent1>
        <a:srgbClr val="E09241"/>
      </a:accent1>
      <a:accent2>
        <a:srgbClr val="21A19E"/>
      </a:accent2>
      <a:accent3>
        <a:srgbClr val="73973D"/>
      </a:accent3>
      <a:accent4>
        <a:srgbClr val="285936"/>
      </a:accent4>
      <a:accent5>
        <a:srgbClr val="B8B9B8"/>
      </a:accent5>
      <a:accent6>
        <a:srgbClr val="7F7F7F"/>
      </a:accent6>
      <a:hlink>
        <a:srgbClr val="FEFFFE"/>
      </a:hlink>
      <a:folHlink>
        <a:srgbClr val="0000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 Marzetti PPT Template" id="{8745A518-109F-475B-9749-7BD5E0B70C90}" vid="{83B4C732-06EE-4D35-9562-6EC5FB06F383}"/>
    </a:ext>
  </a:extLst>
</a:theme>
</file>

<file path=ppt/theme/theme2.xml><?xml version="1.0" encoding="utf-8"?>
<a:theme xmlns:a="http://schemas.openxmlformats.org/drawingml/2006/main" name="Custom Design">
  <a:themeElements>
    <a:clrScheme name="T Marzetti Color Palette">
      <a:dk1>
        <a:srgbClr val="93C73C"/>
      </a:dk1>
      <a:lt1>
        <a:srgbClr val="593C2D"/>
      </a:lt1>
      <a:dk2>
        <a:srgbClr val="87244B"/>
      </a:dk2>
      <a:lt2>
        <a:srgbClr val="B23824"/>
      </a:lt2>
      <a:accent1>
        <a:srgbClr val="E09241"/>
      </a:accent1>
      <a:accent2>
        <a:srgbClr val="21A19E"/>
      </a:accent2>
      <a:accent3>
        <a:srgbClr val="73973D"/>
      </a:accent3>
      <a:accent4>
        <a:srgbClr val="285936"/>
      </a:accent4>
      <a:accent5>
        <a:srgbClr val="B8B9B8"/>
      </a:accent5>
      <a:accent6>
        <a:srgbClr val="7F7F7F"/>
      </a:accent6>
      <a:hlink>
        <a:srgbClr val="FEFFFE"/>
      </a:hlink>
      <a:folHlink>
        <a:srgbClr val="0000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010F294CF028314E9D5A895D9AC1A504" ma:contentTypeVersion="16" ma:contentTypeDescription="Create a new document." ma:contentTypeScope="" ma:versionID="e1217f7423cb78d8a985b786a4a20c5c">
  <xsd:schema xmlns:xsd="http://www.w3.org/2001/XMLSchema" xmlns:xs="http://www.w3.org/2001/XMLSchema" xmlns:p="http://schemas.microsoft.com/office/2006/metadata/properties" xmlns:ns2="e6f8b834-2070-4a3a-b913-ff0bff1d3f28" xmlns:ns3="cd2a8ada-249f-4446-9c62-f50774acf73a" targetNamespace="http://schemas.microsoft.com/office/2006/metadata/properties" ma:root="true" ma:fieldsID="5f27a15564e7f173efc92b65af819a5f" ns2:_="" ns3:_="">
    <xsd:import namespace="e6f8b834-2070-4a3a-b913-ff0bff1d3f28"/>
    <xsd:import namespace="cd2a8ada-249f-4446-9c62-f50774acf73a"/>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MediaLengthInSeconds" minOccurs="0"/>
                <xsd:element ref="ns2:lcf76f155ced4ddcb4097134ff3c332f" minOccurs="0"/>
                <xsd:element ref="ns3:TaxCatchAll"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6f8b834-2070-4a3a-b913-ff0bff1d3f2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AutoTags" ma:index="14" nillable="true" ma:displayName="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element name="lcf76f155ced4ddcb4097134ff3c332f" ma:index="21" nillable="true" ma:taxonomy="true" ma:internalName="lcf76f155ced4ddcb4097134ff3c332f" ma:taxonomyFieldName="MediaServiceImageTags" ma:displayName="Image Tags" ma:readOnly="false" ma:fieldId="{5cf76f15-5ced-4ddc-b409-7134ff3c332f}" ma:taxonomyMulti="true" ma:sspId="98815802-758d-469a-8214-ca4c0db2f45f" ma:termSetId="09814cd3-568e-fe90-9814-8d621ff8fb84" ma:anchorId="fba54fb3-c3e1-fe81-a776-ca4b69148c4d" ma:open="true" ma:isKeyword="false">
      <xsd:complexType>
        <xsd:sequence>
          <xsd:element ref="pc:Terms" minOccurs="0" maxOccurs="1"/>
        </xsd:sequence>
      </xsd:complexType>
    </xsd:element>
    <xsd:element name="MediaServiceLocation" ma:index="23"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cd2a8ada-249f-4446-9c62-f50774acf73a"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TaxCatchAll" ma:index="22" nillable="true" ma:displayName="Taxonomy Catch All Column" ma:hidden="true" ma:list="{3a9bd2b3-b654-4873-9039-9195efc859cc}" ma:internalName="TaxCatchAll" ma:showField="CatchAllData" ma:web="cd2a8ada-249f-4446-9c62-f50774acf73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TaxCatchAll xmlns="cd2a8ada-249f-4446-9c62-f50774acf73a" xsi:nil="true"/>
    <lcf76f155ced4ddcb4097134ff3c332f xmlns="e6f8b834-2070-4a3a-b913-ff0bff1d3f28">
      <Terms xmlns="http://schemas.microsoft.com/office/infopath/2007/PartnerControls"/>
    </lcf76f155ced4ddcb4097134ff3c332f>
  </documentManagement>
</p:properties>
</file>

<file path=customXml/itemProps1.xml><?xml version="1.0" encoding="utf-8"?>
<ds:datastoreItem xmlns:ds="http://schemas.openxmlformats.org/officeDocument/2006/customXml" ds:itemID="{D6EF7DD7-68C7-4105-8CC4-9F76144CA8FA}">
  <ds:schemaRefs>
    <ds:schemaRef ds:uri="http://schemas.microsoft.com/sharepoint/v3/contenttype/forms"/>
  </ds:schemaRefs>
</ds:datastoreItem>
</file>

<file path=customXml/itemProps2.xml><?xml version="1.0" encoding="utf-8"?>
<ds:datastoreItem xmlns:ds="http://schemas.openxmlformats.org/officeDocument/2006/customXml" ds:itemID="{3575FDA0-8D14-4557-BAD1-53901BFB36DF}"/>
</file>

<file path=customXml/itemProps3.xml><?xml version="1.0" encoding="utf-8"?>
<ds:datastoreItem xmlns:ds="http://schemas.openxmlformats.org/officeDocument/2006/customXml" ds:itemID="{40822008-210F-41BA-B7A9-88C9B3550A7D}">
  <ds:schemaRefs>
    <ds:schemaRef ds:uri="http://schemas.microsoft.com/office/2006/metadata/properties"/>
    <ds:schemaRef ds:uri="http://schemas.microsoft.com/office/infopath/2007/PartnerControls"/>
    <ds:schemaRef ds:uri="6adc2589-9263-46aa-84f0-96eaa0d76370"/>
    <ds:schemaRef ds:uri="520e5885-9e06-4036-8155-89cbc17c4b6d"/>
  </ds:schemaRefs>
</ds:datastoreItem>
</file>

<file path=docProps/app.xml><?xml version="1.0" encoding="utf-8"?>
<Properties xmlns="http://schemas.openxmlformats.org/officeDocument/2006/extended-properties" xmlns:vt="http://schemas.openxmlformats.org/officeDocument/2006/docPropsVTypes">
  <Template/>
  <TotalTime>1827</TotalTime>
  <Words>1181</Words>
  <Application>Microsoft Office PowerPoint</Application>
  <PresentationFormat>Widescreen</PresentationFormat>
  <Paragraphs>133</Paragraphs>
  <Slides>35</Slides>
  <Notes>1</Notes>
  <HiddenSlides>10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35</vt:i4>
      </vt:variant>
    </vt:vector>
  </HeadingPairs>
  <TitlesOfParts>
    <vt:vector size="45" baseType="lpstr">
      <vt:lpstr>Arial</vt:lpstr>
      <vt:lpstr>Gotham Book</vt:lpstr>
      <vt:lpstr>Gotham Medium</vt:lpstr>
      <vt:lpstr>Montserrat</vt:lpstr>
      <vt:lpstr>Montserrat ExtraBold</vt:lpstr>
      <vt:lpstr>Montserrat Medium</vt:lpstr>
      <vt:lpstr>Proxima Nova Lt</vt:lpstr>
      <vt:lpstr>Proxima Nova Rg</vt:lpstr>
      <vt:lpstr>T Marzetti Theme</vt:lpstr>
      <vt:lpstr>Custom Design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T. Marzetti</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T. Marzetti</dc:creator>
  <cp:keywords/>
  <dc:description/>
  <cp:lastModifiedBy>Chrissy Shea</cp:lastModifiedBy>
  <cp:revision>38</cp:revision>
  <dcterms:created xsi:type="dcterms:W3CDTF">2022-12-14T17:34:22Z</dcterms:created>
  <dcterms:modified xsi:type="dcterms:W3CDTF">2023-01-06T13:55:49Z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0x010100010F294CF028314E9D5A895D9AC1A504</vt:lpwstr>
  </property>
</Properties>
</file>